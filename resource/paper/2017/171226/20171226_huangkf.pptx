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6" r:id="rId3"/>
    <p:sldId id="300" r:id="rId4"/>
    <p:sldId id="301" r:id="rId5"/>
    <p:sldId id="303" r:id="rId6"/>
    <p:sldId id="304" r:id="rId7"/>
    <p:sldId id="305" r:id="rId8"/>
    <p:sldId id="306" r:id="rId9"/>
    <p:sldId id="307" r:id="rId10"/>
    <p:sldId id="308" r:id="rId11"/>
    <p:sldId id="309"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EAD7078E-7038-4986-B0ED-CBFCB84320F6}">
          <p14:sldIdLst>
            <p14:sldId id="256"/>
            <p14:sldId id="276"/>
            <p14:sldId id="300"/>
            <p14:sldId id="301"/>
            <p14:sldId id="303"/>
            <p14:sldId id="304"/>
            <p14:sldId id="305"/>
            <p14:sldId id="306"/>
            <p14:sldId id="307"/>
            <p14:sldId id="308"/>
            <p14:sldId id="30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75" d="100"/>
          <a:sy n="75" d="100"/>
        </p:scale>
        <p:origin x="103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黃國峰" userId="07d7d89e1f669cb9" providerId="LiveId" clId="{D7E13699-1C50-409E-984A-872A6EE95369}"/>
    <pc:docChg chg="undo custSel addSld delSld modSld sldOrd modSection">
      <pc:chgData name="黃國峰" userId="07d7d89e1f669cb9" providerId="LiveId" clId="{D7E13699-1C50-409E-984A-872A6EE95369}" dt="2017-11-26T13:10:07.765" v="376" actId="478"/>
      <pc:docMkLst>
        <pc:docMk/>
      </pc:docMkLst>
      <pc:sldChg chg="modSp">
        <pc:chgData name="黃國峰" userId="07d7d89e1f669cb9" providerId="LiveId" clId="{D7E13699-1C50-409E-984A-872A6EE95369}" dt="2017-11-26T04:59:05.737" v="27" actId="20577"/>
        <pc:sldMkLst>
          <pc:docMk/>
          <pc:sldMk cId="3676774769" sldId="256"/>
        </pc:sldMkLst>
        <pc:spChg chg="mod">
          <ac:chgData name="黃國峰" userId="07d7d89e1f669cb9" providerId="LiveId" clId="{D7E13699-1C50-409E-984A-872A6EE95369}" dt="2017-11-26T04:58:45.029" v="13" actId="14100"/>
          <ac:spMkLst>
            <pc:docMk/>
            <pc:sldMk cId="3676774769" sldId="256"/>
            <ac:spMk id="2" creationId="{55822F15-00D1-4FDE-A019-FC933C4E2549}"/>
          </ac:spMkLst>
        </pc:spChg>
        <pc:spChg chg="mod">
          <ac:chgData name="黃國峰" userId="07d7d89e1f669cb9" providerId="LiveId" clId="{D7E13699-1C50-409E-984A-872A6EE95369}" dt="2017-11-26T04:58:36.416" v="11" actId="27636"/>
          <ac:spMkLst>
            <pc:docMk/>
            <pc:sldMk cId="3676774769" sldId="256"/>
            <ac:spMk id="3" creationId="{7ABD29E4-B887-45D9-9793-DA3B272D07C3}"/>
          </ac:spMkLst>
        </pc:spChg>
        <pc:spChg chg="mod">
          <ac:chgData name="黃國峰" userId="07d7d89e1f669cb9" providerId="LiveId" clId="{D7E13699-1C50-409E-984A-872A6EE95369}" dt="2017-11-26T04:59:05.737" v="27" actId="20577"/>
          <ac:spMkLst>
            <pc:docMk/>
            <pc:sldMk cId="3676774769" sldId="256"/>
            <ac:spMk id="4" creationId="{DBCD3618-401B-49E4-9C85-373848D9AA50}"/>
          </ac:spMkLst>
        </pc:spChg>
      </pc:sldChg>
      <pc:sldChg chg="del">
        <pc:chgData name="黃國峰" userId="07d7d89e1f669cb9" providerId="LiveId" clId="{D7E13699-1C50-409E-984A-872A6EE95369}" dt="2017-11-26T10:49:59.113" v="248" actId="2696"/>
        <pc:sldMkLst>
          <pc:docMk/>
          <pc:sldMk cId="3974577190" sldId="275"/>
        </pc:sldMkLst>
      </pc:sldChg>
      <pc:sldChg chg="modSp">
        <pc:chgData name="黃國峰" userId="07d7d89e1f669cb9" providerId="LiveId" clId="{D7E13699-1C50-409E-984A-872A6EE95369}" dt="2017-11-26T05:19:42.356" v="35" actId="27636"/>
        <pc:sldMkLst>
          <pc:docMk/>
          <pc:sldMk cId="2726883200" sldId="276"/>
        </pc:sldMkLst>
        <pc:spChg chg="mod">
          <ac:chgData name="黃國峰" userId="07d7d89e1f669cb9" providerId="LiveId" clId="{D7E13699-1C50-409E-984A-872A6EE95369}" dt="2017-11-26T05:19:42.356" v="35" actId="27636"/>
          <ac:spMkLst>
            <pc:docMk/>
            <pc:sldMk cId="2726883200" sldId="276"/>
            <ac:spMk id="3" creationId="{7DB8E5E2-9D37-4095-8A46-00A68D1D282E}"/>
          </ac:spMkLst>
        </pc:spChg>
      </pc:sldChg>
      <pc:sldChg chg="delSp modSp">
        <pc:chgData name="黃國峰" userId="07d7d89e1f669cb9" providerId="LiveId" clId="{D7E13699-1C50-409E-984A-872A6EE95369}" dt="2017-11-26T13:09:22.880" v="375" actId="20577"/>
        <pc:sldMkLst>
          <pc:docMk/>
          <pc:sldMk cId="3793489717" sldId="279"/>
        </pc:sldMkLst>
        <pc:spChg chg="mod">
          <ac:chgData name="黃國峰" userId="07d7d89e1f669cb9" providerId="LiveId" clId="{D7E13699-1C50-409E-984A-872A6EE95369}" dt="2017-11-26T05:40:26.424" v="36" actId="20577"/>
          <ac:spMkLst>
            <pc:docMk/>
            <pc:sldMk cId="3793489717" sldId="279"/>
            <ac:spMk id="2" creationId="{4A89FDF2-77A9-44DE-ADA0-6890F8B9B51D}"/>
          </ac:spMkLst>
        </pc:spChg>
        <pc:spChg chg="mod">
          <ac:chgData name="黃國峰" userId="07d7d89e1f669cb9" providerId="LiveId" clId="{D7E13699-1C50-409E-984A-872A6EE95369}" dt="2017-11-26T13:09:22.880" v="375" actId="20577"/>
          <ac:spMkLst>
            <pc:docMk/>
            <pc:sldMk cId="3793489717" sldId="279"/>
            <ac:spMk id="3" creationId="{5A9EF990-D0FA-4C90-9D12-000CB15FCEAA}"/>
          </ac:spMkLst>
        </pc:spChg>
        <pc:spChg chg="del">
          <ac:chgData name="黃國峰" userId="07d7d89e1f669cb9" providerId="LiveId" clId="{D7E13699-1C50-409E-984A-872A6EE95369}" dt="2017-11-26T05:44:05.656" v="41" actId="478"/>
          <ac:spMkLst>
            <pc:docMk/>
            <pc:sldMk cId="3793489717" sldId="279"/>
            <ac:spMk id="4" creationId="{16CE6A7F-3494-4368-9DFE-D2434AD7B686}"/>
          </ac:spMkLst>
        </pc:spChg>
      </pc:sldChg>
      <pc:sldChg chg="addSp delSp modSp">
        <pc:chgData name="黃國峰" userId="07d7d89e1f669cb9" providerId="LiveId" clId="{D7E13699-1C50-409E-984A-872A6EE95369}" dt="2017-11-26T10:49:22.109" v="239" actId="1076"/>
        <pc:sldMkLst>
          <pc:docMk/>
          <pc:sldMk cId="2032401428" sldId="280"/>
        </pc:sldMkLst>
        <pc:spChg chg="mod">
          <ac:chgData name="黃國峰" userId="07d7d89e1f669cb9" providerId="LiveId" clId="{D7E13699-1C50-409E-984A-872A6EE95369}" dt="2017-11-26T10:48:24.956" v="218" actId="1076"/>
          <ac:spMkLst>
            <pc:docMk/>
            <pc:sldMk cId="2032401428" sldId="280"/>
            <ac:spMk id="2" creationId="{26FE9784-9829-4608-9BBE-0102CF76F199}"/>
          </ac:spMkLst>
        </pc:spChg>
        <pc:spChg chg="del mod">
          <ac:chgData name="黃國峰" userId="07d7d89e1f669cb9" providerId="LiveId" clId="{D7E13699-1C50-409E-984A-872A6EE95369}" dt="2017-11-26T10:48:41.560" v="230" actId="478"/>
          <ac:spMkLst>
            <pc:docMk/>
            <pc:sldMk cId="2032401428" sldId="280"/>
            <ac:spMk id="3" creationId="{1E15C2D7-2053-4D67-B9DE-E761DD804BC4}"/>
          </ac:spMkLst>
        </pc:spChg>
        <pc:picChg chg="add mod">
          <ac:chgData name="黃國峰" userId="07d7d89e1f669cb9" providerId="LiveId" clId="{D7E13699-1C50-409E-984A-872A6EE95369}" dt="2017-11-26T10:49:22.109" v="239" actId="1076"/>
          <ac:picMkLst>
            <pc:docMk/>
            <pc:sldMk cId="2032401428" sldId="280"/>
            <ac:picMk id="4098" creationId="{6B185260-A308-4B9C-8106-B15913E7E1A6}"/>
          </ac:picMkLst>
        </pc:picChg>
        <pc:cxnChg chg="del">
          <ac:chgData name="黃國峰" userId="07d7d89e1f669cb9" providerId="LiveId" clId="{D7E13699-1C50-409E-984A-872A6EE95369}" dt="2017-11-26T10:48:39.216" v="226" actId="478"/>
          <ac:cxnSpMkLst>
            <pc:docMk/>
            <pc:sldMk cId="2032401428" sldId="280"/>
            <ac:cxnSpMk id="5" creationId="{FE86E539-A660-4CC4-AC3D-1ADA7FF8E94D}"/>
          </ac:cxnSpMkLst>
        </pc:cxnChg>
        <pc:cxnChg chg="del">
          <ac:chgData name="黃國峰" userId="07d7d89e1f669cb9" providerId="LiveId" clId="{D7E13699-1C50-409E-984A-872A6EE95369}" dt="2017-11-26T10:48:35.704" v="225" actId="478"/>
          <ac:cxnSpMkLst>
            <pc:docMk/>
            <pc:sldMk cId="2032401428" sldId="280"/>
            <ac:cxnSpMk id="9" creationId="{376170C1-6F82-4B89-B3DA-3DB009135B18}"/>
          </ac:cxnSpMkLst>
        </pc:cxnChg>
        <pc:cxnChg chg="del">
          <ac:chgData name="黃國峰" userId="07d7d89e1f669cb9" providerId="LiveId" clId="{D7E13699-1C50-409E-984A-872A6EE95369}" dt="2017-11-26T10:48:32.112" v="224" actId="478"/>
          <ac:cxnSpMkLst>
            <pc:docMk/>
            <pc:sldMk cId="2032401428" sldId="280"/>
            <ac:cxnSpMk id="10" creationId="{0F0D9A83-5680-428A-AF36-57A47A205CFB}"/>
          </ac:cxnSpMkLst>
        </pc:cxnChg>
        <pc:cxnChg chg="del">
          <ac:chgData name="黃國峰" userId="07d7d89e1f669cb9" providerId="LiveId" clId="{D7E13699-1C50-409E-984A-872A6EE95369}" dt="2017-11-26T10:48:30.537" v="221" actId="478"/>
          <ac:cxnSpMkLst>
            <pc:docMk/>
            <pc:sldMk cId="2032401428" sldId="280"/>
            <ac:cxnSpMk id="11" creationId="{798333FF-FC2F-454B-954B-2D59089C1448}"/>
          </ac:cxnSpMkLst>
        </pc:cxnChg>
        <pc:cxnChg chg="del">
          <ac:chgData name="黃國峰" userId="07d7d89e1f669cb9" providerId="LiveId" clId="{D7E13699-1C50-409E-984A-872A6EE95369}" dt="2017-11-26T10:48:40.008" v="228" actId="478"/>
          <ac:cxnSpMkLst>
            <pc:docMk/>
            <pc:sldMk cId="2032401428" sldId="280"/>
            <ac:cxnSpMk id="13" creationId="{651C9504-1A73-458B-8354-82ED2BCDB50A}"/>
          </ac:cxnSpMkLst>
        </pc:cxnChg>
        <pc:cxnChg chg="del">
          <ac:chgData name="黃國峰" userId="07d7d89e1f669cb9" providerId="LiveId" clId="{D7E13699-1C50-409E-984A-872A6EE95369}" dt="2017-11-26T10:48:39.560" v="227" actId="478"/>
          <ac:cxnSpMkLst>
            <pc:docMk/>
            <pc:sldMk cId="2032401428" sldId="280"/>
            <ac:cxnSpMk id="14" creationId="{2CEF0405-DD01-42D1-B6B8-CBC66F59291B}"/>
          </ac:cxnSpMkLst>
        </pc:cxnChg>
        <pc:cxnChg chg="del">
          <ac:chgData name="黃國峰" userId="07d7d89e1f669cb9" providerId="LiveId" clId="{D7E13699-1C50-409E-984A-872A6EE95369}" dt="2017-11-26T10:48:31.296" v="222" actId="478"/>
          <ac:cxnSpMkLst>
            <pc:docMk/>
            <pc:sldMk cId="2032401428" sldId="280"/>
            <ac:cxnSpMk id="15" creationId="{14D403AE-FAC8-4945-BC12-60902B3CD17F}"/>
          </ac:cxnSpMkLst>
        </pc:cxnChg>
        <pc:cxnChg chg="del">
          <ac:chgData name="黃國峰" userId="07d7d89e1f669cb9" providerId="LiveId" clId="{D7E13699-1C50-409E-984A-872A6EE95369}" dt="2017-11-26T10:48:40.336" v="229" actId="478"/>
          <ac:cxnSpMkLst>
            <pc:docMk/>
            <pc:sldMk cId="2032401428" sldId="280"/>
            <ac:cxnSpMk id="16" creationId="{12DB25D2-AA78-4BAF-A92A-58BA0B866165}"/>
          </ac:cxnSpMkLst>
        </pc:cxnChg>
        <pc:cxnChg chg="del">
          <ac:chgData name="黃國峰" userId="07d7d89e1f669cb9" providerId="LiveId" clId="{D7E13699-1C50-409E-984A-872A6EE95369}" dt="2017-11-26T10:48:31.664" v="223" actId="478"/>
          <ac:cxnSpMkLst>
            <pc:docMk/>
            <pc:sldMk cId="2032401428" sldId="280"/>
            <ac:cxnSpMk id="17" creationId="{89A34BDB-02EC-4DBD-A157-6040DEED04A9}"/>
          </ac:cxnSpMkLst>
        </pc:cxnChg>
      </pc:sldChg>
      <pc:sldChg chg="del">
        <pc:chgData name="黃國峰" userId="07d7d89e1f669cb9" providerId="LiveId" clId="{D7E13699-1C50-409E-984A-872A6EE95369}" dt="2017-11-26T10:49:52.987" v="243" actId="2696"/>
        <pc:sldMkLst>
          <pc:docMk/>
          <pc:sldMk cId="2039331011" sldId="281"/>
        </pc:sldMkLst>
      </pc:sldChg>
      <pc:sldChg chg="del">
        <pc:chgData name="黃國峰" userId="07d7d89e1f669cb9" providerId="LiveId" clId="{D7E13699-1C50-409E-984A-872A6EE95369}" dt="2017-11-26T10:49:58.818" v="244" actId="2696"/>
        <pc:sldMkLst>
          <pc:docMk/>
          <pc:sldMk cId="1085941228" sldId="282"/>
        </pc:sldMkLst>
      </pc:sldChg>
      <pc:sldChg chg="del">
        <pc:chgData name="黃國峰" userId="07d7d89e1f669cb9" providerId="LiveId" clId="{D7E13699-1C50-409E-984A-872A6EE95369}" dt="2017-11-26T10:49:59.056" v="246" actId="2696"/>
        <pc:sldMkLst>
          <pc:docMk/>
          <pc:sldMk cId="1081170637" sldId="284"/>
        </pc:sldMkLst>
      </pc:sldChg>
      <pc:sldChg chg="addSp modSp">
        <pc:chgData name="黃國峰" userId="07d7d89e1f669cb9" providerId="LiveId" clId="{D7E13699-1C50-409E-984A-872A6EE95369}" dt="2017-11-26T10:49:36.957" v="242" actId="14100"/>
        <pc:sldMkLst>
          <pc:docMk/>
          <pc:sldMk cId="333944553" sldId="286"/>
        </pc:sldMkLst>
        <pc:spChg chg="mod">
          <ac:chgData name="黃國峰" userId="07d7d89e1f669cb9" providerId="LiveId" clId="{D7E13699-1C50-409E-984A-872A6EE95369}" dt="2017-11-26T05:48:09.152" v="86" actId="14100"/>
          <ac:spMkLst>
            <pc:docMk/>
            <pc:sldMk cId="333944553" sldId="286"/>
            <ac:spMk id="2" creationId="{FCA3B093-AFA3-48FB-8101-11F8ACA668E7}"/>
          </ac:spMkLst>
        </pc:spChg>
        <pc:spChg chg="mod">
          <ac:chgData name="黃國峰" userId="07d7d89e1f669cb9" providerId="LiveId" clId="{D7E13699-1C50-409E-984A-872A6EE95369}" dt="2017-11-26T05:47:44.041" v="83" actId="27636"/>
          <ac:spMkLst>
            <pc:docMk/>
            <pc:sldMk cId="333944553" sldId="286"/>
            <ac:spMk id="3" creationId="{0B662F05-00A5-41B8-92FD-C27A6F471347}"/>
          </ac:spMkLst>
        </pc:spChg>
        <pc:picChg chg="add mod">
          <ac:chgData name="黃國峰" userId="07d7d89e1f669cb9" providerId="LiveId" clId="{D7E13699-1C50-409E-984A-872A6EE95369}" dt="2017-11-26T10:49:36.957" v="242" actId="14100"/>
          <ac:picMkLst>
            <pc:docMk/>
            <pc:sldMk cId="333944553" sldId="286"/>
            <ac:picMk id="1026" creationId="{73E341A1-A0E5-4B74-8AD4-8EA918654D98}"/>
          </ac:picMkLst>
        </pc:picChg>
      </pc:sldChg>
      <pc:sldChg chg="addSp delSp modSp">
        <pc:chgData name="黃國峰" userId="07d7d89e1f669cb9" providerId="LiveId" clId="{D7E13699-1C50-409E-984A-872A6EE95369}" dt="2017-11-26T10:49:30.057" v="241" actId="14100"/>
        <pc:sldMkLst>
          <pc:docMk/>
          <pc:sldMk cId="615137983" sldId="288"/>
        </pc:sldMkLst>
        <pc:spChg chg="mod">
          <ac:chgData name="黃國峰" userId="07d7d89e1f669cb9" providerId="LiveId" clId="{D7E13699-1C50-409E-984A-872A6EE95369}" dt="2017-11-26T05:52:07.245" v="87" actId="14100"/>
          <ac:spMkLst>
            <pc:docMk/>
            <pc:sldMk cId="615137983" sldId="288"/>
            <ac:spMk id="2" creationId="{3BE23136-9EA0-4FAB-A513-C087268DF54F}"/>
          </ac:spMkLst>
        </pc:spChg>
        <pc:spChg chg="del mod">
          <ac:chgData name="黃國峰" userId="07d7d89e1f669cb9" providerId="LiveId" clId="{D7E13699-1C50-409E-984A-872A6EE95369}" dt="2017-11-26T05:55:34.640" v="104" actId="3680"/>
          <ac:spMkLst>
            <pc:docMk/>
            <pc:sldMk cId="615137983" sldId="288"/>
            <ac:spMk id="3" creationId="{EAA8A59E-C5B9-43CB-9AF1-941EA43033A9}"/>
          </ac:spMkLst>
        </pc:spChg>
        <pc:spChg chg="add del mod">
          <ac:chgData name="黃國峰" userId="07d7d89e1f669cb9" providerId="LiveId" clId="{D7E13699-1C50-409E-984A-872A6EE95369}" dt="2017-11-26T05:59:14.743" v="197" actId="478"/>
          <ac:spMkLst>
            <pc:docMk/>
            <pc:sldMk cId="615137983" sldId="288"/>
            <ac:spMk id="6" creationId="{53ADCFFA-8B97-49E9-8B26-6E787481D564}"/>
          </ac:spMkLst>
        </pc:spChg>
        <pc:spChg chg="add del mod">
          <ac:chgData name="黃國峰" userId="07d7d89e1f669cb9" providerId="LiveId" clId="{D7E13699-1C50-409E-984A-872A6EE95369}" dt="2017-11-26T05:59:29.480" v="201" actId="478"/>
          <ac:spMkLst>
            <pc:docMk/>
            <pc:sldMk cId="615137983" sldId="288"/>
            <ac:spMk id="8" creationId="{2FE20966-9192-4518-862A-6B4D3FF4DC38}"/>
          </ac:spMkLst>
        </pc:spChg>
        <pc:spChg chg="add del mod">
          <ac:chgData name="黃國峰" userId="07d7d89e1f669cb9" providerId="LiveId" clId="{D7E13699-1C50-409E-984A-872A6EE95369}" dt="2017-11-26T05:59:58.374" v="207" actId="478"/>
          <ac:spMkLst>
            <pc:docMk/>
            <pc:sldMk cId="615137983" sldId="288"/>
            <ac:spMk id="10" creationId="{E04DB39C-38A6-4605-AC49-740448EAE5AD}"/>
          </ac:spMkLst>
        </pc:spChg>
        <pc:spChg chg="add del mod">
          <ac:chgData name="黃國峰" userId="07d7d89e1f669cb9" providerId="LiveId" clId="{D7E13699-1C50-409E-984A-872A6EE95369}" dt="2017-11-26T06:02:54.877" v="209" actId="14100"/>
          <ac:spMkLst>
            <pc:docMk/>
            <pc:sldMk cId="615137983" sldId="288"/>
            <ac:spMk id="12" creationId="{8D782C4B-3CB3-4775-ABDA-2F4A301125C2}"/>
          </ac:spMkLst>
        </pc:spChg>
        <pc:graphicFrameChg chg="add del mod modGraphic">
          <ac:chgData name="黃國峰" userId="07d7d89e1f669cb9" providerId="LiveId" clId="{D7E13699-1C50-409E-984A-872A6EE95369}" dt="2017-11-26T06:02:53.768" v="208" actId="478"/>
          <ac:graphicFrameMkLst>
            <pc:docMk/>
            <pc:sldMk cId="615137983" sldId="288"/>
            <ac:graphicFrameMk id="4" creationId="{E80288C5-E60C-4FF5-97C3-7CFB67EC85C3}"/>
          </ac:graphicFrameMkLst>
        </pc:graphicFrameChg>
        <pc:graphicFrameChg chg="add mod modGraphic">
          <ac:chgData name="黃國峰" userId="07d7d89e1f669cb9" providerId="LiveId" clId="{D7E13699-1C50-409E-984A-872A6EE95369}" dt="2017-11-26T10:49:30.057" v="241" actId="14100"/>
          <ac:graphicFrameMkLst>
            <pc:docMk/>
            <pc:sldMk cId="615137983" sldId="288"/>
            <ac:graphicFrameMk id="13" creationId="{5ABA8D7B-F7C2-4FE5-8B18-7BDA1E7BD426}"/>
          </ac:graphicFrameMkLst>
        </pc:graphicFrameChg>
      </pc:sldChg>
      <pc:sldChg chg="del">
        <pc:chgData name="黃國峰" userId="07d7d89e1f669cb9" providerId="LiveId" clId="{D7E13699-1C50-409E-984A-872A6EE95369}" dt="2017-11-26T10:49:59.099" v="247" actId="2696"/>
        <pc:sldMkLst>
          <pc:docMk/>
          <pc:sldMk cId="1475886882" sldId="289"/>
        </pc:sldMkLst>
      </pc:sldChg>
      <pc:sldChg chg="del">
        <pc:chgData name="黃國峰" userId="07d7d89e1f669cb9" providerId="LiveId" clId="{D7E13699-1C50-409E-984A-872A6EE95369}" dt="2017-11-26T10:49:58.930" v="245" actId="2696"/>
        <pc:sldMkLst>
          <pc:docMk/>
          <pc:sldMk cId="1278761415" sldId="290"/>
        </pc:sldMkLst>
      </pc:sldChg>
      <pc:sldChg chg="addSp delSp modSp add ord">
        <pc:chgData name="黃國峰" userId="07d7d89e1f669cb9" providerId="LiveId" clId="{D7E13699-1C50-409E-984A-872A6EE95369}" dt="2017-11-26T11:19:48.924" v="254" actId="478"/>
        <pc:sldMkLst>
          <pc:docMk/>
          <pc:sldMk cId="372446211" sldId="291"/>
        </pc:sldMkLst>
        <pc:spChg chg="mod">
          <ac:chgData name="黃國峰" userId="07d7d89e1f669cb9" providerId="LiveId" clId="{D7E13699-1C50-409E-984A-872A6EE95369}" dt="2017-11-26T10:50:09.728" v="253" actId="20577"/>
          <ac:spMkLst>
            <pc:docMk/>
            <pc:sldMk cId="372446211" sldId="291"/>
            <ac:spMk id="2" creationId="{2558D706-611E-40C4-A4B8-99711D127AB9}"/>
          </ac:spMkLst>
        </pc:spChg>
        <pc:spChg chg="del">
          <ac:chgData name="黃國峰" userId="07d7d89e1f669cb9" providerId="LiveId" clId="{D7E13699-1C50-409E-984A-872A6EE95369}" dt="2017-11-26T10:45:25.622" v="211" actId="478"/>
          <ac:spMkLst>
            <pc:docMk/>
            <pc:sldMk cId="372446211" sldId="291"/>
            <ac:spMk id="3" creationId="{77BDEA5A-C5B2-454C-B209-C20A860A6B6C}"/>
          </ac:spMkLst>
        </pc:spChg>
        <pc:spChg chg="add del mod">
          <ac:chgData name="黃國峰" userId="07d7d89e1f669cb9" providerId="LiveId" clId="{D7E13699-1C50-409E-984A-872A6EE95369}" dt="2017-11-26T10:45:51.532" v="213" actId="478"/>
          <ac:spMkLst>
            <pc:docMk/>
            <pc:sldMk cId="372446211" sldId="291"/>
            <ac:spMk id="5" creationId="{D2FC4F49-FD8C-4D96-8486-D5BD2D3E0097}"/>
          </ac:spMkLst>
        </pc:spChg>
        <pc:picChg chg="add mod">
          <ac:chgData name="黃國峰" userId="07d7d89e1f669cb9" providerId="LiveId" clId="{D7E13699-1C50-409E-984A-872A6EE95369}" dt="2017-11-26T10:46:18.319" v="217" actId="14100"/>
          <ac:picMkLst>
            <pc:docMk/>
            <pc:sldMk cId="372446211" sldId="291"/>
            <ac:picMk id="7" creationId="{3A05D4DB-EAE0-4C9B-AE30-8483C8E398FD}"/>
          </ac:picMkLst>
        </pc:picChg>
        <pc:picChg chg="add del">
          <ac:chgData name="黃國峰" userId="07d7d89e1f669cb9" providerId="LiveId" clId="{D7E13699-1C50-409E-984A-872A6EE95369}" dt="2017-11-26T10:45:47.233" v="212" actId="478"/>
          <ac:picMkLst>
            <pc:docMk/>
            <pc:sldMk cId="372446211" sldId="291"/>
            <ac:picMk id="3074" creationId="{C95466C0-02B7-4224-83C6-D7A9ABB58391}"/>
          </ac:picMkLst>
        </pc:picChg>
      </pc:sldChg>
      <pc:sldChg chg="modSp add ord">
        <pc:chgData name="黃國峰" userId="07d7d89e1f669cb9" providerId="LiveId" clId="{D7E13699-1C50-409E-984A-872A6EE95369}" dt="2017-11-26T11:34:46.978" v="291" actId="478"/>
        <pc:sldMkLst>
          <pc:docMk/>
          <pc:sldMk cId="4260090449" sldId="292"/>
        </pc:sldMkLst>
        <pc:spChg chg="mod">
          <ac:chgData name="黃國峰" userId="07d7d89e1f669cb9" providerId="LiveId" clId="{D7E13699-1C50-409E-984A-872A6EE95369}" dt="2017-11-26T11:24:52.417" v="257" actId="478"/>
          <ac:spMkLst>
            <pc:docMk/>
            <pc:sldMk cId="4260090449" sldId="292"/>
            <ac:spMk id="2" creationId="{9BB8FE78-ECAA-429E-9D04-B282A1A828D5}"/>
          </ac:spMkLst>
        </pc:spChg>
        <pc:spChg chg="mod">
          <ac:chgData name="黃國峰" userId="07d7d89e1f669cb9" providerId="LiveId" clId="{D7E13699-1C50-409E-984A-872A6EE95369}" dt="2017-11-26T11:34:46.978" v="291" actId="478"/>
          <ac:spMkLst>
            <pc:docMk/>
            <pc:sldMk cId="4260090449" sldId="292"/>
            <ac:spMk id="3" creationId="{AB12BAFE-D968-48F0-A6E7-6CE4EC598BE4}"/>
          </ac:spMkLst>
        </pc:spChg>
      </pc:sldChg>
      <pc:sldChg chg="modSp add">
        <pc:chgData name="黃國峰" userId="07d7d89e1f669cb9" providerId="LiveId" clId="{D7E13699-1C50-409E-984A-872A6EE95369}" dt="2017-11-26T11:30:59.525" v="287" actId="20577"/>
        <pc:sldMkLst>
          <pc:docMk/>
          <pc:sldMk cId="3773051330" sldId="293"/>
        </pc:sldMkLst>
        <pc:spChg chg="mod">
          <ac:chgData name="黃國峰" userId="07d7d89e1f669cb9" providerId="LiveId" clId="{D7E13699-1C50-409E-984A-872A6EE95369}" dt="2017-11-26T11:29:51.215" v="274" actId="20577"/>
          <ac:spMkLst>
            <pc:docMk/>
            <pc:sldMk cId="3773051330" sldId="293"/>
            <ac:spMk id="2" creationId="{66F99361-0056-4385-83B2-3FC01E0E91EA}"/>
          </ac:spMkLst>
        </pc:spChg>
        <pc:spChg chg="mod">
          <ac:chgData name="黃國峰" userId="07d7d89e1f669cb9" providerId="LiveId" clId="{D7E13699-1C50-409E-984A-872A6EE95369}" dt="2017-11-26T11:30:59.525" v="287" actId="20577"/>
          <ac:spMkLst>
            <pc:docMk/>
            <pc:sldMk cId="3773051330" sldId="293"/>
            <ac:spMk id="3" creationId="{B7475370-B300-4AEA-973B-C81F04A75B7C}"/>
          </ac:spMkLst>
        </pc:spChg>
      </pc:sldChg>
      <pc:sldChg chg="addSp modSp add">
        <pc:chgData name="黃國峰" userId="07d7d89e1f669cb9" providerId="LiveId" clId="{D7E13699-1C50-409E-984A-872A6EE95369}" dt="2017-11-26T12:24:21.576" v="305" actId="14100"/>
        <pc:sldMkLst>
          <pc:docMk/>
          <pc:sldMk cId="3414103663" sldId="294"/>
        </pc:sldMkLst>
        <pc:spChg chg="mod">
          <ac:chgData name="黃國峰" userId="07d7d89e1f669cb9" providerId="LiveId" clId="{D7E13699-1C50-409E-984A-872A6EE95369}" dt="2017-11-26T12:21:09.305" v="295" actId="20577"/>
          <ac:spMkLst>
            <pc:docMk/>
            <pc:sldMk cId="3414103663" sldId="294"/>
            <ac:spMk id="2" creationId="{AB57D0F0-5E68-4CBF-BC91-DA6A38E77918}"/>
          </ac:spMkLst>
        </pc:spChg>
        <pc:spChg chg="mod">
          <ac:chgData name="黃國峰" userId="07d7d89e1f669cb9" providerId="LiveId" clId="{D7E13699-1C50-409E-984A-872A6EE95369}" dt="2017-11-26T12:22:30.372" v="297" actId="20577"/>
          <ac:spMkLst>
            <pc:docMk/>
            <pc:sldMk cId="3414103663" sldId="294"/>
            <ac:spMk id="3" creationId="{1509A55B-97EF-4A56-A7FD-54CF5BCC8EA4}"/>
          </ac:spMkLst>
        </pc:spChg>
        <pc:picChg chg="add mod">
          <ac:chgData name="黃國峰" userId="07d7d89e1f669cb9" providerId="LiveId" clId="{D7E13699-1C50-409E-984A-872A6EE95369}" dt="2017-11-26T12:23:03.616" v="299" actId="1076"/>
          <ac:picMkLst>
            <pc:docMk/>
            <pc:sldMk cId="3414103663" sldId="294"/>
            <ac:picMk id="5" creationId="{DD25E5A4-A658-4579-8856-DDFEB03577A1}"/>
          </ac:picMkLst>
        </pc:picChg>
        <pc:picChg chg="add mod">
          <ac:chgData name="黃國峰" userId="07d7d89e1f669cb9" providerId="LiveId" clId="{D7E13699-1C50-409E-984A-872A6EE95369}" dt="2017-11-26T12:24:21.576" v="305" actId="14100"/>
          <ac:picMkLst>
            <pc:docMk/>
            <pc:sldMk cId="3414103663" sldId="294"/>
            <ac:picMk id="7" creationId="{A1996813-64DE-49E5-BE04-F8274C803114}"/>
          </ac:picMkLst>
        </pc:picChg>
      </pc:sldChg>
      <pc:sldChg chg="addSp delSp modSp add">
        <pc:chgData name="黃國峰" userId="07d7d89e1f669cb9" providerId="LiveId" clId="{D7E13699-1C50-409E-984A-872A6EE95369}" dt="2017-11-26T13:10:07.765" v="376" actId="478"/>
        <pc:sldMkLst>
          <pc:docMk/>
          <pc:sldMk cId="1648902678" sldId="295"/>
        </pc:sldMkLst>
        <pc:spChg chg="mod">
          <ac:chgData name="黃國峰" userId="07d7d89e1f669cb9" providerId="LiveId" clId="{D7E13699-1C50-409E-984A-872A6EE95369}" dt="2017-11-26T12:24:54.280" v="309" actId="1076"/>
          <ac:spMkLst>
            <pc:docMk/>
            <pc:sldMk cId="1648902678" sldId="295"/>
            <ac:spMk id="2" creationId="{1335DF35-9966-49F5-8655-482B0BEDA734}"/>
          </ac:spMkLst>
        </pc:spChg>
        <pc:spChg chg="del">
          <ac:chgData name="黃國峰" userId="07d7d89e1f669cb9" providerId="LiveId" clId="{D7E13699-1C50-409E-984A-872A6EE95369}" dt="2017-11-26T12:24:48.662" v="307" actId="1076"/>
          <ac:spMkLst>
            <pc:docMk/>
            <pc:sldMk cId="1648902678" sldId="295"/>
            <ac:spMk id="3" creationId="{0597BA8F-FC26-49D3-ADB5-9B8373DED0DD}"/>
          </ac:spMkLst>
        </pc:spChg>
        <pc:spChg chg="add del mod">
          <ac:chgData name="黃國峰" userId="07d7d89e1f669cb9" providerId="LiveId" clId="{D7E13699-1C50-409E-984A-872A6EE95369}" dt="2017-11-26T13:10:07.765" v="376" actId="478"/>
          <ac:spMkLst>
            <pc:docMk/>
            <pc:sldMk cId="1648902678" sldId="295"/>
            <ac:spMk id="5" creationId="{BAF87A3E-4A1F-43EB-B041-388E1EE3F31E}"/>
          </ac:spMkLst>
        </pc:spChg>
        <pc:spChg chg="add mod">
          <ac:chgData name="黃國峰" userId="07d7d89e1f669cb9" providerId="LiveId" clId="{D7E13699-1C50-409E-984A-872A6EE95369}" dt="2017-11-26T12:50:09.100" v="350" actId="1076"/>
          <ac:spMkLst>
            <pc:docMk/>
            <pc:sldMk cId="1648902678" sldId="295"/>
            <ac:spMk id="7" creationId="{7728C8CA-0385-49CD-8F81-C705CEB4F512}"/>
          </ac:spMkLst>
        </pc:spChg>
        <pc:spChg chg="add mod">
          <ac:chgData name="黃國峰" userId="07d7d89e1f669cb9" providerId="LiveId" clId="{D7E13699-1C50-409E-984A-872A6EE95369}" dt="2017-11-26T12:25:53.912" v="320" actId="1076"/>
          <ac:spMkLst>
            <pc:docMk/>
            <pc:sldMk cId="1648902678" sldId="295"/>
            <ac:spMk id="8" creationId="{085D4F18-F982-44EB-A41E-69F2B763249E}"/>
          </ac:spMkLst>
        </pc:spChg>
        <pc:graphicFrameChg chg="add mod">
          <ac:chgData name="黃國峰" userId="07d7d89e1f669cb9" providerId="LiveId" clId="{D7E13699-1C50-409E-984A-872A6EE95369}" dt="2017-11-26T12:24:50.902" v="308" actId="1076"/>
          <ac:graphicFrameMkLst>
            <pc:docMk/>
            <pc:sldMk cId="1648902678" sldId="295"/>
            <ac:graphicFrameMk id="4" creationId="{48EEE4B6-4CEA-416E-88ED-6A55CBACF760}"/>
          </ac:graphicFrameMkLst>
        </pc:graphicFrameChg>
        <pc:graphicFrameChg chg="add mod modGraphic">
          <ac:chgData name="黃國峰" userId="07d7d89e1f669cb9" providerId="LiveId" clId="{D7E13699-1C50-409E-984A-872A6EE95369}" dt="2017-11-26T12:50:02.820" v="348" actId="1076"/>
          <ac:graphicFrameMkLst>
            <pc:docMk/>
            <pc:sldMk cId="1648902678" sldId="295"/>
            <ac:graphicFrameMk id="6" creationId="{205BC7E8-7A68-491F-AB0D-B3FDD9AD1A05}"/>
          </ac:graphicFrameMkLst>
        </pc:graphicFrameChg>
      </pc:sldChg>
      <pc:sldChg chg="addSp delSp modSp add">
        <pc:chgData name="黃國峰" userId="07d7d89e1f669cb9" providerId="LiveId" clId="{D7E13699-1C50-409E-984A-872A6EE95369}" dt="2017-11-26T12:51:46.874" v="357" actId="478"/>
        <pc:sldMkLst>
          <pc:docMk/>
          <pc:sldMk cId="3528316713" sldId="296"/>
        </pc:sldMkLst>
        <pc:spChg chg="mod">
          <ac:chgData name="黃國峰" userId="07d7d89e1f669cb9" providerId="LiveId" clId="{D7E13699-1C50-409E-984A-872A6EE95369}" dt="2017-11-26T12:51:26.524" v="355" actId="478"/>
          <ac:spMkLst>
            <pc:docMk/>
            <pc:sldMk cId="3528316713" sldId="296"/>
            <ac:spMk id="2" creationId="{66C73D15-0514-4DF8-86DB-9C71AC25DE41}"/>
          </ac:spMkLst>
        </pc:spChg>
        <pc:spChg chg="del mod">
          <ac:chgData name="黃國峰" userId="07d7d89e1f669cb9" providerId="LiveId" clId="{D7E13699-1C50-409E-984A-872A6EE95369}" dt="2017-11-26T12:46:21.813" v="325" actId="478"/>
          <ac:spMkLst>
            <pc:docMk/>
            <pc:sldMk cId="3528316713" sldId="296"/>
            <ac:spMk id="3" creationId="{1EBC7C2F-877C-4DE6-AF8F-0512C01AFA02}"/>
          </ac:spMkLst>
        </pc:spChg>
        <pc:spChg chg="add del mod">
          <ac:chgData name="黃國峰" userId="07d7d89e1f669cb9" providerId="LiveId" clId="{D7E13699-1C50-409E-984A-872A6EE95369}" dt="2017-11-26T12:47:06.296" v="334" actId="478"/>
          <ac:spMkLst>
            <pc:docMk/>
            <pc:sldMk cId="3528316713" sldId="296"/>
            <ac:spMk id="5" creationId="{89959A64-107E-41BB-8B1B-EE678B2AC323}"/>
          </ac:spMkLst>
        </pc:spChg>
        <pc:spChg chg="add mod">
          <ac:chgData name="黃國峰" userId="07d7d89e1f669cb9" providerId="LiveId" clId="{D7E13699-1C50-409E-984A-872A6EE95369}" dt="2017-11-26T12:51:46.874" v="357" actId="478"/>
          <ac:spMkLst>
            <pc:docMk/>
            <pc:sldMk cId="3528316713" sldId="296"/>
            <ac:spMk id="6" creationId="{BEC62E69-13C0-4DEE-9694-B901E030D50E}"/>
          </ac:spMkLst>
        </pc:spChg>
        <pc:graphicFrameChg chg="add mod modGraphic">
          <ac:chgData name="黃國峰" userId="07d7d89e1f669cb9" providerId="LiveId" clId="{D7E13699-1C50-409E-984A-872A6EE95369}" dt="2017-11-26T12:51:05.435" v="351" actId="1076"/>
          <ac:graphicFrameMkLst>
            <pc:docMk/>
            <pc:sldMk cId="3528316713" sldId="296"/>
            <ac:graphicFrameMk id="4" creationId="{C3902B0F-7029-47C7-8B98-692BD4A5C7AB}"/>
          </ac:graphicFrameMkLst>
        </pc:graphicFrameChg>
      </pc:sldChg>
      <pc:sldChg chg="modSp add">
        <pc:chgData name="黃國峰" userId="07d7d89e1f669cb9" providerId="LiveId" clId="{D7E13699-1C50-409E-984A-872A6EE95369}" dt="2017-11-26T12:57:00.975" v="369" actId="478"/>
        <pc:sldMkLst>
          <pc:docMk/>
          <pc:sldMk cId="2034910230" sldId="297"/>
        </pc:sldMkLst>
        <pc:spChg chg="mod">
          <ac:chgData name="黃國峰" userId="07d7d89e1f669cb9" providerId="LiveId" clId="{D7E13699-1C50-409E-984A-872A6EE95369}" dt="2017-11-26T12:57:00.975" v="369" actId="478"/>
          <ac:spMkLst>
            <pc:docMk/>
            <pc:sldMk cId="2034910230" sldId="297"/>
            <ac:spMk id="2" creationId="{57BCEB30-271C-461F-8D4A-934B2BBE8132}"/>
          </ac:spMkLst>
        </pc:spChg>
        <pc:spChg chg="mod">
          <ac:chgData name="黃國峰" userId="07d7d89e1f669cb9" providerId="LiveId" clId="{D7E13699-1C50-409E-984A-872A6EE95369}" dt="2017-11-26T12:56:50.027" v="368" actId="478"/>
          <ac:spMkLst>
            <pc:docMk/>
            <pc:sldMk cId="2034910230" sldId="297"/>
            <ac:spMk id="3" creationId="{42E14AD2-998F-4D36-A74B-319B88967904}"/>
          </ac:spMkLst>
        </pc:spChg>
      </pc:sldChg>
    </pc:docChg>
  </pc:docChgLst>
  <pc:docChgLst>
    <pc:chgData name="黃國峰" userId="07d7d89e1f669cb9" providerId="LiveId" clId="{9BB67EFE-CA73-4D31-92CA-DFD98D1BF03B}"/>
    <pc:docChg chg="undo custSel addSld modSld sldOrd delSection">
      <pc:chgData name="黃國峰" userId="07d7d89e1f669cb9" providerId="LiveId" clId="{9BB67EFE-CA73-4D31-92CA-DFD98D1BF03B}" dt="2017-10-16T15:11:20.554" v="1661"/>
      <pc:docMkLst>
        <pc:docMk/>
      </pc:docMkLst>
      <pc:sldChg chg="addSp modSp">
        <pc:chgData name="黃國峰" userId="07d7d89e1f669cb9" providerId="LiveId" clId="{9BB67EFE-CA73-4D31-92CA-DFD98D1BF03B}" dt="2017-10-02T14:05:46.517" v="1089" actId="1076"/>
        <pc:sldMkLst>
          <pc:docMk/>
          <pc:sldMk cId="3676774769" sldId="256"/>
        </pc:sldMkLst>
        <pc:spChg chg="mod">
          <ac:chgData name="黃國峰" userId="07d7d89e1f669cb9" providerId="LiveId" clId="{9BB67EFE-CA73-4D31-92CA-DFD98D1BF03B}" dt="2017-10-02T12:29:53.183" v="763" actId="20577"/>
          <ac:spMkLst>
            <pc:docMk/>
            <pc:sldMk cId="3676774769" sldId="256"/>
            <ac:spMk id="3" creationId="{7ABD29E4-B887-45D9-9793-DA3B272D07C3}"/>
          </ac:spMkLst>
        </pc:spChg>
        <pc:spChg chg="add mod">
          <ac:chgData name="黃國峰" userId="07d7d89e1f669cb9" providerId="LiveId" clId="{9BB67EFE-CA73-4D31-92CA-DFD98D1BF03B}" dt="2017-10-02T14:05:46.517" v="1089" actId="1076"/>
          <ac:spMkLst>
            <pc:docMk/>
            <pc:sldMk cId="3676774769" sldId="256"/>
            <ac:spMk id="4" creationId="{DBCD3618-401B-49E4-9C85-373848D9AA50}"/>
          </ac:spMkLst>
        </pc:spChg>
      </pc:sldChg>
      <pc:sldChg chg="modSp">
        <pc:chgData name="黃國峰" userId="07d7d89e1f669cb9" providerId="LiveId" clId="{9BB67EFE-CA73-4D31-92CA-DFD98D1BF03B}" dt="2017-10-16T12:24:26.791" v="1113" actId="20577"/>
        <pc:sldMkLst>
          <pc:docMk/>
          <pc:sldMk cId="4073207480" sldId="257"/>
        </pc:sldMkLst>
        <pc:spChg chg="mod">
          <ac:chgData name="黃國峰" userId="07d7d89e1f669cb9" providerId="LiveId" clId="{9BB67EFE-CA73-4D31-92CA-DFD98D1BF03B}" dt="2017-10-16T12:19:40.591" v="1097" actId="20577"/>
          <ac:spMkLst>
            <pc:docMk/>
            <pc:sldMk cId="4073207480" sldId="257"/>
            <ac:spMk id="2" creationId="{5881D169-59D5-42C4-B98C-708A2898E2D1}"/>
          </ac:spMkLst>
        </pc:spChg>
        <pc:spChg chg="mod">
          <ac:chgData name="黃國峰" userId="07d7d89e1f669cb9" providerId="LiveId" clId="{9BB67EFE-CA73-4D31-92CA-DFD98D1BF03B}" dt="2017-10-16T12:24:26.791" v="1113" actId="20577"/>
          <ac:spMkLst>
            <pc:docMk/>
            <pc:sldMk cId="4073207480" sldId="257"/>
            <ac:spMk id="3" creationId="{526056E5-2289-4D88-AAC0-00A2AA49AB58}"/>
          </ac:spMkLst>
        </pc:spChg>
      </pc:sldChg>
      <pc:sldChg chg="modSp">
        <pc:chgData name="黃國峰" userId="07d7d89e1f669cb9" providerId="LiveId" clId="{9BB67EFE-CA73-4D31-92CA-DFD98D1BF03B}" dt="2017-10-16T12:53:26.755" v="1171" actId="20577"/>
        <pc:sldMkLst>
          <pc:docMk/>
          <pc:sldMk cId="1896180967" sldId="258"/>
        </pc:sldMkLst>
        <pc:spChg chg="mod">
          <ac:chgData name="黃國峰" userId="07d7d89e1f669cb9" providerId="LiveId" clId="{9BB67EFE-CA73-4D31-92CA-DFD98D1BF03B}" dt="2017-10-16T12:19:46.127" v="1098" actId="20577"/>
          <ac:spMkLst>
            <pc:docMk/>
            <pc:sldMk cId="1896180967" sldId="258"/>
            <ac:spMk id="2" creationId="{B9B02DBC-D13E-474A-B7EE-DB0AB1A9A577}"/>
          </ac:spMkLst>
        </pc:spChg>
        <pc:spChg chg="mod">
          <ac:chgData name="黃國峰" userId="07d7d89e1f669cb9" providerId="LiveId" clId="{9BB67EFE-CA73-4D31-92CA-DFD98D1BF03B}" dt="2017-10-16T12:53:26.755" v="1171" actId="20577"/>
          <ac:spMkLst>
            <pc:docMk/>
            <pc:sldMk cId="1896180967" sldId="258"/>
            <ac:spMk id="3" creationId="{287AB693-6FF6-4C8A-9E7A-43DD5FEEBB52}"/>
          </ac:spMkLst>
        </pc:spChg>
      </pc:sldChg>
      <pc:sldChg chg="modSp add">
        <pc:chgData name="黃國峰" userId="07d7d89e1f669cb9" providerId="LiveId" clId="{9BB67EFE-CA73-4D31-92CA-DFD98D1BF03B}" dt="2017-10-16T12:20:59.415" v="1101" actId="20577"/>
        <pc:sldMkLst>
          <pc:docMk/>
          <pc:sldMk cId="22298341" sldId="259"/>
        </pc:sldMkLst>
        <pc:spChg chg="mod">
          <ac:chgData name="黃國峰" userId="07d7d89e1f669cb9" providerId="LiveId" clId="{9BB67EFE-CA73-4D31-92CA-DFD98D1BF03B}" dt="2017-10-02T05:54:56.795" v="3" actId="5793"/>
          <ac:spMkLst>
            <pc:docMk/>
            <pc:sldMk cId="22298341" sldId="259"/>
            <ac:spMk id="2" creationId="{A8EFF39F-15D1-4D51-9E51-59054DA6966D}"/>
          </ac:spMkLst>
        </pc:spChg>
        <pc:spChg chg="mod">
          <ac:chgData name="黃國峰" userId="07d7d89e1f669cb9" providerId="LiveId" clId="{9BB67EFE-CA73-4D31-92CA-DFD98D1BF03B}" dt="2017-10-16T12:20:59.415" v="1101" actId="20577"/>
          <ac:spMkLst>
            <pc:docMk/>
            <pc:sldMk cId="22298341" sldId="259"/>
            <ac:spMk id="3" creationId="{CE1ECCE3-E6FB-411B-A843-8EF14B494290}"/>
          </ac:spMkLst>
        </pc:spChg>
      </pc:sldChg>
      <pc:sldChg chg="modSp add">
        <pc:chgData name="黃國峰" userId="07d7d89e1f669cb9" providerId="LiveId" clId="{9BB67EFE-CA73-4D31-92CA-DFD98D1BF03B}" dt="2017-10-16T12:30:24.532" v="1114" actId="20577"/>
        <pc:sldMkLst>
          <pc:docMk/>
          <pc:sldMk cId="2997941550" sldId="260"/>
        </pc:sldMkLst>
        <pc:spChg chg="mod">
          <ac:chgData name="黃國峰" userId="07d7d89e1f669cb9" providerId="LiveId" clId="{9BB67EFE-CA73-4D31-92CA-DFD98D1BF03B}" dt="2017-10-02T05:59:19.222" v="7" actId="20577"/>
          <ac:spMkLst>
            <pc:docMk/>
            <pc:sldMk cId="2997941550" sldId="260"/>
            <ac:spMk id="2" creationId="{2BEA33D4-EF47-4C62-BAC7-420DAED5A995}"/>
          </ac:spMkLst>
        </pc:spChg>
        <pc:spChg chg="mod">
          <ac:chgData name="黃國峰" userId="07d7d89e1f669cb9" providerId="LiveId" clId="{9BB67EFE-CA73-4D31-92CA-DFD98D1BF03B}" dt="2017-10-16T12:30:24.532" v="1114" actId="20577"/>
          <ac:spMkLst>
            <pc:docMk/>
            <pc:sldMk cId="2997941550" sldId="260"/>
            <ac:spMk id="3" creationId="{AD613924-AE8B-4981-AF90-BAF988EC69A4}"/>
          </ac:spMkLst>
        </pc:spChg>
      </pc:sldChg>
      <pc:sldChg chg="modSp add">
        <pc:chgData name="黃國峰" userId="07d7d89e1f669cb9" providerId="LiveId" clId="{9BB67EFE-CA73-4D31-92CA-DFD98D1BF03B}" dt="2017-10-02T13:56:07.445" v="1087" actId="5793"/>
        <pc:sldMkLst>
          <pc:docMk/>
          <pc:sldMk cId="1401490890" sldId="261"/>
        </pc:sldMkLst>
        <pc:spChg chg="mod">
          <ac:chgData name="黃國峰" userId="07d7d89e1f669cb9" providerId="LiveId" clId="{9BB67EFE-CA73-4D31-92CA-DFD98D1BF03B}" dt="2017-10-02T12:30:21.064" v="764" actId="5793"/>
          <ac:spMkLst>
            <pc:docMk/>
            <pc:sldMk cId="1401490890" sldId="261"/>
            <ac:spMk id="2" creationId="{90621596-C707-423E-ADCB-0D62D5632565}"/>
          </ac:spMkLst>
        </pc:spChg>
        <pc:spChg chg="mod">
          <ac:chgData name="黃國峰" userId="07d7d89e1f669cb9" providerId="LiveId" clId="{9BB67EFE-CA73-4D31-92CA-DFD98D1BF03B}" dt="2017-10-02T13:56:07.445" v="1087" actId="5793"/>
          <ac:spMkLst>
            <pc:docMk/>
            <pc:sldMk cId="1401490890" sldId="261"/>
            <ac:spMk id="3" creationId="{AB5C78B6-C084-494F-B842-F105D8E4BC9E}"/>
          </ac:spMkLst>
        </pc:spChg>
      </pc:sldChg>
      <pc:sldChg chg="modSp add">
        <pc:chgData name="黃國峰" userId="07d7d89e1f669cb9" providerId="LiveId" clId="{9BB67EFE-CA73-4D31-92CA-DFD98D1BF03B}" dt="2017-10-02T13:47:37.745" v="1016" actId="2711"/>
        <pc:sldMkLst>
          <pc:docMk/>
          <pc:sldMk cId="2243758051" sldId="262"/>
        </pc:sldMkLst>
        <pc:spChg chg="mod">
          <ac:chgData name="黃國峰" userId="07d7d89e1f669cb9" providerId="LiveId" clId="{9BB67EFE-CA73-4D31-92CA-DFD98D1BF03B}" dt="2017-10-02T13:47:37.745" v="1016" actId="2711"/>
          <ac:spMkLst>
            <pc:docMk/>
            <pc:sldMk cId="2243758051" sldId="262"/>
            <ac:spMk id="2" creationId="{0F904736-AEF1-4A86-8389-DDA907BF5CDC}"/>
          </ac:spMkLst>
        </pc:spChg>
        <pc:spChg chg="mod">
          <ac:chgData name="黃國峰" userId="07d7d89e1f669cb9" providerId="LiveId" clId="{9BB67EFE-CA73-4D31-92CA-DFD98D1BF03B}" dt="2017-10-02T06:20:28.626" v="132" actId="20577"/>
          <ac:spMkLst>
            <pc:docMk/>
            <pc:sldMk cId="2243758051" sldId="262"/>
            <ac:spMk id="3" creationId="{9945DD39-F87E-4E98-A973-EB2B8ED359DA}"/>
          </ac:spMkLst>
        </pc:spChg>
      </pc:sldChg>
      <pc:sldChg chg="modSp add">
        <pc:chgData name="黃國峰" userId="07d7d89e1f669cb9" providerId="LiveId" clId="{9BB67EFE-CA73-4D31-92CA-DFD98D1BF03B}" dt="2017-10-16T13:03:43.939" v="1389"/>
        <pc:sldMkLst>
          <pc:docMk/>
          <pc:sldMk cId="2547787745" sldId="263"/>
        </pc:sldMkLst>
        <pc:spChg chg="mod">
          <ac:chgData name="黃國峰" userId="07d7d89e1f669cb9" providerId="LiveId" clId="{9BB67EFE-CA73-4D31-92CA-DFD98D1BF03B}" dt="2017-10-02T06:24:36.416" v="136" actId="20577"/>
          <ac:spMkLst>
            <pc:docMk/>
            <pc:sldMk cId="2547787745" sldId="263"/>
            <ac:spMk id="2" creationId="{3D3AFCEF-A267-4C4A-BA38-A2090545C1AF}"/>
          </ac:spMkLst>
        </pc:spChg>
        <pc:spChg chg="mod">
          <ac:chgData name="黃國峰" userId="07d7d89e1f669cb9" providerId="LiveId" clId="{9BB67EFE-CA73-4D31-92CA-DFD98D1BF03B}" dt="2017-10-16T13:03:43.939" v="1389"/>
          <ac:spMkLst>
            <pc:docMk/>
            <pc:sldMk cId="2547787745" sldId="263"/>
            <ac:spMk id="3" creationId="{EB4C0399-5E06-49A7-A083-C9F8245BABAE}"/>
          </ac:spMkLst>
        </pc:spChg>
      </pc:sldChg>
      <pc:sldChg chg="addSp delSp modSp add">
        <pc:chgData name="黃國峰" userId="07d7d89e1f669cb9" providerId="LiveId" clId="{9BB67EFE-CA73-4D31-92CA-DFD98D1BF03B}" dt="2017-10-16T13:05:37.262" v="1501"/>
        <pc:sldMkLst>
          <pc:docMk/>
          <pc:sldMk cId="1971315224" sldId="264"/>
        </pc:sldMkLst>
        <pc:spChg chg="mod">
          <ac:chgData name="黃國峰" userId="07d7d89e1f669cb9" providerId="LiveId" clId="{9BB67EFE-CA73-4D31-92CA-DFD98D1BF03B}" dt="2017-10-02T07:03:05.705" v="318" actId="20577"/>
          <ac:spMkLst>
            <pc:docMk/>
            <pc:sldMk cId="1971315224" sldId="264"/>
            <ac:spMk id="2" creationId="{064B6A46-DAE2-4B41-A1F5-3F530F27CC7B}"/>
          </ac:spMkLst>
        </pc:spChg>
        <pc:spChg chg="add del mod">
          <ac:chgData name="黃國峰" userId="07d7d89e1f669cb9" providerId="LiveId" clId="{9BB67EFE-CA73-4D31-92CA-DFD98D1BF03B}" dt="2017-10-16T13:05:37.262" v="1501"/>
          <ac:spMkLst>
            <pc:docMk/>
            <pc:sldMk cId="1971315224" sldId="264"/>
            <ac:spMk id="3" creationId="{C971694E-667A-4E77-A57D-60E27E35D9B0}"/>
          </ac:spMkLst>
        </pc:spChg>
        <pc:spChg chg="del mod">
          <ac:chgData name="黃國峰" userId="07d7d89e1f669cb9" providerId="LiveId" clId="{9BB67EFE-CA73-4D31-92CA-DFD98D1BF03B}" dt="2017-10-02T07:07:34.275" v="341" actId="14100"/>
          <ac:spMkLst>
            <pc:docMk/>
            <pc:sldMk cId="1971315224" sldId="264"/>
            <ac:spMk id="3" creationId="{2290E6E4-387A-4AD4-B318-6238931DC254}"/>
          </ac:spMkLst>
        </pc:spChg>
        <pc:picChg chg="add mod">
          <ac:chgData name="黃國峰" userId="07d7d89e1f669cb9" providerId="LiveId" clId="{9BB67EFE-CA73-4D31-92CA-DFD98D1BF03B}" dt="2017-10-16T13:05:06.813" v="1495" actId="14100"/>
          <ac:picMkLst>
            <pc:docMk/>
            <pc:sldMk cId="1971315224" sldId="264"/>
            <ac:picMk id="5" creationId="{6C2C63C4-58AA-43E2-9EEA-F8B970BA64D3}"/>
          </ac:picMkLst>
        </pc:picChg>
      </pc:sldChg>
      <pc:sldChg chg="addSp modSp add">
        <pc:chgData name="黃國峰" userId="07d7d89e1f669cb9" providerId="LiveId" clId="{9BB67EFE-CA73-4D31-92CA-DFD98D1BF03B}" dt="2017-10-02T07:35:10.542" v="374" actId="1076"/>
        <pc:sldMkLst>
          <pc:docMk/>
          <pc:sldMk cId="1938614595" sldId="265"/>
        </pc:sldMkLst>
        <pc:spChg chg="mod">
          <ac:chgData name="黃國峰" userId="07d7d89e1f669cb9" providerId="LiveId" clId="{9BB67EFE-CA73-4D31-92CA-DFD98D1BF03B}" dt="2017-10-02T07:28:35.338" v="348" actId="1076"/>
          <ac:spMkLst>
            <pc:docMk/>
            <pc:sldMk cId="1938614595" sldId="265"/>
            <ac:spMk id="2" creationId="{E5784780-6C8A-4125-B301-9C4D4080FF3B}"/>
          </ac:spMkLst>
        </pc:spChg>
        <pc:spChg chg="mod">
          <ac:chgData name="黃國峰" userId="07d7d89e1f669cb9" providerId="LiveId" clId="{9BB67EFE-CA73-4D31-92CA-DFD98D1BF03B}" dt="2017-10-02T07:34:25.891" v="372" actId="1076"/>
          <ac:spMkLst>
            <pc:docMk/>
            <pc:sldMk cId="1938614595" sldId="265"/>
            <ac:spMk id="3" creationId="{26F60956-81DB-483B-8F82-1142F8752647}"/>
          </ac:spMkLst>
        </pc:spChg>
        <pc:picChg chg="add mod">
          <ac:chgData name="黃國峰" userId="07d7d89e1f669cb9" providerId="LiveId" clId="{9BB67EFE-CA73-4D31-92CA-DFD98D1BF03B}" dt="2017-10-02T07:35:10.542" v="374" actId="1076"/>
          <ac:picMkLst>
            <pc:docMk/>
            <pc:sldMk cId="1938614595" sldId="265"/>
            <ac:picMk id="5" creationId="{93425157-1A90-48CE-97C4-960DF2379BB8}"/>
          </ac:picMkLst>
        </pc:picChg>
      </pc:sldChg>
      <pc:sldChg chg="addSp modSp add">
        <pc:chgData name="黃國峰" userId="07d7d89e1f669cb9" providerId="LiveId" clId="{9BB67EFE-CA73-4D31-92CA-DFD98D1BF03B}" dt="2017-10-16T13:18:39.374" v="1514" actId="14100"/>
        <pc:sldMkLst>
          <pc:docMk/>
          <pc:sldMk cId="315754645" sldId="266"/>
        </pc:sldMkLst>
        <pc:spChg chg="mod">
          <ac:chgData name="黃國峰" userId="07d7d89e1f669cb9" providerId="LiveId" clId="{9BB67EFE-CA73-4D31-92CA-DFD98D1BF03B}" dt="2017-10-02T08:07:53.174" v="376" actId="14100"/>
          <ac:spMkLst>
            <pc:docMk/>
            <pc:sldMk cId="315754645" sldId="266"/>
            <ac:spMk id="2" creationId="{D8B931B0-6E26-43DD-8629-C2F28202BF42}"/>
          </ac:spMkLst>
        </pc:spChg>
        <pc:spChg chg="mod">
          <ac:chgData name="黃國峰" userId="07d7d89e1f669cb9" providerId="LiveId" clId="{9BB67EFE-CA73-4D31-92CA-DFD98D1BF03B}" dt="2017-10-02T08:35:02.100" v="542" actId="14100"/>
          <ac:spMkLst>
            <pc:docMk/>
            <pc:sldMk cId="315754645" sldId="266"/>
            <ac:spMk id="3" creationId="{D5B1EB34-784F-4A1E-9B1A-17C274506342}"/>
          </ac:spMkLst>
        </pc:spChg>
        <pc:picChg chg="add mod">
          <ac:chgData name="黃國峰" userId="07d7d89e1f669cb9" providerId="LiveId" clId="{9BB67EFE-CA73-4D31-92CA-DFD98D1BF03B}" dt="2017-10-16T13:18:39.374" v="1514" actId="14100"/>
          <ac:picMkLst>
            <pc:docMk/>
            <pc:sldMk cId="315754645" sldId="266"/>
            <ac:picMk id="5" creationId="{E3645C1B-0B7B-46BA-8D0E-A1663702B187}"/>
          </ac:picMkLst>
        </pc:picChg>
      </pc:sldChg>
      <pc:sldChg chg="modSp add">
        <pc:chgData name="黃國峰" userId="07d7d89e1f669cb9" providerId="LiveId" clId="{9BB67EFE-CA73-4D31-92CA-DFD98D1BF03B}" dt="2017-10-02T12:26:25.105" v="749" actId="20577"/>
        <pc:sldMkLst>
          <pc:docMk/>
          <pc:sldMk cId="2259238797" sldId="267"/>
        </pc:sldMkLst>
        <pc:spChg chg="mod">
          <ac:chgData name="黃國峰" userId="07d7d89e1f669cb9" providerId="LiveId" clId="{9BB67EFE-CA73-4D31-92CA-DFD98D1BF03B}" dt="2017-10-02T12:26:25.105" v="749" actId="20577"/>
          <ac:spMkLst>
            <pc:docMk/>
            <pc:sldMk cId="2259238797" sldId="267"/>
            <ac:spMk id="2" creationId="{2A88E4F3-4C3C-4397-9902-146F5386996D}"/>
          </ac:spMkLst>
        </pc:spChg>
        <pc:spChg chg="mod">
          <ac:chgData name="黃國峰" userId="07d7d89e1f669cb9" providerId="LiveId" clId="{9BB67EFE-CA73-4D31-92CA-DFD98D1BF03B}" dt="2017-10-02T08:31:57.475" v="531" actId="20577"/>
          <ac:spMkLst>
            <pc:docMk/>
            <pc:sldMk cId="2259238797" sldId="267"/>
            <ac:spMk id="3" creationId="{7A4758CB-7014-495A-B6AB-66B035EC297A}"/>
          </ac:spMkLst>
        </pc:spChg>
      </pc:sldChg>
      <pc:sldChg chg="addSp delSp modSp add">
        <pc:chgData name="黃國峰" userId="07d7d89e1f669cb9" providerId="LiveId" clId="{9BB67EFE-CA73-4D31-92CA-DFD98D1BF03B}" dt="2017-10-16T13:37:51.092" v="1543" actId="14100"/>
        <pc:sldMkLst>
          <pc:docMk/>
          <pc:sldMk cId="1998377602" sldId="268"/>
        </pc:sldMkLst>
        <pc:spChg chg="mod">
          <ac:chgData name="黃國峰" userId="07d7d89e1f669cb9" providerId="LiveId" clId="{9BB67EFE-CA73-4D31-92CA-DFD98D1BF03B}" dt="2017-10-16T13:34:53.698" v="1516" actId="1076"/>
          <ac:spMkLst>
            <pc:docMk/>
            <pc:sldMk cId="1998377602" sldId="268"/>
            <ac:spMk id="2" creationId="{C6CBF0BC-6257-4B32-A1A1-05BED85D8A4F}"/>
          </ac:spMkLst>
        </pc:spChg>
        <pc:spChg chg="del">
          <ac:chgData name="黃國峰" userId="07d7d89e1f669cb9" providerId="LiveId" clId="{9BB67EFE-CA73-4D31-92CA-DFD98D1BF03B}" dt="2017-10-02T09:14:28.174" v="559" actId="1076"/>
          <ac:spMkLst>
            <pc:docMk/>
            <pc:sldMk cId="1998377602" sldId="268"/>
            <ac:spMk id="3" creationId="{3AD1287E-3331-4CB6-B468-DA7D39853FCA}"/>
          </ac:spMkLst>
        </pc:spChg>
        <pc:spChg chg="add del mod">
          <ac:chgData name="黃國峰" userId="07d7d89e1f669cb9" providerId="LiveId" clId="{9BB67EFE-CA73-4D31-92CA-DFD98D1BF03B}" dt="2017-10-02T09:19:25.734" v="566" actId="1076"/>
          <ac:spMkLst>
            <pc:docMk/>
            <pc:sldMk cId="1998377602" sldId="268"/>
            <ac:spMk id="6" creationId="{609E9CA6-A8C9-4FB0-9670-9E38469AC9FC}"/>
          </ac:spMkLst>
        </pc:spChg>
        <pc:picChg chg="add mod">
          <ac:chgData name="黃國峰" userId="07d7d89e1f669cb9" providerId="LiveId" clId="{9BB67EFE-CA73-4D31-92CA-DFD98D1BF03B}" dt="2017-10-16T13:37:51.092" v="1543" actId="14100"/>
          <ac:picMkLst>
            <pc:docMk/>
            <pc:sldMk cId="1998377602" sldId="268"/>
            <ac:picMk id="5" creationId="{B741F3AA-8BE5-4D9F-A8C3-BF8566DB44C7}"/>
          </ac:picMkLst>
        </pc:picChg>
      </pc:sldChg>
      <pc:sldChg chg="modSp add">
        <pc:chgData name="黃國峰" userId="07d7d89e1f669cb9" providerId="LiveId" clId="{9BB67EFE-CA73-4D31-92CA-DFD98D1BF03B}" dt="2017-10-02T10:53:17.493" v="610" actId="1076"/>
        <pc:sldMkLst>
          <pc:docMk/>
          <pc:sldMk cId="170053497" sldId="269"/>
        </pc:sldMkLst>
        <pc:spChg chg="mod">
          <ac:chgData name="黃國峰" userId="07d7d89e1f669cb9" providerId="LiveId" clId="{9BB67EFE-CA73-4D31-92CA-DFD98D1BF03B}" dt="2017-10-02T10:47:33.599" v="573" actId="1076"/>
          <ac:spMkLst>
            <pc:docMk/>
            <pc:sldMk cId="170053497" sldId="269"/>
            <ac:spMk id="2" creationId="{A610FBE6-EA86-4F26-91FE-A562F2B97292}"/>
          </ac:spMkLst>
        </pc:spChg>
        <pc:spChg chg="mod">
          <ac:chgData name="黃國峰" userId="07d7d89e1f669cb9" providerId="LiveId" clId="{9BB67EFE-CA73-4D31-92CA-DFD98D1BF03B}" dt="2017-10-02T10:53:17.493" v="610" actId="1076"/>
          <ac:spMkLst>
            <pc:docMk/>
            <pc:sldMk cId="170053497" sldId="269"/>
            <ac:spMk id="3" creationId="{1BD8EF85-B610-43D5-8FC6-31DC7731A9C5}"/>
          </ac:spMkLst>
        </pc:spChg>
      </pc:sldChg>
      <pc:sldChg chg="modSp add">
        <pc:chgData name="黃國峰" userId="07d7d89e1f669cb9" providerId="LiveId" clId="{9BB67EFE-CA73-4D31-92CA-DFD98D1BF03B}" dt="2017-10-02T12:13:42.236" v="621" actId="1076"/>
        <pc:sldMkLst>
          <pc:docMk/>
          <pc:sldMk cId="3667876608" sldId="270"/>
        </pc:sldMkLst>
        <pc:spChg chg="mod">
          <ac:chgData name="黃國峰" userId="07d7d89e1f669cb9" providerId="LiveId" clId="{9BB67EFE-CA73-4D31-92CA-DFD98D1BF03B}" dt="2017-10-02T12:12:43.322" v="618" actId="1076"/>
          <ac:spMkLst>
            <pc:docMk/>
            <pc:sldMk cId="3667876608" sldId="270"/>
            <ac:spMk id="2" creationId="{CF0DB4C6-1C34-472E-A29D-238066AC3665}"/>
          </ac:spMkLst>
        </pc:spChg>
        <pc:spChg chg="mod">
          <ac:chgData name="黃國峰" userId="07d7d89e1f669cb9" providerId="LiveId" clId="{9BB67EFE-CA73-4D31-92CA-DFD98D1BF03B}" dt="2017-10-02T12:13:42.236" v="621" actId="1076"/>
          <ac:spMkLst>
            <pc:docMk/>
            <pc:sldMk cId="3667876608" sldId="270"/>
            <ac:spMk id="3" creationId="{67359AB8-11F9-41B8-B01C-4BB1E7DC47F6}"/>
          </ac:spMkLst>
        </pc:spChg>
      </pc:sldChg>
      <pc:sldChg chg="addSp delSp modSp add">
        <pc:chgData name="黃國峰" userId="07d7d89e1f669cb9" providerId="LiveId" clId="{9BB67EFE-CA73-4D31-92CA-DFD98D1BF03B}" dt="2017-10-02T12:18:26.832" v="685" actId="1076"/>
        <pc:sldMkLst>
          <pc:docMk/>
          <pc:sldMk cId="4137153657" sldId="271"/>
        </pc:sldMkLst>
        <pc:spChg chg="mod">
          <ac:chgData name="黃國峰" userId="07d7d89e1f669cb9" providerId="LiveId" clId="{9BB67EFE-CA73-4D31-92CA-DFD98D1BF03B}" dt="2017-10-02T12:18:26.832" v="685" actId="1076"/>
          <ac:spMkLst>
            <pc:docMk/>
            <pc:sldMk cId="4137153657" sldId="271"/>
            <ac:spMk id="2" creationId="{ECB1D076-DC83-4435-BC5F-98E59D72CD9F}"/>
          </ac:spMkLst>
        </pc:spChg>
        <pc:spChg chg="mod">
          <ac:chgData name="黃國峰" userId="07d7d89e1f669cb9" providerId="LiveId" clId="{9BB67EFE-CA73-4D31-92CA-DFD98D1BF03B}" dt="2017-10-02T12:17:59.989" v="683" actId="1076"/>
          <ac:spMkLst>
            <pc:docMk/>
            <pc:sldMk cId="4137153657" sldId="271"/>
            <ac:spMk id="3" creationId="{91CBA27C-039F-47A2-9788-E86C40AED012}"/>
          </ac:spMkLst>
        </pc:spChg>
        <pc:spChg chg="add del">
          <ac:chgData name="黃國峰" userId="07d7d89e1f669cb9" providerId="LiveId" clId="{9BB67EFE-CA73-4D31-92CA-DFD98D1BF03B}" dt="2017-10-02T12:14:11.731" v="624" actId="1076"/>
          <ac:spMkLst>
            <pc:docMk/>
            <pc:sldMk cId="4137153657" sldId="271"/>
            <ac:spMk id="4" creationId="{C981B395-672F-471E-9E62-28C4E5C3D6BE}"/>
          </ac:spMkLst>
        </pc:spChg>
      </pc:sldChg>
      <pc:sldChg chg="addSp delSp modSp add">
        <pc:chgData name="黃國峰" userId="07d7d89e1f669cb9" providerId="LiveId" clId="{9BB67EFE-CA73-4D31-92CA-DFD98D1BF03B}" dt="2017-10-02T12:26:04.449" v="736" actId="1076"/>
        <pc:sldMkLst>
          <pc:docMk/>
          <pc:sldMk cId="1208132328" sldId="272"/>
        </pc:sldMkLst>
        <pc:spChg chg="mod">
          <ac:chgData name="黃國峰" userId="07d7d89e1f669cb9" providerId="LiveId" clId="{9BB67EFE-CA73-4D31-92CA-DFD98D1BF03B}" dt="2017-10-02T12:26:04.449" v="736" actId="1076"/>
          <ac:spMkLst>
            <pc:docMk/>
            <pc:sldMk cId="1208132328" sldId="272"/>
            <ac:spMk id="2" creationId="{9A8E713B-C7C3-4A78-9FCB-FAC0D5C6D78C}"/>
          </ac:spMkLst>
        </pc:spChg>
        <pc:spChg chg="mod">
          <ac:chgData name="黃國峰" userId="07d7d89e1f669cb9" providerId="LiveId" clId="{9BB67EFE-CA73-4D31-92CA-DFD98D1BF03B}" dt="2017-10-02T12:20:03.668" v="688" actId="20577"/>
          <ac:spMkLst>
            <pc:docMk/>
            <pc:sldMk cId="1208132328" sldId="272"/>
            <ac:spMk id="3" creationId="{5D82FEC7-973A-4974-831C-CF767AA5C133}"/>
          </ac:spMkLst>
        </pc:spChg>
        <pc:spChg chg="add del mod">
          <ac:chgData name="黃國峰" userId="07d7d89e1f669cb9" providerId="LiveId" clId="{9BB67EFE-CA73-4D31-92CA-DFD98D1BF03B}" dt="2017-10-02T12:24:25.096" v="734" actId="478"/>
          <ac:spMkLst>
            <pc:docMk/>
            <pc:sldMk cId="1208132328" sldId="272"/>
            <ac:spMk id="10" creationId="{464E693F-465B-46CE-BC19-C61F1BEE23B6}"/>
          </ac:spMkLst>
        </pc:spChg>
        <pc:spChg chg="add mod">
          <ac:chgData name="黃國峰" userId="07d7d89e1f669cb9" providerId="LiveId" clId="{9BB67EFE-CA73-4D31-92CA-DFD98D1BF03B}" dt="2017-10-02T12:24:29.413" v="735" actId="1076"/>
          <ac:spMkLst>
            <pc:docMk/>
            <pc:sldMk cId="1208132328" sldId="272"/>
            <ac:spMk id="11" creationId="{399D7C27-64E5-48D1-8C85-0400136F18B3}"/>
          </ac:spMkLst>
        </pc:spChg>
        <pc:picChg chg="add del mod">
          <ac:chgData name="黃國峰" userId="07d7d89e1f669cb9" providerId="LiveId" clId="{9BB67EFE-CA73-4D31-92CA-DFD98D1BF03B}" dt="2017-10-02T12:20:34.425" v="691" actId="478"/>
          <ac:picMkLst>
            <pc:docMk/>
            <pc:sldMk cId="1208132328" sldId="272"/>
            <ac:picMk id="5" creationId="{0AD74904-E666-4469-9572-739A4FF03055}"/>
          </ac:picMkLst>
        </pc:picChg>
        <pc:picChg chg="add mod">
          <ac:chgData name="黃國峰" userId="07d7d89e1f669cb9" providerId="LiveId" clId="{9BB67EFE-CA73-4D31-92CA-DFD98D1BF03B}" dt="2017-10-02T12:23:08.015" v="693" actId="1076"/>
          <ac:picMkLst>
            <pc:docMk/>
            <pc:sldMk cId="1208132328" sldId="272"/>
            <ac:picMk id="7" creationId="{1F656205-84AB-4F2A-BDAA-A51135F0CE93}"/>
          </ac:picMkLst>
        </pc:picChg>
        <pc:picChg chg="add mod">
          <ac:chgData name="黃國峰" userId="07d7d89e1f669cb9" providerId="LiveId" clId="{9BB67EFE-CA73-4D31-92CA-DFD98D1BF03B}" dt="2017-10-02T12:23:21.030" v="696" actId="1076"/>
          <ac:picMkLst>
            <pc:docMk/>
            <pc:sldMk cId="1208132328" sldId="272"/>
            <ac:picMk id="9" creationId="{0DDED78A-1D78-4991-AB23-C757D03AF31F}"/>
          </ac:picMkLst>
        </pc:picChg>
      </pc:sldChg>
      <pc:sldChg chg="modSp add">
        <pc:chgData name="黃國峰" userId="07d7d89e1f669cb9" providerId="LiveId" clId="{9BB67EFE-CA73-4D31-92CA-DFD98D1BF03B}" dt="2017-10-16T15:11:20.554" v="1661"/>
        <pc:sldMkLst>
          <pc:docMk/>
          <pc:sldMk cId="1489413629" sldId="273"/>
        </pc:sldMkLst>
        <pc:spChg chg="mod">
          <ac:chgData name="黃國峰" userId="07d7d89e1f669cb9" providerId="LiveId" clId="{9BB67EFE-CA73-4D31-92CA-DFD98D1BF03B}" dt="2017-10-02T12:34:08.222" v="767" actId="1076"/>
          <ac:spMkLst>
            <pc:docMk/>
            <pc:sldMk cId="1489413629" sldId="273"/>
            <ac:spMk id="2" creationId="{C435A8B7-945D-4B8E-9566-E331F5431157}"/>
          </ac:spMkLst>
        </pc:spChg>
        <pc:spChg chg="mod">
          <ac:chgData name="黃國峰" userId="07d7d89e1f669cb9" providerId="LiveId" clId="{9BB67EFE-CA73-4D31-92CA-DFD98D1BF03B}" dt="2017-10-16T15:11:20.554" v="1661"/>
          <ac:spMkLst>
            <pc:docMk/>
            <pc:sldMk cId="1489413629" sldId="273"/>
            <ac:spMk id="3" creationId="{37EFE64B-3F5F-485C-9B05-BD00913231CB}"/>
          </ac:spMkLst>
        </pc:spChg>
      </pc:sldChg>
      <pc:sldChg chg="modSp add">
        <pc:chgData name="黃國峰" userId="07d7d89e1f669cb9" providerId="LiveId" clId="{9BB67EFE-CA73-4D31-92CA-DFD98D1BF03B}" dt="2017-10-16T15:04:14.808" v="1654"/>
        <pc:sldMkLst>
          <pc:docMk/>
          <pc:sldMk cId="2753417789" sldId="274"/>
        </pc:sldMkLst>
        <pc:spChg chg="mod">
          <ac:chgData name="黃國峰" userId="07d7d89e1f669cb9" providerId="LiveId" clId="{9BB67EFE-CA73-4D31-92CA-DFD98D1BF03B}" dt="2017-10-02T13:10:08.678" v="956" actId="1076"/>
          <ac:spMkLst>
            <pc:docMk/>
            <pc:sldMk cId="2753417789" sldId="274"/>
            <ac:spMk id="2" creationId="{4C2D607F-DBDD-486B-8976-25428580E84F}"/>
          </ac:spMkLst>
        </pc:spChg>
        <pc:spChg chg="mod">
          <ac:chgData name="黃國峰" userId="07d7d89e1f669cb9" providerId="LiveId" clId="{9BB67EFE-CA73-4D31-92CA-DFD98D1BF03B}" dt="2017-10-16T15:04:14.808" v="1654"/>
          <ac:spMkLst>
            <pc:docMk/>
            <pc:sldMk cId="2753417789" sldId="274"/>
            <ac:spMk id="3" creationId="{04BB419F-6B3B-4275-834C-B8A34DEBAE1A}"/>
          </ac:spMkLst>
        </pc:spChg>
      </pc:sldChg>
      <pc:sldChg chg="modSp add ord">
        <pc:chgData name="黃國峰" userId="07d7d89e1f669cb9" providerId="LiveId" clId="{9BB67EFE-CA73-4D31-92CA-DFD98D1BF03B}" dt="2017-10-02T13:15:15.618" v="960" actId="1076"/>
        <pc:sldMkLst>
          <pc:docMk/>
          <pc:sldMk cId="3974577190" sldId="275"/>
        </pc:sldMkLst>
        <pc:spChg chg="mod">
          <ac:chgData name="黃國峰" userId="07d7d89e1f669cb9" providerId="LiveId" clId="{9BB67EFE-CA73-4D31-92CA-DFD98D1BF03B}" dt="2017-10-02T13:08:44.614" v="951" actId="1076"/>
          <ac:spMkLst>
            <pc:docMk/>
            <pc:sldMk cId="3974577190" sldId="275"/>
            <ac:spMk id="2" creationId="{617BEF17-286F-4D09-A404-4C310C49CC95}"/>
          </ac:spMkLst>
        </pc:spChg>
        <pc:spChg chg="mod">
          <ac:chgData name="黃國峰" userId="07d7d89e1f669cb9" providerId="LiveId" clId="{9BB67EFE-CA73-4D31-92CA-DFD98D1BF03B}" dt="2017-10-02T13:08:57.552" v="955" actId="20577"/>
          <ac:spMkLst>
            <pc:docMk/>
            <pc:sldMk cId="3974577190" sldId="275"/>
            <ac:spMk id="3" creationId="{EB8918B9-F8F3-4C0D-B60B-C6D1611F5FEF}"/>
          </ac:spMkLst>
        </pc:spChg>
      </pc:sldChg>
      <pc:sldChg chg="modSp add">
        <pc:chgData name="黃國峰" userId="07d7d89e1f669cb9" providerId="LiveId" clId="{9BB67EFE-CA73-4D31-92CA-DFD98D1BF03B}" dt="2017-10-02T13:22:19.510" v="1004" actId="20577"/>
        <pc:sldMkLst>
          <pc:docMk/>
          <pc:sldMk cId="2726883200" sldId="276"/>
        </pc:sldMkLst>
        <pc:spChg chg="mod">
          <ac:chgData name="黃國峰" userId="07d7d89e1f669cb9" providerId="LiveId" clId="{9BB67EFE-CA73-4D31-92CA-DFD98D1BF03B}" dt="2017-10-02T13:21:58.248" v="997" actId="20577"/>
          <ac:spMkLst>
            <pc:docMk/>
            <pc:sldMk cId="2726883200" sldId="276"/>
            <ac:spMk id="2" creationId="{A81FADCC-098F-42B3-A516-7A8E8C1A4646}"/>
          </ac:spMkLst>
        </pc:spChg>
        <pc:spChg chg="mod">
          <ac:chgData name="黃國峰" userId="07d7d89e1f669cb9" providerId="LiveId" clId="{9BB67EFE-CA73-4D31-92CA-DFD98D1BF03B}" dt="2017-10-02T13:22:19.510" v="1004" actId="20577"/>
          <ac:spMkLst>
            <pc:docMk/>
            <pc:sldMk cId="2726883200" sldId="276"/>
            <ac:spMk id="3" creationId="{7DB8E5E2-9D37-4095-8A46-00A68D1D282E}"/>
          </ac:spMkLst>
        </pc:spChg>
      </pc:sldChg>
      <pc:sldChg chg="modSp add">
        <pc:chgData name="黃國峰" userId="07d7d89e1f669cb9" providerId="LiveId" clId="{9BB67EFE-CA73-4D31-92CA-DFD98D1BF03B}" dt="2017-10-16T13:10:50.176" v="1513"/>
        <pc:sldMkLst>
          <pc:docMk/>
          <pc:sldMk cId="3997136249" sldId="277"/>
        </pc:sldMkLst>
        <pc:spChg chg="mod">
          <ac:chgData name="黃國峰" userId="07d7d89e1f669cb9" providerId="LiveId" clId="{9BB67EFE-CA73-4D31-92CA-DFD98D1BF03B}" dt="2017-10-16T12:57:31.827" v="1174"/>
          <ac:spMkLst>
            <pc:docMk/>
            <pc:sldMk cId="3997136249" sldId="277"/>
            <ac:spMk id="2" creationId="{F5FDBC92-4780-43C6-926D-2A51387704DA}"/>
          </ac:spMkLst>
        </pc:spChg>
        <pc:spChg chg="mod">
          <ac:chgData name="黃國峰" userId="07d7d89e1f669cb9" providerId="LiveId" clId="{9BB67EFE-CA73-4D31-92CA-DFD98D1BF03B}" dt="2017-10-16T13:10:50.176" v="1513"/>
          <ac:spMkLst>
            <pc:docMk/>
            <pc:sldMk cId="3997136249" sldId="277"/>
            <ac:spMk id="3" creationId="{E15762F3-D140-4F2D-8F72-B6983BBDDCE0}"/>
          </ac:spMkLst>
        </pc:spChg>
      </pc:sldChg>
      <pc:sldChg chg="modSp add">
        <pc:chgData name="黃國峰" userId="07d7d89e1f669cb9" providerId="LiveId" clId="{9BB67EFE-CA73-4D31-92CA-DFD98D1BF03B}" dt="2017-10-16T13:40:41.709" v="1644"/>
        <pc:sldMkLst>
          <pc:docMk/>
          <pc:sldMk cId="1729265626" sldId="278"/>
        </pc:sldMkLst>
        <pc:spChg chg="mod">
          <ac:chgData name="黃國峰" userId="07d7d89e1f669cb9" providerId="LiveId" clId="{9BB67EFE-CA73-4D31-92CA-DFD98D1BF03B}" dt="2017-10-16T13:36:57.217" v="1518"/>
          <ac:spMkLst>
            <pc:docMk/>
            <pc:sldMk cId="1729265626" sldId="278"/>
            <ac:spMk id="2" creationId="{E15FDEFD-0B13-4256-B056-098B55F043BA}"/>
          </ac:spMkLst>
        </pc:spChg>
        <pc:spChg chg="mod">
          <ac:chgData name="黃國峰" userId="07d7d89e1f669cb9" providerId="LiveId" clId="{9BB67EFE-CA73-4D31-92CA-DFD98D1BF03B}" dt="2017-10-16T13:40:41.709" v="1644"/>
          <ac:spMkLst>
            <pc:docMk/>
            <pc:sldMk cId="1729265626" sldId="278"/>
            <ac:spMk id="3" creationId="{E1684625-8B9F-4E54-8F6F-3843B7868D6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2017/12/26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755175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2017/12/26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971012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2DF12AB2-5A3A-4BEC-B8CF-6ED0EDD219CF}" type="datetimeFigureOut">
              <a:rPr lang="zh-TW" altLang="en-US" smtClean="0"/>
              <a:t>2017/12/26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4176447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2DF12AB2-5A3A-4BEC-B8CF-6ED0EDD219CF}" type="datetimeFigureOut">
              <a:rPr lang="zh-TW" altLang="en-US" smtClean="0"/>
              <a:t>2017/12/26</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860766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2DF12AB2-5A3A-4BEC-B8CF-6ED0EDD219CF}" type="datetimeFigureOut">
              <a:rPr lang="zh-TW" altLang="en-US" smtClean="0"/>
              <a:t>2017/12/26</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3166640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2DF12AB2-5A3A-4BEC-B8CF-6ED0EDD219CF}" type="datetimeFigureOut">
              <a:rPr lang="zh-TW" altLang="en-US" smtClean="0"/>
              <a:t>2017/12/26</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127738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F12AB2-5A3A-4BEC-B8CF-6ED0EDD219CF}" type="datetimeFigureOut">
              <a:rPr lang="zh-TW" altLang="en-US" smtClean="0"/>
              <a:t>2017/12/26</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586120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DF12AB2-5A3A-4BEC-B8CF-6ED0EDD219CF}" type="datetimeFigureOut">
              <a:rPr lang="zh-TW" altLang="en-US" smtClean="0"/>
              <a:t>2017/12/26</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2343027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DF12AB2-5A3A-4BEC-B8CF-6ED0EDD219CF}" type="datetimeFigureOut">
              <a:rPr lang="zh-TW" altLang="en-US" smtClean="0"/>
              <a:t>2017/12/26</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531004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2017/12/26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1127814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2017/12/26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3507516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F12AB2-5A3A-4BEC-B8CF-6ED0EDD219CF}" type="datetimeFigureOut">
              <a:rPr lang="zh-TW" altLang="en-US" smtClean="0"/>
              <a:t>2017/12/26</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3719006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5822F15-00D1-4FDE-A019-FC933C4E2549}"/>
              </a:ext>
            </a:extLst>
          </p:cNvPr>
          <p:cNvSpPr>
            <a:spLocks noGrp="1"/>
          </p:cNvSpPr>
          <p:nvPr>
            <p:ph type="ctrTitle"/>
          </p:nvPr>
        </p:nvSpPr>
        <p:spPr>
          <a:xfrm>
            <a:off x="0" y="1122363"/>
            <a:ext cx="9144000" cy="2387600"/>
          </a:xfrm>
        </p:spPr>
        <p:txBody>
          <a:bodyPr>
            <a:normAutofit/>
          </a:bodyPr>
          <a:lstStyle/>
          <a:p>
            <a:r>
              <a:rPr lang="en-US" altLang="zh-TW" sz="4800" dirty="0"/>
              <a:t>Attribute-Based Classification for Zero-Shot Visual Object Categorization</a:t>
            </a:r>
            <a:endParaRPr lang="zh-TW" altLang="en-US" sz="4800" dirty="0"/>
          </a:p>
        </p:txBody>
      </p:sp>
      <p:sp>
        <p:nvSpPr>
          <p:cNvPr id="3" name="副標題 2">
            <a:extLst>
              <a:ext uri="{FF2B5EF4-FFF2-40B4-BE49-F238E27FC236}">
                <a16:creationId xmlns:a16="http://schemas.microsoft.com/office/drawing/2014/main" xmlns="" id="{7ABD29E4-B887-45D9-9793-DA3B272D07C3}"/>
              </a:ext>
            </a:extLst>
          </p:cNvPr>
          <p:cNvSpPr>
            <a:spLocks noGrp="1"/>
          </p:cNvSpPr>
          <p:nvPr>
            <p:ph type="subTitle" idx="1"/>
          </p:nvPr>
        </p:nvSpPr>
        <p:spPr>
          <a:xfrm>
            <a:off x="304800" y="3602038"/>
            <a:ext cx="8582259" cy="1655762"/>
          </a:xfrm>
        </p:spPr>
        <p:txBody>
          <a:bodyPr>
            <a:normAutofit lnSpcReduction="10000"/>
          </a:bodyPr>
          <a:lstStyle/>
          <a:p>
            <a:endParaRPr lang="en-US" altLang="zh-TW" dirty="0"/>
          </a:p>
          <a:p>
            <a:r>
              <a:rPr lang="en-US" altLang="zh-TW" dirty="0"/>
              <a:t>Christoph H. Lampert, Hannes </a:t>
            </a:r>
            <a:r>
              <a:rPr lang="en-US" altLang="zh-TW" dirty="0" err="1"/>
              <a:t>Nickisch</a:t>
            </a:r>
            <a:r>
              <a:rPr lang="en-US" altLang="zh-TW" dirty="0"/>
              <a:t> and Stefan </a:t>
            </a:r>
            <a:r>
              <a:rPr lang="en-US" altLang="zh-TW" dirty="0" err="1"/>
              <a:t>Harmeling</a:t>
            </a:r>
            <a:r>
              <a:rPr lang="en-US" altLang="zh-TW" dirty="0"/>
              <a:t> </a:t>
            </a:r>
          </a:p>
          <a:p>
            <a:r>
              <a:rPr lang="en-US" altLang="zh-TW" dirty="0"/>
              <a:t>IEEE Transactions on Pattern Analysis and Machine Intelligence,</a:t>
            </a:r>
            <a:r>
              <a:rPr lang="zh-TW" altLang="en-US" dirty="0"/>
              <a:t> </a:t>
            </a:r>
            <a:r>
              <a:rPr lang="en-US" altLang="zh-TW"/>
              <a:t>Volume: 36, pp 453 - 465</a:t>
            </a:r>
            <a:r>
              <a:rPr lang="en-US" altLang="zh-TW" smtClean="0"/>
              <a:t>,</a:t>
            </a:r>
            <a:r>
              <a:rPr lang="en-US" altLang="zh-TW"/>
              <a:t> </a:t>
            </a:r>
            <a:r>
              <a:rPr lang="en-US" altLang="zh-TW" smtClean="0"/>
              <a:t>July</a:t>
            </a:r>
            <a:r>
              <a:rPr lang="en-US" altLang="zh-TW" smtClean="0"/>
              <a:t> </a:t>
            </a:r>
            <a:r>
              <a:rPr lang="en-US" altLang="zh-TW"/>
              <a:t>2014</a:t>
            </a:r>
          </a:p>
        </p:txBody>
      </p:sp>
      <p:sp>
        <p:nvSpPr>
          <p:cNvPr id="4" name="文字方塊 3">
            <a:extLst>
              <a:ext uri="{FF2B5EF4-FFF2-40B4-BE49-F238E27FC236}">
                <a16:creationId xmlns:a16="http://schemas.microsoft.com/office/drawing/2014/main" xmlns="" id="{DBCD3618-401B-49E4-9C85-373848D9AA50}"/>
              </a:ext>
            </a:extLst>
          </p:cNvPr>
          <p:cNvSpPr txBox="1"/>
          <p:nvPr/>
        </p:nvSpPr>
        <p:spPr>
          <a:xfrm>
            <a:off x="6039556" y="5710237"/>
            <a:ext cx="2847503" cy="1100301"/>
          </a:xfrm>
          <a:prstGeom prst="rect">
            <a:avLst/>
          </a:prstGeom>
          <a:noFill/>
        </p:spPr>
        <p:txBody>
          <a:bodyPr wrap="square" rtlCol="0">
            <a:spAutoFit/>
          </a:bodyPr>
          <a:lstStyle/>
          <a:p>
            <a:r>
              <a:rPr lang="en-US" altLang="zh-TW"/>
              <a:t>Presenter: Kuo-Feng Huang</a:t>
            </a:r>
          </a:p>
          <a:p>
            <a:r>
              <a:rPr lang="en-US" altLang="zh-TW"/>
              <a:t>Date:</a:t>
            </a:r>
            <a:r>
              <a:rPr lang="zh-TW" altLang="en-US"/>
              <a:t> </a:t>
            </a:r>
            <a:r>
              <a:rPr lang="en-US" altLang="zh-TW"/>
              <a:t>2017/12/26</a:t>
            </a:r>
          </a:p>
          <a:p>
            <a:endParaRPr lang="en-US" altLang="zh-TW" sz="1600"/>
          </a:p>
          <a:p>
            <a:endParaRPr lang="en-US" altLang="zh-TW" sz="1350"/>
          </a:p>
        </p:txBody>
      </p:sp>
    </p:spTree>
    <p:extLst>
      <p:ext uri="{BB962C8B-B14F-4D97-AF65-F5344CB8AC3E}">
        <p14:creationId xmlns:p14="http://schemas.microsoft.com/office/powerpoint/2010/main" val="367677476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A81FADCC-098F-42B3-A516-7A8E8C1A4646}"/>
              </a:ext>
            </a:extLst>
          </p:cNvPr>
          <p:cNvSpPr>
            <a:spLocks noGrp="1"/>
          </p:cNvSpPr>
          <p:nvPr>
            <p:ph type="title"/>
          </p:nvPr>
        </p:nvSpPr>
        <p:spPr/>
        <p:txBody>
          <a:bodyPr/>
          <a:lstStyle/>
          <a:p>
            <a:r>
              <a:rPr lang="en-US" altLang="zh-TW"/>
              <a:t>Abstract (1/2)</a:t>
            </a:r>
            <a:endParaRPr lang="zh-TW" altLang="en-US"/>
          </a:p>
        </p:txBody>
      </p:sp>
      <p:sp>
        <p:nvSpPr>
          <p:cNvPr id="3" name="內容版面配置區 2">
            <a:extLst>
              <a:ext uri="{FF2B5EF4-FFF2-40B4-BE49-F238E27FC236}">
                <a16:creationId xmlns:a16="http://schemas.microsoft.com/office/drawing/2014/main" xmlns="" id="{7DB8E5E2-9D37-4095-8A46-00A68D1D282E}"/>
              </a:ext>
            </a:extLst>
          </p:cNvPr>
          <p:cNvSpPr>
            <a:spLocks noGrp="1"/>
          </p:cNvSpPr>
          <p:nvPr>
            <p:ph idx="1"/>
          </p:nvPr>
        </p:nvSpPr>
        <p:spPr>
          <a:xfrm>
            <a:off x="628650" y="1825625"/>
            <a:ext cx="7886700" cy="4351338"/>
          </a:xfrm>
        </p:spPr>
        <p:txBody>
          <a:bodyPr>
            <a:normAutofit lnSpcReduction="10000"/>
          </a:bodyPr>
          <a:lstStyle/>
          <a:p>
            <a:pPr marL="0" indent="0">
              <a:buNone/>
            </a:pPr>
            <a:r>
              <a:rPr lang="en-US" altLang="zh-TW"/>
              <a:t>We study the problem of object recognition for categories for which we have no training examples, a task also called zerodata or zero-shot learning. This situation has hardly been studied in computer vision research, even though it occurs frequently: the world contains tens of thousands of different object classes and for only few of them image collections have been formed and suitably annotated. To tackle the problem we introduce attribute-based classification: objects are identified based on a high-level description that is phrased in terms of semantic attributes, </a:t>
            </a:r>
            <a:endParaRPr lang="zh-TW" altLang="en-US"/>
          </a:p>
        </p:txBody>
      </p:sp>
    </p:spTree>
    <p:extLst>
      <p:ext uri="{BB962C8B-B14F-4D97-AF65-F5344CB8AC3E}">
        <p14:creationId xmlns:p14="http://schemas.microsoft.com/office/powerpoint/2010/main" val="27268832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C583000D-99F8-474B-99F8-8C5321A0611E}"/>
              </a:ext>
            </a:extLst>
          </p:cNvPr>
          <p:cNvSpPr>
            <a:spLocks noGrp="1"/>
          </p:cNvSpPr>
          <p:nvPr>
            <p:ph type="title"/>
          </p:nvPr>
        </p:nvSpPr>
        <p:spPr/>
        <p:txBody>
          <a:bodyPr/>
          <a:lstStyle/>
          <a:p>
            <a:r>
              <a:rPr lang="en-US" altLang="zh-TW"/>
              <a:t>Abstract (2/2)</a:t>
            </a:r>
            <a:endParaRPr lang="zh-TW" altLang="en-US"/>
          </a:p>
        </p:txBody>
      </p:sp>
      <p:sp>
        <p:nvSpPr>
          <p:cNvPr id="3" name="內容版面配置區 2">
            <a:extLst>
              <a:ext uri="{FF2B5EF4-FFF2-40B4-BE49-F238E27FC236}">
                <a16:creationId xmlns:a16="http://schemas.microsoft.com/office/drawing/2014/main" xmlns="" id="{ED2FE25B-F093-4D2B-A14F-CB2AA9A57C94}"/>
              </a:ext>
            </a:extLst>
          </p:cNvPr>
          <p:cNvSpPr>
            <a:spLocks noGrp="1"/>
          </p:cNvSpPr>
          <p:nvPr>
            <p:ph idx="1"/>
          </p:nvPr>
        </p:nvSpPr>
        <p:spPr/>
        <p:txBody>
          <a:bodyPr>
            <a:normAutofit fontScale="92500" lnSpcReduction="20000"/>
          </a:bodyPr>
          <a:lstStyle/>
          <a:p>
            <a:pPr marL="0" indent="0">
              <a:buNone/>
            </a:pPr>
            <a:r>
              <a:rPr lang="en-US" altLang="zh-TW"/>
              <a:t>such as the object’s color or shape. Because the identification of each such property transcends the specific learning task at hand, the attribute classifiers can be pre-learned independently, e.g. from existing image datasets unrelated to the current task. Afterwards, new classes can be detected based on their attribute representation, without the need for a new training phase. In this paper we also introduce a new dataset, Animals with Attributes, of over 30,000 images of 50 animal classes, annotated with 85 semantic attributes. Extensive experiments on this and two more datasets show that attribute-based classification indeed is able to categorize images without access to any training images of the target classes.</a:t>
            </a:r>
            <a:endParaRPr lang="zh-TW" altLang="en-US"/>
          </a:p>
        </p:txBody>
      </p:sp>
    </p:spTree>
    <p:extLst>
      <p:ext uri="{BB962C8B-B14F-4D97-AF65-F5344CB8AC3E}">
        <p14:creationId xmlns:p14="http://schemas.microsoft.com/office/powerpoint/2010/main" val="41301738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3773378-DADD-476B-AE63-6557BA62012E}"/>
              </a:ext>
            </a:extLst>
          </p:cNvPr>
          <p:cNvSpPr>
            <a:spLocks noGrp="1"/>
          </p:cNvSpPr>
          <p:nvPr>
            <p:ph type="title"/>
          </p:nvPr>
        </p:nvSpPr>
        <p:spPr/>
        <p:txBody>
          <a:bodyPr/>
          <a:lstStyle/>
          <a:p>
            <a:r>
              <a:rPr lang="en-US" altLang="zh-TW"/>
              <a:t>Classification</a:t>
            </a:r>
            <a:endParaRPr lang="zh-TW" altLang="en-US"/>
          </a:p>
        </p:txBody>
      </p:sp>
      <p:pic>
        <p:nvPicPr>
          <p:cNvPr id="5" name="內容版面配置區 4">
            <a:extLst>
              <a:ext uri="{FF2B5EF4-FFF2-40B4-BE49-F238E27FC236}">
                <a16:creationId xmlns:a16="http://schemas.microsoft.com/office/drawing/2014/main" xmlns="" id="{22484B76-87EE-480E-B9E9-0DB77F2FFA9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8044" y="2178756"/>
            <a:ext cx="8985955" cy="3883377"/>
          </a:xfrm>
        </p:spPr>
      </p:pic>
    </p:spTree>
    <p:extLst>
      <p:ext uri="{BB962C8B-B14F-4D97-AF65-F5344CB8AC3E}">
        <p14:creationId xmlns:p14="http://schemas.microsoft.com/office/powerpoint/2010/main" val="4022176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FD5C4C51-76F1-4245-90FE-2A81AAB75A35}"/>
              </a:ext>
            </a:extLst>
          </p:cNvPr>
          <p:cNvSpPr>
            <a:spLocks noGrp="1"/>
          </p:cNvSpPr>
          <p:nvPr>
            <p:ph type="title"/>
          </p:nvPr>
        </p:nvSpPr>
        <p:spPr/>
        <p:txBody>
          <a:bodyPr/>
          <a:lstStyle/>
          <a:p>
            <a:r>
              <a:rPr lang="en-US" altLang="zh-TW"/>
              <a:t>Dataset</a:t>
            </a:r>
            <a:endParaRPr lang="zh-TW" altLang="en-US"/>
          </a:p>
        </p:txBody>
      </p:sp>
      <p:sp>
        <p:nvSpPr>
          <p:cNvPr id="3" name="內容版面配置區 2">
            <a:extLst>
              <a:ext uri="{FF2B5EF4-FFF2-40B4-BE49-F238E27FC236}">
                <a16:creationId xmlns:a16="http://schemas.microsoft.com/office/drawing/2014/main" xmlns="" id="{F1FC549C-D3F9-4B36-9288-CA4C8C97701E}"/>
              </a:ext>
            </a:extLst>
          </p:cNvPr>
          <p:cNvSpPr>
            <a:spLocks noGrp="1"/>
          </p:cNvSpPr>
          <p:nvPr>
            <p:ph idx="1"/>
          </p:nvPr>
        </p:nvSpPr>
        <p:spPr/>
        <p:txBody>
          <a:bodyPr/>
          <a:lstStyle/>
          <a:p>
            <a:r>
              <a:rPr lang="en-US" altLang="zh-TW"/>
              <a:t>30,475 images</a:t>
            </a:r>
          </a:p>
          <a:p>
            <a:r>
              <a:rPr lang="en-US" altLang="zh-TW"/>
              <a:t>Collected images by querying the image search engines of Google, Microsoft, Yahoo and Flickr for each of the 50 animals classes.</a:t>
            </a:r>
          </a:p>
          <a:p>
            <a:r>
              <a:rPr lang="en-US" altLang="zh-TW"/>
              <a:t>85 semantic attributes and 48 mammals</a:t>
            </a:r>
            <a:endParaRPr lang="zh-TW" altLang="en-US"/>
          </a:p>
        </p:txBody>
      </p:sp>
    </p:spTree>
    <p:extLst>
      <p:ext uri="{BB962C8B-B14F-4D97-AF65-F5344CB8AC3E}">
        <p14:creationId xmlns:p14="http://schemas.microsoft.com/office/powerpoint/2010/main" val="124244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AD3EF1D-2AD7-486D-AAC5-A07381C4DC62}"/>
              </a:ext>
            </a:extLst>
          </p:cNvPr>
          <p:cNvSpPr>
            <a:spLocks noGrp="1"/>
          </p:cNvSpPr>
          <p:nvPr>
            <p:ph type="title"/>
          </p:nvPr>
        </p:nvSpPr>
        <p:spPr/>
        <p:txBody>
          <a:bodyPr/>
          <a:lstStyle/>
          <a:p>
            <a:r>
              <a:rPr lang="en-US" altLang="zh-TW"/>
              <a:t>Dataset:</a:t>
            </a:r>
            <a:r>
              <a:rPr lang="zh-TW" altLang="en-US"/>
              <a:t> </a:t>
            </a:r>
            <a:r>
              <a:rPr lang="en-US" altLang="zh-TW"/>
              <a:t>animal classes</a:t>
            </a:r>
            <a:endParaRPr lang="zh-TW" altLang="en-US"/>
          </a:p>
        </p:txBody>
      </p:sp>
      <p:pic>
        <p:nvPicPr>
          <p:cNvPr id="6" name="內容版面配置區 5">
            <a:extLst>
              <a:ext uri="{FF2B5EF4-FFF2-40B4-BE49-F238E27FC236}">
                <a16:creationId xmlns:a16="http://schemas.microsoft.com/office/drawing/2014/main" xmlns="" id="{4CEDC2CF-B2E0-4645-8E7D-E8B9FCB572E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650" y="2289793"/>
            <a:ext cx="7210425" cy="2790825"/>
          </a:xfrm>
        </p:spPr>
      </p:pic>
    </p:spTree>
    <p:extLst>
      <p:ext uri="{BB962C8B-B14F-4D97-AF65-F5344CB8AC3E}">
        <p14:creationId xmlns:p14="http://schemas.microsoft.com/office/powerpoint/2010/main" val="1948329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D149E09-292E-4F94-8D48-AF7B88F692BD}"/>
              </a:ext>
            </a:extLst>
          </p:cNvPr>
          <p:cNvSpPr>
            <a:spLocks noGrp="1"/>
          </p:cNvSpPr>
          <p:nvPr>
            <p:ph type="title"/>
          </p:nvPr>
        </p:nvSpPr>
        <p:spPr/>
        <p:txBody>
          <a:bodyPr/>
          <a:lstStyle/>
          <a:p>
            <a:r>
              <a:rPr lang="en-US" altLang="zh-TW"/>
              <a:t>Dataset: semantic attributes</a:t>
            </a:r>
            <a:endParaRPr lang="zh-TW" altLang="en-US"/>
          </a:p>
        </p:txBody>
      </p:sp>
      <p:pic>
        <p:nvPicPr>
          <p:cNvPr id="5" name="內容版面配置區 4">
            <a:extLst>
              <a:ext uri="{FF2B5EF4-FFF2-40B4-BE49-F238E27FC236}">
                <a16:creationId xmlns:a16="http://schemas.microsoft.com/office/drawing/2014/main" xmlns="" id="{FE1C5159-066F-4C54-ABC5-F689744EA2D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5325" y="1872456"/>
            <a:ext cx="7753350" cy="4257675"/>
          </a:xfrm>
        </p:spPr>
      </p:pic>
    </p:spTree>
    <p:extLst>
      <p:ext uri="{BB962C8B-B14F-4D97-AF65-F5344CB8AC3E}">
        <p14:creationId xmlns:p14="http://schemas.microsoft.com/office/powerpoint/2010/main" val="31755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C0BF72B-6E20-4548-9AAD-C3FCE7BEB5AB}"/>
              </a:ext>
            </a:extLst>
          </p:cNvPr>
          <p:cNvSpPr>
            <a:spLocks noGrp="1"/>
          </p:cNvSpPr>
          <p:nvPr>
            <p:ph type="title"/>
          </p:nvPr>
        </p:nvSpPr>
        <p:spPr/>
        <p:txBody>
          <a:bodyPr/>
          <a:lstStyle/>
          <a:p>
            <a:r>
              <a:rPr lang="en-US" altLang="zh-TW"/>
              <a:t>Results</a:t>
            </a:r>
            <a:endParaRPr lang="zh-TW" altLang="en-US"/>
          </a:p>
        </p:txBody>
      </p:sp>
      <p:pic>
        <p:nvPicPr>
          <p:cNvPr id="5" name="內容版面配置區 4">
            <a:extLst>
              <a:ext uri="{FF2B5EF4-FFF2-40B4-BE49-F238E27FC236}">
                <a16:creationId xmlns:a16="http://schemas.microsoft.com/office/drawing/2014/main" xmlns="" id="{A59500E0-43A9-431D-B69B-7969213C673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5220" y="1690689"/>
            <a:ext cx="7274752" cy="3603800"/>
          </a:xfrm>
        </p:spPr>
      </p:pic>
    </p:spTree>
    <p:extLst>
      <p:ext uri="{BB962C8B-B14F-4D97-AF65-F5344CB8AC3E}">
        <p14:creationId xmlns:p14="http://schemas.microsoft.com/office/powerpoint/2010/main" val="1210917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8A72443-DA6E-4E83-82A5-90FAC6C65D67}"/>
              </a:ext>
            </a:extLst>
          </p:cNvPr>
          <p:cNvSpPr>
            <a:spLocks noGrp="1"/>
          </p:cNvSpPr>
          <p:nvPr>
            <p:ph type="title"/>
          </p:nvPr>
        </p:nvSpPr>
        <p:spPr/>
        <p:txBody>
          <a:bodyPr/>
          <a:lstStyle/>
          <a:p>
            <a:r>
              <a:rPr lang="en-US" altLang="zh-TW"/>
              <a:t>Results</a:t>
            </a:r>
            <a:endParaRPr lang="zh-TW" altLang="en-US"/>
          </a:p>
        </p:txBody>
      </p:sp>
      <p:pic>
        <p:nvPicPr>
          <p:cNvPr id="5" name="內容版面配置區 4">
            <a:extLst>
              <a:ext uri="{FF2B5EF4-FFF2-40B4-BE49-F238E27FC236}">
                <a16:creationId xmlns:a16="http://schemas.microsoft.com/office/drawing/2014/main" xmlns="" id="{8E782ED0-CEDF-40CC-B828-B34B8061542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0192" y="1690689"/>
            <a:ext cx="8323616" cy="4972668"/>
          </a:xfrm>
        </p:spPr>
      </p:pic>
    </p:spTree>
    <p:extLst>
      <p:ext uri="{BB962C8B-B14F-4D97-AF65-F5344CB8AC3E}">
        <p14:creationId xmlns:p14="http://schemas.microsoft.com/office/powerpoint/2010/main" val="1059400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A685374-3214-429B-A35A-510366A04238}"/>
              </a:ext>
            </a:extLst>
          </p:cNvPr>
          <p:cNvSpPr>
            <a:spLocks noGrp="1"/>
          </p:cNvSpPr>
          <p:nvPr>
            <p:ph type="title"/>
          </p:nvPr>
        </p:nvSpPr>
        <p:spPr/>
        <p:txBody>
          <a:bodyPr/>
          <a:lstStyle/>
          <a:p>
            <a:r>
              <a:rPr lang="en-US" altLang="zh-TW"/>
              <a:t>Results</a:t>
            </a:r>
            <a:endParaRPr lang="zh-TW" altLang="en-US"/>
          </a:p>
        </p:txBody>
      </p:sp>
      <p:pic>
        <p:nvPicPr>
          <p:cNvPr id="5" name="內容版面配置區 4">
            <a:extLst>
              <a:ext uri="{FF2B5EF4-FFF2-40B4-BE49-F238E27FC236}">
                <a16:creationId xmlns:a16="http://schemas.microsoft.com/office/drawing/2014/main" xmlns="" id="{066EEFCD-1B7F-4FDA-BEAF-066A6F865E8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650" y="2047462"/>
            <a:ext cx="7886700" cy="3907663"/>
          </a:xfrm>
        </p:spPr>
      </p:pic>
    </p:spTree>
    <p:extLst>
      <p:ext uri="{BB962C8B-B14F-4D97-AF65-F5344CB8AC3E}">
        <p14:creationId xmlns:p14="http://schemas.microsoft.com/office/powerpoint/2010/main" val="3905177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AB32BA4B-FFF7-474F-A23C-9CBAFFF07D15}"/>
              </a:ext>
            </a:extLst>
          </p:cNvPr>
          <p:cNvSpPr>
            <a:spLocks noGrp="1"/>
          </p:cNvSpPr>
          <p:nvPr>
            <p:ph type="title"/>
          </p:nvPr>
        </p:nvSpPr>
        <p:spPr/>
        <p:txBody>
          <a:bodyPr/>
          <a:lstStyle/>
          <a:p>
            <a:r>
              <a:rPr lang="en-US" altLang="zh-TW"/>
              <a:t>Results</a:t>
            </a:r>
            <a:endParaRPr lang="zh-TW" altLang="en-US"/>
          </a:p>
        </p:txBody>
      </p:sp>
      <p:pic>
        <p:nvPicPr>
          <p:cNvPr id="9" name="內容版面配置區 8">
            <a:extLst>
              <a:ext uri="{FF2B5EF4-FFF2-40B4-BE49-F238E27FC236}">
                <a16:creationId xmlns:a16="http://schemas.microsoft.com/office/drawing/2014/main" xmlns="" id="{E55ADBC9-972A-44C5-9210-B3518123B31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5400000">
            <a:off x="3465373" y="2073755"/>
            <a:ext cx="6623138" cy="3205881"/>
          </a:xfrm>
        </p:spPr>
      </p:pic>
      <p:pic>
        <p:nvPicPr>
          <p:cNvPr id="11" name="圖片 10">
            <a:extLst>
              <a:ext uri="{FF2B5EF4-FFF2-40B4-BE49-F238E27FC236}">
                <a16:creationId xmlns:a16="http://schemas.microsoft.com/office/drawing/2014/main" xmlns="" id="{05F8B11E-1395-4FC9-9020-C5E315789F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437045" y="2582028"/>
            <a:ext cx="5224905" cy="3154006"/>
          </a:xfrm>
          <a:prstGeom prst="rect">
            <a:avLst/>
          </a:prstGeom>
        </p:spPr>
      </p:pic>
    </p:spTree>
    <p:extLst>
      <p:ext uri="{BB962C8B-B14F-4D97-AF65-F5344CB8AC3E}">
        <p14:creationId xmlns:p14="http://schemas.microsoft.com/office/powerpoint/2010/main" val="1309005322"/>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2458</TotalTime>
  <Words>310</Words>
  <Application>Microsoft Office PowerPoint</Application>
  <PresentationFormat>如螢幕大小 (4:3)</PresentationFormat>
  <Paragraphs>21</Paragraphs>
  <Slides>11</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11</vt:i4>
      </vt:variant>
    </vt:vector>
  </HeadingPairs>
  <TitlesOfParts>
    <vt:vector size="16" baseType="lpstr">
      <vt:lpstr>新細明體</vt:lpstr>
      <vt:lpstr>Arial</vt:lpstr>
      <vt:lpstr>Calibri</vt:lpstr>
      <vt:lpstr>Calibri Light</vt:lpstr>
      <vt:lpstr>Office 佈景主題</vt:lpstr>
      <vt:lpstr>Attribute-Based Classification for Zero-Shot Visual Object Categorization</vt:lpstr>
      <vt:lpstr>Abstract (1/2)</vt:lpstr>
      <vt:lpstr>Abstract (2/2)</vt:lpstr>
      <vt:lpstr>Classification</vt:lpstr>
      <vt:lpstr>Dataset</vt:lpstr>
      <vt:lpstr>Dataset: animal classes</vt:lpstr>
      <vt:lpstr>Dataset: semantic attributes</vt:lpstr>
      <vt:lpstr>Results</vt:lpstr>
      <vt:lpstr>Results</vt:lpstr>
      <vt:lpstr>Results</vt:lpstr>
      <vt:lpstr>Results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linear space algorithm for computing a longest common increasing subsequence</dc:title>
  <dc:creator>黃國峰</dc:creator>
  <cp:lastModifiedBy>pplab-class</cp:lastModifiedBy>
  <cp:revision>81</cp:revision>
  <dcterms:created xsi:type="dcterms:W3CDTF">2017-10-02T04:56:24Z</dcterms:created>
  <dcterms:modified xsi:type="dcterms:W3CDTF">2017-12-26T12:23:09Z</dcterms:modified>
</cp:coreProperties>
</file>