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92" r:id="rId4"/>
    <p:sldId id="306" r:id="rId5"/>
    <p:sldId id="307" r:id="rId6"/>
    <p:sldId id="308" r:id="rId7"/>
    <p:sldId id="310" r:id="rId8"/>
    <p:sldId id="311" r:id="rId9"/>
    <p:sldId id="312" r:id="rId10"/>
    <p:sldId id="314" r:id="rId11"/>
    <p:sldId id="313" r:id="rId12"/>
    <p:sldId id="316" r:id="rId13"/>
    <p:sldId id="315" r:id="rId14"/>
    <p:sldId id="317" r:id="rId15"/>
    <p:sldId id="318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00FFFF"/>
    <a:srgbClr val="FF00FF"/>
    <a:srgbClr val="C5C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39" autoAdjust="0"/>
    <p:restoredTop sz="94660"/>
  </p:normalViewPr>
  <p:slideViewPr>
    <p:cSldViewPr snapToGrid="0">
      <p:cViewPr varScale="1">
        <p:scale>
          <a:sx n="75" d="100"/>
          <a:sy n="7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18B5-9F64-4BCF-B1EE-1FDC52667EE1}" type="datetimeFigureOut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C9B0B-B10D-49AA-966C-9C58E0B863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49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385C0-1FCA-4A75-9F23-6295E7490FEE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0020-C82E-415B-9299-1A25D7552E73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755A-A3D0-49B7-B750-A84F0F8C3152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F536-6844-4449-BA87-F2BF5DABF104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0BCE-4D5B-445D-9EBF-D040FF475579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3B6D-3892-4D58-A340-8C410260F3D7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735E-8418-4C4A-BC7E-83B7EA882B5A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0A7B-C3EA-46E9-832E-F519368F0FB0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982-7446-446B-8F17-73F2858A31F6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670E-D1D9-4108-B311-ADAABD8B0D32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F84-786D-4EF2-8481-140225BF3227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EB57B-0D0F-41CB-A932-683E565E4EE2}" type="datetime1">
              <a:rPr lang="zh-TW" altLang="en-US" smtClean="0"/>
              <a:t>2017/1/17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720722" y="1230178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An efficient dynamic programming algorithm for the generalized LCS problem with multiple substring exclusive constraints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2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err="1"/>
              <a:t>Yingjie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Wu, </a:t>
            </a:r>
            <a:r>
              <a:rPr lang="en-US" altLang="zh-TW" sz="2000" dirty="0"/>
              <a:t>Lei </a:t>
            </a:r>
            <a:r>
              <a:rPr lang="en-US" altLang="zh-TW" sz="2000" dirty="0" smtClean="0"/>
              <a:t>Wang, </a:t>
            </a:r>
            <a:r>
              <a:rPr lang="en-US" altLang="zh-TW" sz="2000" dirty="0" err="1"/>
              <a:t>Daxin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Zhu, </a:t>
            </a:r>
            <a:r>
              <a:rPr lang="en-US" altLang="zh-TW" sz="2000" dirty="0" err="1"/>
              <a:t>Xiaodong</a:t>
            </a:r>
            <a:r>
              <a:rPr lang="en-US" altLang="zh-TW" sz="2000" dirty="0"/>
              <a:t> Wang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845861"/>
              </p:ext>
            </p:extLst>
          </p:nvPr>
        </p:nvGraphicFramePr>
        <p:xfrm>
          <a:off x="2312119" y="3818084"/>
          <a:ext cx="4589606" cy="846860"/>
        </p:xfrm>
        <a:graphic>
          <a:graphicData uri="http://schemas.openxmlformats.org/drawingml/2006/table">
            <a:tbl>
              <a:tblPr/>
              <a:tblGrid>
                <a:gridCol w="4589606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Journal of Discrete Algorithms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 26, May 2014, Pages 98–105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2017/1/17</a:t>
            </a:fld>
            <a:endParaRPr lang="zh-TW" altLang="en-US" sz="1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13720"/>
              </a:xfrm>
            </p:spPr>
            <p:txBody>
              <a:bodyPr anchor="t" anchorCtr="0">
                <a:normAutofit lnSpcReduction="1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paper, we consider a generalized longest common subsequence problem with multiple substring exclusive constraints. For the two input sequences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a set of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constraints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7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TW" sz="27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total length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problem is to find a common subsequence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excluding each of constraint string in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substring and the length of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maximized.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13720"/>
              </a:xfrm>
              <a:blipFill rotWithShape="0">
                <a:blip r:embed="rId2"/>
                <a:stretch>
                  <a:fillRect l="-1468" r="-1468" b="-16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13720"/>
              </a:xfrm>
            </p:spPr>
            <p:txBody>
              <a:bodyPr anchor="t" anchorCtr="0"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 was declared to be NP-hard, but we finally found that this is not true. A new dynamic programming solution for this problem is presented in this paper. The correctness of the new algorithm is proved. The time complexity of out algorithm is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7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𝑛𝑚𝑟</m:t>
                    </m:r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13720"/>
              </a:xfrm>
              <a:blipFill rotWithShape="0">
                <a:blip r:embed="rId2"/>
                <a:stretch>
                  <a:fillRect l="-1468" r="-14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46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GC-LCS problems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different constrain rules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sub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ing / sub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uence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lude / 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lude</a:t>
            </a:r>
          </a:p>
          <a:p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(X,Y,P)=(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abab,baab,bb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SEQ-IC-LCS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en-US" altLang="zh-TW" strike="sngStrik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aab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bab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(X,Y,P)=(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abba,baba,bb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STR-EC-LCS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en-US" altLang="zh-TW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aba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strike="sngStrik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bba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25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M-STR-EC-LCS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/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multiple strings</a:t>
            </a:r>
          </a:p>
          <a:p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exclude</a:t>
            </a:r>
          </a:p>
          <a:p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babab,aabba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M-STR-EC-LCS=(</a:t>
            </a:r>
            <a:r>
              <a:rPr lang="en-US" altLang="zh-TW" strike="sngStrik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bba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strike="sngStrik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aba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abb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strike="sngStrik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520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eyword tree(1/3)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/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babab,aabba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Pre(3)=4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Suffix(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)=ab</a:t>
            </a:r>
          </a:p>
          <a:p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1. no duplicate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2. no substring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47" y="2473177"/>
            <a:ext cx="397192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5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eyword tree(2/3)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" y="3029671"/>
            <a:ext cx="3971925" cy="36099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12" y="2972810"/>
            <a:ext cx="3086100" cy="36576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/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babab,aabba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向右箭號 6"/>
          <p:cNvSpPr/>
          <p:nvPr/>
        </p:nvSpPr>
        <p:spPr>
          <a:xfrm>
            <a:off x="4054764" y="4110182"/>
            <a:ext cx="784116" cy="471053"/>
          </a:xfrm>
          <a:prstGeom prst="rightArrow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28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eyword tree(3/3)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12" y="2972810"/>
            <a:ext cx="3086100" cy="3657600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/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babab,aabba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向右箭號 6"/>
          <p:cNvSpPr/>
          <p:nvPr/>
        </p:nvSpPr>
        <p:spPr>
          <a:xfrm rot="10800000">
            <a:off x="4054764" y="4110182"/>
            <a:ext cx="784116" cy="471053"/>
          </a:xfrm>
          <a:prstGeom prst="rightArrow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342" y="3039197"/>
            <a:ext cx="27908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bab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ab,</a:t>
            </a:r>
            <a:r>
              <a:rPr lang="en-US" altLang="zh-TW" dirty="0" err="1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aabb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CS(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bab,aabb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a,b,bb,ab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altLang="zh-TW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,1)=(bab,aabb,1)=1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z(</a:t>
            </a:r>
            <a:r>
              <a:rPr lang="en-US" altLang="zh-TW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,1)={a}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altLang="zh-TW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,3)=(bab,aabb,3)=2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z(</a:t>
            </a:r>
            <a:r>
              <a:rPr lang="en-US" altLang="zh-TW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TW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,3)={</a:t>
            </a:r>
            <a:r>
              <a:rPr lang="en-US" altLang="zh-TW" strike="sngStrik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,ab,bb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60" y="295997"/>
            <a:ext cx="27908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8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baba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b,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aabb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not match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f(4,4,1)=max{f(3,4,1),f(4,3,1)}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60" y="295997"/>
            <a:ext cx="27908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2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3219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bab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ab,</a:t>
            </a:r>
            <a:r>
              <a:rPr lang="en-US" altLang="zh-TW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aabb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match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f(3,4,3)= max{f(2,3,3),1+f(2,3,q)} for some legal q </a:t>
            </a: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ere, q = 0(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),1(a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altLang="zh-TW" strike="sngStrik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2(</a:t>
            </a:r>
            <a:r>
              <a:rPr lang="en-US" altLang="zh-TW" strike="sngStrik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altLang="zh-TW" strike="sngStrike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strike="sngStrik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,3(b</a:t>
            </a:r>
            <a:r>
              <a:rPr lang="en-US" altLang="zh-TW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when q = 0 and 2, easy to compute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when q = 1, use Pre(1) to compute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60" y="295997"/>
            <a:ext cx="27908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8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06720"/>
            <a:ext cx="7886700" cy="473219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babab,aabba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f(3,4,*)=f(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bab,aabb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,*)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60" y="295997"/>
            <a:ext cx="2790825" cy="360045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34206"/>
              </p:ext>
            </p:extLst>
          </p:nvPr>
        </p:nvGraphicFramePr>
        <p:xfrm>
          <a:off x="711200" y="3724521"/>
          <a:ext cx="6206837" cy="28037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491"/>
                <a:gridCol w="429491"/>
                <a:gridCol w="611909"/>
                <a:gridCol w="611909"/>
                <a:gridCol w="611909"/>
                <a:gridCol w="611909"/>
                <a:gridCol w="611909"/>
                <a:gridCol w="611909"/>
                <a:gridCol w="611909"/>
                <a:gridCol w="1064492"/>
              </a:tblGrid>
              <a:tr h="441758">
                <a:tc>
                  <a:txBody>
                    <a:bodyPr/>
                    <a:lstStyle/>
                    <a:p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41758">
                <a:tc>
                  <a:txBody>
                    <a:bodyPr/>
                    <a:lstStyle/>
                    <a:p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21855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{b}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{b}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521855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99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zh-TW" altLang="en-US" dirty="0">
                        <a:solidFill>
                          <a:srgbClr val="0099CC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{a}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b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{b}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{a}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{b}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521855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{a}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{ab}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{a}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altLang="zh-TW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ab,bb</a:t>
                      </a:r>
                      <a:r>
                        <a:rPr lang="en-US" altLang="zh-TW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endParaRPr lang="zh-TW" alt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21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894"/>
            <a:ext cx="9086850" cy="41148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8472" y="4535055"/>
            <a:ext cx="4756727" cy="2124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64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06720"/>
            <a:ext cx="7886700" cy="473219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(X,Y)=(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babab,aabba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P={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aab,aba,ba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60" y="295997"/>
            <a:ext cx="2790825" cy="3600450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790014"/>
              </p:ext>
            </p:extLst>
          </p:nvPr>
        </p:nvGraphicFramePr>
        <p:xfrm>
          <a:off x="1484749" y="3211731"/>
          <a:ext cx="3593523" cy="3144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841"/>
                <a:gridCol w="1197841"/>
                <a:gridCol w="1197841"/>
              </a:tblGrid>
              <a:tr h="628924">
                <a:tc>
                  <a:txBody>
                    <a:bodyPr/>
                    <a:lstStyle/>
                    <a:p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628924"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628924"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628924"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628924"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x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kern="1200" dirty="0" smtClean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03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Algorithm(Final)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690689"/>
            <a:ext cx="8915400" cy="4248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234853" y="5938839"/>
                <a:ext cx="467429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𝑛𝑚𝑟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) </m:t>
                    </m:r>
                  </m:oMath>
                </a14:m>
                <a:r>
                  <a:rPr lang="en-US" altLang="zh-TW" sz="240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time and space</a:t>
                </a:r>
              </a:p>
              <a:p>
                <a:r>
                  <a:rPr lang="en-US" altLang="zh-TW" sz="240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preprocessing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𝑟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Σ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time</a:t>
                </a:r>
                <a:endParaRPr lang="zh-TW" altLang="en-US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853" y="5938839"/>
                <a:ext cx="4674293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2089" t="-5109" r="-1044" b="-16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79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8633</TotalTime>
  <Words>476</Words>
  <Application>Microsoft Office PowerPoint</Application>
  <PresentationFormat>如螢幕大小 (4:3)</PresentationFormat>
  <Paragraphs>152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5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Courier New</vt:lpstr>
      <vt:lpstr>Times New Roman</vt:lpstr>
      <vt:lpstr>Office 佈景主題</vt:lpstr>
      <vt:lpstr>PowerPoint 簡報</vt:lpstr>
      <vt:lpstr>Abstract(1/2)</vt:lpstr>
      <vt:lpstr>Abstract(2/2)</vt:lpstr>
      <vt:lpstr>The GC-LCS problems</vt:lpstr>
      <vt:lpstr>M-STR-EC-LCS</vt:lpstr>
      <vt:lpstr>Keyword tree(1/3)</vt:lpstr>
      <vt:lpstr>Keyword tree(2/3)</vt:lpstr>
      <vt:lpstr>Keyword tree(3/3)</vt:lpstr>
      <vt:lpstr>Algorithm</vt:lpstr>
      <vt:lpstr>Algorithm</vt:lpstr>
      <vt:lpstr>Algorithm</vt:lpstr>
      <vt:lpstr>Algorithm</vt:lpstr>
      <vt:lpstr>Algorithm</vt:lpstr>
      <vt:lpstr>Algorithm</vt:lpstr>
      <vt:lpstr>Algorithm(Final)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pplab-class</cp:lastModifiedBy>
  <cp:revision>865</cp:revision>
  <dcterms:created xsi:type="dcterms:W3CDTF">2015-06-30T03:57:49Z</dcterms:created>
  <dcterms:modified xsi:type="dcterms:W3CDTF">2017-01-17T11:48:09Z</dcterms:modified>
</cp:coreProperties>
</file>