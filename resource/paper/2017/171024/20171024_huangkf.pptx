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9" r:id="rId4"/>
    <p:sldId id="286" r:id="rId5"/>
    <p:sldId id="288" r:id="rId6"/>
    <p:sldId id="280" r:id="rId7"/>
    <p:sldId id="281" r:id="rId8"/>
    <p:sldId id="282" r:id="rId9"/>
    <p:sldId id="290" r:id="rId10"/>
    <p:sldId id="284" r:id="rId11"/>
    <p:sldId id="289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279"/>
            <p14:sldId id="286"/>
            <p14:sldId id="288"/>
            <p14:sldId id="280"/>
            <p14:sldId id="281"/>
            <p14:sldId id="282"/>
            <p14:sldId id="290"/>
            <p14:sldId id="284"/>
            <p14:sldId id="289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國峰" userId="07d7d89e1f669cb9" providerId="LiveId" clId="{9BB67EFE-CA73-4D31-92CA-DFD98D1BF03B}"/>
    <pc:docChg chg="undo custSel addSld modSld sldOrd delSection">
      <pc:chgData name="黃國峰" userId="07d7d89e1f669cb9" providerId="LiveId" clId="{9BB67EFE-CA73-4D31-92CA-DFD98D1BF03B}" dt="2017-10-16T15:11:20.554" v="1661"/>
      <pc:docMkLst>
        <pc:docMk/>
      </pc:docMkLst>
      <pc:sldChg chg="addSp modSp">
        <pc:chgData name="黃國峰" userId="07d7d89e1f669cb9" providerId="LiveId" clId="{9BB67EFE-CA73-4D31-92CA-DFD98D1BF03B}" dt="2017-10-02T14:05:46.517" v="1089" actId="1076"/>
        <pc:sldMkLst>
          <pc:docMk/>
          <pc:sldMk cId="3676774769" sldId="256"/>
        </pc:sldMkLst>
        <pc:spChg chg="mod">
          <ac:chgData name="黃國峰" userId="07d7d89e1f669cb9" providerId="LiveId" clId="{9BB67EFE-CA73-4D31-92CA-DFD98D1BF03B}" dt="2017-10-02T12:29:53.183" v="763" actId="20577"/>
          <ac:spMkLst>
            <pc:docMk/>
            <pc:sldMk cId="3676774769" sldId="256"/>
            <ac:spMk id="3" creationId="{7ABD29E4-B887-45D9-9793-DA3B272D07C3}"/>
          </ac:spMkLst>
        </pc:spChg>
        <pc:spChg chg="add mod">
          <ac:chgData name="黃國峰" userId="07d7d89e1f669cb9" providerId="LiveId" clId="{9BB67EFE-CA73-4D31-92CA-DFD98D1BF03B}" dt="2017-10-02T14:05:46.517" v="1089" actId="1076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黃國峰" userId="07d7d89e1f669cb9" providerId="LiveId" clId="{9BB67EFE-CA73-4D31-92CA-DFD98D1BF03B}" dt="2017-10-16T12:24:26.791" v="1113" actId="20577"/>
        <pc:sldMkLst>
          <pc:docMk/>
          <pc:sldMk cId="4073207480" sldId="257"/>
        </pc:sldMkLst>
        <pc:spChg chg="mod">
          <ac:chgData name="黃國峰" userId="07d7d89e1f669cb9" providerId="LiveId" clId="{9BB67EFE-CA73-4D31-92CA-DFD98D1BF03B}" dt="2017-10-16T12:19:40.591" v="1097" actId="20577"/>
          <ac:spMkLst>
            <pc:docMk/>
            <pc:sldMk cId="4073207480" sldId="257"/>
            <ac:spMk id="2" creationId="{5881D169-59D5-42C4-B98C-708A2898E2D1}"/>
          </ac:spMkLst>
        </pc:spChg>
        <pc:spChg chg="mod">
          <ac:chgData name="黃國峰" userId="07d7d89e1f669cb9" providerId="LiveId" clId="{9BB67EFE-CA73-4D31-92CA-DFD98D1BF03B}" dt="2017-10-16T12:24:26.791" v="1113" actId="20577"/>
          <ac:spMkLst>
            <pc:docMk/>
            <pc:sldMk cId="4073207480" sldId="257"/>
            <ac:spMk id="3" creationId="{526056E5-2289-4D88-AAC0-00A2AA49AB58}"/>
          </ac:spMkLst>
        </pc:spChg>
      </pc:sldChg>
      <pc:sldChg chg="modSp">
        <pc:chgData name="黃國峰" userId="07d7d89e1f669cb9" providerId="LiveId" clId="{9BB67EFE-CA73-4D31-92CA-DFD98D1BF03B}" dt="2017-10-16T12:53:26.755" v="1171" actId="20577"/>
        <pc:sldMkLst>
          <pc:docMk/>
          <pc:sldMk cId="1896180967" sldId="258"/>
        </pc:sldMkLst>
        <pc:spChg chg="mod">
          <ac:chgData name="黃國峰" userId="07d7d89e1f669cb9" providerId="LiveId" clId="{9BB67EFE-CA73-4D31-92CA-DFD98D1BF03B}" dt="2017-10-16T12:19:46.127" v="1098" actId="20577"/>
          <ac:spMkLst>
            <pc:docMk/>
            <pc:sldMk cId="1896180967" sldId="258"/>
            <ac:spMk id="2" creationId="{B9B02DBC-D13E-474A-B7EE-DB0AB1A9A577}"/>
          </ac:spMkLst>
        </pc:spChg>
        <pc:spChg chg="mod">
          <ac:chgData name="黃國峰" userId="07d7d89e1f669cb9" providerId="LiveId" clId="{9BB67EFE-CA73-4D31-92CA-DFD98D1BF03B}" dt="2017-10-16T12:53:26.755" v="1171" actId="20577"/>
          <ac:spMkLst>
            <pc:docMk/>
            <pc:sldMk cId="1896180967" sldId="258"/>
            <ac:spMk id="3" creationId="{287AB693-6FF6-4C8A-9E7A-43DD5FEEBB52}"/>
          </ac:spMkLst>
        </pc:spChg>
      </pc:sldChg>
      <pc:sldChg chg="modSp add">
        <pc:chgData name="黃國峰" userId="07d7d89e1f669cb9" providerId="LiveId" clId="{9BB67EFE-CA73-4D31-92CA-DFD98D1BF03B}" dt="2017-10-16T12:20:59.415" v="1101" actId="20577"/>
        <pc:sldMkLst>
          <pc:docMk/>
          <pc:sldMk cId="22298341" sldId="259"/>
        </pc:sldMkLst>
        <pc:spChg chg="mod">
          <ac:chgData name="黃國峰" userId="07d7d89e1f669cb9" providerId="LiveId" clId="{9BB67EFE-CA73-4D31-92CA-DFD98D1BF03B}" dt="2017-10-02T05:54:56.795" v="3" actId="5793"/>
          <ac:spMkLst>
            <pc:docMk/>
            <pc:sldMk cId="22298341" sldId="259"/>
            <ac:spMk id="2" creationId="{A8EFF39F-15D1-4D51-9E51-59054DA6966D}"/>
          </ac:spMkLst>
        </pc:spChg>
        <pc:spChg chg="mod">
          <ac:chgData name="黃國峰" userId="07d7d89e1f669cb9" providerId="LiveId" clId="{9BB67EFE-CA73-4D31-92CA-DFD98D1BF03B}" dt="2017-10-16T12:20:59.415" v="1101" actId="20577"/>
          <ac:spMkLst>
            <pc:docMk/>
            <pc:sldMk cId="22298341" sldId="259"/>
            <ac:spMk id="3" creationId="{CE1ECCE3-E6FB-411B-A843-8EF14B494290}"/>
          </ac:spMkLst>
        </pc:spChg>
      </pc:sldChg>
      <pc:sldChg chg="modSp add">
        <pc:chgData name="黃國峰" userId="07d7d89e1f669cb9" providerId="LiveId" clId="{9BB67EFE-CA73-4D31-92CA-DFD98D1BF03B}" dt="2017-10-16T12:30:24.532" v="1114" actId="20577"/>
        <pc:sldMkLst>
          <pc:docMk/>
          <pc:sldMk cId="2997941550" sldId="260"/>
        </pc:sldMkLst>
        <pc:spChg chg="mod">
          <ac:chgData name="黃國峰" userId="07d7d89e1f669cb9" providerId="LiveId" clId="{9BB67EFE-CA73-4D31-92CA-DFD98D1BF03B}" dt="2017-10-02T05:59:19.222" v="7" actId="20577"/>
          <ac:spMkLst>
            <pc:docMk/>
            <pc:sldMk cId="2997941550" sldId="260"/>
            <ac:spMk id="2" creationId="{2BEA33D4-EF47-4C62-BAC7-420DAED5A995}"/>
          </ac:spMkLst>
        </pc:spChg>
        <pc:spChg chg="mod">
          <ac:chgData name="黃國峰" userId="07d7d89e1f669cb9" providerId="LiveId" clId="{9BB67EFE-CA73-4D31-92CA-DFD98D1BF03B}" dt="2017-10-16T12:30:24.532" v="1114" actId="20577"/>
          <ac:spMkLst>
            <pc:docMk/>
            <pc:sldMk cId="2997941550" sldId="260"/>
            <ac:spMk id="3" creationId="{AD613924-AE8B-4981-AF90-BAF988EC69A4}"/>
          </ac:spMkLst>
        </pc:spChg>
      </pc:sldChg>
      <pc:sldChg chg="modSp add">
        <pc:chgData name="黃國峰" userId="07d7d89e1f669cb9" providerId="LiveId" clId="{9BB67EFE-CA73-4D31-92CA-DFD98D1BF03B}" dt="2017-10-02T13:56:07.445" v="1087" actId="5793"/>
        <pc:sldMkLst>
          <pc:docMk/>
          <pc:sldMk cId="1401490890" sldId="261"/>
        </pc:sldMkLst>
        <pc:spChg chg="mod">
          <ac:chgData name="黃國峰" userId="07d7d89e1f669cb9" providerId="LiveId" clId="{9BB67EFE-CA73-4D31-92CA-DFD98D1BF03B}" dt="2017-10-02T12:30:21.064" v="764" actId="5793"/>
          <ac:spMkLst>
            <pc:docMk/>
            <pc:sldMk cId="1401490890" sldId="261"/>
            <ac:spMk id="2" creationId="{90621596-C707-423E-ADCB-0D62D5632565}"/>
          </ac:spMkLst>
        </pc:spChg>
        <pc:spChg chg="mod">
          <ac:chgData name="黃國峰" userId="07d7d89e1f669cb9" providerId="LiveId" clId="{9BB67EFE-CA73-4D31-92CA-DFD98D1BF03B}" dt="2017-10-02T13:56:07.445" v="1087" actId="5793"/>
          <ac:spMkLst>
            <pc:docMk/>
            <pc:sldMk cId="1401490890" sldId="261"/>
            <ac:spMk id="3" creationId="{AB5C78B6-C084-494F-B842-F105D8E4BC9E}"/>
          </ac:spMkLst>
        </pc:spChg>
      </pc:sldChg>
      <pc:sldChg chg="modSp add">
        <pc:chgData name="黃國峰" userId="07d7d89e1f669cb9" providerId="LiveId" clId="{9BB67EFE-CA73-4D31-92CA-DFD98D1BF03B}" dt="2017-10-02T13:47:37.745" v="1016" actId="2711"/>
        <pc:sldMkLst>
          <pc:docMk/>
          <pc:sldMk cId="2243758051" sldId="262"/>
        </pc:sldMkLst>
        <pc:spChg chg="mod">
          <ac:chgData name="黃國峰" userId="07d7d89e1f669cb9" providerId="LiveId" clId="{9BB67EFE-CA73-4D31-92CA-DFD98D1BF03B}" dt="2017-10-02T13:47:37.745" v="1016" actId="2711"/>
          <ac:spMkLst>
            <pc:docMk/>
            <pc:sldMk cId="2243758051" sldId="262"/>
            <ac:spMk id="2" creationId="{0F904736-AEF1-4A86-8389-DDA907BF5CDC}"/>
          </ac:spMkLst>
        </pc:spChg>
        <pc:spChg chg="mod">
          <ac:chgData name="黃國峰" userId="07d7d89e1f669cb9" providerId="LiveId" clId="{9BB67EFE-CA73-4D31-92CA-DFD98D1BF03B}" dt="2017-10-02T06:20:28.626" v="132" actId="20577"/>
          <ac:spMkLst>
            <pc:docMk/>
            <pc:sldMk cId="2243758051" sldId="262"/>
            <ac:spMk id="3" creationId="{9945DD39-F87E-4E98-A973-EB2B8ED359DA}"/>
          </ac:spMkLst>
        </pc:spChg>
      </pc:sldChg>
      <pc:sldChg chg="modSp add">
        <pc:chgData name="黃國峰" userId="07d7d89e1f669cb9" providerId="LiveId" clId="{9BB67EFE-CA73-4D31-92CA-DFD98D1BF03B}" dt="2017-10-16T13:03:43.939" v="1389"/>
        <pc:sldMkLst>
          <pc:docMk/>
          <pc:sldMk cId="2547787745" sldId="263"/>
        </pc:sldMkLst>
        <pc:spChg chg="mod">
          <ac:chgData name="黃國峰" userId="07d7d89e1f669cb9" providerId="LiveId" clId="{9BB67EFE-CA73-4D31-92CA-DFD98D1BF03B}" dt="2017-10-02T06:24:36.416" v="136" actId="20577"/>
          <ac:spMkLst>
            <pc:docMk/>
            <pc:sldMk cId="2547787745" sldId="263"/>
            <ac:spMk id="2" creationId="{3D3AFCEF-A267-4C4A-BA38-A2090545C1AF}"/>
          </ac:spMkLst>
        </pc:spChg>
        <pc:spChg chg="mod">
          <ac:chgData name="黃國峰" userId="07d7d89e1f669cb9" providerId="LiveId" clId="{9BB67EFE-CA73-4D31-92CA-DFD98D1BF03B}" dt="2017-10-16T13:03:43.939" v="1389"/>
          <ac:spMkLst>
            <pc:docMk/>
            <pc:sldMk cId="2547787745" sldId="263"/>
            <ac:spMk id="3" creationId="{EB4C0399-5E06-49A7-A083-C9F8245BABAE}"/>
          </ac:spMkLst>
        </pc:spChg>
      </pc:sldChg>
      <pc:sldChg chg="addSp delSp modSp add">
        <pc:chgData name="黃國峰" userId="07d7d89e1f669cb9" providerId="LiveId" clId="{9BB67EFE-CA73-4D31-92CA-DFD98D1BF03B}" dt="2017-10-16T13:05:37.262" v="1501"/>
        <pc:sldMkLst>
          <pc:docMk/>
          <pc:sldMk cId="1971315224" sldId="264"/>
        </pc:sldMkLst>
        <pc:spChg chg="mod">
          <ac:chgData name="黃國峰" userId="07d7d89e1f669cb9" providerId="LiveId" clId="{9BB67EFE-CA73-4D31-92CA-DFD98D1BF03B}" dt="2017-10-02T07:03:05.705" v="318" actId="20577"/>
          <ac:spMkLst>
            <pc:docMk/>
            <pc:sldMk cId="1971315224" sldId="264"/>
            <ac:spMk id="2" creationId="{064B6A46-DAE2-4B41-A1F5-3F530F27CC7B}"/>
          </ac:spMkLst>
        </pc:spChg>
        <pc:spChg chg="del mod">
          <ac:chgData name="黃國峰" userId="07d7d89e1f669cb9" providerId="LiveId" clId="{9BB67EFE-CA73-4D31-92CA-DFD98D1BF03B}" dt="2017-10-02T07:07:34.275" v="341" actId="14100"/>
          <ac:spMkLst>
            <pc:docMk/>
            <pc:sldMk cId="1971315224" sldId="264"/>
            <ac:spMk id="3" creationId="{2290E6E4-387A-4AD4-B318-6238931DC254}"/>
          </ac:spMkLst>
        </pc:spChg>
        <pc:spChg chg="add del mod">
          <ac:chgData name="黃國峰" userId="07d7d89e1f669cb9" providerId="LiveId" clId="{9BB67EFE-CA73-4D31-92CA-DFD98D1BF03B}" dt="2017-10-16T13:05:37.262" v="1501"/>
          <ac:spMkLst>
            <pc:docMk/>
            <pc:sldMk cId="1971315224" sldId="264"/>
            <ac:spMk id="3" creationId="{C971694E-667A-4E77-A57D-60E27E35D9B0}"/>
          </ac:spMkLst>
        </pc:spChg>
        <pc:picChg chg="add mod">
          <ac:chgData name="黃國峰" userId="07d7d89e1f669cb9" providerId="LiveId" clId="{9BB67EFE-CA73-4D31-92CA-DFD98D1BF03B}" dt="2017-10-16T13:05:06.813" v="1495" actId="14100"/>
          <ac:picMkLst>
            <pc:docMk/>
            <pc:sldMk cId="1971315224" sldId="264"/>
            <ac:picMk id="5" creationId="{6C2C63C4-58AA-43E2-9EEA-F8B970BA64D3}"/>
          </ac:picMkLst>
        </pc:picChg>
      </pc:sldChg>
      <pc:sldChg chg="addSp modSp add">
        <pc:chgData name="黃國峰" userId="07d7d89e1f669cb9" providerId="LiveId" clId="{9BB67EFE-CA73-4D31-92CA-DFD98D1BF03B}" dt="2017-10-02T07:35:10.542" v="374" actId="1076"/>
        <pc:sldMkLst>
          <pc:docMk/>
          <pc:sldMk cId="1938614595" sldId="265"/>
        </pc:sldMkLst>
        <pc:spChg chg="mod">
          <ac:chgData name="黃國峰" userId="07d7d89e1f669cb9" providerId="LiveId" clId="{9BB67EFE-CA73-4D31-92CA-DFD98D1BF03B}" dt="2017-10-02T07:28:35.338" v="348" actId="1076"/>
          <ac:spMkLst>
            <pc:docMk/>
            <pc:sldMk cId="1938614595" sldId="265"/>
            <ac:spMk id="2" creationId="{E5784780-6C8A-4125-B301-9C4D4080FF3B}"/>
          </ac:spMkLst>
        </pc:spChg>
        <pc:spChg chg="mod">
          <ac:chgData name="黃國峰" userId="07d7d89e1f669cb9" providerId="LiveId" clId="{9BB67EFE-CA73-4D31-92CA-DFD98D1BF03B}" dt="2017-10-02T07:34:25.891" v="372" actId="1076"/>
          <ac:spMkLst>
            <pc:docMk/>
            <pc:sldMk cId="1938614595" sldId="265"/>
            <ac:spMk id="3" creationId="{26F60956-81DB-483B-8F82-1142F8752647}"/>
          </ac:spMkLst>
        </pc:spChg>
        <pc:picChg chg="add mod">
          <ac:chgData name="黃國峰" userId="07d7d89e1f669cb9" providerId="LiveId" clId="{9BB67EFE-CA73-4D31-92CA-DFD98D1BF03B}" dt="2017-10-02T07:35:10.542" v="374" actId="1076"/>
          <ac:picMkLst>
            <pc:docMk/>
            <pc:sldMk cId="1938614595" sldId="265"/>
            <ac:picMk id="5" creationId="{93425157-1A90-48CE-97C4-960DF2379BB8}"/>
          </ac:picMkLst>
        </pc:picChg>
      </pc:sldChg>
      <pc:sldChg chg="addSp modSp add">
        <pc:chgData name="黃國峰" userId="07d7d89e1f669cb9" providerId="LiveId" clId="{9BB67EFE-CA73-4D31-92CA-DFD98D1BF03B}" dt="2017-10-16T13:18:39.374" v="1514" actId="14100"/>
        <pc:sldMkLst>
          <pc:docMk/>
          <pc:sldMk cId="315754645" sldId="266"/>
        </pc:sldMkLst>
        <pc:spChg chg="mod">
          <ac:chgData name="黃國峰" userId="07d7d89e1f669cb9" providerId="LiveId" clId="{9BB67EFE-CA73-4D31-92CA-DFD98D1BF03B}" dt="2017-10-02T08:07:53.174" v="376" actId="14100"/>
          <ac:spMkLst>
            <pc:docMk/>
            <pc:sldMk cId="315754645" sldId="266"/>
            <ac:spMk id="2" creationId="{D8B931B0-6E26-43DD-8629-C2F28202BF42}"/>
          </ac:spMkLst>
        </pc:spChg>
        <pc:spChg chg="mod">
          <ac:chgData name="黃國峰" userId="07d7d89e1f669cb9" providerId="LiveId" clId="{9BB67EFE-CA73-4D31-92CA-DFD98D1BF03B}" dt="2017-10-02T08:35:02.100" v="542" actId="14100"/>
          <ac:spMkLst>
            <pc:docMk/>
            <pc:sldMk cId="315754645" sldId="266"/>
            <ac:spMk id="3" creationId="{D5B1EB34-784F-4A1E-9B1A-17C274506342}"/>
          </ac:spMkLst>
        </pc:spChg>
        <pc:picChg chg="add mod">
          <ac:chgData name="黃國峰" userId="07d7d89e1f669cb9" providerId="LiveId" clId="{9BB67EFE-CA73-4D31-92CA-DFD98D1BF03B}" dt="2017-10-16T13:18:39.374" v="1514" actId="14100"/>
          <ac:picMkLst>
            <pc:docMk/>
            <pc:sldMk cId="315754645" sldId="266"/>
            <ac:picMk id="5" creationId="{E3645C1B-0B7B-46BA-8D0E-A1663702B187}"/>
          </ac:picMkLst>
        </pc:picChg>
      </pc:sldChg>
      <pc:sldChg chg="modSp add">
        <pc:chgData name="黃國峰" userId="07d7d89e1f669cb9" providerId="LiveId" clId="{9BB67EFE-CA73-4D31-92CA-DFD98D1BF03B}" dt="2017-10-02T12:26:25.105" v="749" actId="20577"/>
        <pc:sldMkLst>
          <pc:docMk/>
          <pc:sldMk cId="2259238797" sldId="267"/>
        </pc:sldMkLst>
        <pc:spChg chg="mod">
          <ac:chgData name="黃國峰" userId="07d7d89e1f669cb9" providerId="LiveId" clId="{9BB67EFE-CA73-4D31-92CA-DFD98D1BF03B}" dt="2017-10-02T12:26:25.105" v="749" actId="20577"/>
          <ac:spMkLst>
            <pc:docMk/>
            <pc:sldMk cId="2259238797" sldId="267"/>
            <ac:spMk id="2" creationId="{2A88E4F3-4C3C-4397-9902-146F5386996D}"/>
          </ac:spMkLst>
        </pc:spChg>
        <pc:spChg chg="mod">
          <ac:chgData name="黃國峰" userId="07d7d89e1f669cb9" providerId="LiveId" clId="{9BB67EFE-CA73-4D31-92CA-DFD98D1BF03B}" dt="2017-10-02T08:31:57.475" v="531" actId="20577"/>
          <ac:spMkLst>
            <pc:docMk/>
            <pc:sldMk cId="2259238797" sldId="267"/>
            <ac:spMk id="3" creationId="{7A4758CB-7014-495A-B6AB-66B035EC297A}"/>
          </ac:spMkLst>
        </pc:spChg>
      </pc:sldChg>
      <pc:sldChg chg="addSp delSp modSp add">
        <pc:chgData name="黃國峰" userId="07d7d89e1f669cb9" providerId="LiveId" clId="{9BB67EFE-CA73-4D31-92CA-DFD98D1BF03B}" dt="2017-10-16T13:37:51.092" v="1543" actId="14100"/>
        <pc:sldMkLst>
          <pc:docMk/>
          <pc:sldMk cId="1998377602" sldId="268"/>
        </pc:sldMkLst>
        <pc:spChg chg="mod">
          <ac:chgData name="黃國峰" userId="07d7d89e1f669cb9" providerId="LiveId" clId="{9BB67EFE-CA73-4D31-92CA-DFD98D1BF03B}" dt="2017-10-16T13:34:53.698" v="1516" actId="1076"/>
          <ac:spMkLst>
            <pc:docMk/>
            <pc:sldMk cId="1998377602" sldId="268"/>
            <ac:spMk id="2" creationId="{C6CBF0BC-6257-4B32-A1A1-05BED85D8A4F}"/>
          </ac:spMkLst>
        </pc:spChg>
        <pc:spChg chg="del">
          <ac:chgData name="黃國峰" userId="07d7d89e1f669cb9" providerId="LiveId" clId="{9BB67EFE-CA73-4D31-92CA-DFD98D1BF03B}" dt="2017-10-02T09:14:28.174" v="559" actId="1076"/>
          <ac:spMkLst>
            <pc:docMk/>
            <pc:sldMk cId="1998377602" sldId="268"/>
            <ac:spMk id="3" creationId="{3AD1287E-3331-4CB6-B468-DA7D39853FCA}"/>
          </ac:spMkLst>
        </pc:spChg>
        <pc:spChg chg="add del mod">
          <ac:chgData name="黃國峰" userId="07d7d89e1f669cb9" providerId="LiveId" clId="{9BB67EFE-CA73-4D31-92CA-DFD98D1BF03B}" dt="2017-10-02T09:19:25.734" v="566" actId="1076"/>
          <ac:spMkLst>
            <pc:docMk/>
            <pc:sldMk cId="1998377602" sldId="268"/>
            <ac:spMk id="6" creationId="{609E9CA6-A8C9-4FB0-9670-9E38469AC9FC}"/>
          </ac:spMkLst>
        </pc:spChg>
        <pc:picChg chg="add mod">
          <ac:chgData name="黃國峰" userId="07d7d89e1f669cb9" providerId="LiveId" clId="{9BB67EFE-CA73-4D31-92CA-DFD98D1BF03B}" dt="2017-10-16T13:37:51.092" v="1543" actId="14100"/>
          <ac:picMkLst>
            <pc:docMk/>
            <pc:sldMk cId="1998377602" sldId="268"/>
            <ac:picMk id="5" creationId="{B741F3AA-8BE5-4D9F-A8C3-BF8566DB44C7}"/>
          </ac:picMkLst>
        </pc:picChg>
      </pc:sldChg>
      <pc:sldChg chg="modSp add">
        <pc:chgData name="黃國峰" userId="07d7d89e1f669cb9" providerId="LiveId" clId="{9BB67EFE-CA73-4D31-92CA-DFD98D1BF03B}" dt="2017-10-02T10:53:17.493" v="610" actId="1076"/>
        <pc:sldMkLst>
          <pc:docMk/>
          <pc:sldMk cId="170053497" sldId="269"/>
        </pc:sldMkLst>
        <pc:spChg chg="mod">
          <ac:chgData name="黃國峰" userId="07d7d89e1f669cb9" providerId="LiveId" clId="{9BB67EFE-CA73-4D31-92CA-DFD98D1BF03B}" dt="2017-10-02T10:47:33.599" v="573" actId="1076"/>
          <ac:spMkLst>
            <pc:docMk/>
            <pc:sldMk cId="170053497" sldId="269"/>
            <ac:spMk id="2" creationId="{A610FBE6-EA86-4F26-91FE-A562F2B97292}"/>
          </ac:spMkLst>
        </pc:spChg>
        <pc:spChg chg="mod">
          <ac:chgData name="黃國峰" userId="07d7d89e1f669cb9" providerId="LiveId" clId="{9BB67EFE-CA73-4D31-92CA-DFD98D1BF03B}" dt="2017-10-02T10:53:17.493" v="610" actId="1076"/>
          <ac:spMkLst>
            <pc:docMk/>
            <pc:sldMk cId="170053497" sldId="269"/>
            <ac:spMk id="3" creationId="{1BD8EF85-B610-43D5-8FC6-31DC7731A9C5}"/>
          </ac:spMkLst>
        </pc:spChg>
      </pc:sldChg>
      <pc:sldChg chg="modSp add">
        <pc:chgData name="黃國峰" userId="07d7d89e1f669cb9" providerId="LiveId" clId="{9BB67EFE-CA73-4D31-92CA-DFD98D1BF03B}" dt="2017-10-02T12:13:42.236" v="621" actId="1076"/>
        <pc:sldMkLst>
          <pc:docMk/>
          <pc:sldMk cId="3667876608" sldId="270"/>
        </pc:sldMkLst>
        <pc:spChg chg="mod">
          <ac:chgData name="黃國峰" userId="07d7d89e1f669cb9" providerId="LiveId" clId="{9BB67EFE-CA73-4D31-92CA-DFD98D1BF03B}" dt="2017-10-02T12:12:43.322" v="618" actId="1076"/>
          <ac:spMkLst>
            <pc:docMk/>
            <pc:sldMk cId="3667876608" sldId="270"/>
            <ac:spMk id="2" creationId="{CF0DB4C6-1C34-472E-A29D-238066AC3665}"/>
          </ac:spMkLst>
        </pc:spChg>
        <pc:spChg chg="mod">
          <ac:chgData name="黃國峰" userId="07d7d89e1f669cb9" providerId="LiveId" clId="{9BB67EFE-CA73-4D31-92CA-DFD98D1BF03B}" dt="2017-10-02T12:13:42.236" v="621" actId="1076"/>
          <ac:spMkLst>
            <pc:docMk/>
            <pc:sldMk cId="3667876608" sldId="270"/>
            <ac:spMk id="3" creationId="{67359AB8-11F9-41B8-B01C-4BB1E7DC47F6}"/>
          </ac:spMkLst>
        </pc:spChg>
      </pc:sldChg>
      <pc:sldChg chg="addSp delSp modSp add">
        <pc:chgData name="黃國峰" userId="07d7d89e1f669cb9" providerId="LiveId" clId="{9BB67EFE-CA73-4D31-92CA-DFD98D1BF03B}" dt="2017-10-02T12:18:26.832" v="685" actId="1076"/>
        <pc:sldMkLst>
          <pc:docMk/>
          <pc:sldMk cId="4137153657" sldId="271"/>
        </pc:sldMkLst>
        <pc:spChg chg="mod">
          <ac:chgData name="黃國峰" userId="07d7d89e1f669cb9" providerId="LiveId" clId="{9BB67EFE-CA73-4D31-92CA-DFD98D1BF03B}" dt="2017-10-02T12:18:26.832" v="685" actId="1076"/>
          <ac:spMkLst>
            <pc:docMk/>
            <pc:sldMk cId="4137153657" sldId="271"/>
            <ac:spMk id="2" creationId="{ECB1D076-DC83-4435-BC5F-98E59D72CD9F}"/>
          </ac:spMkLst>
        </pc:spChg>
        <pc:spChg chg="mod">
          <ac:chgData name="黃國峰" userId="07d7d89e1f669cb9" providerId="LiveId" clId="{9BB67EFE-CA73-4D31-92CA-DFD98D1BF03B}" dt="2017-10-02T12:17:59.989" v="683" actId="1076"/>
          <ac:spMkLst>
            <pc:docMk/>
            <pc:sldMk cId="4137153657" sldId="271"/>
            <ac:spMk id="3" creationId="{91CBA27C-039F-47A2-9788-E86C40AED012}"/>
          </ac:spMkLst>
        </pc:spChg>
        <pc:spChg chg="add del">
          <ac:chgData name="黃國峰" userId="07d7d89e1f669cb9" providerId="LiveId" clId="{9BB67EFE-CA73-4D31-92CA-DFD98D1BF03B}" dt="2017-10-02T12:14:11.731" v="624" actId="1076"/>
          <ac:spMkLst>
            <pc:docMk/>
            <pc:sldMk cId="4137153657" sldId="271"/>
            <ac:spMk id="4" creationId="{C981B395-672F-471E-9E62-28C4E5C3D6BE}"/>
          </ac:spMkLst>
        </pc:spChg>
      </pc:sldChg>
      <pc:sldChg chg="addSp delSp modSp add">
        <pc:chgData name="黃國峰" userId="07d7d89e1f669cb9" providerId="LiveId" clId="{9BB67EFE-CA73-4D31-92CA-DFD98D1BF03B}" dt="2017-10-02T12:26:04.449" v="736" actId="1076"/>
        <pc:sldMkLst>
          <pc:docMk/>
          <pc:sldMk cId="1208132328" sldId="272"/>
        </pc:sldMkLst>
        <pc:spChg chg="mod">
          <ac:chgData name="黃國峰" userId="07d7d89e1f669cb9" providerId="LiveId" clId="{9BB67EFE-CA73-4D31-92CA-DFD98D1BF03B}" dt="2017-10-02T12:26:04.449" v="736" actId="1076"/>
          <ac:spMkLst>
            <pc:docMk/>
            <pc:sldMk cId="1208132328" sldId="272"/>
            <ac:spMk id="2" creationId="{9A8E713B-C7C3-4A78-9FCB-FAC0D5C6D78C}"/>
          </ac:spMkLst>
        </pc:spChg>
        <pc:spChg chg="mod">
          <ac:chgData name="黃國峰" userId="07d7d89e1f669cb9" providerId="LiveId" clId="{9BB67EFE-CA73-4D31-92CA-DFD98D1BF03B}" dt="2017-10-02T12:20:03.668" v="688" actId="20577"/>
          <ac:spMkLst>
            <pc:docMk/>
            <pc:sldMk cId="1208132328" sldId="272"/>
            <ac:spMk id="3" creationId="{5D82FEC7-973A-4974-831C-CF767AA5C133}"/>
          </ac:spMkLst>
        </pc:spChg>
        <pc:spChg chg="add del mod">
          <ac:chgData name="黃國峰" userId="07d7d89e1f669cb9" providerId="LiveId" clId="{9BB67EFE-CA73-4D31-92CA-DFD98D1BF03B}" dt="2017-10-02T12:24:25.096" v="734" actId="478"/>
          <ac:spMkLst>
            <pc:docMk/>
            <pc:sldMk cId="1208132328" sldId="272"/>
            <ac:spMk id="10" creationId="{464E693F-465B-46CE-BC19-C61F1BEE23B6}"/>
          </ac:spMkLst>
        </pc:spChg>
        <pc:spChg chg="add mod">
          <ac:chgData name="黃國峰" userId="07d7d89e1f669cb9" providerId="LiveId" clId="{9BB67EFE-CA73-4D31-92CA-DFD98D1BF03B}" dt="2017-10-02T12:24:29.413" v="735" actId="1076"/>
          <ac:spMkLst>
            <pc:docMk/>
            <pc:sldMk cId="1208132328" sldId="272"/>
            <ac:spMk id="11" creationId="{399D7C27-64E5-48D1-8C85-0400136F18B3}"/>
          </ac:spMkLst>
        </pc:spChg>
        <pc:picChg chg="add del mod">
          <ac:chgData name="黃國峰" userId="07d7d89e1f669cb9" providerId="LiveId" clId="{9BB67EFE-CA73-4D31-92CA-DFD98D1BF03B}" dt="2017-10-02T12:20:34.425" v="691" actId="478"/>
          <ac:picMkLst>
            <pc:docMk/>
            <pc:sldMk cId="1208132328" sldId="272"/>
            <ac:picMk id="5" creationId="{0AD74904-E666-4469-9572-739A4FF03055}"/>
          </ac:picMkLst>
        </pc:picChg>
        <pc:picChg chg="add mod">
          <ac:chgData name="黃國峰" userId="07d7d89e1f669cb9" providerId="LiveId" clId="{9BB67EFE-CA73-4D31-92CA-DFD98D1BF03B}" dt="2017-10-02T12:23:08.015" v="693" actId="1076"/>
          <ac:picMkLst>
            <pc:docMk/>
            <pc:sldMk cId="1208132328" sldId="272"/>
            <ac:picMk id="7" creationId="{1F656205-84AB-4F2A-BDAA-A51135F0CE93}"/>
          </ac:picMkLst>
        </pc:picChg>
        <pc:picChg chg="add mod">
          <ac:chgData name="黃國峰" userId="07d7d89e1f669cb9" providerId="LiveId" clId="{9BB67EFE-CA73-4D31-92CA-DFD98D1BF03B}" dt="2017-10-02T12:23:21.030" v="696" actId="1076"/>
          <ac:picMkLst>
            <pc:docMk/>
            <pc:sldMk cId="1208132328" sldId="272"/>
            <ac:picMk id="9" creationId="{0DDED78A-1D78-4991-AB23-C757D03AF31F}"/>
          </ac:picMkLst>
        </pc:picChg>
      </pc:sldChg>
      <pc:sldChg chg="modSp add">
        <pc:chgData name="黃國峰" userId="07d7d89e1f669cb9" providerId="LiveId" clId="{9BB67EFE-CA73-4D31-92CA-DFD98D1BF03B}" dt="2017-10-16T15:11:20.554" v="1661"/>
        <pc:sldMkLst>
          <pc:docMk/>
          <pc:sldMk cId="1489413629" sldId="273"/>
        </pc:sldMkLst>
        <pc:spChg chg="mod">
          <ac:chgData name="黃國峰" userId="07d7d89e1f669cb9" providerId="LiveId" clId="{9BB67EFE-CA73-4D31-92CA-DFD98D1BF03B}" dt="2017-10-02T12:34:08.222" v="767" actId="1076"/>
          <ac:spMkLst>
            <pc:docMk/>
            <pc:sldMk cId="1489413629" sldId="273"/>
            <ac:spMk id="2" creationId="{C435A8B7-945D-4B8E-9566-E331F5431157}"/>
          </ac:spMkLst>
        </pc:spChg>
        <pc:spChg chg="mod">
          <ac:chgData name="黃國峰" userId="07d7d89e1f669cb9" providerId="LiveId" clId="{9BB67EFE-CA73-4D31-92CA-DFD98D1BF03B}" dt="2017-10-16T15:11:20.554" v="1661"/>
          <ac:spMkLst>
            <pc:docMk/>
            <pc:sldMk cId="1489413629" sldId="273"/>
            <ac:spMk id="3" creationId="{37EFE64B-3F5F-485C-9B05-BD00913231CB}"/>
          </ac:spMkLst>
        </pc:spChg>
      </pc:sldChg>
      <pc:sldChg chg="modSp add">
        <pc:chgData name="黃國峰" userId="07d7d89e1f669cb9" providerId="LiveId" clId="{9BB67EFE-CA73-4D31-92CA-DFD98D1BF03B}" dt="2017-10-16T15:04:14.808" v="1654"/>
        <pc:sldMkLst>
          <pc:docMk/>
          <pc:sldMk cId="2753417789" sldId="274"/>
        </pc:sldMkLst>
        <pc:spChg chg="mod">
          <ac:chgData name="黃國峰" userId="07d7d89e1f669cb9" providerId="LiveId" clId="{9BB67EFE-CA73-4D31-92CA-DFD98D1BF03B}" dt="2017-10-02T13:10:08.678" v="956" actId="1076"/>
          <ac:spMkLst>
            <pc:docMk/>
            <pc:sldMk cId="2753417789" sldId="274"/>
            <ac:spMk id="2" creationId="{4C2D607F-DBDD-486B-8976-25428580E84F}"/>
          </ac:spMkLst>
        </pc:spChg>
        <pc:spChg chg="mod">
          <ac:chgData name="黃國峰" userId="07d7d89e1f669cb9" providerId="LiveId" clId="{9BB67EFE-CA73-4D31-92CA-DFD98D1BF03B}" dt="2017-10-16T15:04:14.808" v="1654"/>
          <ac:spMkLst>
            <pc:docMk/>
            <pc:sldMk cId="2753417789" sldId="274"/>
            <ac:spMk id="3" creationId="{04BB419F-6B3B-4275-834C-B8A34DEBAE1A}"/>
          </ac:spMkLst>
        </pc:spChg>
      </pc:sldChg>
      <pc:sldChg chg="modSp add ord">
        <pc:chgData name="黃國峰" userId="07d7d89e1f669cb9" providerId="LiveId" clId="{9BB67EFE-CA73-4D31-92CA-DFD98D1BF03B}" dt="2017-10-02T13:15:15.618" v="960" actId="1076"/>
        <pc:sldMkLst>
          <pc:docMk/>
          <pc:sldMk cId="3974577190" sldId="275"/>
        </pc:sldMkLst>
        <pc:spChg chg="mod">
          <ac:chgData name="黃國峰" userId="07d7d89e1f669cb9" providerId="LiveId" clId="{9BB67EFE-CA73-4D31-92CA-DFD98D1BF03B}" dt="2017-10-02T13:08:44.614" v="951" actId="1076"/>
          <ac:spMkLst>
            <pc:docMk/>
            <pc:sldMk cId="3974577190" sldId="275"/>
            <ac:spMk id="2" creationId="{617BEF17-286F-4D09-A404-4C310C49CC95}"/>
          </ac:spMkLst>
        </pc:spChg>
        <pc:spChg chg="mod">
          <ac:chgData name="黃國峰" userId="07d7d89e1f669cb9" providerId="LiveId" clId="{9BB67EFE-CA73-4D31-92CA-DFD98D1BF03B}" dt="2017-10-02T13:08:57.552" v="955" actId="20577"/>
          <ac:spMkLst>
            <pc:docMk/>
            <pc:sldMk cId="3974577190" sldId="275"/>
            <ac:spMk id="3" creationId="{EB8918B9-F8F3-4C0D-B60B-C6D1611F5FEF}"/>
          </ac:spMkLst>
        </pc:spChg>
      </pc:sldChg>
      <pc:sldChg chg="modSp add">
        <pc:chgData name="黃國峰" userId="07d7d89e1f669cb9" providerId="LiveId" clId="{9BB67EFE-CA73-4D31-92CA-DFD98D1BF03B}" dt="2017-10-02T13:22:19.510" v="1004" actId="20577"/>
        <pc:sldMkLst>
          <pc:docMk/>
          <pc:sldMk cId="2726883200" sldId="276"/>
        </pc:sldMkLst>
        <pc:spChg chg="mod">
          <ac:chgData name="黃國峰" userId="07d7d89e1f669cb9" providerId="LiveId" clId="{9BB67EFE-CA73-4D31-92CA-DFD98D1BF03B}" dt="2017-10-02T13:21:58.248" v="997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黃國峰" userId="07d7d89e1f669cb9" providerId="LiveId" clId="{9BB67EFE-CA73-4D31-92CA-DFD98D1BF03B}" dt="2017-10-02T13:22:19.510" v="1004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modSp add">
        <pc:chgData name="黃國峰" userId="07d7d89e1f669cb9" providerId="LiveId" clId="{9BB67EFE-CA73-4D31-92CA-DFD98D1BF03B}" dt="2017-10-16T13:10:50.176" v="1513"/>
        <pc:sldMkLst>
          <pc:docMk/>
          <pc:sldMk cId="3997136249" sldId="277"/>
        </pc:sldMkLst>
        <pc:spChg chg="mod">
          <ac:chgData name="黃國峰" userId="07d7d89e1f669cb9" providerId="LiveId" clId="{9BB67EFE-CA73-4D31-92CA-DFD98D1BF03B}" dt="2017-10-16T12:57:31.827" v="1174"/>
          <ac:spMkLst>
            <pc:docMk/>
            <pc:sldMk cId="3997136249" sldId="277"/>
            <ac:spMk id="2" creationId="{F5FDBC92-4780-43C6-926D-2A51387704DA}"/>
          </ac:spMkLst>
        </pc:spChg>
        <pc:spChg chg="mod">
          <ac:chgData name="黃國峰" userId="07d7d89e1f669cb9" providerId="LiveId" clId="{9BB67EFE-CA73-4D31-92CA-DFD98D1BF03B}" dt="2017-10-16T13:10:50.176" v="1513"/>
          <ac:spMkLst>
            <pc:docMk/>
            <pc:sldMk cId="3997136249" sldId="277"/>
            <ac:spMk id="3" creationId="{E15762F3-D140-4F2D-8F72-B6983BBDDCE0}"/>
          </ac:spMkLst>
        </pc:spChg>
      </pc:sldChg>
      <pc:sldChg chg="modSp add">
        <pc:chgData name="黃國峰" userId="07d7d89e1f669cb9" providerId="LiveId" clId="{9BB67EFE-CA73-4D31-92CA-DFD98D1BF03B}" dt="2017-10-16T13:40:41.709" v="1644"/>
        <pc:sldMkLst>
          <pc:docMk/>
          <pc:sldMk cId="1729265626" sldId="278"/>
        </pc:sldMkLst>
        <pc:spChg chg="mod">
          <ac:chgData name="黃國峰" userId="07d7d89e1f669cb9" providerId="LiveId" clId="{9BB67EFE-CA73-4D31-92CA-DFD98D1BF03B}" dt="2017-10-16T13:36:57.217" v="1518"/>
          <ac:spMkLst>
            <pc:docMk/>
            <pc:sldMk cId="1729265626" sldId="278"/>
            <ac:spMk id="2" creationId="{E15FDEFD-0B13-4256-B056-098B55F043BA}"/>
          </ac:spMkLst>
        </pc:spChg>
        <pc:spChg chg="mod">
          <ac:chgData name="黃國峰" userId="07d7d89e1f669cb9" providerId="LiveId" clId="{9BB67EFE-CA73-4D31-92CA-DFD98D1BF03B}" dt="2017-10-16T13:40:41.709" v="1644"/>
          <ac:spMkLst>
            <pc:docMk/>
            <pc:sldMk cId="1729265626" sldId="278"/>
            <ac:spMk id="3" creationId="{E1684625-8B9F-4E54-8F6F-3843B7868D6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A linear space algorithm for computing a longest common increasing subsequence</a:t>
            </a:r>
            <a:endParaRPr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Yoshifumi Sakai</a:t>
            </a:r>
          </a:p>
          <a:p>
            <a:r>
              <a:rPr lang="en-US" altLang="zh-TW" dirty="0"/>
              <a:t>Information Processing Letters 99 (2006) 203–207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smtClean="0"/>
              <a:t>2017/10/24</a:t>
            </a:r>
            <a:endParaRPr lang="en-US" altLang="zh-TW" sz="1350" dirty="0"/>
          </a:p>
          <a:p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Let X and Y be sequences of integers. A common increasing subsequence of X and Y is an increasing subsequence common to X and Y . In this note, we propose an O(|X|·|Y |)-time and O(|X|+|Y |)-space algorithm for finding one of the longest common increasing subsequences of X and Y , which improves the space complexity of Yang et al. [I.H. Yang, C.P. Huang, K.M. Chao, A fast algorithm for computing a longest common increasing subsequence, Inform. Process. Lett. 93 (2005) 249–253] O(|X|·|Y |)-time and O(|X|·|Y |)-space algorithm, where |X| and |Y | denote the lengths of X and Y , respectively.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A89FDF2-77A9-44DE-ADA0-6890F8B9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A9EF990-D0FA-4C90-9D12-000CB15F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600" dirty="0"/>
              <a:t>X : 2 , 4 , 1 , 3</a:t>
            </a:r>
            <a:r>
              <a:rPr lang="zh-TW" altLang="en-US" sz="2600" dirty="0"/>
              <a:t> </a:t>
            </a:r>
            <a:r>
              <a:rPr lang="en-US" altLang="zh-TW" sz="2600" dirty="0"/>
              <a:t>, 4</a:t>
            </a:r>
            <a:r>
              <a:rPr lang="zh-TW" altLang="en-US" sz="2600" dirty="0"/>
              <a:t>      </a:t>
            </a:r>
            <a:endParaRPr lang="en-US" altLang="zh-TW" sz="2600" dirty="0"/>
          </a:p>
          <a:p>
            <a:pPr marL="0" indent="0">
              <a:buNone/>
            </a:pPr>
            <a:r>
              <a:rPr lang="en-US" altLang="zh-TW" sz="2600" dirty="0"/>
              <a:t>Y : 2</a:t>
            </a:r>
            <a:r>
              <a:rPr lang="zh-TW" altLang="en-US" sz="2600" dirty="0"/>
              <a:t> </a:t>
            </a:r>
            <a:r>
              <a:rPr lang="en-US" altLang="zh-TW" sz="2600" dirty="0"/>
              <a:t>, 3 , 1 , 7</a:t>
            </a:r>
            <a:r>
              <a:rPr lang="zh-TW" altLang="en-US" sz="2600" dirty="0"/>
              <a:t> </a:t>
            </a:r>
            <a:r>
              <a:rPr lang="en-US" altLang="zh-TW" sz="2600" dirty="0"/>
              <a:t>, 2 , 4 , 3 </a:t>
            </a:r>
          </a:p>
          <a:p>
            <a:pPr marL="0" indent="0">
              <a:buNone/>
            </a:pPr>
            <a:endParaRPr lang="en-US" altLang="zh-TW" sz="2600" dirty="0"/>
          </a:p>
          <a:p>
            <a:pPr marL="0" indent="0">
              <a:buNone/>
            </a:pPr>
            <a:r>
              <a:rPr lang="en-US" altLang="zh-TW" sz="2600" dirty="0"/>
              <a:t>X</a:t>
            </a:r>
            <a:r>
              <a:rPr lang="zh-TW" altLang="en-US" sz="2600" dirty="0"/>
              <a:t>的</a:t>
            </a:r>
            <a:r>
              <a:rPr lang="en-US" altLang="zh-TW" sz="2600" dirty="0"/>
              <a:t>IS : </a:t>
            </a:r>
          </a:p>
          <a:p>
            <a:pPr marL="0" indent="0">
              <a:buNone/>
            </a:pPr>
            <a:r>
              <a:rPr lang="en-US" altLang="zh-TW" sz="2600" dirty="0"/>
              <a:t>{1 , 3 , 4}{2 , 3 , 4} </a:t>
            </a:r>
          </a:p>
          <a:p>
            <a:pPr marL="0" indent="0">
              <a:buNone/>
            </a:pPr>
            <a:r>
              <a:rPr lang="en-US" altLang="zh-TW" sz="2600" dirty="0"/>
              <a:t>{3 , 4}{2 , 3}{2 , 4}{1 , 3}{1 , 4}</a:t>
            </a:r>
          </a:p>
          <a:p>
            <a:pPr marL="0" indent="0">
              <a:buNone/>
            </a:pPr>
            <a:r>
              <a:rPr lang="en-US" altLang="zh-TW" sz="2600" dirty="0"/>
              <a:t>{1}{2}{3}{4}</a:t>
            </a:r>
          </a:p>
          <a:p>
            <a:pPr marL="0" indent="0">
              <a:buNone/>
            </a:pPr>
            <a:endParaRPr lang="en-US" altLang="zh-TW" sz="2600" dirty="0"/>
          </a:p>
          <a:p>
            <a:pPr marL="0" indent="0">
              <a:buNone/>
            </a:pPr>
            <a:r>
              <a:rPr lang="en-US" altLang="zh-TW" sz="2600" dirty="0"/>
              <a:t>CIS : {2 , 3 , 4}...{1 , 3}{1 , 4}</a:t>
            </a:r>
            <a:r>
              <a:rPr lang="en-US" altLang="zh-TW" dirty="0"/>
              <a:t> {1}{2}{3}{4}</a:t>
            </a:r>
            <a:endParaRPr lang="en-US" altLang="zh-TW" sz="2600" dirty="0"/>
          </a:p>
          <a:p>
            <a:pPr marL="0" indent="0">
              <a:buNone/>
            </a:pPr>
            <a:r>
              <a:rPr lang="en-US" altLang="zh-TW" sz="2600" dirty="0"/>
              <a:t>LCIS : {2 , 3 , 4}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16CE6A7F-3494-4368-9DFE-D2434AD7B686}"/>
              </a:ext>
            </a:extLst>
          </p:cNvPr>
          <p:cNvSpPr txBox="1"/>
          <p:nvPr/>
        </p:nvSpPr>
        <p:spPr>
          <a:xfrm>
            <a:off x="4437529" y="3114828"/>
            <a:ext cx="45384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Y</a:t>
            </a:r>
            <a:r>
              <a:rPr lang="zh-TW" altLang="en-US" sz="2400" dirty="0"/>
              <a:t>的</a:t>
            </a:r>
            <a:r>
              <a:rPr lang="en-US" altLang="zh-TW" sz="2400" dirty="0"/>
              <a:t>IS : </a:t>
            </a:r>
          </a:p>
          <a:p>
            <a:r>
              <a:rPr lang="en-US" altLang="zh-TW" sz="2400" dirty="0"/>
              <a:t>{1 , 2 , 3}{1 , 2 , 4}{2 , 3 , 4}{2 , 3 , 7}</a:t>
            </a:r>
          </a:p>
          <a:p>
            <a:r>
              <a:rPr lang="en-US" altLang="zh-TW" sz="2400" dirty="0"/>
              <a:t>{1 , 2}{1 , 3} {1 , 4} {1 , 7} {2 , 3}</a:t>
            </a:r>
          </a:p>
          <a:p>
            <a:r>
              <a:rPr lang="en-US" altLang="zh-TW" sz="2400" dirty="0"/>
              <a:t>{2 , 4} {2 , 7} {3 , 4} {3 , 7}</a:t>
            </a:r>
          </a:p>
          <a:p>
            <a:r>
              <a:rPr lang="en-US" altLang="zh-TW" sz="2400" dirty="0"/>
              <a:t>{1}{2}{3}{4}{7}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348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Symbol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0B662F05-00A5-41B8-92FD-C27A6F471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26470"/>
                <a:ext cx="7886700" cy="395021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X : 2 , 4 , 1 , 3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, 4</a:t>
                </a:r>
                <a:r>
                  <a:rPr lang="zh-TW" altLang="en-US" dirty="0"/>
                  <a:t>      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Y : 2 , 3 , 1 , 7 , 2 , 4 , 3 </a:t>
                </a:r>
              </a:p>
              <a:p>
                <a:pPr marL="0" indent="0">
                  <a:buNone/>
                </a:pPr>
                <a:endParaRPr lang="es-ES" altLang="zh-TW" dirty="0"/>
              </a:p>
              <a:p>
                <a:pPr marL="0" indent="0">
                  <a:buNone/>
                </a:pPr>
                <a:r>
                  <a:rPr lang="es-ES" altLang="zh-TW" dirty="0"/>
                  <a:t>K</a:t>
                </a:r>
                <a:r>
                  <a:rPr lang="en-US" altLang="zh-TW" baseline="30000" dirty="0"/>
                  <a:t>5</a:t>
                </a:r>
                <a:r>
                  <a:rPr lang="es-ES" altLang="zh-TW" dirty="0"/>
                  <a:t>[</a:t>
                </a:r>
                <a:r>
                  <a:rPr lang="en-US" altLang="zh-TW" dirty="0"/>
                  <a:t>7</a:t>
                </a:r>
                <a:r>
                  <a:rPr lang="es-ES" altLang="zh-TW" dirty="0"/>
                  <a:t>]</a:t>
                </a:r>
                <a:r>
                  <a:rPr lang="en-US" altLang="zh-TW" dirty="0"/>
                  <a:t>= </a:t>
                </a:r>
                <a:r>
                  <a:rPr lang="es-ES" altLang="zh-TW" dirty="0"/>
                  <a:t>2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TW" dirty="0"/>
                  <a:t>y</a:t>
                </a:r>
                <a:r>
                  <a:rPr lang="en-US" altLang="zh-TW" baseline="-25000" dirty="0"/>
                  <a:t>7 </a:t>
                </a:r>
                <a:r>
                  <a:rPr lang="es-ES" altLang="zh-TW" dirty="0"/>
                  <a:t>=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{x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,…,x</a:t>
                </a:r>
                <a:r>
                  <a:rPr lang="en-US" altLang="zh-TW" baseline="-25000" dirty="0"/>
                  <a:t>5</a:t>
                </a:r>
                <a:r>
                  <a:rPr lang="en-US" altLang="zh-TW" dirty="0"/>
                  <a:t>}{y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,...,y</a:t>
                </a:r>
                <a:r>
                  <a:rPr lang="en-US" altLang="zh-TW" baseline="-25000" dirty="0"/>
                  <a:t>7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找最後面元素為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LCIS</a:t>
                </a:r>
                <a:r>
                  <a:rPr lang="zh-TW" altLang="en-US" dirty="0"/>
                  <a:t>長度</a:t>
                </a:r>
                <a:endParaRPr lang="en-US" altLang="zh-TW" dirty="0"/>
              </a:p>
              <a:p>
                <a:pPr marL="0" indent="0">
                  <a:buNone/>
                </a:pPr>
                <a:endParaRPr lang="es-E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K</a:t>
                </a:r>
                <a:r>
                  <a:rPr lang="en-US" altLang="zh-TW" baseline="-25000" dirty="0"/>
                  <a:t>7</a:t>
                </a:r>
                <a:r>
                  <a:rPr lang="en-US" altLang="zh-TW" dirty="0"/>
                  <a:t>[5]= 3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TW" dirty="0"/>
                  <a:t>x</a:t>
                </a:r>
                <a:r>
                  <a:rPr lang="en-US" altLang="zh-TW" baseline="-25000" dirty="0"/>
                  <a:t>5 </a:t>
                </a:r>
                <a:r>
                  <a:rPr lang="es-ES" altLang="zh-TW" dirty="0"/>
                  <a:t>=</a:t>
                </a:r>
                <a:r>
                  <a:rPr lang="en-US" altLang="zh-TW" dirty="0"/>
                  <a:t>4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{x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,…,x</a:t>
                </a:r>
                <a:r>
                  <a:rPr lang="en-US" altLang="zh-TW" baseline="-25000" dirty="0"/>
                  <a:t>5</a:t>
                </a:r>
                <a:r>
                  <a:rPr lang="en-US" altLang="zh-TW" dirty="0"/>
                  <a:t>}{y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,…,y</a:t>
                </a:r>
                <a:r>
                  <a:rPr lang="en-US" altLang="zh-TW" baseline="-25000" dirty="0"/>
                  <a:t>7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找最後面元素為</a:t>
                </a:r>
                <a:r>
                  <a:rPr lang="en-US" altLang="zh-TW" dirty="0"/>
                  <a:t>4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LCIS</a:t>
                </a:r>
                <a:r>
                  <a:rPr lang="zh-TW" altLang="en-US" dirty="0"/>
                  <a:t>長度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662F05-00A5-41B8-92FD-C27A6F471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26470"/>
                <a:ext cx="7886700" cy="3950211"/>
              </a:xfrm>
              <a:blipFill>
                <a:blip r:embed="rId2"/>
                <a:stretch>
                  <a:fillRect l="-1391" t="-2315"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4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BE23136-9EA0-4FAB-A513-C087268D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Symbol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EAA8A59E-C5B9-43CB-9AF1-941EA4303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26469"/>
                <a:ext cx="7886700" cy="34759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600" dirty="0"/>
                  <a:t>X : 2 , 4 , 1 , 3</a:t>
                </a:r>
                <a:r>
                  <a:rPr lang="zh-TW" altLang="en-US" sz="2600" dirty="0"/>
                  <a:t> </a:t>
                </a:r>
                <a:r>
                  <a:rPr lang="en-US" altLang="zh-TW" sz="2600" dirty="0"/>
                  <a:t>, 4</a:t>
                </a:r>
                <a:r>
                  <a:rPr lang="zh-TW" altLang="en-US" sz="2600" dirty="0"/>
                  <a:t>      </a:t>
                </a: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/>
                  <a:t>Y : 2 , 3 , 1 , 7 , 2 , 4 , 3 </a:t>
                </a:r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600" i="1" dirty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altLang="zh-TW" sz="2600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altLang="zh-TW" sz="2600" dirty="0"/>
                  <a:t>[2]= 3</a:t>
                </a:r>
                <a:r>
                  <a:rPr lang="zh-TW" altLang="en-US" sz="2600" dirty="0"/>
                  <a:t> </a:t>
                </a: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/>
                  <a:t>{x</a:t>
                </a:r>
                <a:r>
                  <a:rPr lang="en-US" altLang="zh-TW" sz="2600" baseline="-25000" dirty="0"/>
                  <a:t>1</a:t>
                </a:r>
                <a:r>
                  <a:rPr lang="en-US" altLang="zh-TW" sz="2600" dirty="0"/>
                  <a:t>,…,x</a:t>
                </a:r>
                <a:r>
                  <a:rPr lang="en-US" altLang="zh-TW" sz="2600" baseline="-25000" dirty="0"/>
                  <a:t>5</a:t>
                </a:r>
                <a:r>
                  <a:rPr lang="en-US" altLang="zh-TW" sz="2600" dirty="0"/>
                  <a:t>}</a:t>
                </a:r>
                <a:r>
                  <a:rPr lang="zh-TW" altLang="en-US" sz="2600" dirty="0"/>
                  <a:t> </a:t>
                </a:r>
                <a:r>
                  <a:rPr lang="en-US" altLang="zh-TW" sz="2600" dirty="0"/>
                  <a:t>{ y</a:t>
                </a:r>
                <a:r>
                  <a:rPr lang="en-US" altLang="zh-TW" sz="2600" baseline="-25000" dirty="0"/>
                  <a:t>1</a:t>
                </a:r>
                <a:r>
                  <a:rPr lang="en-US" altLang="zh-TW" sz="2600" dirty="0"/>
                  <a:t>,…,y</a:t>
                </a:r>
                <a:r>
                  <a:rPr lang="en-US" altLang="zh-TW" sz="2600" baseline="-25000" dirty="0"/>
                  <a:t>7</a:t>
                </a:r>
                <a:r>
                  <a:rPr lang="en-US" altLang="zh-TW" sz="2600" dirty="0"/>
                  <a:t>}</a:t>
                </a:r>
                <a:r>
                  <a:rPr lang="zh-TW" altLang="en-US" sz="2600" dirty="0"/>
                  <a:t>中長度為</a:t>
                </a:r>
                <a:r>
                  <a:rPr lang="en-US" altLang="zh-TW" sz="2600" dirty="0"/>
                  <a:t>2</a:t>
                </a:r>
                <a:r>
                  <a:rPr lang="zh-TW" altLang="en-US" sz="2600" dirty="0"/>
                  <a:t>的</a:t>
                </a:r>
                <a:r>
                  <a:rPr lang="en-US" altLang="zh-TW" sz="2600" dirty="0"/>
                  <a:t>CIS:</a:t>
                </a:r>
                <a:r>
                  <a:rPr lang="zh-TW" altLang="en-US" sz="2600" dirty="0"/>
                  <a:t> </a:t>
                </a:r>
                <a:r>
                  <a:rPr lang="en-US" altLang="zh-TW" sz="2600" dirty="0"/>
                  <a:t>{1,3}</a:t>
                </a:r>
                <a:r>
                  <a:rPr lang="zh-TW" altLang="en-US" sz="2600" dirty="0"/>
                  <a:t> </a:t>
                </a:r>
                <a:r>
                  <a:rPr lang="en-US" altLang="zh-TW" sz="2600" dirty="0"/>
                  <a:t>{1,4} {2,3} {2,4}</a:t>
                </a:r>
              </a:p>
              <a:p>
                <a:pPr marL="0" indent="0">
                  <a:buNone/>
                </a:pPr>
                <a:r>
                  <a:rPr lang="en-US" altLang="zh-TW" sz="2600" dirty="0"/>
                  <a:t>{3,4}</a:t>
                </a:r>
                <a:r>
                  <a:rPr lang="zh-TW" altLang="en-US" sz="2600" dirty="0"/>
                  <a:t>中取最小的一個尾元素</a:t>
                </a:r>
                <a:endParaRPr lang="en-US" altLang="zh-TW" sz="2600" dirty="0"/>
              </a:p>
              <a:p>
                <a:pPr marL="0" indent="0">
                  <a:buNone/>
                </a:pPr>
                <a:endParaRPr lang="es-ES" altLang="zh-TW" sz="26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AA8A59E-C5B9-43CB-9AF1-941EA4303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26469"/>
                <a:ext cx="7886700" cy="3475914"/>
              </a:xfrm>
              <a:blipFill>
                <a:blip r:embed="rId2"/>
                <a:stretch>
                  <a:fillRect l="-1391" t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13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6FE9784-9829-4608-9BBE-0102CF76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1E15C2D7-2053-4D67-B9DE-E761DD804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26471"/>
                <a:ext cx="7886700" cy="326350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1800" dirty="0"/>
                  <a:t>X : 4 , 1 , 3</a:t>
                </a:r>
              </a:p>
              <a:p>
                <a:pPr marL="0" indent="0">
                  <a:buNone/>
                </a:pPr>
                <a:r>
                  <a:rPr lang="en-US" altLang="zh-TW" sz="1800" dirty="0"/>
                  <a:t>Y : 3 , 1 , 7, 2 ,4 ,3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TW" sz="1800" dirty="0"/>
                  <a:t> :</a:t>
                </a:r>
                <a:r>
                  <a:rPr lang="zh-TW" altLang="en-US" sz="1800" dirty="0"/>
                  <a:t>表示目前只有用到</a:t>
                </a:r>
                <a:r>
                  <a:rPr lang="en-US" altLang="zh-TW" sz="1800" dirty="0"/>
                  <a:t>{x</a:t>
                </a:r>
                <a:r>
                  <a:rPr lang="en-US" altLang="zh-TW" sz="1800" baseline="-25000" dirty="0"/>
                  <a:t>1</a:t>
                </a:r>
                <a:r>
                  <a:rPr lang="en-US" altLang="zh-TW" sz="1800" dirty="0"/>
                  <a:t>,…,x</a:t>
                </a:r>
                <a:r>
                  <a:rPr lang="en-US" altLang="zh-TW" sz="1800" baseline="-25000" dirty="0"/>
                  <a:t>i</a:t>
                </a:r>
                <a:r>
                  <a:rPr lang="en-US" altLang="zh-TW" sz="1800" dirty="0"/>
                  <a:t>}{ y</a:t>
                </a:r>
                <a:r>
                  <a:rPr lang="en-US" altLang="zh-TW" sz="1800" baseline="-25000" dirty="0"/>
                  <a:t>1</a:t>
                </a:r>
                <a:r>
                  <a:rPr lang="en-US" altLang="zh-TW" sz="1800" dirty="0"/>
                  <a:t>,...,</a:t>
                </a:r>
                <a:r>
                  <a:rPr lang="en-US" altLang="zh-TW" sz="1800" dirty="0" err="1"/>
                  <a:t>y</a:t>
                </a:r>
                <a:r>
                  <a:rPr lang="en-US" altLang="zh-TW" sz="1800" baseline="-25000" dirty="0" err="1"/>
                  <a:t>j</a:t>
                </a:r>
                <a:r>
                  <a:rPr lang="en-US" altLang="zh-TW" sz="1800" dirty="0"/>
                  <a:t>}</a:t>
                </a:r>
                <a:r>
                  <a:rPr lang="zh-TW" altLang="en-US" sz="1800" dirty="0"/>
                  <a:t>，共</a:t>
                </a:r>
                <a:r>
                  <a:rPr lang="en-US" altLang="zh-TW" sz="1800" dirty="0"/>
                  <a:t>2|X|+1</a:t>
                </a:r>
                <a:r>
                  <a:rPr lang="zh-TW" altLang="en-US" sz="1800" dirty="0"/>
                  <a:t>個值。</a:t>
                </a:r>
                <a:endParaRPr lang="en-US" altLang="zh-TW" sz="1350" dirty="0"/>
              </a:p>
              <a:p>
                <a:pPr marL="0" indent="0">
                  <a:buNone/>
                </a:pPr>
                <a:r>
                  <a:rPr lang="es-ES" altLang="zh-TW" sz="1800" dirty="0"/>
                  <a:t>        K</a:t>
                </a:r>
                <a:r>
                  <a:rPr lang="en-US" altLang="zh-TW" sz="1800" baseline="30000" dirty="0" err="1"/>
                  <a:t>i</a:t>
                </a:r>
                <a:r>
                  <a:rPr lang="es-ES" altLang="zh-TW" sz="1800" dirty="0"/>
                  <a:t>[</a:t>
                </a:r>
                <a:r>
                  <a:rPr lang="en-US" altLang="zh-TW" sz="1800" dirty="0"/>
                  <a:t>j</a:t>
                </a:r>
                <a:r>
                  <a:rPr lang="es-ES" altLang="zh-TW" sz="1800" dirty="0"/>
                  <a:t>]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	    </a:t>
                </a:r>
                <a:r>
                  <a:rPr lang="en-US" altLang="zh-TW" sz="1800" dirty="0" err="1">
                    <a:solidFill>
                      <a:schemeClr val="accent1"/>
                    </a:solidFill>
                  </a:rPr>
                  <a:t>K</a:t>
                </a:r>
                <a:r>
                  <a:rPr lang="en-US" altLang="zh-TW" sz="1800" baseline="-25000" dirty="0" err="1">
                    <a:solidFill>
                      <a:schemeClr val="accent1"/>
                    </a:solidFill>
                  </a:rPr>
                  <a:t>j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[</a:t>
                </a:r>
                <a:r>
                  <a:rPr lang="en-US" altLang="zh-TW" sz="1800" dirty="0" err="1">
                    <a:solidFill>
                      <a:schemeClr val="accent1"/>
                    </a:solidFill>
                  </a:rPr>
                  <a:t>i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]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18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TW" sz="1800" dirty="0">
                    <a:solidFill>
                      <a:schemeClr val="accent2"/>
                    </a:solidFill>
                  </a:rPr>
                  <a:t>[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K</a:t>
                </a:r>
                <a:r>
                  <a:rPr lang="en-US" altLang="zh-TW" sz="1800" baseline="-25000" dirty="0">
                    <a:solidFill>
                      <a:schemeClr val="accent1"/>
                    </a:solidFill>
                  </a:rPr>
                  <a:t>j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[i]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]</a:t>
                </a:r>
                <a:endParaRPr lang="en-US" altLang="zh-TW" sz="18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0 , 0 , 0 ,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∞ , ∞ , ∞</a:t>
                </a:r>
                <a:r>
                  <a:rPr lang="en-US" altLang="zh-TW" sz="1800" dirty="0"/>
                  <a:t>&gt;</a:t>
                </a:r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0 , 0 , 0 ,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∞ , ∞ , ∞</a:t>
                </a:r>
                <a:r>
                  <a:rPr lang="en-US" altLang="zh-TW" sz="1800" dirty="0"/>
                  <a:t>&gt;</a:t>
                </a:r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0 , 0 , 0 ,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∞ , ∞ , ∞</a:t>
                </a:r>
                <a:r>
                  <a:rPr lang="en-US" altLang="zh-TW" sz="1800" dirty="0"/>
                  <a:t>&gt;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15C2D7-2053-4D67-B9DE-E761DD804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26471"/>
                <a:ext cx="7886700" cy="3263504"/>
              </a:xfrm>
              <a:blipFill>
                <a:blip r:embed="rId2"/>
                <a:stretch>
                  <a:fillRect l="-618" t="-2425" b="-5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FE86E539-A660-4CC4-AC3D-1ADA7FF8E94D}"/>
              </a:ext>
            </a:extLst>
          </p:cNvPr>
          <p:cNvCxnSpPr>
            <a:cxnSpLocks/>
          </p:cNvCxnSpPr>
          <p:nvPr/>
        </p:nvCxnSpPr>
        <p:spPr>
          <a:xfrm>
            <a:off x="1305430" y="3998361"/>
            <a:ext cx="0" cy="372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376170C1-6F82-4B89-B3DA-3DB009135B18}"/>
              </a:ext>
            </a:extLst>
          </p:cNvPr>
          <p:cNvCxnSpPr>
            <a:cxnSpLocks/>
          </p:cNvCxnSpPr>
          <p:nvPr/>
        </p:nvCxnSpPr>
        <p:spPr>
          <a:xfrm>
            <a:off x="1597636" y="3998362"/>
            <a:ext cx="0" cy="372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0F0D9A83-5680-428A-AF36-57A47A205CFB}"/>
              </a:ext>
            </a:extLst>
          </p:cNvPr>
          <p:cNvCxnSpPr>
            <a:cxnSpLocks/>
          </p:cNvCxnSpPr>
          <p:nvPr/>
        </p:nvCxnSpPr>
        <p:spPr>
          <a:xfrm>
            <a:off x="2286995" y="3998361"/>
            <a:ext cx="0" cy="4123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xmlns="" id="{651C9504-1A73-458B-8354-82ED2BCDB50A}"/>
              </a:ext>
            </a:extLst>
          </p:cNvPr>
          <p:cNvCxnSpPr>
            <a:cxnSpLocks/>
          </p:cNvCxnSpPr>
          <p:nvPr/>
        </p:nvCxnSpPr>
        <p:spPr>
          <a:xfrm>
            <a:off x="1881226" y="4658418"/>
            <a:ext cx="0" cy="415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2CEF0405-DD01-42D1-B6B8-CBC66F59291B}"/>
              </a:ext>
            </a:extLst>
          </p:cNvPr>
          <p:cNvCxnSpPr>
            <a:cxnSpLocks/>
          </p:cNvCxnSpPr>
          <p:nvPr/>
        </p:nvCxnSpPr>
        <p:spPr>
          <a:xfrm>
            <a:off x="1305430" y="4658418"/>
            <a:ext cx="0" cy="415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xmlns="" id="{12DB25D2-AA78-4BAF-A92A-58BA0B866165}"/>
              </a:ext>
            </a:extLst>
          </p:cNvPr>
          <p:cNvCxnSpPr>
            <a:cxnSpLocks/>
          </p:cNvCxnSpPr>
          <p:nvPr/>
        </p:nvCxnSpPr>
        <p:spPr>
          <a:xfrm>
            <a:off x="2296457" y="4676847"/>
            <a:ext cx="0" cy="3971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798333FF-FC2F-454B-954B-2D59089C1448}"/>
              </a:ext>
            </a:extLst>
          </p:cNvPr>
          <p:cNvCxnSpPr>
            <a:cxnSpLocks/>
          </p:cNvCxnSpPr>
          <p:nvPr/>
        </p:nvCxnSpPr>
        <p:spPr>
          <a:xfrm flipV="1">
            <a:off x="833157" y="3471542"/>
            <a:ext cx="25997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14D403AE-FAC8-4945-BC12-60902B3CD17F}"/>
              </a:ext>
            </a:extLst>
          </p:cNvPr>
          <p:cNvCxnSpPr>
            <a:cxnSpLocks/>
          </p:cNvCxnSpPr>
          <p:nvPr/>
        </p:nvCxnSpPr>
        <p:spPr>
          <a:xfrm flipV="1">
            <a:off x="1513673" y="3471542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89A34BDB-02EC-4DBD-A157-6040DEED04A9}"/>
              </a:ext>
            </a:extLst>
          </p:cNvPr>
          <p:cNvCxnSpPr>
            <a:cxnSpLocks/>
          </p:cNvCxnSpPr>
          <p:nvPr/>
        </p:nvCxnSpPr>
        <p:spPr>
          <a:xfrm flipV="1">
            <a:off x="2232646" y="3462579"/>
            <a:ext cx="295835" cy="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40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21B25F9-F16B-4E9A-BB74-7464FE61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4A9983C3-CF8A-431A-9F61-B0B5C7EE4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1800" dirty="0"/>
                  <a:t>X : 4 , 1 , 3</a:t>
                </a:r>
              </a:p>
              <a:p>
                <a:pPr marL="0" indent="0">
                  <a:buNone/>
                </a:pPr>
                <a:r>
                  <a:rPr lang="en-US" altLang="zh-TW" sz="1800" dirty="0"/>
                  <a:t>Y : 3 , 1 , 7, 2 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4 ,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3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0 , 0 , 0 ,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∞ , ∞ , ∞</a:t>
                </a:r>
                <a:r>
                  <a:rPr lang="en-US" altLang="zh-TW" sz="1800" dirty="0"/>
                  <a:t>&gt;</a:t>
                </a:r>
              </a:p>
              <a:p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&lt;1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0 , 0 , 1 ,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3 , ∞ , ∞</a:t>
                </a:r>
                <a:r>
                  <a:rPr lang="en-US" altLang="zh-TW" sz="1800" dirty="0"/>
                  <a:t>&gt;</a:t>
                </a:r>
              </a:p>
              <a:p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0 , 0 , 1 ,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∞ , ∞ , ∞</a:t>
                </a:r>
                <a:r>
                  <a:rPr lang="en-US" altLang="zh-TW" sz="1800" dirty="0"/>
                  <a:t>&gt;</a:t>
                </a:r>
              </a:p>
              <a:p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1 , 1 , 1 ,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4 , ∞ , ∞</a:t>
                </a:r>
                <a:r>
                  <a:rPr lang="en-US" altLang="zh-TW" sz="1800" dirty="0"/>
                  <a:t>&gt;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A9983C3-CF8A-431A-9F61-B0B5C7EE4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A124E8AD-9AC6-440B-8D9F-FFF291CEBFB0}"/>
              </a:ext>
            </a:extLst>
          </p:cNvPr>
          <p:cNvSpPr txBox="1"/>
          <p:nvPr/>
        </p:nvSpPr>
        <p:spPr>
          <a:xfrm>
            <a:off x="716957" y="4505271"/>
            <a:ext cx="392415" cy="29912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sz="1350" dirty="0"/>
              <a:t>…..</a:t>
            </a:r>
            <a:endParaRPr lang="zh-TW" altLang="en-US" sz="1350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91474ADE-6886-4451-9B31-184E902F7672}"/>
              </a:ext>
            </a:extLst>
          </p:cNvPr>
          <p:cNvCxnSpPr>
            <a:cxnSpLocks/>
          </p:cNvCxnSpPr>
          <p:nvPr/>
        </p:nvCxnSpPr>
        <p:spPr>
          <a:xfrm flipH="1">
            <a:off x="1344646" y="2850776"/>
            <a:ext cx="1134185" cy="502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2DB9D27B-336C-47A0-8B54-D9E048D3B5F3}"/>
              </a:ext>
            </a:extLst>
          </p:cNvPr>
          <p:cNvCxnSpPr>
            <a:cxnSpLocks/>
          </p:cNvCxnSpPr>
          <p:nvPr/>
        </p:nvCxnSpPr>
        <p:spPr>
          <a:xfrm>
            <a:off x="1524000" y="3484374"/>
            <a:ext cx="537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xmlns="" id="{589C65A3-F196-40EB-B22B-482C8813C953}"/>
              </a:ext>
            </a:extLst>
          </p:cNvPr>
          <p:cNvCxnSpPr>
            <a:cxnSpLocks/>
          </p:cNvCxnSpPr>
          <p:nvPr/>
        </p:nvCxnSpPr>
        <p:spPr>
          <a:xfrm>
            <a:off x="1658471" y="2124635"/>
            <a:ext cx="820360" cy="122816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331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8D92C2F-DAE8-444A-BEF6-5C3A615E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EBD01562-1102-4B68-8898-8C16A3BABD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1800" dirty="0"/>
                  <a:t>X : 4 , 1 , 3</a:t>
                </a:r>
              </a:p>
              <a:p>
                <a:pPr marL="0" indent="0">
                  <a:buNone/>
                </a:pPr>
                <a:r>
                  <a:rPr lang="en-US" altLang="zh-TW" sz="1800" dirty="0"/>
                  <a:t>Y : 3 , 1 , 7, 2 ,4 ,3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1 , 1 , 1 ,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4 , ∞ , ∞</a:t>
                </a:r>
                <a:r>
                  <a:rPr lang="en-US" altLang="zh-TW" sz="1800" dirty="0"/>
                  <a:t>&gt;</a:t>
                </a:r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&lt;0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1 , 1 , 1 ,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1 , ∞ , ∞</a:t>
                </a:r>
                <a:r>
                  <a:rPr lang="en-US" altLang="zh-TW" sz="1800" dirty="0"/>
                  <a:t>&gt;</a:t>
                </a:r>
              </a:p>
              <a:p>
                <a:endParaRPr lang="en-US" altLang="zh-TW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altLang="zh-TW" sz="1800" dirty="0"/>
                  <a:t> : &lt;2 , </a:t>
                </a:r>
                <a:r>
                  <a:rPr lang="en-US" altLang="zh-TW" sz="1800" dirty="0">
                    <a:solidFill>
                      <a:schemeClr val="accent1"/>
                    </a:solidFill>
                  </a:rPr>
                  <a:t>1 , 1 , 2 , </a:t>
                </a:r>
                <a:r>
                  <a:rPr lang="en-US" altLang="zh-TW" sz="1800" dirty="0">
                    <a:solidFill>
                      <a:schemeClr val="accent2"/>
                    </a:solidFill>
                  </a:rPr>
                  <a:t>1 , 3 , ∞</a:t>
                </a:r>
                <a:r>
                  <a:rPr lang="en-US" altLang="zh-TW" sz="1800" dirty="0"/>
                  <a:t>&gt;</a:t>
                </a:r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r>
                  <a:rPr lang="zh-TW" altLang="en-US" sz="1800" dirty="0"/>
                  <a:t>長度為</a:t>
                </a:r>
                <a:r>
                  <a:rPr lang="en-US" altLang="zh-TW" sz="1800" dirty="0"/>
                  <a:t>2</a:t>
                </a:r>
                <a:r>
                  <a:rPr lang="zh-TW" altLang="en-US" sz="1800" dirty="0"/>
                  <a:t>的</a:t>
                </a:r>
                <a:r>
                  <a:rPr lang="en-US" altLang="zh-TW" sz="1800" dirty="0"/>
                  <a:t>CIS</a:t>
                </a:r>
                <a:r>
                  <a:rPr lang="zh-TW" altLang="en-US" sz="1800" dirty="0"/>
                  <a:t>中最小的尾元素為</a:t>
                </a:r>
                <a:r>
                  <a:rPr lang="en-US" altLang="zh-TW" sz="1800" dirty="0"/>
                  <a:t>3</a:t>
                </a:r>
              </a:p>
              <a:p>
                <a:r>
                  <a:rPr lang="zh-TW" altLang="en-US" sz="1800" dirty="0"/>
                  <a:t>所求</a:t>
                </a:r>
                <a:r>
                  <a:rPr lang="en-US" altLang="zh-TW" sz="1800" dirty="0"/>
                  <a:t>LCIS</a:t>
                </a:r>
                <a:r>
                  <a:rPr lang="zh-TW" altLang="en-US" sz="1800" dirty="0"/>
                  <a:t>為</a:t>
                </a:r>
                <a:r>
                  <a:rPr lang="en-US" altLang="zh-TW" sz="1800" dirty="0"/>
                  <a:t>{1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 3}</a:t>
                </a:r>
                <a:endParaRPr lang="zh-TW" altLang="en-US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BD01562-1102-4B68-8898-8C16A3BABD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xmlns="" id="{C40704AB-BC37-4DBB-AA66-59A59190FC0F}"/>
              </a:ext>
            </a:extLst>
          </p:cNvPr>
          <p:cNvCxnSpPr>
            <a:cxnSpLocks/>
          </p:cNvCxnSpPr>
          <p:nvPr/>
        </p:nvCxnSpPr>
        <p:spPr>
          <a:xfrm>
            <a:off x="1320800" y="2894733"/>
            <a:ext cx="0" cy="431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9C71A165-F841-463C-823F-002DC5CEDC39}"/>
              </a:ext>
            </a:extLst>
          </p:cNvPr>
          <p:cNvCxnSpPr>
            <a:cxnSpLocks/>
          </p:cNvCxnSpPr>
          <p:nvPr/>
        </p:nvCxnSpPr>
        <p:spPr>
          <a:xfrm>
            <a:off x="1889428" y="2894733"/>
            <a:ext cx="0" cy="431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7BABB879-B4C1-4AAA-ACD9-90F193CF9D65}"/>
              </a:ext>
            </a:extLst>
          </p:cNvPr>
          <p:cNvCxnSpPr>
            <a:cxnSpLocks/>
          </p:cNvCxnSpPr>
          <p:nvPr/>
        </p:nvCxnSpPr>
        <p:spPr>
          <a:xfrm>
            <a:off x="1416424" y="2151529"/>
            <a:ext cx="1057835" cy="11743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1F0F3E1A-D595-4B43-BBBF-58BC8B6BB4E2}"/>
              </a:ext>
            </a:extLst>
          </p:cNvPr>
          <p:cNvCxnSpPr>
            <a:cxnSpLocks/>
          </p:cNvCxnSpPr>
          <p:nvPr/>
        </p:nvCxnSpPr>
        <p:spPr>
          <a:xfrm flipH="1">
            <a:off x="1320800" y="3714752"/>
            <a:ext cx="1423436" cy="409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AAC32479-47CD-4A0D-B6B7-9341A2C662B9}"/>
              </a:ext>
            </a:extLst>
          </p:cNvPr>
          <p:cNvCxnSpPr>
            <a:cxnSpLocks/>
          </p:cNvCxnSpPr>
          <p:nvPr/>
        </p:nvCxnSpPr>
        <p:spPr>
          <a:xfrm>
            <a:off x="2174292" y="3621741"/>
            <a:ext cx="0" cy="502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854253C2-ACDF-429C-AE17-AECE2D4CD70A}"/>
              </a:ext>
            </a:extLst>
          </p:cNvPr>
          <p:cNvCxnSpPr>
            <a:cxnSpLocks/>
          </p:cNvCxnSpPr>
          <p:nvPr/>
        </p:nvCxnSpPr>
        <p:spPr>
          <a:xfrm>
            <a:off x="1699878" y="2151530"/>
            <a:ext cx="1044358" cy="197223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47ACCF99-7008-47BB-8BA8-013D5AD23009}"/>
              </a:ext>
            </a:extLst>
          </p:cNvPr>
          <p:cNvCxnSpPr>
            <a:cxnSpLocks/>
          </p:cNvCxnSpPr>
          <p:nvPr/>
        </p:nvCxnSpPr>
        <p:spPr>
          <a:xfrm>
            <a:off x="2744236" y="4417326"/>
            <a:ext cx="0" cy="338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94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3AFF5FF-B920-46EE-97CB-40023C89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5A797CEA-BC72-4337-A06C-84E00B5A7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 O(|X|)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zh-TW" dirty="0"/>
                  <a:t> : O(|X|·|Y|)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/>
                  <a:t>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en-US" altLang="zh-TW" dirty="0"/>
                  <a:t> : O(|X|·|Y|)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Total : O(|X|·|Y|)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797CEA-BC72-4337-A06C-84E00B5A7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761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5AA9E55-281B-4383-81C3-1824C669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4A836D53-DEE4-409B-A5B2-9676F0494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 O(|X|)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修改了</m:t>
                    </m:r>
                    <m:sSubSup>
                      <m:sSubSupPr>
                        <m:ctrlPr>
                          <a:rPr lang="en-US" altLang="zh-TW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chemeClr val="accent2"/>
                    </a:solidFill>
                  </a:rPr>
                  <a:t>[1]~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chemeClr val="accent2"/>
                    </a:solidFill>
                  </a:rPr>
                  <a:t>[|X|]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O(|X|)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每次</a:t>
                </a:r>
                <a:r>
                  <a:rPr lang="en-US" altLang="zh-TW" dirty="0"/>
                  <a:t>O(|X|)</a:t>
                </a:r>
                <a:r>
                  <a:rPr lang="zh-TW" altLang="en-US" dirty="0"/>
                  <a:t>，共</a:t>
                </a:r>
                <a:r>
                  <a:rPr lang="en-US" altLang="zh-TW" dirty="0"/>
                  <a:t>Y</a:t>
                </a:r>
                <a:r>
                  <a:rPr lang="zh-TW" altLang="en-US" dirty="0"/>
                  <a:t>次，所以</a:t>
                </a:r>
                <a:r>
                  <a:rPr lang="en-US" altLang="zh-TW" dirty="0"/>
                  <a:t>O(|X|·|Y|) 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/>
                  <a:t>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each: O(K</a:t>
                </a:r>
                <a:r>
                  <a:rPr lang="en-US" altLang="zh-TW" baseline="30000" dirty="0"/>
                  <a:t>x</a:t>
                </a:r>
                <a:r>
                  <a:rPr lang="en-US" altLang="zh-TW" dirty="0"/>
                  <a:t>[y]-K</a:t>
                </a:r>
                <a:r>
                  <a:rPr lang="en-US" altLang="zh-TW" baseline="30000" dirty="0"/>
                  <a:t>x-1</a:t>
                </a:r>
                <a:r>
                  <a:rPr lang="en-US" altLang="zh-TW" dirty="0"/>
                  <a:t>[y]+1)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For each 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|Y|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can be obtained 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in </a:t>
                </a:r>
                <a:r>
                  <a:rPr lang="en-US" altLang="zh-TW" dirty="0"/>
                  <a:t>O(|X|)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/>
                  <a:t>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/>
                  <a:t>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+….+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/>
                  <a:t>~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=|X|+…|X|=</a:t>
                </a:r>
                <a:r>
                  <a:rPr lang="en-US" altLang="zh-TW" dirty="0"/>
                  <a:t> O(|X|·|Y|) </a:t>
                </a:r>
                <a:endParaRPr lang="en-US" altLang="zh-TW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A836D53-DEE4-409B-A5B2-9676F0494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117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053A8BD-7F53-4740-9EE0-B93018F5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Space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37EC598A-690A-4C53-9BAA-D178A29C6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/>
                  <a:t>每次只會用到一個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TW" altLang="en-US" dirty="0"/>
                  <a:t>的空間，所以只花</a:t>
                </a:r>
                <a:r>
                  <a:rPr lang="en-US" altLang="zh-TW" dirty="0"/>
                  <a:t>2|X|+1</a:t>
                </a:r>
                <a:r>
                  <a:rPr lang="zh-TW" altLang="en-US" dirty="0"/>
                  <a:t>的空間，</a:t>
                </a:r>
                <a:r>
                  <a:rPr lang="en-US" altLang="zh-TW" dirty="0"/>
                  <a:t>Space complexity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O(|X|+|Y|)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7EC598A-690A-4C53-9BAA-D178A29C6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88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17BEF17-286F-4D09-A404-4C310C49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Theorem 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B8918B9-F8F3-4C0D-B60B-C6D1611F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For any integer sequences, X and Y , and any integers, l and u, one of the longest (X, Y</a:t>
            </a:r>
            <a:r>
              <a:rPr lang="zh-TW" altLang="en-US" dirty="0"/>
              <a:t> </a:t>
            </a:r>
            <a:r>
              <a:rPr lang="en-US" altLang="zh-TW" dirty="0"/>
              <a:t>, l , u)-CISs can be computed in O(|X|·|Y|) time and O(|X|+|Y|) space.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457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1369</TotalTime>
  <Words>604</Words>
  <Application>Microsoft Office PowerPoint</Application>
  <PresentationFormat>如螢幕大小 (4:3)</PresentationFormat>
  <Paragraphs>100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Office 佈景主題</vt:lpstr>
      <vt:lpstr>A linear space algorithm for computing a longest common increasing subsequence</vt:lpstr>
      <vt:lpstr>Abstract</vt:lpstr>
      <vt:lpstr>LCIS</vt:lpstr>
      <vt:lpstr>Symbol</vt:lpstr>
      <vt:lpstr>Symbol</vt:lpstr>
      <vt:lpstr>Example</vt:lpstr>
      <vt:lpstr>Example</vt:lpstr>
      <vt:lpstr>Example</vt:lpstr>
      <vt:lpstr>Time complexity</vt:lpstr>
      <vt:lpstr>Time complexity</vt:lpstr>
      <vt:lpstr>Space complexity</vt:lpstr>
      <vt:lpstr>Theorem 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64</cp:revision>
  <dcterms:created xsi:type="dcterms:W3CDTF">2017-10-02T04:56:24Z</dcterms:created>
  <dcterms:modified xsi:type="dcterms:W3CDTF">2017-10-24T10:27:31Z</dcterms:modified>
</cp:coreProperties>
</file>