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79" d="100"/>
          <a:sy n="79" d="100"/>
        </p:scale>
        <p:origin x="76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36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377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689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46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2754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64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constrained longest common subsequence problem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Yin-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Tsai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Computer Science and Information Management, Providence University, 200 Chung Chi Road, 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Shalu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Taichung Hsien 433, Taiwan, R.O.C.</a:t>
            </a:r>
          </a:p>
          <a:p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Processing Letters</a:t>
            </a:r>
          </a:p>
          <a:p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88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(2003)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Issues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Pages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173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–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176</a:t>
            </a:r>
            <a:endParaRPr lang="fr-FR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Date:2017/10/24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considers a constrained version of longest common subsequence problem for two strings. Given strings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P, the constrained longest common subsequence problem for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respect to P is to find a longest common subsequence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P is a subsequence of this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 O(rn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algorithm based upon the dynamic programming technique is proposed for this new problem, where n, m and r are lengths of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(LCS)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n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BAAD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ABC   , n = 12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b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CBD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AADC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 , m = 12</a:t>
            </a: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LCS(S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B A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C B A      ,  |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= 7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common subsequence (CLCS)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n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AADA</a:t>
            </a:r>
            <a:r>
              <a:rPr lang="en-US" altLang="zh-TW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CBAAB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   , n = 12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b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BCB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DCD</a:t>
            </a:r>
            <a:r>
              <a:rPr lang="en-US" altLang="zh-TW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   , m = 12</a:t>
            </a: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CBB  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, r = 3</a:t>
            </a: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CLCS(S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B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,  |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5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2≤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1≤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, 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1≤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76" y="3248799"/>
            <a:ext cx="7082862" cy="1076656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76" y="3150083"/>
            <a:ext cx="1574800" cy="120310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990" y="2933066"/>
            <a:ext cx="2229360" cy="43403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5990" y="3709002"/>
            <a:ext cx="1400714" cy="4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2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sz="24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zh-TW" sz="2400" dirty="0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  <a:t>CB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B     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11</m:t>
                        </m:r>
                      </m:e>
                    </m:d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P[3]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(11, 11)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{</m:t>
                            </m:r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(8, 4)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+ L (9, 5, 10, 10) + 1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6 ,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2 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8, 2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+ L (9, 3, 10, 10) + 1 = 5 }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                    = 6</a:t>
                </a: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3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267453"/>
              </p:ext>
            </p:extLst>
          </p:nvPr>
        </p:nvGraphicFramePr>
        <p:xfrm>
          <a:off x="761993" y="1825625"/>
          <a:ext cx="7508254" cy="1791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5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9711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7112"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400" kern="1200" baseline="-25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7112"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400" kern="1200" baseline="-25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17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TW" sz="24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altLang="zh-TW" sz="2400" dirty="0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  <a:t>CB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B     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11</m:t>
                        </m:r>
                      </m:e>
                    </m:d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11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P[3]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(11, 11)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{</m:t>
                            </m:r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(8, 4)</m:t>
                    </m:r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+ L (9, 5, 10, 10) + 1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zh-TW" alt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6 ,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2 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8, 2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+ L (9, 3, 10, 10) + 1 = 5 }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                    = 6</a:t>
                </a: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3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748871"/>
              </p:ext>
            </p:extLst>
          </p:nvPr>
        </p:nvGraphicFramePr>
        <p:xfrm>
          <a:off x="761993" y="1825625"/>
          <a:ext cx="7508254" cy="1791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5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7755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9711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7112"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400" kern="1200" baseline="-25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7112"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400" kern="1200" baseline="-25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accen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accent2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accent2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</a:t>
                      </a:r>
                      <a:endParaRPr lang="zh-TW" altLang="en-US" sz="2400" kern="1200" dirty="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37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3520" y="1825625"/>
                <a:ext cx="892048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b="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𝑐𝑙𝑐𝑠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 1≤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+1,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+1,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𝑚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)}</m:t>
                      </m:r>
                    </m:oMath>
                  </m:oMathPara>
                </a14:m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520" y="1825625"/>
                <a:ext cx="892048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11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3520" y="1825625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b="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Preprocessing Step :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i="1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AutoNum type="arabicPeriod"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All</a:t>
                </a:r>
                <a:r>
                  <a:rPr lang="en-US" altLang="zh-TW" sz="2400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  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→ 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𝑟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AutoNum type="arabicPeriod"/>
                </a:pPr>
                <a:endParaRPr lang="en-US" altLang="zh-TW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| 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clcs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|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itchFamily="18" charset="0"/>
                      </a:rPr>
                      <m:t>→  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AutoNum type="arabicPeriod"/>
                </a:pPr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∴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 +</m:t>
                          </m:r>
                          <m:r>
                            <a:rPr lang="zh-TW" altLang="en-US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 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 +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𝑛𝑚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𝑂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(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3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520" y="1825625"/>
                <a:ext cx="8686800" cy="4351338"/>
              </a:xfrm>
              <a:blipFill>
                <a:blip r:embed="rId3"/>
                <a:stretch>
                  <a:fillRect l="-1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59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34118</TotalTime>
  <Words>379</Words>
  <Application>Microsoft Office PowerPoint</Application>
  <PresentationFormat>如螢幕大小 (4:3)</PresentationFormat>
  <Paragraphs>162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The constrained longest common subsequence problem </vt:lpstr>
      <vt:lpstr>Abstract</vt:lpstr>
      <vt:lpstr>Longest common subsequence (LCS)</vt:lpstr>
      <vt:lpstr>Constrained Longest common subsequence (CLCS)</vt:lpstr>
      <vt:lpstr>Algorithm</vt:lpstr>
      <vt:lpstr>Algorithm</vt:lpstr>
      <vt:lpstr>Algorithm</vt:lpstr>
      <vt:lpstr>Algorithm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388</cp:revision>
  <dcterms:created xsi:type="dcterms:W3CDTF">2016-04-23T07:31:56Z</dcterms:created>
  <dcterms:modified xsi:type="dcterms:W3CDTF">2017-10-24T11:54:15Z</dcterms:modified>
</cp:coreProperties>
</file>