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58" r:id="rId5"/>
    <p:sldId id="267" r:id="rId6"/>
    <p:sldId id="259" r:id="rId7"/>
    <p:sldId id="260" r:id="rId8"/>
    <p:sldId id="261" r:id="rId9"/>
    <p:sldId id="262" r:id="rId10"/>
    <p:sldId id="263" r:id="rId11"/>
    <p:sldId id="264" r:id="rId12"/>
    <p:sldId id="265" r:id="rId13"/>
    <p:sldId id="272" r:id="rId14"/>
    <p:sldId id="266" r:id="rId15"/>
    <p:sldId id="268" r:id="rId16"/>
    <p:sldId id="269" r:id="rId17"/>
    <p:sldId id="270"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9" d="100"/>
          <a:sy n="79" d="100"/>
        </p:scale>
        <p:origin x="16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687624E7-47CA-4BDE-B1F0-0459B2C4DF0E}" type="datetimeFigureOut">
              <a:rPr lang="zh-TW" altLang="en-US" smtClean="0"/>
              <a:t>2017/2/21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FC09FC5-F587-4118-B701-81D5B52AB39C}" type="slidenum">
              <a:rPr lang="zh-TW" altLang="en-US" smtClean="0"/>
              <a:t>‹#›</a:t>
            </a:fld>
            <a:endParaRPr lang="zh-TW" altLang="en-US"/>
          </a:p>
        </p:txBody>
      </p:sp>
    </p:spTree>
    <p:extLst>
      <p:ext uri="{BB962C8B-B14F-4D97-AF65-F5344CB8AC3E}">
        <p14:creationId xmlns:p14="http://schemas.microsoft.com/office/powerpoint/2010/main" val="1064770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687624E7-47CA-4BDE-B1F0-0459B2C4DF0E}" type="datetimeFigureOut">
              <a:rPr lang="zh-TW" altLang="en-US" smtClean="0"/>
              <a:t>2017/2/21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FC09FC5-F587-4118-B701-81D5B52AB39C}" type="slidenum">
              <a:rPr lang="zh-TW" altLang="en-US" smtClean="0"/>
              <a:t>‹#›</a:t>
            </a:fld>
            <a:endParaRPr lang="zh-TW" altLang="en-US"/>
          </a:p>
        </p:txBody>
      </p:sp>
    </p:spTree>
    <p:extLst>
      <p:ext uri="{BB962C8B-B14F-4D97-AF65-F5344CB8AC3E}">
        <p14:creationId xmlns:p14="http://schemas.microsoft.com/office/powerpoint/2010/main" val="2319872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687624E7-47CA-4BDE-B1F0-0459B2C4DF0E}" type="datetimeFigureOut">
              <a:rPr lang="zh-TW" altLang="en-US" smtClean="0"/>
              <a:t>2017/2/21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FC09FC5-F587-4118-B701-81D5B52AB39C}" type="slidenum">
              <a:rPr lang="zh-TW" altLang="en-US" smtClean="0"/>
              <a:t>‹#›</a:t>
            </a:fld>
            <a:endParaRPr lang="zh-TW" altLang="en-US"/>
          </a:p>
        </p:txBody>
      </p:sp>
    </p:spTree>
    <p:extLst>
      <p:ext uri="{BB962C8B-B14F-4D97-AF65-F5344CB8AC3E}">
        <p14:creationId xmlns:p14="http://schemas.microsoft.com/office/powerpoint/2010/main" val="3832283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687624E7-47CA-4BDE-B1F0-0459B2C4DF0E}" type="datetimeFigureOut">
              <a:rPr lang="zh-TW" altLang="en-US" smtClean="0"/>
              <a:t>2017/2/21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FC09FC5-F587-4118-B701-81D5B52AB39C}" type="slidenum">
              <a:rPr lang="zh-TW" altLang="en-US" smtClean="0"/>
              <a:t>‹#›</a:t>
            </a:fld>
            <a:endParaRPr lang="zh-TW" altLang="en-US"/>
          </a:p>
        </p:txBody>
      </p:sp>
    </p:spTree>
    <p:extLst>
      <p:ext uri="{BB962C8B-B14F-4D97-AF65-F5344CB8AC3E}">
        <p14:creationId xmlns:p14="http://schemas.microsoft.com/office/powerpoint/2010/main" val="858144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687624E7-47CA-4BDE-B1F0-0459B2C4DF0E}" type="datetimeFigureOut">
              <a:rPr lang="zh-TW" altLang="en-US" smtClean="0"/>
              <a:t>2017/2/21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3FC09FC5-F587-4118-B701-81D5B52AB39C}" type="slidenum">
              <a:rPr lang="zh-TW" altLang="en-US" smtClean="0"/>
              <a:t>‹#›</a:t>
            </a:fld>
            <a:endParaRPr lang="zh-TW" altLang="en-US"/>
          </a:p>
        </p:txBody>
      </p:sp>
    </p:spTree>
    <p:extLst>
      <p:ext uri="{BB962C8B-B14F-4D97-AF65-F5344CB8AC3E}">
        <p14:creationId xmlns:p14="http://schemas.microsoft.com/office/powerpoint/2010/main" val="4150922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687624E7-47CA-4BDE-B1F0-0459B2C4DF0E}" type="datetimeFigureOut">
              <a:rPr lang="zh-TW" altLang="en-US" smtClean="0"/>
              <a:t>2017/2/21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3FC09FC5-F587-4118-B701-81D5B52AB39C}" type="slidenum">
              <a:rPr lang="zh-TW" altLang="en-US" smtClean="0"/>
              <a:t>‹#›</a:t>
            </a:fld>
            <a:endParaRPr lang="zh-TW" altLang="en-US"/>
          </a:p>
        </p:txBody>
      </p:sp>
    </p:spTree>
    <p:extLst>
      <p:ext uri="{BB962C8B-B14F-4D97-AF65-F5344CB8AC3E}">
        <p14:creationId xmlns:p14="http://schemas.microsoft.com/office/powerpoint/2010/main" val="2242989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687624E7-47CA-4BDE-B1F0-0459B2C4DF0E}" type="datetimeFigureOut">
              <a:rPr lang="zh-TW" altLang="en-US" smtClean="0"/>
              <a:t>2017/2/21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3FC09FC5-F587-4118-B701-81D5B52AB39C}" type="slidenum">
              <a:rPr lang="zh-TW" altLang="en-US" smtClean="0"/>
              <a:t>‹#›</a:t>
            </a:fld>
            <a:endParaRPr lang="zh-TW" altLang="en-US"/>
          </a:p>
        </p:txBody>
      </p:sp>
    </p:spTree>
    <p:extLst>
      <p:ext uri="{BB962C8B-B14F-4D97-AF65-F5344CB8AC3E}">
        <p14:creationId xmlns:p14="http://schemas.microsoft.com/office/powerpoint/2010/main" val="950860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687624E7-47CA-4BDE-B1F0-0459B2C4DF0E}" type="datetimeFigureOut">
              <a:rPr lang="zh-TW" altLang="en-US" smtClean="0"/>
              <a:t>2017/2/21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FC09FC5-F587-4118-B701-81D5B52AB39C}" type="slidenum">
              <a:rPr lang="zh-TW" altLang="en-US" smtClean="0"/>
              <a:t>‹#›</a:t>
            </a:fld>
            <a:endParaRPr lang="zh-TW" altLang="en-US"/>
          </a:p>
        </p:txBody>
      </p:sp>
    </p:spTree>
    <p:extLst>
      <p:ext uri="{BB962C8B-B14F-4D97-AF65-F5344CB8AC3E}">
        <p14:creationId xmlns:p14="http://schemas.microsoft.com/office/powerpoint/2010/main" val="1995521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687624E7-47CA-4BDE-B1F0-0459B2C4DF0E}" type="datetimeFigureOut">
              <a:rPr lang="zh-TW" altLang="en-US" smtClean="0"/>
              <a:t>2017/2/21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FC09FC5-F587-4118-B701-81D5B52AB39C}" type="slidenum">
              <a:rPr lang="zh-TW" altLang="en-US" smtClean="0"/>
              <a:t>‹#›</a:t>
            </a:fld>
            <a:endParaRPr lang="zh-TW" altLang="en-US"/>
          </a:p>
        </p:txBody>
      </p:sp>
    </p:spTree>
    <p:extLst>
      <p:ext uri="{BB962C8B-B14F-4D97-AF65-F5344CB8AC3E}">
        <p14:creationId xmlns:p14="http://schemas.microsoft.com/office/powerpoint/2010/main" val="2696858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687624E7-47CA-4BDE-B1F0-0459B2C4DF0E}" type="datetimeFigureOut">
              <a:rPr lang="zh-TW" altLang="en-US" smtClean="0"/>
              <a:t>2017/2/21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FC09FC5-F587-4118-B701-81D5B52AB39C}" type="slidenum">
              <a:rPr lang="zh-TW" altLang="en-US" smtClean="0"/>
              <a:t>‹#›</a:t>
            </a:fld>
            <a:endParaRPr lang="zh-TW" altLang="en-US"/>
          </a:p>
        </p:txBody>
      </p:sp>
    </p:spTree>
    <p:extLst>
      <p:ext uri="{BB962C8B-B14F-4D97-AF65-F5344CB8AC3E}">
        <p14:creationId xmlns:p14="http://schemas.microsoft.com/office/powerpoint/2010/main" val="1596213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687624E7-47CA-4BDE-B1F0-0459B2C4DF0E}" type="datetimeFigureOut">
              <a:rPr lang="zh-TW" altLang="en-US" smtClean="0"/>
              <a:t>2017/2/21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FC09FC5-F587-4118-B701-81D5B52AB39C}" type="slidenum">
              <a:rPr lang="zh-TW" altLang="en-US" smtClean="0"/>
              <a:t>‹#›</a:t>
            </a:fld>
            <a:endParaRPr lang="zh-TW" altLang="en-US"/>
          </a:p>
        </p:txBody>
      </p:sp>
    </p:spTree>
    <p:extLst>
      <p:ext uri="{BB962C8B-B14F-4D97-AF65-F5344CB8AC3E}">
        <p14:creationId xmlns:p14="http://schemas.microsoft.com/office/powerpoint/2010/main" val="2481280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7624E7-47CA-4BDE-B1F0-0459B2C4DF0E}" type="datetimeFigureOut">
              <a:rPr lang="zh-TW" altLang="en-US" smtClean="0"/>
              <a:t>2017/2/21</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C09FC5-F587-4118-B701-81D5B52AB39C}" type="slidenum">
              <a:rPr lang="zh-TW" altLang="en-US" smtClean="0"/>
              <a:t>‹#›</a:t>
            </a:fld>
            <a:endParaRPr lang="zh-TW" altLang="en-US"/>
          </a:p>
        </p:txBody>
      </p:sp>
    </p:spTree>
    <p:extLst>
      <p:ext uri="{BB962C8B-B14F-4D97-AF65-F5344CB8AC3E}">
        <p14:creationId xmlns:p14="http://schemas.microsoft.com/office/powerpoint/2010/main" val="1296138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373225"/>
            <a:ext cx="9144000" cy="2911152"/>
          </a:xfrm>
        </p:spPr>
        <p:txBody>
          <a:bodyPr>
            <a:normAutofit fontScale="90000"/>
          </a:bodyPr>
          <a:lstStyle/>
          <a:p>
            <a:r>
              <a:rPr lang="en-US" altLang="zh-TW" dirty="0"/>
              <a:t>Dynamic Time Warping Averaging of Time Series </a:t>
            </a:r>
            <a:r>
              <a:rPr lang="en-US" altLang="zh-TW" dirty="0" smtClean="0"/>
              <a:t>Allows </a:t>
            </a:r>
            <a:r>
              <a:rPr lang="en-US" altLang="zh-TW" dirty="0"/>
              <a:t>Faster and </a:t>
            </a:r>
            <a:r>
              <a:rPr lang="en-US" altLang="zh-TW" dirty="0" smtClean="0"/>
              <a:t>More </a:t>
            </a:r>
            <a:r>
              <a:rPr lang="en-US" altLang="zh-TW" dirty="0"/>
              <a:t>Accurate Classification</a:t>
            </a:r>
            <a:endParaRPr lang="zh-TW" altLang="en-US" dirty="0"/>
          </a:p>
        </p:txBody>
      </p:sp>
      <p:sp>
        <p:nvSpPr>
          <p:cNvPr id="3" name="副標題 2"/>
          <p:cNvSpPr>
            <a:spLocks noGrp="1"/>
          </p:cNvSpPr>
          <p:nvPr>
            <p:ph type="subTitle" idx="1"/>
          </p:nvPr>
        </p:nvSpPr>
        <p:spPr>
          <a:xfrm>
            <a:off x="1524000" y="3602038"/>
            <a:ext cx="9144000" cy="1809718"/>
          </a:xfrm>
        </p:spPr>
        <p:txBody>
          <a:bodyPr>
            <a:normAutofit fontScale="92500"/>
          </a:bodyPr>
          <a:lstStyle/>
          <a:p>
            <a:r>
              <a:rPr lang="en-US" altLang="zh-TW" dirty="0"/>
              <a:t>Francois </a:t>
            </a:r>
            <a:r>
              <a:rPr lang="en-US" altLang="zh-TW" dirty="0" err="1"/>
              <a:t>Petitjean</a:t>
            </a:r>
            <a:r>
              <a:rPr lang="en-US" altLang="zh-TW" dirty="0"/>
              <a:t>, </a:t>
            </a:r>
            <a:r>
              <a:rPr lang="en-US" altLang="zh-TW" dirty="0" err="1"/>
              <a:t>Germain</a:t>
            </a:r>
            <a:r>
              <a:rPr lang="en-US" altLang="zh-TW" dirty="0"/>
              <a:t> Forestier, Geoffrey I. Webb,</a:t>
            </a:r>
          </a:p>
          <a:p>
            <a:r>
              <a:rPr lang="en-US" altLang="zh-TW" dirty="0"/>
              <a:t>Ann E. Nicholson, </a:t>
            </a:r>
            <a:r>
              <a:rPr lang="en-US" altLang="zh-TW" dirty="0" err="1"/>
              <a:t>Yanping</a:t>
            </a:r>
            <a:r>
              <a:rPr lang="en-US" altLang="zh-TW" dirty="0"/>
              <a:t> Chen and </a:t>
            </a:r>
            <a:r>
              <a:rPr lang="en-US" altLang="zh-TW" dirty="0" err="1"/>
              <a:t>Eamonn</a:t>
            </a:r>
            <a:r>
              <a:rPr lang="en-US" altLang="zh-TW" dirty="0"/>
              <a:t> Keogh</a:t>
            </a:r>
          </a:p>
          <a:p>
            <a:endParaRPr lang="en-US" altLang="zh-TW" dirty="0"/>
          </a:p>
          <a:p>
            <a:r>
              <a:rPr lang="en-US" altLang="zh-TW" b="1" dirty="0"/>
              <a:t>Proceeding of 2014 IEEE International Conference on Data Mining,</a:t>
            </a:r>
            <a:r>
              <a:rPr lang="en-US" altLang="zh-TW" dirty="0"/>
              <a:t> India</a:t>
            </a:r>
            <a:endParaRPr lang="en-US" altLang="zh-TW" b="1" dirty="0"/>
          </a:p>
          <a:p>
            <a:endParaRPr lang="zh-TW" altLang="en-US" dirty="0"/>
          </a:p>
        </p:txBody>
      </p:sp>
      <p:sp>
        <p:nvSpPr>
          <p:cNvPr id="4" name="副標題 2"/>
          <p:cNvSpPr txBox="1">
            <a:spLocks/>
          </p:cNvSpPr>
          <p:nvPr/>
        </p:nvSpPr>
        <p:spPr>
          <a:xfrm>
            <a:off x="1300065" y="5766740"/>
            <a:ext cx="9144000" cy="145934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t>Presenter : Shu-Kai, Hung</a:t>
            </a:r>
          </a:p>
          <a:p>
            <a:r>
              <a:rPr lang="en-US" altLang="zh-TW" dirty="0"/>
              <a:t>Date : 2017/2/21</a:t>
            </a:r>
            <a:endParaRPr lang="zh-TW" altLang="en-US" dirty="0"/>
          </a:p>
        </p:txBody>
      </p:sp>
    </p:spTree>
    <p:extLst>
      <p:ext uri="{BB962C8B-B14F-4D97-AF65-F5344CB8AC3E}">
        <p14:creationId xmlns:p14="http://schemas.microsoft.com/office/powerpoint/2010/main" val="31317083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Abstract(1/2)</a:t>
            </a:r>
            <a:endParaRPr lang="zh-TW" altLang="en-US" b="1" dirty="0"/>
          </a:p>
        </p:txBody>
      </p:sp>
      <p:sp>
        <p:nvSpPr>
          <p:cNvPr id="3" name="內容版面配置區 2"/>
          <p:cNvSpPr>
            <a:spLocks noGrp="1"/>
          </p:cNvSpPr>
          <p:nvPr>
            <p:ph idx="1"/>
          </p:nvPr>
        </p:nvSpPr>
        <p:spPr>
          <a:xfrm>
            <a:off x="625136" y="1497150"/>
            <a:ext cx="10515600" cy="5032375"/>
          </a:xfrm>
        </p:spPr>
        <p:txBody>
          <a:bodyPr>
            <a:normAutofit/>
          </a:bodyPr>
          <a:lstStyle/>
          <a:p>
            <a:pPr marL="0" indent="0">
              <a:buNone/>
            </a:pPr>
            <a:r>
              <a:rPr lang="en-US" altLang="zh-TW" sz="3200" dirty="0"/>
              <a:t>Recent years have seen significant progress in improving both the efficiency and effectiveness of time series classification. However, because the best solution is typically the Nearest Neighbor algorithm with the relatively expensive Dynamic Time Warping as the distance measure, successful deployments on resource constrained devices remain elusive. Moreover, the recent explosion of interest in wearable devices, which typically have limited computational resources, has created a growing need for very efficient classification algorithms. </a:t>
            </a:r>
            <a:endParaRPr lang="zh-TW" altLang="en-US" sz="3200" dirty="0"/>
          </a:p>
        </p:txBody>
      </p:sp>
    </p:spTree>
    <p:extLst>
      <p:ext uri="{BB962C8B-B14F-4D97-AF65-F5344CB8AC3E}">
        <p14:creationId xmlns:p14="http://schemas.microsoft.com/office/powerpoint/2010/main" val="20708061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Abstract(2/2)</a:t>
            </a:r>
            <a:endParaRPr lang="zh-TW" altLang="en-US" b="1" dirty="0"/>
          </a:p>
        </p:txBody>
      </p:sp>
      <p:sp>
        <p:nvSpPr>
          <p:cNvPr id="3" name="內容版面配置區 2"/>
          <p:cNvSpPr>
            <a:spLocks noGrp="1"/>
          </p:cNvSpPr>
          <p:nvPr>
            <p:ph idx="1"/>
          </p:nvPr>
        </p:nvSpPr>
        <p:spPr>
          <a:xfrm>
            <a:off x="433137" y="1491916"/>
            <a:ext cx="10920663" cy="4685047"/>
          </a:xfrm>
        </p:spPr>
        <p:txBody>
          <a:bodyPr/>
          <a:lstStyle/>
          <a:p>
            <a:pPr marL="0" indent="0">
              <a:buNone/>
            </a:pPr>
            <a:r>
              <a:rPr lang="en-US" altLang="zh-TW" dirty="0"/>
              <a:t>A commonly used technique to glean the benefits of the Nearest Neighbor algorithm, without inheriting its undesirable time complexity, is to use the Nearest Centroid algorithm. However, because of the unique properties of (most) time series data, the centroid typically does not resemble </a:t>
            </a:r>
            <a:r>
              <a:rPr lang="en-US" altLang="zh-TW" i="1" dirty="0"/>
              <a:t>any </a:t>
            </a:r>
            <a:r>
              <a:rPr lang="en-US" altLang="zh-TW" dirty="0"/>
              <a:t>of the instances, an unintuitive and underappreciated fact. In this work we show that we can exploit a recent result to allow meaningful averaging of “warped” times series, and that this result allows us to create ultra-efficient Nearest “Centroid” classifiers that are at least as accurate as their more lethargic Nearest Neighbor cousins.</a:t>
            </a:r>
            <a:endParaRPr lang="zh-TW" altLang="en-US" dirty="0"/>
          </a:p>
          <a:p>
            <a:endParaRPr lang="zh-TW" altLang="en-US" dirty="0"/>
          </a:p>
        </p:txBody>
      </p:sp>
    </p:spTree>
    <p:extLst>
      <p:ext uri="{BB962C8B-B14F-4D97-AF65-F5344CB8AC3E}">
        <p14:creationId xmlns:p14="http://schemas.microsoft.com/office/powerpoint/2010/main" val="16311409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302004"/>
                <a:ext cx="10515600" cy="5874959"/>
              </a:xfrm>
            </p:spPr>
            <p:txBody>
              <a:bodyPr/>
              <a:lstStyle/>
              <a:p>
                <a:pPr marL="0" indent="0">
                  <a:buNone/>
                </a:pPr>
                <a:r>
                  <a:rPr lang="en-US" altLang="zh-TW" i="1" dirty="0"/>
                  <a:t>Definition </a:t>
                </a:r>
                <a:r>
                  <a:rPr lang="en-US" altLang="zh-TW" dirty="0"/>
                  <a:t>1: </a:t>
                </a:r>
              </a:p>
              <a:p>
                <a:pPr marL="0" indent="0">
                  <a:buNone/>
                </a:pPr>
                <a:r>
                  <a:rPr lang="en-US" altLang="zh-TW" i="1" dirty="0"/>
                  <a:t>Time Series. </a:t>
                </a:r>
                <a:r>
                  <a:rPr lang="en-US" altLang="zh-TW" dirty="0"/>
                  <a:t>A time series </a:t>
                </a:r>
                <a14:m>
                  <m:oMath xmlns:m="http://schemas.openxmlformats.org/officeDocument/2006/math">
                    <m:r>
                      <a:rPr lang="en-US" altLang="zh-TW" b="0" i="1" smtClean="0">
                        <a:latin typeface="Cambria Math" panose="02040503050406030204" pitchFamily="18" charset="0"/>
                      </a:rPr>
                      <m:t>𝑇</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𝑡</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𝑡</m:t>
                        </m:r>
                      </m:e>
                      <m:sub>
                        <m:r>
                          <a:rPr lang="en-US" altLang="zh-TW" b="0" i="1" smtClean="0">
                            <a:latin typeface="Cambria Math" panose="02040503050406030204" pitchFamily="18" charset="0"/>
                          </a:rPr>
                          <m:t>𝐿</m:t>
                        </m:r>
                      </m:sub>
                    </m:sSub>
                    <m:r>
                      <a:rPr lang="en-US" altLang="zh-TW" b="0" i="1" smtClean="0">
                        <a:latin typeface="Cambria Math" panose="02040503050406030204" pitchFamily="18" charset="0"/>
                      </a:rPr>
                      <m:t>)</m:t>
                    </m:r>
                  </m:oMath>
                </a14:m>
                <a:r>
                  <a:rPr lang="en-US" altLang="zh-TW" dirty="0"/>
                  <a:t>is an ordered set of real values. The total number of real values is equal to the length of the time series (L). </a:t>
                </a:r>
              </a:p>
              <a:p>
                <a:pPr marL="0" indent="0">
                  <a:buNone/>
                </a:pPr>
                <a:r>
                  <a:rPr lang="en-US" altLang="zh-TW" dirty="0"/>
                  <a:t>A dataset </a:t>
                </a:r>
                <a14:m>
                  <m:oMath xmlns:m="http://schemas.openxmlformats.org/officeDocument/2006/math">
                    <m:r>
                      <a:rPr lang="en-US" altLang="zh-TW" b="0" i="1" smtClean="0">
                        <a:latin typeface="Cambria Math" panose="02040503050406030204" pitchFamily="18" charset="0"/>
                      </a:rPr>
                      <m:t>𝐷</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b="0" i="1" smtClean="0">
                            <a:latin typeface="Cambria Math" panose="02040503050406030204" pitchFamily="18" charset="0"/>
                          </a:rPr>
                          <m:t>𝑁</m:t>
                        </m:r>
                      </m:sub>
                    </m:sSub>
                    <m:r>
                      <a:rPr lang="en-US" altLang="zh-TW" b="0" i="1" smtClean="0">
                        <a:latin typeface="Cambria Math" panose="02040503050406030204" pitchFamily="18" charset="0"/>
                      </a:rPr>
                      <m:t>}</m:t>
                    </m:r>
                  </m:oMath>
                </a14:m>
                <a:r>
                  <a:rPr lang="en-US" altLang="zh-TW" dirty="0"/>
                  <a:t>is a collection of  such time series.</a:t>
                </a:r>
              </a:p>
              <a:p>
                <a:pPr marL="0" indent="0">
                  <a:buNone/>
                </a:pPr>
                <a:endParaRPr lang="en-US" altLang="zh-TW" dirty="0"/>
              </a:p>
              <a:p>
                <a:pPr marL="0" indent="0">
                  <a:buNone/>
                </a:pPr>
                <a:r>
                  <a:rPr lang="en-US" altLang="zh-TW" i="1" dirty="0"/>
                  <a:t>Definition </a:t>
                </a:r>
                <a:r>
                  <a:rPr lang="en-US" altLang="zh-TW" dirty="0"/>
                  <a:t>2: </a:t>
                </a:r>
                <a:r>
                  <a:rPr lang="en-US" altLang="zh-TW" i="1" dirty="0"/>
                  <a:t>Average object. </a:t>
                </a:r>
                <a:r>
                  <a:rPr lang="en-US" altLang="zh-TW" dirty="0"/>
                  <a:t>Given a set of objects </a:t>
                </a:r>
                <a14:m>
                  <m:oMath xmlns:m="http://schemas.openxmlformats.org/officeDocument/2006/math">
                    <m:r>
                      <a:rPr lang="en-US" altLang="zh-TW" i="1" dirty="0" smtClean="0">
                        <a:latin typeface="Cambria Math" panose="02040503050406030204" pitchFamily="18" charset="0"/>
                      </a:rPr>
                      <m:t>𝑂</m:t>
                    </m:r>
                    <m:r>
                      <a:rPr lang="en-US" altLang="zh-TW" i="1">
                        <a:latin typeface="Cambria Math" panose="02040503050406030204" pitchFamily="18" charset="0"/>
                      </a:rPr>
                      <m:t>=</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𝑂</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𝑂</m:t>
                            </m:r>
                          </m:e>
                          <m:sub>
                            <m:r>
                              <a:rPr lang="en-US" altLang="zh-TW" i="1">
                                <a:latin typeface="Cambria Math" panose="02040503050406030204" pitchFamily="18" charset="0"/>
                              </a:rPr>
                              <m:t>2</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𝑂</m:t>
                            </m:r>
                          </m:e>
                          <m:sub>
                            <m:r>
                              <a:rPr lang="en-US" altLang="zh-TW" b="0" i="1" smtClean="0">
                                <a:latin typeface="Cambria Math" panose="02040503050406030204" pitchFamily="18" charset="0"/>
                              </a:rPr>
                              <m:t>𝑁</m:t>
                            </m:r>
                          </m:sub>
                        </m:sSub>
                      </m:e>
                    </m:d>
                  </m:oMath>
                </a14:m>
                <a:r>
                  <a:rPr lang="en-US" altLang="zh-TW" dirty="0"/>
                  <a:t>in a space </a:t>
                </a:r>
                <a14:m>
                  <m:oMath xmlns:m="http://schemas.openxmlformats.org/officeDocument/2006/math">
                    <m:r>
                      <a:rPr lang="en-US" altLang="zh-TW" i="1" dirty="0" smtClean="0">
                        <a:latin typeface="Cambria Math" panose="02040503050406030204" pitchFamily="18" charset="0"/>
                      </a:rPr>
                      <m:t>𝐸</m:t>
                    </m:r>
                  </m:oMath>
                </a14:m>
                <a:r>
                  <a:rPr lang="en-US" altLang="zh-TW" dirty="0"/>
                  <a:t>  induced by a measure d, the</a:t>
                </a:r>
              </a:p>
              <a:p>
                <a:pPr marL="0" indent="0">
                  <a:buNone/>
                </a:pPr>
                <a:r>
                  <a:rPr lang="en-US" altLang="zh-TW" dirty="0"/>
                  <a:t>average object  </a:t>
                </a:r>
                <a14:m>
                  <m:oMath xmlns:m="http://schemas.openxmlformats.org/officeDocument/2006/math">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𝑜</m:t>
                        </m:r>
                      </m:e>
                    </m:acc>
                  </m:oMath>
                </a14:m>
                <a:r>
                  <a:rPr lang="en-US" altLang="zh-TW" dirty="0"/>
                  <a:t> is the object that minimizes the sum of the</a:t>
                </a:r>
              </a:p>
              <a:p>
                <a:pPr marL="0" indent="0">
                  <a:buNone/>
                </a:pPr>
                <a:r>
                  <a:rPr lang="en-US" altLang="zh-TW" dirty="0"/>
                  <a:t>squares to the set: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302004"/>
                <a:ext cx="10515600" cy="5874959"/>
              </a:xfrm>
              <a:blipFill>
                <a:blip r:embed="rId2"/>
                <a:stretch>
                  <a:fillRect l="-1217" t="-1765"/>
                </a:stretch>
              </a:blipFill>
            </p:spPr>
            <p:txBody>
              <a:bodyPr/>
              <a:lstStyle/>
              <a:p>
                <a:r>
                  <a:rPr lang="zh-TW" altLang="en-US">
                    <a:noFill/>
                  </a:rPr>
                  <a:t> </a:t>
                </a:r>
              </a:p>
            </p:txBody>
          </p:sp>
        </mc:Fallback>
      </mc:AlternateContent>
      <p:pic>
        <p:nvPicPr>
          <p:cNvPr id="4" name="圖片 3"/>
          <p:cNvPicPr>
            <a:picLocks noChangeAspect="1"/>
          </p:cNvPicPr>
          <p:nvPr/>
        </p:nvPicPr>
        <p:blipFill>
          <a:blip r:embed="rId3"/>
          <a:stretch>
            <a:fillRect/>
          </a:stretch>
        </p:blipFill>
        <p:spPr>
          <a:xfrm>
            <a:off x="3676649" y="5056899"/>
            <a:ext cx="2920093" cy="942975"/>
          </a:xfrm>
          <a:prstGeom prst="rect">
            <a:avLst/>
          </a:prstGeom>
        </p:spPr>
      </p:pic>
    </p:spTree>
    <p:extLst>
      <p:ext uri="{BB962C8B-B14F-4D97-AF65-F5344CB8AC3E}">
        <p14:creationId xmlns:p14="http://schemas.microsoft.com/office/powerpoint/2010/main" val="26140967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574481" y="827248"/>
            <a:ext cx="10879269" cy="5517567"/>
          </a:xfrm>
          <a:prstGeom prst="rect">
            <a:avLst/>
          </a:prstGeom>
        </p:spPr>
      </p:pic>
    </p:spTree>
    <p:extLst>
      <p:ext uri="{BB962C8B-B14F-4D97-AF65-F5344CB8AC3E}">
        <p14:creationId xmlns:p14="http://schemas.microsoft.com/office/powerpoint/2010/main" val="25086790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6"/>
            <a:ext cx="10515600" cy="1102948"/>
          </a:xfrm>
        </p:spPr>
        <p:txBody>
          <a:bodyPr/>
          <a:lstStyle/>
          <a:p>
            <a:r>
              <a:rPr lang="en-US" altLang="zh-TW" dirty="0"/>
              <a:t>DTW Barycenter Averaging (DBA)</a:t>
            </a:r>
            <a:endParaRPr lang="zh-TW" altLang="en-US" dirty="0"/>
          </a:p>
        </p:txBody>
      </p:sp>
      <p:sp>
        <p:nvSpPr>
          <p:cNvPr id="3" name="內容版面配置區 2"/>
          <p:cNvSpPr>
            <a:spLocks noGrp="1"/>
          </p:cNvSpPr>
          <p:nvPr>
            <p:ph idx="1"/>
          </p:nvPr>
        </p:nvSpPr>
        <p:spPr>
          <a:xfrm>
            <a:off x="838200" y="1249960"/>
            <a:ext cx="10515600" cy="4927003"/>
          </a:xfrm>
        </p:spPr>
        <p:txBody>
          <a:bodyPr/>
          <a:lstStyle/>
          <a:p>
            <a:endParaRPr lang="en-US" altLang="zh-TW" dirty="0"/>
          </a:p>
          <a:p>
            <a:r>
              <a:rPr lang="en-US" altLang="zh-TW" dirty="0"/>
              <a:t>Compute multiple series averaging with DTW</a:t>
            </a:r>
            <a:endParaRPr lang="zh-TW" altLang="en-US" dirty="0"/>
          </a:p>
        </p:txBody>
      </p:sp>
    </p:spTree>
    <p:extLst>
      <p:ext uri="{BB962C8B-B14F-4D97-AF65-F5344CB8AC3E}">
        <p14:creationId xmlns:p14="http://schemas.microsoft.com/office/powerpoint/2010/main" val="23534207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543968" y="0"/>
            <a:ext cx="5376417" cy="6670057"/>
          </a:xfrm>
          <a:prstGeom prst="rect">
            <a:avLst/>
          </a:prstGeom>
        </p:spPr>
      </p:pic>
      <p:pic>
        <p:nvPicPr>
          <p:cNvPr id="5" name="圖片 4"/>
          <p:cNvPicPr>
            <a:picLocks noChangeAspect="1"/>
          </p:cNvPicPr>
          <p:nvPr/>
        </p:nvPicPr>
        <p:blipFill>
          <a:blip r:embed="rId3"/>
          <a:stretch>
            <a:fillRect/>
          </a:stretch>
        </p:blipFill>
        <p:spPr>
          <a:xfrm>
            <a:off x="5751156" y="126383"/>
            <a:ext cx="6362700" cy="6543675"/>
          </a:xfrm>
          <a:prstGeom prst="rect">
            <a:avLst/>
          </a:prstGeom>
        </p:spPr>
      </p:pic>
    </p:spTree>
    <p:extLst>
      <p:ext uri="{BB962C8B-B14F-4D97-AF65-F5344CB8AC3E}">
        <p14:creationId xmlns:p14="http://schemas.microsoft.com/office/powerpoint/2010/main" val="27468250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51002"/>
                <a:ext cx="10515600" cy="6025961"/>
              </a:xfrm>
            </p:spPr>
            <p:txBody>
              <a:bodyPr/>
              <a:lstStyle/>
              <a:p>
                <a14:m>
                  <m:oMath xmlns:m="http://schemas.openxmlformats.org/officeDocument/2006/math">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𝑇</m:t>
                        </m:r>
                      </m:e>
                    </m:acc>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m:t>
                        </m:r>
                      </m:sub>
                    </m:sSub>
                  </m:oMath>
                </a14:m>
                <a:r>
                  <a:rPr lang="en-US" altLang="zh-TW" dirty="0">
                    <a:latin typeface="Cambria Math" panose="02040503050406030204" pitchFamily="18" charset="0"/>
                  </a:rPr>
                  <a:t>(</a:t>
                </a:r>
                <a:r>
                  <a:rPr lang="zh-TW" altLang="en-US" dirty="0">
                    <a:latin typeface="Cambria Math" panose="02040503050406030204" pitchFamily="18" charset="0"/>
                  </a:rPr>
                  <a:t>隨機選</a:t>
                </a:r>
                <a:r>
                  <a:rPr lang="en-US" altLang="zh-TW" dirty="0">
                    <a:latin typeface="Cambria Math" panose="02040503050406030204" pitchFamily="18" charset="0"/>
                  </a:rPr>
                  <a:t>,</a:t>
                </a:r>
                <a:r>
                  <a:rPr lang="zh-TW" altLang="en-US" dirty="0">
                    <a:latin typeface="Cambria Math" panose="02040503050406030204" pitchFamily="18" charset="0"/>
                  </a:rPr>
                  <a:t>選到</a:t>
                </a:r>
                <a14:m>
                  <m:oMath xmlns:m="http://schemas.openxmlformats.org/officeDocument/2006/math">
                    <m:sSub>
                      <m:sSubPr>
                        <m:ctrlPr>
                          <a:rPr lang="en-US" altLang="zh-TW" i="1">
                            <a:latin typeface="Cambria Math" panose="02040503050406030204" pitchFamily="18" charset="0"/>
                          </a:rPr>
                        </m:ctrlPr>
                      </m:sSubPr>
                      <m:e>
                        <m:r>
                          <m:rPr>
                            <m:sty m:val="p"/>
                          </m:rPr>
                          <a:rPr lang="en-US" altLang="zh-TW" i="0">
                            <a:latin typeface="Cambria Math" panose="02040503050406030204" pitchFamily="18" charset="0"/>
                          </a:rPr>
                          <m:t>D</m:t>
                        </m:r>
                      </m:e>
                      <m:sub>
                        <m:r>
                          <a:rPr lang="en-US" altLang="zh-TW" i="0">
                            <a:latin typeface="Cambria Math" panose="02040503050406030204" pitchFamily="18" charset="0"/>
                          </a:rPr>
                          <m:t>2</m:t>
                        </m:r>
                      </m:sub>
                    </m:sSub>
                  </m:oMath>
                </a14:m>
                <a:r>
                  <a:rPr lang="en-US" altLang="zh-TW" dirty="0">
                    <a:latin typeface="Cambria Math" panose="02040503050406030204" pitchFamily="18" charset="0"/>
                  </a:rPr>
                  <a:t>)</a:t>
                </a:r>
              </a:p>
              <a:p>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i="1">
                            <a:latin typeface="Cambria Math" panose="02040503050406030204" pitchFamily="18" charset="0"/>
                          </a:rPr>
                          <m:t>1</m:t>
                        </m:r>
                      </m:sub>
                    </m:sSub>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1,3,4,5</m:t>
                        </m:r>
                      </m:e>
                    </m:d>
                  </m:oMath>
                </a14:m>
                <a:endParaRPr lang="en-US" altLang="zh-TW" b="0" dirty="0"/>
              </a:p>
              <a:p>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2,1,3,2</m:t>
                        </m:r>
                      </m:e>
                    </m:d>
                  </m:oMath>
                </a14:m>
                <a:endParaRPr lang="en-US" altLang="zh-TW" b="0" dirty="0"/>
              </a:p>
              <a:p>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=(1,4,3,1)</m:t>
                    </m:r>
                  </m:oMath>
                </a14:m>
                <a:endParaRPr lang="en-US" altLang="zh-TW" dirty="0"/>
              </a:p>
              <a:p>
                <a:r>
                  <a:rPr lang="en-US" altLang="zh-TW" dirty="0"/>
                  <a:t>Alignment2 = </a:t>
                </a:r>
                <a14:m>
                  <m:oMath xmlns:m="http://schemas.openxmlformats.org/officeDocument/2006/math">
                    <m:r>
                      <m:rPr>
                        <m:nor/>
                      </m:rPr>
                      <a:rPr lang="en-US" altLang="zh-TW" dirty="0"/>
                      <m:t>{</m:t>
                    </m:r>
                    <m:r>
                      <a:rPr lang="en-US" altLang="zh-TW" i="1">
                        <a:latin typeface="Cambria Math" panose="02040503050406030204" pitchFamily="18" charset="0"/>
                        <a:ea typeface="Cambria Math" panose="02040503050406030204" pitchFamily="18" charset="0"/>
                      </a:rPr>
                      <m:t>∅,∅</m:t>
                    </m:r>
                    <m:r>
                      <m:rPr>
                        <m:nor/>
                      </m:rPr>
                      <a:rPr lang="en-US" altLang="zh-TW">
                        <a:latin typeface="Cambria Math" panose="02040503050406030204" pitchFamily="18" charset="0"/>
                        <a:ea typeface="Cambria Math" panose="02040503050406030204" pitchFamily="18" charset="0"/>
                      </a:rPr>
                      <m:t>,</m:t>
                    </m:r>
                    <m:r>
                      <m:rPr>
                        <m:nor/>
                      </m:rPr>
                      <a:rPr lang="en-US" altLang="zh-TW" dirty="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m:t>
                    </m:r>
                    <m:r>
                      <m:rPr>
                        <m:nor/>
                      </m:rPr>
                      <a:rPr lang="en-US" altLang="zh-TW">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r>
                      <m:rPr>
                        <m:nor/>
                      </m:rPr>
                      <a:rPr lang="en-US" altLang="zh-TW" dirty="0"/>
                      <m:t>}</m:t>
                    </m:r>
                    <m:r>
                      <a:rPr lang="en-US" altLang="zh-TW" i="1" dirty="0">
                        <a:latin typeface="Cambria Math" panose="02040503050406030204" pitchFamily="18" charset="0"/>
                      </a:rPr>
                      <m:t> </m:t>
                    </m:r>
                  </m:oMath>
                </a14:m>
                <a:endParaRPr lang="en-US" altLang="zh-TW" i="1" dirty="0"/>
              </a:p>
              <a:p>
                <a14:m>
                  <m:oMath xmlns:m="http://schemas.openxmlformats.org/officeDocument/2006/math">
                    <m:r>
                      <m:rPr>
                        <m:nor/>
                      </m:rPr>
                      <a:rPr lang="en-US" altLang="zh-TW" dirty="0"/>
                      <m:t>Alignment</m:t>
                    </m:r>
                    <m:r>
                      <m:rPr>
                        <m:nor/>
                      </m:rPr>
                      <a:rPr lang="en-US" altLang="zh-TW" b="0" i="0" dirty="0" smtClean="0"/>
                      <m:t>3 = {</m:t>
                    </m:r>
                    <m:r>
                      <a:rPr lang="en-US" altLang="zh-TW" i="1">
                        <a:latin typeface="Cambria Math" panose="02040503050406030204" pitchFamily="18" charset="0"/>
                        <a:ea typeface="Cambria Math" panose="02040503050406030204" pitchFamily="18" charset="0"/>
                      </a:rPr>
                      <m:t>∅,∅</m:t>
                    </m:r>
                    <m:r>
                      <m:rPr>
                        <m:nor/>
                      </m:rPr>
                      <a:rPr lang="en-US" altLang="zh-TW" b="0" i="0" smtClean="0">
                        <a:latin typeface="Cambria Math" panose="02040503050406030204" pitchFamily="18" charset="0"/>
                        <a:ea typeface="Cambria Math" panose="02040503050406030204" pitchFamily="18" charset="0"/>
                      </a:rPr>
                      <m:t>,</m:t>
                    </m:r>
                    <m:r>
                      <m:rPr>
                        <m:nor/>
                      </m:rPr>
                      <a:rPr lang="en-US" altLang="zh-TW" dirty="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m:t>
                    </m:r>
                    <m:r>
                      <m:rPr>
                        <m:nor/>
                      </m:rPr>
                      <a:rPr lang="en-US" altLang="zh-TW" b="0" i="0"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{3}</m:t>
                    </m:r>
                    <m:r>
                      <m:rPr>
                        <m:nor/>
                      </m:rPr>
                      <a:rPr lang="en-US" altLang="zh-TW" b="0" i="0" dirty="0" smtClean="0"/>
                      <m:t>}</m:t>
                    </m:r>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51002"/>
                <a:ext cx="10515600" cy="6025961"/>
              </a:xfrm>
              <a:blipFill>
                <a:blip r:embed="rId2"/>
                <a:stretch>
                  <a:fillRect l="-1043" t="-1923"/>
                </a:stretch>
              </a:blipFill>
            </p:spPr>
            <p:txBody>
              <a:bodyPr/>
              <a:lstStyle/>
              <a:p>
                <a:r>
                  <a:rPr lang="zh-TW" altLang="en-US">
                    <a:noFill/>
                  </a:rPr>
                  <a:t> </a:t>
                </a:r>
              </a:p>
            </p:txBody>
          </p:sp>
        </mc:Fallback>
      </mc:AlternateContent>
      <p:graphicFrame>
        <p:nvGraphicFramePr>
          <p:cNvPr id="4" name="表格 3"/>
          <p:cNvGraphicFramePr>
            <a:graphicFrameLocks noGrp="1"/>
          </p:cNvGraphicFramePr>
          <p:nvPr>
            <p:extLst>
              <p:ext uri="{D42A27DB-BD31-4B8C-83A1-F6EECF244321}">
                <p14:modId xmlns:p14="http://schemas.microsoft.com/office/powerpoint/2010/main" val="1943123056"/>
              </p:ext>
            </p:extLst>
          </p:nvPr>
        </p:nvGraphicFramePr>
        <p:xfrm>
          <a:off x="5150842" y="811946"/>
          <a:ext cx="5378275" cy="3911055"/>
        </p:xfrm>
        <a:graphic>
          <a:graphicData uri="http://schemas.openxmlformats.org/drawingml/2006/table">
            <a:tbl>
              <a:tblPr firstRow="1" bandRow="1">
                <a:tableStyleId>{5C22544A-7EE6-4342-B048-85BDC9FD1C3A}</a:tableStyleId>
              </a:tblPr>
              <a:tblGrid>
                <a:gridCol w="1075655">
                  <a:extLst>
                    <a:ext uri="{9D8B030D-6E8A-4147-A177-3AD203B41FA5}">
                      <a16:colId xmlns="" xmlns:a16="http://schemas.microsoft.com/office/drawing/2014/main" val="3114598794"/>
                    </a:ext>
                  </a:extLst>
                </a:gridCol>
                <a:gridCol w="1075655">
                  <a:extLst>
                    <a:ext uri="{9D8B030D-6E8A-4147-A177-3AD203B41FA5}">
                      <a16:colId xmlns="" xmlns:a16="http://schemas.microsoft.com/office/drawing/2014/main" val="3549556576"/>
                    </a:ext>
                  </a:extLst>
                </a:gridCol>
                <a:gridCol w="1075655">
                  <a:extLst>
                    <a:ext uri="{9D8B030D-6E8A-4147-A177-3AD203B41FA5}">
                      <a16:colId xmlns="" xmlns:a16="http://schemas.microsoft.com/office/drawing/2014/main" val="987167049"/>
                    </a:ext>
                  </a:extLst>
                </a:gridCol>
                <a:gridCol w="1075655">
                  <a:extLst>
                    <a:ext uri="{9D8B030D-6E8A-4147-A177-3AD203B41FA5}">
                      <a16:colId xmlns="" xmlns:a16="http://schemas.microsoft.com/office/drawing/2014/main" val="4144116902"/>
                    </a:ext>
                  </a:extLst>
                </a:gridCol>
                <a:gridCol w="1075655">
                  <a:extLst>
                    <a:ext uri="{9D8B030D-6E8A-4147-A177-3AD203B41FA5}">
                      <a16:colId xmlns="" xmlns:a16="http://schemas.microsoft.com/office/drawing/2014/main" val="4183419575"/>
                    </a:ext>
                  </a:extLst>
                </a:gridCol>
              </a:tblGrid>
              <a:tr h="782211">
                <a:tc>
                  <a:txBody>
                    <a:bodyPr/>
                    <a:lstStyle/>
                    <a:p>
                      <a:pPr algn="ctr"/>
                      <a:endParaRPr lang="zh-TW" altLang="en-US" dirty="0"/>
                    </a:p>
                  </a:txBody>
                  <a:tcPr/>
                </a:tc>
                <a:tc>
                  <a:txBody>
                    <a:bodyPr/>
                    <a:lstStyle/>
                    <a:p>
                      <a:pPr algn="ctr"/>
                      <a:r>
                        <a:rPr lang="en-US" altLang="zh-TW" b="1" dirty="0">
                          <a:solidFill>
                            <a:schemeClr val="tx1"/>
                          </a:solidFill>
                        </a:rPr>
                        <a:t>1</a:t>
                      </a:r>
                      <a:endParaRPr lang="zh-TW" altLang="en-US" b="1" dirty="0">
                        <a:solidFill>
                          <a:schemeClr val="tx1"/>
                        </a:solidFill>
                      </a:endParaRPr>
                    </a:p>
                  </a:txBody>
                  <a:tcPr/>
                </a:tc>
                <a:tc>
                  <a:txBody>
                    <a:bodyPr/>
                    <a:lstStyle/>
                    <a:p>
                      <a:pPr algn="ctr"/>
                      <a:r>
                        <a:rPr lang="en-US" altLang="zh-TW" b="1" dirty="0">
                          <a:solidFill>
                            <a:schemeClr val="tx1"/>
                          </a:solidFill>
                        </a:rPr>
                        <a:t>3</a:t>
                      </a:r>
                      <a:endParaRPr lang="zh-TW" altLang="en-US" b="1" dirty="0">
                        <a:solidFill>
                          <a:schemeClr val="tx1"/>
                        </a:solidFill>
                      </a:endParaRPr>
                    </a:p>
                  </a:txBody>
                  <a:tcPr/>
                </a:tc>
                <a:tc>
                  <a:txBody>
                    <a:bodyPr/>
                    <a:lstStyle/>
                    <a:p>
                      <a:pPr algn="ctr"/>
                      <a:r>
                        <a:rPr lang="en-US" altLang="zh-TW" b="1" dirty="0">
                          <a:solidFill>
                            <a:schemeClr val="tx1"/>
                          </a:solidFill>
                        </a:rPr>
                        <a:t>4</a:t>
                      </a:r>
                      <a:endParaRPr lang="zh-TW" altLang="en-US" b="1" dirty="0">
                        <a:solidFill>
                          <a:schemeClr val="tx1"/>
                        </a:solidFill>
                      </a:endParaRPr>
                    </a:p>
                  </a:txBody>
                  <a:tcPr/>
                </a:tc>
                <a:tc>
                  <a:txBody>
                    <a:bodyPr/>
                    <a:lstStyle/>
                    <a:p>
                      <a:pPr algn="ctr"/>
                      <a:r>
                        <a:rPr lang="en-US" altLang="zh-TW" b="1" dirty="0">
                          <a:solidFill>
                            <a:schemeClr val="tx1"/>
                          </a:solidFill>
                        </a:rPr>
                        <a:t>3</a:t>
                      </a:r>
                      <a:endParaRPr lang="zh-TW" altLang="en-US" b="1" dirty="0">
                        <a:solidFill>
                          <a:schemeClr val="tx1"/>
                        </a:solidFill>
                      </a:endParaRPr>
                    </a:p>
                  </a:txBody>
                  <a:tcPr/>
                </a:tc>
                <a:extLst>
                  <a:ext uri="{0D108BD9-81ED-4DB2-BD59-A6C34878D82A}">
                    <a16:rowId xmlns="" xmlns:a16="http://schemas.microsoft.com/office/drawing/2014/main" val="304378194"/>
                  </a:ext>
                </a:extLst>
              </a:tr>
              <a:tr h="782211">
                <a:tc>
                  <a:txBody>
                    <a:bodyPr/>
                    <a:lstStyle/>
                    <a:p>
                      <a:pPr algn="ctr"/>
                      <a:r>
                        <a:rPr lang="en-US" altLang="zh-TW" b="1" dirty="0"/>
                        <a:t>2</a:t>
                      </a:r>
                      <a:endParaRPr lang="zh-TW" altLang="en-US" b="1"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 xmlns:a16="http://schemas.microsoft.com/office/drawing/2014/main" val="1277368623"/>
                  </a:ext>
                </a:extLst>
              </a:tr>
              <a:tr h="782211">
                <a:tc>
                  <a:txBody>
                    <a:bodyPr/>
                    <a:lstStyle/>
                    <a:p>
                      <a:pPr algn="ctr"/>
                      <a:r>
                        <a:rPr lang="en-US" altLang="zh-TW" b="1" dirty="0"/>
                        <a:t>1</a:t>
                      </a:r>
                      <a:endParaRPr lang="zh-TW" altLang="en-US" b="1" dirty="0"/>
                    </a:p>
                  </a:txBody>
                  <a:tcPr/>
                </a:tc>
                <a:tc>
                  <a:txBody>
                    <a:bodyPr/>
                    <a:lstStyle/>
                    <a:p>
                      <a:pPr algn="ctr"/>
                      <a:r>
                        <a:rPr lang="en-US" altLang="zh-TW" dirty="0"/>
                        <a:t>0</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 xmlns:a16="http://schemas.microsoft.com/office/drawing/2014/main" val="1425432721"/>
                  </a:ext>
                </a:extLst>
              </a:tr>
              <a:tr h="782211">
                <a:tc>
                  <a:txBody>
                    <a:bodyPr/>
                    <a:lstStyle/>
                    <a:p>
                      <a:pPr algn="ctr"/>
                      <a:r>
                        <a:rPr lang="en-US" altLang="zh-TW" b="1" dirty="0"/>
                        <a:t>3</a:t>
                      </a:r>
                      <a:endParaRPr lang="zh-TW" altLang="en-US" b="1" dirty="0"/>
                    </a:p>
                  </a:txBody>
                  <a:tcPr/>
                </a:tc>
                <a:tc>
                  <a:txBody>
                    <a:bodyPr/>
                    <a:lstStyle/>
                    <a:p>
                      <a:pPr algn="ctr"/>
                      <a:r>
                        <a:rPr lang="en-US" altLang="zh-TW" dirty="0"/>
                        <a:t>4</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 xmlns:a16="http://schemas.microsoft.com/office/drawing/2014/main" val="2324668586"/>
                  </a:ext>
                </a:extLst>
              </a:tr>
              <a:tr h="782211">
                <a:tc>
                  <a:txBody>
                    <a:bodyPr/>
                    <a:lstStyle/>
                    <a:p>
                      <a:pPr algn="ctr"/>
                      <a:r>
                        <a:rPr lang="en-US" altLang="zh-TW" b="1" dirty="0"/>
                        <a:t>2</a:t>
                      </a:r>
                      <a:endParaRPr lang="zh-TW" altLang="en-US" b="1"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 xmlns:a16="http://schemas.microsoft.com/office/drawing/2014/main" val="4038733621"/>
                  </a:ext>
                </a:extLst>
              </a:tr>
            </a:tbl>
          </a:graphicData>
        </a:graphic>
      </p:graphicFrame>
      <p:sp>
        <p:nvSpPr>
          <p:cNvPr id="10" name="手繪多邊形 9"/>
          <p:cNvSpPr/>
          <p:nvPr/>
        </p:nvSpPr>
        <p:spPr>
          <a:xfrm>
            <a:off x="9739618" y="3951215"/>
            <a:ext cx="520118" cy="530440"/>
          </a:xfrm>
          <a:custGeom>
            <a:avLst/>
            <a:gdLst>
              <a:gd name="connsiteX0" fmla="*/ 0 w 520118"/>
              <a:gd name="connsiteY0" fmla="*/ 75501 h 530440"/>
              <a:gd name="connsiteX1" fmla="*/ 0 w 520118"/>
              <a:gd name="connsiteY1" fmla="*/ 75501 h 530440"/>
              <a:gd name="connsiteX2" fmla="*/ 67112 w 520118"/>
              <a:gd name="connsiteY2" fmla="*/ 41945 h 530440"/>
              <a:gd name="connsiteX3" fmla="*/ 117446 w 520118"/>
              <a:gd name="connsiteY3" fmla="*/ 25167 h 530440"/>
              <a:gd name="connsiteX4" fmla="*/ 142613 w 520118"/>
              <a:gd name="connsiteY4" fmla="*/ 16778 h 530440"/>
              <a:gd name="connsiteX5" fmla="*/ 318782 w 520118"/>
              <a:gd name="connsiteY5" fmla="*/ 25167 h 530440"/>
              <a:gd name="connsiteX6" fmla="*/ 369116 w 520118"/>
              <a:gd name="connsiteY6" fmla="*/ 41945 h 530440"/>
              <a:gd name="connsiteX7" fmla="*/ 419450 w 520118"/>
              <a:gd name="connsiteY7" fmla="*/ 67112 h 530440"/>
              <a:gd name="connsiteX8" fmla="*/ 436228 w 520118"/>
              <a:gd name="connsiteY8" fmla="*/ 92279 h 530440"/>
              <a:gd name="connsiteX9" fmla="*/ 494951 w 520118"/>
              <a:gd name="connsiteY9" fmla="*/ 151002 h 530440"/>
              <a:gd name="connsiteX10" fmla="*/ 511729 w 520118"/>
              <a:gd name="connsiteY10" fmla="*/ 201335 h 530440"/>
              <a:gd name="connsiteX11" fmla="*/ 520118 w 520118"/>
              <a:gd name="connsiteY11" fmla="*/ 260058 h 530440"/>
              <a:gd name="connsiteX12" fmla="*/ 511729 w 520118"/>
              <a:gd name="connsiteY12" fmla="*/ 327170 h 530440"/>
              <a:gd name="connsiteX13" fmla="*/ 461395 w 520118"/>
              <a:gd name="connsiteY13" fmla="*/ 427838 h 530440"/>
              <a:gd name="connsiteX14" fmla="*/ 436228 w 520118"/>
              <a:gd name="connsiteY14" fmla="*/ 444616 h 530440"/>
              <a:gd name="connsiteX15" fmla="*/ 427839 w 520118"/>
              <a:gd name="connsiteY15" fmla="*/ 469783 h 530440"/>
              <a:gd name="connsiteX16" fmla="*/ 377505 w 520118"/>
              <a:gd name="connsiteY16" fmla="*/ 486561 h 530440"/>
              <a:gd name="connsiteX17" fmla="*/ 318782 w 520118"/>
              <a:gd name="connsiteY17" fmla="*/ 511728 h 530440"/>
              <a:gd name="connsiteX18" fmla="*/ 293615 w 520118"/>
              <a:gd name="connsiteY18" fmla="*/ 528506 h 530440"/>
              <a:gd name="connsiteX19" fmla="*/ 184558 w 520118"/>
              <a:gd name="connsiteY19" fmla="*/ 511728 h 530440"/>
              <a:gd name="connsiteX20" fmla="*/ 142613 w 520118"/>
              <a:gd name="connsiteY20" fmla="*/ 503339 h 530440"/>
              <a:gd name="connsiteX21" fmla="*/ 92279 w 520118"/>
              <a:gd name="connsiteY21" fmla="*/ 486561 h 530440"/>
              <a:gd name="connsiteX22" fmla="*/ 75501 w 520118"/>
              <a:gd name="connsiteY22" fmla="*/ 461394 h 530440"/>
              <a:gd name="connsiteX23" fmla="*/ 50334 w 520118"/>
              <a:gd name="connsiteY23" fmla="*/ 444616 h 530440"/>
              <a:gd name="connsiteX24" fmla="*/ 41945 w 520118"/>
              <a:gd name="connsiteY24" fmla="*/ 419449 h 530440"/>
              <a:gd name="connsiteX25" fmla="*/ 25167 w 520118"/>
              <a:gd name="connsiteY25" fmla="*/ 394282 h 530440"/>
              <a:gd name="connsiteX26" fmla="*/ 8389 w 520118"/>
              <a:gd name="connsiteY26" fmla="*/ 343948 h 530440"/>
              <a:gd name="connsiteX27" fmla="*/ 16778 w 520118"/>
              <a:gd name="connsiteY27" fmla="*/ 276836 h 530440"/>
              <a:gd name="connsiteX28" fmla="*/ 25167 w 520118"/>
              <a:gd name="connsiteY28" fmla="*/ 192946 h 530440"/>
              <a:gd name="connsiteX29" fmla="*/ 41945 w 520118"/>
              <a:gd name="connsiteY29" fmla="*/ 142613 h 530440"/>
              <a:gd name="connsiteX30" fmla="*/ 50334 w 520118"/>
              <a:gd name="connsiteY30" fmla="*/ 117446 h 530440"/>
              <a:gd name="connsiteX31" fmla="*/ 83890 w 520118"/>
              <a:gd name="connsiteY31" fmla="*/ 67112 h 530440"/>
              <a:gd name="connsiteX32" fmla="*/ 109057 w 520118"/>
              <a:gd name="connsiteY32" fmla="*/ 41945 h 530440"/>
              <a:gd name="connsiteX33" fmla="*/ 159391 w 520118"/>
              <a:gd name="connsiteY33" fmla="*/ 0 h 530440"/>
              <a:gd name="connsiteX34" fmla="*/ 310393 w 520118"/>
              <a:gd name="connsiteY34" fmla="*/ 16778 h 53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0118" h="530440">
                <a:moveTo>
                  <a:pt x="0" y="75501"/>
                </a:moveTo>
                <a:lnTo>
                  <a:pt x="0" y="75501"/>
                </a:lnTo>
                <a:cubicBezTo>
                  <a:pt x="22371" y="64316"/>
                  <a:pt x="44123" y="51797"/>
                  <a:pt x="67112" y="41945"/>
                </a:cubicBezTo>
                <a:cubicBezTo>
                  <a:pt x="83368" y="34978"/>
                  <a:pt x="100668" y="30760"/>
                  <a:pt x="117446" y="25167"/>
                </a:cubicBezTo>
                <a:lnTo>
                  <a:pt x="142613" y="16778"/>
                </a:lnTo>
                <a:cubicBezTo>
                  <a:pt x="201336" y="19574"/>
                  <a:pt x="260352" y="18675"/>
                  <a:pt x="318782" y="25167"/>
                </a:cubicBezTo>
                <a:cubicBezTo>
                  <a:pt x="336359" y="27120"/>
                  <a:pt x="352338" y="36352"/>
                  <a:pt x="369116" y="41945"/>
                </a:cubicBezTo>
                <a:cubicBezTo>
                  <a:pt x="403848" y="53522"/>
                  <a:pt x="386925" y="45429"/>
                  <a:pt x="419450" y="67112"/>
                </a:cubicBezTo>
                <a:cubicBezTo>
                  <a:pt x="425043" y="75501"/>
                  <a:pt x="428355" y="85981"/>
                  <a:pt x="436228" y="92279"/>
                </a:cubicBezTo>
                <a:cubicBezTo>
                  <a:pt x="478422" y="126034"/>
                  <a:pt x="461286" y="50008"/>
                  <a:pt x="494951" y="151002"/>
                </a:cubicBezTo>
                <a:lnTo>
                  <a:pt x="511729" y="201335"/>
                </a:lnTo>
                <a:cubicBezTo>
                  <a:pt x="514525" y="220909"/>
                  <a:pt x="520118" y="240285"/>
                  <a:pt x="520118" y="260058"/>
                </a:cubicBezTo>
                <a:cubicBezTo>
                  <a:pt x="520118" y="282603"/>
                  <a:pt x="516453" y="305126"/>
                  <a:pt x="511729" y="327170"/>
                </a:cubicBezTo>
                <a:cubicBezTo>
                  <a:pt x="506146" y="353224"/>
                  <a:pt x="484726" y="412284"/>
                  <a:pt x="461395" y="427838"/>
                </a:cubicBezTo>
                <a:lnTo>
                  <a:pt x="436228" y="444616"/>
                </a:lnTo>
                <a:cubicBezTo>
                  <a:pt x="433432" y="453005"/>
                  <a:pt x="435035" y="464643"/>
                  <a:pt x="427839" y="469783"/>
                </a:cubicBezTo>
                <a:cubicBezTo>
                  <a:pt x="413448" y="480063"/>
                  <a:pt x="392220" y="476751"/>
                  <a:pt x="377505" y="486561"/>
                </a:cubicBezTo>
                <a:cubicBezTo>
                  <a:pt x="342745" y="509734"/>
                  <a:pt x="362119" y="500894"/>
                  <a:pt x="318782" y="511728"/>
                </a:cubicBezTo>
                <a:cubicBezTo>
                  <a:pt x="310393" y="517321"/>
                  <a:pt x="303668" y="527733"/>
                  <a:pt x="293615" y="528506"/>
                </a:cubicBezTo>
                <a:cubicBezTo>
                  <a:pt x="209102" y="535007"/>
                  <a:pt x="233813" y="524042"/>
                  <a:pt x="184558" y="511728"/>
                </a:cubicBezTo>
                <a:cubicBezTo>
                  <a:pt x="170725" y="508270"/>
                  <a:pt x="156369" y="507091"/>
                  <a:pt x="142613" y="503339"/>
                </a:cubicBezTo>
                <a:cubicBezTo>
                  <a:pt x="125551" y="498686"/>
                  <a:pt x="92279" y="486561"/>
                  <a:pt x="92279" y="486561"/>
                </a:cubicBezTo>
                <a:cubicBezTo>
                  <a:pt x="86686" y="478172"/>
                  <a:pt x="82630" y="468523"/>
                  <a:pt x="75501" y="461394"/>
                </a:cubicBezTo>
                <a:cubicBezTo>
                  <a:pt x="68372" y="454265"/>
                  <a:pt x="56632" y="452489"/>
                  <a:pt x="50334" y="444616"/>
                </a:cubicBezTo>
                <a:cubicBezTo>
                  <a:pt x="44810" y="437711"/>
                  <a:pt x="45900" y="427358"/>
                  <a:pt x="41945" y="419449"/>
                </a:cubicBezTo>
                <a:cubicBezTo>
                  <a:pt x="37436" y="410431"/>
                  <a:pt x="29262" y="403495"/>
                  <a:pt x="25167" y="394282"/>
                </a:cubicBezTo>
                <a:cubicBezTo>
                  <a:pt x="17984" y="378121"/>
                  <a:pt x="8389" y="343948"/>
                  <a:pt x="8389" y="343948"/>
                </a:cubicBezTo>
                <a:cubicBezTo>
                  <a:pt x="11185" y="321577"/>
                  <a:pt x="14288" y="299243"/>
                  <a:pt x="16778" y="276836"/>
                </a:cubicBezTo>
                <a:cubicBezTo>
                  <a:pt x="19881" y="248905"/>
                  <a:pt x="19988" y="220567"/>
                  <a:pt x="25167" y="192946"/>
                </a:cubicBezTo>
                <a:cubicBezTo>
                  <a:pt x="28426" y="175564"/>
                  <a:pt x="36352" y="159391"/>
                  <a:pt x="41945" y="142613"/>
                </a:cubicBezTo>
                <a:cubicBezTo>
                  <a:pt x="44741" y="134224"/>
                  <a:pt x="45429" y="124804"/>
                  <a:pt x="50334" y="117446"/>
                </a:cubicBezTo>
                <a:cubicBezTo>
                  <a:pt x="61519" y="100668"/>
                  <a:pt x="67112" y="78297"/>
                  <a:pt x="83890" y="67112"/>
                </a:cubicBezTo>
                <a:cubicBezTo>
                  <a:pt x="111384" y="48783"/>
                  <a:pt x="109057" y="60416"/>
                  <a:pt x="109057" y="41945"/>
                </a:cubicBezTo>
                <a:lnTo>
                  <a:pt x="159391" y="0"/>
                </a:lnTo>
                <a:lnTo>
                  <a:pt x="310393" y="16778"/>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18763018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51002"/>
                <a:ext cx="10515600" cy="6025961"/>
              </a:xfrm>
            </p:spPr>
            <p:txBody>
              <a:bodyPr/>
              <a:lstStyle/>
              <a:p>
                <a14:m>
                  <m:oMath xmlns:m="http://schemas.openxmlformats.org/officeDocument/2006/math">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𝑇</m:t>
                        </m:r>
                      </m:e>
                    </m:acc>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m:t>
                        </m:r>
                      </m:sub>
                    </m:sSub>
                  </m:oMath>
                </a14:m>
                <a:endParaRPr lang="en-US" altLang="zh-TW" i="1" dirty="0">
                  <a:latin typeface="Cambria Math" panose="02040503050406030204" pitchFamily="18" charset="0"/>
                </a:endParaRPr>
              </a:p>
              <a:p>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i="1">
                            <a:latin typeface="Cambria Math" panose="02040503050406030204" pitchFamily="18" charset="0"/>
                          </a:rPr>
                          <m:t>1</m:t>
                        </m:r>
                      </m:sub>
                    </m:sSub>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1,3,4,5</m:t>
                        </m:r>
                      </m:e>
                    </m:d>
                  </m:oMath>
                </a14:m>
                <a:endParaRPr lang="en-US" altLang="zh-TW" b="0" dirty="0"/>
              </a:p>
              <a:p>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2,1,3,2</m:t>
                        </m:r>
                      </m:e>
                    </m:d>
                  </m:oMath>
                </a14:m>
                <a:endParaRPr lang="en-US" altLang="zh-TW" b="0" dirty="0"/>
              </a:p>
              <a:p>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=(1,4,3,1)</m:t>
                    </m:r>
                  </m:oMath>
                </a14:m>
                <a:endParaRPr lang="en-US" altLang="zh-TW" dirty="0"/>
              </a:p>
              <a:p>
                <a:r>
                  <a:rPr lang="en-US" altLang="zh-TW" dirty="0"/>
                  <a:t>Alignment2 = </a:t>
                </a:r>
                <a14:m>
                  <m:oMath xmlns:m="http://schemas.openxmlformats.org/officeDocument/2006/math">
                    <m:r>
                      <m:rPr>
                        <m:nor/>
                      </m:rPr>
                      <a:rPr lang="en-US" altLang="zh-TW" dirty="0"/>
                      <m:t>{</m:t>
                    </m:r>
                    <m:r>
                      <a:rPr lang="en-US" altLang="zh-TW" i="1">
                        <a:latin typeface="Cambria Math" panose="02040503050406030204" pitchFamily="18" charset="0"/>
                        <a:ea typeface="Cambria Math" panose="02040503050406030204" pitchFamily="18" charset="0"/>
                      </a:rPr>
                      <m:t>∅,∅</m:t>
                    </m:r>
                    <m:r>
                      <m:rPr>
                        <m:nor/>
                      </m:rPr>
                      <a:rPr lang="en-US" altLang="zh-TW">
                        <a:latin typeface="Cambria Math" panose="02040503050406030204" pitchFamily="18" charset="0"/>
                        <a:ea typeface="Cambria Math" panose="02040503050406030204" pitchFamily="18" charset="0"/>
                      </a:rPr>
                      <m:t>,</m:t>
                    </m:r>
                    <m:r>
                      <m:rPr>
                        <m:nor/>
                      </m:rPr>
                      <a:rPr lang="en-US" altLang="zh-TW" dirty="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m:t>
                    </m:r>
                    <m:r>
                      <m:rPr>
                        <m:nor/>
                      </m:rPr>
                      <a:rPr lang="en-US" altLang="zh-TW">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r>
                      <m:rPr>
                        <m:nor/>
                      </m:rPr>
                      <a:rPr lang="en-US" altLang="zh-TW" dirty="0"/>
                      <m:t>}</m:t>
                    </m:r>
                    <m:r>
                      <a:rPr lang="en-US" altLang="zh-TW" i="1" dirty="0">
                        <a:latin typeface="Cambria Math" panose="02040503050406030204" pitchFamily="18" charset="0"/>
                      </a:rPr>
                      <m:t> </m:t>
                    </m:r>
                  </m:oMath>
                </a14:m>
                <a:endParaRPr lang="en-US" altLang="zh-TW" i="1" dirty="0"/>
              </a:p>
              <a:p>
                <a14:m>
                  <m:oMath xmlns:m="http://schemas.openxmlformats.org/officeDocument/2006/math">
                    <m:r>
                      <m:rPr>
                        <m:nor/>
                      </m:rPr>
                      <a:rPr lang="en-US" altLang="zh-TW" dirty="0"/>
                      <m:t>Alignment</m:t>
                    </m:r>
                    <m:r>
                      <m:rPr>
                        <m:nor/>
                      </m:rPr>
                      <a:rPr lang="en-US" altLang="zh-TW" b="0" i="0" dirty="0" smtClean="0"/>
                      <m:t>3 = {</m:t>
                    </m:r>
                    <m:r>
                      <a:rPr lang="en-US" altLang="zh-TW" i="1">
                        <a:latin typeface="Cambria Math" panose="02040503050406030204" pitchFamily="18" charset="0"/>
                        <a:ea typeface="Cambria Math" panose="02040503050406030204" pitchFamily="18" charset="0"/>
                      </a:rPr>
                      <m:t>∅,∅</m:t>
                    </m:r>
                    <m:r>
                      <m:rPr>
                        <m:nor/>
                      </m:rPr>
                      <a:rPr lang="en-US" altLang="zh-TW" b="0" i="0" smtClean="0">
                        <a:latin typeface="Cambria Math" panose="02040503050406030204" pitchFamily="18" charset="0"/>
                        <a:ea typeface="Cambria Math" panose="02040503050406030204" pitchFamily="18" charset="0"/>
                      </a:rPr>
                      <m:t>,</m:t>
                    </m:r>
                    <m:r>
                      <m:rPr>
                        <m:nor/>
                      </m:rPr>
                      <a:rPr lang="en-US" altLang="zh-TW" dirty="0">
                        <a:ea typeface="Cambria Math" panose="02040503050406030204" pitchFamily="18" charset="0"/>
                      </a:rPr>
                      <m:t> </m:t>
                    </m:r>
                    <m:r>
                      <a:rPr lang="en-US" altLang="zh-TW" b="0" i="1" dirty="0" smtClean="0">
                        <a:latin typeface="Cambria Math" panose="02040503050406030204" pitchFamily="18" charset="0"/>
                        <a:ea typeface="Cambria Math" panose="02040503050406030204" pitchFamily="18" charset="0"/>
                      </a:rPr>
                      <m:t>{4}</m:t>
                    </m:r>
                    <m:r>
                      <m:rPr>
                        <m:nor/>
                      </m:rPr>
                      <a:rPr lang="en-US" altLang="zh-TW" b="0" i="0"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{3}</m:t>
                    </m:r>
                    <m:r>
                      <m:rPr>
                        <m:nor/>
                      </m:rPr>
                      <a:rPr lang="en-US" altLang="zh-TW" b="0" i="0" dirty="0" smtClean="0"/>
                      <m:t>}</m:t>
                    </m:r>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51002"/>
                <a:ext cx="10515600" cy="6025961"/>
              </a:xfrm>
              <a:blipFill>
                <a:blip r:embed="rId2"/>
                <a:stretch>
                  <a:fillRect l="-1043"/>
                </a:stretch>
              </a:blipFill>
            </p:spPr>
            <p:txBody>
              <a:bodyPr/>
              <a:lstStyle/>
              <a:p>
                <a:r>
                  <a:rPr lang="zh-TW" altLang="en-US">
                    <a:noFill/>
                  </a:rPr>
                  <a:t> </a:t>
                </a:r>
              </a:p>
            </p:txBody>
          </p:sp>
        </mc:Fallback>
      </mc:AlternateContent>
      <p:graphicFrame>
        <p:nvGraphicFramePr>
          <p:cNvPr id="4" name="表格 3"/>
          <p:cNvGraphicFramePr>
            <a:graphicFrameLocks noGrp="1"/>
          </p:cNvGraphicFramePr>
          <p:nvPr>
            <p:extLst>
              <p:ext uri="{D42A27DB-BD31-4B8C-83A1-F6EECF244321}">
                <p14:modId xmlns:p14="http://schemas.microsoft.com/office/powerpoint/2010/main" val="2090521875"/>
              </p:ext>
            </p:extLst>
          </p:nvPr>
        </p:nvGraphicFramePr>
        <p:xfrm>
          <a:off x="6308522" y="795168"/>
          <a:ext cx="5378275" cy="3911055"/>
        </p:xfrm>
        <a:graphic>
          <a:graphicData uri="http://schemas.openxmlformats.org/drawingml/2006/table">
            <a:tbl>
              <a:tblPr firstRow="1" bandRow="1">
                <a:tableStyleId>{5C22544A-7EE6-4342-B048-85BDC9FD1C3A}</a:tableStyleId>
              </a:tblPr>
              <a:tblGrid>
                <a:gridCol w="1075655">
                  <a:extLst>
                    <a:ext uri="{9D8B030D-6E8A-4147-A177-3AD203B41FA5}">
                      <a16:colId xmlns="" xmlns:a16="http://schemas.microsoft.com/office/drawing/2014/main" val="3114598794"/>
                    </a:ext>
                  </a:extLst>
                </a:gridCol>
                <a:gridCol w="1075655">
                  <a:extLst>
                    <a:ext uri="{9D8B030D-6E8A-4147-A177-3AD203B41FA5}">
                      <a16:colId xmlns="" xmlns:a16="http://schemas.microsoft.com/office/drawing/2014/main" val="3549556576"/>
                    </a:ext>
                  </a:extLst>
                </a:gridCol>
                <a:gridCol w="1075655">
                  <a:extLst>
                    <a:ext uri="{9D8B030D-6E8A-4147-A177-3AD203B41FA5}">
                      <a16:colId xmlns="" xmlns:a16="http://schemas.microsoft.com/office/drawing/2014/main" val="987167049"/>
                    </a:ext>
                  </a:extLst>
                </a:gridCol>
                <a:gridCol w="1075655">
                  <a:extLst>
                    <a:ext uri="{9D8B030D-6E8A-4147-A177-3AD203B41FA5}">
                      <a16:colId xmlns="" xmlns:a16="http://schemas.microsoft.com/office/drawing/2014/main" val="4144116902"/>
                    </a:ext>
                  </a:extLst>
                </a:gridCol>
                <a:gridCol w="1075655">
                  <a:extLst>
                    <a:ext uri="{9D8B030D-6E8A-4147-A177-3AD203B41FA5}">
                      <a16:colId xmlns="" xmlns:a16="http://schemas.microsoft.com/office/drawing/2014/main" val="4183419575"/>
                    </a:ext>
                  </a:extLst>
                </a:gridCol>
              </a:tblGrid>
              <a:tr h="782211">
                <a:tc>
                  <a:txBody>
                    <a:bodyPr/>
                    <a:lstStyle/>
                    <a:p>
                      <a:pPr algn="ctr"/>
                      <a:endParaRPr lang="zh-TW" altLang="en-US" dirty="0"/>
                    </a:p>
                  </a:txBody>
                  <a:tcPr/>
                </a:tc>
                <a:tc>
                  <a:txBody>
                    <a:bodyPr/>
                    <a:lstStyle/>
                    <a:p>
                      <a:pPr algn="ctr"/>
                      <a:r>
                        <a:rPr lang="en-US" altLang="zh-TW" b="1" dirty="0">
                          <a:solidFill>
                            <a:schemeClr val="tx1"/>
                          </a:solidFill>
                        </a:rPr>
                        <a:t>1</a:t>
                      </a:r>
                      <a:endParaRPr lang="zh-TW" altLang="en-US" b="1" dirty="0">
                        <a:solidFill>
                          <a:schemeClr val="tx1"/>
                        </a:solidFill>
                      </a:endParaRPr>
                    </a:p>
                  </a:txBody>
                  <a:tcPr/>
                </a:tc>
                <a:tc>
                  <a:txBody>
                    <a:bodyPr/>
                    <a:lstStyle/>
                    <a:p>
                      <a:pPr algn="ctr"/>
                      <a:r>
                        <a:rPr lang="en-US" altLang="zh-TW" b="1" dirty="0">
                          <a:solidFill>
                            <a:schemeClr val="tx1"/>
                          </a:solidFill>
                        </a:rPr>
                        <a:t>3</a:t>
                      </a:r>
                      <a:endParaRPr lang="zh-TW" altLang="en-US" b="1" dirty="0">
                        <a:solidFill>
                          <a:schemeClr val="tx1"/>
                        </a:solidFill>
                      </a:endParaRPr>
                    </a:p>
                  </a:txBody>
                  <a:tcPr/>
                </a:tc>
                <a:tc>
                  <a:txBody>
                    <a:bodyPr/>
                    <a:lstStyle/>
                    <a:p>
                      <a:pPr algn="ctr"/>
                      <a:r>
                        <a:rPr lang="en-US" altLang="zh-TW" b="1" dirty="0">
                          <a:solidFill>
                            <a:schemeClr val="tx1"/>
                          </a:solidFill>
                        </a:rPr>
                        <a:t>4</a:t>
                      </a:r>
                      <a:endParaRPr lang="zh-TW" altLang="en-US" b="1" dirty="0">
                        <a:solidFill>
                          <a:schemeClr val="tx1"/>
                        </a:solidFill>
                      </a:endParaRPr>
                    </a:p>
                  </a:txBody>
                  <a:tcPr/>
                </a:tc>
                <a:tc>
                  <a:txBody>
                    <a:bodyPr/>
                    <a:lstStyle/>
                    <a:p>
                      <a:pPr algn="ctr"/>
                      <a:r>
                        <a:rPr lang="en-US" altLang="zh-TW" b="1" dirty="0">
                          <a:solidFill>
                            <a:schemeClr val="tx1"/>
                          </a:solidFill>
                        </a:rPr>
                        <a:t>3</a:t>
                      </a:r>
                      <a:endParaRPr lang="zh-TW" altLang="en-US" b="1" dirty="0">
                        <a:solidFill>
                          <a:schemeClr val="tx1"/>
                        </a:solidFill>
                      </a:endParaRPr>
                    </a:p>
                  </a:txBody>
                  <a:tcPr/>
                </a:tc>
                <a:extLst>
                  <a:ext uri="{0D108BD9-81ED-4DB2-BD59-A6C34878D82A}">
                    <a16:rowId xmlns="" xmlns:a16="http://schemas.microsoft.com/office/drawing/2014/main" val="304378194"/>
                  </a:ext>
                </a:extLst>
              </a:tr>
              <a:tr h="782211">
                <a:tc>
                  <a:txBody>
                    <a:bodyPr/>
                    <a:lstStyle/>
                    <a:p>
                      <a:pPr algn="ctr"/>
                      <a:r>
                        <a:rPr lang="en-US" altLang="zh-TW" b="1" dirty="0"/>
                        <a:t>2</a:t>
                      </a:r>
                      <a:endParaRPr lang="zh-TW" altLang="en-US" b="1"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 xmlns:a16="http://schemas.microsoft.com/office/drawing/2014/main" val="1277368623"/>
                  </a:ext>
                </a:extLst>
              </a:tr>
              <a:tr h="782211">
                <a:tc>
                  <a:txBody>
                    <a:bodyPr/>
                    <a:lstStyle/>
                    <a:p>
                      <a:pPr algn="ctr"/>
                      <a:r>
                        <a:rPr lang="en-US" altLang="zh-TW" b="1" dirty="0"/>
                        <a:t>1</a:t>
                      </a:r>
                      <a:endParaRPr lang="zh-TW" altLang="en-US" b="1" dirty="0"/>
                    </a:p>
                  </a:txBody>
                  <a:tcPr/>
                </a:tc>
                <a:tc>
                  <a:txBody>
                    <a:bodyPr/>
                    <a:lstStyle/>
                    <a:p>
                      <a:pPr algn="ctr"/>
                      <a:r>
                        <a:rPr lang="en-US" altLang="zh-TW" dirty="0"/>
                        <a:t>0</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 xmlns:a16="http://schemas.microsoft.com/office/drawing/2014/main" val="1425432721"/>
                  </a:ext>
                </a:extLst>
              </a:tr>
              <a:tr h="782211">
                <a:tc>
                  <a:txBody>
                    <a:bodyPr/>
                    <a:lstStyle/>
                    <a:p>
                      <a:pPr algn="ctr"/>
                      <a:r>
                        <a:rPr lang="en-US" altLang="zh-TW" b="1" dirty="0"/>
                        <a:t>3</a:t>
                      </a:r>
                      <a:endParaRPr lang="zh-TW" altLang="en-US" b="1" dirty="0"/>
                    </a:p>
                  </a:txBody>
                  <a:tcPr/>
                </a:tc>
                <a:tc>
                  <a:txBody>
                    <a:bodyPr/>
                    <a:lstStyle/>
                    <a:p>
                      <a:pPr algn="ctr"/>
                      <a:r>
                        <a:rPr lang="en-US" altLang="zh-TW" dirty="0"/>
                        <a:t>4</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 xmlns:a16="http://schemas.microsoft.com/office/drawing/2014/main" val="2324668586"/>
                  </a:ext>
                </a:extLst>
              </a:tr>
              <a:tr h="782211">
                <a:tc>
                  <a:txBody>
                    <a:bodyPr/>
                    <a:lstStyle/>
                    <a:p>
                      <a:pPr algn="ctr"/>
                      <a:r>
                        <a:rPr lang="en-US" altLang="zh-TW" b="1" dirty="0"/>
                        <a:t>2</a:t>
                      </a:r>
                      <a:endParaRPr lang="zh-TW" altLang="en-US" b="1"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 xmlns:a16="http://schemas.microsoft.com/office/drawing/2014/main" val="4038733621"/>
                  </a:ext>
                </a:extLst>
              </a:tr>
            </a:tbl>
          </a:graphicData>
        </a:graphic>
      </p:graphicFrame>
      <p:sp>
        <p:nvSpPr>
          <p:cNvPr id="5" name="手繪多邊形 4"/>
          <p:cNvSpPr/>
          <p:nvPr/>
        </p:nvSpPr>
        <p:spPr>
          <a:xfrm>
            <a:off x="9833295" y="3163982"/>
            <a:ext cx="520118" cy="530440"/>
          </a:xfrm>
          <a:custGeom>
            <a:avLst/>
            <a:gdLst>
              <a:gd name="connsiteX0" fmla="*/ 0 w 520118"/>
              <a:gd name="connsiteY0" fmla="*/ 75501 h 530440"/>
              <a:gd name="connsiteX1" fmla="*/ 0 w 520118"/>
              <a:gd name="connsiteY1" fmla="*/ 75501 h 530440"/>
              <a:gd name="connsiteX2" fmla="*/ 67112 w 520118"/>
              <a:gd name="connsiteY2" fmla="*/ 41945 h 530440"/>
              <a:gd name="connsiteX3" fmla="*/ 117446 w 520118"/>
              <a:gd name="connsiteY3" fmla="*/ 25167 h 530440"/>
              <a:gd name="connsiteX4" fmla="*/ 142613 w 520118"/>
              <a:gd name="connsiteY4" fmla="*/ 16778 h 530440"/>
              <a:gd name="connsiteX5" fmla="*/ 318782 w 520118"/>
              <a:gd name="connsiteY5" fmla="*/ 25167 h 530440"/>
              <a:gd name="connsiteX6" fmla="*/ 369116 w 520118"/>
              <a:gd name="connsiteY6" fmla="*/ 41945 h 530440"/>
              <a:gd name="connsiteX7" fmla="*/ 419450 w 520118"/>
              <a:gd name="connsiteY7" fmla="*/ 67112 h 530440"/>
              <a:gd name="connsiteX8" fmla="*/ 436228 w 520118"/>
              <a:gd name="connsiteY8" fmla="*/ 92279 h 530440"/>
              <a:gd name="connsiteX9" fmla="*/ 494951 w 520118"/>
              <a:gd name="connsiteY9" fmla="*/ 151002 h 530440"/>
              <a:gd name="connsiteX10" fmla="*/ 511729 w 520118"/>
              <a:gd name="connsiteY10" fmla="*/ 201335 h 530440"/>
              <a:gd name="connsiteX11" fmla="*/ 520118 w 520118"/>
              <a:gd name="connsiteY11" fmla="*/ 260058 h 530440"/>
              <a:gd name="connsiteX12" fmla="*/ 511729 w 520118"/>
              <a:gd name="connsiteY12" fmla="*/ 327170 h 530440"/>
              <a:gd name="connsiteX13" fmla="*/ 461395 w 520118"/>
              <a:gd name="connsiteY13" fmla="*/ 427838 h 530440"/>
              <a:gd name="connsiteX14" fmla="*/ 436228 w 520118"/>
              <a:gd name="connsiteY14" fmla="*/ 444616 h 530440"/>
              <a:gd name="connsiteX15" fmla="*/ 427839 w 520118"/>
              <a:gd name="connsiteY15" fmla="*/ 469783 h 530440"/>
              <a:gd name="connsiteX16" fmla="*/ 377505 w 520118"/>
              <a:gd name="connsiteY16" fmla="*/ 486561 h 530440"/>
              <a:gd name="connsiteX17" fmla="*/ 318782 w 520118"/>
              <a:gd name="connsiteY17" fmla="*/ 511728 h 530440"/>
              <a:gd name="connsiteX18" fmla="*/ 293615 w 520118"/>
              <a:gd name="connsiteY18" fmla="*/ 528506 h 530440"/>
              <a:gd name="connsiteX19" fmla="*/ 184558 w 520118"/>
              <a:gd name="connsiteY19" fmla="*/ 511728 h 530440"/>
              <a:gd name="connsiteX20" fmla="*/ 142613 w 520118"/>
              <a:gd name="connsiteY20" fmla="*/ 503339 h 530440"/>
              <a:gd name="connsiteX21" fmla="*/ 92279 w 520118"/>
              <a:gd name="connsiteY21" fmla="*/ 486561 h 530440"/>
              <a:gd name="connsiteX22" fmla="*/ 75501 w 520118"/>
              <a:gd name="connsiteY22" fmla="*/ 461394 h 530440"/>
              <a:gd name="connsiteX23" fmla="*/ 50334 w 520118"/>
              <a:gd name="connsiteY23" fmla="*/ 444616 h 530440"/>
              <a:gd name="connsiteX24" fmla="*/ 41945 w 520118"/>
              <a:gd name="connsiteY24" fmla="*/ 419449 h 530440"/>
              <a:gd name="connsiteX25" fmla="*/ 25167 w 520118"/>
              <a:gd name="connsiteY25" fmla="*/ 394282 h 530440"/>
              <a:gd name="connsiteX26" fmla="*/ 8389 w 520118"/>
              <a:gd name="connsiteY26" fmla="*/ 343948 h 530440"/>
              <a:gd name="connsiteX27" fmla="*/ 16778 w 520118"/>
              <a:gd name="connsiteY27" fmla="*/ 276836 h 530440"/>
              <a:gd name="connsiteX28" fmla="*/ 25167 w 520118"/>
              <a:gd name="connsiteY28" fmla="*/ 192946 h 530440"/>
              <a:gd name="connsiteX29" fmla="*/ 41945 w 520118"/>
              <a:gd name="connsiteY29" fmla="*/ 142613 h 530440"/>
              <a:gd name="connsiteX30" fmla="*/ 50334 w 520118"/>
              <a:gd name="connsiteY30" fmla="*/ 117446 h 530440"/>
              <a:gd name="connsiteX31" fmla="*/ 83890 w 520118"/>
              <a:gd name="connsiteY31" fmla="*/ 67112 h 530440"/>
              <a:gd name="connsiteX32" fmla="*/ 109057 w 520118"/>
              <a:gd name="connsiteY32" fmla="*/ 41945 h 530440"/>
              <a:gd name="connsiteX33" fmla="*/ 159391 w 520118"/>
              <a:gd name="connsiteY33" fmla="*/ 0 h 530440"/>
              <a:gd name="connsiteX34" fmla="*/ 310393 w 520118"/>
              <a:gd name="connsiteY34" fmla="*/ 16778 h 53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0118" h="530440">
                <a:moveTo>
                  <a:pt x="0" y="75501"/>
                </a:moveTo>
                <a:lnTo>
                  <a:pt x="0" y="75501"/>
                </a:lnTo>
                <a:cubicBezTo>
                  <a:pt x="22371" y="64316"/>
                  <a:pt x="44123" y="51797"/>
                  <a:pt x="67112" y="41945"/>
                </a:cubicBezTo>
                <a:cubicBezTo>
                  <a:pt x="83368" y="34978"/>
                  <a:pt x="100668" y="30760"/>
                  <a:pt x="117446" y="25167"/>
                </a:cubicBezTo>
                <a:lnTo>
                  <a:pt x="142613" y="16778"/>
                </a:lnTo>
                <a:cubicBezTo>
                  <a:pt x="201336" y="19574"/>
                  <a:pt x="260352" y="18675"/>
                  <a:pt x="318782" y="25167"/>
                </a:cubicBezTo>
                <a:cubicBezTo>
                  <a:pt x="336359" y="27120"/>
                  <a:pt x="352338" y="36352"/>
                  <a:pt x="369116" y="41945"/>
                </a:cubicBezTo>
                <a:cubicBezTo>
                  <a:pt x="403848" y="53522"/>
                  <a:pt x="386925" y="45429"/>
                  <a:pt x="419450" y="67112"/>
                </a:cubicBezTo>
                <a:cubicBezTo>
                  <a:pt x="425043" y="75501"/>
                  <a:pt x="428355" y="85981"/>
                  <a:pt x="436228" y="92279"/>
                </a:cubicBezTo>
                <a:cubicBezTo>
                  <a:pt x="478422" y="126034"/>
                  <a:pt x="461286" y="50008"/>
                  <a:pt x="494951" y="151002"/>
                </a:cubicBezTo>
                <a:lnTo>
                  <a:pt x="511729" y="201335"/>
                </a:lnTo>
                <a:cubicBezTo>
                  <a:pt x="514525" y="220909"/>
                  <a:pt x="520118" y="240285"/>
                  <a:pt x="520118" y="260058"/>
                </a:cubicBezTo>
                <a:cubicBezTo>
                  <a:pt x="520118" y="282603"/>
                  <a:pt x="516453" y="305126"/>
                  <a:pt x="511729" y="327170"/>
                </a:cubicBezTo>
                <a:cubicBezTo>
                  <a:pt x="506146" y="353224"/>
                  <a:pt x="484726" y="412284"/>
                  <a:pt x="461395" y="427838"/>
                </a:cubicBezTo>
                <a:lnTo>
                  <a:pt x="436228" y="444616"/>
                </a:lnTo>
                <a:cubicBezTo>
                  <a:pt x="433432" y="453005"/>
                  <a:pt x="435035" y="464643"/>
                  <a:pt x="427839" y="469783"/>
                </a:cubicBezTo>
                <a:cubicBezTo>
                  <a:pt x="413448" y="480063"/>
                  <a:pt x="392220" y="476751"/>
                  <a:pt x="377505" y="486561"/>
                </a:cubicBezTo>
                <a:cubicBezTo>
                  <a:pt x="342745" y="509734"/>
                  <a:pt x="362119" y="500894"/>
                  <a:pt x="318782" y="511728"/>
                </a:cubicBezTo>
                <a:cubicBezTo>
                  <a:pt x="310393" y="517321"/>
                  <a:pt x="303668" y="527733"/>
                  <a:pt x="293615" y="528506"/>
                </a:cubicBezTo>
                <a:cubicBezTo>
                  <a:pt x="209102" y="535007"/>
                  <a:pt x="233813" y="524042"/>
                  <a:pt x="184558" y="511728"/>
                </a:cubicBezTo>
                <a:cubicBezTo>
                  <a:pt x="170725" y="508270"/>
                  <a:pt x="156369" y="507091"/>
                  <a:pt x="142613" y="503339"/>
                </a:cubicBezTo>
                <a:cubicBezTo>
                  <a:pt x="125551" y="498686"/>
                  <a:pt x="92279" y="486561"/>
                  <a:pt x="92279" y="486561"/>
                </a:cubicBezTo>
                <a:cubicBezTo>
                  <a:pt x="86686" y="478172"/>
                  <a:pt x="82630" y="468523"/>
                  <a:pt x="75501" y="461394"/>
                </a:cubicBezTo>
                <a:cubicBezTo>
                  <a:pt x="68372" y="454265"/>
                  <a:pt x="56632" y="452489"/>
                  <a:pt x="50334" y="444616"/>
                </a:cubicBezTo>
                <a:cubicBezTo>
                  <a:pt x="44810" y="437711"/>
                  <a:pt x="45900" y="427358"/>
                  <a:pt x="41945" y="419449"/>
                </a:cubicBezTo>
                <a:cubicBezTo>
                  <a:pt x="37436" y="410431"/>
                  <a:pt x="29262" y="403495"/>
                  <a:pt x="25167" y="394282"/>
                </a:cubicBezTo>
                <a:cubicBezTo>
                  <a:pt x="17984" y="378121"/>
                  <a:pt x="8389" y="343948"/>
                  <a:pt x="8389" y="343948"/>
                </a:cubicBezTo>
                <a:cubicBezTo>
                  <a:pt x="11185" y="321577"/>
                  <a:pt x="14288" y="299243"/>
                  <a:pt x="16778" y="276836"/>
                </a:cubicBezTo>
                <a:cubicBezTo>
                  <a:pt x="19881" y="248905"/>
                  <a:pt x="19988" y="220567"/>
                  <a:pt x="25167" y="192946"/>
                </a:cubicBezTo>
                <a:cubicBezTo>
                  <a:pt x="28426" y="175564"/>
                  <a:pt x="36352" y="159391"/>
                  <a:pt x="41945" y="142613"/>
                </a:cubicBezTo>
                <a:cubicBezTo>
                  <a:pt x="44741" y="134224"/>
                  <a:pt x="45429" y="124804"/>
                  <a:pt x="50334" y="117446"/>
                </a:cubicBezTo>
                <a:cubicBezTo>
                  <a:pt x="61519" y="100668"/>
                  <a:pt x="67112" y="78297"/>
                  <a:pt x="83890" y="67112"/>
                </a:cubicBezTo>
                <a:cubicBezTo>
                  <a:pt x="111384" y="48783"/>
                  <a:pt x="109057" y="60416"/>
                  <a:pt x="109057" y="41945"/>
                </a:cubicBezTo>
                <a:lnTo>
                  <a:pt x="159391" y="0"/>
                </a:lnTo>
                <a:lnTo>
                  <a:pt x="310393" y="16778"/>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
        <p:nvSpPr>
          <p:cNvPr id="6" name="手繪多邊形 5"/>
          <p:cNvSpPr/>
          <p:nvPr/>
        </p:nvSpPr>
        <p:spPr>
          <a:xfrm>
            <a:off x="10908484" y="3987502"/>
            <a:ext cx="520118" cy="530440"/>
          </a:xfrm>
          <a:custGeom>
            <a:avLst/>
            <a:gdLst>
              <a:gd name="connsiteX0" fmla="*/ 0 w 520118"/>
              <a:gd name="connsiteY0" fmla="*/ 75501 h 530440"/>
              <a:gd name="connsiteX1" fmla="*/ 0 w 520118"/>
              <a:gd name="connsiteY1" fmla="*/ 75501 h 530440"/>
              <a:gd name="connsiteX2" fmla="*/ 67112 w 520118"/>
              <a:gd name="connsiteY2" fmla="*/ 41945 h 530440"/>
              <a:gd name="connsiteX3" fmla="*/ 117446 w 520118"/>
              <a:gd name="connsiteY3" fmla="*/ 25167 h 530440"/>
              <a:gd name="connsiteX4" fmla="*/ 142613 w 520118"/>
              <a:gd name="connsiteY4" fmla="*/ 16778 h 530440"/>
              <a:gd name="connsiteX5" fmla="*/ 318782 w 520118"/>
              <a:gd name="connsiteY5" fmla="*/ 25167 h 530440"/>
              <a:gd name="connsiteX6" fmla="*/ 369116 w 520118"/>
              <a:gd name="connsiteY6" fmla="*/ 41945 h 530440"/>
              <a:gd name="connsiteX7" fmla="*/ 419450 w 520118"/>
              <a:gd name="connsiteY7" fmla="*/ 67112 h 530440"/>
              <a:gd name="connsiteX8" fmla="*/ 436228 w 520118"/>
              <a:gd name="connsiteY8" fmla="*/ 92279 h 530440"/>
              <a:gd name="connsiteX9" fmla="*/ 494951 w 520118"/>
              <a:gd name="connsiteY9" fmla="*/ 151002 h 530440"/>
              <a:gd name="connsiteX10" fmla="*/ 511729 w 520118"/>
              <a:gd name="connsiteY10" fmla="*/ 201335 h 530440"/>
              <a:gd name="connsiteX11" fmla="*/ 520118 w 520118"/>
              <a:gd name="connsiteY11" fmla="*/ 260058 h 530440"/>
              <a:gd name="connsiteX12" fmla="*/ 511729 w 520118"/>
              <a:gd name="connsiteY12" fmla="*/ 327170 h 530440"/>
              <a:gd name="connsiteX13" fmla="*/ 461395 w 520118"/>
              <a:gd name="connsiteY13" fmla="*/ 427838 h 530440"/>
              <a:gd name="connsiteX14" fmla="*/ 436228 w 520118"/>
              <a:gd name="connsiteY14" fmla="*/ 444616 h 530440"/>
              <a:gd name="connsiteX15" fmla="*/ 427839 w 520118"/>
              <a:gd name="connsiteY15" fmla="*/ 469783 h 530440"/>
              <a:gd name="connsiteX16" fmla="*/ 377505 w 520118"/>
              <a:gd name="connsiteY16" fmla="*/ 486561 h 530440"/>
              <a:gd name="connsiteX17" fmla="*/ 318782 w 520118"/>
              <a:gd name="connsiteY17" fmla="*/ 511728 h 530440"/>
              <a:gd name="connsiteX18" fmla="*/ 293615 w 520118"/>
              <a:gd name="connsiteY18" fmla="*/ 528506 h 530440"/>
              <a:gd name="connsiteX19" fmla="*/ 184558 w 520118"/>
              <a:gd name="connsiteY19" fmla="*/ 511728 h 530440"/>
              <a:gd name="connsiteX20" fmla="*/ 142613 w 520118"/>
              <a:gd name="connsiteY20" fmla="*/ 503339 h 530440"/>
              <a:gd name="connsiteX21" fmla="*/ 92279 w 520118"/>
              <a:gd name="connsiteY21" fmla="*/ 486561 h 530440"/>
              <a:gd name="connsiteX22" fmla="*/ 75501 w 520118"/>
              <a:gd name="connsiteY22" fmla="*/ 461394 h 530440"/>
              <a:gd name="connsiteX23" fmla="*/ 50334 w 520118"/>
              <a:gd name="connsiteY23" fmla="*/ 444616 h 530440"/>
              <a:gd name="connsiteX24" fmla="*/ 41945 w 520118"/>
              <a:gd name="connsiteY24" fmla="*/ 419449 h 530440"/>
              <a:gd name="connsiteX25" fmla="*/ 25167 w 520118"/>
              <a:gd name="connsiteY25" fmla="*/ 394282 h 530440"/>
              <a:gd name="connsiteX26" fmla="*/ 8389 w 520118"/>
              <a:gd name="connsiteY26" fmla="*/ 343948 h 530440"/>
              <a:gd name="connsiteX27" fmla="*/ 16778 w 520118"/>
              <a:gd name="connsiteY27" fmla="*/ 276836 h 530440"/>
              <a:gd name="connsiteX28" fmla="*/ 25167 w 520118"/>
              <a:gd name="connsiteY28" fmla="*/ 192946 h 530440"/>
              <a:gd name="connsiteX29" fmla="*/ 41945 w 520118"/>
              <a:gd name="connsiteY29" fmla="*/ 142613 h 530440"/>
              <a:gd name="connsiteX30" fmla="*/ 50334 w 520118"/>
              <a:gd name="connsiteY30" fmla="*/ 117446 h 530440"/>
              <a:gd name="connsiteX31" fmla="*/ 83890 w 520118"/>
              <a:gd name="connsiteY31" fmla="*/ 67112 h 530440"/>
              <a:gd name="connsiteX32" fmla="*/ 109057 w 520118"/>
              <a:gd name="connsiteY32" fmla="*/ 41945 h 530440"/>
              <a:gd name="connsiteX33" fmla="*/ 159391 w 520118"/>
              <a:gd name="connsiteY33" fmla="*/ 0 h 530440"/>
              <a:gd name="connsiteX34" fmla="*/ 310393 w 520118"/>
              <a:gd name="connsiteY34" fmla="*/ 16778 h 53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0118" h="530440">
                <a:moveTo>
                  <a:pt x="0" y="75501"/>
                </a:moveTo>
                <a:lnTo>
                  <a:pt x="0" y="75501"/>
                </a:lnTo>
                <a:cubicBezTo>
                  <a:pt x="22371" y="64316"/>
                  <a:pt x="44123" y="51797"/>
                  <a:pt x="67112" y="41945"/>
                </a:cubicBezTo>
                <a:cubicBezTo>
                  <a:pt x="83368" y="34978"/>
                  <a:pt x="100668" y="30760"/>
                  <a:pt x="117446" y="25167"/>
                </a:cubicBezTo>
                <a:lnTo>
                  <a:pt x="142613" y="16778"/>
                </a:lnTo>
                <a:cubicBezTo>
                  <a:pt x="201336" y="19574"/>
                  <a:pt x="260352" y="18675"/>
                  <a:pt x="318782" y="25167"/>
                </a:cubicBezTo>
                <a:cubicBezTo>
                  <a:pt x="336359" y="27120"/>
                  <a:pt x="352338" y="36352"/>
                  <a:pt x="369116" y="41945"/>
                </a:cubicBezTo>
                <a:cubicBezTo>
                  <a:pt x="403848" y="53522"/>
                  <a:pt x="386925" y="45429"/>
                  <a:pt x="419450" y="67112"/>
                </a:cubicBezTo>
                <a:cubicBezTo>
                  <a:pt x="425043" y="75501"/>
                  <a:pt x="428355" y="85981"/>
                  <a:pt x="436228" y="92279"/>
                </a:cubicBezTo>
                <a:cubicBezTo>
                  <a:pt x="478422" y="126034"/>
                  <a:pt x="461286" y="50008"/>
                  <a:pt x="494951" y="151002"/>
                </a:cubicBezTo>
                <a:lnTo>
                  <a:pt x="511729" y="201335"/>
                </a:lnTo>
                <a:cubicBezTo>
                  <a:pt x="514525" y="220909"/>
                  <a:pt x="520118" y="240285"/>
                  <a:pt x="520118" y="260058"/>
                </a:cubicBezTo>
                <a:cubicBezTo>
                  <a:pt x="520118" y="282603"/>
                  <a:pt x="516453" y="305126"/>
                  <a:pt x="511729" y="327170"/>
                </a:cubicBezTo>
                <a:cubicBezTo>
                  <a:pt x="506146" y="353224"/>
                  <a:pt x="484726" y="412284"/>
                  <a:pt x="461395" y="427838"/>
                </a:cubicBezTo>
                <a:lnTo>
                  <a:pt x="436228" y="444616"/>
                </a:lnTo>
                <a:cubicBezTo>
                  <a:pt x="433432" y="453005"/>
                  <a:pt x="435035" y="464643"/>
                  <a:pt x="427839" y="469783"/>
                </a:cubicBezTo>
                <a:cubicBezTo>
                  <a:pt x="413448" y="480063"/>
                  <a:pt x="392220" y="476751"/>
                  <a:pt x="377505" y="486561"/>
                </a:cubicBezTo>
                <a:cubicBezTo>
                  <a:pt x="342745" y="509734"/>
                  <a:pt x="362119" y="500894"/>
                  <a:pt x="318782" y="511728"/>
                </a:cubicBezTo>
                <a:cubicBezTo>
                  <a:pt x="310393" y="517321"/>
                  <a:pt x="303668" y="527733"/>
                  <a:pt x="293615" y="528506"/>
                </a:cubicBezTo>
                <a:cubicBezTo>
                  <a:pt x="209102" y="535007"/>
                  <a:pt x="233813" y="524042"/>
                  <a:pt x="184558" y="511728"/>
                </a:cubicBezTo>
                <a:cubicBezTo>
                  <a:pt x="170725" y="508270"/>
                  <a:pt x="156369" y="507091"/>
                  <a:pt x="142613" y="503339"/>
                </a:cubicBezTo>
                <a:cubicBezTo>
                  <a:pt x="125551" y="498686"/>
                  <a:pt x="92279" y="486561"/>
                  <a:pt x="92279" y="486561"/>
                </a:cubicBezTo>
                <a:cubicBezTo>
                  <a:pt x="86686" y="478172"/>
                  <a:pt x="82630" y="468523"/>
                  <a:pt x="75501" y="461394"/>
                </a:cubicBezTo>
                <a:cubicBezTo>
                  <a:pt x="68372" y="454265"/>
                  <a:pt x="56632" y="452489"/>
                  <a:pt x="50334" y="444616"/>
                </a:cubicBezTo>
                <a:cubicBezTo>
                  <a:pt x="44810" y="437711"/>
                  <a:pt x="45900" y="427358"/>
                  <a:pt x="41945" y="419449"/>
                </a:cubicBezTo>
                <a:cubicBezTo>
                  <a:pt x="37436" y="410431"/>
                  <a:pt x="29262" y="403495"/>
                  <a:pt x="25167" y="394282"/>
                </a:cubicBezTo>
                <a:cubicBezTo>
                  <a:pt x="17984" y="378121"/>
                  <a:pt x="8389" y="343948"/>
                  <a:pt x="8389" y="343948"/>
                </a:cubicBezTo>
                <a:cubicBezTo>
                  <a:pt x="11185" y="321577"/>
                  <a:pt x="14288" y="299243"/>
                  <a:pt x="16778" y="276836"/>
                </a:cubicBezTo>
                <a:cubicBezTo>
                  <a:pt x="19881" y="248905"/>
                  <a:pt x="19988" y="220567"/>
                  <a:pt x="25167" y="192946"/>
                </a:cubicBezTo>
                <a:cubicBezTo>
                  <a:pt x="28426" y="175564"/>
                  <a:pt x="36352" y="159391"/>
                  <a:pt x="41945" y="142613"/>
                </a:cubicBezTo>
                <a:cubicBezTo>
                  <a:pt x="44741" y="134224"/>
                  <a:pt x="45429" y="124804"/>
                  <a:pt x="50334" y="117446"/>
                </a:cubicBezTo>
                <a:cubicBezTo>
                  <a:pt x="61519" y="100668"/>
                  <a:pt x="67112" y="78297"/>
                  <a:pt x="83890" y="67112"/>
                </a:cubicBezTo>
                <a:cubicBezTo>
                  <a:pt x="111384" y="48783"/>
                  <a:pt x="109057" y="60416"/>
                  <a:pt x="109057" y="41945"/>
                </a:cubicBezTo>
                <a:lnTo>
                  <a:pt x="159391" y="0"/>
                </a:lnTo>
                <a:lnTo>
                  <a:pt x="310393" y="16778"/>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29880673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51002"/>
                <a:ext cx="10515600" cy="6025961"/>
              </a:xfrm>
            </p:spPr>
            <p:txBody>
              <a:bodyPr/>
              <a:lstStyle/>
              <a:p>
                <a14:m>
                  <m:oMath xmlns:m="http://schemas.openxmlformats.org/officeDocument/2006/math">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𝑇</m:t>
                        </m:r>
                      </m:e>
                    </m:acc>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m:t>
                        </m:r>
                      </m:sub>
                    </m:sSub>
                  </m:oMath>
                </a14:m>
                <a:endParaRPr lang="en-US" altLang="zh-TW" i="1" dirty="0">
                  <a:latin typeface="Cambria Math" panose="02040503050406030204" pitchFamily="18" charset="0"/>
                </a:endParaRPr>
              </a:p>
              <a:p>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i="1">
                            <a:latin typeface="Cambria Math" panose="02040503050406030204" pitchFamily="18" charset="0"/>
                          </a:rPr>
                          <m:t>1</m:t>
                        </m:r>
                      </m:sub>
                    </m:sSub>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1,3,4,5</m:t>
                        </m:r>
                      </m:e>
                    </m:d>
                  </m:oMath>
                </a14:m>
                <a:endParaRPr lang="en-US" altLang="zh-TW" b="0" dirty="0"/>
              </a:p>
              <a:p>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2,1,3,2</m:t>
                        </m:r>
                      </m:e>
                    </m:d>
                  </m:oMath>
                </a14:m>
                <a:endParaRPr lang="en-US" altLang="zh-TW" b="0" dirty="0"/>
              </a:p>
              <a:p>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=(1,4,3,1)</m:t>
                    </m:r>
                  </m:oMath>
                </a14:m>
                <a:endParaRPr lang="en-US" altLang="zh-TW" dirty="0"/>
              </a:p>
              <a:p>
                <a:r>
                  <a:rPr lang="en-US" altLang="zh-TW" dirty="0"/>
                  <a:t>Alignment2 = </a:t>
                </a:r>
                <a14:m>
                  <m:oMath xmlns:m="http://schemas.openxmlformats.org/officeDocument/2006/math">
                    <m:r>
                      <m:rPr>
                        <m:nor/>
                      </m:rPr>
                      <a:rPr lang="en-US" altLang="zh-TW" dirty="0"/>
                      <m:t>{</m:t>
                    </m:r>
                    <m:r>
                      <a:rPr lang="en-US" altLang="zh-TW" i="1">
                        <a:latin typeface="Cambria Math" panose="02040503050406030204" pitchFamily="18" charset="0"/>
                        <a:ea typeface="Cambria Math" panose="02040503050406030204" pitchFamily="18" charset="0"/>
                      </a:rPr>
                      <m:t>∅,∅</m:t>
                    </m:r>
                    <m:r>
                      <m:rPr>
                        <m:nor/>
                      </m:rPr>
                      <a:rPr lang="en-US" altLang="zh-TW">
                        <a:latin typeface="Cambria Math" panose="02040503050406030204" pitchFamily="18" charset="0"/>
                        <a:ea typeface="Cambria Math" panose="02040503050406030204" pitchFamily="18" charset="0"/>
                      </a:rPr>
                      <m:t>,</m:t>
                    </m:r>
                    <m:r>
                      <m:rPr>
                        <m:nor/>
                      </m:rPr>
                      <a:rPr lang="en-US" altLang="zh-TW" dirty="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m:t>
                    </m:r>
                    <m:r>
                      <m:rPr>
                        <m:nor/>
                      </m:rPr>
                      <a:rPr lang="en-US" altLang="zh-TW">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r>
                      <m:rPr>
                        <m:nor/>
                      </m:rPr>
                      <a:rPr lang="en-US" altLang="zh-TW" dirty="0"/>
                      <m:t>}</m:t>
                    </m:r>
                    <m:r>
                      <a:rPr lang="en-US" altLang="zh-TW" i="1" dirty="0">
                        <a:latin typeface="Cambria Math" panose="02040503050406030204" pitchFamily="18" charset="0"/>
                      </a:rPr>
                      <m:t> </m:t>
                    </m:r>
                  </m:oMath>
                </a14:m>
                <a:endParaRPr lang="en-US" altLang="zh-TW" i="1" dirty="0"/>
              </a:p>
              <a:p>
                <a14:m>
                  <m:oMath xmlns:m="http://schemas.openxmlformats.org/officeDocument/2006/math">
                    <m:r>
                      <m:rPr>
                        <m:nor/>
                      </m:rPr>
                      <a:rPr lang="en-US" altLang="zh-TW" dirty="0"/>
                      <m:t>Alignment</m:t>
                    </m:r>
                    <m:r>
                      <m:rPr>
                        <m:nor/>
                      </m:rPr>
                      <a:rPr lang="en-US" altLang="zh-TW" b="0" i="0" dirty="0" smtClean="0"/>
                      <m:t>3 = {</m:t>
                    </m:r>
                    <m:r>
                      <a:rPr lang="en-US" altLang="zh-TW" i="1">
                        <a:latin typeface="Cambria Math" panose="02040503050406030204" pitchFamily="18" charset="0"/>
                        <a:ea typeface="Cambria Math" panose="02040503050406030204" pitchFamily="18" charset="0"/>
                      </a:rPr>
                      <m:t>∅,∅</m:t>
                    </m:r>
                    <m:r>
                      <m:rPr>
                        <m:nor/>
                      </m:rPr>
                      <a:rPr lang="en-US" altLang="zh-TW" b="0" i="0" smtClean="0">
                        <a:latin typeface="Cambria Math" panose="02040503050406030204" pitchFamily="18" charset="0"/>
                        <a:ea typeface="Cambria Math" panose="02040503050406030204" pitchFamily="18" charset="0"/>
                      </a:rPr>
                      <m:t>,</m:t>
                    </m:r>
                    <m:r>
                      <m:rPr>
                        <m:nor/>
                      </m:rPr>
                      <a:rPr lang="en-US" altLang="zh-TW" dirty="0">
                        <a:ea typeface="Cambria Math" panose="02040503050406030204" pitchFamily="18" charset="0"/>
                      </a:rPr>
                      <m:t> </m:t>
                    </m:r>
                    <m:r>
                      <a:rPr lang="en-US" altLang="zh-TW" b="0" i="1" dirty="0" smtClean="0">
                        <a:latin typeface="Cambria Math" panose="02040503050406030204" pitchFamily="18" charset="0"/>
                        <a:ea typeface="Cambria Math" panose="02040503050406030204" pitchFamily="18" charset="0"/>
                      </a:rPr>
                      <m:t>{3,4}</m:t>
                    </m:r>
                    <m:r>
                      <m:rPr>
                        <m:nor/>
                      </m:rPr>
                      <a:rPr lang="en-US" altLang="zh-TW" b="0" i="0"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{3}</m:t>
                    </m:r>
                    <m:r>
                      <m:rPr>
                        <m:nor/>
                      </m:rPr>
                      <a:rPr lang="en-US" altLang="zh-TW" b="0" i="0" dirty="0" smtClean="0"/>
                      <m:t>}</m:t>
                    </m:r>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51002"/>
                <a:ext cx="10515600" cy="6025961"/>
              </a:xfrm>
              <a:blipFill>
                <a:blip r:embed="rId2"/>
                <a:stretch>
                  <a:fillRect l="-1043"/>
                </a:stretch>
              </a:blipFill>
            </p:spPr>
            <p:txBody>
              <a:bodyPr/>
              <a:lstStyle/>
              <a:p>
                <a:r>
                  <a:rPr lang="zh-TW" altLang="en-US">
                    <a:noFill/>
                  </a:rPr>
                  <a:t> </a:t>
                </a:r>
              </a:p>
            </p:txBody>
          </p:sp>
        </mc:Fallback>
      </mc:AlternateContent>
      <p:graphicFrame>
        <p:nvGraphicFramePr>
          <p:cNvPr id="4" name="表格 3"/>
          <p:cNvGraphicFramePr>
            <a:graphicFrameLocks noGrp="1"/>
          </p:cNvGraphicFramePr>
          <p:nvPr/>
        </p:nvGraphicFramePr>
        <p:xfrm>
          <a:off x="6308522" y="795168"/>
          <a:ext cx="5378275" cy="3911055"/>
        </p:xfrm>
        <a:graphic>
          <a:graphicData uri="http://schemas.openxmlformats.org/drawingml/2006/table">
            <a:tbl>
              <a:tblPr firstRow="1" bandRow="1">
                <a:tableStyleId>{5C22544A-7EE6-4342-B048-85BDC9FD1C3A}</a:tableStyleId>
              </a:tblPr>
              <a:tblGrid>
                <a:gridCol w="1075655">
                  <a:extLst>
                    <a:ext uri="{9D8B030D-6E8A-4147-A177-3AD203B41FA5}">
                      <a16:colId xmlns="" xmlns:a16="http://schemas.microsoft.com/office/drawing/2014/main" val="3114598794"/>
                    </a:ext>
                  </a:extLst>
                </a:gridCol>
                <a:gridCol w="1075655">
                  <a:extLst>
                    <a:ext uri="{9D8B030D-6E8A-4147-A177-3AD203B41FA5}">
                      <a16:colId xmlns="" xmlns:a16="http://schemas.microsoft.com/office/drawing/2014/main" val="3549556576"/>
                    </a:ext>
                  </a:extLst>
                </a:gridCol>
                <a:gridCol w="1075655">
                  <a:extLst>
                    <a:ext uri="{9D8B030D-6E8A-4147-A177-3AD203B41FA5}">
                      <a16:colId xmlns="" xmlns:a16="http://schemas.microsoft.com/office/drawing/2014/main" val="987167049"/>
                    </a:ext>
                  </a:extLst>
                </a:gridCol>
                <a:gridCol w="1075655">
                  <a:extLst>
                    <a:ext uri="{9D8B030D-6E8A-4147-A177-3AD203B41FA5}">
                      <a16:colId xmlns="" xmlns:a16="http://schemas.microsoft.com/office/drawing/2014/main" val="4144116902"/>
                    </a:ext>
                  </a:extLst>
                </a:gridCol>
                <a:gridCol w="1075655">
                  <a:extLst>
                    <a:ext uri="{9D8B030D-6E8A-4147-A177-3AD203B41FA5}">
                      <a16:colId xmlns="" xmlns:a16="http://schemas.microsoft.com/office/drawing/2014/main" val="4183419575"/>
                    </a:ext>
                  </a:extLst>
                </a:gridCol>
              </a:tblGrid>
              <a:tr h="782211">
                <a:tc>
                  <a:txBody>
                    <a:bodyPr/>
                    <a:lstStyle/>
                    <a:p>
                      <a:pPr algn="ctr"/>
                      <a:endParaRPr lang="zh-TW" altLang="en-US" dirty="0"/>
                    </a:p>
                  </a:txBody>
                  <a:tcPr/>
                </a:tc>
                <a:tc>
                  <a:txBody>
                    <a:bodyPr/>
                    <a:lstStyle/>
                    <a:p>
                      <a:pPr algn="ctr"/>
                      <a:r>
                        <a:rPr lang="en-US" altLang="zh-TW" b="1" dirty="0">
                          <a:solidFill>
                            <a:schemeClr val="tx1"/>
                          </a:solidFill>
                        </a:rPr>
                        <a:t>1</a:t>
                      </a:r>
                      <a:endParaRPr lang="zh-TW" altLang="en-US" b="1" dirty="0">
                        <a:solidFill>
                          <a:schemeClr val="tx1"/>
                        </a:solidFill>
                      </a:endParaRPr>
                    </a:p>
                  </a:txBody>
                  <a:tcPr/>
                </a:tc>
                <a:tc>
                  <a:txBody>
                    <a:bodyPr/>
                    <a:lstStyle/>
                    <a:p>
                      <a:pPr algn="ctr"/>
                      <a:r>
                        <a:rPr lang="en-US" altLang="zh-TW" b="1" dirty="0">
                          <a:solidFill>
                            <a:schemeClr val="tx1"/>
                          </a:solidFill>
                        </a:rPr>
                        <a:t>3</a:t>
                      </a:r>
                      <a:endParaRPr lang="zh-TW" altLang="en-US" b="1" dirty="0">
                        <a:solidFill>
                          <a:schemeClr val="tx1"/>
                        </a:solidFill>
                      </a:endParaRPr>
                    </a:p>
                  </a:txBody>
                  <a:tcPr/>
                </a:tc>
                <a:tc>
                  <a:txBody>
                    <a:bodyPr/>
                    <a:lstStyle/>
                    <a:p>
                      <a:pPr algn="ctr"/>
                      <a:r>
                        <a:rPr lang="en-US" altLang="zh-TW" b="1" dirty="0">
                          <a:solidFill>
                            <a:schemeClr val="tx1"/>
                          </a:solidFill>
                        </a:rPr>
                        <a:t>4</a:t>
                      </a:r>
                      <a:endParaRPr lang="zh-TW" altLang="en-US" b="1" dirty="0">
                        <a:solidFill>
                          <a:schemeClr val="tx1"/>
                        </a:solidFill>
                      </a:endParaRPr>
                    </a:p>
                  </a:txBody>
                  <a:tcPr/>
                </a:tc>
                <a:tc>
                  <a:txBody>
                    <a:bodyPr/>
                    <a:lstStyle/>
                    <a:p>
                      <a:pPr algn="ctr"/>
                      <a:r>
                        <a:rPr lang="en-US" altLang="zh-TW" b="1" dirty="0">
                          <a:solidFill>
                            <a:schemeClr val="tx1"/>
                          </a:solidFill>
                        </a:rPr>
                        <a:t>3</a:t>
                      </a:r>
                      <a:endParaRPr lang="zh-TW" altLang="en-US" b="1" dirty="0">
                        <a:solidFill>
                          <a:schemeClr val="tx1"/>
                        </a:solidFill>
                      </a:endParaRPr>
                    </a:p>
                  </a:txBody>
                  <a:tcPr/>
                </a:tc>
                <a:extLst>
                  <a:ext uri="{0D108BD9-81ED-4DB2-BD59-A6C34878D82A}">
                    <a16:rowId xmlns="" xmlns:a16="http://schemas.microsoft.com/office/drawing/2014/main" val="304378194"/>
                  </a:ext>
                </a:extLst>
              </a:tr>
              <a:tr h="782211">
                <a:tc>
                  <a:txBody>
                    <a:bodyPr/>
                    <a:lstStyle/>
                    <a:p>
                      <a:pPr algn="ctr"/>
                      <a:r>
                        <a:rPr lang="en-US" altLang="zh-TW" b="1" dirty="0"/>
                        <a:t>2</a:t>
                      </a:r>
                      <a:endParaRPr lang="zh-TW" altLang="en-US" b="1"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 xmlns:a16="http://schemas.microsoft.com/office/drawing/2014/main" val="1277368623"/>
                  </a:ext>
                </a:extLst>
              </a:tr>
              <a:tr h="782211">
                <a:tc>
                  <a:txBody>
                    <a:bodyPr/>
                    <a:lstStyle/>
                    <a:p>
                      <a:pPr algn="ctr"/>
                      <a:r>
                        <a:rPr lang="en-US" altLang="zh-TW" b="1" dirty="0"/>
                        <a:t>1</a:t>
                      </a:r>
                      <a:endParaRPr lang="zh-TW" altLang="en-US" b="1" dirty="0"/>
                    </a:p>
                  </a:txBody>
                  <a:tcPr/>
                </a:tc>
                <a:tc>
                  <a:txBody>
                    <a:bodyPr/>
                    <a:lstStyle/>
                    <a:p>
                      <a:pPr algn="ctr"/>
                      <a:r>
                        <a:rPr lang="en-US" altLang="zh-TW" dirty="0"/>
                        <a:t>0</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 xmlns:a16="http://schemas.microsoft.com/office/drawing/2014/main" val="1425432721"/>
                  </a:ext>
                </a:extLst>
              </a:tr>
              <a:tr h="782211">
                <a:tc>
                  <a:txBody>
                    <a:bodyPr/>
                    <a:lstStyle/>
                    <a:p>
                      <a:pPr algn="ctr"/>
                      <a:r>
                        <a:rPr lang="en-US" altLang="zh-TW" b="1" dirty="0"/>
                        <a:t>3</a:t>
                      </a:r>
                      <a:endParaRPr lang="zh-TW" altLang="en-US" b="1" dirty="0"/>
                    </a:p>
                  </a:txBody>
                  <a:tcPr/>
                </a:tc>
                <a:tc>
                  <a:txBody>
                    <a:bodyPr/>
                    <a:lstStyle/>
                    <a:p>
                      <a:pPr algn="ctr"/>
                      <a:r>
                        <a:rPr lang="en-US" altLang="zh-TW" dirty="0"/>
                        <a:t>4</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 xmlns:a16="http://schemas.microsoft.com/office/drawing/2014/main" val="2324668586"/>
                  </a:ext>
                </a:extLst>
              </a:tr>
              <a:tr h="782211">
                <a:tc>
                  <a:txBody>
                    <a:bodyPr/>
                    <a:lstStyle/>
                    <a:p>
                      <a:pPr algn="ctr"/>
                      <a:r>
                        <a:rPr lang="en-US" altLang="zh-TW" b="1" dirty="0"/>
                        <a:t>2</a:t>
                      </a:r>
                      <a:endParaRPr lang="zh-TW" altLang="en-US" b="1"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 xmlns:a16="http://schemas.microsoft.com/office/drawing/2014/main" val="4038733621"/>
                  </a:ext>
                </a:extLst>
              </a:tr>
            </a:tbl>
          </a:graphicData>
        </a:graphic>
      </p:graphicFrame>
      <p:sp>
        <p:nvSpPr>
          <p:cNvPr id="5" name="手繪多邊形 4"/>
          <p:cNvSpPr/>
          <p:nvPr/>
        </p:nvSpPr>
        <p:spPr>
          <a:xfrm>
            <a:off x="9833295" y="3163982"/>
            <a:ext cx="520118" cy="530440"/>
          </a:xfrm>
          <a:custGeom>
            <a:avLst/>
            <a:gdLst>
              <a:gd name="connsiteX0" fmla="*/ 0 w 520118"/>
              <a:gd name="connsiteY0" fmla="*/ 75501 h 530440"/>
              <a:gd name="connsiteX1" fmla="*/ 0 w 520118"/>
              <a:gd name="connsiteY1" fmla="*/ 75501 h 530440"/>
              <a:gd name="connsiteX2" fmla="*/ 67112 w 520118"/>
              <a:gd name="connsiteY2" fmla="*/ 41945 h 530440"/>
              <a:gd name="connsiteX3" fmla="*/ 117446 w 520118"/>
              <a:gd name="connsiteY3" fmla="*/ 25167 h 530440"/>
              <a:gd name="connsiteX4" fmla="*/ 142613 w 520118"/>
              <a:gd name="connsiteY4" fmla="*/ 16778 h 530440"/>
              <a:gd name="connsiteX5" fmla="*/ 318782 w 520118"/>
              <a:gd name="connsiteY5" fmla="*/ 25167 h 530440"/>
              <a:gd name="connsiteX6" fmla="*/ 369116 w 520118"/>
              <a:gd name="connsiteY6" fmla="*/ 41945 h 530440"/>
              <a:gd name="connsiteX7" fmla="*/ 419450 w 520118"/>
              <a:gd name="connsiteY7" fmla="*/ 67112 h 530440"/>
              <a:gd name="connsiteX8" fmla="*/ 436228 w 520118"/>
              <a:gd name="connsiteY8" fmla="*/ 92279 h 530440"/>
              <a:gd name="connsiteX9" fmla="*/ 494951 w 520118"/>
              <a:gd name="connsiteY9" fmla="*/ 151002 h 530440"/>
              <a:gd name="connsiteX10" fmla="*/ 511729 w 520118"/>
              <a:gd name="connsiteY10" fmla="*/ 201335 h 530440"/>
              <a:gd name="connsiteX11" fmla="*/ 520118 w 520118"/>
              <a:gd name="connsiteY11" fmla="*/ 260058 h 530440"/>
              <a:gd name="connsiteX12" fmla="*/ 511729 w 520118"/>
              <a:gd name="connsiteY12" fmla="*/ 327170 h 530440"/>
              <a:gd name="connsiteX13" fmla="*/ 461395 w 520118"/>
              <a:gd name="connsiteY13" fmla="*/ 427838 h 530440"/>
              <a:gd name="connsiteX14" fmla="*/ 436228 w 520118"/>
              <a:gd name="connsiteY14" fmla="*/ 444616 h 530440"/>
              <a:gd name="connsiteX15" fmla="*/ 427839 w 520118"/>
              <a:gd name="connsiteY15" fmla="*/ 469783 h 530440"/>
              <a:gd name="connsiteX16" fmla="*/ 377505 w 520118"/>
              <a:gd name="connsiteY16" fmla="*/ 486561 h 530440"/>
              <a:gd name="connsiteX17" fmla="*/ 318782 w 520118"/>
              <a:gd name="connsiteY17" fmla="*/ 511728 h 530440"/>
              <a:gd name="connsiteX18" fmla="*/ 293615 w 520118"/>
              <a:gd name="connsiteY18" fmla="*/ 528506 h 530440"/>
              <a:gd name="connsiteX19" fmla="*/ 184558 w 520118"/>
              <a:gd name="connsiteY19" fmla="*/ 511728 h 530440"/>
              <a:gd name="connsiteX20" fmla="*/ 142613 w 520118"/>
              <a:gd name="connsiteY20" fmla="*/ 503339 h 530440"/>
              <a:gd name="connsiteX21" fmla="*/ 92279 w 520118"/>
              <a:gd name="connsiteY21" fmla="*/ 486561 h 530440"/>
              <a:gd name="connsiteX22" fmla="*/ 75501 w 520118"/>
              <a:gd name="connsiteY22" fmla="*/ 461394 h 530440"/>
              <a:gd name="connsiteX23" fmla="*/ 50334 w 520118"/>
              <a:gd name="connsiteY23" fmla="*/ 444616 h 530440"/>
              <a:gd name="connsiteX24" fmla="*/ 41945 w 520118"/>
              <a:gd name="connsiteY24" fmla="*/ 419449 h 530440"/>
              <a:gd name="connsiteX25" fmla="*/ 25167 w 520118"/>
              <a:gd name="connsiteY25" fmla="*/ 394282 h 530440"/>
              <a:gd name="connsiteX26" fmla="*/ 8389 w 520118"/>
              <a:gd name="connsiteY26" fmla="*/ 343948 h 530440"/>
              <a:gd name="connsiteX27" fmla="*/ 16778 w 520118"/>
              <a:gd name="connsiteY27" fmla="*/ 276836 h 530440"/>
              <a:gd name="connsiteX28" fmla="*/ 25167 w 520118"/>
              <a:gd name="connsiteY28" fmla="*/ 192946 h 530440"/>
              <a:gd name="connsiteX29" fmla="*/ 41945 w 520118"/>
              <a:gd name="connsiteY29" fmla="*/ 142613 h 530440"/>
              <a:gd name="connsiteX30" fmla="*/ 50334 w 520118"/>
              <a:gd name="connsiteY30" fmla="*/ 117446 h 530440"/>
              <a:gd name="connsiteX31" fmla="*/ 83890 w 520118"/>
              <a:gd name="connsiteY31" fmla="*/ 67112 h 530440"/>
              <a:gd name="connsiteX32" fmla="*/ 109057 w 520118"/>
              <a:gd name="connsiteY32" fmla="*/ 41945 h 530440"/>
              <a:gd name="connsiteX33" fmla="*/ 159391 w 520118"/>
              <a:gd name="connsiteY33" fmla="*/ 0 h 530440"/>
              <a:gd name="connsiteX34" fmla="*/ 310393 w 520118"/>
              <a:gd name="connsiteY34" fmla="*/ 16778 h 53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0118" h="530440">
                <a:moveTo>
                  <a:pt x="0" y="75501"/>
                </a:moveTo>
                <a:lnTo>
                  <a:pt x="0" y="75501"/>
                </a:lnTo>
                <a:cubicBezTo>
                  <a:pt x="22371" y="64316"/>
                  <a:pt x="44123" y="51797"/>
                  <a:pt x="67112" y="41945"/>
                </a:cubicBezTo>
                <a:cubicBezTo>
                  <a:pt x="83368" y="34978"/>
                  <a:pt x="100668" y="30760"/>
                  <a:pt x="117446" y="25167"/>
                </a:cubicBezTo>
                <a:lnTo>
                  <a:pt x="142613" y="16778"/>
                </a:lnTo>
                <a:cubicBezTo>
                  <a:pt x="201336" y="19574"/>
                  <a:pt x="260352" y="18675"/>
                  <a:pt x="318782" y="25167"/>
                </a:cubicBezTo>
                <a:cubicBezTo>
                  <a:pt x="336359" y="27120"/>
                  <a:pt x="352338" y="36352"/>
                  <a:pt x="369116" y="41945"/>
                </a:cubicBezTo>
                <a:cubicBezTo>
                  <a:pt x="403848" y="53522"/>
                  <a:pt x="386925" y="45429"/>
                  <a:pt x="419450" y="67112"/>
                </a:cubicBezTo>
                <a:cubicBezTo>
                  <a:pt x="425043" y="75501"/>
                  <a:pt x="428355" y="85981"/>
                  <a:pt x="436228" y="92279"/>
                </a:cubicBezTo>
                <a:cubicBezTo>
                  <a:pt x="478422" y="126034"/>
                  <a:pt x="461286" y="50008"/>
                  <a:pt x="494951" y="151002"/>
                </a:cubicBezTo>
                <a:lnTo>
                  <a:pt x="511729" y="201335"/>
                </a:lnTo>
                <a:cubicBezTo>
                  <a:pt x="514525" y="220909"/>
                  <a:pt x="520118" y="240285"/>
                  <a:pt x="520118" y="260058"/>
                </a:cubicBezTo>
                <a:cubicBezTo>
                  <a:pt x="520118" y="282603"/>
                  <a:pt x="516453" y="305126"/>
                  <a:pt x="511729" y="327170"/>
                </a:cubicBezTo>
                <a:cubicBezTo>
                  <a:pt x="506146" y="353224"/>
                  <a:pt x="484726" y="412284"/>
                  <a:pt x="461395" y="427838"/>
                </a:cubicBezTo>
                <a:lnTo>
                  <a:pt x="436228" y="444616"/>
                </a:lnTo>
                <a:cubicBezTo>
                  <a:pt x="433432" y="453005"/>
                  <a:pt x="435035" y="464643"/>
                  <a:pt x="427839" y="469783"/>
                </a:cubicBezTo>
                <a:cubicBezTo>
                  <a:pt x="413448" y="480063"/>
                  <a:pt x="392220" y="476751"/>
                  <a:pt x="377505" y="486561"/>
                </a:cubicBezTo>
                <a:cubicBezTo>
                  <a:pt x="342745" y="509734"/>
                  <a:pt x="362119" y="500894"/>
                  <a:pt x="318782" y="511728"/>
                </a:cubicBezTo>
                <a:cubicBezTo>
                  <a:pt x="310393" y="517321"/>
                  <a:pt x="303668" y="527733"/>
                  <a:pt x="293615" y="528506"/>
                </a:cubicBezTo>
                <a:cubicBezTo>
                  <a:pt x="209102" y="535007"/>
                  <a:pt x="233813" y="524042"/>
                  <a:pt x="184558" y="511728"/>
                </a:cubicBezTo>
                <a:cubicBezTo>
                  <a:pt x="170725" y="508270"/>
                  <a:pt x="156369" y="507091"/>
                  <a:pt x="142613" y="503339"/>
                </a:cubicBezTo>
                <a:cubicBezTo>
                  <a:pt x="125551" y="498686"/>
                  <a:pt x="92279" y="486561"/>
                  <a:pt x="92279" y="486561"/>
                </a:cubicBezTo>
                <a:cubicBezTo>
                  <a:pt x="86686" y="478172"/>
                  <a:pt x="82630" y="468523"/>
                  <a:pt x="75501" y="461394"/>
                </a:cubicBezTo>
                <a:cubicBezTo>
                  <a:pt x="68372" y="454265"/>
                  <a:pt x="56632" y="452489"/>
                  <a:pt x="50334" y="444616"/>
                </a:cubicBezTo>
                <a:cubicBezTo>
                  <a:pt x="44810" y="437711"/>
                  <a:pt x="45900" y="427358"/>
                  <a:pt x="41945" y="419449"/>
                </a:cubicBezTo>
                <a:cubicBezTo>
                  <a:pt x="37436" y="410431"/>
                  <a:pt x="29262" y="403495"/>
                  <a:pt x="25167" y="394282"/>
                </a:cubicBezTo>
                <a:cubicBezTo>
                  <a:pt x="17984" y="378121"/>
                  <a:pt x="8389" y="343948"/>
                  <a:pt x="8389" y="343948"/>
                </a:cubicBezTo>
                <a:cubicBezTo>
                  <a:pt x="11185" y="321577"/>
                  <a:pt x="14288" y="299243"/>
                  <a:pt x="16778" y="276836"/>
                </a:cubicBezTo>
                <a:cubicBezTo>
                  <a:pt x="19881" y="248905"/>
                  <a:pt x="19988" y="220567"/>
                  <a:pt x="25167" y="192946"/>
                </a:cubicBezTo>
                <a:cubicBezTo>
                  <a:pt x="28426" y="175564"/>
                  <a:pt x="36352" y="159391"/>
                  <a:pt x="41945" y="142613"/>
                </a:cubicBezTo>
                <a:cubicBezTo>
                  <a:pt x="44741" y="134224"/>
                  <a:pt x="45429" y="124804"/>
                  <a:pt x="50334" y="117446"/>
                </a:cubicBezTo>
                <a:cubicBezTo>
                  <a:pt x="61519" y="100668"/>
                  <a:pt x="67112" y="78297"/>
                  <a:pt x="83890" y="67112"/>
                </a:cubicBezTo>
                <a:cubicBezTo>
                  <a:pt x="111384" y="48783"/>
                  <a:pt x="109057" y="60416"/>
                  <a:pt x="109057" y="41945"/>
                </a:cubicBezTo>
                <a:lnTo>
                  <a:pt x="159391" y="0"/>
                </a:lnTo>
                <a:lnTo>
                  <a:pt x="310393" y="16778"/>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
        <p:nvSpPr>
          <p:cNvPr id="6" name="手繪多邊形 5"/>
          <p:cNvSpPr/>
          <p:nvPr/>
        </p:nvSpPr>
        <p:spPr>
          <a:xfrm>
            <a:off x="8737600" y="3163982"/>
            <a:ext cx="520118" cy="530440"/>
          </a:xfrm>
          <a:custGeom>
            <a:avLst/>
            <a:gdLst>
              <a:gd name="connsiteX0" fmla="*/ 0 w 520118"/>
              <a:gd name="connsiteY0" fmla="*/ 75501 h 530440"/>
              <a:gd name="connsiteX1" fmla="*/ 0 w 520118"/>
              <a:gd name="connsiteY1" fmla="*/ 75501 h 530440"/>
              <a:gd name="connsiteX2" fmla="*/ 67112 w 520118"/>
              <a:gd name="connsiteY2" fmla="*/ 41945 h 530440"/>
              <a:gd name="connsiteX3" fmla="*/ 117446 w 520118"/>
              <a:gd name="connsiteY3" fmla="*/ 25167 h 530440"/>
              <a:gd name="connsiteX4" fmla="*/ 142613 w 520118"/>
              <a:gd name="connsiteY4" fmla="*/ 16778 h 530440"/>
              <a:gd name="connsiteX5" fmla="*/ 318782 w 520118"/>
              <a:gd name="connsiteY5" fmla="*/ 25167 h 530440"/>
              <a:gd name="connsiteX6" fmla="*/ 369116 w 520118"/>
              <a:gd name="connsiteY6" fmla="*/ 41945 h 530440"/>
              <a:gd name="connsiteX7" fmla="*/ 419450 w 520118"/>
              <a:gd name="connsiteY7" fmla="*/ 67112 h 530440"/>
              <a:gd name="connsiteX8" fmla="*/ 436228 w 520118"/>
              <a:gd name="connsiteY8" fmla="*/ 92279 h 530440"/>
              <a:gd name="connsiteX9" fmla="*/ 494951 w 520118"/>
              <a:gd name="connsiteY9" fmla="*/ 151002 h 530440"/>
              <a:gd name="connsiteX10" fmla="*/ 511729 w 520118"/>
              <a:gd name="connsiteY10" fmla="*/ 201335 h 530440"/>
              <a:gd name="connsiteX11" fmla="*/ 520118 w 520118"/>
              <a:gd name="connsiteY11" fmla="*/ 260058 h 530440"/>
              <a:gd name="connsiteX12" fmla="*/ 511729 w 520118"/>
              <a:gd name="connsiteY12" fmla="*/ 327170 h 530440"/>
              <a:gd name="connsiteX13" fmla="*/ 461395 w 520118"/>
              <a:gd name="connsiteY13" fmla="*/ 427838 h 530440"/>
              <a:gd name="connsiteX14" fmla="*/ 436228 w 520118"/>
              <a:gd name="connsiteY14" fmla="*/ 444616 h 530440"/>
              <a:gd name="connsiteX15" fmla="*/ 427839 w 520118"/>
              <a:gd name="connsiteY15" fmla="*/ 469783 h 530440"/>
              <a:gd name="connsiteX16" fmla="*/ 377505 w 520118"/>
              <a:gd name="connsiteY16" fmla="*/ 486561 h 530440"/>
              <a:gd name="connsiteX17" fmla="*/ 318782 w 520118"/>
              <a:gd name="connsiteY17" fmla="*/ 511728 h 530440"/>
              <a:gd name="connsiteX18" fmla="*/ 293615 w 520118"/>
              <a:gd name="connsiteY18" fmla="*/ 528506 h 530440"/>
              <a:gd name="connsiteX19" fmla="*/ 184558 w 520118"/>
              <a:gd name="connsiteY19" fmla="*/ 511728 h 530440"/>
              <a:gd name="connsiteX20" fmla="*/ 142613 w 520118"/>
              <a:gd name="connsiteY20" fmla="*/ 503339 h 530440"/>
              <a:gd name="connsiteX21" fmla="*/ 92279 w 520118"/>
              <a:gd name="connsiteY21" fmla="*/ 486561 h 530440"/>
              <a:gd name="connsiteX22" fmla="*/ 75501 w 520118"/>
              <a:gd name="connsiteY22" fmla="*/ 461394 h 530440"/>
              <a:gd name="connsiteX23" fmla="*/ 50334 w 520118"/>
              <a:gd name="connsiteY23" fmla="*/ 444616 h 530440"/>
              <a:gd name="connsiteX24" fmla="*/ 41945 w 520118"/>
              <a:gd name="connsiteY24" fmla="*/ 419449 h 530440"/>
              <a:gd name="connsiteX25" fmla="*/ 25167 w 520118"/>
              <a:gd name="connsiteY25" fmla="*/ 394282 h 530440"/>
              <a:gd name="connsiteX26" fmla="*/ 8389 w 520118"/>
              <a:gd name="connsiteY26" fmla="*/ 343948 h 530440"/>
              <a:gd name="connsiteX27" fmla="*/ 16778 w 520118"/>
              <a:gd name="connsiteY27" fmla="*/ 276836 h 530440"/>
              <a:gd name="connsiteX28" fmla="*/ 25167 w 520118"/>
              <a:gd name="connsiteY28" fmla="*/ 192946 h 530440"/>
              <a:gd name="connsiteX29" fmla="*/ 41945 w 520118"/>
              <a:gd name="connsiteY29" fmla="*/ 142613 h 530440"/>
              <a:gd name="connsiteX30" fmla="*/ 50334 w 520118"/>
              <a:gd name="connsiteY30" fmla="*/ 117446 h 530440"/>
              <a:gd name="connsiteX31" fmla="*/ 83890 w 520118"/>
              <a:gd name="connsiteY31" fmla="*/ 67112 h 530440"/>
              <a:gd name="connsiteX32" fmla="*/ 109057 w 520118"/>
              <a:gd name="connsiteY32" fmla="*/ 41945 h 530440"/>
              <a:gd name="connsiteX33" fmla="*/ 159391 w 520118"/>
              <a:gd name="connsiteY33" fmla="*/ 0 h 530440"/>
              <a:gd name="connsiteX34" fmla="*/ 310393 w 520118"/>
              <a:gd name="connsiteY34" fmla="*/ 16778 h 53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0118" h="530440">
                <a:moveTo>
                  <a:pt x="0" y="75501"/>
                </a:moveTo>
                <a:lnTo>
                  <a:pt x="0" y="75501"/>
                </a:lnTo>
                <a:cubicBezTo>
                  <a:pt x="22371" y="64316"/>
                  <a:pt x="44123" y="51797"/>
                  <a:pt x="67112" y="41945"/>
                </a:cubicBezTo>
                <a:cubicBezTo>
                  <a:pt x="83368" y="34978"/>
                  <a:pt x="100668" y="30760"/>
                  <a:pt x="117446" y="25167"/>
                </a:cubicBezTo>
                <a:lnTo>
                  <a:pt x="142613" y="16778"/>
                </a:lnTo>
                <a:cubicBezTo>
                  <a:pt x="201336" y="19574"/>
                  <a:pt x="260352" y="18675"/>
                  <a:pt x="318782" y="25167"/>
                </a:cubicBezTo>
                <a:cubicBezTo>
                  <a:pt x="336359" y="27120"/>
                  <a:pt x="352338" y="36352"/>
                  <a:pt x="369116" y="41945"/>
                </a:cubicBezTo>
                <a:cubicBezTo>
                  <a:pt x="403848" y="53522"/>
                  <a:pt x="386925" y="45429"/>
                  <a:pt x="419450" y="67112"/>
                </a:cubicBezTo>
                <a:cubicBezTo>
                  <a:pt x="425043" y="75501"/>
                  <a:pt x="428355" y="85981"/>
                  <a:pt x="436228" y="92279"/>
                </a:cubicBezTo>
                <a:cubicBezTo>
                  <a:pt x="478422" y="126034"/>
                  <a:pt x="461286" y="50008"/>
                  <a:pt x="494951" y="151002"/>
                </a:cubicBezTo>
                <a:lnTo>
                  <a:pt x="511729" y="201335"/>
                </a:lnTo>
                <a:cubicBezTo>
                  <a:pt x="514525" y="220909"/>
                  <a:pt x="520118" y="240285"/>
                  <a:pt x="520118" y="260058"/>
                </a:cubicBezTo>
                <a:cubicBezTo>
                  <a:pt x="520118" y="282603"/>
                  <a:pt x="516453" y="305126"/>
                  <a:pt x="511729" y="327170"/>
                </a:cubicBezTo>
                <a:cubicBezTo>
                  <a:pt x="506146" y="353224"/>
                  <a:pt x="484726" y="412284"/>
                  <a:pt x="461395" y="427838"/>
                </a:cubicBezTo>
                <a:lnTo>
                  <a:pt x="436228" y="444616"/>
                </a:lnTo>
                <a:cubicBezTo>
                  <a:pt x="433432" y="453005"/>
                  <a:pt x="435035" y="464643"/>
                  <a:pt x="427839" y="469783"/>
                </a:cubicBezTo>
                <a:cubicBezTo>
                  <a:pt x="413448" y="480063"/>
                  <a:pt x="392220" y="476751"/>
                  <a:pt x="377505" y="486561"/>
                </a:cubicBezTo>
                <a:cubicBezTo>
                  <a:pt x="342745" y="509734"/>
                  <a:pt x="362119" y="500894"/>
                  <a:pt x="318782" y="511728"/>
                </a:cubicBezTo>
                <a:cubicBezTo>
                  <a:pt x="310393" y="517321"/>
                  <a:pt x="303668" y="527733"/>
                  <a:pt x="293615" y="528506"/>
                </a:cubicBezTo>
                <a:cubicBezTo>
                  <a:pt x="209102" y="535007"/>
                  <a:pt x="233813" y="524042"/>
                  <a:pt x="184558" y="511728"/>
                </a:cubicBezTo>
                <a:cubicBezTo>
                  <a:pt x="170725" y="508270"/>
                  <a:pt x="156369" y="507091"/>
                  <a:pt x="142613" y="503339"/>
                </a:cubicBezTo>
                <a:cubicBezTo>
                  <a:pt x="125551" y="498686"/>
                  <a:pt x="92279" y="486561"/>
                  <a:pt x="92279" y="486561"/>
                </a:cubicBezTo>
                <a:cubicBezTo>
                  <a:pt x="86686" y="478172"/>
                  <a:pt x="82630" y="468523"/>
                  <a:pt x="75501" y="461394"/>
                </a:cubicBezTo>
                <a:cubicBezTo>
                  <a:pt x="68372" y="454265"/>
                  <a:pt x="56632" y="452489"/>
                  <a:pt x="50334" y="444616"/>
                </a:cubicBezTo>
                <a:cubicBezTo>
                  <a:pt x="44810" y="437711"/>
                  <a:pt x="45900" y="427358"/>
                  <a:pt x="41945" y="419449"/>
                </a:cubicBezTo>
                <a:cubicBezTo>
                  <a:pt x="37436" y="410431"/>
                  <a:pt x="29262" y="403495"/>
                  <a:pt x="25167" y="394282"/>
                </a:cubicBezTo>
                <a:cubicBezTo>
                  <a:pt x="17984" y="378121"/>
                  <a:pt x="8389" y="343948"/>
                  <a:pt x="8389" y="343948"/>
                </a:cubicBezTo>
                <a:cubicBezTo>
                  <a:pt x="11185" y="321577"/>
                  <a:pt x="14288" y="299243"/>
                  <a:pt x="16778" y="276836"/>
                </a:cubicBezTo>
                <a:cubicBezTo>
                  <a:pt x="19881" y="248905"/>
                  <a:pt x="19988" y="220567"/>
                  <a:pt x="25167" y="192946"/>
                </a:cubicBezTo>
                <a:cubicBezTo>
                  <a:pt x="28426" y="175564"/>
                  <a:pt x="36352" y="159391"/>
                  <a:pt x="41945" y="142613"/>
                </a:cubicBezTo>
                <a:cubicBezTo>
                  <a:pt x="44741" y="134224"/>
                  <a:pt x="45429" y="124804"/>
                  <a:pt x="50334" y="117446"/>
                </a:cubicBezTo>
                <a:cubicBezTo>
                  <a:pt x="61519" y="100668"/>
                  <a:pt x="67112" y="78297"/>
                  <a:pt x="83890" y="67112"/>
                </a:cubicBezTo>
                <a:cubicBezTo>
                  <a:pt x="111384" y="48783"/>
                  <a:pt x="109057" y="60416"/>
                  <a:pt x="109057" y="41945"/>
                </a:cubicBezTo>
                <a:lnTo>
                  <a:pt x="159391" y="0"/>
                </a:lnTo>
                <a:lnTo>
                  <a:pt x="310393" y="16778"/>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
        <p:nvSpPr>
          <p:cNvPr id="7" name="手繪多邊形 6"/>
          <p:cNvSpPr/>
          <p:nvPr/>
        </p:nvSpPr>
        <p:spPr>
          <a:xfrm>
            <a:off x="10833682" y="3987502"/>
            <a:ext cx="520118" cy="530440"/>
          </a:xfrm>
          <a:custGeom>
            <a:avLst/>
            <a:gdLst>
              <a:gd name="connsiteX0" fmla="*/ 0 w 520118"/>
              <a:gd name="connsiteY0" fmla="*/ 75501 h 530440"/>
              <a:gd name="connsiteX1" fmla="*/ 0 w 520118"/>
              <a:gd name="connsiteY1" fmla="*/ 75501 h 530440"/>
              <a:gd name="connsiteX2" fmla="*/ 67112 w 520118"/>
              <a:gd name="connsiteY2" fmla="*/ 41945 h 530440"/>
              <a:gd name="connsiteX3" fmla="*/ 117446 w 520118"/>
              <a:gd name="connsiteY3" fmla="*/ 25167 h 530440"/>
              <a:gd name="connsiteX4" fmla="*/ 142613 w 520118"/>
              <a:gd name="connsiteY4" fmla="*/ 16778 h 530440"/>
              <a:gd name="connsiteX5" fmla="*/ 318782 w 520118"/>
              <a:gd name="connsiteY5" fmla="*/ 25167 h 530440"/>
              <a:gd name="connsiteX6" fmla="*/ 369116 w 520118"/>
              <a:gd name="connsiteY6" fmla="*/ 41945 h 530440"/>
              <a:gd name="connsiteX7" fmla="*/ 419450 w 520118"/>
              <a:gd name="connsiteY7" fmla="*/ 67112 h 530440"/>
              <a:gd name="connsiteX8" fmla="*/ 436228 w 520118"/>
              <a:gd name="connsiteY8" fmla="*/ 92279 h 530440"/>
              <a:gd name="connsiteX9" fmla="*/ 494951 w 520118"/>
              <a:gd name="connsiteY9" fmla="*/ 151002 h 530440"/>
              <a:gd name="connsiteX10" fmla="*/ 511729 w 520118"/>
              <a:gd name="connsiteY10" fmla="*/ 201335 h 530440"/>
              <a:gd name="connsiteX11" fmla="*/ 520118 w 520118"/>
              <a:gd name="connsiteY11" fmla="*/ 260058 h 530440"/>
              <a:gd name="connsiteX12" fmla="*/ 511729 w 520118"/>
              <a:gd name="connsiteY12" fmla="*/ 327170 h 530440"/>
              <a:gd name="connsiteX13" fmla="*/ 461395 w 520118"/>
              <a:gd name="connsiteY13" fmla="*/ 427838 h 530440"/>
              <a:gd name="connsiteX14" fmla="*/ 436228 w 520118"/>
              <a:gd name="connsiteY14" fmla="*/ 444616 h 530440"/>
              <a:gd name="connsiteX15" fmla="*/ 427839 w 520118"/>
              <a:gd name="connsiteY15" fmla="*/ 469783 h 530440"/>
              <a:gd name="connsiteX16" fmla="*/ 377505 w 520118"/>
              <a:gd name="connsiteY16" fmla="*/ 486561 h 530440"/>
              <a:gd name="connsiteX17" fmla="*/ 318782 w 520118"/>
              <a:gd name="connsiteY17" fmla="*/ 511728 h 530440"/>
              <a:gd name="connsiteX18" fmla="*/ 293615 w 520118"/>
              <a:gd name="connsiteY18" fmla="*/ 528506 h 530440"/>
              <a:gd name="connsiteX19" fmla="*/ 184558 w 520118"/>
              <a:gd name="connsiteY19" fmla="*/ 511728 h 530440"/>
              <a:gd name="connsiteX20" fmla="*/ 142613 w 520118"/>
              <a:gd name="connsiteY20" fmla="*/ 503339 h 530440"/>
              <a:gd name="connsiteX21" fmla="*/ 92279 w 520118"/>
              <a:gd name="connsiteY21" fmla="*/ 486561 h 530440"/>
              <a:gd name="connsiteX22" fmla="*/ 75501 w 520118"/>
              <a:gd name="connsiteY22" fmla="*/ 461394 h 530440"/>
              <a:gd name="connsiteX23" fmla="*/ 50334 w 520118"/>
              <a:gd name="connsiteY23" fmla="*/ 444616 h 530440"/>
              <a:gd name="connsiteX24" fmla="*/ 41945 w 520118"/>
              <a:gd name="connsiteY24" fmla="*/ 419449 h 530440"/>
              <a:gd name="connsiteX25" fmla="*/ 25167 w 520118"/>
              <a:gd name="connsiteY25" fmla="*/ 394282 h 530440"/>
              <a:gd name="connsiteX26" fmla="*/ 8389 w 520118"/>
              <a:gd name="connsiteY26" fmla="*/ 343948 h 530440"/>
              <a:gd name="connsiteX27" fmla="*/ 16778 w 520118"/>
              <a:gd name="connsiteY27" fmla="*/ 276836 h 530440"/>
              <a:gd name="connsiteX28" fmla="*/ 25167 w 520118"/>
              <a:gd name="connsiteY28" fmla="*/ 192946 h 530440"/>
              <a:gd name="connsiteX29" fmla="*/ 41945 w 520118"/>
              <a:gd name="connsiteY29" fmla="*/ 142613 h 530440"/>
              <a:gd name="connsiteX30" fmla="*/ 50334 w 520118"/>
              <a:gd name="connsiteY30" fmla="*/ 117446 h 530440"/>
              <a:gd name="connsiteX31" fmla="*/ 83890 w 520118"/>
              <a:gd name="connsiteY31" fmla="*/ 67112 h 530440"/>
              <a:gd name="connsiteX32" fmla="*/ 109057 w 520118"/>
              <a:gd name="connsiteY32" fmla="*/ 41945 h 530440"/>
              <a:gd name="connsiteX33" fmla="*/ 159391 w 520118"/>
              <a:gd name="connsiteY33" fmla="*/ 0 h 530440"/>
              <a:gd name="connsiteX34" fmla="*/ 310393 w 520118"/>
              <a:gd name="connsiteY34" fmla="*/ 16778 h 53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0118" h="530440">
                <a:moveTo>
                  <a:pt x="0" y="75501"/>
                </a:moveTo>
                <a:lnTo>
                  <a:pt x="0" y="75501"/>
                </a:lnTo>
                <a:cubicBezTo>
                  <a:pt x="22371" y="64316"/>
                  <a:pt x="44123" y="51797"/>
                  <a:pt x="67112" y="41945"/>
                </a:cubicBezTo>
                <a:cubicBezTo>
                  <a:pt x="83368" y="34978"/>
                  <a:pt x="100668" y="30760"/>
                  <a:pt x="117446" y="25167"/>
                </a:cubicBezTo>
                <a:lnTo>
                  <a:pt x="142613" y="16778"/>
                </a:lnTo>
                <a:cubicBezTo>
                  <a:pt x="201336" y="19574"/>
                  <a:pt x="260352" y="18675"/>
                  <a:pt x="318782" y="25167"/>
                </a:cubicBezTo>
                <a:cubicBezTo>
                  <a:pt x="336359" y="27120"/>
                  <a:pt x="352338" y="36352"/>
                  <a:pt x="369116" y="41945"/>
                </a:cubicBezTo>
                <a:cubicBezTo>
                  <a:pt x="403848" y="53522"/>
                  <a:pt x="386925" y="45429"/>
                  <a:pt x="419450" y="67112"/>
                </a:cubicBezTo>
                <a:cubicBezTo>
                  <a:pt x="425043" y="75501"/>
                  <a:pt x="428355" y="85981"/>
                  <a:pt x="436228" y="92279"/>
                </a:cubicBezTo>
                <a:cubicBezTo>
                  <a:pt x="478422" y="126034"/>
                  <a:pt x="461286" y="50008"/>
                  <a:pt x="494951" y="151002"/>
                </a:cubicBezTo>
                <a:lnTo>
                  <a:pt x="511729" y="201335"/>
                </a:lnTo>
                <a:cubicBezTo>
                  <a:pt x="514525" y="220909"/>
                  <a:pt x="520118" y="240285"/>
                  <a:pt x="520118" y="260058"/>
                </a:cubicBezTo>
                <a:cubicBezTo>
                  <a:pt x="520118" y="282603"/>
                  <a:pt x="516453" y="305126"/>
                  <a:pt x="511729" y="327170"/>
                </a:cubicBezTo>
                <a:cubicBezTo>
                  <a:pt x="506146" y="353224"/>
                  <a:pt x="484726" y="412284"/>
                  <a:pt x="461395" y="427838"/>
                </a:cubicBezTo>
                <a:lnTo>
                  <a:pt x="436228" y="444616"/>
                </a:lnTo>
                <a:cubicBezTo>
                  <a:pt x="433432" y="453005"/>
                  <a:pt x="435035" y="464643"/>
                  <a:pt x="427839" y="469783"/>
                </a:cubicBezTo>
                <a:cubicBezTo>
                  <a:pt x="413448" y="480063"/>
                  <a:pt x="392220" y="476751"/>
                  <a:pt x="377505" y="486561"/>
                </a:cubicBezTo>
                <a:cubicBezTo>
                  <a:pt x="342745" y="509734"/>
                  <a:pt x="362119" y="500894"/>
                  <a:pt x="318782" y="511728"/>
                </a:cubicBezTo>
                <a:cubicBezTo>
                  <a:pt x="310393" y="517321"/>
                  <a:pt x="303668" y="527733"/>
                  <a:pt x="293615" y="528506"/>
                </a:cubicBezTo>
                <a:cubicBezTo>
                  <a:pt x="209102" y="535007"/>
                  <a:pt x="233813" y="524042"/>
                  <a:pt x="184558" y="511728"/>
                </a:cubicBezTo>
                <a:cubicBezTo>
                  <a:pt x="170725" y="508270"/>
                  <a:pt x="156369" y="507091"/>
                  <a:pt x="142613" y="503339"/>
                </a:cubicBezTo>
                <a:cubicBezTo>
                  <a:pt x="125551" y="498686"/>
                  <a:pt x="92279" y="486561"/>
                  <a:pt x="92279" y="486561"/>
                </a:cubicBezTo>
                <a:cubicBezTo>
                  <a:pt x="86686" y="478172"/>
                  <a:pt x="82630" y="468523"/>
                  <a:pt x="75501" y="461394"/>
                </a:cubicBezTo>
                <a:cubicBezTo>
                  <a:pt x="68372" y="454265"/>
                  <a:pt x="56632" y="452489"/>
                  <a:pt x="50334" y="444616"/>
                </a:cubicBezTo>
                <a:cubicBezTo>
                  <a:pt x="44810" y="437711"/>
                  <a:pt x="45900" y="427358"/>
                  <a:pt x="41945" y="419449"/>
                </a:cubicBezTo>
                <a:cubicBezTo>
                  <a:pt x="37436" y="410431"/>
                  <a:pt x="29262" y="403495"/>
                  <a:pt x="25167" y="394282"/>
                </a:cubicBezTo>
                <a:cubicBezTo>
                  <a:pt x="17984" y="378121"/>
                  <a:pt x="8389" y="343948"/>
                  <a:pt x="8389" y="343948"/>
                </a:cubicBezTo>
                <a:cubicBezTo>
                  <a:pt x="11185" y="321577"/>
                  <a:pt x="14288" y="299243"/>
                  <a:pt x="16778" y="276836"/>
                </a:cubicBezTo>
                <a:cubicBezTo>
                  <a:pt x="19881" y="248905"/>
                  <a:pt x="19988" y="220567"/>
                  <a:pt x="25167" y="192946"/>
                </a:cubicBezTo>
                <a:cubicBezTo>
                  <a:pt x="28426" y="175564"/>
                  <a:pt x="36352" y="159391"/>
                  <a:pt x="41945" y="142613"/>
                </a:cubicBezTo>
                <a:cubicBezTo>
                  <a:pt x="44741" y="134224"/>
                  <a:pt x="45429" y="124804"/>
                  <a:pt x="50334" y="117446"/>
                </a:cubicBezTo>
                <a:cubicBezTo>
                  <a:pt x="61519" y="100668"/>
                  <a:pt x="67112" y="78297"/>
                  <a:pt x="83890" y="67112"/>
                </a:cubicBezTo>
                <a:cubicBezTo>
                  <a:pt x="111384" y="48783"/>
                  <a:pt x="109057" y="60416"/>
                  <a:pt x="109057" y="41945"/>
                </a:cubicBezTo>
                <a:lnTo>
                  <a:pt x="159391" y="0"/>
                </a:lnTo>
                <a:lnTo>
                  <a:pt x="310393" y="16778"/>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40655066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51002"/>
                <a:ext cx="10515600" cy="6025961"/>
              </a:xfrm>
            </p:spPr>
            <p:txBody>
              <a:bodyPr/>
              <a:lstStyle/>
              <a:p>
                <a14:m>
                  <m:oMath xmlns:m="http://schemas.openxmlformats.org/officeDocument/2006/math">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𝑇</m:t>
                        </m:r>
                      </m:e>
                    </m:acc>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m:t>
                        </m:r>
                      </m:sub>
                    </m:sSub>
                  </m:oMath>
                </a14:m>
                <a:endParaRPr lang="en-US" altLang="zh-TW" i="1" dirty="0">
                  <a:latin typeface="Cambria Math" panose="02040503050406030204" pitchFamily="18" charset="0"/>
                </a:endParaRPr>
              </a:p>
              <a:p>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i="1">
                            <a:latin typeface="Cambria Math" panose="02040503050406030204" pitchFamily="18" charset="0"/>
                          </a:rPr>
                          <m:t>1</m:t>
                        </m:r>
                      </m:sub>
                    </m:sSub>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1,3,4,5</m:t>
                        </m:r>
                      </m:e>
                    </m:d>
                  </m:oMath>
                </a14:m>
                <a:endParaRPr lang="en-US" altLang="zh-TW" b="0" dirty="0"/>
              </a:p>
              <a:p>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2,1,3,2</m:t>
                        </m:r>
                      </m:e>
                    </m:d>
                  </m:oMath>
                </a14:m>
                <a:endParaRPr lang="en-US" altLang="zh-TW" b="0" dirty="0"/>
              </a:p>
              <a:p>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=(1,4,3,1)</m:t>
                    </m:r>
                  </m:oMath>
                </a14:m>
                <a:endParaRPr lang="en-US" altLang="zh-TW" dirty="0"/>
              </a:p>
              <a:p>
                <a:r>
                  <a:rPr lang="en-US" altLang="zh-TW" dirty="0"/>
                  <a:t>Alignment2 = </a:t>
                </a:r>
                <a14:m>
                  <m:oMath xmlns:m="http://schemas.openxmlformats.org/officeDocument/2006/math">
                    <m:r>
                      <m:rPr>
                        <m:nor/>
                      </m:rPr>
                      <a:rPr lang="en-US" altLang="zh-TW" dirty="0"/>
                      <m:t>{</m:t>
                    </m:r>
                    <m:r>
                      <a:rPr lang="en-US" altLang="zh-TW" i="1">
                        <a:latin typeface="Cambria Math" panose="02040503050406030204" pitchFamily="18" charset="0"/>
                        <a:ea typeface="Cambria Math" panose="02040503050406030204" pitchFamily="18" charset="0"/>
                      </a:rPr>
                      <m:t>∅,∅</m:t>
                    </m:r>
                    <m:r>
                      <m:rPr>
                        <m:nor/>
                      </m:rPr>
                      <a:rPr lang="en-US" altLang="zh-TW">
                        <a:latin typeface="Cambria Math" panose="02040503050406030204" pitchFamily="18" charset="0"/>
                        <a:ea typeface="Cambria Math" panose="02040503050406030204" pitchFamily="18" charset="0"/>
                      </a:rPr>
                      <m:t>,</m:t>
                    </m:r>
                    <m:r>
                      <m:rPr>
                        <m:nor/>
                      </m:rPr>
                      <a:rPr lang="en-US" altLang="zh-TW" dirty="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m:t>
                    </m:r>
                    <m:r>
                      <m:rPr>
                        <m:nor/>
                      </m:rPr>
                      <a:rPr lang="en-US" altLang="zh-TW">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r>
                      <m:rPr>
                        <m:nor/>
                      </m:rPr>
                      <a:rPr lang="en-US" altLang="zh-TW" dirty="0"/>
                      <m:t>}</m:t>
                    </m:r>
                    <m:r>
                      <a:rPr lang="en-US" altLang="zh-TW" i="1" dirty="0">
                        <a:latin typeface="Cambria Math" panose="02040503050406030204" pitchFamily="18" charset="0"/>
                      </a:rPr>
                      <m:t> </m:t>
                    </m:r>
                  </m:oMath>
                </a14:m>
                <a:endParaRPr lang="en-US" altLang="zh-TW" i="1" dirty="0"/>
              </a:p>
              <a:p>
                <a14:m>
                  <m:oMath xmlns:m="http://schemas.openxmlformats.org/officeDocument/2006/math">
                    <m:r>
                      <m:rPr>
                        <m:nor/>
                      </m:rPr>
                      <a:rPr lang="en-US" altLang="zh-TW" dirty="0"/>
                      <m:t>Alignment</m:t>
                    </m:r>
                    <m:r>
                      <m:rPr>
                        <m:nor/>
                      </m:rPr>
                      <a:rPr lang="en-US" altLang="zh-TW" b="0" i="0" dirty="0" smtClean="0"/>
                      <m:t>3 = {</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{1}</m:t>
                    </m:r>
                    <m:r>
                      <m:rPr>
                        <m:nor/>
                      </m:rPr>
                      <a:rPr lang="en-US" altLang="zh-TW" b="0" i="0" smtClean="0">
                        <a:latin typeface="Cambria Math" panose="02040503050406030204" pitchFamily="18" charset="0"/>
                        <a:ea typeface="Cambria Math" panose="02040503050406030204" pitchFamily="18" charset="0"/>
                      </a:rPr>
                      <m:t>,</m:t>
                    </m:r>
                    <m:r>
                      <m:rPr>
                        <m:nor/>
                      </m:rPr>
                      <a:rPr lang="en-US" altLang="zh-TW" dirty="0">
                        <a:ea typeface="Cambria Math" panose="02040503050406030204" pitchFamily="18" charset="0"/>
                      </a:rPr>
                      <m:t> </m:t>
                    </m:r>
                    <m:r>
                      <a:rPr lang="en-US" altLang="zh-TW" b="0" i="1" dirty="0" smtClean="0">
                        <a:latin typeface="Cambria Math" panose="02040503050406030204" pitchFamily="18" charset="0"/>
                        <a:ea typeface="Cambria Math" panose="02040503050406030204" pitchFamily="18" charset="0"/>
                      </a:rPr>
                      <m:t>{3,4}</m:t>
                    </m:r>
                    <m:r>
                      <m:rPr>
                        <m:nor/>
                      </m:rPr>
                      <a:rPr lang="en-US" altLang="zh-TW" b="0" i="0"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{3}</m:t>
                    </m:r>
                    <m:r>
                      <m:rPr>
                        <m:nor/>
                      </m:rPr>
                      <a:rPr lang="en-US" altLang="zh-TW" b="0" i="0" dirty="0" smtClean="0"/>
                      <m:t>}</m:t>
                    </m:r>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51002"/>
                <a:ext cx="10515600" cy="6025961"/>
              </a:xfrm>
              <a:blipFill>
                <a:blip r:embed="rId2"/>
                <a:stretch>
                  <a:fillRect l="-1043"/>
                </a:stretch>
              </a:blipFill>
            </p:spPr>
            <p:txBody>
              <a:bodyPr/>
              <a:lstStyle/>
              <a:p>
                <a:r>
                  <a:rPr lang="zh-TW" altLang="en-US">
                    <a:noFill/>
                  </a:rPr>
                  <a:t> </a:t>
                </a:r>
              </a:p>
            </p:txBody>
          </p:sp>
        </mc:Fallback>
      </mc:AlternateContent>
      <p:graphicFrame>
        <p:nvGraphicFramePr>
          <p:cNvPr id="4" name="表格 3"/>
          <p:cNvGraphicFramePr>
            <a:graphicFrameLocks noGrp="1"/>
          </p:cNvGraphicFramePr>
          <p:nvPr/>
        </p:nvGraphicFramePr>
        <p:xfrm>
          <a:off x="6308522" y="795168"/>
          <a:ext cx="5378275" cy="3911055"/>
        </p:xfrm>
        <a:graphic>
          <a:graphicData uri="http://schemas.openxmlformats.org/drawingml/2006/table">
            <a:tbl>
              <a:tblPr firstRow="1" bandRow="1">
                <a:tableStyleId>{5C22544A-7EE6-4342-B048-85BDC9FD1C3A}</a:tableStyleId>
              </a:tblPr>
              <a:tblGrid>
                <a:gridCol w="1075655">
                  <a:extLst>
                    <a:ext uri="{9D8B030D-6E8A-4147-A177-3AD203B41FA5}">
                      <a16:colId xmlns="" xmlns:a16="http://schemas.microsoft.com/office/drawing/2014/main" val="3114598794"/>
                    </a:ext>
                  </a:extLst>
                </a:gridCol>
                <a:gridCol w="1075655">
                  <a:extLst>
                    <a:ext uri="{9D8B030D-6E8A-4147-A177-3AD203B41FA5}">
                      <a16:colId xmlns="" xmlns:a16="http://schemas.microsoft.com/office/drawing/2014/main" val="3549556576"/>
                    </a:ext>
                  </a:extLst>
                </a:gridCol>
                <a:gridCol w="1075655">
                  <a:extLst>
                    <a:ext uri="{9D8B030D-6E8A-4147-A177-3AD203B41FA5}">
                      <a16:colId xmlns="" xmlns:a16="http://schemas.microsoft.com/office/drawing/2014/main" val="987167049"/>
                    </a:ext>
                  </a:extLst>
                </a:gridCol>
                <a:gridCol w="1075655">
                  <a:extLst>
                    <a:ext uri="{9D8B030D-6E8A-4147-A177-3AD203B41FA5}">
                      <a16:colId xmlns="" xmlns:a16="http://schemas.microsoft.com/office/drawing/2014/main" val="4144116902"/>
                    </a:ext>
                  </a:extLst>
                </a:gridCol>
                <a:gridCol w="1075655">
                  <a:extLst>
                    <a:ext uri="{9D8B030D-6E8A-4147-A177-3AD203B41FA5}">
                      <a16:colId xmlns="" xmlns:a16="http://schemas.microsoft.com/office/drawing/2014/main" val="4183419575"/>
                    </a:ext>
                  </a:extLst>
                </a:gridCol>
              </a:tblGrid>
              <a:tr h="782211">
                <a:tc>
                  <a:txBody>
                    <a:bodyPr/>
                    <a:lstStyle/>
                    <a:p>
                      <a:pPr algn="ctr"/>
                      <a:endParaRPr lang="zh-TW" altLang="en-US" dirty="0"/>
                    </a:p>
                  </a:txBody>
                  <a:tcPr/>
                </a:tc>
                <a:tc>
                  <a:txBody>
                    <a:bodyPr/>
                    <a:lstStyle/>
                    <a:p>
                      <a:pPr algn="ctr"/>
                      <a:r>
                        <a:rPr lang="en-US" altLang="zh-TW" b="1" dirty="0">
                          <a:solidFill>
                            <a:schemeClr val="tx1"/>
                          </a:solidFill>
                        </a:rPr>
                        <a:t>1</a:t>
                      </a:r>
                      <a:endParaRPr lang="zh-TW" altLang="en-US" b="1" dirty="0">
                        <a:solidFill>
                          <a:schemeClr val="tx1"/>
                        </a:solidFill>
                      </a:endParaRPr>
                    </a:p>
                  </a:txBody>
                  <a:tcPr/>
                </a:tc>
                <a:tc>
                  <a:txBody>
                    <a:bodyPr/>
                    <a:lstStyle/>
                    <a:p>
                      <a:pPr algn="ctr"/>
                      <a:r>
                        <a:rPr lang="en-US" altLang="zh-TW" b="1" dirty="0">
                          <a:solidFill>
                            <a:schemeClr val="tx1"/>
                          </a:solidFill>
                        </a:rPr>
                        <a:t>3</a:t>
                      </a:r>
                      <a:endParaRPr lang="zh-TW" altLang="en-US" b="1" dirty="0">
                        <a:solidFill>
                          <a:schemeClr val="tx1"/>
                        </a:solidFill>
                      </a:endParaRPr>
                    </a:p>
                  </a:txBody>
                  <a:tcPr/>
                </a:tc>
                <a:tc>
                  <a:txBody>
                    <a:bodyPr/>
                    <a:lstStyle/>
                    <a:p>
                      <a:pPr algn="ctr"/>
                      <a:r>
                        <a:rPr lang="en-US" altLang="zh-TW" b="1" dirty="0">
                          <a:solidFill>
                            <a:schemeClr val="tx1"/>
                          </a:solidFill>
                        </a:rPr>
                        <a:t>4</a:t>
                      </a:r>
                      <a:endParaRPr lang="zh-TW" altLang="en-US" b="1" dirty="0">
                        <a:solidFill>
                          <a:schemeClr val="tx1"/>
                        </a:solidFill>
                      </a:endParaRPr>
                    </a:p>
                  </a:txBody>
                  <a:tcPr/>
                </a:tc>
                <a:tc>
                  <a:txBody>
                    <a:bodyPr/>
                    <a:lstStyle/>
                    <a:p>
                      <a:pPr algn="ctr"/>
                      <a:r>
                        <a:rPr lang="en-US" altLang="zh-TW" b="1" dirty="0">
                          <a:solidFill>
                            <a:schemeClr val="tx1"/>
                          </a:solidFill>
                        </a:rPr>
                        <a:t>3</a:t>
                      </a:r>
                      <a:endParaRPr lang="zh-TW" altLang="en-US" b="1" dirty="0">
                        <a:solidFill>
                          <a:schemeClr val="tx1"/>
                        </a:solidFill>
                      </a:endParaRPr>
                    </a:p>
                  </a:txBody>
                  <a:tcPr/>
                </a:tc>
                <a:extLst>
                  <a:ext uri="{0D108BD9-81ED-4DB2-BD59-A6C34878D82A}">
                    <a16:rowId xmlns="" xmlns:a16="http://schemas.microsoft.com/office/drawing/2014/main" val="304378194"/>
                  </a:ext>
                </a:extLst>
              </a:tr>
              <a:tr h="782211">
                <a:tc>
                  <a:txBody>
                    <a:bodyPr/>
                    <a:lstStyle/>
                    <a:p>
                      <a:pPr algn="ctr"/>
                      <a:r>
                        <a:rPr lang="en-US" altLang="zh-TW" b="1" dirty="0"/>
                        <a:t>2</a:t>
                      </a:r>
                      <a:endParaRPr lang="zh-TW" altLang="en-US" b="1"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 xmlns:a16="http://schemas.microsoft.com/office/drawing/2014/main" val="1277368623"/>
                  </a:ext>
                </a:extLst>
              </a:tr>
              <a:tr h="782211">
                <a:tc>
                  <a:txBody>
                    <a:bodyPr/>
                    <a:lstStyle/>
                    <a:p>
                      <a:pPr algn="ctr"/>
                      <a:r>
                        <a:rPr lang="en-US" altLang="zh-TW" b="1" dirty="0"/>
                        <a:t>1</a:t>
                      </a:r>
                      <a:endParaRPr lang="zh-TW" altLang="en-US" b="1" dirty="0"/>
                    </a:p>
                  </a:txBody>
                  <a:tcPr/>
                </a:tc>
                <a:tc>
                  <a:txBody>
                    <a:bodyPr/>
                    <a:lstStyle/>
                    <a:p>
                      <a:pPr algn="ctr"/>
                      <a:r>
                        <a:rPr lang="en-US" altLang="zh-TW" dirty="0"/>
                        <a:t>0</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 xmlns:a16="http://schemas.microsoft.com/office/drawing/2014/main" val="1425432721"/>
                  </a:ext>
                </a:extLst>
              </a:tr>
              <a:tr h="782211">
                <a:tc>
                  <a:txBody>
                    <a:bodyPr/>
                    <a:lstStyle/>
                    <a:p>
                      <a:pPr algn="ctr"/>
                      <a:r>
                        <a:rPr lang="en-US" altLang="zh-TW" b="1" dirty="0"/>
                        <a:t>3</a:t>
                      </a:r>
                      <a:endParaRPr lang="zh-TW" altLang="en-US" b="1" dirty="0"/>
                    </a:p>
                  </a:txBody>
                  <a:tcPr/>
                </a:tc>
                <a:tc>
                  <a:txBody>
                    <a:bodyPr/>
                    <a:lstStyle/>
                    <a:p>
                      <a:pPr algn="ctr"/>
                      <a:r>
                        <a:rPr lang="en-US" altLang="zh-TW" dirty="0"/>
                        <a:t>4</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 xmlns:a16="http://schemas.microsoft.com/office/drawing/2014/main" val="2324668586"/>
                  </a:ext>
                </a:extLst>
              </a:tr>
              <a:tr h="782211">
                <a:tc>
                  <a:txBody>
                    <a:bodyPr/>
                    <a:lstStyle/>
                    <a:p>
                      <a:pPr algn="ctr"/>
                      <a:r>
                        <a:rPr lang="en-US" altLang="zh-TW" b="1" dirty="0"/>
                        <a:t>2</a:t>
                      </a:r>
                      <a:endParaRPr lang="zh-TW" altLang="en-US" b="1"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 xmlns:a16="http://schemas.microsoft.com/office/drawing/2014/main" val="4038733621"/>
                  </a:ext>
                </a:extLst>
              </a:tr>
            </a:tbl>
          </a:graphicData>
        </a:graphic>
      </p:graphicFrame>
      <p:sp>
        <p:nvSpPr>
          <p:cNvPr id="5" name="手繪多邊形 4"/>
          <p:cNvSpPr/>
          <p:nvPr/>
        </p:nvSpPr>
        <p:spPr>
          <a:xfrm>
            <a:off x="9833295" y="3163982"/>
            <a:ext cx="520118" cy="530440"/>
          </a:xfrm>
          <a:custGeom>
            <a:avLst/>
            <a:gdLst>
              <a:gd name="connsiteX0" fmla="*/ 0 w 520118"/>
              <a:gd name="connsiteY0" fmla="*/ 75501 h 530440"/>
              <a:gd name="connsiteX1" fmla="*/ 0 w 520118"/>
              <a:gd name="connsiteY1" fmla="*/ 75501 h 530440"/>
              <a:gd name="connsiteX2" fmla="*/ 67112 w 520118"/>
              <a:gd name="connsiteY2" fmla="*/ 41945 h 530440"/>
              <a:gd name="connsiteX3" fmla="*/ 117446 w 520118"/>
              <a:gd name="connsiteY3" fmla="*/ 25167 h 530440"/>
              <a:gd name="connsiteX4" fmla="*/ 142613 w 520118"/>
              <a:gd name="connsiteY4" fmla="*/ 16778 h 530440"/>
              <a:gd name="connsiteX5" fmla="*/ 318782 w 520118"/>
              <a:gd name="connsiteY5" fmla="*/ 25167 h 530440"/>
              <a:gd name="connsiteX6" fmla="*/ 369116 w 520118"/>
              <a:gd name="connsiteY6" fmla="*/ 41945 h 530440"/>
              <a:gd name="connsiteX7" fmla="*/ 419450 w 520118"/>
              <a:gd name="connsiteY7" fmla="*/ 67112 h 530440"/>
              <a:gd name="connsiteX8" fmla="*/ 436228 w 520118"/>
              <a:gd name="connsiteY8" fmla="*/ 92279 h 530440"/>
              <a:gd name="connsiteX9" fmla="*/ 494951 w 520118"/>
              <a:gd name="connsiteY9" fmla="*/ 151002 h 530440"/>
              <a:gd name="connsiteX10" fmla="*/ 511729 w 520118"/>
              <a:gd name="connsiteY10" fmla="*/ 201335 h 530440"/>
              <a:gd name="connsiteX11" fmla="*/ 520118 w 520118"/>
              <a:gd name="connsiteY11" fmla="*/ 260058 h 530440"/>
              <a:gd name="connsiteX12" fmla="*/ 511729 w 520118"/>
              <a:gd name="connsiteY12" fmla="*/ 327170 h 530440"/>
              <a:gd name="connsiteX13" fmla="*/ 461395 w 520118"/>
              <a:gd name="connsiteY13" fmla="*/ 427838 h 530440"/>
              <a:gd name="connsiteX14" fmla="*/ 436228 w 520118"/>
              <a:gd name="connsiteY14" fmla="*/ 444616 h 530440"/>
              <a:gd name="connsiteX15" fmla="*/ 427839 w 520118"/>
              <a:gd name="connsiteY15" fmla="*/ 469783 h 530440"/>
              <a:gd name="connsiteX16" fmla="*/ 377505 w 520118"/>
              <a:gd name="connsiteY16" fmla="*/ 486561 h 530440"/>
              <a:gd name="connsiteX17" fmla="*/ 318782 w 520118"/>
              <a:gd name="connsiteY17" fmla="*/ 511728 h 530440"/>
              <a:gd name="connsiteX18" fmla="*/ 293615 w 520118"/>
              <a:gd name="connsiteY18" fmla="*/ 528506 h 530440"/>
              <a:gd name="connsiteX19" fmla="*/ 184558 w 520118"/>
              <a:gd name="connsiteY19" fmla="*/ 511728 h 530440"/>
              <a:gd name="connsiteX20" fmla="*/ 142613 w 520118"/>
              <a:gd name="connsiteY20" fmla="*/ 503339 h 530440"/>
              <a:gd name="connsiteX21" fmla="*/ 92279 w 520118"/>
              <a:gd name="connsiteY21" fmla="*/ 486561 h 530440"/>
              <a:gd name="connsiteX22" fmla="*/ 75501 w 520118"/>
              <a:gd name="connsiteY22" fmla="*/ 461394 h 530440"/>
              <a:gd name="connsiteX23" fmla="*/ 50334 w 520118"/>
              <a:gd name="connsiteY23" fmla="*/ 444616 h 530440"/>
              <a:gd name="connsiteX24" fmla="*/ 41945 w 520118"/>
              <a:gd name="connsiteY24" fmla="*/ 419449 h 530440"/>
              <a:gd name="connsiteX25" fmla="*/ 25167 w 520118"/>
              <a:gd name="connsiteY25" fmla="*/ 394282 h 530440"/>
              <a:gd name="connsiteX26" fmla="*/ 8389 w 520118"/>
              <a:gd name="connsiteY26" fmla="*/ 343948 h 530440"/>
              <a:gd name="connsiteX27" fmla="*/ 16778 w 520118"/>
              <a:gd name="connsiteY27" fmla="*/ 276836 h 530440"/>
              <a:gd name="connsiteX28" fmla="*/ 25167 w 520118"/>
              <a:gd name="connsiteY28" fmla="*/ 192946 h 530440"/>
              <a:gd name="connsiteX29" fmla="*/ 41945 w 520118"/>
              <a:gd name="connsiteY29" fmla="*/ 142613 h 530440"/>
              <a:gd name="connsiteX30" fmla="*/ 50334 w 520118"/>
              <a:gd name="connsiteY30" fmla="*/ 117446 h 530440"/>
              <a:gd name="connsiteX31" fmla="*/ 83890 w 520118"/>
              <a:gd name="connsiteY31" fmla="*/ 67112 h 530440"/>
              <a:gd name="connsiteX32" fmla="*/ 109057 w 520118"/>
              <a:gd name="connsiteY32" fmla="*/ 41945 h 530440"/>
              <a:gd name="connsiteX33" fmla="*/ 159391 w 520118"/>
              <a:gd name="connsiteY33" fmla="*/ 0 h 530440"/>
              <a:gd name="connsiteX34" fmla="*/ 310393 w 520118"/>
              <a:gd name="connsiteY34" fmla="*/ 16778 h 53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0118" h="530440">
                <a:moveTo>
                  <a:pt x="0" y="75501"/>
                </a:moveTo>
                <a:lnTo>
                  <a:pt x="0" y="75501"/>
                </a:lnTo>
                <a:cubicBezTo>
                  <a:pt x="22371" y="64316"/>
                  <a:pt x="44123" y="51797"/>
                  <a:pt x="67112" y="41945"/>
                </a:cubicBezTo>
                <a:cubicBezTo>
                  <a:pt x="83368" y="34978"/>
                  <a:pt x="100668" y="30760"/>
                  <a:pt x="117446" y="25167"/>
                </a:cubicBezTo>
                <a:lnTo>
                  <a:pt x="142613" y="16778"/>
                </a:lnTo>
                <a:cubicBezTo>
                  <a:pt x="201336" y="19574"/>
                  <a:pt x="260352" y="18675"/>
                  <a:pt x="318782" y="25167"/>
                </a:cubicBezTo>
                <a:cubicBezTo>
                  <a:pt x="336359" y="27120"/>
                  <a:pt x="352338" y="36352"/>
                  <a:pt x="369116" y="41945"/>
                </a:cubicBezTo>
                <a:cubicBezTo>
                  <a:pt x="403848" y="53522"/>
                  <a:pt x="386925" y="45429"/>
                  <a:pt x="419450" y="67112"/>
                </a:cubicBezTo>
                <a:cubicBezTo>
                  <a:pt x="425043" y="75501"/>
                  <a:pt x="428355" y="85981"/>
                  <a:pt x="436228" y="92279"/>
                </a:cubicBezTo>
                <a:cubicBezTo>
                  <a:pt x="478422" y="126034"/>
                  <a:pt x="461286" y="50008"/>
                  <a:pt x="494951" y="151002"/>
                </a:cubicBezTo>
                <a:lnTo>
                  <a:pt x="511729" y="201335"/>
                </a:lnTo>
                <a:cubicBezTo>
                  <a:pt x="514525" y="220909"/>
                  <a:pt x="520118" y="240285"/>
                  <a:pt x="520118" y="260058"/>
                </a:cubicBezTo>
                <a:cubicBezTo>
                  <a:pt x="520118" y="282603"/>
                  <a:pt x="516453" y="305126"/>
                  <a:pt x="511729" y="327170"/>
                </a:cubicBezTo>
                <a:cubicBezTo>
                  <a:pt x="506146" y="353224"/>
                  <a:pt x="484726" y="412284"/>
                  <a:pt x="461395" y="427838"/>
                </a:cubicBezTo>
                <a:lnTo>
                  <a:pt x="436228" y="444616"/>
                </a:lnTo>
                <a:cubicBezTo>
                  <a:pt x="433432" y="453005"/>
                  <a:pt x="435035" y="464643"/>
                  <a:pt x="427839" y="469783"/>
                </a:cubicBezTo>
                <a:cubicBezTo>
                  <a:pt x="413448" y="480063"/>
                  <a:pt x="392220" y="476751"/>
                  <a:pt x="377505" y="486561"/>
                </a:cubicBezTo>
                <a:cubicBezTo>
                  <a:pt x="342745" y="509734"/>
                  <a:pt x="362119" y="500894"/>
                  <a:pt x="318782" y="511728"/>
                </a:cubicBezTo>
                <a:cubicBezTo>
                  <a:pt x="310393" y="517321"/>
                  <a:pt x="303668" y="527733"/>
                  <a:pt x="293615" y="528506"/>
                </a:cubicBezTo>
                <a:cubicBezTo>
                  <a:pt x="209102" y="535007"/>
                  <a:pt x="233813" y="524042"/>
                  <a:pt x="184558" y="511728"/>
                </a:cubicBezTo>
                <a:cubicBezTo>
                  <a:pt x="170725" y="508270"/>
                  <a:pt x="156369" y="507091"/>
                  <a:pt x="142613" y="503339"/>
                </a:cubicBezTo>
                <a:cubicBezTo>
                  <a:pt x="125551" y="498686"/>
                  <a:pt x="92279" y="486561"/>
                  <a:pt x="92279" y="486561"/>
                </a:cubicBezTo>
                <a:cubicBezTo>
                  <a:pt x="86686" y="478172"/>
                  <a:pt x="82630" y="468523"/>
                  <a:pt x="75501" y="461394"/>
                </a:cubicBezTo>
                <a:cubicBezTo>
                  <a:pt x="68372" y="454265"/>
                  <a:pt x="56632" y="452489"/>
                  <a:pt x="50334" y="444616"/>
                </a:cubicBezTo>
                <a:cubicBezTo>
                  <a:pt x="44810" y="437711"/>
                  <a:pt x="45900" y="427358"/>
                  <a:pt x="41945" y="419449"/>
                </a:cubicBezTo>
                <a:cubicBezTo>
                  <a:pt x="37436" y="410431"/>
                  <a:pt x="29262" y="403495"/>
                  <a:pt x="25167" y="394282"/>
                </a:cubicBezTo>
                <a:cubicBezTo>
                  <a:pt x="17984" y="378121"/>
                  <a:pt x="8389" y="343948"/>
                  <a:pt x="8389" y="343948"/>
                </a:cubicBezTo>
                <a:cubicBezTo>
                  <a:pt x="11185" y="321577"/>
                  <a:pt x="14288" y="299243"/>
                  <a:pt x="16778" y="276836"/>
                </a:cubicBezTo>
                <a:cubicBezTo>
                  <a:pt x="19881" y="248905"/>
                  <a:pt x="19988" y="220567"/>
                  <a:pt x="25167" y="192946"/>
                </a:cubicBezTo>
                <a:cubicBezTo>
                  <a:pt x="28426" y="175564"/>
                  <a:pt x="36352" y="159391"/>
                  <a:pt x="41945" y="142613"/>
                </a:cubicBezTo>
                <a:cubicBezTo>
                  <a:pt x="44741" y="134224"/>
                  <a:pt x="45429" y="124804"/>
                  <a:pt x="50334" y="117446"/>
                </a:cubicBezTo>
                <a:cubicBezTo>
                  <a:pt x="61519" y="100668"/>
                  <a:pt x="67112" y="78297"/>
                  <a:pt x="83890" y="67112"/>
                </a:cubicBezTo>
                <a:cubicBezTo>
                  <a:pt x="111384" y="48783"/>
                  <a:pt x="109057" y="60416"/>
                  <a:pt x="109057" y="41945"/>
                </a:cubicBezTo>
                <a:lnTo>
                  <a:pt x="159391" y="0"/>
                </a:lnTo>
                <a:lnTo>
                  <a:pt x="310393" y="16778"/>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
        <p:nvSpPr>
          <p:cNvPr id="6" name="手繪多邊形 5"/>
          <p:cNvSpPr/>
          <p:nvPr/>
        </p:nvSpPr>
        <p:spPr>
          <a:xfrm>
            <a:off x="8737600" y="3163982"/>
            <a:ext cx="520118" cy="530440"/>
          </a:xfrm>
          <a:custGeom>
            <a:avLst/>
            <a:gdLst>
              <a:gd name="connsiteX0" fmla="*/ 0 w 520118"/>
              <a:gd name="connsiteY0" fmla="*/ 75501 h 530440"/>
              <a:gd name="connsiteX1" fmla="*/ 0 w 520118"/>
              <a:gd name="connsiteY1" fmla="*/ 75501 h 530440"/>
              <a:gd name="connsiteX2" fmla="*/ 67112 w 520118"/>
              <a:gd name="connsiteY2" fmla="*/ 41945 h 530440"/>
              <a:gd name="connsiteX3" fmla="*/ 117446 w 520118"/>
              <a:gd name="connsiteY3" fmla="*/ 25167 h 530440"/>
              <a:gd name="connsiteX4" fmla="*/ 142613 w 520118"/>
              <a:gd name="connsiteY4" fmla="*/ 16778 h 530440"/>
              <a:gd name="connsiteX5" fmla="*/ 318782 w 520118"/>
              <a:gd name="connsiteY5" fmla="*/ 25167 h 530440"/>
              <a:gd name="connsiteX6" fmla="*/ 369116 w 520118"/>
              <a:gd name="connsiteY6" fmla="*/ 41945 h 530440"/>
              <a:gd name="connsiteX7" fmla="*/ 419450 w 520118"/>
              <a:gd name="connsiteY7" fmla="*/ 67112 h 530440"/>
              <a:gd name="connsiteX8" fmla="*/ 436228 w 520118"/>
              <a:gd name="connsiteY8" fmla="*/ 92279 h 530440"/>
              <a:gd name="connsiteX9" fmla="*/ 494951 w 520118"/>
              <a:gd name="connsiteY9" fmla="*/ 151002 h 530440"/>
              <a:gd name="connsiteX10" fmla="*/ 511729 w 520118"/>
              <a:gd name="connsiteY10" fmla="*/ 201335 h 530440"/>
              <a:gd name="connsiteX11" fmla="*/ 520118 w 520118"/>
              <a:gd name="connsiteY11" fmla="*/ 260058 h 530440"/>
              <a:gd name="connsiteX12" fmla="*/ 511729 w 520118"/>
              <a:gd name="connsiteY12" fmla="*/ 327170 h 530440"/>
              <a:gd name="connsiteX13" fmla="*/ 461395 w 520118"/>
              <a:gd name="connsiteY13" fmla="*/ 427838 h 530440"/>
              <a:gd name="connsiteX14" fmla="*/ 436228 w 520118"/>
              <a:gd name="connsiteY14" fmla="*/ 444616 h 530440"/>
              <a:gd name="connsiteX15" fmla="*/ 427839 w 520118"/>
              <a:gd name="connsiteY15" fmla="*/ 469783 h 530440"/>
              <a:gd name="connsiteX16" fmla="*/ 377505 w 520118"/>
              <a:gd name="connsiteY16" fmla="*/ 486561 h 530440"/>
              <a:gd name="connsiteX17" fmla="*/ 318782 w 520118"/>
              <a:gd name="connsiteY17" fmla="*/ 511728 h 530440"/>
              <a:gd name="connsiteX18" fmla="*/ 293615 w 520118"/>
              <a:gd name="connsiteY18" fmla="*/ 528506 h 530440"/>
              <a:gd name="connsiteX19" fmla="*/ 184558 w 520118"/>
              <a:gd name="connsiteY19" fmla="*/ 511728 h 530440"/>
              <a:gd name="connsiteX20" fmla="*/ 142613 w 520118"/>
              <a:gd name="connsiteY20" fmla="*/ 503339 h 530440"/>
              <a:gd name="connsiteX21" fmla="*/ 92279 w 520118"/>
              <a:gd name="connsiteY21" fmla="*/ 486561 h 530440"/>
              <a:gd name="connsiteX22" fmla="*/ 75501 w 520118"/>
              <a:gd name="connsiteY22" fmla="*/ 461394 h 530440"/>
              <a:gd name="connsiteX23" fmla="*/ 50334 w 520118"/>
              <a:gd name="connsiteY23" fmla="*/ 444616 h 530440"/>
              <a:gd name="connsiteX24" fmla="*/ 41945 w 520118"/>
              <a:gd name="connsiteY24" fmla="*/ 419449 h 530440"/>
              <a:gd name="connsiteX25" fmla="*/ 25167 w 520118"/>
              <a:gd name="connsiteY25" fmla="*/ 394282 h 530440"/>
              <a:gd name="connsiteX26" fmla="*/ 8389 w 520118"/>
              <a:gd name="connsiteY26" fmla="*/ 343948 h 530440"/>
              <a:gd name="connsiteX27" fmla="*/ 16778 w 520118"/>
              <a:gd name="connsiteY27" fmla="*/ 276836 h 530440"/>
              <a:gd name="connsiteX28" fmla="*/ 25167 w 520118"/>
              <a:gd name="connsiteY28" fmla="*/ 192946 h 530440"/>
              <a:gd name="connsiteX29" fmla="*/ 41945 w 520118"/>
              <a:gd name="connsiteY29" fmla="*/ 142613 h 530440"/>
              <a:gd name="connsiteX30" fmla="*/ 50334 w 520118"/>
              <a:gd name="connsiteY30" fmla="*/ 117446 h 530440"/>
              <a:gd name="connsiteX31" fmla="*/ 83890 w 520118"/>
              <a:gd name="connsiteY31" fmla="*/ 67112 h 530440"/>
              <a:gd name="connsiteX32" fmla="*/ 109057 w 520118"/>
              <a:gd name="connsiteY32" fmla="*/ 41945 h 530440"/>
              <a:gd name="connsiteX33" fmla="*/ 159391 w 520118"/>
              <a:gd name="connsiteY33" fmla="*/ 0 h 530440"/>
              <a:gd name="connsiteX34" fmla="*/ 310393 w 520118"/>
              <a:gd name="connsiteY34" fmla="*/ 16778 h 53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0118" h="530440">
                <a:moveTo>
                  <a:pt x="0" y="75501"/>
                </a:moveTo>
                <a:lnTo>
                  <a:pt x="0" y="75501"/>
                </a:lnTo>
                <a:cubicBezTo>
                  <a:pt x="22371" y="64316"/>
                  <a:pt x="44123" y="51797"/>
                  <a:pt x="67112" y="41945"/>
                </a:cubicBezTo>
                <a:cubicBezTo>
                  <a:pt x="83368" y="34978"/>
                  <a:pt x="100668" y="30760"/>
                  <a:pt x="117446" y="25167"/>
                </a:cubicBezTo>
                <a:lnTo>
                  <a:pt x="142613" y="16778"/>
                </a:lnTo>
                <a:cubicBezTo>
                  <a:pt x="201336" y="19574"/>
                  <a:pt x="260352" y="18675"/>
                  <a:pt x="318782" y="25167"/>
                </a:cubicBezTo>
                <a:cubicBezTo>
                  <a:pt x="336359" y="27120"/>
                  <a:pt x="352338" y="36352"/>
                  <a:pt x="369116" y="41945"/>
                </a:cubicBezTo>
                <a:cubicBezTo>
                  <a:pt x="403848" y="53522"/>
                  <a:pt x="386925" y="45429"/>
                  <a:pt x="419450" y="67112"/>
                </a:cubicBezTo>
                <a:cubicBezTo>
                  <a:pt x="425043" y="75501"/>
                  <a:pt x="428355" y="85981"/>
                  <a:pt x="436228" y="92279"/>
                </a:cubicBezTo>
                <a:cubicBezTo>
                  <a:pt x="478422" y="126034"/>
                  <a:pt x="461286" y="50008"/>
                  <a:pt x="494951" y="151002"/>
                </a:cubicBezTo>
                <a:lnTo>
                  <a:pt x="511729" y="201335"/>
                </a:lnTo>
                <a:cubicBezTo>
                  <a:pt x="514525" y="220909"/>
                  <a:pt x="520118" y="240285"/>
                  <a:pt x="520118" y="260058"/>
                </a:cubicBezTo>
                <a:cubicBezTo>
                  <a:pt x="520118" y="282603"/>
                  <a:pt x="516453" y="305126"/>
                  <a:pt x="511729" y="327170"/>
                </a:cubicBezTo>
                <a:cubicBezTo>
                  <a:pt x="506146" y="353224"/>
                  <a:pt x="484726" y="412284"/>
                  <a:pt x="461395" y="427838"/>
                </a:cubicBezTo>
                <a:lnTo>
                  <a:pt x="436228" y="444616"/>
                </a:lnTo>
                <a:cubicBezTo>
                  <a:pt x="433432" y="453005"/>
                  <a:pt x="435035" y="464643"/>
                  <a:pt x="427839" y="469783"/>
                </a:cubicBezTo>
                <a:cubicBezTo>
                  <a:pt x="413448" y="480063"/>
                  <a:pt x="392220" y="476751"/>
                  <a:pt x="377505" y="486561"/>
                </a:cubicBezTo>
                <a:cubicBezTo>
                  <a:pt x="342745" y="509734"/>
                  <a:pt x="362119" y="500894"/>
                  <a:pt x="318782" y="511728"/>
                </a:cubicBezTo>
                <a:cubicBezTo>
                  <a:pt x="310393" y="517321"/>
                  <a:pt x="303668" y="527733"/>
                  <a:pt x="293615" y="528506"/>
                </a:cubicBezTo>
                <a:cubicBezTo>
                  <a:pt x="209102" y="535007"/>
                  <a:pt x="233813" y="524042"/>
                  <a:pt x="184558" y="511728"/>
                </a:cubicBezTo>
                <a:cubicBezTo>
                  <a:pt x="170725" y="508270"/>
                  <a:pt x="156369" y="507091"/>
                  <a:pt x="142613" y="503339"/>
                </a:cubicBezTo>
                <a:cubicBezTo>
                  <a:pt x="125551" y="498686"/>
                  <a:pt x="92279" y="486561"/>
                  <a:pt x="92279" y="486561"/>
                </a:cubicBezTo>
                <a:cubicBezTo>
                  <a:pt x="86686" y="478172"/>
                  <a:pt x="82630" y="468523"/>
                  <a:pt x="75501" y="461394"/>
                </a:cubicBezTo>
                <a:cubicBezTo>
                  <a:pt x="68372" y="454265"/>
                  <a:pt x="56632" y="452489"/>
                  <a:pt x="50334" y="444616"/>
                </a:cubicBezTo>
                <a:cubicBezTo>
                  <a:pt x="44810" y="437711"/>
                  <a:pt x="45900" y="427358"/>
                  <a:pt x="41945" y="419449"/>
                </a:cubicBezTo>
                <a:cubicBezTo>
                  <a:pt x="37436" y="410431"/>
                  <a:pt x="29262" y="403495"/>
                  <a:pt x="25167" y="394282"/>
                </a:cubicBezTo>
                <a:cubicBezTo>
                  <a:pt x="17984" y="378121"/>
                  <a:pt x="8389" y="343948"/>
                  <a:pt x="8389" y="343948"/>
                </a:cubicBezTo>
                <a:cubicBezTo>
                  <a:pt x="11185" y="321577"/>
                  <a:pt x="14288" y="299243"/>
                  <a:pt x="16778" y="276836"/>
                </a:cubicBezTo>
                <a:cubicBezTo>
                  <a:pt x="19881" y="248905"/>
                  <a:pt x="19988" y="220567"/>
                  <a:pt x="25167" y="192946"/>
                </a:cubicBezTo>
                <a:cubicBezTo>
                  <a:pt x="28426" y="175564"/>
                  <a:pt x="36352" y="159391"/>
                  <a:pt x="41945" y="142613"/>
                </a:cubicBezTo>
                <a:cubicBezTo>
                  <a:pt x="44741" y="134224"/>
                  <a:pt x="45429" y="124804"/>
                  <a:pt x="50334" y="117446"/>
                </a:cubicBezTo>
                <a:cubicBezTo>
                  <a:pt x="61519" y="100668"/>
                  <a:pt x="67112" y="78297"/>
                  <a:pt x="83890" y="67112"/>
                </a:cubicBezTo>
                <a:cubicBezTo>
                  <a:pt x="111384" y="48783"/>
                  <a:pt x="109057" y="60416"/>
                  <a:pt x="109057" y="41945"/>
                </a:cubicBezTo>
                <a:lnTo>
                  <a:pt x="159391" y="0"/>
                </a:lnTo>
                <a:lnTo>
                  <a:pt x="310393" y="16778"/>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
        <p:nvSpPr>
          <p:cNvPr id="7" name="手繪多邊形 6"/>
          <p:cNvSpPr/>
          <p:nvPr/>
        </p:nvSpPr>
        <p:spPr>
          <a:xfrm>
            <a:off x="10833682" y="3987502"/>
            <a:ext cx="520118" cy="530440"/>
          </a:xfrm>
          <a:custGeom>
            <a:avLst/>
            <a:gdLst>
              <a:gd name="connsiteX0" fmla="*/ 0 w 520118"/>
              <a:gd name="connsiteY0" fmla="*/ 75501 h 530440"/>
              <a:gd name="connsiteX1" fmla="*/ 0 w 520118"/>
              <a:gd name="connsiteY1" fmla="*/ 75501 h 530440"/>
              <a:gd name="connsiteX2" fmla="*/ 67112 w 520118"/>
              <a:gd name="connsiteY2" fmla="*/ 41945 h 530440"/>
              <a:gd name="connsiteX3" fmla="*/ 117446 w 520118"/>
              <a:gd name="connsiteY3" fmla="*/ 25167 h 530440"/>
              <a:gd name="connsiteX4" fmla="*/ 142613 w 520118"/>
              <a:gd name="connsiteY4" fmla="*/ 16778 h 530440"/>
              <a:gd name="connsiteX5" fmla="*/ 318782 w 520118"/>
              <a:gd name="connsiteY5" fmla="*/ 25167 h 530440"/>
              <a:gd name="connsiteX6" fmla="*/ 369116 w 520118"/>
              <a:gd name="connsiteY6" fmla="*/ 41945 h 530440"/>
              <a:gd name="connsiteX7" fmla="*/ 419450 w 520118"/>
              <a:gd name="connsiteY7" fmla="*/ 67112 h 530440"/>
              <a:gd name="connsiteX8" fmla="*/ 436228 w 520118"/>
              <a:gd name="connsiteY8" fmla="*/ 92279 h 530440"/>
              <a:gd name="connsiteX9" fmla="*/ 494951 w 520118"/>
              <a:gd name="connsiteY9" fmla="*/ 151002 h 530440"/>
              <a:gd name="connsiteX10" fmla="*/ 511729 w 520118"/>
              <a:gd name="connsiteY10" fmla="*/ 201335 h 530440"/>
              <a:gd name="connsiteX11" fmla="*/ 520118 w 520118"/>
              <a:gd name="connsiteY11" fmla="*/ 260058 h 530440"/>
              <a:gd name="connsiteX12" fmla="*/ 511729 w 520118"/>
              <a:gd name="connsiteY12" fmla="*/ 327170 h 530440"/>
              <a:gd name="connsiteX13" fmla="*/ 461395 w 520118"/>
              <a:gd name="connsiteY13" fmla="*/ 427838 h 530440"/>
              <a:gd name="connsiteX14" fmla="*/ 436228 w 520118"/>
              <a:gd name="connsiteY14" fmla="*/ 444616 h 530440"/>
              <a:gd name="connsiteX15" fmla="*/ 427839 w 520118"/>
              <a:gd name="connsiteY15" fmla="*/ 469783 h 530440"/>
              <a:gd name="connsiteX16" fmla="*/ 377505 w 520118"/>
              <a:gd name="connsiteY16" fmla="*/ 486561 h 530440"/>
              <a:gd name="connsiteX17" fmla="*/ 318782 w 520118"/>
              <a:gd name="connsiteY17" fmla="*/ 511728 h 530440"/>
              <a:gd name="connsiteX18" fmla="*/ 293615 w 520118"/>
              <a:gd name="connsiteY18" fmla="*/ 528506 h 530440"/>
              <a:gd name="connsiteX19" fmla="*/ 184558 w 520118"/>
              <a:gd name="connsiteY19" fmla="*/ 511728 h 530440"/>
              <a:gd name="connsiteX20" fmla="*/ 142613 w 520118"/>
              <a:gd name="connsiteY20" fmla="*/ 503339 h 530440"/>
              <a:gd name="connsiteX21" fmla="*/ 92279 w 520118"/>
              <a:gd name="connsiteY21" fmla="*/ 486561 h 530440"/>
              <a:gd name="connsiteX22" fmla="*/ 75501 w 520118"/>
              <a:gd name="connsiteY22" fmla="*/ 461394 h 530440"/>
              <a:gd name="connsiteX23" fmla="*/ 50334 w 520118"/>
              <a:gd name="connsiteY23" fmla="*/ 444616 h 530440"/>
              <a:gd name="connsiteX24" fmla="*/ 41945 w 520118"/>
              <a:gd name="connsiteY24" fmla="*/ 419449 h 530440"/>
              <a:gd name="connsiteX25" fmla="*/ 25167 w 520118"/>
              <a:gd name="connsiteY25" fmla="*/ 394282 h 530440"/>
              <a:gd name="connsiteX26" fmla="*/ 8389 w 520118"/>
              <a:gd name="connsiteY26" fmla="*/ 343948 h 530440"/>
              <a:gd name="connsiteX27" fmla="*/ 16778 w 520118"/>
              <a:gd name="connsiteY27" fmla="*/ 276836 h 530440"/>
              <a:gd name="connsiteX28" fmla="*/ 25167 w 520118"/>
              <a:gd name="connsiteY28" fmla="*/ 192946 h 530440"/>
              <a:gd name="connsiteX29" fmla="*/ 41945 w 520118"/>
              <a:gd name="connsiteY29" fmla="*/ 142613 h 530440"/>
              <a:gd name="connsiteX30" fmla="*/ 50334 w 520118"/>
              <a:gd name="connsiteY30" fmla="*/ 117446 h 530440"/>
              <a:gd name="connsiteX31" fmla="*/ 83890 w 520118"/>
              <a:gd name="connsiteY31" fmla="*/ 67112 h 530440"/>
              <a:gd name="connsiteX32" fmla="*/ 109057 w 520118"/>
              <a:gd name="connsiteY32" fmla="*/ 41945 h 530440"/>
              <a:gd name="connsiteX33" fmla="*/ 159391 w 520118"/>
              <a:gd name="connsiteY33" fmla="*/ 0 h 530440"/>
              <a:gd name="connsiteX34" fmla="*/ 310393 w 520118"/>
              <a:gd name="connsiteY34" fmla="*/ 16778 h 53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0118" h="530440">
                <a:moveTo>
                  <a:pt x="0" y="75501"/>
                </a:moveTo>
                <a:lnTo>
                  <a:pt x="0" y="75501"/>
                </a:lnTo>
                <a:cubicBezTo>
                  <a:pt x="22371" y="64316"/>
                  <a:pt x="44123" y="51797"/>
                  <a:pt x="67112" y="41945"/>
                </a:cubicBezTo>
                <a:cubicBezTo>
                  <a:pt x="83368" y="34978"/>
                  <a:pt x="100668" y="30760"/>
                  <a:pt x="117446" y="25167"/>
                </a:cubicBezTo>
                <a:lnTo>
                  <a:pt x="142613" y="16778"/>
                </a:lnTo>
                <a:cubicBezTo>
                  <a:pt x="201336" y="19574"/>
                  <a:pt x="260352" y="18675"/>
                  <a:pt x="318782" y="25167"/>
                </a:cubicBezTo>
                <a:cubicBezTo>
                  <a:pt x="336359" y="27120"/>
                  <a:pt x="352338" y="36352"/>
                  <a:pt x="369116" y="41945"/>
                </a:cubicBezTo>
                <a:cubicBezTo>
                  <a:pt x="403848" y="53522"/>
                  <a:pt x="386925" y="45429"/>
                  <a:pt x="419450" y="67112"/>
                </a:cubicBezTo>
                <a:cubicBezTo>
                  <a:pt x="425043" y="75501"/>
                  <a:pt x="428355" y="85981"/>
                  <a:pt x="436228" y="92279"/>
                </a:cubicBezTo>
                <a:cubicBezTo>
                  <a:pt x="478422" y="126034"/>
                  <a:pt x="461286" y="50008"/>
                  <a:pt x="494951" y="151002"/>
                </a:cubicBezTo>
                <a:lnTo>
                  <a:pt x="511729" y="201335"/>
                </a:lnTo>
                <a:cubicBezTo>
                  <a:pt x="514525" y="220909"/>
                  <a:pt x="520118" y="240285"/>
                  <a:pt x="520118" y="260058"/>
                </a:cubicBezTo>
                <a:cubicBezTo>
                  <a:pt x="520118" y="282603"/>
                  <a:pt x="516453" y="305126"/>
                  <a:pt x="511729" y="327170"/>
                </a:cubicBezTo>
                <a:cubicBezTo>
                  <a:pt x="506146" y="353224"/>
                  <a:pt x="484726" y="412284"/>
                  <a:pt x="461395" y="427838"/>
                </a:cubicBezTo>
                <a:lnTo>
                  <a:pt x="436228" y="444616"/>
                </a:lnTo>
                <a:cubicBezTo>
                  <a:pt x="433432" y="453005"/>
                  <a:pt x="435035" y="464643"/>
                  <a:pt x="427839" y="469783"/>
                </a:cubicBezTo>
                <a:cubicBezTo>
                  <a:pt x="413448" y="480063"/>
                  <a:pt x="392220" y="476751"/>
                  <a:pt x="377505" y="486561"/>
                </a:cubicBezTo>
                <a:cubicBezTo>
                  <a:pt x="342745" y="509734"/>
                  <a:pt x="362119" y="500894"/>
                  <a:pt x="318782" y="511728"/>
                </a:cubicBezTo>
                <a:cubicBezTo>
                  <a:pt x="310393" y="517321"/>
                  <a:pt x="303668" y="527733"/>
                  <a:pt x="293615" y="528506"/>
                </a:cubicBezTo>
                <a:cubicBezTo>
                  <a:pt x="209102" y="535007"/>
                  <a:pt x="233813" y="524042"/>
                  <a:pt x="184558" y="511728"/>
                </a:cubicBezTo>
                <a:cubicBezTo>
                  <a:pt x="170725" y="508270"/>
                  <a:pt x="156369" y="507091"/>
                  <a:pt x="142613" y="503339"/>
                </a:cubicBezTo>
                <a:cubicBezTo>
                  <a:pt x="125551" y="498686"/>
                  <a:pt x="92279" y="486561"/>
                  <a:pt x="92279" y="486561"/>
                </a:cubicBezTo>
                <a:cubicBezTo>
                  <a:pt x="86686" y="478172"/>
                  <a:pt x="82630" y="468523"/>
                  <a:pt x="75501" y="461394"/>
                </a:cubicBezTo>
                <a:cubicBezTo>
                  <a:pt x="68372" y="454265"/>
                  <a:pt x="56632" y="452489"/>
                  <a:pt x="50334" y="444616"/>
                </a:cubicBezTo>
                <a:cubicBezTo>
                  <a:pt x="44810" y="437711"/>
                  <a:pt x="45900" y="427358"/>
                  <a:pt x="41945" y="419449"/>
                </a:cubicBezTo>
                <a:cubicBezTo>
                  <a:pt x="37436" y="410431"/>
                  <a:pt x="29262" y="403495"/>
                  <a:pt x="25167" y="394282"/>
                </a:cubicBezTo>
                <a:cubicBezTo>
                  <a:pt x="17984" y="378121"/>
                  <a:pt x="8389" y="343948"/>
                  <a:pt x="8389" y="343948"/>
                </a:cubicBezTo>
                <a:cubicBezTo>
                  <a:pt x="11185" y="321577"/>
                  <a:pt x="14288" y="299243"/>
                  <a:pt x="16778" y="276836"/>
                </a:cubicBezTo>
                <a:cubicBezTo>
                  <a:pt x="19881" y="248905"/>
                  <a:pt x="19988" y="220567"/>
                  <a:pt x="25167" y="192946"/>
                </a:cubicBezTo>
                <a:cubicBezTo>
                  <a:pt x="28426" y="175564"/>
                  <a:pt x="36352" y="159391"/>
                  <a:pt x="41945" y="142613"/>
                </a:cubicBezTo>
                <a:cubicBezTo>
                  <a:pt x="44741" y="134224"/>
                  <a:pt x="45429" y="124804"/>
                  <a:pt x="50334" y="117446"/>
                </a:cubicBezTo>
                <a:cubicBezTo>
                  <a:pt x="61519" y="100668"/>
                  <a:pt x="67112" y="78297"/>
                  <a:pt x="83890" y="67112"/>
                </a:cubicBezTo>
                <a:cubicBezTo>
                  <a:pt x="111384" y="48783"/>
                  <a:pt x="109057" y="60416"/>
                  <a:pt x="109057" y="41945"/>
                </a:cubicBezTo>
                <a:lnTo>
                  <a:pt x="159391" y="0"/>
                </a:lnTo>
                <a:lnTo>
                  <a:pt x="310393" y="16778"/>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
        <p:nvSpPr>
          <p:cNvPr id="8" name="手繪多邊形 7"/>
          <p:cNvSpPr/>
          <p:nvPr/>
        </p:nvSpPr>
        <p:spPr>
          <a:xfrm>
            <a:off x="7673596" y="2418760"/>
            <a:ext cx="520118" cy="530440"/>
          </a:xfrm>
          <a:custGeom>
            <a:avLst/>
            <a:gdLst>
              <a:gd name="connsiteX0" fmla="*/ 0 w 520118"/>
              <a:gd name="connsiteY0" fmla="*/ 75501 h 530440"/>
              <a:gd name="connsiteX1" fmla="*/ 0 w 520118"/>
              <a:gd name="connsiteY1" fmla="*/ 75501 h 530440"/>
              <a:gd name="connsiteX2" fmla="*/ 67112 w 520118"/>
              <a:gd name="connsiteY2" fmla="*/ 41945 h 530440"/>
              <a:gd name="connsiteX3" fmla="*/ 117446 w 520118"/>
              <a:gd name="connsiteY3" fmla="*/ 25167 h 530440"/>
              <a:gd name="connsiteX4" fmla="*/ 142613 w 520118"/>
              <a:gd name="connsiteY4" fmla="*/ 16778 h 530440"/>
              <a:gd name="connsiteX5" fmla="*/ 318782 w 520118"/>
              <a:gd name="connsiteY5" fmla="*/ 25167 h 530440"/>
              <a:gd name="connsiteX6" fmla="*/ 369116 w 520118"/>
              <a:gd name="connsiteY6" fmla="*/ 41945 h 530440"/>
              <a:gd name="connsiteX7" fmla="*/ 419450 w 520118"/>
              <a:gd name="connsiteY7" fmla="*/ 67112 h 530440"/>
              <a:gd name="connsiteX8" fmla="*/ 436228 w 520118"/>
              <a:gd name="connsiteY8" fmla="*/ 92279 h 530440"/>
              <a:gd name="connsiteX9" fmla="*/ 494951 w 520118"/>
              <a:gd name="connsiteY9" fmla="*/ 151002 h 530440"/>
              <a:gd name="connsiteX10" fmla="*/ 511729 w 520118"/>
              <a:gd name="connsiteY10" fmla="*/ 201335 h 530440"/>
              <a:gd name="connsiteX11" fmla="*/ 520118 w 520118"/>
              <a:gd name="connsiteY11" fmla="*/ 260058 h 530440"/>
              <a:gd name="connsiteX12" fmla="*/ 511729 w 520118"/>
              <a:gd name="connsiteY12" fmla="*/ 327170 h 530440"/>
              <a:gd name="connsiteX13" fmla="*/ 461395 w 520118"/>
              <a:gd name="connsiteY13" fmla="*/ 427838 h 530440"/>
              <a:gd name="connsiteX14" fmla="*/ 436228 w 520118"/>
              <a:gd name="connsiteY14" fmla="*/ 444616 h 530440"/>
              <a:gd name="connsiteX15" fmla="*/ 427839 w 520118"/>
              <a:gd name="connsiteY15" fmla="*/ 469783 h 530440"/>
              <a:gd name="connsiteX16" fmla="*/ 377505 w 520118"/>
              <a:gd name="connsiteY16" fmla="*/ 486561 h 530440"/>
              <a:gd name="connsiteX17" fmla="*/ 318782 w 520118"/>
              <a:gd name="connsiteY17" fmla="*/ 511728 h 530440"/>
              <a:gd name="connsiteX18" fmla="*/ 293615 w 520118"/>
              <a:gd name="connsiteY18" fmla="*/ 528506 h 530440"/>
              <a:gd name="connsiteX19" fmla="*/ 184558 w 520118"/>
              <a:gd name="connsiteY19" fmla="*/ 511728 h 530440"/>
              <a:gd name="connsiteX20" fmla="*/ 142613 w 520118"/>
              <a:gd name="connsiteY20" fmla="*/ 503339 h 530440"/>
              <a:gd name="connsiteX21" fmla="*/ 92279 w 520118"/>
              <a:gd name="connsiteY21" fmla="*/ 486561 h 530440"/>
              <a:gd name="connsiteX22" fmla="*/ 75501 w 520118"/>
              <a:gd name="connsiteY22" fmla="*/ 461394 h 530440"/>
              <a:gd name="connsiteX23" fmla="*/ 50334 w 520118"/>
              <a:gd name="connsiteY23" fmla="*/ 444616 h 530440"/>
              <a:gd name="connsiteX24" fmla="*/ 41945 w 520118"/>
              <a:gd name="connsiteY24" fmla="*/ 419449 h 530440"/>
              <a:gd name="connsiteX25" fmla="*/ 25167 w 520118"/>
              <a:gd name="connsiteY25" fmla="*/ 394282 h 530440"/>
              <a:gd name="connsiteX26" fmla="*/ 8389 w 520118"/>
              <a:gd name="connsiteY26" fmla="*/ 343948 h 530440"/>
              <a:gd name="connsiteX27" fmla="*/ 16778 w 520118"/>
              <a:gd name="connsiteY27" fmla="*/ 276836 h 530440"/>
              <a:gd name="connsiteX28" fmla="*/ 25167 w 520118"/>
              <a:gd name="connsiteY28" fmla="*/ 192946 h 530440"/>
              <a:gd name="connsiteX29" fmla="*/ 41945 w 520118"/>
              <a:gd name="connsiteY29" fmla="*/ 142613 h 530440"/>
              <a:gd name="connsiteX30" fmla="*/ 50334 w 520118"/>
              <a:gd name="connsiteY30" fmla="*/ 117446 h 530440"/>
              <a:gd name="connsiteX31" fmla="*/ 83890 w 520118"/>
              <a:gd name="connsiteY31" fmla="*/ 67112 h 530440"/>
              <a:gd name="connsiteX32" fmla="*/ 109057 w 520118"/>
              <a:gd name="connsiteY32" fmla="*/ 41945 h 530440"/>
              <a:gd name="connsiteX33" fmla="*/ 159391 w 520118"/>
              <a:gd name="connsiteY33" fmla="*/ 0 h 530440"/>
              <a:gd name="connsiteX34" fmla="*/ 310393 w 520118"/>
              <a:gd name="connsiteY34" fmla="*/ 16778 h 53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0118" h="530440">
                <a:moveTo>
                  <a:pt x="0" y="75501"/>
                </a:moveTo>
                <a:lnTo>
                  <a:pt x="0" y="75501"/>
                </a:lnTo>
                <a:cubicBezTo>
                  <a:pt x="22371" y="64316"/>
                  <a:pt x="44123" y="51797"/>
                  <a:pt x="67112" y="41945"/>
                </a:cubicBezTo>
                <a:cubicBezTo>
                  <a:pt x="83368" y="34978"/>
                  <a:pt x="100668" y="30760"/>
                  <a:pt x="117446" y="25167"/>
                </a:cubicBezTo>
                <a:lnTo>
                  <a:pt x="142613" y="16778"/>
                </a:lnTo>
                <a:cubicBezTo>
                  <a:pt x="201336" y="19574"/>
                  <a:pt x="260352" y="18675"/>
                  <a:pt x="318782" y="25167"/>
                </a:cubicBezTo>
                <a:cubicBezTo>
                  <a:pt x="336359" y="27120"/>
                  <a:pt x="352338" y="36352"/>
                  <a:pt x="369116" y="41945"/>
                </a:cubicBezTo>
                <a:cubicBezTo>
                  <a:pt x="403848" y="53522"/>
                  <a:pt x="386925" y="45429"/>
                  <a:pt x="419450" y="67112"/>
                </a:cubicBezTo>
                <a:cubicBezTo>
                  <a:pt x="425043" y="75501"/>
                  <a:pt x="428355" y="85981"/>
                  <a:pt x="436228" y="92279"/>
                </a:cubicBezTo>
                <a:cubicBezTo>
                  <a:pt x="478422" y="126034"/>
                  <a:pt x="461286" y="50008"/>
                  <a:pt x="494951" y="151002"/>
                </a:cubicBezTo>
                <a:lnTo>
                  <a:pt x="511729" y="201335"/>
                </a:lnTo>
                <a:cubicBezTo>
                  <a:pt x="514525" y="220909"/>
                  <a:pt x="520118" y="240285"/>
                  <a:pt x="520118" y="260058"/>
                </a:cubicBezTo>
                <a:cubicBezTo>
                  <a:pt x="520118" y="282603"/>
                  <a:pt x="516453" y="305126"/>
                  <a:pt x="511729" y="327170"/>
                </a:cubicBezTo>
                <a:cubicBezTo>
                  <a:pt x="506146" y="353224"/>
                  <a:pt x="484726" y="412284"/>
                  <a:pt x="461395" y="427838"/>
                </a:cubicBezTo>
                <a:lnTo>
                  <a:pt x="436228" y="444616"/>
                </a:lnTo>
                <a:cubicBezTo>
                  <a:pt x="433432" y="453005"/>
                  <a:pt x="435035" y="464643"/>
                  <a:pt x="427839" y="469783"/>
                </a:cubicBezTo>
                <a:cubicBezTo>
                  <a:pt x="413448" y="480063"/>
                  <a:pt x="392220" y="476751"/>
                  <a:pt x="377505" y="486561"/>
                </a:cubicBezTo>
                <a:cubicBezTo>
                  <a:pt x="342745" y="509734"/>
                  <a:pt x="362119" y="500894"/>
                  <a:pt x="318782" y="511728"/>
                </a:cubicBezTo>
                <a:cubicBezTo>
                  <a:pt x="310393" y="517321"/>
                  <a:pt x="303668" y="527733"/>
                  <a:pt x="293615" y="528506"/>
                </a:cubicBezTo>
                <a:cubicBezTo>
                  <a:pt x="209102" y="535007"/>
                  <a:pt x="233813" y="524042"/>
                  <a:pt x="184558" y="511728"/>
                </a:cubicBezTo>
                <a:cubicBezTo>
                  <a:pt x="170725" y="508270"/>
                  <a:pt x="156369" y="507091"/>
                  <a:pt x="142613" y="503339"/>
                </a:cubicBezTo>
                <a:cubicBezTo>
                  <a:pt x="125551" y="498686"/>
                  <a:pt x="92279" y="486561"/>
                  <a:pt x="92279" y="486561"/>
                </a:cubicBezTo>
                <a:cubicBezTo>
                  <a:pt x="86686" y="478172"/>
                  <a:pt x="82630" y="468523"/>
                  <a:pt x="75501" y="461394"/>
                </a:cubicBezTo>
                <a:cubicBezTo>
                  <a:pt x="68372" y="454265"/>
                  <a:pt x="56632" y="452489"/>
                  <a:pt x="50334" y="444616"/>
                </a:cubicBezTo>
                <a:cubicBezTo>
                  <a:pt x="44810" y="437711"/>
                  <a:pt x="45900" y="427358"/>
                  <a:pt x="41945" y="419449"/>
                </a:cubicBezTo>
                <a:cubicBezTo>
                  <a:pt x="37436" y="410431"/>
                  <a:pt x="29262" y="403495"/>
                  <a:pt x="25167" y="394282"/>
                </a:cubicBezTo>
                <a:cubicBezTo>
                  <a:pt x="17984" y="378121"/>
                  <a:pt x="8389" y="343948"/>
                  <a:pt x="8389" y="343948"/>
                </a:cubicBezTo>
                <a:cubicBezTo>
                  <a:pt x="11185" y="321577"/>
                  <a:pt x="14288" y="299243"/>
                  <a:pt x="16778" y="276836"/>
                </a:cubicBezTo>
                <a:cubicBezTo>
                  <a:pt x="19881" y="248905"/>
                  <a:pt x="19988" y="220567"/>
                  <a:pt x="25167" y="192946"/>
                </a:cubicBezTo>
                <a:cubicBezTo>
                  <a:pt x="28426" y="175564"/>
                  <a:pt x="36352" y="159391"/>
                  <a:pt x="41945" y="142613"/>
                </a:cubicBezTo>
                <a:cubicBezTo>
                  <a:pt x="44741" y="134224"/>
                  <a:pt x="45429" y="124804"/>
                  <a:pt x="50334" y="117446"/>
                </a:cubicBezTo>
                <a:cubicBezTo>
                  <a:pt x="61519" y="100668"/>
                  <a:pt x="67112" y="78297"/>
                  <a:pt x="83890" y="67112"/>
                </a:cubicBezTo>
                <a:cubicBezTo>
                  <a:pt x="111384" y="48783"/>
                  <a:pt x="109057" y="60416"/>
                  <a:pt x="109057" y="41945"/>
                </a:cubicBezTo>
                <a:lnTo>
                  <a:pt x="159391" y="0"/>
                </a:lnTo>
                <a:lnTo>
                  <a:pt x="310393" y="16778"/>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12324340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51002"/>
                <a:ext cx="10515600" cy="6466366"/>
              </a:xfrm>
            </p:spPr>
            <p:txBody>
              <a:bodyPr/>
              <a:lstStyle/>
              <a:p>
                <a14:m>
                  <m:oMath xmlns:m="http://schemas.openxmlformats.org/officeDocument/2006/math">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𝑇</m:t>
                        </m:r>
                      </m:e>
                    </m:acc>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zh-TW" altLang="en-US" i="1">
                            <a:latin typeface="Cambria Math" panose="02040503050406030204" pitchFamily="18" charset="0"/>
                          </a:rPr>
                          <m:t>隨意選</m:t>
                        </m:r>
                        <m:r>
                          <a:rPr lang="zh-TW" altLang="en-US" i="1" smtClean="0">
                            <a:latin typeface="Cambria Math" panose="02040503050406030204" pitchFamily="18" charset="0"/>
                          </a:rPr>
                          <m:t>一個</m:t>
                        </m:r>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m:t>
                        </m:r>
                      </m:sub>
                    </m:sSub>
                  </m:oMath>
                </a14:m>
                <a:endParaRPr lang="en-US" altLang="zh-TW" i="1" dirty="0">
                  <a:latin typeface="Cambria Math" panose="02040503050406030204" pitchFamily="18" charset="0"/>
                </a:endParaRPr>
              </a:p>
              <a:p>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i="1">
                            <a:latin typeface="Cambria Math" panose="02040503050406030204" pitchFamily="18" charset="0"/>
                          </a:rPr>
                          <m:t>1</m:t>
                        </m:r>
                      </m:sub>
                    </m:sSub>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1,3,4,5</m:t>
                        </m:r>
                      </m:e>
                    </m:d>
                  </m:oMath>
                </a14:m>
                <a:endParaRPr lang="en-US" altLang="zh-TW" b="0" dirty="0"/>
              </a:p>
              <a:p>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2,1,3,2</m:t>
                        </m:r>
                      </m:e>
                    </m:d>
                  </m:oMath>
                </a14:m>
                <a:endParaRPr lang="en-US" altLang="zh-TW" b="0" dirty="0"/>
              </a:p>
              <a:p>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=(1,4,3,1)</m:t>
                    </m:r>
                  </m:oMath>
                </a14:m>
                <a:endParaRPr lang="en-US" altLang="zh-TW" dirty="0"/>
              </a:p>
              <a:p>
                <a:r>
                  <a:rPr lang="en-US" altLang="zh-TW" dirty="0"/>
                  <a:t>Alignment2 = </a:t>
                </a:r>
                <a14:m>
                  <m:oMath xmlns:m="http://schemas.openxmlformats.org/officeDocument/2006/math">
                    <m:r>
                      <m:rPr>
                        <m:nor/>
                      </m:rPr>
                      <a:rPr lang="en-US" altLang="zh-TW" dirty="0"/>
                      <m:t>{</m:t>
                    </m:r>
                    <m:r>
                      <a:rPr lang="en-US" altLang="zh-TW" i="1">
                        <a:latin typeface="Cambria Math" panose="02040503050406030204" pitchFamily="18" charset="0"/>
                        <a:ea typeface="Cambria Math" panose="02040503050406030204" pitchFamily="18" charset="0"/>
                      </a:rPr>
                      <m:t>∅,∅</m:t>
                    </m:r>
                    <m:r>
                      <m:rPr>
                        <m:nor/>
                      </m:rPr>
                      <a:rPr lang="en-US" altLang="zh-TW">
                        <a:latin typeface="Cambria Math" panose="02040503050406030204" pitchFamily="18" charset="0"/>
                        <a:ea typeface="Cambria Math" panose="02040503050406030204" pitchFamily="18" charset="0"/>
                      </a:rPr>
                      <m:t>,</m:t>
                    </m:r>
                    <m:r>
                      <m:rPr>
                        <m:nor/>
                      </m:rPr>
                      <a:rPr lang="en-US" altLang="zh-TW" dirty="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m:t>
                    </m:r>
                    <m:r>
                      <m:rPr>
                        <m:nor/>
                      </m:rPr>
                      <a:rPr lang="en-US" altLang="zh-TW">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r>
                      <m:rPr>
                        <m:nor/>
                      </m:rPr>
                      <a:rPr lang="en-US" altLang="zh-TW" dirty="0"/>
                      <m:t>}</m:t>
                    </m:r>
                    <m:r>
                      <a:rPr lang="en-US" altLang="zh-TW" i="1" dirty="0">
                        <a:latin typeface="Cambria Math" panose="02040503050406030204" pitchFamily="18" charset="0"/>
                      </a:rPr>
                      <m:t> </m:t>
                    </m:r>
                  </m:oMath>
                </a14:m>
                <a:endParaRPr lang="en-US" altLang="zh-TW" i="1" dirty="0"/>
              </a:p>
              <a:p>
                <a14:m>
                  <m:oMath xmlns:m="http://schemas.openxmlformats.org/officeDocument/2006/math">
                    <m:r>
                      <m:rPr>
                        <m:nor/>
                      </m:rPr>
                      <a:rPr lang="en-US" altLang="zh-TW" dirty="0"/>
                      <m:t>Alignment</m:t>
                    </m:r>
                    <m:r>
                      <m:rPr>
                        <m:nor/>
                      </m:rPr>
                      <a:rPr lang="en-US" altLang="zh-TW" b="0" i="0" dirty="0" smtClean="0"/>
                      <m:t>3 = {</m:t>
                    </m:r>
                    <m:r>
                      <a:rPr lang="en-US" altLang="zh-TW" b="0" i="1" dirty="0" smtClean="0">
                        <a:latin typeface="Cambria Math" panose="02040503050406030204" pitchFamily="18" charset="0"/>
                      </a:rPr>
                      <m:t>{1}</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{1}</m:t>
                    </m:r>
                    <m:r>
                      <m:rPr>
                        <m:nor/>
                      </m:rPr>
                      <a:rPr lang="en-US" altLang="zh-TW" b="0" i="0" smtClean="0">
                        <a:latin typeface="Cambria Math" panose="02040503050406030204" pitchFamily="18" charset="0"/>
                        <a:ea typeface="Cambria Math" panose="02040503050406030204" pitchFamily="18" charset="0"/>
                      </a:rPr>
                      <m:t>,</m:t>
                    </m:r>
                    <m:r>
                      <m:rPr>
                        <m:nor/>
                      </m:rPr>
                      <a:rPr lang="en-US" altLang="zh-TW" dirty="0">
                        <a:ea typeface="Cambria Math" panose="02040503050406030204" pitchFamily="18" charset="0"/>
                      </a:rPr>
                      <m:t> </m:t>
                    </m:r>
                    <m:r>
                      <a:rPr lang="en-US" altLang="zh-TW" b="0" i="1" dirty="0" smtClean="0">
                        <a:latin typeface="Cambria Math" panose="02040503050406030204" pitchFamily="18" charset="0"/>
                        <a:ea typeface="Cambria Math" panose="02040503050406030204" pitchFamily="18" charset="0"/>
                      </a:rPr>
                      <m:t>{3,4}</m:t>
                    </m:r>
                    <m:r>
                      <m:rPr>
                        <m:nor/>
                      </m:rPr>
                      <a:rPr lang="en-US" altLang="zh-TW" b="0" i="0"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{3}</m:t>
                    </m:r>
                    <m:r>
                      <m:rPr>
                        <m:nor/>
                      </m:rPr>
                      <a:rPr lang="en-US" altLang="zh-TW" b="0" i="0" dirty="0" smtClean="0"/>
                      <m:t>}</m:t>
                    </m:r>
                  </m:oMath>
                </a14:m>
                <a:endParaRPr lang="en-US" altLang="zh-TW" b="0" dirty="0"/>
              </a:p>
              <a:p>
                <a:endParaRPr lang="en-US" altLang="zh-TW" dirty="0"/>
              </a:p>
              <a:p>
                <a:r>
                  <a:rPr lang="zh-TW" altLang="en-US" dirty="0"/>
                  <a:t>會得出</a:t>
                </a:r>
                <a:r>
                  <a:rPr lang="en-US" altLang="zh-TW" dirty="0"/>
                  <a:t>3</a:t>
                </a:r>
                <a:r>
                  <a:rPr lang="zh-TW" altLang="en-US" dirty="0"/>
                  <a:t>個 不同的</a:t>
                </a:r>
                <a14:m>
                  <m:oMath xmlns:m="http://schemas.openxmlformats.org/officeDocument/2006/math">
                    <m:r>
                      <m:rPr>
                        <m:nor/>
                      </m:rPr>
                      <a:rPr lang="en-US" altLang="zh-TW" dirty="0"/>
                      <m:t>Alignment</m:t>
                    </m:r>
                    <m:r>
                      <m:rPr>
                        <m:nor/>
                      </m:rPr>
                      <a:rPr lang="en-US" altLang="zh-TW" dirty="0"/>
                      <m:t>3</m:t>
                    </m:r>
                  </m:oMath>
                </a14:m>
                <a:endParaRPr lang="en-US" altLang="zh-TW" dirty="0" smtClean="0"/>
              </a:p>
              <a:p>
                <a:endParaRPr lang="en-US" altLang="zh-TW" dirty="0" smtClean="0"/>
              </a:p>
              <a:p>
                <a14:m>
                  <m:oMath xmlns:m="http://schemas.openxmlformats.org/officeDocument/2006/math">
                    <m:r>
                      <m:rPr>
                        <m:nor/>
                      </m:rPr>
                      <a:rPr lang="en-US" altLang="zh-TW" dirty="0"/>
                      <m:t>Alignment</m:t>
                    </m:r>
                    <m:r>
                      <m:rPr>
                        <m:nor/>
                      </m:rPr>
                      <a:rPr lang="en-US" altLang="zh-TW" dirty="0"/>
                      <m:t>3</m:t>
                    </m:r>
                  </m:oMath>
                </a14:m>
                <a:r>
                  <a:rPr lang="en-US" altLang="zh-TW" dirty="0" smtClean="0"/>
                  <a:t>.2(</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i="1">
                            <a:latin typeface="Cambria Math" panose="02040503050406030204" pitchFamily="18" charset="0"/>
                          </a:rPr>
                          <m:t>2</m:t>
                        </m:r>
                      </m:sub>
                    </m:sSub>
                  </m:oMath>
                </a14:m>
                <a:r>
                  <a:rPr lang="en-US" altLang="zh-TW" dirty="0" smtClean="0"/>
                  <a:t>,</a:t>
                </a: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i="1">
                            <a:latin typeface="Cambria Math" panose="02040503050406030204" pitchFamily="18" charset="0"/>
                          </a:rPr>
                          <m:t>2</m:t>
                        </m:r>
                      </m:sub>
                    </m:sSub>
                  </m:oMath>
                </a14:m>
                <a:r>
                  <a:rPr lang="en-US" altLang="zh-TW" dirty="0" smtClean="0"/>
                  <a:t>) = {{2},{1},{3},{2}}</a:t>
                </a:r>
              </a:p>
              <a:p>
                <a14:m>
                  <m:oMath xmlns:m="http://schemas.openxmlformats.org/officeDocument/2006/math">
                    <m:r>
                      <m:rPr>
                        <m:nor/>
                      </m:rPr>
                      <a:rPr lang="en-US" altLang="zh-TW" dirty="0"/>
                      <m:t>Alignment</m:t>
                    </m:r>
                    <m:r>
                      <m:rPr>
                        <m:nor/>
                      </m:rPr>
                      <a:rPr lang="en-US" altLang="zh-TW" dirty="0"/>
                      <m:t>3</m:t>
                    </m:r>
                  </m:oMath>
                </a14:m>
                <a:r>
                  <a:rPr lang="en-US" altLang="zh-TW" dirty="0" smtClean="0"/>
                  <a:t>.3(</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i="1">
                            <a:latin typeface="Cambria Math" panose="02040503050406030204" pitchFamily="18" charset="0"/>
                          </a:rPr>
                          <m:t>2</m:t>
                        </m:r>
                      </m:sub>
                    </m:sSub>
                  </m:oMath>
                </a14:m>
                <a:r>
                  <a:rPr lang="en-US" altLang="zh-TW" dirty="0" smtClean="0"/>
                  <a:t>,</a:t>
                </a: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i="1">
                            <a:latin typeface="Cambria Math" panose="02040503050406030204" pitchFamily="18" charset="0"/>
                          </a:rPr>
                          <m:t>3</m:t>
                        </m:r>
                      </m:sub>
                    </m:sSub>
                  </m:oMath>
                </a14:m>
                <a:r>
                  <a:rPr lang="en-US" altLang="zh-TW" dirty="0" smtClean="0"/>
                  <a:t>)={{1},{1},{3,4},{1}}</a:t>
                </a:r>
              </a:p>
              <a:p>
                <a:endParaRPr lang="en-US" altLang="zh-TW"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51002"/>
                <a:ext cx="10515600" cy="6466366"/>
              </a:xfrm>
              <a:blipFill rotWithShape="0">
                <a:blip r:embed="rId2"/>
                <a:stretch>
                  <a:fillRect l="-1043"/>
                </a:stretch>
              </a:blipFill>
            </p:spPr>
            <p:txBody>
              <a:bodyPr/>
              <a:lstStyle/>
              <a:p>
                <a:r>
                  <a:rPr lang="zh-TW" altLang="en-US">
                    <a:noFill/>
                  </a:rPr>
                  <a:t> </a:t>
                </a:r>
              </a:p>
            </p:txBody>
          </p:sp>
        </mc:Fallback>
      </mc:AlternateContent>
      <p:graphicFrame>
        <p:nvGraphicFramePr>
          <p:cNvPr id="4" name="表格 3"/>
          <p:cNvGraphicFramePr>
            <a:graphicFrameLocks noGrp="1"/>
          </p:cNvGraphicFramePr>
          <p:nvPr/>
        </p:nvGraphicFramePr>
        <p:xfrm>
          <a:off x="6308522" y="795168"/>
          <a:ext cx="5378275" cy="3911055"/>
        </p:xfrm>
        <a:graphic>
          <a:graphicData uri="http://schemas.openxmlformats.org/drawingml/2006/table">
            <a:tbl>
              <a:tblPr firstRow="1" bandRow="1">
                <a:tableStyleId>{5C22544A-7EE6-4342-B048-85BDC9FD1C3A}</a:tableStyleId>
              </a:tblPr>
              <a:tblGrid>
                <a:gridCol w="1075655">
                  <a:extLst>
                    <a:ext uri="{9D8B030D-6E8A-4147-A177-3AD203B41FA5}">
                      <a16:colId xmlns="" xmlns:a16="http://schemas.microsoft.com/office/drawing/2014/main" val="3114598794"/>
                    </a:ext>
                  </a:extLst>
                </a:gridCol>
                <a:gridCol w="1075655">
                  <a:extLst>
                    <a:ext uri="{9D8B030D-6E8A-4147-A177-3AD203B41FA5}">
                      <a16:colId xmlns="" xmlns:a16="http://schemas.microsoft.com/office/drawing/2014/main" val="3549556576"/>
                    </a:ext>
                  </a:extLst>
                </a:gridCol>
                <a:gridCol w="1075655">
                  <a:extLst>
                    <a:ext uri="{9D8B030D-6E8A-4147-A177-3AD203B41FA5}">
                      <a16:colId xmlns="" xmlns:a16="http://schemas.microsoft.com/office/drawing/2014/main" val="987167049"/>
                    </a:ext>
                  </a:extLst>
                </a:gridCol>
                <a:gridCol w="1075655">
                  <a:extLst>
                    <a:ext uri="{9D8B030D-6E8A-4147-A177-3AD203B41FA5}">
                      <a16:colId xmlns="" xmlns:a16="http://schemas.microsoft.com/office/drawing/2014/main" val="4144116902"/>
                    </a:ext>
                  </a:extLst>
                </a:gridCol>
                <a:gridCol w="1075655">
                  <a:extLst>
                    <a:ext uri="{9D8B030D-6E8A-4147-A177-3AD203B41FA5}">
                      <a16:colId xmlns="" xmlns:a16="http://schemas.microsoft.com/office/drawing/2014/main" val="4183419575"/>
                    </a:ext>
                  </a:extLst>
                </a:gridCol>
              </a:tblGrid>
              <a:tr h="782211">
                <a:tc>
                  <a:txBody>
                    <a:bodyPr/>
                    <a:lstStyle/>
                    <a:p>
                      <a:pPr algn="ctr"/>
                      <a:endParaRPr lang="zh-TW" altLang="en-US" dirty="0"/>
                    </a:p>
                  </a:txBody>
                  <a:tcPr/>
                </a:tc>
                <a:tc>
                  <a:txBody>
                    <a:bodyPr/>
                    <a:lstStyle/>
                    <a:p>
                      <a:pPr algn="ctr"/>
                      <a:r>
                        <a:rPr lang="en-US" altLang="zh-TW" b="1" dirty="0">
                          <a:solidFill>
                            <a:schemeClr val="tx1"/>
                          </a:solidFill>
                        </a:rPr>
                        <a:t>1</a:t>
                      </a:r>
                      <a:endParaRPr lang="zh-TW" altLang="en-US" b="1" dirty="0">
                        <a:solidFill>
                          <a:schemeClr val="tx1"/>
                        </a:solidFill>
                      </a:endParaRPr>
                    </a:p>
                  </a:txBody>
                  <a:tcPr/>
                </a:tc>
                <a:tc>
                  <a:txBody>
                    <a:bodyPr/>
                    <a:lstStyle/>
                    <a:p>
                      <a:pPr algn="ctr"/>
                      <a:r>
                        <a:rPr lang="en-US" altLang="zh-TW" b="1" dirty="0">
                          <a:solidFill>
                            <a:schemeClr val="tx1"/>
                          </a:solidFill>
                        </a:rPr>
                        <a:t>3</a:t>
                      </a:r>
                      <a:endParaRPr lang="zh-TW" altLang="en-US" b="1" dirty="0">
                        <a:solidFill>
                          <a:schemeClr val="tx1"/>
                        </a:solidFill>
                      </a:endParaRPr>
                    </a:p>
                  </a:txBody>
                  <a:tcPr/>
                </a:tc>
                <a:tc>
                  <a:txBody>
                    <a:bodyPr/>
                    <a:lstStyle/>
                    <a:p>
                      <a:pPr algn="ctr"/>
                      <a:r>
                        <a:rPr lang="en-US" altLang="zh-TW" b="1" dirty="0">
                          <a:solidFill>
                            <a:schemeClr val="tx1"/>
                          </a:solidFill>
                        </a:rPr>
                        <a:t>4</a:t>
                      </a:r>
                      <a:endParaRPr lang="zh-TW" altLang="en-US" b="1" dirty="0">
                        <a:solidFill>
                          <a:schemeClr val="tx1"/>
                        </a:solidFill>
                      </a:endParaRPr>
                    </a:p>
                  </a:txBody>
                  <a:tcPr/>
                </a:tc>
                <a:tc>
                  <a:txBody>
                    <a:bodyPr/>
                    <a:lstStyle/>
                    <a:p>
                      <a:pPr algn="ctr"/>
                      <a:r>
                        <a:rPr lang="en-US" altLang="zh-TW" b="1" dirty="0">
                          <a:solidFill>
                            <a:schemeClr val="tx1"/>
                          </a:solidFill>
                        </a:rPr>
                        <a:t>3</a:t>
                      </a:r>
                      <a:endParaRPr lang="zh-TW" altLang="en-US" b="1" dirty="0">
                        <a:solidFill>
                          <a:schemeClr val="tx1"/>
                        </a:solidFill>
                      </a:endParaRPr>
                    </a:p>
                  </a:txBody>
                  <a:tcPr/>
                </a:tc>
                <a:extLst>
                  <a:ext uri="{0D108BD9-81ED-4DB2-BD59-A6C34878D82A}">
                    <a16:rowId xmlns="" xmlns:a16="http://schemas.microsoft.com/office/drawing/2014/main" val="304378194"/>
                  </a:ext>
                </a:extLst>
              </a:tr>
              <a:tr h="782211">
                <a:tc>
                  <a:txBody>
                    <a:bodyPr/>
                    <a:lstStyle/>
                    <a:p>
                      <a:pPr algn="ctr"/>
                      <a:r>
                        <a:rPr lang="en-US" altLang="zh-TW" b="1" dirty="0"/>
                        <a:t>2</a:t>
                      </a:r>
                      <a:endParaRPr lang="zh-TW" altLang="en-US" b="1"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 xmlns:a16="http://schemas.microsoft.com/office/drawing/2014/main" val="1277368623"/>
                  </a:ext>
                </a:extLst>
              </a:tr>
              <a:tr h="782211">
                <a:tc>
                  <a:txBody>
                    <a:bodyPr/>
                    <a:lstStyle/>
                    <a:p>
                      <a:pPr algn="ctr"/>
                      <a:r>
                        <a:rPr lang="en-US" altLang="zh-TW" b="1" dirty="0"/>
                        <a:t>1</a:t>
                      </a:r>
                      <a:endParaRPr lang="zh-TW" altLang="en-US" b="1" dirty="0"/>
                    </a:p>
                  </a:txBody>
                  <a:tcPr/>
                </a:tc>
                <a:tc>
                  <a:txBody>
                    <a:bodyPr/>
                    <a:lstStyle/>
                    <a:p>
                      <a:pPr algn="ctr"/>
                      <a:r>
                        <a:rPr lang="en-US" altLang="zh-TW" dirty="0"/>
                        <a:t>0</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 xmlns:a16="http://schemas.microsoft.com/office/drawing/2014/main" val="1425432721"/>
                  </a:ext>
                </a:extLst>
              </a:tr>
              <a:tr h="782211">
                <a:tc>
                  <a:txBody>
                    <a:bodyPr/>
                    <a:lstStyle/>
                    <a:p>
                      <a:pPr algn="ctr"/>
                      <a:r>
                        <a:rPr lang="en-US" altLang="zh-TW" b="1" dirty="0"/>
                        <a:t>3</a:t>
                      </a:r>
                      <a:endParaRPr lang="zh-TW" altLang="en-US" b="1" dirty="0"/>
                    </a:p>
                  </a:txBody>
                  <a:tcPr/>
                </a:tc>
                <a:tc>
                  <a:txBody>
                    <a:bodyPr/>
                    <a:lstStyle/>
                    <a:p>
                      <a:pPr algn="ctr"/>
                      <a:r>
                        <a:rPr lang="en-US" altLang="zh-TW" dirty="0"/>
                        <a:t>4</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 xmlns:a16="http://schemas.microsoft.com/office/drawing/2014/main" val="2324668586"/>
                  </a:ext>
                </a:extLst>
              </a:tr>
              <a:tr h="782211">
                <a:tc>
                  <a:txBody>
                    <a:bodyPr/>
                    <a:lstStyle/>
                    <a:p>
                      <a:pPr algn="ctr"/>
                      <a:r>
                        <a:rPr lang="en-US" altLang="zh-TW" b="1" dirty="0"/>
                        <a:t>2</a:t>
                      </a:r>
                      <a:endParaRPr lang="zh-TW" altLang="en-US" b="1"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 xmlns:a16="http://schemas.microsoft.com/office/drawing/2014/main" val="4038733621"/>
                  </a:ext>
                </a:extLst>
              </a:tr>
            </a:tbl>
          </a:graphicData>
        </a:graphic>
      </p:graphicFrame>
      <p:sp>
        <p:nvSpPr>
          <p:cNvPr id="5" name="手繪多邊形 4"/>
          <p:cNvSpPr/>
          <p:nvPr/>
        </p:nvSpPr>
        <p:spPr>
          <a:xfrm>
            <a:off x="9833295" y="3163982"/>
            <a:ext cx="520118" cy="530440"/>
          </a:xfrm>
          <a:custGeom>
            <a:avLst/>
            <a:gdLst>
              <a:gd name="connsiteX0" fmla="*/ 0 w 520118"/>
              <a:gd name="connsiteY0" fmla="*/ 75501 h 530440"/>
              <a:gd name="connsiteX1" fmla="*/ 0 w 520118"/>
              <a:gd name="connsiteY1" fmla="*/ 75501 h 530440"/>
              <a:gd name="connsiteX2" fmla="*/ 67112 w 520118"/>
              <a:gd name="connsiteY2" fmla="*/ 41945 h 530440"/>
              <a:gd name="connsiteX3" fmla="*/ 117446 w 520118"/>
              <a:gd name="connsiteY3" fmla="*/ 25167 h 530440"/>
              <a:gd name="connsiteX4" fmla="*/ 142613 w 520118"/>
              <a:gd name="connsiteY4" fmla="*/ 16778 h 530440"/>
              <a:gd name="connsiteX5" fmla="*/ 318782 w 520118"/>
              <a:gd name="connsiteY5" fmla="*/ 25167 h 530440"/>
              <a:gd name="connsiteX6" fmla="*/ 369116 w 520118"/>
              <a:gd name="connsiteY6" fmla="*/ 41945 h 530440"/>
              <a:gd name="connsiteX7" fmla="*/ 419450 w 520118"/>
              <a:gd name="connsiteY7" fmla="*/ 67112 h 530440"/>
              <a:gd name="connsiteX8" fmla="*/ 436228 w 520118"/>
              <a:gd name="connsiteY8" fmla="*/ 92279 h 530440"/>
              <a:gd name="connsiteX9" fmla="*/ 494951 w 520118"/>
              <a:gd name="connsiteY9" fmla="*/ 151002 h 530440"/>
              <a:gd name="connsiteX10" fmla="*/ 511729 w 520118"/>
              <a:gd name="connsiteY10" fmla="*/ 201335 h 530440"/>
              <a:gd name="connsiteX11" fmla="*/ 520118 w 520118"/>
              <a:gd name="connsiteY11" fmla="*/ 260058 h 530440"/>
              <a:gd name="connsiteX12" fmla="*/ 511729 w 520118"/>
              <a:gd name="connsiteY12" fmla="*/ 327170 h 530440"/>
              <a:gd name="connsiteX13" fmla="*/ 461395 w 520118"/>
              <a:gd name="connsiteY13" fmla="*/ 427838 h 530440"/>
              <a:gd name="connsiteX14" fmla="*/ 436228 w 520118"/>
              <a:gd name="connsiteY14" fmla="*/ 444616 h 530440"/>
              <a:gd name="connsiteX15" fmla="*/ 427839 w 520118"/>
              <a:gd name="connsiteY15" fmla="*/ 469783 h 530440"/>
              <a:gd name="connsiteX16" fmla="*/ 377505 w 520118"/>
              <a:gd name="connsiteY16" fmla="*/ 486561 h 530440"/>
              <a:gd name="connsiteX17" fmla="*/ 318782 w 520118"/>
              <a:gd name="connsiteY17" fmla="*/ 511728 h 530440"/>
              <a:gd name="connsiteX18" fmla="*/ 293615 w 520118"/>
              <a:gd name="connsiteY18" fmla="*/ 528506 h 530440"/>
              <a:gd name="connsiteX19" fmla="*/ 184558 w 520118"/>
              <a:gd name="connsiteY19" fmla="*/ 511728 h 530440"/>
              <a:gd name="connsiteX20" fmla="*/ 142613 w 520118"/>
              <a:gd name="connsiteY20" fmla="*/ 503339 h 530440"/>
              <a:gd name="connsiteX21" fmla="*/ 92279 w 520118"/>
              <a:gd name="connsiteY21" fmla="*/ 486561 h 530440"/>
              <a:gd name="connsiteX22" fmla="*/ 75501 w 520118"/>
              <a:gd name="connsiteY22" fmla="*/ 461394 h 530440"/>
              <a:gd name="connsiteX23" fmla="*/ 50334 w 520118"/>
              <a:gd name="connsiteY23" fmla="*/ 444616 h 530440"/>
              <a:gd name="connsiteX24" fmla="*/ 41945 w 520118"/>
              <a:gd name="connsiteY24" fmla="*/ 419449 h 530440"/>
              <a:gd name="connsiteX25" fmla="*/ 25167 w 520118"/>
              <a:gd name="connsiteY25" fmla="*/ 394282 h 530440"/>
              <a:gd name="connsiteX26" fmla="*/ 8389 w 520118"/>
              <a:gd name="connsiteY26" fmla="*/ 343948 h 530440"/>
              <a:gd name="connsiteX27" fmla="*/ 16778 w 520118"/>
              <a:gd name="connsiteY27" fmla="*/ 276836 h 530440"/>
              <a:gd name="connsiteX28" fmla="*/ 25167 w 520118"/>
              <a:gd name="connsiteY28" fmla="*/ 192946 h 530440"/>
              <a:gd name="connsiteX29" fmla="*/ 41945 w 520118"/>
              <a:gd name="connsiteY29" fmla="*/ 142613 h 530440"/>
              <a:gd name="connsiteX30" fmla="*/ 50334 w 520118"/>
              <a:gd name="connsiteY30" fmla="*/ 117446 h 530440"/>
              <a:gd name="connsiteX31" fmla="*/ 83890 w 520118"/>
              <a:gd name="connsiteY31" fmla="*/ 67112 h 530440"/>
              <a:gd name="connsiteX32" fmla="*/ 109057 w 520118"/>
              <a:gd name="connsiteY32" fmla="*/ 41945 h 530440"/>
              <a:gd name="connsiteX33" fmla="*/ 159391 w 520118"/>
              <a:gd name="connsiteY33" fmla="*/ 0 h 530440"/>
              <a:gd name="connsiteX34" fmla="*/ 310393 w 520118"/>
              <a:gd name="connsiteY34" fmla="*/ 16778 h 53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0118" h="530440">
                <a:moveTo>
                  <a:pt x="0" y="75501"/>
                </a:moveTo>
                <a:lnTo>
                  <a:pt x="0" y="75501"/>
                </a:lnTo>
                <a:cubicBezTo>
                  <a:pt x="22371" y="64316"/>
                  <a:pt x="44123" y="51797"/>
                  <a:pt x="67112" y="41945"/>
                </a:cubicBezTo>
                <a:cubicBezTo>
                  <a:pt x="83368" y="34978"/>
                  <a:pt x="100668" y="30760"/>
                  <a:pt x="117446" y="25167"/>
                </a:cubicBezTo>
                <a:lnTo>
                  <a:pt x="142613" y="16778"/>
                </a:lnTo>
                <a:cubicBezTo>
                  <a:pt x="201336" y="19574"/>
                  <a:pt x="260352" y="18675"/>
                  <a:pt x="318782" y="25167"/>
                </a:cubicBezTo>
                <a:cubicBezTo>
                  <a:pt x="336359" y="27120"/>
                  <a:pt x="352338" y="36352"/>
                  <a:pt x="369116" y="41945"/>
                </a:cubicBezTo>
                <a:cubicBezTo>
                  <a:pt x="403848" y="53522"/>
                  <a:pt x="386925" y="45429"/>
                  <a:pt x="419450" y="67112"/>
                </a:cubicBezTo>
                <a:cubicBezTo>
                  <a:pt x="425043" y="75501"/>
                  <a:pt x="428355" y="85981"/>
                  <a:pt x="436228" y="92279"/>
                </a:cubicBezTo>
                <a:cubicBezTo>
                  <a:pt x="478422" y="126034"/>
                  <a:pt x="461286" y="50008"/>
                  <a:pt x="494951" y="151002"/>
                </a:cubicBezTo>
                <a:lnTo>
                  <a:pt x="511729" y="201335"/>
                </a:lnTo>
                <a:cubicBezTo>
                  <a:pt x="514525" y="220909"/>
                  <a:pt x="520118" y="240285"/>
                  <a:pt x="520118" y="260058"/>
                </a:cubicBezTo>
                <a:cubicBezTo>
                  <a:pt x="520118" y="282603"/>
                  <a:pt x="516453" y="305126"/>
                  <a:pt x="511729" y="327170"/>
                </a:cubicBezTo>
                <a:cubicBezTo>
                  <a:pt x="506146" y="353224"/>
                  <a:pt x="484726" y="412284"/>
                  <a:pt x="461395" y="427838"/>
                </a:cubicBezTo>
                <a:lnTo>
                  <a:pt x="436228" y="444616"/>
                </a:lnTo>
                <a:cubicBezTo>
                  <a:pt x="433432" y="453005"/>
                  <a:pt x="435035" y="464643"/>
                  <a:pt x="427839" y="469783"/>
                </a:cubicBezTo>
                <a:cubicBezTo>
                  <a:pt x="413448" y="480063"/>
                  <a:pt x="392220" y="476751"/>
                  <a:pt x="377505" y="486561"/>
                </a:cubicBezTo>
                <a:cubicBezTo>
                  <a:pt x="342745" y="509734"/>
                  <a:pt x="362119" y="500894"/>
                  <a:pt x="318782" y="511728"/>
                </a:cubicBezTo>
                <a:cubicBezTo>
                  <a:pt x="310393" y="517321"/>
                  <a:pt x="303668" y="527733"/>
                  <a:pt x="293615" y="528506"/>
                </a:cubicBezTo>
                <a:cubicBezTo>
                  <a:pt x="209102" y="535007"/>
                  <a:pt x="233813" y="524042"/>
                  <a:pt x="184558" y="511728"/>
                </a:cubicBezTo>
                <a:cubicBezTo>
                  <a:pt x="170725" y="508270"/>
                  <a:pt x="156369" y="507091"/>
                  <a:pt x="142613" y="503339"/>
                </a:cubicBezTo>
                <a:cubicBezTo>
                  <a:pt x="125551" y="498686"/>
                  <a:pt x="92279" y="486561"/>
                  <a:pt x="92279" y="486561"/>
                </a:cubicBezTo>
                <a:cubicBezTo>
                  <a:pt x="86686" y="478172"/>
                  <a:pt x="82630" y="468523"/>
                  <a:pt x="75501" y="461394"/>
                </a:cubicBezTo>
                <a:cubicBezTo>
                  <a:pt x="68372" y="454265"/>
                  <a:pt x="56632" y="452489"/>
                  <a:pt x="50334" y="444616"/>
                </a:cubicBezTo>
                <a:cubicBezTo>
                  <a:pt x="44810" y="437711"/>
                  <a:pt x="45900" y="427358"/>
                  <a:pt x="41945" y="419449"/>
                </a:cubicBezTo>
                <a:cubicBezTo>
                  <a:pt x="37436" y="410431"/>
                  <a:pt x="29262" y="403495"/>
                  <a:pt x="25167" y="394282"/>
                </a:cubicBezTo>
                <a:cubicBezTo>
                  <a:pt x="17984" y="378121"/>
                  <a:pt x="8389" y="343948"/>
                  <a:pt x="8389" y="343948"/>
                </a:cubicBezTo>
                <a:cubicBezTo>
                  <a:pt x="11185" y="321577"/>
                  <a:pt x="14288" y="299243"/>
                  <a:pt x="16778" y="276836"/>
                </a:cubicBezTo>
                <a:cubicBezTo>
                  <a:pt x="19881" y="248905"/>
                  <a:pt x="19988" y="220567"/>
                  <a:pt x="25167" y="192946"/>
                </a:cubicBezTo>
                <a:cubicBezTo>
                  <a:pt x="28426" y="175564"/>
                  <a:pt x="36352" y="159391"/>
                  <a:pt x="41945" y="142613"/>
                </a:cubicBezTo>
                <a:cubicBezTo>
                  <a:pt x="44741" y="134224"/>
                  <a:pt x="45429" y="124804"/>
                  <a:pt x="50334" y="117446"/>
                </a:cubicBezTo>
                <a:cubicBezTo>
                  <a:pt x="61519" y="100668"/>
                  <a:pt x="67112" y="78297"/>
                  <a:pt x="83890" y="67112"/>
                </a:cubicBezTo>
                <a:cubicBezTo>
                  <a:pt x="111384" y="48783"/>
                  <a:pt x="109057" y="60416"/>
                  <a:pt x="109057" y="41945"/>
                </a:cubicBezTo>
                <a:lnTo>
                  <a:pt x="159391" y="0"/>
                </a:lnTo>
                <a:lnTo>
                  <a:pt x="310393" y="16778"/>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
        <p:nvSpPr>
          <p:cNvPr id="6" name="手繪多邊形 5"/>
          <p:cNvSpPr/>
          <p:nvPr/>
        </p:nvSpPr>
        <p:spPr>
          <a:xfrm>
            <a:off x="8737600" y="3163982"/>
            <a:ext cx="520118" cy="530440"/>
          </a:xfrm>
          <a:custGeom>
            <a:avLst/>
            <a:gdLst>
              <a:gd name="connsiteX0" fmla="*/ 0 w 520118"/>
              <a:gd name="connsiteY0" fmla="*/ 75501 h 530440"/>
              <a:gd name="connsiteX1" fmla="*/ 0 w 520118"/>
              <a:gd name="connsiteY1" fmla="*/ 75501 h 530440"/>
              <a:gd name="connsiteX2" fmla="*/ 67112 w 520118"/>
              <a:gd name="connsiteY2" fmla="*/ 41945 h 530440"/>
              <a:gd name="connsiteX3" fmla="*/ 117446 w 520118"/>
              <a:gd name="connsiteY3" fmla="*/ 25167 h 530440"/>
              <a:gd name="connsiteX4" fmla="*/ 142613 w 520118"/>
              <a:gd name="connsiteY4" fmla="*/ 16778 h 530440"/>
              <a:gd name="connsiteX5" fmla="*/ 318782 w 520118"/>
              <a:gd name="connsiteY5" fmla="*/ 25167 h 530440"/>
              <a:gd name="connsiteX6" fmla="*/ 369116 w 520118"/>
              <a:gd name="connsiteY6" fmla="*/ 41945 h 530440"/>
              <a:gd name="connsiteX7" fmla="*/ 419450 w 520118"/>
              <a:gd name="connsiteY7" fmla="*/ 67112 h 530440"/>
              <a:gd name="connsiteX8" fmla="*/ 436228 w 520118"/>
              <a:gd name="connsiteY8" fmla="*/ 92279 h 530440"/>
              <a:gd name="connsiteX9" fmla="*/ 494951 w 520118"/>
              <a:gd name="connsiteY9" fmla="*/ 151002 h 530440"/>
              <a:gd name="connsiteX10" fmla="*/ 511729 w 520118"/>
              <a:gd name="connsiteY10" fmla="*/ 201335 h 530440"/>
              <a:gd name="connsiteX11" fmla="*/ 520118 w 520118"/>
              <a:gd name="connsiteY11" fmla="*/ 260058 h 530440"/>
              <a:gd name="connsiteX12" fmla="*/ 511729 w 520118"/>
              <a:gd name="connsiteY12" fmla="*/ 327170 h 530440"/>
              <a:gd name="connsiteX13" fmla="*/ 461395 w 520118"/>
              <a:gd name="connsiteY13" fmla="*/ 427838 h 530440"/>
              <a:gd name="connsiteX14" fmla="*/ 436228 w 520118"/>
              <a:gd name="connsiteY14" fmla="*/ 444616 h 530440"/>
              <a:gd name="connsiteX15" fmla="*/ 427839 w 520118"/>
              <a:gd name="connsiteY15" fmla="*/ 469783 h 530440"/>
              <a:gd name="connsiteX16" fmla="*/ 377505 w 520118"/>
              <a:gd name="connsiteY16" fmla="*/ 486561 h 530440"/>
              <a:gd name="connsiteX17" fmla="*/ 318782 w 520118"/>
              <a:gd name="connsiteY17" fmla="*/ 511728 h 530440"/>
              <a:gd name="connsiteX18" fmla="*/ 293615 w 520118"/>
              <a:gd name="connsiteY18" fmla="*/ 528506 h 530440"/>
              <a:gd name="connsiteX19" fmla="*/ 184558 w 520118"/>
              <a:gd name="connsiteY19" fmla="*/ 511728 h 530440"/>
              <a:gd name="connsiteX20" fmla="*/ 142613 w 520118"/>
              <a:gd name="connsiteY20" fmla="*/ 503339 h 530440"/>
              <a:gd name="connsiteX21" fmla="*/ 92279 w 520118"/>
              <a:gd name="connsiteY21" fmla="*/ 486561 h 530440"/>
              <a:gd name="connsiteX22" fmla="*/ 75501 w 520118"/>
              <a:gd name="connsiteY22" fmla="*/ 461394 h 530440"/>
              <a:gd name="connsiteX23" fmla="*/ 50334 w 520118"/>
              <a:gd name="connsiteY23" fmla="*/ 444616 h 530440"/>
              <a:gd name="connsiteX24" fmla="*/ 41945 w 520118"/>
              <a:gd name="connsiteY24" fmla="*/ 419449 h 530440"/>
              <a:gd name="connsiteX25" fmla="*/ 25167 w 520118"/>
              <a:gd name="connsiteY25" fmla="*/ 394282 h 530440"/>
              <a:gd name="connsiteX26" fmla="*/ 8389 w 520118"/>
              <a:gd name="connsiteY26" fmla="*/ 343948 h 530440"/>
              <a:gd name="connsiteX27" fmla="*/ 16778 w 520118"/>
              <a:gd name="connsiteY27" fmla="*/ 276836 h 530440"/>
              <a:gd name="connsiteX28" fmla="*/ 25167 w 520118"/>
              <a:gd name="connsiteY28" fmla="*/ 192946 h 530440"/>
              <a:gd name="connsiteX29" fmla="*/ 41945 w 520118"/>
              <a:gd name="connsiteY29" fmla="*/ 142613 h 530440"/>
              <a:gd name="connsiteX30" fmla="*/ 50334 w 520118"/>
              <a:gd name="connsiteY30" fmla="*/ 117446 h 530440"/>
              <a:gd name="connsiteX31" fmla="*/ 83890 w 520118"/>
              <a:gd name="connsiteY31" fmla="*/ 67112 h 530440"/>
              <a:gd name="connsiteX32" fmla="*/ 109057 w 520118"/>
              <a:gd name="connsiteY32" fmla="*/ 41945 h 530440"/>
              <a:gd name="connsiteX33" fmla="*/ 159391 w 520118"/>
              <a:gd name="connsiteY33" fmla="*/ 0 h 530440"/>
              <a:gd name="connsiteX34" fmla="*/ 310393 w 520118"/>
              <a:gd name="connsiteY34" fmla="*/ 16778 h 53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0118" h="530440">
                <a:moveTo>
                  <a:pt x="0" y="75501"/>
                </a:moveTo>
                <a:lnTo>
                  <a:pt x="0" y="75501"/>
                </a:lnTo>
                <a:cubicBezTo>
                  <a:pt x="22371" y="64316"/>
                  <a:pt x="44123" y="51797"/>
                  <a:pt x="67112" y="41945"/>
                </a:cubicBezTo>
                <a:cubicBezTo>
                  <a:pt x="83368" y="34978"/>
                  <a:pt x="100668" y="30760"/>
                  <a:pt x="117446" y="25167"/>
                </a:cubicBezTo>
                <a:lnTo>
                  <a:pt x="142613" y="16778"/>
                </a:lnTo>
                <a:cubicBezTo>
                  <a:pt x="201336" y="19574"/>
                  <a:pt x="260352" y="18675"/>
                  <a:pt x="318782" y="25167"/>
                </a:cubicBezTo>
                <a:cubicBezTo>
                  <a:pt x="336359" y="27120"/>
                  <a:pt x="352338" y="36352"/>
                  <a:pt x="369116" y="41945"/>
                </a:cubicBezTo>
                <a:cubicBezTo>
                  <a:pt x="403848" y="53522"/>
                  <a:pt x="386925" y="45429"/>
                  <a:pt x="419450" y="67112"/>
                </a:cubicBezTo>
                <a:cubicBezTo>
                  <a:pt x="425043" y="75501"/>
                  <a:pt x="428355" y="85981"/>
                  <a:pt x="436228" y="92279"/>
                </a:cubicBezTo>
                <a:cubicBezTo>
                  <a:pt x="478422" y="126034"/>
                  <a:pt x="461286" y="50008"/>
                  <a:pt x="494951" y="151002"/>
                </a:cubicBezTo>
                <a:lnTo>
                  <a:pt x="511729" y="201335"/>
                </a:lnTo>
                <a:cubicBezTo>
                  <a:pt x="514525" y="220909"/>
                  <a:pt x="520118" y="240285"/>
                  <a:pt x="520118" y="260058"/>
                </a:cubicBezTo>
                <a:cubicBezTo>
                  <a:pt x="520118" y="282603"/>
                  <a:pt x="516453" y="305126"/>
                  <a:pt x="511729" y="327170"/>
                </a:cubicBezTo>
                <a:cubicBezTo>
                  <a:pt x="506146" y="353224"/>
                  <a:pt x="484726" y="412284"/>
                  <a:pt x="461395" y="427838"/>
                </a:cubicBezTo>
                <a:lnTo>
                  <a:pt x="436228" y="444616"/>
                </a:lnTo>
                <a:cubicBezTo>
                  <a:pt x="433432" y="453005"/>
                  <a:pt x="435035" y="464643"/>
                  <a:pt x="427839" y="469783"/>
                </a:cubicBezTo>
                <a:cubicBezTo>
                  <a:pt x="413448" y="480063"/>
                  <a:pt x="392220" y="476751"/>
                  <a:pt x="377505" y="486561"/>
                </a:cubicBezTo>
                <a:cubicBezTo>
                  <a:pt x="342745" y="509734"/>
                  <a:pt x="362119" y="500894"/>
                  <a:pt x="318782" y="511728"/>
                </a:cubicBezTo>
                <a:cubicBezTo>
                  <a:pt x="310393" y="517321"/>
                  <a:pt x="303668" y="527733"/>
                  <a:pt x="293615" y="528506"/>
                </a:cubicBezTo>
                <a:cubicBezTo>
                  <a:pt x="209102" y="535007"/>
                  <a:pt x="233813" y="524042"/>
                  <a:pt x="184558" y="511728"/>
                </a:cubicBezTo>
                <a:cubicBezTo>
                  <a:pt x="170725" y="508270"/>
                  <a:pt x="156369" y="507091"/>
                  <a:pt x="142613" y="503339"/>
                </a:cubicBezTo>
                <a:cubicBezTo>
                  <a:pt x="125551" y="498686"/>
                  <a:pt x="92279" y="486561"/>
                  <a:pt x="92279" y="486561"/>
                </a:cubicBezTo>
                <a:cubicBezTo>
                  <a:pt x="86686" y="478172"/>
                  <a:pt x="82630" y="468523"/>
                  <a:pt x="75501" y="461394"/>
                </a:cubicBezTo>
                <a:cubicBezTo>
                  <a:pt x="68372" y="454265"/>
                  <a:pt x="56632" y="452489"/>
                  <a:pt x="50334" y="444616"/>
                </a:cubicBezTo>
                <a:cubicBezTo>
                  <a:pt x="44810" y="437711"/>
                  <a:pt x="45900" y="427358"/>
                  <a:pt x="41945" y="419449"/>
                </a:cubicBezTo>
                <a:cubicBezTo>
                  <a:pt x="37436" y="410431"/>
                  <a:pt x="29262" y="403495"/>
                  <a:pt x="25167" y="394282"/>
                </a:cubicBezTo>
                <a:cubicBezTo>
                  <a:pt x="17984" y="378121"/>
                  <a:pt x="8389" y="343948"/>
                  <a:pt x="8389" y="343948"/>
                </a:cubicBezTo>
                <a:cubicBezTo>
                  <a:pt x="11185" y="321577"/>
                  <a:pt x="14288" y="299243"/>
                  <a:pt x="16778" y="276836"/>
                </a:cubicBezTo>
                <a:cubicBezTo>
                  <a:pt x="19881" y="248905"/>
                  <a:pt x="19988" y="220567"/>
                  <a:pt x="25167" y="192946"/>
                </a:cubicBezTo>
                <a:cubicBezTo>
                  <a:pt x="28426" y="175564"/>
                  <a:pt x="36352" y="159391"/>
                  <a:pt x="41945" y="142613"/>
                </a:cubicBezTo>
                <a:cubicBezTo>
                  <a:pt x="44741" y="134224"/>
                  <a:pt x="45429" y="124804"/>
                  <a:pt x="50334" y="117446"/>
                </a:cubicBezTo>
                <a:cubicBezTo>
                  <a:pt x="61519" y="100668"/>
                  <a:pt x="67112" y="78297"/>
                  <a:pt x="83890" y="67112"/>
                </a:cubicBezTo>
                <a:cubicBezTo>
                  <a:pt x="111384" y="48783"/>
                  <a:pt x="109057" y="60416"/>
                  <a:pt x="109057" y="41945"/>
                </a:cubicBezTo>
                <a:lnTo>
                  <a:pt x="159391" y="0"/>
                </a:lnTo>
                <a:lnTo>
                  <a:pt x="310393" y="16778"/>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
        <p:nvSpPr>
          <p:cNvPr id="7" name="手繪多邊形 6"/>
          <p:cNvSpPr/>
          <p:nvPr/>
        </p:nvSpPr>
        <p:spPr>
          <a:xfrm>
            <a:off x="10833682" y="3987502"/>
            <a:ext cx="520118" cy="530440"/>
          </a:xfrm>
          <a:custGeom>
            <a:avLst/>
            <a:gdLst>
              <a:gd name="connsiteX0" fmla="*/ 0 w 520118"/>
              <a:gd name="connsiteY0" fmla="*/ 75501 h 530440"/>
              <a:gd name="connsiteX1" fmla="*/ 0 w 520118"/>
              <a:gd name="connsiteY1" fmla="*/ 75501 h 530440"/>
              <a:gd name="connsiteX2" fmla="*/ 67112 w 520118"/>
              <a:gd name="connsiteY2" fmla="*/ 41945 h 530440"/>
              <a:gd name="connsiteX3" fmla="*/ 117446 w 520118"/>
              <a:gd name="connsiteY3" fmla="*/ 25167 h 530440"/>
              <a:gd name="connsiteX4" fmla="*/ 142613 w 520118"/>
              <a:gd name="connsiteY4" fmla="*/ 16778 h 530440"/>
              <a:gd name="connsiteX5" fmla="*/ 318782 w 520118"/>
              <a:gd name="connsiteY5" fmla="*/ 25167 h 530440"/>
              <a:gd name="connsiteX6" fmla="*/ 369116 w 520118"/>
              <a:gd name="connsiteY6" fmla="*/ 41945 h 530440"/>
              <a:gd name="connsiteX7" fmla="*/ 419450 w 520118"/>
              <a:gd name="connsiteY7" fmla="*/ 67112 h 530440"/>
              <a:gd name="connsiteX8" fmla="*/ 436228 w 520118"/>
              <a:gd name="connsiteY8" fmla="*/ 92279 h 530440"/>
              <a:gd name="connsiteX9" fmla="*/ 494951 w 520118"/>
              <a:gd name="connsiteY9" fmla="*/ 151002 h 530440"/>
              <a:gd name="connsiteX10" fmla="*/ 511729 w 520118"/>
              <a:gd name="connsiteY10" fmla="*/ 201335 h 530440"/>
              <a:gd name="connsiteX11" fmla="*/ 520118 w 520118"/>
              <a:gd name="connsiteY11" fmla="*/ 260058 h 530440"/>
              <a:gd name="connsiteX12" fmla="*/ 511729 w 520118"/>
              <a:gd name="connsiteY12" fmla="*/ 327170 h 530440"/>
              <a:gd name="connsiteX13" fmla="*/ 461395 w 520118"/>
              <a:gd name="connsiteY13" fmla="*/ 427838 h 530440"/>
              <a:gd name="connsiteX14" fmla="*/ 436228 w 520118"/>
              <a:gd name="connsiteY14" fmla="*/ 444616 h 530440"/>
              <a:gd name="connsiteX15" fmla="*/ 427839 w 520118"/>
              <a:gd name="connsiteY15" fmla="*/ 469783 h 530440"/>
              <a:gd name="connsiteX16" fmla="*/ 377505 w 520118"/>
              <a:gd name="connsiteY16" fmla="*/ 486561 h 530440"/>
              <a:gd name="connsiteX17" fmla="*/ 318782 w 520118"/>
              <a:gd name="connsiteY17" fmla="*/ 511728 h 530440"/>
              <a:gd name="connsiteX18" fmla="*/ 293615 w 520118"/>
              <a:gd name="connsiteY18" fmla="*/ 528506 h 530440"/>
              <a:gd name="connsiteX19" fmla="*/ 184558 w 520118"/>
              <a:gd name="connsiteY19" fmla="*/ 511728 h 530440"/>
              <a:gd name="connsiteX20" fmla="*/ 142613 w 520118"/>
              <a:gd name="connsiteY20" fmla="*/ 503339 h 530440"/>
              <a:gd name="connsiteX21" fmla="*/ 92279 w 520118"/>
              <a:gd name="connsiteY21" fmla="*/ 486561 h 530440"/>
              <a:gd name="connsiteX22" fmla="*/ 75501 w 520118"/>
              <a:gd name="connsiteY22" fmla="*/ 461394 h 530440"/>
              <a:gd name="connsiteX23" fmla="*/ 50334 w 520118"/>
              <a:gd name="connsiteY23" fmla="*/ 444616 h 530440"/>
              <a:gd name="connsiteX24" fmla="*/ 41945 w 520118"/>
              <a:gd name="connsiteY24" fmla="*/ 419449 h 530440"/>
              <a:gd name="connsiteX25" fmla="*/ 25167 w 520118"/>
              <a:gd name="connsiteY25" fmla="*/ 394282 h 530440"/>
              <a:gd name="connsiteX26" fmla="*/ 8389 w 520118"/>
              <a:gd name="connsiteY26" fmla="*/ 343948 h 530440"/>
              <a:gd name="connsiteX27" fmla="*/ 16778 w 520118"/>
              <a:gd name="connsiteY27" fmla="*/ 276836 h 530440"/>
              <a:gd name="connsiteX28" fmla="*/ 25167 w 520118"/>
              <a:gd name="connsiteY28" fmla="*/ 192946 h 530440"/>
              <a:gd name="connsiteX29" fmla="*/ 41945 w 520118"/>
              <a:gd name="connsiteY29" fmla="*/ 142613 h 530440"/>
              <a:gd name="connsiteX30" fmla="*/ 50334 w 520118"/>
              <a:gd name="connsiteY30" fmla="*/ 117446 h 530440"/>
              <a:gd name="connsiteX31" fmla="*/ 83890 w 520118"/>
              <a:gd name="connsiteY31" fmla="*/ 67112 h 530440"/>
              <a:gd name="connsiteX32" fmla="*/ 109057 w 520118"/>
              <a:gd name="connsiteY32" fmla="*/ 41945 h 530440"/>
              <a:gd name="connsiteX33" fmla="*/ 159391 w 520118"/>
              <a:gd name="connsiteY33" fmla="*/ 0 h 530440"/>
              <a:gd name="connsiteX34" fmla="*/ 310393 w 520118"/>
              <a:gd name="connsiteY34" fmla="*/ 16778 h 53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0118" h="530440">
                <a:moveTo>
                  <a:pt x="0" y="75501"/>
                </a:moveTo>
                <a:lnTo>
                  <a:pt x="0" y="75501"/>
                </a:lnTo>
                <a:cubicBezTo>
                  <a:pt x="22371" y="64316"/>
                  <a:pt x="44123" y="51797"/>
                  <a:pt x="67112" y="41945"/>
                </a:cubicBezTo>
                <a:cubicBezTo>
                  <a:pt x="83368" y="34978"/>
                  <a:pt x="100668" y="30760"/>
                  <a:pt x="117446" y="25167"/>
                </a:cubicBezTo>
                <a:lnTo>
                  <a:pt x="142613" y="16778"/>
                </a:lnTo>
                <a:cubicBezTo>
                  <a:pt x="201336" y="19574"/>
                  <a:pt x="260352" y="18675"/>
                  <a:pt x="318782" y="25167"/>
                </a:cubicBezTo>
                <a:cubicBezTo>
                  <a:pt x="336359" y="27120"/>
                  <a:pt x="352338" y="36352"/>
                  <a:pt x="369116" y="41945"/>
                </a:cubicBezTo>
                <a:cubicBezTo>
                  <a:pt x="403848" y="53522"/>
                  <a:pt x="386925" y="45429"/>
                  <a:pt x="419450" y="67112"/>
                </a:cubicBezTo>
                <a:cubicBezTo>
                  <a:pt x="425043" y="75501"/>
                  <a:pt x="428355" y="85981"/>
                  <a:pt x="436228" y="92279"/>
                </a:cubicBezTo>
                <a:cubicBezTo>
                  <a:pt x="478422" y="126034"/>
                  <a:pt x="461286" y="50008"/>
                  <a:pt x="494951" y="151002"/>
                </a:cubicBezTo>
                <a:lnTo>
                  <a:pt x="511729" y="201335"/>
                </a:lnTo>
                <a:cubicBezTo>
                  <a:pt x="514525" y="220909"/>
                  <a:pt x="520118" y="240285"/>
                  <a:pt x="520118" y="260058"/>
                </a:cubicBezTo>
                <a:cubicBezTo>
                  <a:pt x="520118" y="282603"/>
                  <a:pt x="516453" y="305126"/>
                  <a:pt x="511729" y="327170"/>
                </a:cubicBezTo>
                <a:cubicBezTo>
                  <a:pt x="506146" y="353224"/>
                  <a:pt x="484726" y="412284"/>
                  <a:pt x="461395" y="427838"/>
                </a:cubicBezTo>
                <a:lnTo>
                  <a:pt x="436228" y="444616"/>
                </a:lnTo>
                <a:cubicBezTo>
                  <a:pt x="433432" y="453005"/>
                  <a:pt x="435035" y="464643"/>
                  <a:pt x="427839" y="469783"/>
                </a:cubicBezTo>
                <a:cubicBezTo>
                  <a:pt x="413448" y="480063"/>
                  <a:pt x="392220" y="476751"/>
                  <a:pt x="377505" y="486561"/>
                </a:cubicBezTo>
                <a:cubicBezTo>
                  <a:pt x="342745" y="509734"/>
                  <a:pt x="362119" y="500894"/>
                  <a:pt x="318782" y="511728"/>
                </a:cubicBezTo>
                <a:cubicBezTo>
                  <a:pt x="310393" y="517321"/>
                  <a:pt x="303668" y="527733"/>
                  <a:pt x="293615" y="528506"/>
                </a:cubicBezTo>
                <a:cubicBezTo>
                  <a:pt x="209102" y="535007"/>
                  <a:pt x="233813" y="524042"/>
                  <a:pt x="184558" y="511728"/>
                </a:cubicBezTo>
                <a:cubicBezTo>
                  <a:pt x="170725" y="508270"/>
                  <a:pt x="156369" y="507091"/>
                  <a:pt x="142613" y="503339"/>
                </a:cubicBezTo>
                <a:cubicBezTo>
                  <a:pt x="125551" y="498686"/>
                  <a:pt x="92279" y="486561"/>
                  <a:pt x="92279" y="486561"/>
                </a:cubicBezTo>
                <a:cubicBezTo>
                  <a:pt x="86686" y="478172"/>
                  <a:pt x="82630" y="468523"/>
                  <a:pt x="75501" y="461394"/>
                </a:cubicBezTo>
                <a:cubicBezTo>
                  <a:pt x="68372" y="454265"/>
                  <a:pt x="56632" y="452489"/>
                  <a:pt x="50334" y="444616"/>
                </a:cubicBezTo>
                <a:cubicBezTo>
                  <a:pt x="44810" y="437711"/>
                  <a:pt x="45900" y="427358"/>
                  <a:pt x="41945" y="419449"/>
                </a:cubicBezTo>
                <a:cubicBezTo>
                  <a:pt x="37436" y="410431"/>
                  <a:pt x="29262" y="403495"/>
                  <a:pt x="25167" y="394282"/>
                </a:cubicBezTo>
                <a:cubicBezTo>
                  <a:pt x="17984" y="378121"/>
                  <a:pt x="8389" y="343948"/>
                  <a:pt x="8389" y="343948"/>
                </a:cubicBezTo>
                <a:cubicBezTo>
                  <a:pt x="11185" y="321577"/>
                  <a:pt x="14288" y="299243"/>
                  <a:pt x="16778" y="276836"/>
                </a:cubicBezTo>
                <a:cubicBezTo>
                  <a:pt x="19881" y="248905"/>
                  <a:pt x="19988" y="220567"/>
                  <a:pt x="25167" y="192946"/>
                </a:cubicBezTo>
                <a:cubicBezTo>
                  <a:pt x="28426" y="175564"/>
                  <a:pt x="36352" y="159391"/>
                  <a:pt x="41945" y="142613"/>
                </a:cubicBezTo>
                <a:cubicBezTo>
                  <a:pt x="44741" y="134224"/>
                  <a:pt x="45429" y="124804"/>
                  <a:pt x="50334" y="117446"/>
                </a:cubicBezTo>
                <a:cubicBezTo>
                  <a:pt x="61519" y="100668"/>
                  <a:pt x="67112" y="78297"/>
                  <a:pt x="83890" y="67112"/>
                </a:cubicBezTo>
                <a:cubicBezTo>
                  <a:pt x="111384" y="48783"/>
                  <a:pt x="109057" y="60416"/>
                  <a:pt x="109057" y="41945"/>
                </a:cubicBezTo>
                <a:lnTo>
                  <a:pt x="159391" y="0"/>
                </a:lnTo>
                <a:lnTo>
                  <a:pt x="310393" y="16778"/>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
        <p:nvSpPr>
          <p:cNvPr id="8" name="手繪多邊形 7"/>
          <p:cNvSpPr/>
          <p:nvPr/>
        </p:nvSpPr>
        <p:spPr>
          <a:xfrm>
            <a:off x="7673596" y="2418760"/>
            <a:ext cx="520118" cy="530440"/>
          </a:xfrm>
          <a:custGeom>
            <a:avLst/>
            <a:gdLst>
              <a:gd name="connsiteX0" fmla="*/ 0 w 520118"/>
              <a:gd name="connsiteY0" fmla="*/ 75501 h 530440"/>
              <a:gd name="connsiteX1" fmla="*/ 0 w 520118"/>
              <a:gd name="connsiteY1" fmla="*/ 75501 h 530440"/>
              <a:gd name="connsiteX2" fmla="*/ 67112 w 520118"/>
              <a:gd name="connsiteY2" fmla="*/ 41945 h 530440"/>
              <a:gd name="connsiteX3" fmla="*/ 117446 w 520118"/>
              <a:gd name="connsiteY3" fmla="*/ 25167 h 530440"/>
              <a:gd name="connsiteX4" fmla="*/ 142613 w 520118"/>
              <a:gd name="connsiteY4" fmla="*/ 16778 h 530440"/>
              <a:gd name="connsiteX5" fmla="*/ 318782 w 520118"/>
              <a:gd name="connsiteY5" fmla="*/ 25167 h 530440"/>
              <a:gd name="connsiteX6" fmla="*/ 369116 w 520118"/>
              <a:gd name="connsiteY6" fmla="*/ 41945 h 530440"/>
              <a:gd name="connsiteX7" fmla="*/ 419450 w 520118"/>
              <a:gd name="connsiteY7" fmla="*/ 67112 h 530440"/>
              <a:gd name="connsiteX8" fmla="*/ 436228 w 520118"/>
              <a:gd name="connsiteY8" fmla="*/ 92279 h 530440"/>
              <a:gd name="connsiteX9" fmla="*/ 494951 w 520118"/>
              <a:gd name="connsiteY9" fmla="*/ 151002 h 530440"/>
              <a:gd name="connsiteX10" fmla="*/ 511729 w 520118"/>
              <a:gd name="connsiteY10" fmla="*/ 201335 h 530440"/>
              <a:gd name="connsiteX11" fmla="*/ 520118 w 520118"/>
              <a:gd name="connsiteY11" fmla="*/ 260058 h 530440"/>
              <a:gd name="connsiteX12" fmla="*/ 511729 w 520118"/>
              <a:gd name="connsiteY12" fmla="*/ 327170 h 530440"/>
              <a:gd name="connsiteX13" fmla="*/ 461395 w 520118"/>
              <a:gd name="connsiteY13" fmla="*/ 427838 h 530440"/>
              <a:gd name="connsiteX14" fmla="*/ 436228 w 520118"/>
              <a:gd name="connsiteY14" fmla="*/ 444616 h 530440"/>
              <a:gd name="connsiteX15" fmla="*/ 427839 w 520118"/>
              <a:gd name="connsiteY15" fmla="*/ 469783 h 530440"/>
              <a:gd name="connsiteX16" fmla="*/ 377505 w 520118"/>
              <a:gd name="connsiteY16" fmla="*/ 486561 h 530440"/>
              <a:gd name="connsiteX17" fmla="*/ 318782 w 520118"/>
              <a:gd name="connsiteY17" fmla="*/ 511728 h 530440"/>
              <a:gd name="connsiteX18" fmla="*/ 293615 w 520118"/>
              <a:gd name="connsiteY18" fmla="*/ 528506 h 530440"/>
              <a:gd name="connsiteX19" fmla="*/ 184558 w 520118"/>
              <a:gd name="connsiteY19" fmla="*/ 511728 h 530440"/>
              <a:gd name="connsiteX20" fmla="*/ 142613 w 520118"/>
              <a:gd name="connsiteY20" fmla="*/ 503339 h 530440"/>
              <a:gd name="connsiteX21" fmla="*/ 92279 w 520118"/>
              <a:gd name="connsiteY21" fmla="*/ 486561 h 530440"/>
              <a:gd name="connsiteX22" fmla="*/ 75501 w 520118"/>
              <a:gd name="connsiteY22" fmla="*/ 461394 h 530440"/>
              <a:gd name="connsiteX23" fmla="*/ 50334 w 520118"/>
              <a:gd name="connsiteY23" fmla="*/ 444616 h 530440"/>
              <a:gd name="connsiteX24" fmla="*/ 41945 w 520118"/>
              <a:gd name="connsiteY24" fmla="*/ 419449 h 530440"/>
              <a:gd name="connsiteX25" fmla="*/ 25167 w 520118"/>
              <a:gd name="connsiteY25" fmla="*/ 394282 h 530440"/>
              <a:gd name="connsiteX26" fmla="*/ 8389 w 520118"/>
              <a:gd name="connsiteY26" fmla="*/ 343948 h 530440"/>
              <a:gd name="connsiteX27" fmla="*/ 16778 w 520118"/>
              <a:gd name="connsiteY27" fmla="*/ 276836 h 530440"/>
              <a:gd name="connsiteX28" fmla="*/ 25167 w 520118"/>
              <a:gd name="connsiteY28" fmla="*/ 192946 h 530440"/>
              <a:gd name="connsiteX29" fmla="*/ 41945 w 520118"/>
              <a:gd name="connsiteY29" fmla="*/ 142613 h 530440"/>
              <a:gd name="connsiteX30" fmla="*/ 50334 w 520118"/>
              <a:gd name="connsiteY30" fmla="*/ 117446 h 530440"/>
              <a:gd name="connsiteX31" fmla="*/ 83890 w 520118"/>
              <a:gd name="connsiteY31" fmla="*/ 67112 h 530440"/>
              <a:gd name="connsiteX32" fmla="*/ 109057 w 520118"/>
              <a:gd name="connsiteY32" fmla="*/ 41945 h 530440"/>
              <a:gd name="connsiteX33" fmla="*/ 159391 w 520118"/>
              <a:gd name="connsiteY33" fmla="*/ 0 h 530440"/>
              <a:gd name="connsiteX34" fmla="*/ 310393 w 520118"/>
              <a:gd name="connsiteY34" fmla="*/ 16778 h 53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0118" h="530440">
                <a:moveTo>
                  <a:pt x="0" y="75501"/>
                </a:moveTo>
                <a:lnTo>
                  <a:pt x="0" y="75501"/>
                </a:lnTo>
                <a:cubicBezTo>
                  <a:pt x="22371" y="64316"/>
                  <a:pt x="44123" y="51797"/>
                  <a:pt x="67112" y="41945"/>
                </a:cubicBezTo>
                <a:cubicBezTo>
                  <a:pt x="83368" y="34978"/>
                  <a:pt x="100668" y="30760"/>
                  <a:pt x="117446" y="25167"/>
                </a:cubicBezTo>
                <a:lnTo>
                  <a:pt x="142613" y="16778"/>
                </a:lnTo>
                <a:cubicBezTo>
                  <a:pt x="201336" y="19574"/>
                  <a:pt x="260352" y="18675"/>
                  <a:pt x="318782" y="25167"/>
                </a:cubicBezTo>
                <a:cubicBezTo>
                  <a:pt x="336359" y="27120"/>
                  <a:pt x="352338" y="36352"/>
                  <a:pt x="369116" y="41945"/>
                </a:cubicBezTo>
                <a:cubicBezTo>
                  <a:pt x="403848" y="53522"/>
                  <a:pt x="386925" y="45429"/>
                  <a:pt x="419450" y="67112"/>
                </a:cubicBezTo>
                <a:cubicBezTo>
                  <a:pt x="425043" y="75501"/>
                  <a:pt x="428355" y="85981"/>
                  <a:pt x="436228" y="92279"/>
                </a:cubicBezTo>
                <a:cubicBezTo>
                  <a:pt x="478422" y="126034"/>
                  <a:pt x="461286" y="50008"/>
                  <a:pt x="494951" y="151002"/>
                </a:cubicBezTo>
                <a:lnTo>
                  <a:pt x="511729" y="201335"/>
                </a:lnTo>
                <a:cubicBezTo>
                  <a:pt x="514525" y="220909"/>
                  <a:pt x="520118" y="240285"/>
                  <a:pt x="520118" y="260058"/>
                </a:cubicBezTo>
                <a:cubicBezTo>
                  <a:pt x="520118" y="282603"/>
                  <a:pt x="516453" y="305126"/>
                  <a:pt x="511729" y="327170"/>
                </a:cubicBezTo>
                <a:cubicBezTo>
                  <a:pt x="506146" y="353224"/>
                  <a:pt x="484726" y="412284"/>
                  <a:pt x="461395" y="427838"/>
                </a:cubicBezTo>
                <a:lnTo>
                  <a:pt x="436228" y="444616"/>
                </a:lnTo>
                <a:cubicBezTo>
                  <a:pt x="433432" y="453005"/>
                  <a:pt x="435035" y="464643"/>
                  <a:pt x="427839" y="469783"/>
                </a:cubicBezTo>
                <a:cubicBezTo>
                  <a:pt x="413448" y="480063"/>
                  <a:pt x="392220" y="476751"/>
                  <a:pt x="377505" y="486561"/>
                </a:cubicBezTo>
                <a:cubicBezTo>
                  <a:pt x="342745" y="509734"/>
                  <a:pt x="362119" y="500894"/>
                  <a:pt x="318782" y="511728"/>
                </a:cubicBezTo>
                <a:cubicBezTo>
                  <a:pt x="310393" y="517321"/>
                  <a:pt x="303668" y="527733"/>
                  <a:pt x="293615" y="528506"/>
                </a:cubicBezTo>
                <a:cubicBezTo>
                  <a:pt x="209102" y="535007"/>
                  <a:pt x="233813" y="524042"/>
                  <a:pt x="184558" y="511728"/>
                </a:cubicBezTo>
                <a:cubicBezTo>
                  <a:pt x="170725" y="508270"/>
                  <a:pt x="156369" y="507091"/>
                  <a:pt x="142613" y="503339"/>
                </a:cubicBezTo>
                <a:cubicBezTo>
                  <a:pt x="125551" y="498686"/>
                  <a:pt x="92279" y="486561"/>
                  <a:pt x="92279" y="486561"/>
                </a:cubicBezTo>
                <a:cubicBezTo>
                  <a:pt x="86686" y="478172"/>
                  <a:pt x="82630" y="468523"/>
                  <a:pt x="75501" y="461394"/>
                </a:cubicBezTo>
                <a:cubicBezTo>
                  <a:pt x="68372" y="454265"/>
                  <a:pt x="56632" y="452489"/>
                  <a:pt x="50334" y="444616"/>
                </a:cubicBezTo>
                <a:cubicBezTo>
                  <a:pt x="44810" y="437711"/>
                  <a:pt x="45900" y="427358"/>
                  <a:pt x="41945" y="419449"/>
                </a:cubicBezTo>
                <a:cubicBezTo>
                  <a:pt x="37436" y="410431"/>
                  <a:pt x="29262" y="403495"/>
                  <a:pt x="25167" y="394282"/>
                </a:cubicBezTo>
                <a:cubicBezTo>
                  <a:pt x="17984" y="378121"/>
                  <a:pt x="8389" y="343948"/>
                  <a:pt x="8389" y="343948"/>
                </a:cubicBezTo>
                <a:cubicBezTo>
                  <a:pt x="11185" y="321577"/>
                  <a:pt x="14288" y="299243"/>
                  <a:pt x="16778" y="276836"/>
                </a:cubicBezTo>
                <a:cubicBezTo>
                  <a:pt x="19881" y="248905"/>
                  <a:pt x="19988" y="220567"/>
                  <a:pt x="25167" y="192946"/>
                </a:cubicBezTo>
                <a:cubicBezTo>
                  <a:pt x="28426" y="175564"/>
                  <a:pt x="36352" y="159391"/>
                  <a:pt x="41945" y="142613"/>
                </a:cubicBezTo>
                <a:cubicBezTo>
                  <a:pt x="44741" y="134224"/>
                  <a:pt x="45429" y="124804"/>
                  <a:pt x="50334" y="117446"/>
                </a:cubicBezTo>
                <a:cubicBezTo>
                  <a:pt x="61519" y="100668"/>
                  <a:pt x="67112" y="78297"/>
                  <a:pt x="83890" y="67112"/>
                </a:cubicBezTo>
                <a:cubicBezTo>
                  <a:pt x="111384" y="48783"/>
                  <a:pt x="109057" y="60416"/>
                  <a:pt x="109057" y="41945"/>
                </a:cubicBezTo>
                <a:lnTo>
                  <a:pt x="159391" y="0"/>
                </a:lnTo>
                <a:lnTo>
                  <a:pt x="310393" y="16778"/>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
        <p:nvSpPr>
          <p:cNvPr id="9" name="手繪多邊形 8"/>
          <p:cNvSpPr/>
          <p:nvPr/>
        </p:nvSpPr>
        <p:spPr>
          <a:xfrm>
            <a:off x="7673596" y="1566237"/>
            <a:ext cx="520118" cy="530440"/>
          </a:xfrm>
          <a:custGeom>
            <a:avLst/>
            <a:gdLst>
              <a:gd name="connsiteX0" fmla="*/ 0 w 520118"/>
              <a:gd name="connsiteY0" fmla="*/ 75501 h 530440"/>
              <a:gd name="connsiteX1" fmla="*/ 0 w 520118"/>
              <a:gd name="connsiteY1" fmla="*/ 75501 h 530440"/>
              <a:gd name="connsiteX2" fmla="*/ 67112 w 520118"/>
              <a:gd name="connsiteY2" fmla="*/ 41945 h 530440"/>
              <a:gd name="connsiteX3" fmla="*/ 117446 w 520118"/>
              <a:gd name="connsiteY3" fmla="*/ 25167 h 530440"/>
              <a:gd name="connsiteX4" fmla="*/ 142613 w 520118"/>
              <a:gd name="connsiteY4" fmla="*/ 16778 h 530440"/>
              <a:gd name="connsiteX5" fmla="*/ 318782 w 520118"/>
              <a:gd name="connsiteY5" fmla="*/ 25167 h 530440"/>
              <a:gd name="connsiteX6" fmla="*/ 369116 w 520118"/>
              <a:gd name="connsiteY6" fmla="*/ 41945 h 530440"/>
              <a:gd name="connsiteX7" fmla="*/ 419450 w 520118"/>
              <a:gd name="connsiteY7" fmla="*/ 67112 h 530440"/>
              <a:gd name="connsiteX8" fmla="*/ 436228 w 520118"/>
              <a:gd name="connsiteY8" fmla="*/ 92279 h 530440"/>
              <a:gd name="connsiteX9" fmla="*/ 494951 w 520118"/>
              <a:gd name="connsiteY9" fmla="*/ 151002 h 530440"/>
              <a:gd name="connsiteX10" fmla="*/ 511729 w 520118"/>
              <a:gd name="connsiteY10" fmla="*/ 201335 h 530440"/>
              <a:gd name="connsiteX11" fmla="*/ 520118 w 520118"/>
              <a:gd name="connsiteY11" fmla="*/ 260058 h 530440"/>
              <a:gd name="connsiteX12" fmla="*/ 511729 w 520118"/>
              <a:gd name="connsiteY12" fmla="*/ 327170 h 530440"/>
              <a:gd name="connsiteX13" fmla="*/ 461395 w 520118"/>
              <a:gd name="connsiteY13" fmla="*/ 427838 h 530440"/>
              <a:gd name="connsiteX14" fmla="*/ 436228 w 520118"/>
              <a:gd name="connsiteY14" fmla="*/ 444616 h 530440"/>
              <a:gd name="connsiteX15" fmla="*/ 427839 w 520118"/>
              <a:gd name="connsiteY15" fmla="*/ 469783 h 530440"/>
              <a:gd name="connsiteX16" fmla="*/ 377505 w 520118"/>
              <a:gd name="connsiteY16" fmla="*/ 486561 h 530440"/>
              <a:gd name="connsiteX17" fmla="*/ 318782 w 520118"/>
              <a:gd name="connsiteY17" fmla="*/ 511728 h 530440"/>
              <a:gd name="connsiteX18" fmla="*/ 293615 w 520118"/>
              <a:gd name="connsiteY18" fmla="*/ 528506 h 530440"/>
              <a:gd name="connsiteX19" fmla="*/ 184558 w 520118"/>
              <a:gd name="connsiteY19" fmla="*/ 511728 h 530440"/>
              <a:gd name="connsiteX20" fmla="*/ 142613 w 520118"/>
              <a:gd name="connsiteY20" fmla="*/ 503339 h 530440"/>
              <a:gd name="connsiteX21" fmla="*/ 92279 w 520118"/>
              <a:gd name="connsiteY21" fmla="*/ 486561 h 530440"/>
              <a:gd name="connsiteX22" fmla="*/ 75501 w 520118"/>
              <a:gd name="connsiteY22" fmla="*/ 461394 h 530440"/>
              <a:gd name="connsiteX23" fmla="*/ 50334 w 520118"/>
              <a:gd name="connsiteY23" fmla="*/ 444616 h 530440"/>
              <a:gd name="connsiteX24" fmla="*/ 41945 w 520118"/>
              <a:gd name="connsiteY24" fmla="*/ 419449 h 530440"/>
              <a:gd name="connsiteX25" fmla="*/ 25167 w 520118"/>
              <a:gd name="connsiteY25" fmla="*/ 394282 h 530440"/>
              <a:gd name="connsiteX26" fmla="*/ 8389 w 520118"/>
              <a:gd name="connsiteY26" fmla="*/ 343948 h 530440"/>
              <a:gd name="connsiteX27" fmla="*/ 16778 w 520118"/>
              <a:gd name="connsiteY27" fmla="*/ 276836 h 530440"/>
              <a:gd name="connsiteX28" fmla="*/ 25167 w 520118"/>
              <a:gd name="connsiteY28" fmla="*/ 192946 h 530440"/>
              <a:gd name="connsiteX29" fmla="*/ 41945 w 520118"/>
              <a:gd name="connsiteY29" fmla="*/ 142613 h 530440"/>
              <a:gd name="connsiteX30" fmla="*/ 50334 w 520118"/>
              <a:gd name="connsiteY30" fmla="*/ 117446 h 530440"/>
              <a:gd name="connsiteX31" fmla="*/ 83890 w 520118"/>
              <a:gd name="connsiteY31" fmla="*/ 67112 h 530440"/>
              <a:gd name="connsiteX32" fmla="*/ 109057 w 520118"/>
              <a:gd name="connsiteY32" fmla="*/ 41945 h 530440"/>
              <a:gd name="connsiteX33" fmla="*/ 159391 w 520118"/>
              <a:gd name="connsiteY33" fmla="*/ 0 h 530440"/>
              <a:gd name="connsiteX34" fmla="*/ 310393 w 520118"/>
              <a:gd name="connsiteY34" fmla="*/ 16778 h 53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0118" h="530440">
                <a:moveTo>
                  <a:pt x="0" y="75501"/>
                </a:moveTo>
                <a:lnTo>
                  <a:pt x="0" y="75501"/>
                </a:lnTo>
                <a:cubicBezTo>
                  <a:pt x="22371" y="64316"/>
                  <a:pt x="44123" y="51797"/>
                  <a:pt x="67112" y="41945"/>
                </a:cubicBezTo>
                <a:cubicBezTo>
                  <a:pt x="83368" y="34978"/>
                  <a:pt x="100668" y="30760"/>
                  <a:pt x="117446" y="25167"/>
                </a:cubicBezTo>
                <a:lnTo>
                  <a:pt x="142613" y="16778"/>
                </a:lnTo>
                <a:cubicBezTo>
                  <a:pt x="201336" y="19574"/>
                  <a:pt x="260352" y="18675"/>
                  <a:pt x="318782" y="25167"/>
                </a:cubicBezTo>
                <a:cubicBezTo>
                  <a:pt x="336359" y="27120"/>
                  <a:pt x="352338" y="36352"/>
                  <a:pt x="369116" y="41945"/>
                </a:cubicBezTo>
                <a:cubicBezTo>
                  <a:pt x="403848" y="53522"/>
                  <a:pt x="386925" y="45429"/>
                  <a:pt x="419450" y="67112"/>
                </a:cubicBezTo>
                <a:cubicBezTo>
                  <a:pt x="425043" y="75501"/>
                  <a:pt x="428355" y="85981"/>
                  <a:pt x="436228" y="92279"/>
                </a:cubicBezTo>
                <a:cubicBezTo>
                  <a:pt x="478422" y="126034"/>
                  <a:pt x="461286" y="50008"/>
                  <a:pt x="494951" y="151002"/>
                </a:cubicBezTo>
                <a:lnTo>
                  <a:pt x="511729" y="201335"/>
                </a:lnTo>
                <a:cubicBezTo>
                  <a:pt x="514525" y="220909"/>
                  <a:pt x="520118" y="240285"/>
                  <a:pt x="520118" y="260058"/>
                </a:cubicBezTo>
                <a:cubicBezTo>
                  <a:pt x="520118" y="282603"/>
                  <a:pt x="516453" y="305126"/>
                  <a:pt x="511729" y="327170"/>
                </a:cubicBezTo>
                <a:cubicBezTo>
                  <a:pt x="506146" y="353224"/>
                  <a:pt x="484726" y="412284"/>
                  <a:pt x="461395" y="427838"/>
                </a:cubicBezTo>
                <a:lnTo>
                  <a:pt x="436228" y="444616"/>
                </a:lnTo>
                <a:cubicBezTo>
                  <a:pt x="433432" y="453005"/>
                  <a:pt x="435035" y="464643"/>
                  <a:pt x="427839" y="469783"/>
                </a:cubicBezTo>
                <a:cubicBezTo>
                  <a:pt x="413448" y="480063"/>
                  <a:pt x="392220" y="476751"/>
                  <a:pt x="377505" y="486561"/>
                </a:cubicBezTo>
                <a:cubicBezTo>
                  <a:pt x="342745" y="509734"/>
                  <a:pt x="362119" y="500894"/>
                  <a:pt x="318782" y="511728"/>
                </a:cubicBezTo>
                <a:cubicBezTo>
                  <a:pt x="310393" y="517321"/>
                  <a:pt x="303668" y="527733"/>
                  <a:pt x="293615" y="528506"/>
                </a:cubicBezTo>
                <a:cubicBezTo>
                  <a:pt x="209102" y="535007"/>
                  <a:pt x="233813" y="524042"/>
                  <a:pt x="184558" y="511728"/>
                </a:cubicBezTo>
                <a:cubicBezTo>
                  <a:pt x="170725" y="508270"/>
                  <a:pt x="156369" y="507091"/>
                  <a:pt x="142613" y="503339"/>
                </a:cubicBezTo>
                <a:cubicBezTo>
                  <a:pt x="125551" y="498686"/>
                  <a:pt x="92279" y="486561"/>
                  <a:pt x="92279" y="486561"/>
                </a:cubicBezTo>
                <a:cubicBezTo>
                  <a:pt x="86686" y="478172"/>
                  <a:pt x="82630" y="468523"/>
                  <a:pt x="75501" y="461394"/>
                </a:cubicBezTo>
                <a:cubicBezTo>
                  <a:pt x="68372" y="454265"/>
                  <a:pt x="56632" y="452489"/>
                  <a:pt x="50334" y="444616"/>
                </a:cubicBezTo>
                <a:cubicBezTo>
                  <a:pt x="44810" y="437711"/>
                  <a:pt x="45900" y="427358"/>
                  <a:pt x="41945" y="419449"/>
                </a:cubicBezTo>
                <a:cubicBezTo>
                  <a:pt x="37436" y="410431"/>
                  <a:pt x="29262" y="403495"/>
                  <a:pt x="25167" y="394282"/>
                </a:cubicBezTo>
                <a:cubicBezTo>
                  <a:pt x="17984" y="378121"/>
                  <a:pt x="8389" y="343948"/>
                  <a:pt x="8389" y="343948"/>
                </a:cubicBezTo>
                <a:cubicBezTo>
                  <a:pt x="11185" y="321577"/>
                  <a:pt x="14288" y="299243"/>
                  <a:pt x="16778" y="276836"/>
                </a:cubicBezTo>
                <a:cubicBezTo>
                  <a:pt x="19881" y="248905"/>
                  <a:pt x="19988" y="220567"/>
                  <a:pt x="25167" y="192946"/>
                </a:cubicBezTo>
                <a:cubicBezTo>
                  <a:pt x="28426" y="175564"/>
                  <a:pt x="36352" y="159391"/>
                  <a:pt x="41945" y="142613"/>
                </a:cubicBezTo>
                <a:cubicBezTo>
                  <a:pt x="44741" y="134224"/>
                  <a:pt x="45429" y="124804"/>
                  <a:pt x="50334" y="117446"/>
                </a:cubicBezTo>
                <a:cubicBezTo>
                  <a:pt x="61519" y="100668"/>
                  <a:pt x="67112" y="78297"/>
                  <a:pt x="83890" y="67112"/>
                </a:cubicBezTo>
                <a:cubicBezTo>
                  <a:pt x="111384" y="48783"/>
                  <a:pt x="109057" y="60416"/>
                  <a:pt x="109057" y="41945"/>
                </a:cubicBezTo>
                <a:lnTo>
                  <a:pt x="159391" y="0"/>
                </a:lnTo>
                <a:lnTo>
                  <a:pt x="310393" y="16778"/>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29646348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685800"/>
                <a:ext cx="10515600" cy="5491163"/>
              </a:xfrm>
            </p:spPr>
            <p:txBody>
              <a:bodyPr/>
              <a:lstStyle/>
              <a:p>
                <a:r>
                  <a:rPr lang="en-US" altLang="zh-TW" dirty="0" smtClean="0"/>
                  <a:t>Alignment2 =</a:t>
                </a:r>
                <a14:m>
                  <m:oMath xmlns:m="http://schemas.openxmlformats.org/officeDocument/2006/math">
                    <m:r>
                      <m:rPr>
                        <m:nor/>
                      </m:rPr>
                      <a:rPr lang="en-US" altLang="zh-TW" dirty="0"/>
                      <m:t>Alignment</m:t>
                    </m:r>
                    <m:r>
                      <a:rPr lang="en-US" altLang="zh-TW" b="0" i="1" dirty="0" smtClean="0">
                        <a:latin typeface="Cambria Math" panose="02040503050406030204" pitchFamily="18" charset="0"/>
                      </a:rPr>
                      <m:t>3</m:t>
                    </m:r>
                    <m:r>
                      <a:rPr lang="en-US" altLang="zh-TW" i="1" smtClean="0">
                        <a:latin typeface="Cambria Math" panose="02040503050406030204" pitchFamily="18" charset="0"/>
                        <a:ea typeface="Cambria Math" panose="02040503050406030204" pitchFamily="18" charset="0"/>
                      </a:rPr>
                      <m:t>∪</m:t>
                    </m:r>
                    <m:r>
                      <m:rPr>
                        <m:nor/>
                      </m:rPr>
                      <a:rPr lang="en-US" altLang="zh-TW" dirty="0"/>
                      <m:t>Alignment</m:t>
                    </m:r>
                    <m:r>
                      <m:rPr>
                        <m:nor/>
                      </m:rPr>
                      <a:rPr lang="en-US" altLang="zh-TW" b="0" i="0" dirty="0" smtClean="0"/>
                      <m:t>3.2</m:t>
                    </m:r>
                  </m:oMath>
                </a14:m>
                <a:r>
                  <a:rPr lang="zh-TW" altLang="en-US" dirty="0" smtClean="0"/>
                  <a:t> </a:t>
                </a:r>
                <a14:m>
                  <m:oMath xmlns:m="http://schemas.openxmlformats.org/officeDocument/2006/math">
                    <m:r>
                      <a:rPr lang="en-US" altLang="zh-TW" i="1">
                        <a:latin typeface="Cambria Math" panose="02040503050406030204" pitchFamily="18" charset="0"/>
                        <a:ea typeface="Cambria Math" panose="02040503050406030204" pitchFamily="18" charset="0"/>
                      </a:rPr>
                      <m:t>∪</m:t>
                    </m:r>
                    <m:r>
                      <m:rPr>
                        <m:nor/>
                      </m:rPr>
                      <a:rPr lang="en-US" altLang="zh-TW" dirty="0"/>
                      <m:t>Alignment</m:t>
                    </m:r>
                    <m:r>
                      <m:rPr>
                        <m:nor/>
                      </m:rPr>
                      <a:rPr lang="en-US" altLang="zh-TW" b="0" i="0" dirty="0" smtClean="0"/>
                      <m:t>3.3</m:t>
                    </m:r>
                  </m:oMath>
                </a14:m>
                <a:endParaRPr lang="en-US" altLang="zh-TW" b="0" dirty="0" smtClean="0"/>
              </a:p>
              <a:p>
                <a:r>
                  <a:rPr lang="zh-TW" altLang="en-US" dirty="0"/>
                  <a:t> </a:t>
                </a:r>
                <a:r>
                  <a:rPr lang="en-US" altLang="zh-TW" dirty="0" smtClean="0"/>
                  <a:t>Alignment2 = {{1,2},{1},{3,4},{1,2,3}}</a:t>
                </a:r>
              </a:p>
              <a:p>
                <a:endParaRPr lang="en-US" altLang="zh-TW" dirty="0"/>
              </a:p>
              <a:p>
                <a14:m>
                  <m:oMath xmlns:m="http://schemas.openxmlformats.org/officeDocument/2006/math">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𝑇</m:t>
                        </m:r>
                      </m:e>
                    </m:acc>
                    <m:r>
                      <a:rPr lang="en-US" altLang="zh-TW" i="1">
                        <a:latin typeface="Cambria Math" panose="02040503050406030204" pitchFamily="18" charset="0"/>
                      </a:rPr>
                      <m:t>=</m:t>
                    </m:r>
                  </m:oMath>
                </a14:m>
                <a:r>
                  <a:rPr lang="en-US" altLang="zh-TW" dirty="0" smtClean="0"/>
                  <a:t> {{1.5},{1},{3.5},{2}}</a:t>
                </a:r>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685800"/>
                <a:ext cx="10515600" cy="5491163"/>
              </a:xfrm>
              <a:blipFill rotWithShape="0">
                <a:blip r:embed="rId2"/>
                <a:stretch>
                  <a:fillRect l="-1043" t="-188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965778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6"/>
            <a:ext cx="10515600" cy="859668"/>
          </a:xfrm>
        </p:spPr>
        <p:txBody>
          <a:bodyPr/>
          <a:lstStyle/>
          <a:p>
            <a:r>
              <a:rPr lang="en-US" altLang="zh-TW" dirty="0"/>
              <a:t>Reduce</a:t>
            </a:r>
            <a:endParaRPr lang="zh-TW" altLang="en-US" dirty="0"/>
          </a:p>
        </p:txBody>
      </p:sp>
      <p:sp>
        <p:nvSpPr>
          <p:cNvPr id="3" name="內容版面配置區 2"/>
          <p:cNvSpPr>
            <a:spLocks noGrp="1"/>
          </p:cNvSpPr>
          <p:nvPr>
            <p:ph idx="1"/>
          </p:nvPr>
        </p:nvSpPr>
        <p:spPr>
          <a:xfrm>
            <a:off x="838200" y="1459684"/>
            <a:ext cx="10515600" cy="4717279"/>
          </a:xfrm>
        </p:spPr>
        <p:txBody>
          <a:bodyPr/>
          <a:lstStyle/>
          <a:p>
            <a:r>
              <a:rPr lang="en-US" altLang="zh-TW" dirty="0"/>
              <a:t>Reducing the data cardinality</a:t>
            </a:r>
          </a:p>
          <a:p>
            <a:r>
              <a:rPr lang="en-US" altLang="zh-TW" dirty="0"/>
              <a:t>Reducing the data dimensionality</a:t>
            </a:r>
          </a:p>
          <a:p>
            <a:r>
              <a:rPr lang="en-US" altLang="zh-TW" dirty="0"/>
              <a:t>Reducing the number of objects the nearest neighbor</a:t>
            </a:r>
          </a:p>
          <a:p>
            <a:pPr marL="0" indent="0">
              <a:buNone/>
            </a:pPr>
            <a:r>
              <a:rPr lang="en-US" altLang="zh-TW" dirty="0"/>
              <a:t>algorithm(DBA)</a:t>
            </a:r>
            <a:endParaRPr lang="zh-TW" altLang="en-US" dirty="0"/>
          </a:p>
        </p:txBody>
      </p:sp>
      <p:pic>
        <p:nvPicPr>
          <p:cNvPr id="4" name="圖片 3"/>
          <p:cNvPicPr>
            <a:picLocks noChangeAspect="1"/>
          </p:cNvPicPr>
          <p:nvPr/>
        </p:nvPicPr>
        <p:blipFill>
          <a:blip r:embed="rId2"/>
          <a:stretch>
            <a:fillRect/>
          </a:stretch>
        </p:blipFill>
        <p:spPr>
          <a:xfrm>
            <a:off x="1340918" y="3664568"/>
            <a:ext cx="6172200" cy="2609850"/>
          </a:xfrm>
          <a:prstGeom prst="rect">
            <a:avLst/>
          </a:prstGeom>
        </p:spPr>
      </p:pic>
    </p:spTree>
    <p:extLst>
      <p:ext uri="{BB962C8B-B14F-4D97-AF65-F5344CB8AC3E}">
        <p14:creationId xmlns:p14="http://schemas.microsoft.com/office/powerpoint/2010/main" val="21523629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6"/>
            <a:ext cx="10515600" cy="842890"/>
          </a:xfrm>
        </p:spPr>
        <p:txBody>
          <a:bodyPr/>
          <a:lstStyle/>
          <a:p>
            <a:r>
              <a:rPr lang="en-US" altLang="zh-TW" dirty="0"/>
              <a:t>Experiment</a:t>
            </a:r>
            <a:endParaRPr lang="zh-TW" altLang="en-US" dirty="0"/>
          </a:p>
        </p:txBody>
      </p:sp>
      <p:sp>
        <p:nvSpPr>
          <p:cNvPr id="3" name="內容版面配置區 2"/>
          <p:cNvSpPr>
            <a:spLocks noGrp="1"/>
          </p:cNvSpPr>
          <p:nvPr>
            <p:ph idx="1"/>
          </p:nvPr>
        </p:nvSpPr>
        <p:spPr>
          <a:xfrm>
            <a:off x="838200" y="1208016"/>
            <a:ext cx="10515600" cy="4968947"/>
          </a:xfrm>
        </p:spPr>
        <p:txBody>
          <a:bodyPr/>
          <a:lstStyle/>
          <a:p>
            <a:r>
              <a:rPr lang="en-US" altLang="zh-TW" dirty="0" smtClean="0"/>
              <a:t>Data</a:t>
            </a:r>
            <a:r>
              <a:rPr lang="zh-TW" altLang="en-US" dirty="0" smtClean="0"/>
              <a:t> </a:t>
            </a:r>
            <a:r>
              <a:rPr lang="en-US" altLang="zh-TW" dirty="0"/>
              <a:t>Drop{</a:t>
            </a:r>
            <a:r>
              <a:rPr lang="en-US" altLang="zh-TW" i="1" dirty="0"/>
              <a:t>X</a:t>
            </a:r>
            <a:r>
              <a:rPr lang="en-US" altLang="zh-TW" dirty="0"/>
              <a:t>} :  </a:t>
            </a:r>
            <a:r>
              <a:rPr lang="en-US" altLang="zh-TW" dirty="0" err="1"/>
              <a:t>numerosity</a:t>
            </a:r>
            <a:r>
              <a:rPr lang="en-US" altLang="zh-TW" dirty="0"/>
              <a:t> reduction</a:t>
            </a:r>
          </a:p>
          <a:p>
            <a:r>
              <a:rPr lang="en-US" altLang="zh-TW" dirty="0"/>
              <a:t>Simple Rank (SR) : using leave-one-out 1-NNclassification</a:t>
            </a:r>
          </a:p>
          <a:p>
            <a:endParaRPr lang="en-US" altLang="zh-TW" dirty="0"/>
          </a:p>
          <a:p>
            <a:endParaRPr lang="en-US" altLang="zh-TW" dirty="0"/>
          </a:p>
          <a:p>
            <a:endParaRPr lang="en-US" altLang="zh-TW" dirty="0"/>
          </a:p>
          <a:p>
            <a:r>
              <a:rPr lang="en-US" altLang="zh-TW" dirty="0" smtClean="0"/>
              <a:t>k-</a:t>
            </a:r>
            <a:r>
              <a:rPr lang="en-US" altLang="zh-TW" dirty="0" err="1" smtClean="0"/>
              <a:t>medoids</a:t>
            </a:r>
            <a:r>
              <a:rPr lang="en-US" altLang="zh-TW" dirty="0" smtClean="0"/>
              <a:t> (</a:t>
            </a:r>
            <a:r>
              <a:rPr lang="zh-TW" altLang="en-US" dirty="0" smtClean="0"/>
              <a:t>找中位數</a:t>
            </a:r>
            <a:r>
              <a:rPr lang="en-US" altLang="zh-TW" dirty="0" smtClean="0"/>
              <a:t>)</a:t>
            </a:r>
            <a:endParaRPr lang="en-US" altLang="zh-TW" dirty="0"/>
          </a:p>
          <a:p>
            <a:r>
              <a:rPr lang="en-US" altLang="zh-TW" dirty="0" smtClean="0"/>
              <a:t>K-Means(</a:t>
            </a:r>
            <a:r>
              <a:rPr lang="zh-TW" altLang="en-US" dirty="0" smtClean="0"/>
              <a:t>找平均值</a:t>
            </a:r>
            <a:r>
              <a:rPr lang="en-US" altLang="zh-TW" dirty="0" smtClean="0"/>
              <a:t>)</a:t>
            </a:r>
            <a:endParaRPr lang="zh-TW" altLang="en-US" dirty="0"/>
          </a:p>
        </p:txBody>
      </p:sp>
      <p:pic>
        <p:nvPicPr>
          <p:cNvPr id="4" name="圖片 3"/>
          <p:cNvPicPr>
            <a:picLocks noChangeAspect="1"/>
          </p:cNvPicPr>
          <p:nvPr/>
        </p:nvPicPr>
        <p:blipFill>
          <a:blip r:embed="rId2"/>
          <a:stretch>
            <a:fillRect/>
          </a:stretch>
        </p:blipFill>
        <p:spPr>
          <a:xfrm>
            <a:off x="3590925" y="2591551"/>
            <a:ext cx="5010150" cy="904875"/>
          </a:xfrm>
          <a:prstGeom prst="rect">
            <a:avLst/>
          </a:prstGeom>
        </p:spPr>
      </p:pic>
    </p:spTree>
    <p:extLst>
      <p:ext uri="{BB962C8B-B14F-4D97-AF65-F5344CB8AC3E}">
        <p14:creationId xmlns:p14="http://schemas.microsoft.com/office/powerpoint/2010/main" val="35491221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2640563" y="1159926"/>
            <a:ext cx="5791200" cy="3906595"/>
          </a:xfrm>
          <a:prstGeom prst="rect">
            <a:avLst/>
          </a:prstGeom>
        </p:spPr>
      </p:pic>
    </p:spTree>
    <p:extLst>
      <p:ext uri="{BB962C8B-B14F-4D97-AF65-F5344CB8AC3E}">
        <p14:creationId xmlns:p14="http://schemas.microsoft.com/office/powerpoint/2010/main" val="12014247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2791326" y="1027906"/>
            <a:ext cx="6208295" cy="4747252"/>
          </a:xfrm>
          <a:prstGeom prst="rect">
            <a:avLst/>
          </a:prstGeom>
        </p:spPr>
      </p:pic>
      <p:sp>
        <p:nvSpPr>
          <p:cNvPr id="3" name="內容版面配置區 2"/>
          <p:cNvSpPr>
            <a:spLocks noGrp="1"/>
          </p:cNvSpPr>
          <p:nvPr>
            <p:ph idx="1"/>
          </p:nvPr>
        </p:nvSpPr>
        <p:spPr/>
        <p:txBody>
          <a:bodyPr/>
          <a:lstStyle/>
          <a:p>
            <a:endParaRPr lang="zh-TW" altLang="en-US" dirty="0"/>
          </a:p>
        </p:txBody>
      </p:sp>
    </p:spTree>
    <p:extLst>
      <p:ext uri="{BB962C8B-B14F-4D97-AF65-F5344CB8AC3E}">
        <p14:creationId xmlns:p14="http://schemas.microsoft.com/office/powerpoint/2010/main" val="255682484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1313</TotalTime>
  <Words>458</Words>
  <Application>Microsoft Office PowerPoint</Application>
  <PresentationFormat>寬螢幕</PresentationFormat>
  <Paragraphs>193</Paragraphs>
  <Slides>17</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17</vt:i4>
      </vt:variant>
    </vt:vector>
  </HeadingPairs>
  <TitlesOfParts>
    <vt:vector size="23" baseType="lpstr">
      <vt:lpstr>新細明體</vt:lpstr>
      <vt:lpstr>Arial</vt:lpstr>
      <vt:lpstr>Calibri</vt:lpstr>
      <vt:lpstr>Calibri Light</vt:lpstr>
      <vt:lpstr>Cambria Math</vt:lpstr>
      <vt:lpstr>Office 佈景主題</vt:lpstr>
      <vt:lpstr>Dynamic Time Warping Averaging of Time Series Allows Faster and More Accurate Classification</vt:lpstr>
      <vt:lpstr>Abstract(1/2)</vt:lpstr>
      <vt:lpstr>Abstract(2/2)</vt:lpstr>
      <vt:lpstr>PowerPoint 簡報</vt:lpstr>
      <vt:lpstr>PowerPoint 簡報</vt:lpstr>
      <vt:lpstr>DTW Barycenter Averaging (DBA)</vt:lpstr>
      <vt:lpstr>PowerPoint 簡報</vt:lpstr>
      <vt:lpstr>PowerPoint 簡報</vt:lpstr>
      <vt:lpstr>PowerPoint 簡報</vt:lpstr>
      <vt:lpstr>PowerPoint 簡報</vt:lpstr>
      <vt:lpstr>PowerPoint 簡報</vt:lpstr>
      <vt:lpstr>PowerPoint 簡報</vt:lpstr>
      <vt:lpstr>PowerPoint 簡報</vt:lpstr>
      <vt:lpstr>Reduce</vt:lpstr>
      <vt:lpstr>Experiment</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Time Warping Averaging of Time Series allows Faster and more Accurate Classification</dc:title>
  <dc:creator>andy</dc:creator>
  <cp:lastModifiedBy>pplab-class</cp:lastModifiedBy>
  <cp:revision>27</cp:revision>
  <dcterms:created xsi:type="dcterms:W3CDTF">2017-02-20T11:30:34Z</dcterms:created>
  <dcterms:modified xsi:type="dcterms:W3CDTF">2017-02-21T12:17:06Z</dcterms:modified>
</cp:coreProperties>
</file>