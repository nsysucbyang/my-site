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59" r:id="rId4"/>
    <p:sldId id="257" r:id="rId5"/>
    <p:sldId id="267" r:id="rId6"/>
    <p:sldId id="272" r:id="rId7"/>
    <p:sldId id="268" r:id="rId8"/>
    <p:sldId id="263" r:id="rId9"/>
    <p:sldId id="265" r:id="rId10"/>
    <p:sldId id="262" r:id="rId11"/>
    <p:sldId id="270" r:id="rId12"/>
    <p:sldId id="266" r:id="rId13"/>
    <p:sldId id="271" r:id="rId14"/>
    <p:sldId id="264" r:id="rId15"/>
    <p:sldId id="261"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DB5FB3-61C7-AC48-9F10-9F8CB0F14B9E}">
          <p14:sldIdLst>
            <p14:sldId id="256"/>
            <p14:sldId id="258"/>
            <p14:sldId id="259"/>
            <p14:sldId id="257"/>
            <p14:sldId id="267"/>
            <p14:sldId id="272"/>
            <p14:sldId id="268"/>
            <p14:sldId id="263"/>
            <p14:sldId id="265"/>
            <p14:sldId id="262"/>
            <p14:sldId id="270"/>
            <p14:sldId id="266"/>
            <p14:sldId id="271"/>
            <p14:sldId id="264"/>
            <p14:sldId id="261"/>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9033"/>
  </p:normalViewPr>
  <p:slideViewPr>
    <p:cSldViewPr snapToGrid="0" snapToObjects="1">
      <p:cViewPr>
        <p:scale>
          <a:sx n="97" d="100"/>
          <a:sy n="97" d="100"/>
        </p:scale>
        <p:origin x="62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B85B12-902B-964D-92B2-F7EBE2D358B2}" type="datetimeFigureOut">
              <a:rPr lang="en-US" smtClean="0"/>
              <a:t>8/1/17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E558D6-6E7D-7241-902D-F479E41A89E1}" type="slidenum">
              <a:rPr lang="en-US" smtClean="0"/>
              <a:t>‹#›</a:t>
            </a:fld>
            <a:endParaRPr lang="en-US"/>
          </a:p>
        </p:txBody>
      </p:sp>
    </p:spTree>
    <p:extLst>
      <p:ext uri="{BB962C8B-B14F-4D97-AF65-F5344CB8AC3E}">
        <p14:creationId xmlns:p14="http://schemas.microsoft.com/office/powerpoint/2010/main" val="62051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10"/>
          </p:nvPr>
        </p:nvSpPr>
        <p:spPr/>
        <p:txBody>
          <a:bodyPr/>
          <a:lstStyle/>
          <a:p>
            <a:fld id="{C7E558D6-6E7D-7241-902D-F479E41A89E1}" type="slidenum">
              <a:rPr lang="en-US" smtClean="0"/>
              <a:t>1</a:t>
            </a:fld>
            <a:endParaRPr lang="en-US"/>
          </a:p>
        </p:txBody>
      </p:sp>
    </p:spTree>
    <p:extLst>
      <p:ext uri="{BB962C8B-B14F-4D97-AF65-F5344CB8AC3E}">
        <p14:creationId xmlns:p14="http://schemas.microsoft.com/office/powerpoint/2010/main" val="191999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The raw price changes of the last 45 min and the momentum change to the previous </a:t>
            </a:r>
            <a:r>
              <a:rPr lang="en-US" altLang="zh-TW" sz="2000" kern="1200" dirty="0">
                <a:solidFill>
                  <a:schemeClr val="tx1"/>
                </a:solidFill>
                <a:effectLst/>
                <a:latin typeface="+mn-lt"/>
                <a:ea typeface="+mn-ea"/>
                <a:cs typeface="+mn-cs"/>
              </a:rPr>
              <a:t>3 h</a:t>
            </a:r>
            <a:r>
              <a:rPr lang="en-US" sz="2000" kern="1200" dirty="0">
                <a:solidFill>
                  <a:schemeClr val="tx1"/>
                </a:solidFill>
                <a:effectLst/>
                <a:latin typeface="+mn-lt"/>
                <a:ea typeface="+mn-ea"/>
                <a:cs typeface="+mn-cs"/>
              </a:rPr>
              <a:t>, </a:t>
            </a:r>
            <a:r>
              <a:rPr lang="en-US" altLang="zh-TW" sz="2000" kern="1200" dirty="0">
                <a:solidFill>
                  <a:schemeClr val="tx1"/>
                </a:solidFill>
                <a:effectLst/>
                <a:latin typeface="+mn-lt"/>
                <a:ea typeface="+mn-ea"/>
                <a:cs typeface="+mn-cs"/>
              </a:rPr>
              <a:t>5 h</a:t>
            </a:r>
            <a:r>
              <a:rPr lang="en-US" sz="2000" kern="1200" dirty="0">
                <a:solidFill>
                  <a:schemeClr val="tx1"/>
                </a:solidFill>
                <a:effectLst/>
                <a:latin typeface="+mn-lt"/>
                <a:ea typeface="+mn-ea"/>
                <a:cs typeface="+mn-cs"/>
              </a:rPr>
              <a:t>, 1 day, 3 days, and 10 days is directly used as the input of the trading system (</a:t>
            </a:r>
            <a:r>
              <a:rPr lang="en-US" sz="2000" b="1" kern="1200" dirty="0" err="1">
                <a:solidFill>
                  <a:schemeClr val="tx1"/>
                </a:solidFill>
                <a:effectLst/>
                <a:latin typeface="+mn-lt"/>
                <a:ea typeface="+mn-ea"/>
                <a:cs typeface="+mn-cs"/>
              </a:rPr>
              <a:t>f</a:t>
            </a:r>
            <a:r>
              <a:rPr lang="en-US" sz="2000" i="1" kern="1200" dirty="0" err="1">
                <a:solidFill>
                  <a:schemeClr val="tx1"/>
                </a:solidFill>
                <a:effectLst/>
                <a:latin typeface="+mn-lt"/>
                <a:ea typeface="+mn-ea"/>
                <a:cs typeface="+mn-cs"/>
              </a:rPr>
              <a:t>t</a:t>
            </a:r>
            <a:r>
              <a:rPr lang="en-US" sz="2000" i="1" kern="120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 R50). In the fuzzy learning part, each of the </a:t>
            </a:r>
            <a:r>
              <a:rPr lang="en-US" altLang="zh-TW" sz="2000" kern="1200" dirty="0">
                <a:solidFill>
                  <a:schemeClr val="tx1"/>
                </a:solidFill>
                <a:effectLst/>
                <a:latin typeface="+mn-lt"/>
                <a:ea typeface="+mn-ea"/>
                <a:cs typeface="+mn-cs"/>
              </a:rPr>
              <a:t>50</a:t>
            </a:r>
            <a:r>
              <a:rPr lang="en-US" sz="2000" kern="1200" dirty="0">
                <a:solidFill>
                  <a:schemeClr val="tx1"/>
                </a:solidFill>
                <a:effectLst/>
                <a:latin typeface="+mn-lt"/>
                <a:ea typeface="+mn-ea"/>
                <a:cs typeface="+mn-cs"/>
              </a:rPr>
              <a:t> input nodes are connected with three fuzzy membership functions to seek for the first-level fuzzy representation in R150. Then, the fuzzy layer is sequentially passed through four deep transformation layers with 128, 128, 128, and 20 hidden nodes per layer. The feature representation (</a:t>
            </a:r>
            <a:r>
              <a:rPr lang="en-US" sz="2000" b="1" kern="1200" dirty="0">
                <a:solidFill>
                  <a:schemeClr val="tx1"/>
                </a:solidFill>
                <a:effectLst/>
                <a:latin typeface="+mn-lt"/>
                <a:ea typeface="+mn-ea"/>
                <a:cs typeface="+mn-cs"/>
              </a:rPr>
              <a:t>F</a:t>
            </a:r>
            <a:r>
              <a:rPr lang="en-US" sz="2000" i="1" kern="1200" dirty="0">
                <a:solidFill>
                  <a:schemeClr val="tx1"/>
                </a:solidFill>
                <a:effectLst/>
                <a:latin typeface="+mn-lt"/>
                <a:ea typeface="+mn-ea"/>
                <a:cs typeface="+mn-cs"/>
              </a:rPr>
              <a:t>t </a:t>
            </a:r>
            <a:r>
              <a:rPr lang="en-US" sz="2000" kern="1200" dirty="0">
                <a:solidFill>
                  <a:schemeClr val="tx1"/>
                </a:solidFill>
                <a:effectLst/>
                <a:latin typeface="+mn-lt"/>
                <a:ea typeface="+mn-ea"/>
                <a:cs typeface="+mn-cs"/>
              </a:rPr>
              <a:t>∈ R20) of the final deep layer is connected with the DRL part for trading policy making. </a:t>
            </a:r>
            <a:endParaRPr lang="en-US" sz="2000" dirty="0"/>
          </a:p>
          <a:p>
            <a:endParaRPr lang="en-US" dirty="0"/>
          </a:p>
        </p:txBody>
      </p:sp>
      <p:sp>
        <p:nvSpPr>
          <p:cNvPr id="4" name="Slide Number Placeholder 3"/>
          <p:cNvSpPr>
            <a:spLocks noGrp="1"/>
          </p:cNvSpPr>
          <p:nvPr>
            <p:ph type="sldNum" sz="quarter" idx="10"/>
          </p:nvPr>
        </p:nvSpPr>
        <p:spPr/>
        <p:txBody>
          <a:bodyPr/>
          <a:lstStyle/>
          <a:p>
            <a:fld id="{C7E558D6-6E7D-7241-902D-F479E41A89E1}" type="slidenum">
              <a:rPr lang="en-US" smtClean="0"/>
              <a:t>4</a:t>
            </a:fld>
            <a:endParaRPr lang="en-US"/>
          </a:p>
        </p:txBody>
      </p:sp>
    </p:spTree>
    <p:extLst>
      <p:ext uri="{BB962C8B-B14F-4D97-AF65-F5344CB8AC3E}">
        <p14:creationId xmlns:p14="http://schemas.microsoft.com/office/powerpoint/2010/main" val="468118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The raw price changes of the last 45 min and the momentum change to the previous </a:t>
            </a:r>
            <a:r>
              <a:rPr lang="en-US" altLang="zh-TW" sz="2000" kern="1200" dirty="0">
                <a:solidFill>
                  <a:schemeClr val="tx1"/>
                </a:solidFill>
                <a:effectLst/>
                <a:latin typeface="+mn-lt"/>
                <a:ea typeface="+mn-ea"/>
                <a:cs typeface="+mn-cs"/>
              </a:rPr>
              <a:t>3 h</a:t>
            </a:r>
            <a:r>
              <a:rPr lang="en-US" sz="2000" kern="1200" dirty="0">
                <a:solidFill>
                  <a:schemeClr val="tx1"/>
                </a:solidFill>
                <a:effectLst/>
                <a:latin typeface="+mn-lt"/>
                <a:ea typeface="+mn-ea"/>
                <a:cs typeface="+mn-cs"/>
              </a:rPr>
              <a:t>, </a:t>
            </a:r>
            <a:r>
              <a:rPr lang="en-US" altLang="zh-TW" sz="2000" kern="1200" dirty="0">
                <a:solidFill>
                  <a:schemeClr val="tx1"/>
                </a:solidFill>
                <a:effectLst/>
                <a:latin typeface="+mn-lt"/>
                <a:ea typeface="+mn-ea"/>
                <a:cs typeface="+mn-cs"/>
              </a:rPr>
              <a:t>5 h</a:t>
            </a:r>
            <a:r>
              <a:rPr lang="en-US" sz="2000" kern="1200" dirty="0">
                <a:solidFill>
                  <a:schemeClr val="tx1"/>
                </a:solidFill>
                <a:effectLst/>
                <a:latin typeface="+mn-lt"/>
                <a:ea typeface="+mn-ea"/>
                <a:cs typeface="+mn-cs"/>
              </a:rPr>
              <a:t>, 1 day, 3 days, and 10 days is directly used as the input of the trading system (</a:t>
            </a:r>
            <a:r>
              <a:rPr lang="en-US" sz="2000" b="1" kern="1200" dirty="0" err="1">
                <a:solidFill>
                  <a:schemeClr val="tx1"/>
                </a:solidFill>
                <a:effectLst/>
                <a:latin typeface="+mn-lt"/>
                <a:ea typeface="+mn-ea"/>
                <a:cs typeface="+mn-cs"/>
              </a:rPr>
              <a:t>f</a:t>
            </a:r>
            <a:r>
              <a:rPr lang="en-US" sz="2000" i="1" kern="1200" dirty="0" err="1">
                <a:solidFill>
                  <a:schemeClr val="tx1"/>
                </a:solidFill>
                <a:effectLst/>
                <a:latin typeface="+mn-lt"/>
                <a:ea typeface="+mn-ea"/>
                <a:cs typeface="+mn-cs"/>
              </a:rPr>
              <a:t>t</a:t>
            </a:r>
            <a:r>
              <a:rPr lang="en-US" sz="2000" i="1" kern="120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 R50). In the fuzzy learning part, each of the </a:t>
            </a:r>
            <a:r>
              <a:rPr lang="en-US" altLang="zh-TW" sz="2000" kern="1200" dirty="0">
                <a:solidFill>
                  <a:schemeClr val="tx1"/>
                </a:solidFill>
                <a:effectLst/>
                <a:latin typeface="+mn-lt"/>
                <a:ea typeface="+mn-ea"/>
                <a:cs typeface="+mn-cs"/>
              </a:rPr>
              <a:t>50</a:t>
            </a:r>
            <a:r>
              <a:rPr lang="en-US" sz="2000" kern="1200" dirty="0">
                <a:solidFill>
                  <a:schemeClr val="tx1"/>
                </a:solidFill>
                <a:effectLst/>
                <a:latin typeface="+mn-lt"/>
                <a:ea typeface="+mn-ea"/>
                <a:cs typeface="+mn-cs"/>
              </a:rPr>
              <a:t> input nodes are connected with three fuzzy membership functions to seek for the first-level fuzzy representation in R150. Then, the fuzzy layer is sequentially passed through four deep transformation layers with 128, 128, 128, and 20 hidden nodes per layer. The feature representation (</a:t>
            </a:r>
            <a:r>
              <a:rPr lang="en-US" sz="2000" b="1" kern="1200" dirty="0">
                <a:solidFill>
                  <a:schemeClr val="tx1"/>
                </a:solidFill>
                <a:effectLst/>
                <a:latin typeface="+mn-lt"/>
                <a:ea typeface="+mn-ea"/>
                <a:cs typeface="+mn-cs"/>
              </a:rPr>
              <a:t>F</a:t>
            </a:r>
            <a:r>
              <a:rPr lang="en-US" sz="2000" i="1" kern="1200" dirty="0">
                <a:solidFill>
                  <a:schemeClr val="tx1"/>
                </a:solidFill>
                <a:effectLst/>
                <a:latin typeface="+mn-lt"/>
                <a:ea typeface="+mn-ea"/>
                <a:cs typeface="+mn-cs"/>
              </a:rPr>
              <a:t>t </a:t>
            </a:r>
            <a:r>
              <a:rPr lang="en-US" sz="2000" kern="1200" dirty="0">
                <a:solidFill>
                  <a:schemeClr val="tx1"/>
                </a:solidFill>
                <a:effectLst/>
                <a:latin typeface="+mn-lt"/>
                <a:ea typeface="+mn-ea"/>
                <a:cs typeface="+mn-cs"/>
              </a:rPr>
              <a:t>∈ R20) of the final deep layer is connected with the DRL part for trading policy making. </a:t>
            </a:r>
            <a:endParaRPr lang="en-US" sz="2000" dirty="0"/>
          </a:p>
          <a:p>
            <a:endParaRPr lang="en-US" dirty="0"/>
          </a:p>
        </p:txBody>
      </p:sp>
      <p:sp>
        <p:nvSpPr>
          <p:cNvPr id="4" name="Slide Number Placeholder 3"/>
          <p:cNvSpPr>
            <a:spLocks noGrp="1"/>
          </p:cNvSpPr>
          <p:nvPr>
            <p:ph type="sldNum" sz="quarter" idx="10"/>
          </p:nvPr>
        </p:nvSpPr>
        <p:spPr/>
        <p:txBody>
          <a:bodyPr/>
          <a:lstStyle/>
          <a:p>
            <a:fld id="{C7E558D6-6E7D-7241-902D-F479E41A89E1}" type="slidenum">
              <a:rPr lang="en-US" smtClean="0"/>
              <a:t>5</a:t>
            </a:fld>
            <a:endParaRPr lang="en-US"/>
          </a:p>
        </p:txBody>
      </p:sp>
    </p:spTree>
    <p:extLst>
      <p:ext uri="{BB962C8B-B14F-4D97-AF65-F5344CB8AC3E}">
        <p14:creationId xmlns:p14="http://schemas.microsoft.com/office/powerpoint/2010/main" val="308194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system is only trained for 100 epochs with a gradient decreasing parameter be </a:t>
            </a:r>
            <a:r>
              <a:rPr lang="en-US" sz="1200" kern="1200" dirty="0" err="1">
                <a:solidFill>
                  <a:schemeClr val="tx1"/>
                </a:solidFill>
                <a:effectLst/>
                <a:latin typeface="+mn-lt"/>
                <a:ea typeface="+mn-ea"/>
                <a:cs typeface="+mn-cs"/>
              </a:rPr>
              <a:t>η</a:t>
            </a:r>
            <a:r>
              <a:rPr lang="en-US" sz="1200" i="1" kern="1200" dirty="0" err="1">
                <a:solidFill>
                  <a:schemeClr val="tx1"/>
                </a:solidFill>
                <a:effectLst/>
                <a:latin typeface="+mn-lt"/>
                <a:ea typeface="+mn-ea"/>
                <a:cs typeface="+mn-cs"/>
              </a:rPr>
              <a:t>c</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0.97 </a:t>
            </a:r>
            <a:endParaRPr lang="en-US" dirty="0"/>
          </a:p>
          <a:p>
            <a:endParaRPr lang="en-US" dirty="0"/>
          </a:p>
        </p:txBody>
      </p:sp>
      <p:sp>
        <p:nvSpPr>
          <p:cNvPr id="4" name="Slide Number Placeholder 3"/>
          <p:cNvSpPr>
            <a:spLocks noGrp="1"/>
          </p:cNvSpPr>
          <p:nvPr>
            <p:ph type="sldNum" sz="quarter" idx="10"/>
          </p:nvPr>
        </p:nvSpPr>
        <p:spPr/>
        <p:txBody>
          <a:bodyPr/>
          <a:lstStyle/>
          <a:p>
            <a:fld id="{C7E558D6-6E7D-7241-902D-F479E41A89E1}" type="slidenum">
              <a:rPr lang="en-US" smtClean="0"/>
              <a:t>8</a:t>
            </a:fld>
            <a:endParaRPr lang="en-US"/>
          </a:p>
        </p:txBody>
      </p:sp>
    </p:spTree>
    <p:extLst>
      <p:ext uri="{BB962C8B-B14F-4D97-AF65-F5344CB8AC3E}">
        <p14:creationId xmlns:p14="http://schemas.microsoft.com/office/powerpoint/2010/main" val="1710016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conduct model selection to select a good model for the out-of-sample data. To achieve this goal, 15000 training points are divided into two sets as RDNN training set (first 12 000) and validation set (last 3000). On the first 12000 time points, FDDR is trained for 5 times and the best one is selected on the next 3000 blind points. Such validation helps to exclude some highly </a:t>
            </a:r>
            <a:r>
              <a:rPr lang="en-US" sz="1200" kern="1200" dirty="0" err="1">
                <a:solidFill>
                  <a:schemeClr val="tx1"/>
                </a:solidFill>
                <a:effectLst/>
                <a:latin typeface="+mn-lt"/>
                <a:ea typeface="+mn-ea"/>
                <a:cs typeface="+mn-cs"/>
              </a:rPr>
              <a:t>overfitted</a:t>
            </a:r>
            <a:r>
              <a:rPr lang="en-US" sz="1200" kern="1200" dirty="0">
                <a:solidFill>
                  <a:schemeClr val="tx1"/>
                </a:solidFill>
                <a:effectLst/>
                <a:latin typeface="+mn-lt"/>
                <a:ea typeface="+mn-ea"/>
                <a:cs typeface="+mn-cs"/>
              </a:rPr>
              <a:t> NNs from the training set. </a:t>
            </a:r>
            <a:endParaRPr lang="en-US" dirty="0"/>
          </a:p>
          <a:p>
            <a:endParaRPr lang="en-US" dirty="0"/>
          </a:p>
        </p:txBody>
      </p:sp>
      <p:sp>
        <p:nvSpPr>
          <p:cNvPr id="4" name="Slide Number Placeholder 3"/>
          <p:cNvSpPr>
            <a:spLocks noGrp="1"/>
          </p:cNvSpPr>
          <p:nvPr>
            <p:ph type="sldNum" sz="quarter" idx="10"/>
          </p:nvPr>
        </p:nvSpPr>
        <p:spPr/>
        <p:txBody>
          <a:bodyPr/>
          <a:lstStyle/>
          <a:p>
            <a:fld id="{C7E558D6-6E7D-7241-902D-F479E41A89E1}" type="slidenum">
              <a:rPr lang="en-US" smtClean="0"/>
              <a:t>9</a:t>
            </a:fld>
            <a:endParaRPr lang="en-US"/>
          </a:p>
        </p:txBody>
      </p:sp>
    </p:spTree>
    <p:extLst>
      <p:ext uri="{BB962C8B-B14F-4D97-AF65-F5344CB8AC3E}">
        <p14:creationId xmlns:p14="http://schemas.microsoft.com/office/powerpoint/2010/main" val="1175465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E558D6-6E7D-7241-902D-F479E41A89E1}" type="slidenum">
              <a:rPr lang="en-US" smtClean="0"/>
              <a:t>10</a:t>
            </a:fld>
            <a:endParaRPr lang="en-US"/>
          </a:p>
        </p:txBody>
      </p:sp>
    </p:spTree>
    <p:extLst>
      <p:ext uri="{BB962C8B-B14F-4D97-AF65-F5344CB8AC3E}">
        <p14:creationId xmlns:p14="http://schemas.microsoft.com/office/powerpoint/2010/main" val="967600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Scot:</a:t>
            </a:r>
            <a:r>
              <a:rPr lang="en-US" altLang="zh-TW" sz="1200" kern="1200" baseline="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sparse coding model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silver (AG) and sugar (SU)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endParaRPr kumimoji="1" lang="zh-TW" altLang="en-US" dirty="0"/>
          </a:p>
        </p:txBody>
      </p:sp>
      <p:sp>
        <p:nvSpPr>
          <p:cNvPr id="4" name="投影片編號版面配置區 3"/>
          <p:cNvSpPr>
            <a:spLocks noGrp="1"/>
          </p:cNvSpPr>
          <p:nvPr>
            <p:ph type="sldNum" sz="quarter" idx="10"/>
          </p:nvPr>
        </p:nvSpPr>
        <p:spPr/>
        <p:txBody>
          <a:bodyPr/>
          <a:lstStyle/>
          <a:p>
            <a:fld id="{C7E558D6-6E7D-7241-902D-F479E41A89E1}" type="slidenum">
              <a:rPr lang="en-US" smtClean="0"/>
              <a:t>12</a:t>
            </a:fld>
            <a:endParaRPr lang="en-US"/>
          </a:p>
        </p:txBody>
      </p:sp>
    </p:spTree>
    <p:extLst>
      <p:ext uri="{BB962C8B-B14F-4D97-AF65-F5344CB8AC3E}">
        <p14:creationId xmlns:p14="http://schemas.microsoft.com/office/powerpoint/2010/main" val="1555979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TW" dirty="0" err="1" smtClean="0"/>
              <a:t>s&amp;p</a:t>
            </a:r>
            <a:r>
              <a:rPr kumimoji="1" lang="en-US" altLang="zh-TW" dirty="0" smtClean="0"/>
              <a:t> 500: </a:t>
            </a:r>
            <a:r>
              <a:rPr lang="en-US" altLang="zh-TW" sz="1200" kern="1200" dirty="0" smtClean="0">
                <a:solidFill>
                  <a:schemeClr val="tx1"/>
                </a:solidFill>
                <a:effectLst/>
                <a:latin typeface="+mn-lt"/>
                <a:ea typeface="+mn-ea"/>
                <a:cs typeface="+mn-cs"/>
              </a:rPr>
              <a:t>January 1990 to September 2015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In this case, we fix the trading cost to 0.1% of the index value.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The relative indices include the FTSE100 index (U.K.), </a:t>
            </a:r>
            <a:r>
              <a:rPr lang="en-US" altLang="zh-TW" sz="1200" kern="1200" dirty="0" err="1" smtClean="0">
                <a:solidFill>
                  <a:schemeClr val="tx1"/>
                </a:solidFill>
                <a:effectLst/>
                <a:latin typeface="+mn-lt"/>
                <a:ea typeface="+mn-ea"/>
                <a:cs typeface="+mn-cs"/>
              </a:rPr>
              <a:t>Hangseng</a:t>
            </a:r>
            <a:r>
              <a:rPr lang="en-US" altLang="zh-TW" sz="1200" kern="1200" dirty="0" smtClean="0">
                <a:solidFill>
                  <a:schemeClr val="tx1"/>
                </a:solidFill>
                <a:effectLst/>
                <a:latin typeface="+mn-lt"/>
                <a:ea typeface="+mn-ea"/>
                <a:cs typeface="+mn-cs"/>
              </a:rPr>
              <a:t> Index (Hong Kong), Nikkei 225 (Japan), and Shanghai Stock Index (China). </a:t>
            </a:r>
            <a:endParaRPr lang="en-US" altLang="zh-TW" dirty="0" smtClean="0"/>
          </a:p>
          <a:p>
            <a:endParaRPr kumimoji="1" lang="en-US" altLang="zh-TW" dirty="0" smtClean="0"/>
          </a:p>
          <a:p>
            <a:endParaRPr kumimoji="1" lang="zh-TW" altLang="en-US" dirty="0"/>
          </a:p>
        </p:txBody>
      </p:sp>
      <p:sp>
        <p:nvSpPr>
          <p:cNvPr id="4" name="投影片編號版面配置區 3"/>
          <p:cNvSpPr>
            <a:spLocks noGrp="1"/>
          </p:cNvSpPr>
          <p:nvPr>
            <p:ph type="sldNum" sz="quarter" idx="10"/>
          </p:nvPr>
        </p:nvSpPr>
        <p:spPr/>
        <p:txBody>
          <a:bodyPr/>
          <a:lstStyle/>
          <a:p>
            <a:fld id="{C7E558D6-6E7D-7241-902D-F479E41A89E1}" type="slidenum">
              <a:rPr lang="en-US" smtClean="0"/>
              <a:t>13</a:t>
            </a:fld>
            <a:endParaRPr lang="en-US"/>
          </a:p>
        </p:txBody>
      </p:sp>
    </p:spTree>
    <p:extLst>
      <p:ext uri="{BB962C8B-B14F-4D97-AF65-F5344CB8AC3E}">
        <p14:creationId xmlns:p14="http://schemas.microsoft.com/office/powerpoint/2010/main" val="144567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此學習過程是以一次一個訓練樣本的方式，直到學習完所有的訓練樣 本，稱之為一個循環週期</a:t>
            </a:r>
            <a:r>
              <a:rPr lang="en-US" altLang="zh-TW" sz="1200" kern="1200" dirty="0">
                <a:solidFill>
                  <a:schemeClr val="tx1"/>
                </a:solidFill>
                <a:effectLst/>
                <a:latin typeface="+mn-lt"/>
                <a:ea typeface="+mn-ea"/>
                <a:cs typeface="+mn-cs"/>
              </a:rPr>
              <a:t>(Epoch) </a:t>
            </a:r>
            <a:endParaRPr lang="zh-TW" altLang="en-US" dirty="0"/>
          </a:p>
          <a:p>
            <a:endParaRPr lang="en-US" dirty="0"/>
          </a:p>
        </p:txBody>
      </p:sp>
      <p:sp>
        <p:nvSpPr>
          <p:cNvPr id="4" name="Slide Number Placeholder 3"/>
          <p:cNvSpPr>
            <a:spLocks noGrp="1"/>
          </p:cNvSpPr>
          <p:nvPr>
            <p:ph type="sldNum" sz="quarter" idx="10"/>
          </p:nvPr>
        </p:nvSpPr>
        <p:spPr/>
        <p:txBody>
          <a:bodyPr/>
          <a:lstStyle/>
          <a:p>
            <a:fld id="{C7E558D6-6E7D-7241-902D-F479E41A89E1}" type="slidenum">
              <a:rPr lang="en-US" smtClean="0"/>
              <a:t>14</a:t>
            </a:fld>
            <a:endParaRPr lang="en-US"/>
          </a:p>
        </p:txBody>
      </p:sp>
    </p:spTree>
    <p:extLst>
      <p:ext uri="{BB962C8B-B14F-4D97-AF65-F5344CB8AC3E}">
        <p14:creationId xmlns:p14="http://schemas.microsoft.com/office/powerpoint/2010/main" val="1607444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6F25847-B32E-D945-AB74-F3D30039AC89}" type="datetimeFigureOut">
              <a:rPr lang="en-US" smtClean="0"/>
              <a:t>8/1/17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112946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F25847-B32E-D945-AB74-F3D30039AC89}" type="datetimeFigureOut">
              <a:rPr lang="en-US" smtClean="0"/>
              <a:t>8/1/17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1316887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F25847-B32E-D945-AB74-F3D30039AC89}" type="datetimeFigureOut">
              <a:rPr lang="en-US" smtClean="0"/>
              <a:t>8/1/17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96193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F25847-B32E-D945-AB74-F3D30039AC89}" type="datetimeFigureOut">
              <a:rPr lang="en-US" smtClean="0"/>
              <a:t>8/1/17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92406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F25847-B32E-D945-AB74-F3D30039AC89}" type="datetimeFigureOut">
              <a:rPr lang="en-US" smtClean="0"/>
              <a:t>8/1/17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9399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F25847-B32E-D945-AB74-F3D30039AC89}" type="datetimeFigureOut">
              <a:rPr lang="en-US" smtClean="0"/>
              <a:t>8/1/17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1392627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F25847-B32E-D945-AB74-F3D30039AC89}" type="datetimeFigureOut">
              <a:rPr lang="en-US" smtClean="0"/>
              <a:t>8/1/17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46827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25847-B32E-D945-AB74-F3D30039AC89}" type="datetimeFigureOut">
              <a:rPr lang="en-US" smtClean="0"/>
              <a:t>8/1/17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1920245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25847-B32E-D945-AB74-F3D30039AC89}" type="datetimeFigureOut">
              <a:rPr lang="en-US" smtClean="0"/>
              <a:t>8/1/17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1186795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F25847-B32E-D945-AB74-F3D30039AC89}" type="datetimeFigureOut">
              <a:rPr lang="en-US" smtClean="0"/>
              <a:t>8/1/17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649485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F25847-B32E-D945-AB74-F3D30039AC89}" type="datetimeFigureOut">
              <a:rPr lang="en-US" smtClean="0"/>
              <a:t>8/1/17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2460-3037-6741-BAD8-CE96B8C98136}" type="slidenum">
              <a:rPr lang="en-US" smtClean="0"/>
              <a:t>‹#›</a:t>
            </a:fld>
            <a:endParaRPr lang="en-US"/>
          </a:p>
        </p:txBody>
      </p:sp>
    </p:spTree>
    <p:extLst>
      <p:ext uri="{BB962C8B-B14F-4D97-AF65-F5344CB8AC3E}">
        <p14:creationId xmlns:p14="http://schemas.microsoft.com/office/powerpoint/2010/main" val="24357206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25847-B32E-D945-AB74-F3D30039AC89}" type="datetimeFigureOut">
              <a:rPr lang="en-US" smtClean="0"/>
              <a:t>8/1/17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82460-3037-6741-BAD8-CE96B8C98136}" type="slidenum">
              <a:rPr lang="en-US" smtClean="0"/>
              <a:t>‹#›</a:t>
            </a:fld>
            <a:endParaRPr lang="en-US"/>
          </a:p>
        </p:txBody>
      </p:sp>
    </p:spTree>
    <p:extLst>
      <p:ext uri="{BB962C8B-B14F-4D97-AF65-F5344CB8AC3E}">
        <p14:creationId xmlns:p14="http://schemas.microsoft.com/office/powerpoint/2010/main" val="601239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Deep Direct Reinforcement Learning for Financial </a:t>
            </a:r>
            <a:br>
              <a:rPr lang="en-US" dirty="0"/>
            </a:br>
            <a:r>
              <a:rPr lang="en-US" dirty="0"/>
              <a:t>Signal Representation and Trading</a:t>
            </a:r>
          </a:p>
        </p:txBody>
      </p:sp>
      <p:sp>
        <p:nvSpPr>
          <p:cNvPr id="3" name="Subtitle 2"/>
          <p:cNvSpPr>
            <a:spLocks noGrp="1"/>
          </p:cNvSpPr>
          <p:nvPr>
            <p:ph type="subTitle" idx="1"/>
          </p:nvPr>
        </p:nvSpPr>
        <p:spPr/>
        <p:txBody>
          <a:bodyPr/>
          <a:lstStyle/>
          <a:p>
            <a:r>
              <a:rPr lang="en-US" dirty="0"/>
              <a:t>Yue Deng, Feng </a:t>
            </a:r>
            <a:r>
              <a:rPr lang="en-US" dirty="0" err="1"/>
              <a:t>Bao</a:t>
            </a:r>
            <a:r>
              <a:rPr lang="en-US" dirty="0"/>
              <a:t>, </a:t>
            </a:r>
            <a:r>
              <a:rPr lang="en-US" dirty="0" err="1"/>
              <a:t>Youyong</a:t>
            </a:r>
            <a:r>
              <a:rPr lang="en-US" dirty="0"/>
              <a:t> Kong, </a:t>
            </a:r>
            <a:r>
              <a:rPr lang="en-US" dirty="0" err="1"/>
              <a:t>Zhiquan</a:t>
            </a:r>
            <a:r>
              <a:rPr lang="en-US" dirty="0"/>
              <a:t> Ren, and </a:t>
            </a:r>
            <a:r>
              <a:rPr lang="en-US" dirty="0" err="1"/>
              <a:t>Qionghai</a:t>
            </a:r>
            <a:r>
              <a:rPr lang="en-US" dirty="0"/>
              <a:t> Dai, </a:t>
            </a:r>
            <a:r>
              <a:rPr lang="en-US" i="1" dirty="0"/>
              <a:t>Senior Member, IEEE </a:t>
            </a:r>
            <a:endParaRPr lang="en-US" dirty="0"/>
          </a:p>
          <a:p>
            <a:r>
              <a:rPr lang="en-US" dirty="0"/>
              <a:t>IEEE TRANSACTIONS ON NEURAL NETWORKS AND LEARNING SYSTEMS, VOL. 28, NO. 3, MARCH 2017 </a:t>
            </a:r>
          </a:p>
        </p:txBody>
      </p:sp>
      <p:sp>
        <p:nvSpPr>
          <p:cNvPr id="4" name="矩形 3"/>
          <p:cNvSpPr/>
          <p:nvPr/>
        </p:nvSpPr>
        <p:spPr>
          <a:xfrm>
            <a:off x="6714698" y="5849210"/>
            <a:ext cx="4189864" cy="830997"/>
          </a:xfrm>
          <a:prstGeom prst="rect">
            <a:avLst/>
          </a:prstGeom>
        </p:spPr>
        <p:txBody>
          <a:bodyPr wrap="square">
            <a:spAutoFit/>
          </a:bodyPr>
          <a:lstStyle/>
          <a:p>
            <a:pPr lvl="1" indent="457200">
              <a:defRPr sz="3200"/>
            </a:pPr>
            <a:r>
              <a:rPr lang="de-DE" altLang="zh-TW" sz="2400" dirty="0" err="1" smtClean="0"/>
              <a:t>Presenter</a:t>
            </a:r>
            <a:r>
              <a:rPr lang="zh-TW" altLang="de-DE" sz="2400" dirty="0" smtClean="0">
                <a:latin typeface="微軟正黑體"/>
                <a:ea typeface="微軟正黑體"/>
                <a:cs typeface="微軟正黑體"/>
                <a:sym typeface="微軟正黑體"/>
              </a:rPr>
              <a:t>：</a:t>
            </a:r>
            <a:r>
              <a:rPr lang="de-DE" altLang="zh-TW" sz="2400" dirty="0" err="1" smtClean="0">
                <a:sym typeface="微軟正黑體"/>
              </a:rPr>
              <a:t>Jia</a:t>
            </a:r>
            <a:r>
              <a:rPr lang="de-DE" altLang="zh-TW" sz="2400" dirty="0" smtClean="0"/>
              <a:t>-Hong Liu</a:t>
            </a:r>
            <a:endParaRPr lang="de-DE" altLang="zh-TW" sz="2400" dirty="0">
              <a:latin typeface="Liberation Sans Narrow"/>
              <a:ea typeface="Liberation Sans Narrow"/>
              <a:cs typeface="Liberation Sans Narrow"/>
              <a:sym typeface="Liberation Sans Narrow"/>
            </a:endParaRPr>
          </a:p>
          <a:p>
            <a:pPr lvl="1" indent="457200">
              <a:defRPr sz="3200"/>
            </a:pPr>
            <a:r>
              <a:rPr lang="de-DE" altLang="zh-TW" sz="2400" dirty="0"/>
              <a:t>Date</a:t>
            </a:r>
            <a:r>
              <a:rPr lang="zh-TW" altLang="de-DE" sz="2400" dirty="0">
                <a:latin typeface="微軟正黑體"/>
                <a:ea typeface="微軟正黑體"/>
                <a:cs typeface="微軟正黑體"/>
                <a:sym typeface="微軟正黑體"/>
              </a:rPr>
              <a:t>：</a:t>
            </a:r>
            <a:r>
              <a:rPr lang="en-US" altLang="zh-TW" sz="2400" dirty="0" smtClean="0"/>
              <a:t>2017/8/1</a:t>
            </a:r>
            <a:endParaRPr lang="de-DE" altLang="zh-TW" sz="2400" dirty="0"/>
          </a:p>
        </p:txBody>
      </p:sp>
    </p:spTree>
    <p:extLst>
      <p:ext uri="{BB962C8B-B14F-4D97-AF65-F5344CB8AC3E}">
        <p14:creationId xmlns:p14="http://schemas.microsoft.com/office/powerpoint/2010/main" val="611814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i="1" dirty="0"/>
              <a:t>Abstract(1/2)</a:t>
            </a:r>
            <a:endParaRPr lang="en-US" dirty="0"/>
          </a:p>
        </p:txBody>
      </p:sp>
      <p:sp>
        <p:nvSpPr>
          <p:cNvPr id="3" name="Content Placeholder 2"/>
          <p:cNvSpPr>
            <a:spLocks noGrp="1"/>
          </p:cNvSpPr>
          <p:nvPr>
            <p:ph idx="1"/>
          </p:nvPr>
        </p:nvSpPr>
        <p:spPr/>
        <p:txBody>
          <a:bodyPr>
            <a:noAutofit/>
          </a:bodyPr>
          <a:lstStyle/>
          <a:p>
            <a:pPr marL="0" indent="0">
              <a:buNone/>
            </a:pPr>
            <a:r>
              <a:rPr lang="en-US" sz="3200" b="1" dirty="0"/>
              <a:t>Can we train the computer to beat experienced traders for financial assert trading? In this paper, we try to address this challenge by introducing a recurrent deep neural network (NN) for real-time financial signal representation and trading. Our model is inspired by two biological-related learning concepts of deep learning (DL) and reinforcement learning (RL). In the framework, the DL part automatically senses the dynamic market condition for informative feature learning. </a:t>
            </a:r>
            <a:endParaRPr lang="en-US" sz="3200" dirty="0"/>
          </a:p>
        </p:txBody>
      </p:sp>
    </p:spTree>
    <p:extLst>
      <p:ext uri="{BB962C8B-B14F-4D97-AF65-F5344CB8AC3E}">
        <p14:creationId xmlns:p14="http://schemas.microsoft.com/office/powerpoint/2010/main" val="94937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i="1" dirty="0"/>
              <a:t>Abstract(2/2)</a:t>
            </a:r>
            <a:endParaRPr lang="en-US" dirty="0"/>
          </a:p>
        </p:txBody>
      </p:sp>
      <p:sp>
        <p:nvSpPr>
          <p:cNvPr id="3" name="Content Placeholder 2"/>
          <p:cNvSpPr>
            <a:spLocks noGrp="1"/>
          </p:cNvSpPr>
          <p:nvPr>
            <p:ph idx="1"/>
          </p:nvPr>
        </p:nvSpPr>
        <p:spPr/>
        <p:txBody>
          <a:bodyPr>
            <a:noAutofit/>
          </a:bodyPr>
          <a:lstStyle/>
          <a:p>
            <a:pPr marL="0" indent="0">
              <a:buNone/>
            </a:pPr>
            <a:r>
              <a:rPr lang="en-US" sz="3200" b="1" dirty="0"/>
              <a:t>Then, the RL module interacts with deep representations and makes trading decisions to accumulate the ultimate rewards in an unknown environment. The learning system is implemented in a complex NN that exhibits both the deep and recurrent structures. Hence, we propose a task-aware backpropagation through time method to cope with the gradient vanishing issue in deep training. The robustness of the neural system is verified on both the stock and the commodity future markets under broad testing conditions. </a:t>
            </a:r>
            <a:endParaRPr lang="en-US" sz="3200" dirty="0"/>
          </a:p>
        </p:txBody>
      </p:sp>
    </p:spTree>
    <p:extLst>
      <p:ext uri="{BB962C8B-B14F-4D97-AF65-F5344CB8AC3E}">
        <p14:creationId xmlns:p14="http://schemas.microsoft.com/office/powerpoint/2010/main" val="148581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pPr algn="ctr"/>
            <a:r>
              <a:rPr lang="en-US" dirty="0"/>
              <a:t>Model</a:t>
            </a:r>
          </a:p>
        </p:txBody>
      </p:sp>
      <p:pic>
        <p:nvPicPr>
          <p:cNvPr id="6" name="Picture 5"/>
          <p:cNvPicPr>
            <a:picLocks noChangeAspect="1"/>
          </p:cNvPicPr>
          <p:nvPr/>
        </p:nvPicPr>
        <p:blipFill>
          <a:blip r:embed="rId3"/>
          <a:stretch>
            <a:fillRect/>
          </a:stretch>
        </p:blipFill>
        <p:spPr>
          <a:xfrm>
            <a:off x="1675246" y="1340084"/>
            <a:ext cx="3771900" cy="1663700"/>
          </a:xfrm>
          <a:prstGeom prst="rect">
            <a:avLst/>
          </a:prstGeom>
        </p:spPr>
      </p:pic>
      <p:pic>
        <p:nvPicPr>
          <p:cNvPr id="3" name="Picture 2"/>
          <p:cNvPicPr>
            <a:picLocks noChangeAspect="1"/>
          </p:cNvPicPr>
          <p:nvPr/>
        </p:nvPicPr>
        <p:blipFill>
          <a:blip r:embed="rId4"/>
          <a:stretch>
            <a:fillRect/>
          </a:stretch>
        </p:blipFill>
        <p:spPr>
          <a:xfrm>
            <a:off x="1511764" y="3570308"/>
            <a:ext cx="4749800" cy="2717800"/>
          </a:xfrm>
          <a:prstGeom prst="rect">
            <a:avLst/>
          </a:prstGeom>
        </p:spPr>
      </p:pic>
      <p:sp>
        <p:nvSpPr>
          <p:cNvPr id="9" name="矩形 8"/>
          <p:cNvSpPr/>
          <p:nvPr/>
        </p:nvSpPr>
        <p:spPr>
          <a:xfrm>
            <a:off x="4478915" y="1344761"/>
            <a:ext cx="6713380" cy="646331"/>
          </a:xfrm>
          <a:prstGeom prst="rect">
            <a:avLst/>
          </a:prstGeom>
        </p:spPr>
        <p:txBody>
          <a:bodyPr wrap="square">
            <a:spAutoFit/>
          </a:bodyPr>
          <a:lstStyle/>
          <a:p>
            <a:r>
              <a:rPr lang="en-US" altLang="zh-TW" dirty="0">
                <a:latin typeface="Times" charset="0"/>
              </a:rPr>
              <a:t>where </a:t>
            </a:r>
            <a:r>
              <a:rPr lang="en-US" altLang="zh-TW" i="1" dirty="0">
                <a:latin typeface="Times" charset="0"/>
              </a:rPr>
              <a:t>U</a:t>
            </a:r>
            <a:r>
              <a:rPr lang="en-US" altLang="zh-TW" sz="1400" i="1" baseline="-25000" dirty="0">
                <a:latin typeface="Times" charset="0"/>
              </a:rPr>
              <a:t>T</a:t>
            </a:r>
            <a:r>
              <a:rPr lang="en-US" altLang="zh-TW" dirty="0">
                <a:latin typeface="MTSYN" charset="0"/>
              </a:rPr>
              <a:t>{·} </a:t>
            </a:r>
            <a:r>
              <a:rPr lang="en-US" altLang="zh-TW" dirty="0">
                <a:latin typeface="Times" charset="0"/>
              </a:rPr>
              <a:t>is the accumulated </a:t>
            </a:r>
            <a:r>
              <a:rPr lang="en-US" altLang="zh-TW" dirty="0" smtClean="0">
                <a:latin typeface="Times" charset="0"/>
              </a:rPr>
              <a:t>rewards </a:t>
            </a:r>
            <a:r>
              <a:rPr lang="en-US" altLang="zh-TW" dirty="0">
                <a:latin typeface="Times" charset="0"/>
              </a:rPr>
              <a:t>in the period of </a:t>
            </a:r>
            <a:r>
              <a:rPr lang="en-US" altLang="zh-TW" dirty="0"/>
              <a:t>1, . . . , </a:t>
            </a:r>
            <a:r>
              <a:rPr lang="en-US" altLang="zh-TW" i="1" dirty="0"/>
              <a:t>T </a:t>
            </a:r>
            <a:r>
              <a:rPr lang="en-US" altLang="zh-TW" dirty="0"/>
              <a:t>. </a:t>
            </a:r>
          </a:p>
          <a:p>
            <a:endParaRPr lang="en-US" altLang="zh-TW" dirty="0"/>
          </a:p>
        </p:txBody>
      </p:sp>
      <p:pic>
        <p:nvPicPr>
          <p:cNvPr id="20" name="Picture 6"/>
          <p:cNvPicPr>
            <a:picLocks noChangeAspect="1"/>
          </p:cNvPicPr>
          <p:nvPr/>
        </p:nvPicPr>
        <p:blipFill>
          <a:blip r:embed="rId5"/>
          <a:stretch>
            <a:fillRect/>
          </a:stretch>
        </p:blipFill>
        <p:spPr>
          <a:xfrm>
            <a:off x="5732154" y="1911544"/>
            <a:ext cx="1879600" cy="292100"/>
          </a:xfrm>
          <a:prstGeom prst="rect">
            <a:avLst/>
          </a:prstGeom>
        </p:spPr>
      </p:pic>
      <p:pic>
        <p:nvPicPr>
          <p:cNvPr id="21" name="Picture 7"/>
          <p:cNvPicPr>
            <a:picLocks noChangeAspect="1"/>
          </p:cNvPicPr>
          <p:nvPr/>
        </p:nvPicPr>
        <p:blipFill>
          <a:blip r:embed="rId6"/>
          <a:stretch>
            <a:fillRect/>
          </a:stretch>
        </p:blipFill>
        <p:spPr>
          <a:xfrm>
            <a:off x="5732154" y="2282123"/>
            <a:ext cx="4356100" cy="330200"/>
          </a:xfrm>
          <a:prstGeom prst="rect">
            <a:avLst/>
          </a:prstGeom>
        </p:spPr>
      </p:pic>
      <p:pic>
        <p:nvPicPr>
          <p:cNvPr id="22" name="Picture 3"/>
          <p:cNvPicPr>
            <a:picLocks noChangeAspect="1"/>
          </p:cNvPicPr>
          <p:nvPr/>
        </p:nvPicPr>
        <p:blipFill>
          <a:blip r:embed="rId7"/>
          <a:stretch>
            <a:fillRect/>
          </a:stretch>
        </p:blipFill>
        <p:spPr>
          <a:xfrm>
            <a:off x="5732154" y="2772078"/>
            <a:ext cx="1282700" cy="279400"/>
          </a:xfrm>
          <a:prstGeom prst="rect">
            <a:avLst/>
          </a:prstGeom>
        </p:spPr>
      </p:pic>
    </p:spTree>
    <p:extLst>
      <p:ext uri="{BB962C8B-B14F-4D97-AF65-F5344CB8AC3E}">
        <p14:creationId xmlns:p14="http://schemas.microsoft.com/office/powerpoint/2010/main" val="1090438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pPr algn="ctr"/>
            <a:r>
              <a:rPr lang="en-US" dirty="0"/>
              <a:t>Model</a:t>
            </a:r>
          </a:p>
        </p:txBody>
      </p:sp>
      <p:pic>
        <p:nvPicPr>
          <p:cNvPr id="6" name="Picture 5"/>
          <p:cNvPicPr>
            <a:picLocks noChangeAspect="1"/>
          </p:cNvPicPr>
          <p:nvPr/>
        </p:nvPicPr>
        <p:blipFill>
          <a:blip r:embed="rId3"/>
          <a:stretch>
            <a:fillRect/>
          </a:stretch>
        </p:blipFill>
        <p:spPr>
          <a:xfrm>
            <a:off x="1675246" y="1340084"/>
            <a:ext cx="3771900" cy="1663700"/>
          </a:xfrm>
          <a:prstGeom prst="rect">
            <a:avLst/>
          </a:prstGeom>
        </p:spPr>
      </p:pic>
      <p:pic>
        <p:nvPicPr>
          <p:cNvPr id="7" name="Picture 6"/>
          <p:cNvPicPr>
            <a:picLocks noChangeAspect="1"/>
          </p:cNvPicPr>
          <p:nvPr/>
        </p:nvPicPr>
        <p:blipFill>
          <a:blip r:embed="rId4"/>
          <a:stretch>
            <a:fillRect/>
          </a:stretch>
        </p:blipFill>
        <p:spPr>
          <a:xfrm>
            <a:off x="5732154" y="1911544"/>
            <a:ext cx="1879600" cy="292100"/>
          </a:xfrm>
          <a:prstGeom prst="rect">
            <a:avLst/>
          </a:prstGeom>
        </p:spPr>
      </p:pic>
      <p:pic>
        <p:nvPicPr>
          <p:cNvPr id="8" name="Picture 7"/>
          <p:cNvPicPr>
            <a:picLocks noChangeAspect="1"/>
          </p:cNvPicPr>
          <p:nvPr/>
        </p:nvPicPr>
        <p:blipFill>
          <a:blip r:embed="rId5"/>
          <a:stretch>
            <a:fillRect/>
          </a:stretch>
        </p:blipFill>
        <p:spPr>
          <a:xfrm>
            <a:off x="5732154" y="2282123"/>
            <a:ext cx="4356100" cy="330200"/>
          </a:xfrm>
          <a:prstGeom prst="rect">
            <a:avLst/>
          </a:prstGeom>
        </p:spPr>
      </p:pic>
      <p:pic>
        <p:nvPicPr>
          <p:cNvPr id="3" name="Picture 2"/>
          <p:cNvPicPr>
            <a:picLocks noChangeAspect="1"/>
          </p:cNvPicPr>
          <p:nvPr/>
        </p:nvPicPr>
        <p:blipFill>
          <a:blip r:embed="rId6"/>
          <a:stretch>
            <a:fillRect/>
          </a:stretch>
        </p:blipFill>
        <p:spPr>
          <a:xfrm>
            <a:off x="1511764" y="3570308"/>
            <a:ext cx="4749800" cy="2717800"/>
          </a:xfrm>
          <a:prstGeom prst="rect">
            <a:avLst/>
          </a:prstGeom>
        </p:spPr>
      </p:pic>
      <p:pic>
        <p:nvPicPr>
          <p:cNvPr id="4" name="Picture 3"/>
          <p:cNvPicPr>
            <a:picLocks noChangeAspect="1"/>
          </p:cNvPicPr>
          <p:nvPr/>
        </p:nvPicPr>
        <p:blipFill>
          <a:blip r:embed="rId7"/>
          <a:stretch>
            <a:fillRect/>
          </a:stretch>
        </p:blipFill>
        <p:spPr>
          <a:xfrm>
            <a:off x="5732154" y="2772078"/>
            <a:ext cx="1282700" cy="279400"/>
          </a:xfrm>
          <a:prstGeom prst="rect">
            <a:avLst/>
          </a:prstGeom>
        </p:spPr>
      </p:pic>
      <p:sp>
        <p:nvSpPr>
          <p:cNvPr id="199" name="矩形 198">
            <a:extLst>
              <a:ext uri="{FF2B5EF4-FFF2-40B4-BE49-F238E27FC236}">
                <a16:creationId xmlns="" xmlns:a16="http://schemas.microsoft.com/office/drawing/2014/main" id="{D8252B5F-974A-413E-AC45-65CBC99A5D1B}"/>
              </a:ext>
            </a:extLst>
          </p:cNvPr>
          <p:cNvSpPr/>
          <p:nvPr/>
        </p:nvSpPr>
        <p:spPr>
          <a:xfrm>
            <a:off x="1488077" y="3330694"/>
            <a:ext cx="3015361" cy="30531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0" name="箭號: 向右 199">
            <a:extLst>
              <a:ext uri="{FF2B5EF4-FFF2-40B4-BE49-F238E27FC236}">
                <a16:creationId xmlns="" xmlns:a16="http://schemas.microsoft.com/office/drawing/2014/main" id="{10D9E518-1831-4155-83D3-BF10A7C6A96D}"/>
              </a:ext>
            </a:extLst>
          </p:cNvPr>
          <p:cNvSpPr/>
          <p:nvPr/>
        </p:nvSpPr>
        <p:spPr>
          <a:xfrm>
            <a:off x="5188337" y="4330214"/>
            <a:ext cx="1393521" cy="310619"/>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a:extLst>
              <a:ext uri="{FF2B5EF4-FFF2-40B4-BE49-F238E27FC236}">
                <a16:creationId xmlns="" xmlns:a16="http://schemas.microsoft.com/office/drawing/2014/main" id="{114BBC00-E543-46D3-B36C-E465F87C87AC}"/>
              </a:ext>
            </a:extLst>
          </p:cNvPr>
          <p:cNvSpPr/>
          <p:nvPr/>
        </p:nvSpPr>
        <p:spPr>
          <a:xfrm>
            <a:off x="1995056" y="2665648"/>
            <a:ext cx="1793174" cy="3054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p:nvSpPr>
        <p:spPr>
          <a:xfrm>
            <a:off x="4478915" y="1344761"/>
            <a:ext cx="6713380" cy="646331"/>
          </a:xfrm>
          <a:prstGeom prst="rect">
            <a:avLst/>
          </a:prstGeom>
        </p:spPr>
        <p:txBody>
          <a:bodyPr wrap="square">
            <a:spAutoFit/>
          </a:bodyPr>
          <a:lstStyle/>
          <a:p>
            <a:r>
              <a:rPr lang="en-US" altLang="zh-TW" dirty="0">
                <a:latin typeface="Times" charset="0"/>
              </a:rPr>
              <a:t>where </a:t>
            </a:r>
            <a:r>
              <a:rPr lang="en-US" altLang="zh-TW" i="1" dirty="0">
                <a:latin typeface="Times" charset="0"/>
              </a:rPr>
              <a:t>U</a:t>
            </a:r>
            <a:r>
              <a:rPr lang="en-US" altLang="zh-TW" sz="1400" i="1" baseline="-25000" dirty="0">
                <a:latin typeface="Times" charset="0"/>
              </a:rPr>
              <a:t>T</a:t>
            </a:r>
            <a:r>
              <a:rPr lang="en-US" altLang="zh-TW" dirty="0">
                <a:latin typeface="MTSYN" charset="0"/>
              </a:rPr>
              <a:t>{·} </a:t>
            </a:r>
            <a:r>
              <a:rPr lang="en-US" altLang="zh-TW" dirty="0">
                <a:latin typeface="Times" charset="0"/>
              </a:rPr>
              <a:t>is the accumulated </a:t>
            </a:r>
            <a:r>
              <a:rPr lang="en-US" altLang="zh-TW" dirty="0" smtClean="0">
                <a:latin typeface="Times" charset="0"/>
              </a:rPr>
              <a:t>rewards </a:t>
            </a:r>
            <a:r>
              <a:rPr lang="en-US" altLang="zh-TW" dirty="0">
                <a:latin typeface="Times" charset="0"/>
              </a:rPr>
              <a:t>in the period of </a:t>
            </a:r>
            <a:r>
              <a:rPr lang="en-US" altLang="zh-TW" dirty="0"/>
              <a:t>1, . . . , </a:t>
            </a:r>
            <a:r>
              <a:rPr lang="en-US" altLang="zh-TW" i="1" dirty="0"/>
              <a:t>T </a:t>
            </a:r>
            <a:r>
              <a:rPr lang="en-US" altLang="zh-TW" dirty="0"/>
              <a:t>. </a:t>
            </a:r>
          </a:p>
          <a:p>
            <a:endParaRPr lang="en-US" altLang="zh-TW" dirty="0"/>
          </a:p>
        </p:txBody>
      </p:sp>
      <p:sp>
        <p:nvSpPr>
          <p:cNvPr id="94" name="橢圓 93">
            <a:extLst>
              <a:ext uri="{FF2B5EF4-FFF2-40B4-BE49-F238E27FC236}">
                <a16:creationId xmlns="" xmlns:a16="http://schemas.microsoft.com/office/drawing/2014/main" id="{3F733EB7-5D68-4512-A12A-307049614C6A}"/>
              </a:ext>
            </a:extLst>
          </p:cNvPr>
          <p:cNvSpPr/>
          <p:nvPr/>
        </p:nvSpPr>
        <p:spPr>
          <a:xfrm>
            <a:off x="7833960" y="3252036"/>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橢圓 102">
            <a:extLst>
              <a:ext uri="{FF2B5EF4-FFF2-40B4-BE49-F238E27FC236}">
                <a16:creationId xmlns="" xmlns:a16="http://schemas.microsoft.com/office/drawing/2014/main" id="{2D1E329C-2031-4139-A43D-619C72986488}"/>
              </a:ext>
            </a:extLst>
          </p:cNvPr>
          <p:cNvSpPr/>
          <p:nvPr/>
        </p:nvSpPr>
        <p:spPr>
          <a:xfrm>
            <a:off x="8319364" y="2772078"/>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圖案 5">
            <a:extLst>
              <a:ext uri="{FF2B5EF4-FFF2-40B4-BE49-F238E27FC236}">
                <a16:creationId xmlns="" xmlns:a16="http://schemas.microsoft.com/office/drawing/2014/main" id="{F911CF6B-4290-4F67-B15A-E7B11953678C}"/>
              </a:ext>
            </a:extLst>
          </p:cNvPr>
          <p:cNvSpPr/>
          <p:nvPr/>
        </p:nvSpPr>
        <p:spPr>
          <a:xfrm>
            <a:off x="8379044" y="2844654"/>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橢圓 111">
            <a:extLst>
              <a:ext uri="{FF2B5EF4-FFF2-40B4-BE49-F238E27FC236}">
                <a16:creationId xmlns="" xmlns:a16="http://schemas.microsoft.com/office/drawing/2014/main" id="{033B5AE4-F629-4827-87F6-5B0DE05E5EF2}"/>
              </a:ext>
            </a:extLst>
          </p:cNvPr>
          <p:cNvSpPr/>
          <p:nvPr/>
        </p:nvSpPr>
        <p:spPr>
          <a:xfrm>
            <a:off x="8319364" y="3071927"/>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手繪多邊形: 圖案 7">
            <a:extLst>
              <a:ext uri="{FF2B5EF4-FFF2-40B4-BE49-F238E27FC236}">
                <a16:creationId xmlns="" xmlns:a16="http://schemas.microsoft.com/office/drawing/2014/main" id="{02C4A6E9-A55A-4C06-995A-F76F5C6EFE3C}"/>
              </a:ext>
            </a:extLst>
          </p:cNvPr>
          <p:cNvSpPr/>
          <p:nvPr/>
        </p:nvSpPr>
        <p:spPr>
          <a:xfrm>
            <a:off x="8379044" y="3144503"/>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橢圓 115">
            <a:extLst>
              <a:ext uri="{FF2B5EF4-FFF2-40B4-BE49-F238E27FC236}">
                <a16:creationId xmlns="" xmlns:a16="http://schemas.microsoft.com/office/drawing/2014/main" id="{751E1F47-96D4-4F28-B0B1-A077C3193AEA}"/>
              </a:ext>
            </a:extLst>
          </p:cNvPr>
          <p:cNvSpPr/>
          <p:nvPr/>
        </p:nvSpPr>
        <p:spPr>
          <a:xfrm>
            <a:off x="8319364" y="3371882"/>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 name="手繪多邊形: 圖案 9">
            <a:extLst>
              <a:ext uri="{FF2B5EF4-FFF2-40B4-BE49-F238E27FC236}">
                <a16:creationId xmlns="" xmlns:a16="http://schemas.microsoft.com/office/drawing/2014/main" id="{FAC322C0-498A-471C-BF2A-8EE9A283343A}"/>
              </a:ext>
            </a:extLst>
          </p:cNvPr>
          <p:cNvSpPr/>
          <p:nvPr/>
        </p:nvSpPr>
        <p:spPr>
          <a:xfrm>
            <a:off x="8379044" y="3444458"/>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 name="文字方塊 117">
            <a:extLst>
              <a:ext uri="{FF2B5EF4-FFF2-40B4-BE49-F238E27FC236}">
                <a16:creationId xmlns="" xmlns:a16="http://schemas.microsoft.com/office/drawing/2014/main" id="{2964DCA7-C4AE-461A-8586-3AA140B46D02}"/>
              </a:ext>
            </a:extLst>
          </p:cNvPr>
          <p:cNvSpPr txBox="1"/>
          <p:nvPr/>
        </p:nvSpPr>
        <p:spPr>
          <a:xfrm>
            <a:off x="7833574" y="4948642"/>
            <a:ext cx="461665" cy="285008"/>
          </a:xfrm>
          <a:prstGeom prst="rect">
            <a:avLst/>
          </a:prstGeom>
          <a:noFill/>
        </p:spPr>
        <p:txBody>
          <a:bodyPr vert="eaVert" wrap="square" rtlCol="0">
            <a:spAutoFit/>
          </a:bodyPr>
          <a:lstStyle/>
          <a:p>
            <a:r>
              <a:rPr lang="en-US" altLang="zh-TW" dirty="0"/>
              <a:t>…</a:t>
            </a:r>
            <a:endParaRPr lang="zh-TW" altLang="en-US" dirty="0"/>
          </a:p>
        </p:txBody>
      </p:sp>
      <p:sp>
        <p:nvSpPr>
          <p:cNvPr id="119" name="文字方塊 118">
            <a:extLst>
              <a:ext uri="{FF2B5EF4-FFF2-40B4-BE49-F238E27FC236}">
                <a16:creationId xmlns="" xmlns:a16="http://schemas.microsoft.com/office/drawing/2014/main" id="{38C70562-D70D-4A73-801E-7B2843146DC9}"/>
              </a:ext>
            </a:extLst>
          </p:cNvPr>
          <p:cNvSpPr txBox="1"/>
          <p:nvPr/>
        </p:nvSpPr>
        <p:spPr>
          <a:xfrm>
            <a:off x="8343998" y="4948311"/>
            <a:ext cx="461665" cy="285008"/>
          </a:xfrm>
          <a:prstGeom prst="rect">
            <a:avLst/>
          </a:prstGeom>
          <a:noFill/>
        </p:spPr>
        <p:txBody>
          <a:bodyPr vert="eaVert" wrap="square" rtlCol="0">
            <a:spAutoFit/>
          </a:bodyPr>
          <a:lstStyle/>
          <a:p>
            <a:r>
              <a:rPr lang="en-US" altLang="zh-TW" dirty="0"/>
              <a:t>…</a:t>
            </a:r>
            <a:endParaRPr lang="zh-TW" altLang="en-US" dirty="0"/>
          </a:p>
        </p:txBody>
      </p:sp>
      <p:sp>
        <p:nvSpPr>
          <p:cNvPr id="120" name="橢圓 119">
            <a:extLst>
              <a:ext uri="{FF2B5EF4-FFF2-40B4-BE49-F238E27FC236}">
                <a16:creationId xmlns="" xmlns:a16="http://schemas.microsoft.com/office/drawing/2014/main" id="{E905175A-BC1E-4A68-A496-CE681AFF4FB3}"/>
              </a:ext>
            </a:extLst>
          </p:cNvPr>
          <p:cNvSpPr/>
          <p:nvPr/>
        </p:nvSpPr>
        <p:spPr>
          <a:xfrm>
            <a:off x="8972678" y="312634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1" name="直線單箭頭接點 13">
            <a:extLst>
              <a:ext uri="{FF2B5EF4-FFF2-40B4-BE49-F238E27FC236}">
                <a16:creationId xmlns="" xmlns:a16="http://schemas.microsoft.com/office/drawing/2014/main" id="{EE300706-ACC0-4D4A-8DA7-0D1B2CF2BBA2}"/>
              </a:ext>
            </a:extLst>
          </p:cNvPr>
          <p:cNvCxnSpPr>
            <a:cxnSpLocks/>
            <a:stCxn id="108" idx="7"/>
            <a:endCxn id="112" idx="2"/>
          </p:cNvCxnSpPr>
          <p:nvPr/>
        </p:nvCxnSpPr>
        <p:spPr>
          <a:xfrm flipV="1">
            <a:off x="8077230" y="2914582"/>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4">
            <a:extLst>
              <a:ext uri="{FF2B5EF4-FFF2-40B4-BE49-F238E27FC236}">
                <a16:creationId xmlns="" xmlns:a16="http://schemas.microsoft.com/office/drawing/2014/main" id="{08F45E85-F96F-4A2A-BB76-9D8B823D5614}"/>
              </a:ext>
            </a:extLst>
          </p:cNvPr>
          <p:cNvCxnSpPr>
            <a:cxnSpLocks/>
            <a:stCxn id="108" idx="6"/>
            <a:endCxn id="116" idx="3"/>
          </p:cNvCxnSpPr>
          <p:nvPr/>
        </p:nvCxnSpPr>
        <p:spPr>
          <a:xfrm flipV="1">
            <a:off x="8118968" y="3315197"/>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5">
            <a:extLst>
              <a:ext uri="{FF2B5EF4-FFF2-40B4-BE49-F238E27FC236}">
                <a16:creationId xmlns="" xmlns:a16="http://schemas.microsoft.com/office/drawing/2014/main" id="{6D9F617C-D165-4718-B8F4-29FFE0DEE581}"/>
              </a:ext>
            </a:extLst>
          </p:cNvPr>
          <p:cNvCxnSpPr>
            <a:cxnSpLocks/>
            <a:stCxn id="108" idx="5"/>
            <a:endCxn id="119" idx="0"/>
          </p:cNvCxnSpPr>
          <p:nvPr/>
        </p:nvCxnSpPr>
        <p:spPr>
          <a:xfrm>
            <a:off x="8077230" y="3495306"/>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橢圓 124">
            <a:extLst>
              <a:ext uri="{FF2B5EF4-FFF2-40B4-BE49-F238E27FC236}">
                <a16:creationId xmlns="" xmlns:a16="http://schemas.microsoft.com/office/drawing/2014/main" id="{24EB69C7-B4DF-426C-B988-D434F51D6866}"/>
              </a:ext>
            </a:extLst>
          </p:cNvPr>
          <p:cNvSpPr/>
          <p:nvPr/>
        </p:nvSpPr>
        <p:spPr>
          <a:xfrm>
            <a:off x="7833960" y="4296354"/>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 name="橢圓 125">
            <a:extLst>
              <a:ext uri="{FF2B5EF4-FFF2-40B4-BE49-F238E27FC236}">
                <a16:creationId xmlns="" xmlns:a16="http://schemas.microsoft.com/office/drawing/2014/main" id="{53C9FDC9-8F2E-4EBD-AB2C-202CA994F68E}"/>
              </a:ext>
            </a:extLst>
          </p:cNvPr>
          <p:cNvSpPr/>
          <p:nvPr/>
        </p:nvSpPr>
        <p:spPr>
          <a:xfrm>
            <a:off x="8319364" y="381639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 name="手繪多邊形: 圖案 18">
            <a:extLst>
              <a:ext uri="{FF2B5EF4-FFF2-40B4-BE49-F238E27FC236}">
                <a16:creationId xmlns="" xmlns:a16="http://schemas.microsoft.com/office/drawing/2014/main" id="{F89410D2-2BE8-4807-A304-2B8C9B8BC292}"/>
              </a:ext>
            </a:extLst>
          </p:cNvPr>
          <p:cNvSpPr/>
          <p:nvPr/>
        </p:nvSpPr>
        <p:spPr>
          <a:xfrm>
            <a:off x="8379044" y="3888972"/>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 name="橢圓 128">
            <a:extLst>
              <a:ext uri="{FF2B5EF4-FFF2-40B4-BE49-F238E27FC236}">
                <a16:creationId xmlns="" xmlns:a16="http://schemas.microsoft.com/office/drawing/2014/main" id="{4C0049EA-ACB2-464E-BAB8-D56083589478}"/>
              </a:ext>
            </a:extLst>
          </p:cNvPr>
          <p:cNvSpPr/>
          <p:nvPr/>
        </p:nvSpPr>
        <p:spPr>
          <a:xfrm>
            <a:off x="8319364" y="411624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手繪多邊形: 圖案 20">
            <a:extLst>
              <a:ext uri="{FF2B5EF4-FFF2-40B4-BE49-F238E27FC236}">
                <a16:creationId xmlns="" xmlns:a16="http://schemas.microsoft.com/office/drawing/2014/main" id="{68695F05-5247-43AF-AAF5-3441A87ED279}"/>
              </a:ext>
            </a:extLst>
          </p:cNvPr>
          <p:cNvSpPr/>
          <p:nvPr/>
        </p:nvSpPr>
        <p:spPr>
          <a:xfrm>
            <a:off x="8379044" y="4188821"/>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橢圓 130">
            <a:extLst>
              <a:ext uri="{FF2B5EF4-FFF2-40B4-BE49-F238E27FC236}">
                <a16:creationId xmlns="" xmlns:a16="http://schemas.microsoft.com/office/drawing/2014/main" id="{CBC60336-98B0-427A-B8B3-5BF8781610AA}"/>
              </a:ext>
            </a:extLst>
          </p:cNvPr>
          <p:cNvSpPr/>
          <p:nvPr/>
        </p:nvSpPr>
        <p:spPr>
          <a:xfrm>
            <a:off x="8319364" y="441620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 name="手繪多邊形: 圖案 22">
            <a:extLst>
              <a:ext uri="{FF2B5EF4-FFF2-40B4-BE49-F238E27FC236}">
                <a16:creationId xmlns="" xmlns:a16="http://schemas.microsoft.com/office/drawing/2014/main" id="{7B5A0FE2-262F-4CC3-98ED-0E6C1E89EAE9}"/>
              </a:ext>
            </a:extLst>
          </p:cNvPr>
          <p:cNvSpPr/>
          <p:nvPr/>
        </p:nvSpPr>
        <p:spPr>
          <a:xfrm>
            <a:off x="8379044" y="4488776"/>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3" name="直線單箭頭接點 23">
            <a:extLst>
              <a:ext uri="{FF2B5EF4-FFF2-40B4-BE49-F238E27FC236}">
                <a16:creationId xmlns="" xmlns:a16="http://schemas.microsoft.com/office/drawing/2014/main" id="{DEBA101E-8208-44FF-BA58-FB3CF822F43B}"/>
              </a:ext>
            </a:extLst>
          </p:cNvPr>
          <p:cNvCxnSpPr>
            <a:cxnSpLocks/>
            <a:stCxn id="128" idx="7"/>
            <a:endCxn id="129" idx="2"/>
          </p:cNvCxnSpPr>
          <p:nvPr/>
        </p:nvCxnSpPr>
        <p:spPr>
          <a:xfrm flipV="1">
            <a:off x="8077230" y="3958900"/>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線單箭頭接點 24">
            <a:extLst>
              <a:ext uri="{FF2B5EF4-FFF2-40B4-BE49-F238E27FC236}">
                <a16:creationId xmlns="" xmlns:a16="http://schemas.microsoft.com/office/drawing/2014/main" id="{941414F1-4A3D-4FEB-90E4-37847B0B2AC6}"/>
              </a:ext>
            </a:extLst>
          </p:cNvPr>
          <p:cNvCxnSpPr>
            <a:cxnSpLocks/>
            <a:stCxn id="128" idx="6"/>
            <a:endCxn id="131" idx="3"/>
          </p:cNvCxnSpPr>
          <p:nvPr/>
        </p:nvCxnSpPr>
        <p:spPr>
          <a:xfrm flipV="1">
            <a:off x="8118968" y="4359515"/>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25">
            <a:extLst>
              <a:ext uri="{FF2B5EF4-FFF2-40B4-BE49-F238E27FC236}">
                <a16:creationId xmlns="" xmlns:a16="http://schemas.microsoft.com/office/drawing/2014/main" id="{D2BA32B6-C3E6-4173-845E-641A7A203F27}"/>
              </a:ext>
            </a:extLst>
          </p:cNvPr>
          <p:cNvCxnSpPr>
            <a:cxnSpLocks/>
            <a:stCxn id="128" idx="5"/>
            <a:endCxn id="134" idx="0"/>
          </p:cNvCxnSpPr>
          <p:nvPr/>
        </p:nvCxnSpPr>
        <p:spPr>
          <a:xfrm>
            <a:off x="8077230" y="4539624"/>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橢圓 136">
            <a:extLst>
              <a:ext uri="{FF2B5EF4-FFF2-40B4-BE49-F238E27FC236}">
                <a16:creationId xmlns="" xmlns:a16="http://schemas.microsoft.com/office/drawing/2014/main" id="{E4D210C8-9107-48B6-984B-0A78A413749D}"/>
              </a:ext>
            </a:extLst>
          </p:cNvPr>
          <p:cNvSpPr/>
          <p:nvPr/>
        </p:nvSpPr>
        <p:spPr>
          <a:xfrm>
            <a:off x="7833960" y="5782048"/>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 name="橢圓 137">
            <a:extLst>
              <a:ext uri="{FF2B5EF4-FFF2-40B4-BE49-F238E27FC236}">
                <a16:creationId xmlns="" xmlns:a16="http://schemas.microsoft.com/office/drawing/2014/main" id="{BF2D819E-7D17-4BF4-B9BC-4E4215FBE992}"/>
              </a:ext>
            </a:extLst>
          </p:cNvPr>
          <p:cNvSpPr/>
          <p:nvPr/>
        </p:nvSpPr>
        <p:spPr>
          <a:xfrm>
            <a:off x="8319364" y="530209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 name="手繪多邊形: 圖案 28">
            <a:extLst>
              <a:ext uri="{FF2B5EF4-FFF2-40B4-BE49-F238E27FC236}">
                <a16:creationId xmlns="" xmlns:a16="http://schemas.microsoft.com/office/drawing/2014/main" id="{F419B559-96E0-4998-956B-AE6B2B22922C}"/>
              </a:ext>
            </a:extLst>
          </p:cNvPr>
          <p:cNvSpPr/>
          <p:nvPr/>
        </p:nvSpPr>
        <p:spPr>
          <a:xfrm>
            <a:off x="8379044" y="5374666"/>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 name="橢圓 139">
            <a:extLst>
              <a:ext uri="{FF2B5EF4-FFF2-40B4-BE49-F238E27FC236}">
                <a16:creationId xmlns="" xmlns:a16="http://schemas.microsoft.com/office/drawing/2014/main" id="{7171E906-5E8D-435C-81D8-4D8F8121ED7B}"/>
              </a:ext>
            </a:extLst>
          </p:cNvPr>
          <p:cNvSpPr/>
          <p:nvPr/>
        </p:nvSpPr>
        <p:spPr>
          <a:xfrm>
            <a:off x="8319364" y="56019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 name="手繪多邊形: 圖案 30">
            <a:extLst>
              <a:ext uri="{FF2B5EF4-FFF2-40B4-BE49-F238E27FC236}">
                <a16:creationId xmlns="" xmlns:a16="http://schemas.microsoft.com/office/drawing/2014/main" id="{D4DF34EC-FFA6-495B-8B60-6DEEEF4C8309}"/>
              </a:ext>
            </a:extLst>
          </p:cNvPr>
          <p:cNvSpPr/>
          <p:nvPr/>
        </p:nvSpPr>
        <p:spPr>
          <a:xfrm>
            <a:off x="8379044" y="5674515"/>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 name="橢圓 141">
            <a:extLst>
              <a:ext uri="{FF2B5EF4-FFF2-40B4-BE49-F238E27FC236}">
                <a16:creationId xmlns="" xmlns:a16="http://schemas.microsoft.com/office/drawing/2014/main" id="{77798FF3-2F1F-4252-96CA-EF3EC4E654E7}"/>
              </a:ext>
            </a:extLst>
          </p:cNvPr>
          <p:cNvSpPr/>
          <p:nvPr/>
        </p:nvSpPr>
        <p:spPr>
          <a:xfrm>
            <a:off x="8319364" y="590189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 name="手繪多邊形: 圖案 32">
            <a:extLst>
              <a:ext uri="{FF2B5EF4-FFF2-40B4-BE49-F238E27FC236}">
                <a16:creationId xmlns="" xmlns:a16="http://schemas.microsoft.com/office/drawing/2014/main" id="{0D4BED9D-D17E-4483-B3D5-5696E5CBEB14}"/>
              </a:ext>
            </a:extLst>
          </p:cNvPr>
          <p:cNvSpPr/>
          <p:nvPr/>
        </p:nvSpPr>
        <p:spPr>
          <a:xfrm>
            <a:off x="8379044" y="5974470"/>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4" name="直線單箭頭接點 33">
            <a:extLst>
              <a:ext uri="{FF2B5EF4-FFF2-40B4-BE49-F238E27FC236}">
                <a16:creationId xmlns="" xmlns:a16="http://schemas.microsoft.com/office/drawing/2014/main" id="{5719125D-9D8D-4CB7-A9CA-A8B342F67C9E}"/>
              </a:ext>
            </a:extLst>
          </p:cNvPr>
          <p:cNvCxnSpPr>
            <a:cxnSpLocks/>
            <a:stCxn id="139" idx="7"/>
            <a:endCxn id="140" idx="2"/>
          </p:cNvCxnSpPr>
          <p:nvPr/>
        </p:nvCxnSpPr>
        <p:spPr>
          <a:xfrm flipV="1">
            <a:off x="8077230" y="5444594"/>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34">
            <a:extLst>
              <a:ext uri="{FF2B5EF4-FFF2-40B4-BE49-F238E27FC236}">
                <a16:creationId xmlns="" xmlns:a16="http://schemas.microsoft.com/office/drawing/2014/main" id="{DC59DCE6-AF7F-4614-8B19-C663E80773E2}"/>
              </a:ext>
            </a:extLst>
          </p:cNvPr>
          <p:cNvCxnSpPr>
            <a:cxnSpLocks/>
            <a:stCxn id="139" idx="6"/>
            <a:endCxn id="142" idx="3"/>
          </p:cNvCxnSpPr>
          <p:nvPr/>
        </p:nvCxnSpPr>
        <p:spPr>
          <a:xfrm flipV="1">
            <a:off x="8118968" y="5845209"/>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單箭頭接點 35">
            <a:extLst>
              <a:ext uri="{FF2B5EF4-FFF2-40B4-BE49-F238E27FC236}">
                <a16:creationId xmlns="" xmlns:a16="http://schemas.microsoft.com/office/drawing/2014/main" id="{DA840203-6CB4-42E0-84D1-244A57CD2EC5}"/>
              </a:ext>
            </a:extLst>
          </p:cNvPr>
          <p:cNvCxnSpPr>
            <a:cxnSpLocks/>
            <a:stCxn id="139" idx="5"/>
            <a:endCxn id="145" idx="0"/>
          </p:cNvCxnSpPr>
          <p:nvPr/>
        </p:nvCxnSpPr>
        <p:spPr>
          <a:xfrm>
            <a:off x="8077230" y="6025318"/>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7" name="矩形 146">
            <a:extLst>
              <a:ext uri="{FF2B5EF4-FFF2-40B4-BE49-F238E27FC236}">
                <a16:creationId xmlns="" xmlns:a16="http://schemas.microsoft.com/office/drawing/2014/main" id="{69DD931B-941A-44FD-A887-47EEDD364061}"/>
              </a:ext>
            </a:extLst>
          </p:cNvPr>
          <p:cNvSpPr/>
          <p:nvPr/>
        </p:nvSpPr>
        <p:spPr>
          <a:xfrm>
            <a:off x="6903843" y="4215966"/>
            <a:ext cx="476412" cy="369332"/>
          </a:xfrm>
          <a:prstGeom prst="rect">
            <a:avLst/>
          </a:prstGeom>
        </p:spPr>
        <p:txBody>
          <a:bodyPr wrap="none">
            <a:spAutoFit/>
          </a:bodyPr>
          <a:lstStyle/>
          <a:p>
            <a:r>
              <a:rPr lang="en-US" altLang="zh-TW" dirty="0"/>
              <a:t>3 h</a:t>
            </a:r>
            <a:endParaRPr lang="zh-TW" altLang="en-US" dirty="0"/>
          </a:p>
        </p:txBody>
      </p:sp>
      <p:sp>
        <p:nvSpPr>
          <p:cNvPr id="148" name="矩形 147">
            <a:extLst>
              <a:ext uri="{FF2B5EF4-FFF2-40B4-BE49-F238E27FC236}">
                <a16:creationId xmlns="" xmlns:a16="http://schemas.microsoft.com/office/drawing/2014/main" id="{43CB5984-4B70-40A3-ACA2-44F3ED03C732}"/>
              </a:ext>
            </a:extLst>
          </p:cNvPr>
          <p:cNvSpPr/>
          <p:nvPr/>
        </p:nvSpPr>
        <p:spPr>
          <a:xfrm>
            <a:off x="6915919" y="4556235"/>
            <a:ext cx="476412" cy="369332"/>
          </a:xfrm>
          <a:prstGeom prst="rect">
            <a:avLst/>
          </a:prstGeom>
        </p:spPr>
        <p:txBody>
          <a:bodyPr wrap="none">
            <a:spAutoFit/>
          </a:bodyPr>
          <a:lstStyle/>
          <a:p>
            <a:r>
              <a:rPr lang="en-US" altLang="zh-TW" dirty="0"/>
              <a:t>5 h</a:t>
            </a:r>
            <a:endParaRPr lang="zh-TW" altLang="en-US" dirty="0"/>
          </a:p>
        </p:txBody>
      </p:sp>
      <p:sp>
        <p:nvSpPr>
          <p:cNvPr id="149" name="矩形 148">
            <a:extLst>
              <a:ext uri="{FF2B5EF4-FFF2-40B4-BE49-F238E27FC236}">
                <a16:creationId xmlns="" xmlns:a16="http://schemas.microsoft.com/office/drawing/2014/main" id="{D19FE18C-B41D-464F-BC12-FFDED4EA89D2}"/>
              </a:ext>
            </a:extLst>
          </p:cNvPr>
          <p:cNvSpPr/>
          <p:nvPr/>
        </p:nvSpPr>
        <p:spPr>
          <a:xfrm>
            <a:off x="6810666" y="4907830"/>
            <a:ext cx="686919" cy="369332"/>
          </a:xfrm>
          <a:prstGeom prst="rect">
            <a:avLst/>
          </a:prstGeom>
        </p:spPr>
        <p:txBody>
          <a:bodyPr wrap="none">
            <a:spAutoFit/>
          </a:bodyPr>
          <a:lstStyle/>
          <a:p>
            <a:r>
              <a:rPr lang="en-US" altLang="zh-TW" dirty="0"/>
              <a:t>1 day</a:t>
            </a:r>
            <a:endParaRPr lang="zh-TW" altLang="en-US" dirty="0"/>
          </a:p>
        </p:txBody>
      </p:sp>
      <p:sp>
        <p:nvSpPr>
          <p:cNvPr id="150" name="矩形 149">
            <a:extLst>
              <a:ext uri="{FF2B5EF4-FFF2-40B4-BE49-F238E27FC236}">
                <a16:creationId xmlns="" xmlns:a16="http://schemas.microsoft.com/office/drawing/2014/main" id="{94DA8535-D8F3-47F1-9540-5947386A08EB}"/>
              </a:ext>
            </a:extLst>
          </p:cNvPr>
          <p:cNvSpPr/>
          <p:nvPr/>
        </p:nvSpPr>
        <p:spPr>
          <a:xfrm>
            <a:off x="6790084" y="5272367"/>
            <a:ext cx="774571" cy="369332"/>
          </a:xfrm>
          <a:prstGeom prst="rect">
            <a:avLst/>
          </a:prstGeom>
        </p:spPr>
        <p:txBody>
          <a:bodyPr wrap="none">
            <a:spAutoFit/>
          </a:bodyPr>
          <a:lstStyle/>
          <a:p>
            <a:r>
              <a:rPr lang="en-US" altLang="zh-TW" dirty="0"/>
              <a:t>3 days</a:t>
            </a:r>
            <a:endParaRPr lang="zh-TW" altLang="en-US" dirty="0"/>
          </a:p>
        </p:txBody>
      </p:sp>
      <p:sp>
        <p:nvSpPr>
          <p:cNvPr id="151" name="矩形 150">
            <a:extLst>
              <a:ext uri="{FF2B5EF4-FFF2-40B4-BE49-F238E27FC236}">
                <a16:creationId xmlns="" xmlns:a16="http://schemas.microsoft.com/office/drawing/2014/main" id="{28F87A11-02B5-4981-91D1-FEE7421702FE}"/>
              </a:ext>
            </a:extLst>
          </p:cNvPr>
          <p:cNvSpPr/>
          <p:nvPr/>
        </p:nvSpPr>
        <p:spPr>
          <a:xfrm>
            <a:off x="6759213" y="5674515"/>
            <a:ext cx="1001506" cy="369332"/>
          </a:xfrm>
          <a:prstGeom prst="rect">
            <a:avLst/>
          </a:prstGeom>
        </p:spPr>
        <p:txBody>
          <a:bodyPr wrap="square">
            <a:spAutoFit/>
          </a:bodyPr>
          <a:lstStyle/>
          <a:p>
            <a:r>
              <a:rPr lang="en-US" altLang="zh-TW" dirty="0"/>
              <a:t>10 days </a:t>
            </a:r>
            <a:endParaRPr lang="zh-TW" altLang="en-US" dirty="0"/>
          </a:p>
        </p:txBody>
      </p:sp>
      <p:sp>
        <p:nvSpPr>
          <p:cNvPr id="152" name="矩形 151">
            <a:extLst>
              <a:ext uri="{FF2B5EF4-FFF2-40B4-BE49-F238E27FC236}">
                <a16:creationId xmlns="" xmlns:a16="http://schemas.microsoft.com/office/drawing/2014/main" id="{3B85C6F4-F779-4D37-B86C-0373E2D8E150}"/>
              </a:ext>
            </a:extLst>
          </p:cNvPr>
          <p:cNvSpPr/>
          <p:nvPr/>
        </p:nvSpPr>
        <p:spPr>
          <a:xfrm>
            <a:off x="6782426" y="3230845"/>
            <a:ext cx="713657" cy="369332"/>
          </a:xfrm>
          <a:prstGeom prst="rect">
            <a:avLst/>
          </a:prstGeom>
        </p:spPr>
        <p:txBody>
          <a:bodyPr wrap="none">
            <a:spAutoFit/>
          </a:bodyPr>
          <a:lstStyle/>
          <a:p>
            <a:r>
              <a:rPr lang="en-US" altLang="zh-TW" dirty="0"/>
              <a:t>1 min</a:t>
            </a:r>
          </a:p>
        </p:txBody>
      </p:sp>
      <p:sp>
        <p:nvSpPr>
          <p:cNvPr id="153" name="文字方塊 152">
            <a:extLst>
              <a:ext uri="{FF2B5EF4-FFF2-40B4-BE49-F238E27FC236}">
                <a16:creationId xmlns="" xmlns:a16="http://schemas.microsoft.com/office/drawing/2014/main" id="{0C90D530-6521-45BF-A3E1-EC1EF7A85644}"/>
              </a:ext>
            </a:extLst>
          </p:cNvPr>
          <p:cNvSpPr txBox="1"/>
          <p:nvPr/>
        </p:nvSpPr>
        <p:spPr>
          <a:xfrm>
            <a:off x="6880158" y="3550648"/>
            <a:ext cx="461665" cy="207749"/>
          </a:xfrm>
          <a:prstGeom prst="rect">
            <a:avLst/>
          </a:prstGeom>
          <a:noFill/>
        </p:spPr>
        <p:txBody>
          <a:bodyPr vert="eaVert" wrap="none" rtlCol="0">
            <a:spAutoFit/>
          </a:bodyPr>
          <a:lstStyle/>
          <a:p>
            <a:r>
              <a:rPr lang="en-US" altLang="zh-TW" dirty="0"/>
              <a:t>~</a:t>
            </a:r>
          </a:p>
        </p:txBody>
      </p:sp>
      <p:sp>
        <p:nvSpPr>
          <p:cNvPr id="154" name="矩形 153">
            <a:extLst>
              <a:ext uri="{FF2B5EF4-FFF2-40B4-BE49-F238E27FC236}">
                <a16:creationId xmlns="" xmlns:a16="http://schemas.microsoft.com/office/drawing/2014/main" id="{2937809B-6DA6-48A5-AD8E-FD54A8E0889B}"/>
              </a:ext>
            </a:extLst>
          </p:cNvPr>
          <p:cNvSpPr/>
          <p:nvPr/>
        </p:nvSpPr>
        <p:spPr>
          <a:xfrm>
            <a:off x="6673819" y="3763012"/>
            <a:ext cx="830677" cy="369332"/>
          </a:xfrm>
          <a:prstGeom prst="rect">
            <a:avLst/>
          </a:prstGeom>
        </p:spPr>
        <p:txBody>
          <a:bodyPr wrap="none">
            <a:spAutoFit/>
          </a:bodyPr>
          <a:lstStyle/>
          <a:p>
            <a:r>
              <a:rPr lang="en-US" altLang="zh-TW" dirty="0"/>
              <a:t>45 min</a:t>
            </a:r>
          </a:p>
        </p:txBody>
      </p:sp>
      <p:sp>
        <p:nvSpPr>
          <p:cNvPr id="155" name="橢圓 154">
            <a:extLst>
              <a:ext uri="{FF2B5EF4-FFF2-40B4-BE49-F238E27FC236}">
                <a16:creationId xmlns="" xmlns:a16="http://schemas.microsoft.com/office/drawing/2014/main" id="{87D65F27-9134-4FD4-93B8-DD965A6C672D}"/>
              </a:ext>
            </a:extLst>
          </p:cNvPr>
          <p:cNvSpPr/>
          <p:nvPr/>
        </p:nvSpPr>
        <p:spPr>
          <a:xfrm>
            <a:off x="8972678" y="353704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6" name="文字方塊 155">
            <a:extLst>
              <a:ext uri="{FF2B5EF4-FFF2-40B4-BE49-F238E27FC236}">
                <a16:creationId xmlns="" xmlns:a16="http://schemas.microsoft.com/office/drawing/2014/main" id="{E87017BF-9766-4953-B5C9-504AFE804854}"/>
              </a:ext>
            </a:extLst>
          </p:cNvPr>
          <p:cNvSpPr txBox="1"/>
          <p:nvPr/>
        </p:nvSpPr>
        <p:spPr>
          <a:xfrm>
            <a:off x="8815168" y="4442794"/>
            <a:ext cx="461665" cy="285008"/>
          </a:xfrm>
          <a:prstGeom prst="rect">
            <a:avLst/>
          </a:prstGeom>
          <a:noFill/>
        </p:spPr>
        <p:txBody>
          <a:bodyPr vert="eaVert" wrap="square" rtlCol="0">
            <a:spAutoFit/>
          </a:bodyPr>
          <a:lstStyle/>
          <a:p>
            <a:r>
              <a:rPr lang="en-US" altLang="zh-TW" dirty="0"/>
              <a:t>…</a:t>
            </a:r>
            <a:endParaRPr lang="zh-TW" altLang="en-US" dirty="0"/>
          </a:p>
        </p:txBody>
      </p:sp>
      <p:sp>
        <p:nvSpPr>
          <p:cNvPr id="158" name="橢圓 157">
            <a:extLst>
              <a:ext uri="{FF2B5EF4-FFF2-40B4-BE49-F238E27FC236}">
                <a16:creationId xmlns="" xmlns:a16="http://schemas.microsoft.com/office/drawing/2014/main" id="{AC1C6A87-10BE-497D-99BA-B3FAE3B83D0C}"/>
              </a:ext>
            </a:extLst>
          </p:cNvPr>
          <p:cNvSpPr/>
          <p:nvPr/>
        </p:nvSpPr>
        <p:spPr>
          <a:xfrm>
            <a:off x="8972678" y="545429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9" name="矩形 158">
            <a:extLst>
              <a:ext uri="{FF2B5EF4-FFF2-40B4-BE49-F238E27FC236}">
                <a16:creationId xmlns="" xmlns:a16="http://schemas.microsoft.com/office/drawing/2014/main" id="{B4E7C8C7-9BC1-4FA3-A8CB-6138796F410B}"/>
              </a:ext>
            </a:extLst>
          </p:cNvPr>
          <p:cNvSpPr/>
          <p:nvPr/>
        </p:nvSpPr>
        <p:spPr>
          <a:xfrm>
            <a:off x="7740323" y="6527380"/>
            <a:ext cx="418704" cy="369332"/>
          </a:xfrm>
          <a:prstGeom prst="rect">
            <a:avLst/>
          </a:prstGeom>
        </p:spPr>
        <p:txBody>
          <a:bodyPr wrap="none">
            <a:spAutoFit/>
          </a:bodyPr>
          <a:lstStyle/>
          <a:p>
            <a:r>
              <a:rPr lang="en-US" altLang="zh-TW" dirty="0"/>
              <a:t>50</a:t>
            </a:r>
            <a:endParaRPr lang="zh-TW" altLang="en-US" dirty="0"/>
          </a:p>
        </p:txBody>
      </p:sp>
      <p:sp>
        <p:nvSpPr>
          <p:cNvPr id="160" name="矩形 159">
            <a:extLst>
              <a:ext uri="{FF2B5EF4-FFF2-40B4-BE49-F238E27FC236}">
                <a16:creationId xmlns="" xmlns:a16="http://schemas.microsoft.com/office/drawing/2014/main" id="{BAD130A7-1B99-47F9-8C16-4B2E7C75E85A}"/>
              </a:ext>
            </a:extLst>
          </p:cNvPr>
          <p:cNvSpPr/>
          <p:nvPr/>
        </p:nvSpPr>
        <p:spPr>
          <a:xfrm>
            <a:off x="8228137" y="6522060"/>
            <a:ext cx="535724" cy="369332"/>
          </a:xfrm>
          <a:prstGeom prst="rect">
            <a:avLst/>
          </a:prstGeom>
        </p:spPr>
        <p:txBody>
          <a:bodyPr wrap="none">
            <a:spAutoFit/>
          </a:bodyPr>
          <a:lstStyle/>
          <a:p>
            <a:r>
              <a:rPr lang="en-US" altLang="zh-TW" dirty="0"/>
              <a:t>150</a:t>
            </a:r>
            <a:endParaRPr lang="zh-TW" altLang="en-US" dirty="0"/>
          </a:p>
        </p:txBody>
      </p:sp>
      <p:sp>
        <p:nvSpPr>
          <p:cNvPr id="161" name="矩形 160">
            <a:extLst>
              <a:ext uri="{FF2B5EF4-FFF2-40B4-BE49-F238E27FC236}">
                <a16:creationId xmlns="" xmlns:a16="http://schemas.microsoft.com/office/drawing/2014/main" id="{2E9FAD76-60E9-4627-A816-1ED803B4463A}"/>
              </a:ext>
            </a:extLst>
          </p:cNvPr>
          <p:cNvSpPr/>
          <p:nvPr/>
        </p:nvSpPr>
        <p:spPr>
          <a:xfrm>
            <a:off x="8806125" y="6527380"/>
            <a:ext cx="535724" cy="369332"/>
          </a:xfrm>
          <a:prstGeom prst="rect">
            <a:avLst/>
          </a:prstGeom>
        </p:spPr>
        <p:txBody>
          <a:bodyPr wrap="none">
            <a:spAutoFit/>
          </a:bodyPr>
          <a:lstStyle/>
          <a:p>
            <a:r>
              <a:rPr lang="en-US" altLang="zh-TW" dirty="0"/>
              <a:t>128</a:t>
            </a:r>
            <a:endParaRPr lang="zh-TW" altLang="en-US" dirty="0"/>
          </a:p>
        </p:txBody>
      </p:sp>
      <p:sp>
        <p:nvSpPr>
          <p:cNvPr id="163" name="矩形 162">
            <a:extLst>
              <a:ext uri="{FF2B5EF4-FFF2-40B4-BE49-F238E27FC236}">
                <a16:creationId xmlns="" xmlns:a16="http://schemas.microsoft.com/office/drawing/2014/main" id="{75BB4094-50C0-42E8-98C3-859E5A83A98D}"/>
              </a:ext>
            </a:extLst>
          </p:cNvPr>
          <p:cNvSpPr/>
          <p:nvPr/>
        </p:nvSpPr>
        <p:spPr>
          <a:xfrm>
            <a:off x="9341849" y="6519646"/>
            <a:ext cx="535724" cy="369332"/>
          </a:xfrm>
          <a:prstGeom prst="rect">
            <a:avLst/>
          </a:prstGeom>
        </p:spPr>
        <p:txBody>
          <a:bodyPr wrap="none">
            <a:spAutoFit/>
          </a:bodyPr>
          <a:lstStyle/>
          <a:p>
            <a:r>
              <a:rPr lang="en-US" altLang="zh-TW" dirty="0"/>
              <a:t>128</a:t>
            </a:r>
            <a:endParaRPr lang="zh-TW" altLang="en-US" dirty="0"/>
          </a:p>
        </p:txBody>
      </p:sp>
      <p:sp>
        <p:nvSpPr>
          <p:cNvPr id="164" name="矩形 163">
            <a:extLst>
              <a:ext uri="{FF2B5EF4-FFF2-40B4-BE49-F238E27FC236}">
                <a16:creationId xmlns="" xmlns:a16="http://schemas.microsoft.com/office/drawing/2014/main" id="{E3BB52B6-F082-47AB-8FC1-0581315E385C}"/>
              </a:ext>
            </a:extLst>
          </p:cNvPr>
          <p:cNvSpPr/>
          <p:nvPr/>
        </p:nvSpPr>
        <p:spPr>
          <a:xfrm>
            <a:off x="9876506" y="6511912"/>
            <a:ext cx="535724" cy="369332"/>
          </a:xfrm>
          <a:prstGeom prst="rect">
            <a:avLst/>
          </a:prstGeom>
        </p:spPr>
        <p:txBody>
          <a:bodyPr wrap="none">
            <a:spAutoFit/>
          </a:bodyPr>
          <a:lstStyle/>
          <a:p>
            <a:r>
              <a:rPr lang="en-US" altLang="zh-TW" dirty="0"/>
              <a:t>128</a:t>
            </a:r>
            <a:endParaRPr lang="zh-TW" altLang="en-US" dirty="0"/>
          </a:p>
        </p:txBody>
      </p:sp>
      <p:sp>
        <p:nvSpPr>
          <p:cNvPr id="166" name="矩形 165">
            <a:extLst>
              <a:ext uri="{FF2B5EF4-FFF2-40B4-BE49-F238E27FC236}">
                <a16:creationId xmlns="" xmlns:a16="http://schemas.microsoft.com/office/drawing/2014/main" id="{77B36D21-8236-41AE-809A-7943EA6F1758}"/>
              </a:ext>
            </a:extLst>
          </p:cNvPr>
          <p:cNvSpPr/>
          <p:nvPr/>
        </p:nvSpPr>
        <p:spPr>
          <a:xfrm>
            <a:off x="10412230" y="6511912"/>
            <a:ext cx="418704" cy="369332"/>
          </a:xfrm>
          <a:prstGeom prst="rect">
            <a:avLst/>
          </a:prstGeom>
        </p:spPr>
        <p:txBody>
          <a:bodyPr wrap="none">
            <a:spAutoFit/>
          </a:bodyPr>
          <a:lstStyle/>
          <a:p>
            <a:r>
              <a:rPr lang="en-US" altLang="zh-TW" dirty="0"/>
              <a:t>20</a:t>
            </a:r>
            <a:endParaRPr lang="zh-TW" altLang="en-US" dirty="0"/>
          </a:p>
        </p:txBody>
      </p:sp>
      <p:sp>
        <p:nvSpPr>
          <p:cNvPr id="167" name="橢圓 166">
            <a:extLst>
              <a:ext uri="{FF2B5EF4-FFF2-40B4-BE49-F238E27FC236}">
                <a16:creationId xmlns="" xmlns:a16="http://schemas.microsoft.com/office/drawing/2014/main" id="{38EF9874-2BDB-4ACE-92EA-52023C98E869}"/>
              </a:ext>
            </a:extLst>
          </p:cNvPr>
          <p:cNvSpPr/>
          <p:nvPr/>
        </p:nvSpPr>
        <p:spPr>
          <a:xfrm>
            <a:off x="9436426" y="312634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9" name="橢圓 168">
            <a:extLst>
              <a:ext uri="{FF2B5EF4-FFF2-40B4-BE49-F238E27FC236}">
                <a16:creationId xmlns="" xmlns:a16="http://schemas.microsoft.com/office/drawing/2014/main" id="{9E21E7BF-54F1-471D-8FF2-3BCAE46F3CD0}"/>
              </a:ext>
            </a:extLst>
          </p:cNvPr>
          <p:cNvSpPr/>
          <p:nvPr/>
        </p:nvSpPr>
        <p:spPr>
          <a:xfrm>
            <a:off x="9436426" y="353704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0" name="文字方塊 169">
            <a:extLst>
              <a:ext uri="{FF2B5EF4-FFF2-40B4-BE49-F238E27FC236}">
                <a16:creationId xmlns="" xmlns:a16="http://schemas.microsoft.com/office/drawing/2014/main" id="{A201AC05-AAFE-41FC-8381-5E9AF0442C22}"/>
              </a:ext>
            </a:extLst>
          </p:cNvPr>
          <p:cNvSpPr txBox="1"/>
          <p:nvPr/>
        </p:nvSpPr>
        <p:spPr>
          <a:xfrm>
            <a:off x="9362910" y="4441811"/>
            <a:ext cx="461665" cy="285008"/>
          </a:xfrm>
          <a:prstGeom prst="rect">
            <a:avLst/>
          </a:prstGeom>
          <a:noFill/>
        </p:spPr>
        <p:txBody>
          <a:bodyPr vert="eaVert" wrap="square" rtlCol="0">
            <a:spAutoFit/>
          </a:bodyPr>
          <a:lstStyle/>
          <a:p>
            <a:r>
              <a:rPr lang="en-US" altLang="zh-TW" dirty="0"/>
              <a:t>…</a:t>
            </a:r>
            <a:endParaRPr lang="zh-TW" altLang="en-US" dirty="0"/>
          </a:p>
        </p:txBody>
      </p:sp>
      <p:sp>
        <p:nvSpPr>
          <p:cNvPr id="172" name="橢圓 171">
            <a:extLst>
              <a:ext uri="{FF2B5EF4-FFF2-40B4-BE49-F238E27FC236}">
                <a16:creationId xmlns="" xmlns:a16="http://schemas.microsoft.com/office/drawing/2014/main" id="{670A97D0-53D9-43F0-84E5-890803895799}"/>
              </a:ext>
            </a:extLst>
          </p:cNvPr>
          <p:cNvSpPr/>
          <p:nvPr/>
        </p:nvSpPr>
        <p:spPr>
          <a:xfrm>
            <a:off x="9436426" y="545429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3" name="橢圓 172">
            <a:extLst>
              <a:ext uri="{FF2B5EF4-FFF2-40B4-BE49-F238E27FC236}">
                <a16:creationId xmlns="" xmlns:a16="http://schemas.microsoft.com/office/drawing/2014/main" id="{FA50D98C-6217-475A-8EFF-DF72286558E3}"/>
              </a:ext>
            </a:extLst>
          </p:cNvPr>
          <p:cNvSpPr/>
          <p:nvPr/>
        </p:nvSpPr>
        <p:spPr>
          <a:xfrm>
            <a:off x="9897278" y="312634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5" name="橢圓 174">
            <a:extLst>
              <a:ext uri="{FF2B5EF4-FFF2-40B4-BE49-F238E27FC236}">
                <a16:creationId xmlns="" xmlns:a16="http://schemas.microsoft.com/office/drawing/2014/main" id="{765DAE87-A80F-4DD7-A563-43D2B29B7283}"/>
              </a:ext>
            </a:extLst>
          </p:cNvPr>
          <p:cNvSpPr/>
          <p:nvPr/>
        </p:nvSpPr>
        <p:spPr>
          <a:xfrm>
            <a:off x="9897278" y="353704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6" name="文字方塊 175">
            <a:extLst>
              <a:ext uri="{FF2B5EF4-FFF2-40B4-BE49-F238E27FC236}">
                <a16:creationId xmlns="" xmlns:a16="http://schemas.microsoft.com/office/drawing/2014/main" id="{046F2496-5241-43C9-B37C-9E0BD72E6B97}"/>
              </a:ext>
            </a:extLst>
          </p:cNvPr>
          <p:cNvSpPr txBox="1"/>
          <p:nvPr/>
        </p:nvSpPr>
        <p:spPr>
          <a:xfrm>
            <a:off x="9753434" y="4459887"/>
            <a:ext cx="461665" cy="285008"/>
          </a:xfrm>
          <a:prstGeom prst="rect">
            <a:avLst/>
          </a:prstGeom>
          <a:noFill/>
        </p:spPr>
        <p:txBody>
          <a:bodyPr vert="eaVert" wrap="square" rtlCol="0">
            <a:spAutoFit/>
          </a:bodyPr>
          <a:lstStyle/>
          <a:p>
            <a:r>
              <a:rPr lang="en-US" altLang="zh-TW" dirty="0"/>
              <a:t>…</a:t>
            </a:r>
            <a:endParaRPr lang="zh-TW" altLang="en-US" dirty="0"/>
          </a:p>
        </p:txBody>
      </p:sp>
      <p:sp>
        <p:nvSpPr>
          <p:cNvPr id="178" name="橢圓 177">
            <a:extLst>
              <a:ext uri="{FF2B5EF4-FFF2-40B4-BE49-F238E27FC236}">
                <a16:creationId xmlns="" xmlns:a16="http://schemas.microsoft.com/office/drawing/2014/main" id="{443A0B18-BBA6-4B86-86CE-90057CBFC11E}"/>
              </a:ext>
            </a:extLst>
          </p:cNvPr>
          <p:cNvSpPr/>
          <p:nvPr/>
        </p:nvSpPr>
        <p:spPr>
          <a:xfrm>
            <a:off x="9897278" y="542997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9" name="橢圓 178">
            <a:extLst>
              <a:ext uri="{FF2B5EF4-FFF2-40B4-BE49-F238E27FC236}">
                <a16:creationId xmlns="" xmlns:a16="http://schemas.microsoft.com/office/drawing/2014/main" id="{8FEEA560-8C54-4ED0-9F5E-8C72C188737F}"/>
              </a:ext>
            </a:extLst>
          </p:cNvPr>
          <p:cNvSpPr/>
          <p:nvPr/>
        </p:nvSpPr>
        <p:spPr>
          <a:xfrm>
            <a:off x="10379235" y="3756658"/>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1" name="文字方塊 180">
            <a:extLst>
              <a:ext uri="{FF2B5EF4-FFF2-40B4-BE49-F238E27FC236}">
                <a16:creationId xmlns="" xmlns:a16="http://schemas.microsoft.com/office/drawing/2014/main" id="{8FEDDF29-180F-4990-B615-F852452E1203}"/>
              </a:ext>
            </a:extLst>
          </p:cNvPr>
          <p:cNvSpPr txBox="1"/>
          <p:nvPr/>
        </p:nvSpPr>
        <p:spPr>
          <a:xfrm>
            <a:off x="10366630" y="4532348"/>
            <a:ext cx="461665" cy="285008"/>
          </a:xfrm>
          <a:prstGeom prst="rect">
            <a:avLst/>
          </a:prstGeom>
          <a:noFill/>
        </p:spPr>
        <p:txBody>
          <a:bodyPr vert="eaVert" wrap="square" rtlCol="0">
            <a:spAutoFit/>
          </a:bodyPr>
          <a:lstStyle/>
          <a:p>
            <a:r>
              <a:rPr lang="en-US" altLang="zh-TW" dirty="0"/>
              <a:t>…</a:t>
            </a:r>
            <a:endParaRPr lang="zh-TW" altLang="en-US" dirty="0"/>
          </a:p>
        </p:txBody>
      </p:sp>
      <p:sp>
        <p:nvSpPr>
          <p:cNvPr id="182" name="橢圓 181">
            <a:extLst>
              <a:ext uri="{FF2B5EF4-FFF2-40B4-BE49-F238E27FC236}">
                <a16:creationId xmlns="" xmlns:a16="http://schemas.microsoft.com/office/drawing/2014/main" id="{67BF726A-4018-4EFC-BFFD-DC9ED0498AA2}"/>
              </a:ext>
            </a:extLst>
          </p:cNvPr>
          <p:cNvSpPr/>
          <p:nvPr/>
        </p:nvSpPr>
        <p:spPr>
          <a:xfrm>
            <a:off x="10379235" y="487696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4" name="直線單箭頭接點 64">
            <a:extLst>
              <a:ext uri="{FF2B5EF4-FFF2-40B4-BE49-F238E27FC236}">
                <a16:creationId xmlns="" xmlns:a16="http://schemas.microsoft.com/office/drawing/2014/main" id="{602C4F71-4C99-4A1F-85E1-C35070DE85D5}"/>
              </a:ext>
            </a:extLst>
          </p:cNvPr>
          <p:cNvCxnSpPr>
            <a:cxnSpLocks/>
            <a:stCxn id="112" idx="6"/>
            <a:endCxn id="122" idx="2"/>
          </p:cNvCxnSpPr>
          <p:nvPr/>
        </p:nvCxnSpPr>
        <p:spPr>
          <a:xfrm>
            <a:off x="8604372" y="2914582"/>
            <a:ext cx="368306" cy="354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線單箭頭接點 65">
            <a:extLst>
              <a:ext uri="{FF2B5EF4-FFF2-40B4-BE49-F238E27FC236}">
                <a16:creationId xmlns="" xmlns:a16="http://schemas.microsoft.com/office/drawing/2014/main" id="{4E207D98-2E22-4DCB-85DA-0295FB3F2C49}"/>
              </a:ext>
            </a:extLst>
          </p:cNvPr>
          <p:cNvCxnSpPr>
            <a:cxnSpLocks/>
            <a:stCxn id="112" idx="6"/>
            <a:endCxn id="158" idx="2"/>
          </p:cNvCxnSpPr>
          <p:nvPr/>
        </p:nvCxnSpPr>
        <p:spPr>
          <a:xfrm>
            <a:off x="8604372" y="2914582"/>
            <a:ext cx="368306" cy="7649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66">
            <a:extLst>
              <a:ext uri="{FF2B5EF4-FFF2-40B4-BE49-F238E27FC236}">
                <a16:creationId xmlns="" xmlns:a16="http://schemas.microsoft.com/office/drawing/2014/main" id="{A17B07EC-7387-40AA-AA65-422F15467201}"/>
              </a:ext>
            </a:extLst>
          </p:cNvPr>
          <p:cNvCxnSpPr>
            <a:cxnSpLocks/>
          </p:cNvCxnSpPr>
          <p:nvPr/>
        </p:nvCxnSpPr>
        <p:spPr>
          <a:xfrm>
            <a:off x="8615533" y="2934277"/>
            <a:ext cx="403629" cy="2597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67">
            <a:extLst>
              <a:ext uri="{FF2B5EF4-FFF2-40B4-BE49-F238E27FC236}">
                <a16:creationId xmlns="" xmlns:a16="http://schemas.microsoft.com/office/drawing/2014/main" id="{0D60DAB1-877A-457B-A87A-92C10DD7BD65}"/>
              </a:ext>
            </a:extLst>
          </p:cNvPr>
          <p:cNvCxnSpPr>
            <a:cxnSpLocks/>
            <a:endCxn id="160" idx="3"/>
          </p:cNvCxnSpPr>
          <p:nvPr/>
        </p:nvCxnSpPr>
        <p:spPr>
          <a:xfrm flipV="1">
            <a:off x="8604372" y="5697569"/>
            <a:ext cx="410044" cy="370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線單箭頭接點 68">
            <a:extLst>
              <a:ext uri="{FF2B5EF4-FFF2-40B4-BE49-F238E27FC236}">
                <a16:creationId xmlns="" xmlns:a16="http://schemas.microsoft.com/office/drawing/2014/main" id="{8483B0BB-D948-4E7A-85AD-7D6A6306B14F}"/>
              </a:ext>
            </a:extLst>
          </p:cNvPr>
          <p:cNvCxnSpPr>
            <a:cxnSpLocks/>
            <a:stCxn id="122" idx="6"/>
            <a:endCxn id="170" idx="2"/>
          </p:cNvCxnSpPr>
          <p:nvPr/>
        </p:nvCxnSpPr>
        <p:spPr>
          <a:xfrm>
            <a:off x="9257686" y="3268847"/>
            <a:ext cx="1787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單箭頭接點 69">
            <a:extLst>
              <a:ext uri="{FF2B5EF4-FFF2-40B4-BE49-F238E27FC236}">
                <a16:creationId xmlns="" xmlns:a16="http://schemas.microsoft.com/office/drawing/2014/main" id="{CC6426D9-BAAB-410F-BCA6-B12EB8FE66D8}"/>
              </a:ext>
            </a:extLst>
          </p:cNvPr>
          <p:cNvCxnSpPr>
            <a:cxnSpLocks/>
            <a:stCxn id="122" idx="6"/>
            <a:endCxn id="172" idx="2"/>
          </p:cNvCxnSpPr>
          <p:nvPr/>
        </p:nvCxnSpPr>
        <p:spPr>
          <a:xfrm>
            <a:off x="9257686" y="3268847"/>
            <a:ext cx="178740" cy="410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直線單箭頭接點 70">
            <a:extLst>
              <a:ext uri="{FF2B5EF4-FFF2-40B4-BE49-F238E27FC236}">
                <a16:creationId xmlns="" xmlns:a16="http://schemas.microsoft.com/office/drawing/2014/main" id="{EC8045FE-1393-4A1A-9799-FAFB8255CE4C}"/>
              </a:ext>
            </a:extLst>
          </p:cNvPr>
          <p:cNvCxnSpPr>
            <a:cxnSpLocks/>
            <a:stCxn id="122" idx="6"/>
            <a:endCxn id="175" idx="1"/>
          </p:cNvCxnSpPr>
          <p:nvPr/>
        </p:nvCxnSpPr>
        <p:spPr>
          <a:xfrm>
            <a:off x="9257686" y="3268847"/>
            <a:ext cx="220478" cy="2227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直線單箭頭接點 71">
            <a:extLst>
              <a:ext uri="{FF2B5EF4-FFF2-40B4-BE49-F238E27FC236}">
                <a16:creationId xmlns="" xmlns:a16="http://schemas.microsoft.com/office/drawing/2014/main" id="{123A74FC-1B19-4BC1-BCBC-3DC0BED22347}"/>
              </a:ext>
            </a:extLst>
          </p:cNvPr>
          <p:cNvCxnSpPr>
            <a:cxnSpLocks/>
            <a:stCxn id="160" idx="6"/>
            <a:endCxn id="175" idx="2"/>
          </p:cNvCxnSpPr>
          <p:nvPr/>
        </p:nvCxnSpPr>
        <p:spPr>
          <a:xfrm>
            <a:off x="9257686" y="5596803"/>
            <a:ext cx="1787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線單箭頭接點 72">
            <a:extLst>
              <a:ext uri="{FF2B5EF4-FFF2-40B4-BE49-F238E27FC236}">
                <a16:creationId xmlns="" xmlns:a16="http://schemas.microsoft.com/office/drawing/2014/main" id="{F60A6455-6F09-43F1-85C9-82D918FC8727}"/>
              </a:ext>
            </a:extLst>
          </p:cNvPr>
          <p:cNvCxnSpPr>
            <a:cxnSpLocks/>
            <a:stCxn id="170" idx="6"/>
            <a:endCxn id="178" idx="2"/>
          </p:cNvCxnSpPr>
          <p:nvPr/>
        </p:nvCxnSpPr>
        <p:spPr>
          <a:xfrm>
            <a:off x="9721434" y="3268847"/>
            <a:ext cx="175844" cy="410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直線單箭頭接點 73">
            <a:extLst>
              <a:ext uri="{FF2B5EF4-FFF2-40B4-BE49-F238E27FC236}">
                <a16:creationId xmlns="" xmlns:a16="http://schemas.microsoft.com/office/drawing/2014/main" id="{E4C6DC89-7781-4C75-A6DE-7FE4D0F85C1C}"/>
              </a:ext>
            </a:extLst>
          </p:cNvPr>
          <p:cNvCxnSpPr>
            <a:cxnSpLocks/>
            <a:stCxn id="170" idx="6"/>
            <a:endCxn id="181" idx="2"/>
          </p:cNvCxnSpPr>
          <p:nvPr/>
        </p:nvCxnSpPr>
        <p:spPr>
          <a:xfrm>
            <a:off x="9721434" y="3268847"/>
            <a:ext cx="175844" cy="2303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單箭頭接點 74">
            <a:extLst>
              <a:ext uri="{FF2B5EF4-FFF2-40B4-BE49-F238E27FC236}">
                <a16:creationId xmlns="" xmlns:a16="http://schemas.microsoft.com/office/drawing/2014/main" id="{F02A476E-CE44-45D1-9AF6-F4F54AE47421}"/>
              </a:ext>
            </a:extLst>
          </p:cNvPr>
          <p:cNvCxnSpPr>
            <a:cxnSpLocks/>
            <a:stCxn id="170" idx="6"/>
            <a:endCxn id="176" idx="2"/>
          </p:cNvCxnSpPr>
          <p:nvPr/>
        </p:nvCxnSpPr>
        <p:spPr>
          <a:xfrm>
            <a:off x="9721434" y="3268847"/>
            <a:ext cx="1758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線單箭頭接點 75">
            <a:extLst>
              <a:ext uri="{FF2B5EF4-FFF2-40B4-BE49-F238E27FC236}">
                <a16:creationId xmlns="" xmlns:a16="http://schemas.microsoft.com/office/drawing/2014/main" id="{7BDC4DAE-88EA-4F47-A0E7-736169AF9970}"/>
              </a:ext>
            </a:extLst>
          </p:cNvPr>
          <p:cNvCxnSpPr>
            <a:cxnSpLocks/>
            <a:stCxn id="175" idx="6"/>
            <a:endCxn id="181" idx="2"/>
          </p:cNvCxnSpPr>
          <p:nvPr/>
        </p:nvCxnSpPr>
        <p:spPr>
          <a:xfrm flipV="1">
            <a:off x="9721434" y="5572479"/>
            <a:ext cx="175844" cy="243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單箭頭接點 76">
            <a:extLst>
              <a:ext uri="{FF2B5EF4-FFF2-40B4-BE49-F238E27FC236}">
                <a16:creationId xmlns="" xmlns:a16="http://schemas.microsoft.com/office/drawing/2014/main" id="{36026FBB-4654-4E46-A520-20184311808B}"/>
              </a:ext>
            </a:extLst>
          </p:cNvPr>
          <p:cNvCxnSpPr>
            <a:cxnSpLocks/>
            <a:stCxn id="176" idx="6"/>
            <a:endCxn id="182" idx="1"/>
          </p:cNvCxnSpPr>
          <p:nvPr/>
        </p:nvCxnSpPr>
        <p:spPr>
          <a:xfrm>
            <a:off x="10182286" y="3268847"/>
            <a:ext cx="238687" cy="5295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單箭頭接點 77">
            <a:extLst>
              <a:ext uri="{FF2B5EF4-FFF2-40B4-BE49-F238E27FC236}">
                <a16:creationId xmlns="" xmlns:a16="http://schemas.microsoft.com/office/drawing/2014/main" id="{36562307-BA3A-43A5-ACAA-E81A228972B6}"/>
              </a:ext>
            </a:extLst>
          </p:cNvPr>
          <p:cNvCxnSpPr>
            <a:cxnSpLocks/>
            <a:stCxn id="176" idx="6"/>
            <a:endCxn id="185" idx="2"/>
          </p:cNvCxnSpPr>
          <p:nvPr/>
        </p:nvCxnSpPr>
        <p:spPr>
          <a:xfrm>
            <a:off x="10182286" y="3268847"/>
            <a:ext cx="196949" cy="17506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直線單箭頭接點 78">
            <a:extLst>
              <a:ext uri="{FF2B5EF4-FFF2-40B4-BE49-F238E27FC236}">
                <a16:creationId xmlns="" xmlns:a16="http://schemas.microsoft.com/office/drawing/2014/main" id="{3734352C-0A65-4E0E-8ED0-4B88048F19F1}"/>
              </a:ext>
            </a:extLst>
          </p:cNvPr>
          <p:cNvCxnSpPr>
            <a:cxnSpLocks/>
            <a:stCxn id="181" idx="6"/>
            <a:endCxn id="185" idx="3"/>
          </p:cNvCxnSpPr>
          <p:nvPr/>
        </p:nvCxnSpPr>
        <p:spPr>
          <a:xfrm flipV="1">
            <a:off x="10182286" y="5120233"/>
            <a:ext cx="238687" cy="4522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6" name="橢圓 205">
            <a:extLst>
              <a:ext uri="{FF2B5EF4-FFF2-40B4-BE49-F238E27FC236}">
                <a16:creationId xmlns="" xmlns:a16="http://schemas.microsoft.com/office/drawing/2014/main" id="{E3C7F63F-1A95-4010-8933-ABA3131F74ED}"/>
              </a:ext>
            </a:extLst>
          </p:cNvPr>
          <p:cNvSpPr/>
          <p:nvPr/>
        </p:nvSpPr>
        <p:spPr>
          <a:xfrm>
            <a:off x="10379235" y="414657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7" name="直線單箭頭接點 80">
            <a:extLst>
              <a:ext uri="{FF2B5EF4-FFF2-40B4-BE49-F238E27FC236}">
                <a16:creationId xmlns="" xmlns:a16="http://schemas.microsoft.com/office/drawing/2014/main" id="{FA2B8B58-857A-4784-9F89-F2D09AFCEAAF}"/>
              </a:ext>
            </a:extLst>
          </p:cNvPr>
          <p:cNvCxnSpPr>
            <a:cxnSpLocks/>
            <a:stCxn id="176" idx="6"/>
          </p:cNvCxnSpPr>
          <p:nvPr/>
        </p:nvCxnSpPr>
        <p:spPr>
          <a:xfrm>
            <a:off x="10182286" y="3268847"/>
            <a:ext cx="196949" cy="10202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683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fuzzy </a:t>
            </a:r>
            <a:r>
              <a:rPr lang="en-US" altLang="zh-TW" dirty="0" smtClean="0"/>
              <a:t>part</a:t>
            </a:r>
            <a:endParaRPr kumimoji="1" lang="zh-TW" altLang="en-US" dirty="0"/>
          </a:p>
        </p:txBody>
      </p:sp>
      <p:sp>
        <p:nvSpPr>
          <p:cNvPr id="160" name="橢圓 159">
            <a:extLst>
              <a:ext uri="{FF2B5EF4-FFF2-40B4-BE49-F238E27FC236}">
                <a16:creationId xmlns="" xmlns:a16="http://schemas.microsoft.com/office/drawing/2014/main" id="{3F733EB7-5D68-4512-A12A-307049614C6A}"/>
              </a:ext>
            </a:extLst>
          </p:cNvPr>
          <p:cNvSpPr/>
          <p:nvPr/>
        </p:nvSpPr>
        <p:spPr>
          <a:xfrm>
            <a:off x="2041880" y="2621232"/>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1" name="橢圓 160">
            <a:extLst>
              <a:ext uri="{FF2B5EF4-FFF2-40B4-BE49-F238E27FC236}">
                <a16:creationId xmlns="" xmlns:a16="http://schemas.microsoft.com/office/drawing/2014/main" id="{2D1E329C-2031-4139-A43D-619C72986488}"/>
              </a:ext>
            </a:extLst>
          </p:cNvPr>
          <p:cNvSpPr/>
          <p:nvPr/>
        </p:nvSpPr>
        <p:spPr>
          <a:xfrm>
            <a:off x="2527284" y="214127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2" name="手繪多邊形: 圖案 5">
            <a:extLst>
              <a:ext uri="{FF2B5EF4-FFF2-40B4-BE49-F238E27FC236}">
                <a16:creationId xmlns="" xmlns:a16="http://schemas.microsoft.com/office/drawing/2014/main" id="{F911CF6B-4290-4F67-B15A-E7B11953678C}"/>
              </a:ext>
            </a:extLst>
          </p:cNvPr>
          <p:cNvSpPr/>
          <p:nvPr/>
        </p:nvSpPr>
        <p:spPr>
          <a:xfrm>
            <a:off x="2586964" y="2213850"/>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3" name="橢圓 162">
            <a:extLst>
              <a:ext uri="{FF2B5EF4-FFF2-40B4-BE49-F238E27FC236}">
                <a16:creationId xmlns="" xmlns:a16="http://schemas.microsoft.com/office/drawing/2014/main" id="{033B5AE4-F629-4827-87F6-5B0DE05E5EF2}"/>
              </a:ext>
            </a:extLst>
          </p:cNvPr>
          <p:cNvSpPr/>
          <p:nvPr/>
        </p:nvSpPr>
        <p:spPr>
          <a:xfrm>
            <a:off x="2527284" y="244112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4" name="手繪多邊形: 圖案 7">
            <a:extLst>
              <a:ext uri="{FF2B5EF4-FFF2-40B4-BE49-F238E27FC236}">
                <a16:creationId xmlns="" xmlns:a16="http://schemas.microsoft.com/office/drawing/2014/main" id="{02C4A6E9-A55A-4C06-995A-F76F5C6EFE3C}"/>
              </a:ext>
            </a:extLst>
          </p:cNvPr>
          <p:cNvSpPr/>
          <p:nvPr/>
        </p:nvSpPr>
        <p:spPr>
          <a:xfrm>
            <a:off x="2586964" y="2513699"/>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5" name="橢圓 164">
            <a:extLst>
              <a:ext uri="{FF2B5EF4-FFF2-40B4-BE49-F238E27FC236}">
                <a16:creationId xmlns="" xmlns:a16="http://schemas.microsoft.com/office/drawing/2014/main" id="{751E1F47-96D4-4F28-B0B1-A077C3193AEA}"/>
              </a:ext>
            </a:extLst>
          </p:cNvPr>
          <p:cNvSpPr/>
          <p:nvPr/>
        </p:nvSpPr>
        <p:spPr>
          <a:xfrm>
            <a:off x="2527284" y="2741078"/>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6" name="手繪多邊形: 圖案 9">
            <a:extLst>
              <a:ext uri="{FF2B5EF4-FFF2-40B4-BE49-F238E27FC236}">
                <a16:creationId xmlns="" xmlns:a16="http://schemas.microsoft.com/office/drawing/2014/main" id="{FAC322C0-498A-471C-BF2A-8EE9A283343A}"/>
              </a:ext>
            </a:extLst>
          </p:cNvPr>
          <p:cNvSpPr/>
          <p:nvPr/>
        </p:nvSpPr>
        <p:spPr>
          <a:xfrm>
            <a:off x="2586964" y="2813654"/>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7" name="文字方塊 166">
            <a:extLst>
              <a:ext uri="{FF2B5EF4-FFF2-40B4-BE49-F238E27FC236}">
                <a16:creationId xmlns="" xmlns:a16="http://schemas.microsoft.com/office/drawing/2014/main" id="{2964DCA7-C4AE-461A-8586-3AA140B46D02}"/>
              </a:ext>
            </a:extLst>
          </p:cNvPr>
          <p:cNvSpPr txBox="1"/>
          <p:nvPr/>
        </p:nvSpPr>
        <p:spPr>
          <a:xfrm>
            <a:off x="2041494" y="4317838"/>
            <a:ext cx="461665" cy="285008"/>
          </a:xfrm>
          <a:prstGeom prst="rect">
            <a:avLst/>
          </a:prstGeom>
          <a:noFill/>
        </p:spPr>
        <p:txBody>
          <a:bodyPr vert="eaVert" wrap="square" rtlCol="0">
            <a:spAutoFit/>
          </a:bodyPr>
          <a:lstStyle/>
          <a:p>
            <a:r>
              <a:rPr lang="en-US" altLang="zh-TW" dirty="0"/>
              <a:t>…</a:t>
            </a:r>
            <a:endParaRPr lang="zh-TW" altLang="en-US" dirty="0"/>
          </a:p>
        </p:txBody>
      </p:sp>
      <p:sp>
        <p:nvSpPr>
          <p:cNvPr id="168" name="文字方塊 167">
            <a:extLst>
              <a:ext uri="{FF2B5EF4-FFF2-40B4-BE49-F238E27FC236}">
                <a16:creationId xmlns="" xmlns:a16="http://schemas.microsoft.com/office/drawing/2014/main" id="{38C70562-D70D-4A73-801E-7B2843146DC9}"/>
              </a:ext>
            </a:extLst>
          </p:cNvPr>
          <p:cNvSpPr txBox="1"/>
          <p:nvPr/>
        </p:nvSpPr>
        <p:spPr>
          <a:xfrm>
            <a:off x="2551918" y="4317507"/>
            <a:ext cx="461665" cy="285008"/>
          </a:xfrm>
          <a:prstGeom prst="rect">
            <a:avLst/>
          </a:prstGeom>
          <a:noFill/>
        </p:spPr>
        <p:txBody>
          <a:bodyPr vert="eaVert" wrap="square" rtlCol="0">
            <a:spAutoFit/>
          </a:bodyPr>
          <a:lstStyle/>
          <a:p>
            <a:r>
              <a:rPr lang="en-US" altLang="zh-TW" dirty="0"/>
              <a:t>…</a:t>
            </a:r>
            <a:endParaRPr lang="zh-TW" altLang="en-US" dirty="0"/>
          </a:p>
        </p:txBody>
      </p:sp>
      <p:sp>
        <p:nvSpPr>
          <p:cNvPr id="169" name="橢圓 168">
            <a:extLst>
              <a:ext uri="{FF2B5EF4-FFF2-40B4-BE49-F238E27FC236}">
                <a16:creationId xmlns="" xmlns:a16="http://schemas.microsoft.com/office/drawing/2014/main" id="{E905175A-BC1E-4A68-A496-CE681AFF4FB3}"/>
              </a:ext>
            </a:extLst>
          </p:cNvPr>
          <p:cNvSpPr/>
          <p:nvPr/>
        </p:nvSpPr>
        <p:spPr>
          <a:xfrm>
            <a:off x="3180598" y="24955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0" name="直線單箭頭接點 13">
            <a:extLst>
              <a:ext uri="{FF2B5EF4-FFF2-40B4-BE49-F238E27FC236}">
                <a16:creationId xmlns="" xmlns:a16="http://schemas.microsoft.com/office/drawing/2014/main" id="{EE300706-ACC0-4D4A-8DA7-0D1B2CF2BBA2}"/>
              </a:ext>
            </a:extLst>
          </p:cNvPr>
          <p:cNvCxnSpPr>
            <a:cxnSpLocks/>
            <a:stCxn id="162" idx="7"/>
            <a:endCxn id="163" idx="2"/>
          </p:cNvCxnSpPr>
          <p:nvPr/>
        </p:nvCxnSpPr>
        <p:spPr>
          <a:xfrm flipV="1">
            <a:off x="2285150" y="2283778"/>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單箭頭接點 14">
            <a:extLst>
              <a:ext uri="{FF2B5EF4-FFF2-40B4-BE49-F238E27FC236}">
                <a16:creationId xmlns="" xmlns:a16="http://schemas.microsoft.com/office/drawing/2014/main" id="{08F45E85-F96F-4A2A-BB76-9D8B823D5614}"/>
              </a:ext>
            </a:extLst>
          </p:cNvPr>
          <p:cNvCxnSpPr>
            <a:cxnSpLocks/>
            <a:stCxn id="162" idx="6"/>
            <a:endCxn id="165" idx="3"/>
          </p:cNvCxnSpPr>
          <p:nvPr/>
        </p:nvCxnSpPr>
        <p:spPr>
          <a:xfrm flipV="1">
            <a:off x="2326888" y="2684393"/>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單箭頭接點 15">
            <a:extLst>
              <a:ext uri="{FF2B5EF4-FFF2-40B4-BE49-F238E27FC236}">
                <a16:creationId xmlns="" xmlns:a16="http://schemas.microsoft.com/office/drawing/2014/main" id="{6D9F617C-D165-4718-B8F4-29FFE0DEE581}"/>
              </a:ext>
            </a:extLst>
          </p:cNvPr>
          <p:cNvCxnSpPr>
            <a:cxnSpLocks/>
            <a:stCxn id="162" idx="5"/>
            <a:endCxn id="168" idx="0"/>
          </p:cNvCxnSpPr>
          <p:nvPr/>
        </p:nvCxnSpPr>
        <p:spPr>
          <a:xfrm>
            <a:off x="2285150" y="2864502"/>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3" name="橢圓 172">
            <a:extLst>
              <a:ext uri="{FF2B5EF4-FFF2-40B4-BE49-F238E27FC236}">
                <a16:creationId xmlns="" xmlns:a16="http://schemas.microsoft.com/office/drawing/2014/main" id="{24EB69C7-B4DF-426C-B988-D434F51D6866}"/>
              </a:ext>
            </a:extLst>
          </p:cNvPr>
          <p:cNvSpPr/>
          <p:nvPr/>
        </p:nvSpPr>
        <p:spPr>
          <a:xfrm>
            <a:off x="2041880" y="3665550"/>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4" name="橢圓 173">
            <a:extLst>
              <a:ext uri="{FF2B5EF4-FFF2-40B4-BE49-F238E27FC236}">
                <a16:creationId xmlns="" xmlns:a16="http://schemas.microsoft.com/office/drawing/2014/main" id="{53C9FDC9-8F2E-4EBD-AB2C-202CA994F68E}"/>
              </a:ext>
            </a:extLst>
          </p:cNvPr>
          <p:cNvSpPr/>
          <p:nvPr/>
        </p:nvSpPr>
        <p:spPr>
          <a:xfrm>
            <a:off x="2527284" y="3185592"/>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5" name="手繪多邊形: 圖案 18">
            <a:extLst>
              <a:ext uri="{FF2B5EF4-FFF2-40B4-BE49-F238E27FC236}">
                <a16:creationId xmlns="" xmlns:a16="http://schemas.microsoft.com/office/drawing/2014/main" id="{F89410D2-2BE8-4807-A304-2B8C9B8BC292}"/>
              </a:ext>
            </a:extLst>
          </p:cNvPr>
          <p:cNvSpPr/>
          <p:nvPr/>
        </p:nvSpPr>
        <p:spPr>
          <a:xfrm>
            <a:off x="2586964" y="3258168"/>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6" name="橢圓 175">
            <a:extLst>
              <a:ext uri="{FF2B5EF4-FFF2-40B4-BE49-F238E27FC236}">
                <a16:creationId xmlns="" xmlns:a16="http://schemas.microsoft.com/office/drawing/2014/main" id="{4C0049EA-ACB2-464E-BAB8-D56083589478}"/>
              </a:ext>
            </a:extLst>
          </p:cNvPr>
          <p:cNvSpPr/>
          <p:nvPr/>
        </p:nvSpPr>
        <p:spPr>
          <a:xfrm>
            <a:off x="2527284" y="348544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7" name="手繪多邊形: 圖案 20">
            <a:extLst>
              <a:ext uri="{FF2B5EF4-FFF2-40B4-BE49-F238E27FC236}">
                <a16:creationId xmlns="" xmlns:a16="http://schemas.microsoft.com/office/drawing/2014/main" id="{68695F05-5247-43AF-AAF5-3441A87ED279}"/>
              </a:ext>
            </a:extLst>
          </p:cNvPr>
          <p:cNvSpPr/>
          <p:nvPr/>
        </p:nvSpPr>
        <p:spPr>
          <a:xfrm>
            <a:off x="2586964" y="3558017"/>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8" name="橢圓 177">
            <a:extLst>
              <a:ext uri="{FF2B5EF4-FFF2-40B4-BE49-F238E27FC236}">
                <a16:creationId xmlns="" xmlns:a16="http://schemas.microsoft.com/office/drawing/2014/main" id="{CBC60336-98B0-427A-B8B3-5BF8781610AA}"/>
              </a:ext>
            </a:extLst>
          </p:cNvPr>
          <p:cNvSpPr/>
          <p:nvPr/>
        </p:nvSpPr>
        <p:spPr>
          <a:xfrm>
            <a:off x="2527284" y="378539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9" name="手繪多邊形: 圖案 22">
            <a:extLst>
              <a:ext uri="{FF2B5EF4-FFF2-40B4-BE49-F238E27FC236}">
                <a16:creationId xmlns="" xmlns:a16="http://schemas.microsoft.com/office/drawing/2014/main" id="{7B5A0FE2-262F-4CC3-98ED-0E6C1E89EAE9}"/>
              </a:ext>
            </a:extLst>
          </p:cNvPr>
          <p:cNvSpPr/>
          <p:nvPr/>
        </p:nvSpPr>
        <p:spPr>
          <a:xfrm>
            <a:off x="2586964" y="3857972"/>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0" name="直線單箭頭接點 23">
            <a:extLst>
              <a:ext uri="{FF2B5EF4-FFF2-40B4-BE49-F238E27FC236}">
                <a16:creationId xmlns="" xmlns:a16="http://schemas.microsoft.com/office/drawing/2014/main" id="{DEBA101E-8208-44FF-BA58-FB3CF822F43B}"/>
              </a:ext>
            </a:extLst>
          </p:cNvPr>
          <p:cNvCxnSpPr>
            <a:cxnSpLocks/>
            <a:stCxn id="175" idx="7"/>
            <a:endCxn id="176" idx="2"/>
          </p:cNvCxnSpPr>
          <p:nvPr/>
        </p:nvCxnSpPr>
        <p:spPr>
          <a:xfrm flipV="1">
            <a:off x="2285150" y="3328096"/>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線單箭頭接點 24">
            <a:extLst>
              <a:ext uri="{FF2B5EF4-FFF2-40B4-BE49-F238E27FC236}">
                <a16:creationId xmlns="" xmlns:a16="http://schemas.microsoft.com/office/drawing/2014/main" id="{941414F1-4A3D-4FEB-90E4-37847B0B2AC6}"/>
              </a:ext>
            </a:extLst>
          </p:cNvPr>
          <p:cNvCxnSpPr>
            <a:cxnSpLocks/>
            <a:stCxn id="175" idx="6"/>
            <a:endCxn id="178" idx="3"/>
          </p:cNvCxnSpPr>
          <p:nvPr/>
        </p:nvCxnSpPr>
        <p:spPr>
          <a:xfrm flipV="1">
            <a:off x="2326888" y="3728711"/>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25">
            <a:extLst>
              <a:ext uri="{FF2B5EF4-FFF2-40B4-BE49-F238E27FC236}">
                <a16:creationId xmlns="" xmlns:a16="http://schemas.microsoft.com/office/drawing/2014/main" id="{D2BA32B6-C3E6-4173-845E-641A7A203F27}"/>
              </a:ext>
            </a:extLst>
          </p:cNvPr>
          <p:cNvCxnSpPr>
            <a:cxnSpLocks/>
            <a:stCxn id="175" idx="5"/>
            <a:endCxn id="181" idx="0"/>
          </p:cNvCxnSpPr>
          <p:nvPr/>
        </p:nvCxnSpPr>
        <p:spPr>
          <a:xfrm>
            <a:off x="2285150" y="3908820"/>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3" name="橢圓 182">
            <a:extLst>
              <a:ext uri="{FF2B5EF4-FFF2-40B4-BE49-F238E27FC236}">
                <a16:creationId xmlns="" xmlns:a16="http://schemas.microsoft.com/office/drawing/2014/main" id="{E4D210C8-9107-48B6-984B-0A78A413749D}"/>
              </a:ext>
            </a:extLst>
          </p:cNvPr>
          <p:cNvSpPr/>
          <p:nvPr/>
        </p:nvSpPr>
        <p:spPr>
          <a:xfrm>
            <a:off x="2041880" y="5151244"/>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4" name="橢圓 183">
            <a:extLst>
              <a:ext uri="{FF2B5EF4-FFF2-40B4-BE49-F238E27FC236}">
                <a16:creationId xmlns="" xmlns:a16="http://schemas.microsoft.com/office/drawing/2014/main" id="{BF2D819E-7D17-4BF4-B9BC-4E4215FBE992}"/>
              </a:ext>
            </a:extLst>
          </p:cNvPr>
          <p:cNvSpPr/>
          <p:nvPr/>
        </p:nvSpPr>
        <p:spPr>
          <a:xfrm>
            <a:off x="2527284" y="467128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5" name="手繪多邊形: 圖案 28">
            <a:extLst>
              <a:ext uri="{FF2B5EF4-FFF2-40B4-BE49-F238E27FC236}">
                <a16:creationId xmlns="" xmlns:a16="http://schemas.microsoft.com/office/drawing/2014/main" id="{F419B559-96E0-4998-956B-AE6B2B22922C}"/>
              </a:ext>
            </a:extLst>
          </p:cNvPr>
          <p:cNvSpPr/>
          <p:nvPr/>
        </p:nvSpPr>
        <p:spPr>
          <a:xfrm>
            <a:off x="2586964" y="4743862"/>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6" name="橢圓 185">
            <a:extLst>
              <a:ext uri="{FF2B5EF4-FFF2-40B4-BE49-F238E27FC236}">
                <a16:creationId xmlns="" xmlns:a16="http://schemas.microsoft.com/office/drawing/2014/main" id="{7171E906-5E8D-435C-81D8-4D8F8121ED7B}"/>
              </a:ext>
            </a:extLst>
          </p:cNvPr>
          <p:cNvSpPr/>
          <p:nvPr/>
        </p:nvSpPr>
        <p:spPr>
          <a:xfrm>
            <a:off x="2527284" y="497113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7" name="手繪多邊形: 圖案 30">
            <a:extLst>
              <a:ext uri="{FF2B5EF4-FFF2-40B4-BE49-F238E27FC236}">
                <a16:creationId xmlns="" xmlns:a16="http://schemas.microsoft.com/office/drawing/2014/main" id="{D4DF34EC-FFA6-495B-8B60-6DEEEF4C8309}"/>
              </a:ext>
            </a:extLst>
          </p:cNvPr>
          <p:cNvSpPr/>
          <p:nvPr/>
        </p:nvSpPr>
        <p:spPr>
          <a:xfrm>
            <a:off x="2586964" y="5043711"/>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8" name="橢圓 187">
            <a:extLst>
              <a:ext uri="{FF2B5EF4-FFF2-40B4-BE49-F238E27FC236}">
                <a16:creationId xmlns="" xmlns:a16="http://schemas.microsoft.com/office/drawing/2014/main" id="{77798FF3-2F1F-4252-96CA-EF3EC4E654E7}"/>
              </a:ext>
            </a:extLst>
          </p:cNvPr>
          <p:cNvSpPr/>
          <p:nvPr/>
        </p:nvSpPr>
        <p:spPr>
          <a:xfrm>
            <a:off x="2527284" y="527109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9" name="手繪多邊形: 圖案 32">
            <a:extLst>
              <a:ext uri="{FF2B5EF4-FFF2-40B4-BE49-F238E27FC236}">
                <a16:creationId xmlns="" xmlns:a16="http://schemas.microsoft.com/office/drawing/2014/main" id="{0D4BED9D-D17E-4483-B3D5-5696E5CBEB14}"/>
              </a:ext>
            </a:extLst>
          </p:cNvPr>
          <p:cNvSpPr/>
          <p:nvPr/>
        </p:nvSpPr>
        <p:spPr>
          <a:xfrm>
            <a:off x="2586964" y="5343666"/>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90" name="直線單箭頭接點 33">
            <a:extLst>
              <a:ext uri="{FF2B5EF4-FFF2-40B4-BE49-F238E27FC236}">
                <a16:creationId xmlns="" xmlns:a16="http://schemas.microsoft.com/office/drawing/2014/main" id="{5719125D-9D8D-4CB7-A9CA-A8B342F67C9E}"/>
              </a:ext>
            </a:extLst>
          </p:cNvPr>
          <p:cNvCxnSpPr>
            <a:cxnSpLocks/>
            <a:stCxn id="185" idx="7"/>
            <a:endCxn id="186" idx="2"/>
          </p:cNvCxnSpPr>
          <p:nvPr/>
        </p:nvCxnSpPr>
        <p:spPr>
          <a:xfrm flipV="1">
            <a:off x="2285150" y="4813790"/>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單箭頭接點 34">
            <a:extLst>
              <a:ext uri="{FF2B5EF4-FFF2-40B4-BE49-F238E27FC236}">
                <a16:creationId xmlns="" xmlns:a16="http://schemas.microsoft.com/office/drawing/2014/main" id="{DC59DCE6-AF7F-4614-8B19-C663E80773E2}"/>
              </a:ext>
            </a:extLst>
          </p:cNvPr>
          <p:cNvCxnSpPr>
            <a:cxnSpLocks/>
            <a:stCxn id="185" idx="6"/>
            <a:endCxn id="188" idx="3"/>
          </p:cNvCxnSpPr>
          <p:nvPr/>
        </p:nvCxnSpPr>
        <p:spPr>
          <a:xfrm flipV="1">
            <a:off x="2326888" y="5214405"/>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線單箭頭接點 35">
            <a:extLst>
              <a:ext uri="{FF2B5EF4-FFF2-40B4-BE49-F238E27FC236}">
                <a16:creationId xmlns="" xmlns:a16="http://schemas.microsoft.com/office/drawing/2014/main" id="{DA840203-6CB4-42E0-84D1-244A57CD2EC5}"/>
              </a:ext>
            </a:extLst>
          </p:cNvPr>
          <p:cNvCxnSpPr>
            <a:cxnSpLocks/>
            <a:stCxn id="185" idx="5"/>
            <a:endCxn id="191" idx="0"/>
          </p:cNvCxnSpPr>
          <p:nvPr/>
        </p:nvCxnSpPr>
        <p:spPr>
          <a:xfrm>
            <a:off x="2285150" y="5394514"/>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3" name="矩形 192">
            <a:extLst>
              <a:ext uri="{FF2B5EF4-FFF2-40B4-BE49-F238E27FC236}">
                <a16:creationId xmlns="" xmlns:a16="http://schemas.microsoft.com/office/drawing/2014/main" id="{69DD931B-941A-44FD-A887-47EEDD364061}"/>
              </a:ext>
            </a:extLst>
          </p:cNvPr>
          <p:cNvSpPr/>
          <p:nvPr/>
        </p:nvSpPr>
        <p:spPr>
          <a:xfrm>
            <a:off x="1111763" y="3585162"/>
            <a:ext cx="476412" cy="369332"/>
          </a:xfrm>
          <a:prstGeom prst="rect">
            <a:avLst/>
          </a:prstGeom>
        </p:spPr>
        <p:txBody>
          <a:bodyPr wrap="none">
            <a:spAutoFit/>
          </a:bodyPr>
          <a:lstStyle/>
          <a:p>
            <a:r>
              <a:rPr lang="en-US" altLang="zh-TW" dirty="0"/>
              <a:t>3 h</a:t>
            </a:r>
            <a:endParaRPr lang="zh-TW" altLang="en-US" dirty="0"/>
          </a:p>
        </p:txBody>
      </p:sp>
      <p:sp>
        <p:nvSpPr>
          <p:cNvPr id="194" name="矩形 193">
            <a:extLst>
              <a:ext uri="{FF2B5EF4-FFF2-40B4-BE49-F238E27FC236}">
                <a16:creationId xmlns="" xmlns:a16="http://schemas.microsoft.com/office/drawing/2014/main" id="{43CB5984-4B70-40A3-ACA2-44F3ED03C732}"/>
              </a:ext>
            </a:extLst>
          </p:cNvPr>
          <p:cNvSpPr/>
          <p:nvPr/>
        </p:nvSpPr>
        <p:spPr>
          <a:xfrm>
            <a:off x="1123839" y="3925431"/>
            <a:ext cx="476412" cy="369332"/>
          </a:xfrm>
          <a:prstGeom prst="rect">
            <a:avLst/>
          </a:prstGeom>
        </p:spPr>
        <p:txBody>
          <a:bodyPr wrap="none">
            <a:spAutoFit/>
          </a:bodyPr>
          <a:lstStyle/>
          <a:p>
            <a:r>
              <a:rPr lang="en-US" altLang="zh-TW" dirty="0"/>
              <a:t>5 h</a:t>
            </a:r>
            <a:endParaRPr lang="zh-TW" altLang="en-US" dirty="0"/>
          </a:p>
        </p:txBody>
      </p:sp>
      <p:sp>
        <p:nvSpPr>
          <p:cNvPr id="195" name="矩形 194">
            <a:extLst>
              <a:ext uri="{FF2B5EF4-FFF2-40B4-BE49-F238E27FC236}">
                <a16:creationId xmlns="" xmlns:a16="http://schemas.microsoft.com/office/drawing/2014/main" id="{D19FE18C-B41D-464F-BC12-FFDED4EA89D2}"/>
              </a:ext>
            </a:extLst>
          </p:cNvPr>
          <p:cNvSpPr/>
          <p:nvPr/>
        </p:nvSpPr>
        <p:spPr>
          <a:xfrm>
            <a:off x="1018586" y="4277026"/>
            <a:ext cx="686919" cy="369332"/>
          </a:xfrm>
          <a:prstGeom prst="rect">
            <a:avLst/>
          </a:prstGeom>
        </p:spPr>
        <p:txBody>
          <a:bodyPr wrap="none">
            <a:spAutoFit/>
          </a:bodyPr>
          <a:lstStyle/>
          <a:p>
            <a:r>
              <a:rPr lang="en-US" altLang="zh-TW" dirty="0"/>
              <a:t>1 day</a:t>
            </a:r>
            <a:endParaRPr lang="zh-TW" altLang="en-US" dirty="0"/>
          </a:p>
        </p:txBody>
      </p:sp>
      <p:sp>
        <p:nvSpPr>
          <p:cNvPr id="196" name="矩形 195">
            <a:extLst>
              <a:ext uri="{FF2B5EF4-FFF2-40B4-BE49-F238E27FC236}">
                <a16:creationId xmlns="" xmlns:a16="http://schemas.microsoft.com/office/drawing/2014/main" id="{94DA8535-D8F3-47F1-9540-5947386A08EB}"/>
              </a:ext>
            </a:extLst>
          </p:cNvPr>
          <p:cNvSpPr/>
          <p:nvPr/>
        </p:nvSpPr>
        <p:spPr>
          <a:xfrm>
            <a:off x="998004" y="4641563"/>
            <a:ext cx="774571" cy="369332"/>
          </a:xfrm>
          <a:prstGeom prst="rect">
            <a:avLst/>
          </a:prstGeom>
        </p:spPr>
        <p:txBody>
          <a:bodyPr wrap="none">
            <a:spAutoFit/>
          </a:bodyPr>
          <a:lstStyle/>
          <a:p>
            <a:r>
              <a:rPr lang="en-US" altLang="zh-TW" dirty="0"/>
              <a:t>3 days</a:t>
            </a:r>
            <a:endParaRPr lang="zh-TW" altLang="en-US" dirty="0"/>
          </a:p>
        </p:txBody>
      </p:sp>
      <p:sp>
        <p:nvSpPr>
          <p:cNvPr id="197" name="矩形 196">
            <a:extLst>
              <a:ext uri="{FF2B5EF4-FFF2-40B4-BE49-F238E27FC236}">
                <a16:creationId xmlns="" xmlns:a16="http://schemas.microsoft.com/office/drawing/2014/main" id="{28F87A11-02B5-4981-91D1-FEE7421702FE}"/>
              </a:ext>
            </a:extLst>
          </p:cNvPr>
          <p:cNvSpPr/>
          <p:nvPr/>
        </p:nvSpPr>
        <p:spPr>
          <a:xfrm>
            <a:off x="967133" y="5043711"/>
            <a:ext cx="1001506" cy="369332"/>
          </a:xfrm>
          <a:prstGeom prst="rect">
            <a:avLst/>
          </a:prstGeom>
        </p:spPr>
        <p:txBody>
          <a:bodyPr wrap="square">
            <a:spAutoFit/>
          </a:bodyPr>
          <a:lstStyle/>
          <a:p>
            <a:r>
              <a:rPr lang="en-US" altLang="zh-TW" dirty="0"/>
              <a:t>10 days </a:t>
            </a:r>
            <a:endParaRPr lang="zh-TW" altLang="en-US" dirty="0"/>
          </a:p>
        </p:txBody>
      </p:sp>
      <p:sp>
        <p:nvSpPr>
          <p:cNvPr id="198" name="矩形 197">
            <a:extLst>
              <a:ext uri="{FF2B5EF4-FFF2-40B4-BE49-F238E27FC236}">
                <a16:creationId xmlns="" xmlns:a16="http://schemas.microsoft.com/office/drawing/2014/main" id="{3B85C6F4-F779-4D37-B86C-0373E2D8E150}"/>
              </a:ext>
            </a:extLst>
          </p:cNvPr>
          <p:cNvSpPr/>
          <p:nvPr/>
        </p:nvSpPr>
        <p:spPr>
          <a:xfrm>
            <a:off x="990346" y="2600041"/>
            <a:ext cx="713657" cy="369332"/>
          </a:xfrm>
          <a:prstGeom prst="rect">
            <a:avLst/>
          </a:prstGeom>
        </p:spPr>
        <p:txBody>
          <a:bodyPr wrap="none">
            <a:spAutoFit/>
          </a:bodyPr>
          <a:lstStyle/>
          <a:p>
            <a:r>
              <a:rPr lang="en-US" altLang="zh-TW" dirty="0"/>
              <a:t>1 min</a:t>
            </a:r>
          </a:p>
        </p:txBody>
      </p:sp>
      <p:sp>
        <p:nvSpPr>
          <p:cNvPr id="199" name="文字方塊 198">
            <a:extLst>
              <a:ext uri="{FF2B5EF4-FFF2-40B4-BE49-F238E27FC236}">
                <a16:creationId xmlns="" xmlns:a16="http://schemas.microsoft.com/office/drawing/2014/main" id="{0C90D530-6521-45BF-A3E1-EC1EF7A85644}"/>
              </a:ext>
            </a:extLst>
          </p:cNvPr>
          <p:cNvSpPr txBox="1"/>
          <p:nvPr/>
        </p:nvSpPr>
        <p:spPr>
          <a:xfrm>
            <a:off x="1088078" y="2919844"/>
            <a:ext cx="461665" cy="207749"/>
          </a:xfrm>
          <a:prstGeom prst="rect">
            <a:avLst/>
          </a:prstGeom>
          <a:noFill/>
        </p:spPr>
        <p:txBody>
          <a:bodyPr vert="eaVert" wrap="none" rtlCol="0">
            <a:spAutoFit/>
          </a:bodyPr>
          <a:lstStyle/>
          <a:p>
            <a:r>
              <a:rPr lang="en-US" altLang="zh-TW" dirty="0"/>
              <a:t>~</a:t>
            </a:r>
          </a:p>
        </p:txBody>
      </p:sp>
      <p:sp>
        <p:nvSpPr>
          <p:cNvPr id="200" name="矩形 199">
            <a:extLst>
              <a:ext uri="{FF2B5EF4-FFF2-40B4-BE49-F238E27FC236}">
                <a16:creationId xmlns="" xmlns:a16="http://schemas.microsoft.com/office/drawing/2014/main" id="{2937809B-6DA6-48A5-AD8E-FD54A8E0889B}"/>
              </a:ext>
            </a:extLst>
          </p:cNvPr>
          <p:cNvSpPr/>
          <p:nvPr/>
        </p:nvSpPr>
        <p:spPr>
          <a:xfrm>
            <a:off x="881739" y="3132208"/>
            <a:ext cx="830677" cy="369332"/>
          </a:xfrm>
          <a:prstGeom prst="rect">
            <a:avLst/>
          </a:prstGeom>
        </p:spPr>
        <p:txBody>
          <a:bodyPr wrap="none">
            <a:spAutoFit/>
          </a:bodyPr>
          <a:lstStyle/>
          <a:p>
            <a:r>
              <a:rPr lang="en-US" altLang="zh-TW" dirty="0"/>
              <a:t>45 min</a:t>
            </a:r>
          </a:p>
        </p:txBody>
      </p:sp>
      <p:sp>
        <p:nvSpPr>
          <p:cNvPr id="201" name="橢圓 200">
            <a:extLst>
              <a:ext uri="{FF2B5EF4-FFF2-40B4-BE49-F238E27FC236}">
                <a16:creationId xmlns="" xmlns:a16="http://schemas.microsoft.com/office/drawing/2014/main" id="{87D65F27-9134-4FD4-93B8-DD965A6C672D}"/>
              </a:ext>
            </a:extLst>
          </p:cNvPr>
          <p:cNvSpPr/>
          <p:nvPr/>
        </p:nvSpPr>
        <p:spPr>
          <a:xfrm>
            <a:off x="3180598" y="290624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2" name="文字方塊 201">
            <a:extLst>
              <a:ext uri="{FF2B5EF4-FFF2-40B4-BE49-F238E27FC236}">
                <a16:creationId xmlns="" xmlns:a16="http://schemas.microsoft.com/office/drawing/2014/main" id="{E87017BF-9766-4953-B5C9-504AFE804854}"/>
              </a:ext>
            </a:extLst>
          </p:cNvPr>
          <p:cNvSpPr txBox="1"/>
          <p:nvPr/>
        </p:nvSpPr>
        <p:spPr>
          <a:xfrm>
            <a:off x="3023088" y="3811990"/>
            <a:ext cx="461665" cy="285008"/>
          </a:xfrm>
          <a:prstGeom prst="rect">
            <a:avLst/>
          </a:prstGeom>
          <a:noFill/>
        </p:spPr>
        <p:txBody>
          <a:bodyPr vert="eaVert" wrap="square" rtlCol="0">
            <a:spAutoFit/>
          </a:bodyPr>
          <a:lstStyle/>
          <a:p>
            <a:r>
              <a:rPr lang="en-US" altLang="zh-TW" dirty="0"/>
              <a:t>…</a:t>
            </a:r>
            <a:endParaRPr lang="zh-TW" altLang="en-US" dirty="0"/>
          </a:p>
        </p:txBody>
      </p:sp>
      <p:sp>
        <p:nvSpPr>
          <p:cNvPr id="203" name="橢圓 202">
            <a:extLst>
              <a:ext uri="{FF2B5EF4-FFF2-40B4-BE49-F238E27FC236}">
                <a16:creationId xmlns="" xmlns:a16="http://schemas.microsoft.com/office/drawing/2014/main" id="{AC1C6A87-10BE-497D-99BA-B3FAE3B83D0C}"/>
              </a:ext>
            </a:extLst>
          </p:cNvPr>
          <p:cNvSpPr/>
          <p:nvPr/>
        </p:nvSpPr>
        <p:spPr>
          <a:xfrm>
            <a:off x="3180598" y="482349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4" name="矩形 203">
            <a:extLst>
              <a:ext uri="{FF2B5EF4-FFF2-40B4-BE49-F238E27FC236}">
                <a16:creationId xmlns="" xmlns:a16="http://schemas.microsoft.com/office/drawing/2014/main" id="{B4E7C8C7-9BC1-4FA3-A8CB-6138796F410B}"/>
              </a:ext>
            </a:extLst>
          </p:cNvPr>
          <p:cNvSpPr/>
          <p:nvPr/>
        </p:nvSpPr>
        <p:spPr>
          <a:xfrm>
            <a:off x="1948243" y="5896576"/>
            <a:ext cx="418704" cy="369332"/>
          </a:xfrm>
          <a:prstGeom prst="rect">
            <a:avLst/>
          </a:prstGeom>
        </p:spPr>
        <p:txBody>
          <a:bodyPr wrap="none">
            <a:spAutoFit/>
          </a:bodyPr>
          <a:lstStyle/>
          <a:p>
            <a:r>
              <a:rPr lang="en-US" altLang="zh-TW" dirty="0"/>
              <a:t>50</a:t>
            </a:r>
            <a:endParaRPr lang="zh-TW" altLang="en-US" dirty="0"/>
          </a:p>
        </p:txBody>
      </p:sp>
      <p:sp>
        <p:nvSpPr>
          <p:cNvPr id="205" name="矩形 204">
            <a:extLst>
              <a:ext uri="{FF2B5EF4-FFF2-40B4-BE49-F238E27FC236}">
                <a16:creationId xmlns="" xmlns:a16="http://schemas.microsoft.com/office/drawing/2014/main" id="{BAD130A7-1B99-47F9-8C16-4B2E7C75E85A}"/>
              </a:ext>
            </a:extLst>
          </p:cNvPr>
          <p:cNvSpPr/>
          <p:nvPr/>
        </p:nvSpPr>
        <p:spPr>
          <a:xfrm>
            <a:off x="2436057" y="5891256"/>
            <a:ext cx="535724" cy="369332"/>
          </a:xfrm>
          <a:prstGeom prst="rect">
            <a:avLst/>
          </a:prstGeom>
        </p:spPr>
        <p:txBody>
          <a:bodyPr wrap="none">
            <a:spAutoFit/>
          </a:bodyPr>
          <a:lstStyle/>
          <a:p>
            <a:r>
              <a:rPr lang="en-US" altLang="zh-TW" dirty="0"/>
              <a:t>150</a:t>
            </a:r>
            <a:endParaRPr lang="zh-TW" altLang="en-US" dirty="0"/>
          </a:p>
        </p:txBody>
      </p:sp>
      <p:sp>
        <p:nvSpPr>
          <p:cNvPr id="206" name="矩形 205">
            <a:extLst>
              <a:ext uri="{FF2B5EF4-FFF2-40B4-BE49-F238E27FC236}">
                <a16:creationId xmlns="" xmlns:a16="http://schemas.microsoft.com/office/drawing/2014/main" id="{2E9FAD76-60E9-4627-A816-1ED803B4463A}"/>
              </a:ext>
            </a:extLst>
          </p:cNvPr>
          <p:cNvSpPr/>
          <p:nvPr/>
        </p:nvSpPr>
        <p:spPr>
          <a:xfrm>
            <a:off x="3014045" y="5896576"/>
            <a:ext cx="535724" cy="369332"/>
          </a:xfrm>
          <a:prstGeom prst="rect">
            <a:avLst/>
          </a:prstGeom>
        </p:spPr>
        <p:txBody>
          <a:bodyPr wrap="none">
            <a:spAutoFit/>
          </a:bodyPr>
          <a:lstStyle/>
          <a:p>
            <a:r>
              <a:rPr lang="en-US" altLang="zh-TW" dirty="0"/>
              <a:t>128</a:t>
            </a:r>
            <a:endParaRPr lang="zh-TW" altLang="en-US" dirty="0"/>
          </a:p>
        </p:txBody>
      </p:sp>
      <p:sp>
        <p:nvSpPr>
          <p:cNvPr id="207" name="矩形 206">
            <a:extLst>
              <a:ext uri="{FF2B5EF4-FFF2-40B4-BE49-F238E27FC236}">
                <a16:creationId xmlns="" xmlns:a16="http://schemas.microsoft.com/office/drawing/2014/main" id="{75BB4094-50C0-42E8-98C3-859E5A83A98D}"/>
              </a:ext>
            </a:extLst>
          </p:cNvPr>
          <p:cNvSpPr/>
          <p:nvPr/>
        </p:nvSpPr>
        <p:spPr>
          <a:xfrm>
            <a:off x="3549769" y="5888842"/>
            <a:ext cx="535724" cy="369332"/>
          </a:xfrm>
          <a:prstGeom prst="rect">
            <a:avLst/>
          </a:prstGeom>
        </p:spPr>
        <p:txBody>
          <a:bodyPr wrap="none">
            <a:spAutoFit/>
          </a:bodyPr>
          <a:lstStyle/>
          <a:p>
            <a:r>
              <a:rPr lang="en-US" altLang="zh-TW" dirty="0"/>
              <a:t>128</a:t>
            </a:r>
            <a:endParaRPr lang="zh-TW" altLang="en-US" dirty="0"/>
          </a:p>
        </p:txBody>
      </p:sp>
      <p:sp>
        <p:nvSpPr>
          <p:cNvPr id="208" name="矩形 207">
            <a:extLst>
              <a:ext uri="{FF2B5EF4-FFF2-40B4-BE49-F238E27FC236}">
                <a16:creationId xmlns="" xmlns:a16="http://schemas.microsoft.com/office/drawing/2014/main" id="{E3BB52B6-F082-47AB-8FC1-0581315E385C}"/>
              </a:ext>
            </a:extLst>
          </p:cNvPr>
          <p:cNvSpPr/>
          <p:nvPr/>
        </p:nvSpPr>
        <p:spPr>
          <a:xfrm>
            <a:off x="4084426" y="5881108"/>
            <a:ext cx="535724" cy="369332"/>
          </a:xfrm>
          <a:prstGeom prst="rect">
            <a:avLst/>
          </a:prstGeom>
        </p:spPr>
        <p:txBody>
          <a:bodyPr wrap="none">
            <a:spAutoFit/>
          </a:bodyPr>
          <a:lstStyle/>
          <a:p>
            <a:r>
              <a:rPr lang="en-US" altLang="zh-TW" dirty="0"/>
              <a:t>128</a:t>
            </a:r>
            <a:endParaRPr lang="zh-TW" altLang="en-US" dirty="0"/>
          </a:p>
        </p:txBody>
      </p:sp>
      <p:sp>
        <p:nvSpPr>
          <p:cNvPr id="209" name="矩形 208">
            <a:extLst>
              <a:ext uri="{FF2B5EF4-FFF2-40B4-BE49-F238E27FC236}">
                <a16:creationId xmlns="" xmlns:a16="http://schemas.microsoft.com/office/drawing/2014/main" id="{77B36D21-8236-41AE-809A-7943EA6F1758}"/>
              </a:ext>
            </a:extLst>
          </p:cNvPr>
          <p:cNvSpPr/>
          <p:nvPr/>
        </p:nvSpPr>
        <p:spPr>
          <a:xfrm>
            <a:off x="4620150" y="5881108"/>
            <a:ext cx="418704" cy="369332"/>
          </a:xfrm>
          <a:prstGeom prst="rect">
            <a:avLst/>
          </a:prstGeom>
        </p:spPr>
        <p:txBody>
          <a:bodyPr wrap="none">
            <a:spAutoFit/>
          </a:bodyPr>
          <a:lstStyle/>
          <a:p>
            <a:r>
              <a:rPr lang="en-US" altLang="zh-TW" dirty="0"/>
              <a:t>20</a:t>
            </a:r>
            <a:endParaRPr lang="zh-TW" altLang="en-US" dirty="0"/>
          </a:p>
        </p:txBody>
      </p:sp>
      <p:sp>
        <p:nvSpPr>
          <p:cNvPr id="210" name="橢圓 209">
            <a:extLst>
              <a:ext uri="{FF2B5EF4-FFF2-40B4-BE49-F238E27FC236}">
                <a16:creationId xmlns="" xmlns:a16="http://schemas.microsoft.com/office/drawing/2014/main" id="{38EF9874-2BDB-4ACE-92EA-52023C98E869}"/>
              </a:ext>
            </a:extLst>
          </p:cNvPr>
          <p:cNvSpPr/>
          <p:nvPr/>
        </p:nvSpPr>
        <p:spPr>
          <a:xfrm>
            <a:off x="3644346" y="24955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1" name="橢圓 210">
            <a:extLst>
              <a:ext uri="{FF2B5EF4-FFF2-40B4-BE49-F238E27FC236}">
                <a16:creationId xmlns="" xmlns:a16="http://schemas.microsoft.com/office/drawing/2014/main" id="{9E21E7BF-54F1-471D-8FF2-3BCAE46F3CD0}"/>
              </a:ext>
            </a:extLst>
          </p:cNvPr>
          <p:cNvSpPr/>
          <p:nvPr/>
        </p:nvSpPr>
        <p:spPr>
          <a:xfrm>
            <a:off x="3644346" y="290624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2" name="文字方塊 211">
            <a:extLst>
              <a:ext uri="{FF2B5EF4-FFF2-40B4-BE49-F238E27FC236}">
                <a16:creationId xmlns="" xmlns:a16="http://schemas.microsoft.com/office/drawing/2014/main" id="{A201AC05-AAFE-41FC-8381-5E9AF0442C22}"/>
              </a:ext>
            </a:extLst>
          </p:cNvPr>
          <p:cNvSpPr txBox="1"/>
          <p:nvPr/>
        </p:nvSpPr>
        <p:spPr>
          <a:xfrm>
            <a:off x="3570830" y="3811007"/>
            <a:ext cx="461665" cy="285008"/>
          </a:xfrm>
          <a:prstGeom prst="rect">
            <a:avLst/>
          </a:prstGeom>
          <a:noFill/>
        </p:spPr>
        <p:txBody>
          <a:bodyPr vert="eaVert" wrap="square" rtlCol="0">
            <a:spAutoFit/>
          </a:bodyPr>
          <a:lstStyle/>
          <a:p>
            <a:r>
              <a:rPr lang="en-US" altLang="zh-TW" dirty="0"/>
              <a:t>…</a:t>
            </a:r>
            <a:endParaRPr lang="zh-TW" altLang="en-US" dirty="0"/>
          </a:p>
        </p:txBody>
      </p:sp>
      <p:sp>
        <p:nvSpPr>
          <p:cNvPr id="213" name="橢圓 212">
            <a:extLst>
              <a:ext uri="{FF2B5EF4-FFF2-40B4-BE49-F238E27FC236}">
                <a16:creationId xmlns="" xmlns:a16="http://schemas.microsoft.com/office/drawing/2014/main" id="{670A97D0-53D9-43F0-84E5-890803895799}"/>
              </a:ext>
            </a:extLst>
          </p:cNvPr>
          <p:cNvSpPr/>
          <p:nvPr/>
        </p:nvSpPr>
        <p:spPr>
          <a:xfrm>
            <a:off x="3644346" y="482349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4" name="橢圓 213">
            <a:extLst>
              <a:ext uri="{FF2B5EF4-FFF2-40B4-BE49-F238E27FC236}">
                <a16:creationId xmlns="" xmlns:a16="http://schemas.microsoft.com/office/drawing/2014/main" id="{FA50D98C-6217-475A-8EFF-DF72286558E3}"/>
              </a:ext>
            </a:extLst>
          </p:cNvPr>
          <p:cNvSpPr/>
          <p:nvPr/>
        </p:nvSpPr>
        <p:spPr>
          <a:xfrm>
            <a:off x="4105198" y="24955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5" name="橢圓 214">
            <a:extLst>
              <a:ext uri="{FF2B5EF4-FFF2-40B4-BE49-F238E27FC236}">
                <a16:creationId xmlns="" xmlns:a16="http://schemas.microsoft.com/office/drawing/2014/main" id="{765DAE87-A80F-4DD7-A563-43D2B29B7283}"/>
              </a:ext>
            </a:extLst>
          </p:cNvPr>
          <p:cNvSpPr/>
          <p:nvPr/>
        </p:nvSpPr>
        <p:spPr>
          <a:xfrm>
            <a:off x="4105198" y="290624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6" name="文字方塊 215">
            <a:extLst>
              <a:ext uri="{FF2B5EF4-FFF2-40B4-BE49-F238E27FC236}">
                <a16:creationId xmlns="" xmlns:a16="http://schemas.microsoft.com/office/drawing/2014/main" id="{046F2496-5241-43C9-B37C-9E0BD72E6B97}"/>
              </a:ext>
            </a:extLst>
          </p:cNvPr>
          <p:cNvSpPr txBox="1"/>
          <p:nvPr/>
        </p:nvSpPr>
        <p:spPr>
          <a:xfrm>
            <a:off x="3961354" y="3829083"/>
            <a:ext cx="461665" cy="285008"/>
          </a:xfrm>
          <a:prstGeom prst="rect">
            <a:avLst/>
          </a:prstGeom>
          <a:noFill/>
        </p:spPr>
        <p:txBody>
          <a:bodyPr vert="eaVert" wrap="square" rtlCol="0">
            <a:spAutoFit/>
          </a:bodyPr>
          <a:lstStyle/>
          <a:p>
            <a:r>
              <a:rPr lang="en-US" altLang="zh-TW" dirty="0"/>
              <a:t>…</a:t>
            </a:r>
            <a:endParaRPr lang="zh-TW" altLang="en-US" dirty="0"/>
          </a:p>
        </p:txBody>
      </p:sp>
      <p:sp>
        <p:nvSpPr>
          <p:cNvPr id="217" name="橢圓 216">
            <a:extLst>
              <a:ext uri="{FF2B5EF4-FFF2-40B4-BE49-F238E27FC236}">
                <a16:creationId xmlns="" xmlns:a16="http://schemas.microsoft.com/office/drawing/2014/main" id="{443A0B18-BBA6-4B86-86CE-90057CBFC11E}"/>
              </a:ext>
            </a:extLst>
          </p:cNvPr>
          <p:cNvSpPr/>
          <p:nvPr/>
        </p:nvSpPr>
        <p:spPr>
          <a:xfrm>
            <a:off x="4105198" y="479917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8" name="橢圓 217">
            <a:extLst>
              <a:ext uri="{FF2B5EF4-FFF2-40B4-BE49-F238E27FC236}">
                <a16:creationId xmlns="" xmlns:a16="http://schemas.microsoft.com/office/drawing/2014/main" id="{8FEEA560-8C54-4ED0-9F5E-8C72C188737F}"/>
              </a:ext>
            </a:extLst>
          </p:cNvPr>
          <p:cNvSpPr/>
          <p:nvPr/>
        </p:nvSpPr>
        <p:spPr>
          <a:xfrm>
            <a:off x="4587155" y="312585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9" name="文字方塊 218">
            <a:extLst>
              <a:ext uri="{FF2B5EF4-FFF2-40B4-BE49-F238E27FC236}">
                <a16:creationId xmlns="" xmlns:a16="http://schemas.microsoft.com/office/drawing/2014/main" id="{8FEDDF29-180F-4990-B615-F852452E1203}"/>
              </a:ext>
            </a:extLst>
          </p:cNvPr>
          <p:cNvSpPr txBox="1"/>
          <p:nvPr/>
        </p:nvSpPr>
        <p:spPr>
          <a:xfrm>
            <a:off x="4574550" y="3901544"/>
            <a:ext cx="461665" cy="285008"/>
          </a:xfrm>
          <a:prstGeom prst="rect">
            <a:avLst/>
          </a:prstGeom>
          <a:noFill/>
        </p:spPr>
        <p:txBody>
          <a:bodyPr vert="eaVert" wrap="square" rtlCol="0">
            <a:spAutoFit/>
          </a:bodyPr>
          <a:lstStyle/>
          <a:p>
            <a:r>
              <a:rPr lang="en-US" altLang="zh-TW" dirty="0"/>
              <a:t>…</a:t>
            </a:r>
            <a:endParaRPr lang="zh-TW" altLang="en-US" dirty="0"/>
          </a:p>
        </p:txBody>
      </p:sp>
      <p:sp>
        <p:nvSpPr>
          <p:cNvPr id="220" name="橢圓 219">
            <a:extLst>
              <a:ext uri="{FF2B5EF4-FFF2-40B4-BE49-F238E27FC236}">
                <a16:creationId xmlns="" xmlns:a16="http://schemas.microsoft.com/office/drawing/2014/main" id="{67BF726A-4018-4EFC-BFFD-DC9ED0498AA2}"/>
              </a:ext>
            </a:extLst>
          </p:cNvPr>
          <p:cNvSpPr/>
          <p:nvPr/>
        </p:nvSpPr>
        <p:spPr>
          <a:xfrm>
            <a:off x="4587155" y="424615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1" name="直線單箭頭接點 64">
            <a:extLst>
              <a:ext uri="{FF2B5EF4-FFF2-40B4-BE49-F238E27FC236}">
                <a16:creationId xmlns="" xmlns:a16="http://schemas.microsoft.com/office/drawing/2014/main" id="{602C4F71-4C99-4A1F-85E1-C35070DE85D5}"/>
              </a:ext>
            </a:extLst>
          </p:cNvPr>
          <p:cNvCxnSpPr>
            <a:cxnSpLocks/>
            <a:stCxn id="163" idx="6"/>
            <a:endCxn id="171" idx="2"/>
          </p:cNvCxnSpPr>
          <p:nvPr/>
        </p:nvCxnSpPr>
        <p:spPr>
          <a:xfrm>
            <a:off x="2812292" y="2283778"/>
            <a:ext cx="368306" cy="354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線單箭頭接點 65">
            <a:extLst>
              <a:ext uri="{FF2B5EF4-FFF2-40B4-BE49-F238E27FC236}">
                <a16:creationId xmlns="" xmlns:a16="http://schemas.microsoft.com/office/drawing/2014/main" id="{4E207D98-2E22-4DCB-85DA-0295FB3F2C49}"/>
              </a:ext>
            </a:extLst>
          </p:cNvPr>
          <p:cNvCxnSpPr>
            <a:cxnSpLocks/>
            <a:stCxn id="163" idx="6"/>
            <a:endCxn id="203" idx="2"/>
          </p:cNvCxnSpPr>
          <p:nvPr/>
        </p:nvCxnSpPr>
        <p:spPr>
          <a:xfrm>
            <a:off x="2812292" y="2283778"/>
            <a:ext cx="368306" cy="7649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直線單箭頭接點 66">
            <a:extLst>
              <a:ext uri="{FF2B5EF4-FFF2-40B4-BE49-F238E27FC236}">
                <a16:creationId xmlns="" xmlns:a16="http://schemas.microsoft.com/office/drawing/2014/main" id="{A17B07EC-7387-40AA-AA65-422F15467201}"/>
              </a:ext>
            </a:extLst>
          </p:cNvPr>
          <p:cNvCxnSpPr>
            <a:cxnSpLocks/>
          </p:cNvCxnSpPr>
          <p:nvPr/>
        </p:nvCxnSpPr>
        <p:spPr>
          <a:xfrm>
            <a:off x="2823453" y="2303473"/>
            <a:ext cx="403629" cy="2597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單箭頭接點 67">
            <a:extLst>
              <a:ext uri="{FF2B5EF4-FFF2-40B4-BE49-F238E27FC236}">
                <a16:creationId xmlns="" xmlns:a16="http://schemas.microsoft.com/office/drawing/2014/main" id="{0D60DAB1-877A-457B-A87A-92C10DD7BD65}"/>
              </a:ext>
            </a:extLst>
          </p:cNvPr>
          <p:cNvCxnSpPr>
            <a:cxnSpLocks/>
            <a:endCxn id="205" idx="3"/>
          </p:cNvCxnSpPr>
          <p:nvPr/>
        </p:nvCxnSpPr>
        <p:spPr>
          <a:xfrm flipV="1">
            <a:off x="2812292" y="5066765"/>
            <a:ext cx="410044" cy="370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單箭頭接點 68">
            <a:extLst>
              <a:ext uri="{FF2B5EF4-FFF2-40B4-BE49-F238E27FC236}">
                <a16:creationId xmlns="" xmlns:a16="http://schemas.microsoft.com/office/drawing/2014/main" id="{8483B0BB-D948-4E7A-85AD-7D6A6306B14F}"/>
              </a:ext>
            </a:extLst>
          </p:cNvPr>
          <p:cNvCxnSpPr>
            <a:cxnSpLocks/>
            <a:stCxn id="171" idx="6"/>
            <a:endCxn id="212" idx="2"/>
          </p:cNvCxnSpPr>
          <p:nvPr/>
        </p:nvCxnSpPr>
        <p:spPr>
          <a:xfrm>
            <a:off x="3465606" y="2638043"/>
            <a:ext cx="1787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單箭頭接點 69">
            <a:extLst>
              <a:ext uri="{FF2B5EF4-FFF2-40B4-BE49-F238E27FC236}">
                <a16:creationId xmlns="" xmlns:a16="http://schemas.microsoft.com/office/drawing/2014/main" id="{CC6426D9-BAAB-410F-BCA6-B12EB8FE66D8}"/>
              </a:ext>
            </a:extLst>
          </p:cNvPr>
          <p:cNvCxnSpPr>
            <a:cxnSpLocks/>
            <a:stCxn id="171" idx="6"/>
            <a:endCxn id="213" idx="2"/>
          </p:cNvCxnSpPr>
          <p:nvPr/>
        </p:nvCxnSpPr>
        <p:spPr>
          <a:xfrm>
            <a:off x="3465606" y="2638043"/>
            <a:ext cx="178740" cy="410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直線單箭頭接點 70">
            <a:extLst>
              <a:ext uri="{FF2B5EF4-FFF2-40B4-BE49-F238E27FC236}">
                <a16:creationId xmlns="" xmlns:a16="http://schemas.microsoft.com/office/drawing/2014/main" id="{EC8045FE-1393-4A1A-9799-FAFB8255CE4C}"/>
              </a:ext>
            </a:extLst>
          </p:cNvPr>
          <p:cNvCxnSpPr>
            <a:cxnSpLocks/>
            <a:stCxn id="171" idx="6"/>
            <a:endCxn id="215" idx="1"/>
          </p:cNvCxnSpPr>
          <p:nvPr/>
        </p:nvCxnSpPr>
        <p:spPr>
          <a:xfrm>
            <a:off x="3465606" y="2638043"/>
            <a:ext cx="220478" cy="2227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直線單箭頭接點 71">
            <a:extLst>
              <a:ext uri="{FF2B5EF4-FFF2-40B4-BE49-F238E27FC236}">
                <a16:creationId xmlns="" xmlns:a16="http://schemas.microsoft.com/office/drawing/2014/main" id="{123A74FC-1B19-4BC1-BCBC-3DC0BED22347}"/>
              </a:ext>
            </a:extLst>
          </p:cNvPr>
          <p:cNvCxnSpPr>
            <a:cxnSpLocks/>
            <a:stCxn id="205" idx="6"/>
            <a:endCxn id="215" idx="2"/>
          </p:cNvCxnSpPr>
          <p:nvPr/>
        </p:nvCxnSpPr>
        <p:spPr>
          <a:xfrm>
            <a:off x="3465606" y="4965999"/>
            <a:ext cx="1787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直線單箭頭接點 72">
            <a:extLst>
              <a:ext uri="{FF2B5EF4-FFF2-40B4-BE49-F238E27FC236}">
                <a16:creationId xmlns="" xmlns:a16="http://schemas.microsoft.com/office/drawing/2014/main" id="{F60A6455-6F09-43F1-85C9-82D918FC8727}"/>
              </a:ext>
            </a:extLst>
          </p:cNvPr>
          <p:cNvCxnSpPr>
            <a:cxnSpLocks/>
            <a:stCxn id="212" idx="6"/>
            <a:endCxn id="217" idx="2"/>
          </p:cNvCxnSpPr>
          <p:nvPr/>
        </p:nvCxnSpPr>
        <p:spPr>
          <a:xfrm>
            <a:off x="3929354" y="2638043"/>
            <a:ext cx="175844" cy="410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直線單箭頭接點 73">
            <a:extLst>
              <a:ext uri="{FF2B5EF4-FFF2-40B4-BE49-F238E27FC236}">
                <a16:creationId xmlns="" xmlns:a16="http://schemas.microsoft.com/office/drawing/2014/main" id="{E4C6DC89-7781-4C75-A6DE-7FE4D0F85C1C}"/>
              </a:ext>
            </a:extLst>
          </p:cNvPr>
          <p:cNvCxnSpPr>
            <a:cxnSpLocks/>
            <a:stCxn id="212" idx="6"/>
            <a:endCxn id="219" idx="2"/>
          </p:cNvCxnSpPr>
          <p:nvPr/>
        </p:nvCxnSpPr>
        <p:spPr>
          <a:xfrm>
            <a:off x="3929354" y="2638043"/>
            <a:ext cx="175844" cy="2303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單箭頭接點 74">
            <a:extLst>
              <a:ext uri="{FF2B5EF4-FFF2-40B4-BE49-F238E27FC236}">
                <a16:creationId xmlns="" xmlns:a16="http://schemas.microsoft.com/office/drawing/2014/main" id="{F02A476E-CE44-45D1-9AF6-F4F54AE47421}"/>
              </a:ext>
            </a:extLst>
          </p:cNvPr>
          <p:cNvCxnSpPr>
            <a:cxnSpLocks/>
            <a:stCxn id="212" idx="6"/>
            <a:endCxn id="216" idx="2"/>
          </p:cNvCxnSpPr>
          <p:nvPr/>
        </p:nvCxnSpPr>
        <p:spPr>
          <a:xfrm>
            <a:off x="3929354" y="2638043"/>
            <a:ext cx="1758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直線單箭頭接點 75">
            <a:extLst>
              <a:ext uri="{FF2B5EF4-FFF2-40B4-BE49-F238E27FC236}">
                <a16:creationId xmlns="" xmlns:a16="http://schemas.microsoft.com/office/drawing/2014/main" id="{7BDC4DAE-88EA-4F47-A0E7-736169AF9970}"/>
              </a:ext>
            </a:extLst>
          </p:cNvPr>
          <p:cNvCxnSpPr>
            <a:cxnSpLocks/>
            <a:stCxn id="215" idx="6"/>
            <a:endCxn id="219" idx="2"/>
          </p:cNvCxnSpPr>
          <p:nvPr/>
        </p:nvCxnSpPr>
        <p:spPr>
          <a:xfrm flipV="1">
            <a:off x="3929354" y="4941675"/>
            <a:ext cx="175844" cy="243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直線單箭頭接點 76">
            <a:extLst>
              <a:ext uri="{FF2B5EF4-FFF2-40B4-BE49-F238E27FC236}">
                <a16:creationId xmlns="" xmlns:a16="http://schemas.microsoft.com/office/drawing/2014/main" id="{36026FBB-4654-4E46-A520-20184311808B}"/>
              </a:ext>
            </a:extLst>
          </p:cNvPr>
          <p:cNvCxnSpPr>
            <a:cxnSpLocks/>
            <a:stCxn id="216" idx="6"/>
            <a:endCxn id="220" idx="1"/>
          </p:cNvCxnSpPr>
          <p:nvPr/>
        </p:nvCxnSpPr>
        <p:spPr>
          <a:xfrm>
            <a:off x="4390206" y="2638043"/>
            <a:ext cx="238687" cy="5295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直線單箭頭接點 77">
            <a:extLst>
              <a:ext uri="{FF2B5EF4-FFF2-40B4-BE49-F238E27FC236}">
                <a16:creationId xmlns="" xmlns:a16="http://schemas.microsoft.com/office/drawing/2014/main" id="{36562307-BA3A-43A5-ACAA-E81A228972B6}"/>
              </a:ext>
            </a:extLst>
          </p:cNvPr>
          <p:cNvCxnSpPr>
            <a:cxnSpLocks/>
            <a:stCxn id="216" idx="6"/>
            <a:endCxn id="222" idx="2"/>
          </p:cNvCxnSpPr>
          <p:nvPr/>
        </p:nvCxnSpPr>
        <p:spPr>
          <a:xfrm>
            <a:off x="4390206" y="2638043"/>
            <a:ext cx="196949" cy="17506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單箭頭接點 78">
            <a:extLst>
              <a:ext uri="{FF2B5EF4-FFF2-40B4-BE49-F238E27FC236}">
                <a16:creationId xmlns="" xmlns:a16="http://schemas.microsoft.com/office/drawing/2014/main" id="{3734352C-0A65-4E0E-8ED0-4B88048F19F1}"/>
              </a:ext>
            </a:extLst>
          </p:cNvPr>
          <p:cNvCxnSpPr>
            <a:cxnSpLocks/>
            <a:stCxn id="219" idx="6"/>
            <a:endCxn id="222" idx="3"/>
          </p:cNvCxnSpPr>
          <p:nvPr/>
        </p:nvCxnSpPr>
        <p:spPr>
          <a:xfrm flipV="1">
            <a:off x="4390206" y="4489429"/>
            <a:ext cx="238687" cy="4522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6" name="橢圓 235">
            <a:extLst>
              <a:ext uri="{FF2B5EF4-FFF2-40B4-BE49-F238E27FC236}">
                <a16:creationId xmlns="" xmlns:a16="http://schemas.microsoft.com/office/drawing/2014/main" id="{E3C7F63F-1A95-4010-8933-ABA3131F74ED}"/>
              </a:ext>
            </a:extLst>
          </p:cNvPr>
          <p:cNvSpPr/>
          <p:nvPr/>
        </p:nvSpPr>
        <p:spPr>
          <a:xfrm>
            <a:off x="4587155" y="351577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37" name="直線單箭頭接點 80">
            <a:extLst>
              <a:ext uri="{FF2B5EF4-FFF2-40B4-BE49-F238E27FC236}">
                <a16:creationId xmlns="" xmlns:a16="http://schemas.microsoft.com/office/drawing/2014/main" id="{FA2B8B58-857A-4784-9F89-F2D09AFCEAAF}"/>
              </a:ext>
            </a:extLst>
          </p:cNvPr>
          <p:cNvCxnSpPr>
            <a:cxnSpLocks/>
            <a:stCxn id="216" idx="6"/>
          </p:cNvCxnSpPr>
          <p:nvPr/>
        </p:nvCxnSpPr>
        <p:spPr>
          <a:xfrm>
            <a:off x="4390206" y="2638043"/>
            <a:ext cx="196949" cy="10202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6" name="矩形 245">
            <a:extLst>
              <a:ext uri="{FF2B5EF4-FFF2-40B4-BE49-F238E27FC236}">
                <a16:creationId xmlns="" xmlns:a16="http://schemas.microsoft.com/office/drawing/2014/main" id="{1EAAB4F7-71C4-4EA8-9294-20641573F0E3}"/>
              </a:ext>
            </a:extLst>
          </p:cNvPr>
          <p:cNvSpPr/>
          <p:nvPr/>
        </p:nvSpPr>
        <p:spPr>
          <a:xfrm>
            <a:off x="2434016" y="2093916"/>
            <a:ext cx="413562" cy="3889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7" name="矩形 246">
            <a:extLst>
              <a:ext uri="{FF2B5EF4-FFF2-40B4-BE49-F238E27FC236}">
                <a16:creationId xmlns="" xmlns:a16="http://schemas.microsoft.com/office/drawing/2014/main" id="{1EAAB4F7-71C4-4EA8-9294-20641573F0E3}"/>
              </a:ext>
            </a:extLst>
          </p:cNvPr>
          <p:cNvSpPr/>
          <p:nvPr/>
        </p:nvSpPr>
        <p:spPr>
          <a:xfrm>
            <a:off x="2455708" y="3135446"/>
            <a:ext cx="413562" cy="3889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8" name="矩形 247">
            <a:extLst>
              <a:ext uri="{FF2B5EF4-FFF2-40B4-BE49-F238E27FC236}">
                <a16:creationId xmlns="" xmlns:a16="http://schemas.microsoft.com/office/drawing/2014/main" id="{1EAAB4F7-71C4-4EA8-9294-20641573F0E3}"/>
              </a:ext>
            </a:extLst>
          </p:cNvPr>
          <p:cNvSpPr/>
          <p:nvPr/>
        </p:nvSpPr>
        <p:spPr>
          <a:xfrm>
            <a:off x="2462157" y="4612570"/>
            <a:ext cx="413562" cy="3889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0" name="橢圓 249"/>
          <p:cNvSpPr/>
          <p:nvPr/>
        </p:nvSpPr>
        <p:spPr>
          <a:xfrm>
            <a:off x="7487478" y="2928730"/>
            <a:ext cx="1459933" cy="14599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1" name="橢圓 250"/>
          <p:cNvSpPr/>
          <p:nvPr/>
        </p:nvSpPr>
        <p:spPr>
          <a:xfrm>
            <a:off x="9084365" y="2141274"/>
            <a:ext cx="1459933" cy="14599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2" name="橢圓 251"/>
          <p:cNvSpPr/>
          <p:nvPr/>
        </p:nvSpPr>
        <p:spPr>
          <a:xfrm>
            <a:off x="9084373" y="3990283"/>
            <a:ext cx="1459933" cy="14599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3" name="橢圓 252"/>
          <p:cNvSpPr/>
          <p:nvPr/>
        </p:nvSpPr>
        <p:spPr>
          <a:xfrm>
            <a:off x="7233162" y="4686508"/>
            <a:ext cx="69220" cy="6922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4" name="橢圓 253"/>
          <p:cNvSpPr/>
          <p:nvPr/>
        </p:nvSpPr>
        <p:spPr>
          <a:xfrm>
            <a:off x="8148224" y="3630940"/>
            <a:ext cx="69220" cy="692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56" name="直線箭頭接點 255"/>
          <p:cNvCxnSpPr/>
          <p:nvPr/>
        </p:nvCxnSpPr>
        <p:spPr>
          <a:xfrm flipV="1">
            <a:off x="7254519" y="3653912"/>
            <a:ext cx="0" cy="958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8" name="直線箭頭接點 257"/>
          <p:cNvCxnSpPr/>
          <p:nvPr/>
        </p:nvCxnSpPr>
        <p:spPr>
          <a:xfrm flipV="1">
            <a:off x="7406919" y="4716318"/>
            <a:ext cx="810525" cy="9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2" name="直線接點 261"/>
          <p:cNvCxnSpPr/>
          <p:nvPr/>
        </p:nvCxnSpPr>
        <p:spPr>
          <a:xfrm>
            <a:off x="7302382" y="3665550"/>
            <a:ext cx="845842"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64" name="直線接點 263"/>
          <p:cNvCxnSpPr/>
          <p:nvPr/>
        </p:nvCxnSpPr>
        <p:spPr>
          <a:xfrm>
            <a:off x="8217444" y="3666874"/>
            <a:ext cx="0" cy="974689"/>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276" name="弧線 275"/>
          <p:cNvSpPr/>
          <p:nvPr/>
        </p:nvSpPr>
        <p:spPr>
          <a:xfrm>
            <a:off x="2145631" y="1895061"/>
            <a:ext cx="6038539" cy="3329492"/>
          </a:xfrm>
          <a:prstGeom prst="arc">
            <a:avLst>
              <a:gd name="adj1" fmla="val 12775541"/>
              <a:gd name="adj2" fmla="val 21433746"/>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78" name="弧線 277"/>
          <p:cNvSpPr/>
          <p:nvPr/>
        </p:nvSpPr>
        <p:spPr>
          <a:xfrm rot="9505532">
            <a:off x="1988791" y="2723916"/>
            <a:ext cx="6038539" cy="3329492"/>
          </a:xfrm>
          <a:prstGeom prst="arc">
            <a:avLst>
              <a:gd name="adj1" fmla="val 12775541"/>
              <a:gd name="adj2" fmla="val 21433746"/>
            </a:avLst>
          </a:prstGeom>
          <a:ln>
            <a:solidFill>
              <a:srgbClr val="92D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3" name="文字方塊 2"/>
          <p:cNvSpPr txBox="1"/>
          <p:nvPr/>
        </p:nvSpPr>
        <p:spPr>
          <a:xfrm>
            <a:off x="7180104" y="4969427"/>
            <a:ext cx="1616148" cy="369332"/>
          </a:xfrm>
          <a:prstGeom prst="rect">
            <a:avLst/>
          </a:prstGeom>
          <a:noFill/>
        </p:spPr>
        <p:txBody>
          <a:bodyPr wrap="none" rtlCol="0">
            <a:spAutoFit/>
          </a:bodyPr>
          <a:lstStyle/>
          <a:p>
            <a:r>
              <a:rPr kumimoji="1" lang="en-US" altLang="zh-TW" dirty="0" smtClean="0">
                <a:solidFill>
                  <a:schemeClr val="accent6"/>
                </a:solidFill>
              </a:rPr>
              <a:t>&lt;f</a:t>
            </a:r>
            <a:r>
              <a:rPr kumimoji="1" lang="en-US" altLang="zh-TW" baseline="-25000" dirty="0" smtClean="0">
                <a:solidFill>
                  <a:schemeClr val="accent6"/>
                </a:solidFill>
              </a:rPr>
              <a:t>1</a:t>
            </a:r>
            <a:r>
              <a:rPr kumimoji="1" lang="en-US" altLang="zh-TW" dirty="0" smtClean="0">
                <a:solidFill>
                  <a:schemeClr val="accent6"/>
                </a:solidFill>
              </a:rPr>
              <a:t>,f</a:t>
            </a:r>
            <a:r>
              <a:rPr kumimoji="1" lang="en-US" altLang="zh-TW" baseline="-25000" dirty="0" smtClean="0">
                <a:solidFill>
                  <a:schemeClr val="accent6"/>
                </a:solidFill>
              </a:rPr>
              <a:t>2</a:t>
            </a:r>
            <a:r>
              <a:rPr kumimoji="1" lang="en-US" altLang="zh-TW" dirty="0" smtClean="0">
                <a:solidFill>
                  <a:schemeClr val="accent6"/>
                </a:solidFill>
              </a:rPr>
              <a:t>,</a:t>
            </a:r>
            <a:r>
              <a:rPr kumimoji="1" lang="mr-IN" altLang="zh-TW" dirty="0" smtClean="0">
                <a:solidFill>
                  <a:schemeClr val="accent6"/>
                </a:solidFill>
              </a:rPr>
              <a:t>…</a:t>
            </a:r>
            <a:r>
              <a:rPr kumimoji="1" lang="en-US" altLang="zh-TW" dirty="0" smtClean="0">
                <a:solidFill>
                  <a:schemeClr val="accent6"/>
                </a:solidFill>
              </a:rPr>
              <a:t>,f</a:t>
            </a:r>
            <a:r>
              <a:rPr kumimoji="1" lang="en-US" altLang="zh-TW" baseline="-25000" dirty="0" smtClean="0">
                <a:solidFill>
                  <a:schemeClr val="accent6"/>
                </a:solidFill>
              </a:rPr>
              <a:t>m-1</a:t>
            </a:r>
            <a:r>
              <a:rPr kumimoji="1" lang="en-US" altLang="zh-TW" dirty="0" smtClean="0">
                <a:solidFill>
                  <a:schemeClr val="accent6"/>
                </a:solidFill>
              </a:rPr>
              <a:t>,f</a:t>
            </a:r>
            <a:r>
              <a:rPr kumimoji="1" lang="en-US" altLang="zh-TW" baseline="-25000" dirty="0">
                <a:solidFill>
                  <a:schemeClr val="accent6"/>
                </a:solidFill>
              </a:rPr>
              <a:t>m</a:t>
            </a:r>
            <a:r>
              <a:rPr kumimoji="1" lang="en-US" altLang="zh-TW" dirty="0" smtClean="0">
                <a:solidFill>
                  <a:schemeClr val="accent6"/>
                </a:solidFill>
              </a:rPr>
              <a:t>&gt;</a:t>
            </a:r>
            <a:endParaRPr kumimoji="1" lang="zh-TW" altLang="en-US" dirty="0">
              <a:solidFill>
                <a:schemeClr val="accent6"/>
              </a:solidFill>
            </a:endParaRPr>
          </a:p>
        </p:txBody>
      </p:sp>
      <p:sp>
        <p:nvSpPr>
          <p:cNvPr id="96" name="文字方塊 95"/>
          <p:cNvSpPr txBox="1"/>
          <p:nvPr/>
        </p:nvSpPr>
        <p:spPr>
          <a:xfrm>
            <a:off x="8219918" y="3198938"/>
            <a:ext cx="1984839" cy="369332"/>
          </a:xfrm>
          <a:prstGeom prst="rect">
            <a:avLst/>
          </a:prstGeom>
          <a:noFill/>
        </p:spPr>
        <p:txBody>
          <a:bodyPr wrap="none" rtlCol="0">
            <a:spAutoFit/>
          </a:bodyPr>
          <a:lstStyle/>
          <a:p>
            <a:r>
              <a:rPr kumimoji="1" lang="en-US" altLang="zh-TW" dirty="0" smtClean="0">
                <a:solidFill>
                  <a:srgbClr val="FF0000"/>
                </a:solidFill>
              </a:rPr>
              <a:t>&lt;m</a:t>
            </a:r>
            <a:r>
              <a:rPr kumimoji="1" lang="en-US" altLang="zh-TW" baseline="-25000" dirty="0" smtClean="0">
                <a:solidFill>
                  <a:srgbClr val="FF0000"/>
                </a:solidFill>
              </a:rPr>
              <a:t>1</a:t>
            </a:r>
            <a:r>
              <a:rPr kumimoji="1" lang="en-US" altLang="zh-TW" dirty="0" smtClean="0">
                <a:solidFill>
                  <a:srgbClr val="FF0000"/>
                </a:solidFill>
              </a:rPr>
              <a:t>,m</a:t>
            </a:r>
            <a:r>
              <a:rPr kumimoji="1" lang="en-US" altLang="zh-TW" baseline="-25000" dirty="0" smtClean="0">
                <a:solidFill>
                  <a:srgbClr val="FF0000"/>
                </a:solidFill>
              </a:rPr>
              <a:t>2</a:t>
            </a:r>
            <a:r>
              <a:rPr kumimoji="1" lang="en-US" altLang="zh-TW" dirty="0" smtClean="0">
                <a:solidFill>
                  <a:srgbClr val="FF0000"/>
                </a:solidFill>
              </a:rPr>
              <a:t>,</a:t>
            </a:r>
            <a:r>
              <a:rPr kumimoji="1" lang="mr-IN" altLang="zh-TW" dirty="0" smtClean="0">
                <a:solidFill>
                  <a:srgbClr val="FF0000"/>
                </a:solidFill>
              </a:rPr>
              <a:t>…</a:t>
            </a:r>
            <a:r>
              <a:rPr kumimoji="1" lang="en-US" altLang="zh-TW" dirty="0" smtClean="0">
                <a:solidFill>
                  <a:srgbClr val="FF0000"/>
                </a:solidFill>
              </a:rPr>
              <a:t>,m</a:t>
            </a:r>
            <a:r>
              <a:rPr kumimoji="1" lang="en-US" altLang="zh-TW" baseline="-25000" dirty="0" smtClean="0">
                <a:solidFill>
                  <a:srgbClr val="FF0000"/>
                </a:solidFill>
              </a:rPr>
              <a:t>n-1</a:t>
            </a:r>
            <a:r>
              <a:rPr kumimoji="1" lang="en-US" altLang="zh-TW" dirty="0" smtClean="0">
                <a:solidFill>
                  <a:srgbClr val="FF0000"/>
                </a:solidFill>
              </a:rPr>
              <a:t>,m</a:t>
            </a:r>
            <a:r>
              <a:rPr kumimoji="1" lang="en-US" altLang="zh-TW" baseline="-25000" dirty="0">
                <a:solidFill>
                  <a:srgbClr val="FF0000"/>
                </a:solidFill>
              </a:rPr>
              <a:t>n</a:t>
            </a:r>
            <a:r>
              <a:rPr kumimoji="1" lang="en-US" altLang="zh-TW" dirty="0" smtClean="0">
                <a:solidFill>
                  <a:srgbClr val="FF0000"/>
                </a:solidFill>
              </a:rPr>
              <a:t>&gt;</a:t>
            </a:r>
            <a:endParaRPr kumimoji="1" lang="zh-TW" altLang="en-US" dirty="0">
              <a:solidFill>
                <a:srgbClr val="FF0000"/>
              </a:solidFill>
            </a:endParaRPr>
          </a:p>
        </p:txBody>
      </p:sp>
    </p:spTree>
    <p:extLst>
      <p:ext uri="{BB962C8B-B14F-4D97-AF65-F5344CB8AC3E}">
        <p14:creationId xmlns:p14="http://schemas.microsoft.com/office/powerpoint/2010/main" val="419560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749EC862-2941-4579-8A62-1EC4C21886E1}"/>
              </a:ext>
            </a:extLst>
          </p:cNvPr>
          <p:cNvSpPr>
            <a:spLocks noGrp="1"/>
          </p:cNvSpPr>
          <p:nvPr>
            <p:ph type="title"/>
          </p:nvPr>
        </p:nvSpPr>
        <p:spPr/>
        <p:txBody>
          <a:bodyPr/>
          <a:lstStyle/>
          <a:p>
            <a:pPr algn="ctr"/>
            <a:r>
              <a:rPr lang="en-US" altLang="zh-TW" dirty="0" err="1"/>
              <a:t>Autoencoder</a:t>
            </a:r>
            <a:r>
              <a:rPr lang="en-US" altLang="zh-TW" dirty="0"/>
              <a:t> </a:t>
            </a:r>
            <a:endParaRPr lang="zh-TW" altLang="en-US" dirty="0"/>
          </a:p>
        </p:txBody>
      </p:sp>
      <p:sp>
        <p:nvSpPr>
          <p:cNvPr id="4" name="橢圓 3">
            <a:extLst>
              <a:ext uri="{FF2B5EF4-FFF2-40B4-BE49-F238E27FC236}">
                <a16:creationId xmlns="" xmlns:a16="http://schemas.microsoft.com/office/drawing/2014/main" id="{3F733EB7-5D68-4512-A12A-307049614C6A}"/>
              </a:ext>
            </a:extLst>
          </p:cNvPr>
          <p:cNvSpPr/>
          <p:nvPr/>
        </p:nvSpPr>
        <p:spPr>
          <a:xfrm>
            <a:off x="2041880" y="2621232"/>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 xmlns:a16="http://schemas.microsoft.com/office/drawing/2014/main" id="{2D1E329C-2031-4139-A43D-619C72986488}"/>
              </a:ext>
            </a:extLst>
          </p:cNvPr>
          <p:cNvSpPr/>
          <p:nvPr/>
        </p:nvSpPr>
        <p:spPr>
          <a:xfrm>
            <a:off x="2527284" y="214127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手繪多邊形: 圖案 5">
            <a:extLst>
              <a:ext uri="{FF2B5EF4-FFF2-40B4-BE49-F238E27FC236}">
                <a16:creationId xmlns="" xmlns:a16="http://schemas.microsoft.com/office/drawing/2014/main" id="{F911CF6B-4290-4F67-B15A-E7B11953678C}"/>
              </a:ext>
            </a:extLst>
          </p:cNvPr>
          <p:cNvSpPr/>
          <p:nvPr/>
        </p:nvSpPr>
        <p:spPr>
          <a:xfrm>
            <a:off x="2586964" y="2213850"/>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 xmlns:a16="http://schemas.microsoft.com/office/drawing/2014/main" id="{033B5AE4-F629-4827-87F6-5B0DE05E5EF2}"/>
              </a:ext>
            </a:extLst>
          </p:cNvPr>
          <p:cNvSpPr/>
          <p:nvPr/>
        </p:nvSpPr>
        <p:spPr>
          <a:xfrm>
            <a:off x="2527284" y="244112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手繪多邊形: 圖案 7">
            <a:extLst>
              <a:ext uri="{FF2B5EF4-FFF2-40B4-BE49-F238E27FC236}">
                <a16:creationId xmlns="" xmlns:a16="http://schemas.microsoft.com/office/drawing/2014/main" id="{02C4A6E9-A55A-4C06-995A-F76F5C6EFE3C}"/>
              </a:ext>
            </a:extLst>
          </p:cNvPr>
          <p:cNvSpPr/>
          <p:nvPr/>
        </p:nvSpPr>
        <p:spPr>
          <a:xfrm>
            <a:off x="2586964" y="2513699"/>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 xmlns:a16="http://schemas.microsoft.com/office/drawing/2014/main" id="{751E1F47-96D4-4F28-B0B1-A077C3193AEA}"/>
              </a:ext>
            </a:extLst>
          </p:cNvPr>
          <p:cNvSpPr/>
          <p:nvPr/>
        </p:nvSpPr>
        <p:spPr>
          <a:xfrm>
            <a:off x="2527284" y="2741078"/>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手繪多邊形: 圖案 9">
            <a:extLst>
              <a:ext uri="{FF2B5EF4-FFF2-40B4-BE49-F238E27FC236}">
                <a16:creationId xmlns="" xmlns:a16="http://schemas.microsoft.com/office/drawing/2014/main" id="{FAC322C0-498A-471C-BF2A-8EE9A283343A}"/>
              </a:ext>
            </a:extLst>
          </p:cNvPr>
          <p:cNvSpPr/>
          <p:nvPr/>
        </p:nvSpPr>
        <p:spPr>
          <a:xfrm>
            <a:off x="2586964" y="2813654"/>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 xmlns:a16="http://schemas.microsoft.com/office/drawing/2014/main" id="{2964DCA7-C4AE-461A-8586-3AA140B46D02}"/>
              </a:ext>
            </a:extLst>
          </p:cNvPr>
          <p:cNvSpPr txBox="1"/>
          <p:nvPr/>
        </p:nvSpPr>
        <p:spPr>
          <a:xfrm>
            <a:off x="2041494" y="4317838"/>
            <a:ext cx="461665" cy="285008"/>
          </a:xfrm>
          <a:prstGeom prst="rect">
            <a:avLst/>
          </a:prstGeom>
          <a:noFill/>
        </p:spPr>
        <p:txBody>
          <a:bodyPr vert="eaVert" wrap="square" rtlCol="0">
            <a:spAutoFit/>
          </a:bodyPr>
          <a:lstStyle/>
          <a:p>
            <a:r>
              <a:rPr lang="en-US" altLang="zh-TW" dirty="0"/>
              <a:t>…</a:t>
            </a:r>
            <a:endParaRPr lang="zh-TW" altLang="en-US" dirty="0"/>
          </a:p>
        </p:txBody>
      </p:sp>
      <p:sp>
        <p:nvSpPr>
          <p:cNvPr id="12" name="文字方塊 11">
            <a:extLst>
              <a:ext uri="{FF2B5EF4-FFF2-40B4-BE49-F238E27FC236}">
                <a16:creationId xmlns="" xmlns:a16="http://schemas.microsoft.com/office/drawing/2014/main" id="{38C70562-D70D-4A73-801E-7B2843146DC9}"/>
              </a:ext>
            </a:extLst>
          </p:cNvPr>
          <p:cNvSpPr txBox="1"/>
          <p:nvPr/>
        </p:nvSpPr>
        <p:spPr>
          <a:xfrm>
            <a:off x="2551918" y="4317507"/>
            <a:ext cx="461665" cy="285008"/>
          </a:xfrm>
          <a:prstGeom prst="rect">
            <a:avLst/>
          </a:prstGeom>
          <a:noFill/>
        </p:spPr>
        <p:txBody>
          <a:bodyPr vert="eaVert" wrap="square" rtlCol="0">
            <a:spAutoFit/>
          </a:bodyPr>
          <a:lstStyle/>
          <a:p>
            <a:r>
              <a:rPr lang="en-US" altLang="zh-TW" dirty="0"/>
              <a:t>…</a:t>
            </a:r>
            <a:endParaRPr lang="zh-TW" altLang="en-US" dirty="0"/>
          </a:p>
        </p:txBody>
      </p:sp>
      <p:sp>
        <p:nvSpPr>
          <p:cNvPr id="13" name="橢圓 12">
            <a:extLst>
              <a:ext uri="{FF2B5EF4-FFF2-40B4-BE49-F238E27FC236}">
                <a16:creationId xmlns="" xmlns:a16="http://schemas.microsoft.com/office/drawing/2014/main" id="{E905175A-BC1E-4A68-A496-CE681AFF4FB3}"/>
              </a:ext>
            </a:extLst>
          </p:cNvPr>
          <p:cNvSpPr/>
          <p:nvPr/>
        </p:nvSpPr>
        <p:spPr>
          <a:xfrm>
            <a:off x="3180598" y="24955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a:extLst>
              <a:ext uri="{FF2B5EF4-FFF2-40B4-BE49-F238E27FC236}">
                <a16:creationId xmlns="" xmlns:a16="http://schemas.microsoft.com/office/drawing/2014/main" id="{EE300706-ACC0-4D4A-8DA7-0D1B2CF2BBA2}"/>
              </a:ext>
            </a:extLst>
          </p:cNvPr>
          <p:cNvCxnSpPr>
            <a:cxnSpLocks/>
            <a:stCxn id="4" idx="7"/>
            <a:endCxn id="5" idx="2"/>
          </p:cNvCxnSpPr>
          <p:nvPr/>
        </p:nvCxnSpPr>
        <p:spPr>
          <a:xfrm flipV="1">
            <a:off x="2285150" y="2283778"/>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 xmlns:a16="http://schemas.microsoft.com/office/drawing/2014/main" id="{08F45E85-F96F-4A2A-BB76-9D8B823D5614}"/>
              </a:ext>
            </a:extLst>
          </p:cNvPr>
          <p:cNvCxnSpPr>
            <a:cxnSpLocks/>
            <a:stCxn id="4" idx="6"/>
            <a:endCxn id="7" idx="3"/>
          </p:cNvCxnSpPr>
          <p:nvPr/>
        </p:nvCxnSpPr>
        <p:spPr>
          <a:xfrm flipV="1">
            <a:off x="2326888" y="2684393"/>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 xmlns:a16="http://schemas.microsoft.com/office/drawing/2014/main" id="{6D9F617C-D165-4718-B8F4-29FFE0DEE581}"/>
              </a:ext>
            </a:extLst>
          </p:cNvPr>
          <p:cNvCxnSpPr>
            <a:cxnSpLocks/>
            <a:stCxn id="4" idx="5"/>
            <a:endCxn id="10" idx="0"/>
          </p:cNvCxnSpPr>
          <p:nvPr/>
        </p:nvCxnSpPr>
        <p:spPr>
          <a:xfrm>
            <a:off x="2285150" y="2864502"/>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橢圓 16">
            <a:extLst>
              <a:ext uri="{FF2B5EF4-FFF2-40B4-BE49-F238E27FC236}">
                <a16:creationId xmlns="" xmlns:a16="http://schemas.microsoft.com/office/drawing/2014/main" id="{24EB69C7-B4DF-426C-B988-D434F51D6866}"/>
              </a:ext>
            </a:extLst>
          </p:cNvPr>
          <p:cNvSpPr/>
          <p:nvPr/>
        </p:nvSpPr>
        <p:spPr>
          <a:xfrm>
            <a:off x="2041880" y="3665550"/>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 xmlns:a16="http://schemas.microsoft.com/office/drawing/2014/main" id="{53C9FDC9-8F2E-4EBD-AB2C-202CA994F68E}"/>
              </a:ext>
            </a:extLst>
          </p:cNvPr>
          <p:cNvSpPr/>
          <p:nvPr/>
        </p:nvSpPr>
        <p:spPr>
          <a:xfrm>
            <a:off x="2527284" y="3185592"/>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手繪多邊形: 圖案 18">
            <a:extLst>
              <a:ext uri="{FF2B5EF4-FFF2-40B4-BE49-F238E27FC236}">
                <a16:creationId xmlns="" xmlns:a16="http://schemas.microsoft.com/office/drawing/2014/main" id="{F89410D2-2BE8-4807-A304-2B8C9B8BC292}"/>
              </a:ext>
            </a:extLst>
          </p:cNvPr>
          <p:cNvSpPr/>
          <p:nvPr/>
        </p:nvSpPr>
        <p:spPr>
          <a:xfrm>
            <a:off x="2586964" y="3258168"/>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 xmlns:a16="http://schemas.microsoft.com/office/drawing/2014/main" id="{4C0049EA-ACB2-464E-BAB8-D56083589478}"/>
              </a:ext>
            </a:extLst>
          </p:cNvPr>
          <p:cNvSpPr/>
          <p:nvPr/>
        </p:nvSpPr>
        <p:spPr>
          <a:xfrm>
            <a:off x="2527284" y="348544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手繪多邊形: 圖案 20">
            <a:extLst>
              <a:ext uri="{FF2B5EF4-FFF2-40B4-BE49-F238E27FC236}">
                <a16:creationId xmlns="" xmlns:a16="http://schemas.microsoft.com/office/drawing/2014/main" id="{68695F05-5247-43AF-AAF5-3441A87ED279}"/>
              </a:ext>
            </a:extLst>
          </p:cNvPr>
          <p:cNvSpPr/>
          <p:nvPr/>
        </p:nvSpPr>
        <p:spPr>
          <a:xfrm>
            <a:off x="2586964" y="3558017"/>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 xmlns:a16="http://schemas.microsoft.com/office/drawing/2014/main" id="{CBC60336-98B0-427A-B8B3-5BF8781610AA}"/>
              </a:ext>
            </a:extLst>
          </p:cNvPr>
          <p:cNvSpPr/>
          <p:nvPr/>
        </p:nvSpPr>
        <p:spPr>
          <a:xfrm>
            <a:off x="2527284" y="378539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手繪多邊形: 圖案 22">
            <a:extLst>
              <a:ext uri="{FF2B5EF4-FFF2-40B4-BE49-F238E27FC236}">
                <a16:creationId xmlns="" xmlns:a16="http://schemas.microsoft.com/office/drawing/2014/main" id="{7B5A0FE2-262F-4CC3-98ED-0E6C1E89EAE9}"/>
              </a:ext>
            </a:extLst>
          </p:cNvPr>
          <p:cNvSpPr/>
          <p:nvPr/>
        </p:nvSpPr>
        <p:spPr>
          <a:xfrm>
            <a:off x="2586964" y="3857972"/>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單箭頭接點 23">
            <a:extLst>
              <a:ext uri="{FF2B5EF4-FFF2-40B4-BE49-F238E27FC236}">
                <a16:creationId xmlns="" xmlns:a16="http://schemas.microsoft.com/office/drawing/2014/main" id="{DEBA101E-8208-44FF-BA58-FB3CF822F43B}"/>
              </a:ext>
            </a:extLst>
          </p:cNvPr>
          <p:cNvCxnSpPr>
            <a:cxnSpLocks/>
            <a:stCxn id="17" idx="7"/>
            <a:endCxn id="18" idx="2"/>
          </p:cNvCxnSpPr>
          <p:nvPr/>
        </p:nvCxnSpPr>
        <p:spPr>
          <a:xfrm flipV="1">
            <a:off x="2285150" y="3328096"/>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 xmlns:a16="http://schemas.microsoft.com/office/drawing/2014/main" id="{941414F1-4A3D-4FEB-90E4-37847B0B2AC6}"/>
              </a:ext>
            </a:extLst>
          </p:cNvPr>
          <p:cNvCxnSpPr>
            <a:cxnSpLocks/>
            <a:stCxn id="17" idx="6"/>
            <a:endCxn id="20" idx="3"/>
          </p:cNvCxnSpPr>
          <p:nvPr/>
        </p:nvCxnSpPr>
        <p:spPr>
          <a:xfrm flipV="1">
            <a:off x="2326888" y="3728711"/>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 xmlns:a16="http://schemas.microsoft.com/office/drawing/2014/main" id="{D2BA32B6-C3E6-4173-845E-641A7A203F27}"/>
              </a:ext>
            </a:extLst>
          </p:cNvPr>
          <p:cNvCxnSpPr>
            <a:cxnSpLocks/>
            <a:stCxn id="17" idx="5"/>
            <a:endCxn id="23" idx="0"/>
          </p:cNvCxnSpPr>
          <p:nvPr/>
        </p:nvCxnSpPr>
        <p:spPr>
          <a:xfrm>
            <a:off x="2285150" y="3908820"/>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橢圓 26">
            <a:extLst>
              <a:ext uri="{FF2B5EF4-FFF2-40B4-BE49-F238E27FC236}">
                <a16:creationId xmlns="" xmlns:a16="http://schemas.microsoft.com/office/drawing/2014/main" id="{E4D210C8-9107-48B6-984B-0A78A413749D}"/>
              </a:ext>
            </a:extLst>
          </p:cNvPr>
          <p:cNvSpPr/>
          <p:nvPr/>
        </p:nvSpPr>
        <p:spPr>
          <a:xfrm>
            <a:off x="2041880" y="5151244"/>
            <a:ext cx="285008" cy="285008"/>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 xmlns:a16="http://schemas.microsoft.com/office/drawing/2014/main" id="{BF2D819E-7D17-4BF4-B9BC-4E4215FBE992}"/>
              </a:ext>
            </a:extLst>
          </p:cNvPr>
          <p:cNvSpPr/>
          <p:nvPr/>
        </p:nvSpPr>
        <p:spPr>
          <a:xfrm>
            <a:off x="2527284" y="467128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手繪多邊形: 圖案 28">
            <a:extLst>
              <a:ext uri="{FF2B5EF4-FFF2-40B4-BE49-F238E27FC236}">
                <a16:creationId xmlns="" xmlns:a16="http://schemas.microsoft.com/office/drawing/2014/main" id="{F419B559-96E0-4998-956B-AE6B2B22922C}"/>
              </a:ext>
            </a:extLst>
          </p:cNvPr>
          <p:cNvSpPr/>
          <p:nvPr/>
        </p:nvSpPr>
        <p:spPr>
          <a:xfrm>
            <a:off x="2586964" y="4743862"/>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 xmlns:a16="http://schemas.microsoft.com/office/drawing/2014/main" id="{7171E906-5E8D-435C-81D8-4D8F8121ED7B}"/>
              </a:ext>
            </a:extLst>
          </p:cNvPr>
          <p:cNvSpPr/>
          <p:nvPr/>
        </p:nvSpPr>
        <p:spPr>
          <a:xfrm>
            <a:off x="2527284" y="497113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手繪多邊形: 圖案 30">
            <a:extLst>
              <a:ext uri="{FF2B5EF4-FFF2-40B4-BE49-F238E27FC236}">
                <a16:creationId xmlns="" xmlns:a16="http://schemas.microsoft.com/office/drawing/2014/main" id="{D4DF34EC-FFA6-495B-8B60-6DEEEF4C8309}"/>
              </a:ext>
            </a:extLst>
          </p:cNvPr>
          <p:cNvSpPr/>
          <p:nvPr/>
        </p:nvSpPr>
        <p:spPr>
          <a:xfrm>
            <a:off x="2586964" y="5043711"/>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 xmlns:a16="http://schemas.microsoft.com/office/drawing/2014/main" id="{77798FF3-2F1F-4252-96CA-EF3EC4E654E7}"/>
              </a:ext>
            </a:extLst>
          </p:cNvPr>
          <p:cNvSpPr/>
          <p:nvPr/>
        </p:nvSpPr>
        <p:spPr>
          <a:xfrm>
            <a:off x="2527284" y="527109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手繪多邊形: 圖案 32">
            <a:extLst>
              <a:ext uri="{FF2B5EF4-FFF2-40B4-BE49-F238E27FC236}">
                <a16:creationId xmlns="" xmlns:a16="http://schemas.microsoft.com/office/drawing/2014/main" id="{0D4BED9D-D17E-4483-B3D5-5696E5CBEB14}"/>
              </a:ext>
            </a:extLst>
          </p:cNvPr>
          <p:cNvSpPr/>
          <p:nvPr/>
        </p:nvSpPr>
        <p:spPr>
          <a:xfrm>
            <a:off x="2586964" y="5343666"/>
            <a:ext cx="190005" cy="154591"/>
          </a:xfrm>
          <a:custGeom>
            <a:avLst/>
            <a:gdLst>
              <a:gd name="connsiteX0" fmla="*/ 0 w 190005"/>
              <a:gd name="connsiteY0" fmla="*/ 154591 h 154591"/>
              <a:gd name="connsiteX1" fmla="*/ 47501 w 190005"/>
              <a:gd name="connsiteY1" fmla="*/ 35838 h 154591"/>
              <a:gd name="connsiteX2" fmla="*/ 106878 w 190005"/>
              <a:gd name="connsiteY2" fmla="*/ 212 h 154591"/>
              <a:gd name="connsiteX3" fmla="*/ 166254 w 190005"/>
              <a:gd name="connsiteY3" fmla="*/ 47713 h 154591"/>
              <a:gd name="connsiteX4" fmla="*/ 190005 w 190005"/>
              <a:gd name="connsiteY4" fmla="*/ 154591 h 15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05" h="154591">
                <a:moveTo>
                  <a:pt x="0" y="154591"/>
                </a:moveTo>
                <a:cubicBezTo>
                  <a:pt x="14844" y="108079"/>
                  <a:pt x="29688" y="61568"/>
                  <a:pt x="47501" y="35838"/>
                </a:cubicBezTo>
                <a:cubicBezTo>
                  <a:pt x="65314" y="10108"/>
                  <a:pt x="87086" y="-1767"/>
                  <a:pt x="106878" y="212"/>
                </a:cubicBezTo>
                <a:cubicBezTo>
                  <a:pt x="126670" y="2191"/>
                  <a:pt x="152400" y="21983"/>
                  <a:pt x="166254" y="47713"/>
                </a:cubicBezTo>
                <a:cubicBezTo>
                  <a:pt x="180109" y="73443"/>
                  <a:pt x="185057" y="114017"/>
                  <a:pt x="190005" y="15459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單箭頭接點 33">
            <a:extLst>
              <a:ext uri="{FF2B5EF4-FFF2-40B4-BE49-F238E27FC236}">
                <a16:creationId xmlns="" xmlns:a16="http://schemas.microsoft.com/office/drawing/2014/main" id="{5719125D-9D8D-4CB7-A9CA-A8B342F67C9E}"/>
              </a:ext>
            </a:extLst>
          </p:cNvPr>
          <p:cNvCxnSpPr>
            <a:cxnSpLocks/>
            <a:stCxn id="27" idx="7"/>
            <a:endCxn id="28" idx="2"/>
          </p:cNvCxnSpPr>
          <p:nvPr/>
        </p:nvCxnSpPr>
        <p:spPr>
          <a:xfrm flipV="1">
            <a:off x="2285150" y="4813790"/>
            <a:ext cx="242134" cy="37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 xmlns:a16="http://schemas.microsoft.com/office/drawing/2014/main" id="{DC59DCE6-AF7F-4614-8B19-C663E80773E2}"/>
              </a:ext>
            </a:extLst>
          </p:cNvPr>
          <p:cNvCxnSpPr>
            <a:cxnSpLocks/>
            <a:stCxn id="27" idx="6"/>
            <a:endCxn id="30" idx="3"/>
          </p:cNvCxnSpPr>
          <p:nvPr/>
        </p:nvCxnSpPr>
        <p:spPr>
          <a:xfrm flipV="1">
            <a:off x="2326888" y="5214405"/>
            <a:ext cx="242134" cy="79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 xmlns:a16="http://schemas.microsoft.com/office/drawing/2014/main" id="{DA840203-6CB4-42E0-84D1-244A57CD2EC5}"/>
              </a:ext>
            </a:extLst>
          </p:cNvPr>
          <p:cNvCxnSpPr>
            <a:cxnSpLocks/>
            <a:stCxn id="27" idx="5"/>
            <a:endCxn id="33" idx="0"/>
          </p:cNvCxnSpPr>
          <p:nvPr/>
        </p:nvCxnSpPr>
        <p:spPr>
          <a:xfrm>
            <a:off x="2285150" y="5394514"/>
            <a:ext cx="301814" cy="103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 xmlns:a16="http://schemas.microsoft.com/office/drawing/2014/main" id="{69DD931B-941A-44FD-A887-47EEDD364061}"/>
              </a:ext>
            </a:extLst>
          </p:cNvPr>
          <p:cNvSpPr/>
          <p:nvPr/>
        </p:nvSpPr>
        <p:spPr>
          <a:xfrm>
            <a:off x="1111763" y="3585162"/>
            <a:ext cx="476412" cy="369332"/>
          </a:xfrm>
          <a:prstGeom prst="rect">
            <a:avLst/>
          </a:prstGeom>
        </p:spPr>
        <p:txBody>
          <a:bodyPr wrap="none">
            <a:spAutoFit/>
          </a:bodyPr>
          <a:lstStyle/>
          <a:p>
            <a:r>
              <a:rPr lang="en-US" altLang="zh-TW" dirty="0"/>
              <a:t>3 h</a:t>
            </a:r>
            <a:endParaRPr lang="zh-TW" altLang="en-US" dirty="0"/>
          </a:p>
        </p:txBody>
      </p:sp>
      <p:sp>
        <p:nvSpPr>
          <p:cNvPr id="38" name="矩形 37">
            <a:extLst>
              <a:ext uri="{FF2B5EF4-FFF2-40B4-BE49-F238E27FC236}">
                <a16:creationId xmlns="" xmlns:a16="http://schemas.microsoft.com/office/drawing/2014/main" id="{43CB5984-4B70-40A3-ACA2-44F3ED03C732}"/>
              </a:ext>
            </a:extLst>
          </p:cNvPr>
          <p:cNvSpPr/>
          <p:nvPr/>
        </p:nvSpPr>
        <p:spPr>
          <a:xfrm>
            <a:off x="1123839" y="3925431"/>
            <a:ext cx="476412" cy="369332"/>
          </a:xfrm>
          <a:prstGeom prst="rect">
            <a:avLst/>
          </a:prstGeom>
        </p:spPr>
        <p:txBody>
          <a:bodyPr wrap="none">
            <a:spAutoFit/>
          </a:bodyPr>
          <a:lstStyle/>
          <a:p>
            <a:r>
              <a:rPr lang="en-US" altLang="zh-TW" dirty="0"/>
              <a:t>5 h</a:t>
            </a:r>
            <a:endParaRPr lang="zh-TW" altLang="en-US" dirty="0"/>
          </a:p>
        </p:txBody>
      </p:sp>
      <p:sp>
        <p:nvSpPr>
          <p:cNvPr id="39" name="矩形 38">
            <a:extLst>
              <a:ext uri="{FF2B5EF4-FFF2-40B4-BE49-F238E27FC236}">
                <a16:creationId xmlns="" xmlns:a16="http://schemas.microsoft.com/office/drawing/2014/main" id="{D19FE18C-B41D-464F-BC12-FFDED4EA89D2}"/>
              </a:ext>
            </a:extLst>
          </p:cNvPr>
          <p:cNvSpPr/>
          <p:nvPr/>
        </p:nvSpPr>
        <p:spPr>
          <a:xfrm>
            <a:off x="1018586" y="4277026"/>
            <a:ext cx="686919" cy="369332"/>
          </a:xfrm>
          <a:prstGeom prst="rect">
            <a:avLst/>
          </a:prstGeom>
        </p:spPr>
        <p:txBody>
          <a:bodyPr wrap="none">
            <a:spAutoFit/>
          </a:bodyPr>
          <a:lstStyle/>
          <a:p>
            <a:r>
              <a:rPr lang="en-US" altLang="zh-TW" dirty="0"/>
              <a:t>1 day</a:t>
            </a:r>
            <a:endParaRPr lang="zh-TW" altLang="en-US" dirty="0"/>
          </a:p>
        </p:txBody>
      </p:sp>
      <p:sp>
        <p:nvSpPr>
          <p:cNvPr id="40" name="矩形 39">
            <a:extLst>
              <a:ext uri="{FF2B5EF4-FFF2-40B4-BE49-F238E27FC236}">
                <a16:creationId xmlns="" xmlns:a16="http://schemas.microsoft.com/office/drawing/2014/main" id="{94DA8535-D8F3-47F1-9540-5947386A08EB}"/>
              </a:ext>
            </a:extLst>
          </p:cNvPr>
          <p:cNvSpPr/>
          <p:nvPr/>
        </p:nvSpPr>
        <p:spPr>
          <a:xfrm>
            <a:off x="998004" y="4641563"/>
            <a:ext cx="774571" cy="369332"/>
          </a:xfrm>
          <a:prstGeom prst="rect">
            <a:avLst/>
          </a:prstGeom>
        </p:spPr>
        <p:txBody>
          <a:bodyPr wrap="none">
            <a:spAutoFit/>
          </a:bodyPr>
          <a:lstStyle/>
          <a:p>
            <a:r>
              <a:rPr lang="en-US" altLang="zh-TW" dirty="0"/>
              <a:t>3 days</a:t>
            </a:r>
            <a:endParaRPr lang="zh-TW" altLang="en-US" dirty="0"/>
          </a:p>
        </p:txBody>
      </p:sp>
      <p:sp>
        <p:nvSpPr>
          <p:cNvPr id="41" name="矩形 40">
            <a:extLst>
              <a:ext uri="{FF2B5EF4-FFF2-40B4-BE49-F238E27FC236}">
                <a16:creationId xmlns="" xmlns:a16="http://schemas.microsoft.com/office/drawing/2014/main" id="{28F87A11-02B5-4981-91D1-FEE7421702FE}"/>
              </a:ext>
            </a:extLst>
          </p:cNvPr>
          <p:cNvSpPr/>
          <p:nvPr/>
        </p:nvSpPr>
        <p:spPr>
          <a:xfrm>
            <a:off x="967133" y="5043711"/>
            <a:ext cx="1001506" cy="369332"/>
          </a:xfrm>
          <a:prstGeom prst="rect">
            <a:avLst/>
          </a:prstGeom>
        </p:spPr>
        <p:txBody>
          <a:bodyPr wrap="square">
            <a:spAutoFit/>
          </a:bodyPr>
          <a:lstStyle/>
          <a:p>
            <a:r>
              <a:rPr lang="en-US" altLang="zh-TW" dirty="0"/>
              <a:t>10 days </a:t>
            </a:r>
            <a:endParaRPr lang="zh-TW" altLang="en-US" dirty="0"/>
          </a:p>
        </p:txBody>
      </p:sp>
      <p:sp>
        <p:nvSpPr>
          <p:cNvPr id="42" name="矩形 41">
            <a:extLst>
              <a:ext uri="{FF2B5EF4-FFF2-40B4-BE49-F238E27FC236}">
                <a16:creationId xmlns="" xmlns:a16="http://schemas.microsoft.com/office/drawing/2014/main" id="{3B85C6F4-F779-4D37-B86C-0373E2D8E150}"/>
              </a:ext>
            </a:extLst>
          </p:cNvPr>
          <p:cNvSpPr/>
          <p:nvPr/>
        </p:nvSpPr>
        <p:spPr>
          <a:xfrm>
            <a:off x="990346" y="2600041"/>
            <a:ext cx="713657" cy="369332"/>
          </a:xfrm>
          <a:prstGeom prst="rect">
            <a:avLst/>
          </a:prstGeom>
        </p:spPr>
        <p:txBody>
          <a:bodyPr wrap="none">
            <a:spAutoFit/>
          </a:bodyPr>
          <a:lstStyle/>
          <a:p>
            <a:r>
              <a:rPr lang="en-US" altLang="zh-TW" dirty="0"/>
              <a:t>1 min</a:t>
            </a:r>
          </a:p>
        </p:txBody>
      </p:sp>
      <p:sp>
        <p:nvSpPr>
          <p:cNvPr id="43" name="文字方塊 42">
            <a:extLst>
              <a:ext uri="{FF2B5EF4-FFF2-40B4-BE49-F238E27FC236}">
                <a16:creationId xmlns="" xmlns:a16="http://schemas.microsoft.com/office/drawing/2014/main" id="{0C90D530-6521-45BF-A3E1-EC1EF7A85644}"/>
              </a:ext>
            </a:extLst>
          </p:cNvPr>
          <p:cNvSpPr txBox="1"/>
          <p:nvPr/>
        </p:nvSpPr>
        <p:spPr>
          <a:xfrm>
            <a:off x="1088078" y="2919844"/>
            <a:ext cx="461665" cy="207749"/>
          </a:xfrm>
          <a:prstGeom prst="rect">
            <a:avLst/>
          </a:prstGeom>
          <a:noFill/>
        </p:spPr>
        <p:txBody>
          <a:bodyPr vert="eaVert" wrap="none" rtlCol="0">
            <a:spAutoFit/>
          </a:bodyPr>
          <a:lstStyle/>
          <a:p>
            <a:r>
              <a:rPr lang="en-US" altLang="zh-TW" dirty="0"/>
              <a:t>~</a:t>
            </a:r>
          </a:p>
        </p:txBody>
      </p:sp>
      <p:sp>
        <p:nvSpPr>
          <p:cNvPr id="44" name="矩形 43">
            <a:extLst>
              <a:ext uri="{FF2B5EF4-FFF2-40B4-BE49-F238E27FC236}">
                <a16:creationId xmlns="" xmlns:a16="http://schemas.microsoft.com/office/drawing/2014/main" id="{2937809B-6DA6-48A5-AD8E-FD54A8E0889B}"/>
              </a:ext>
            </a:extLst>
          </p:cNvPr>
          <p:cNvSpPr/>
          <p:nvPr/>
        </p:nvSpPr>
        <p:spPr>
          <a:xfrm>
            <a:off x="881739" y="3132208"/>
            <a:ext cx="830677" cy="369332"/>
          </a:xfrm>
          <a:prstGeom prst="rect">
            <a:avLst/>
          </a:prstGeom>
        </p:spPr>
        <p:txBody>
          <a:bodyPr wrap="none">
            <a:spAutoFit/>
          </a:bodyPr>
          <a:lstStyle/>
          <a:p>
            <a:r>
              <a:rPr lang="en-US" altLang="zh-TW" dirty="0"/>
              <a:t>45 min</a:t>
            </a:r>
          </a:p>
        </p:txBody>
      </p:sp>
      <p:sp>
        <p:nvSpPr>
          <p:cNvPr id="45" name="橢圓 44">
            <a:extLst>
              <a:ext uri="{FF2B5EF4-FFF2-40B4-BE49-F238E27FC236}">
                <a16:creationId xmlns="" xmlns:a16="http://schemas.microsoft.com/office/drawing/2014/main" id="{87D65F27-9134-4FD4-93B8-DD965A6C672D}"/>
              </a:ext>
            </a:extLst>
          </p:cNvPr>
          <p:cNvSpPr/>
          <p:nvPr/>
        </p:nvSpPr>
        <p:spPr>
          <a:xfrm>
            <a:off x="3180598" y="290624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 xmlns:a16="http://schemas.microsoft.com/office/drawing/2014/main" id="{E87017BF-9766-4953-B5C9-504AFE804854}"/>
              </a:ext>
            </a:extLst>
          </p:cNvPr>
          <p:cNvSpPr txBox="1"/>
          <p:nvPr/>
        </p:nvSpPr>
        <p:spPr>
          <a:xfrm>
            <a:off x="3023088" y="3811990"/>
            <a:ext cx="461665" cy="285008"/>
          </a:xfrm>
          <a:prstGeom prst="rect">
            <a:avLst/>
          </a:prstGeom>
          <a:noFill/>
        </p:spPr>
        <p:txBody>
          <a:bodyPr vert="eaVert" wrap="square" rtlCol="0">
            <a:spAutoFit/>
          </a:bodyPr>
          <a:lstStyle/>
          <a:p>
            <a:r>
              <a:rPr lang="en-US" altLang="zh-TW" dirty="0"/>
              <a:t>…</a:t>
            </a:r>
            <a:endParaRPr lang="zh-TW" altLang="en-US" dirty="0"/>
          </a:p>
        </p:txBody>
      </p:sp>
      <p:sp>
        <p:nvSpPr>
          <p:cNvPr id="47" name="橢圓 46">
            <a:extLst>
              <a:ext uri="{FF2B5EF4-FFF2-40B4-BE49-F238E27FC236}">
                <a16:creationId xmlns="" xmlns:a16="http://schemas.microsoft.com/office/drawing/2014/main" id="{AC1C6A87-10BE-497D-99BA-B3FAE3B83D0C}"/>
              </a:ext>
            </a:extLst>
          </p:cNvPr>
          <p:cNvSpPr/>
          <p:nvPr/>
        </p:nvSpPr>
        <p:spPr>
          <a:xfrm>
            <a:off x="3180598" y="482349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矩形 47">
            <a:extLst>
              <a:ext uri="{FF2B5EF4-FFF2-40B4-BE49-F238E27FC236}">
                <a16:creationId xmlns="" xmlns:a16="http://schemas.microsoft.com/office/drawing/2014/main" id="{B4E7C8C7-9BC1-4FA3-A8CB-6138796F410B}"/>
              </a:ext>
            </a:extLst>
          </p:cNvPr>
          <p:cNvSpPr/>
          <p:nvPr/>
        </p:nvSpPr>
        <p:spPr>
          <a:xfrm>
            <a:off x="1948243" y="5896576"/>
            <a:ext cx="418704" cy="369332"/>
          </a:xfrm>
          <a:prstGeom prst="rect">
            <a:avLst/>
          </a:prstGeom>
        </p:spPr>
        <p:txBody>
          <a:bodyPr wrap="none">
            <a:spAutoFit/>
          </a:bodyPr>
          <a:lstStyle/>
          <a:p>
            <a:r>
              <a:rPr lang="en-US" altLang="zh-TW" dirty="0"/>
              <a:t>50</a:t>
            </a:r>
            <a:endParaRPr lang="zh-TW" altLang="en-US" dirty="0"/>
          </a:p>
        </p:txBody>
      </p:sp>
      <p:sp>
        <p:nvSpPr>
          <p:cNvPr id="49" name="矩形 48">
            <a:extLst>
              <a:ext uri="{FF2B5EF4-FFF2-40B4-BE49-F238E27FC236}">
                <a16:creationId xmlns="" xmlns:a16="http://schemas.microsoft.com/office/drawing/2014/main" id="{BAD130A7-1B99-47F9-8C16-4B2E7C75E85A}"/>
              </a:ext>
            </a:extLst>
          </p:cNvPr>
          <p:cNvSpPr/>
          <p:nvPr/>
        </p:nvSpPr>
        <p:spPr>
          <a:xfrm>
            <a:off x="2436057" y="5891256"/>
            <a:ext cx="535724" cy="369332"/>
          </a:xfrm>
          <a:prstGeom prst="rect">
            <a:avLst/>
          </a:prstGeom>
        </p:spPr>
        <p:txBody>
          <a:bodyPr wrap="none">
            <a:spAutoFit/>
          </a:bodyPr>
          <a:lstStyle/>
          <a:p>
            <a:r>
              <a:rPr lang="en-US" altLang="zh-TW" dirty="0"/>
              <a:t>150</a:t>
            </a:r>
            <a:endParaRPr lang="zh-TW" altLang="en-US" dirty="0"/>
          </a:p>
        </p:txBody>
      </p:sp>
      <p:sp>
        <p:nvSpPr>
          <p:cNvPr id="50" name="矩形 49">
            <a:extLst>
              <a:ext uri="{FF2B5EF4-FFF2-40B4-BE49-F238E27FC236}">
                <a16:creationId xmlns="" xmlns:a16="http://schemas.microsoft.com/office/drawing/2014/main" id="{2E9FAD76-60E9-4627-A816-1ED803B4463A}"/>
              </a:ext>
            </a:extLst>
          </p:cNvPr>
          <p:cNvSpPr/>
          <p:nvPr/>
        </p:nvSpPr>
        <p:spPr>
          <a:xfrm>
            <a:off x="3014045" y="5896576"/>
            <a:ext cx="535724" cy="369332"/>
          </a:xfrm>
          <a:prstGeom prst="rect">
            <a:avLst/>
          </a:prstGeom>
        </p:spPr>
        <p:txBody>
          <a:bodyPr wrap="none">
            <a:spAutoFit/>
          </a:bodyPr>
          <a:lstStyle/>
          <a:p>
            <a:r>
              <a:rPr lang="en-US" altLang="zh-TW" dirty="0"/>
              <a:t>128</a:t>
            </a:r>
            <a:endParaRPr lang="zh-TW" altLang="en-US" dirty="0"/>
          </a:p>
        </p:txBody>
      </p:sp>
      <p:sp>
        <p:nvSpPr>
          <p:cNvPr id="51" name="矩形 50">
            <a:extLst>
              <a:ext uri="{FF2B5EF4-FFF2-40B4-BE49-F238E27FC236}">
                <a16:creationId xmlns="" xmlns:a16="http://schemas.microsoft.com/office/drawing/2014/main" id="{75BB4094-50C0-42E8-98C3-859E5A83A98D}"/>
              </a:ext>
            </a:extLst>
          </p:cNvPr>
          <p:cNvSpPr/>
          <p:nvPr/>
        </p:nvSpPr>
        <p:spPr>
          <a:xfrm>
            <a:off x="3549769" y="5888842"/>
            <a:ext cx="535724" cy="369332"/>
          </a:xfrm>
          <a:prstGeom prst="rect">
            <a:avLst/>
          </a:prstGeom>
        </p:spPr>
        <p:txBody>
          <a:bodyPr wrap="none">
            <a:spAutoFit/>
          </a:bodyPr>
          <a:lstStyle/>
          <a:p>
            <a:r>
              <a:rPr lang="en-US" altLang="zh-TW" dirty="0"/>
              <a:t>128</a:t>
            </a:r>
            <a:endParaRPr lang="zh-TW" altLang="en-US" dirty="0"/>
          </a:p>
        </p:txBody>
      </p:sp>
      <p:sp>
        <p:nvSpPr>
          <p:cNvPr id="52" name="矩形 51">
            <a:extLst>
              <a:ext uri="{FF2B5EF4-FFF2-40B4-BE49-F238E27FC236}">
                <a16:creationId xmlns="" xmlns:a16="http://schemas.microsoft.com/office/drawing/2014/main" id="{E3BB52B6-F082-47AB-8FC1-0581315E385C}"/>
              </a:ext>
            </a:extLst>
          </p:cNvPr>
          <p:cNvSpPr/>
          <p:nvPr/>
        </p:nvSpPr>
        <p:spPr>
          <a:xfrm>
            <a:off x="4084426" y="5881108"/>
            <a:ext cx="535724" cy="369332"/>
          </a:xfrm>
          <a:prstGeom prst="rect">
            <a:avLst/>
          </a:prstGeom>
        </p:spPr>
        <p:txBody>
          <a:bodyPr wrap="none">
            <a:spAutoFit/>
          </a:bodyPr>
          <a:lstStyle/>
          <a:p>
            <a:r>
              <a:rPr lang="en-US" altLang="zh-TW" dirty="0"/>
              <a:t>128</a:t>
            </a:r>
            <a:endParaRPr lang="zh-TW" altLang="en-US" dirty="0"/>
          </a:p>
        </p:txBody>
      </p:sp>
      <p:sp>
        <p:nvSpPr>
          <p:cNvPr id="53" name="矩形 52">
            <a:extLst>
              <a:ext uri="{FF2B5EF4-FFF2-40B4-BE49-F238E27FC236}">
                <a16:creationId xmlns="" xmlns:a16="http://schemas.microsoft.com/office/drawing/2014/main" id="{77B36D21-8236-41AE-809A-7943EA6F1758}"/>
              </a:ext>
            </a:extLst>
          </p:cNvPr>
          <p:cNvSpPr/>
          <p:nvPr/>
        </p:nvSpPr>
        <p:spPr>
          <a:xfrm>
            <a:off x="4620150" y="5881108"/>
            <a:ext cx="418704" cy="369332"/>
          </a:xfrm>
          <a:prstGeom prst="rect">
            <a:avLst/>
          </a:prstGeom>
        </p:spPr>
        <p:txBody>
          <a:bodyPr wrap="none">
            <a:spAutoFit/>
          </a:bodyPr>
          <a:lstStyle/>
          <a:p>
            <a:r>
              <a:rPr lang="en-US" altLang="zh-TW" dirty="0"/>
              <a:t>20</a:t>
            </a:r>
            <a:endParaRPr lang="zh-TW" altLang="en-US" dirty="0"/>
          </a:p>
        </p:txBody>
      </p:sp>
      <p:sp>
        <p:nvSpPr>
          <p:cNvPr id="54" name="橢圓 53">
            <a:extLst>
              <a:ext uri="{FF2B5EF4-FFF2-40B4-BE49-F238E27FC236}">
                <a16:creationId xmlns="" xmlns:a16="http://schemas.microsoft.com/office/drawing/2014/main" id="{38EF9874-2BDB-4ACE-92EA-52023C98E869}"/>
              </a:ext>
            </a:extLst>
          </p:cNvPr>
          <p:cNvSpPr/>
          <p:nvPr/>
        </p:nvSpPr>
        <p:spPr>
          <a:xfrm>
            <a:off x="3644346" y="24955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橢圓 54">
            <a:extLst>
              <a:ext uri="{FF2B5EF4-FFF2-40B4-BE49-F238E27FC236}">
                <a16:creationId xmlns="" xmlns:a16="http://schemas.microsoft.com/office/drawing/2014/main" id="{9E21E7BF-54F1-471D-8FF2-3BCAE46F3CD0}"/>
              </a:ext>
            </a:extLst>
          </p:cNvPr>
          <p:cNvSpPr/>
          <p:nvPr/>
        </p:nvSpPr>
        <p:spPr>
          <a:xfrm>
            <a:off x="3644346" y="290624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文字方塊 55">
            <a:extLst>
              <a:ext uri="{FF2B5EF4-FFF2-40B4-BE49-F238E27FC236}">
                <a16:creationId xmlns="" xmlns:a16="http://schemas.microsoft.com/office/drawing/2014/main" id="{A201AC05-AAFE-41FC-8381-5E9AF0442C22}"/>
              </a:ext>
            </a:extLst>
          </p:cNvPr>
          <p:cNvSpPr txBox="1"/>
          <p:nvPr/>
        </p:nvSpPr>
        <p:spPr>
          <a:xfrm>
            <a:off x="3570830" y="3811007"/>
            <a:ext cx="461665" cy="285008"/>
          </a:xfrm>
          <a:prstGeom prst="rect">
            <a:avLst/>
          </a:prstGeom>
          <a:noFill/>
        </p:spPr>
        <p:txBody>
          <a:bodyPr vert="eaVert" wrap="square" rtlCol="0">
            <a:spAutoFit/>
          </a:bodyPr>
          <a:lstStyle/>
          <a:p>
            <a:r>
              <a:rPr lang="en-US" altLang="zh-TW" dirty="0"/>
              <a:t>…</a:t>
            </a:r>
            <a:endParaRPr lang="zh-TW" altLang="en-US" dirty="0"/>
          </a:p>
        </p:txBody>
      </p:sp>
      <p:sp>
        <p:nvSpPr>
          <p:cNvPr id="57" name="橢圓 56">
            <a:extLst>
              <a:ext uri="{FF2B5EF4-FFF2-40B4-BE49-F238E27FC236}">
                <a16:creationId xmlns="" xmlns:a16="http://schemas.microsoft.com/office/drawing/2014/main" id="{670A97D0-53D9-43F0-84E5-890803895799}"/>
              </a:ext>
            </a:extLst>
          </p:cNvPr>
          <p:cNvSpPr/>
          <p:nvPr/>
        </p:nvSpPr>
        <p:spPr>
          <a:xfrm>
            <a:off x="3644346" y="4823495"/>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橢圓 57">
            <a:extLst>
              <a:ext uri="{FF2B5EF4-FFF2-40B4-BE49-F238E27FC236}">
                <a16:creationId xmlns="" xmlns:a16="http://schemas.microsoft.com/office/drawing/2014/main" id="{FA50D98C-6217-475A-8EFF-DF72286558E3}"/>
              </a:ext>
            </a:extLst>
          </p:cNvPr>
          <p:cNvSpPr/>
          <p:nvPr/>
        </p:nvSpPr>
        <p:spPr>
          <a:xfrm>
            <a:off x="4105198" y="24955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橢圓 58">
            <a:extLst>
              <a:ext uri="{FF2B5EF4-FFF2-40B4-BE49-F238E27FC236}">
                <a16:creationId xmlns="" xmlns:a16="http://schemas.microsoft.com/office/drawing/2014/main" id="{765DAE87-A80F-4DD7-A563-43D2B29B7283}"/>
              </a:ext>
            </a:extLst>
          </p:cNvPr>
          <p:cNvSpPr/>
          <p:nvPr/>
        </p:nvSpPr>
        <p:spPr>
          <a:xfrm>
            <a:off x="4105198" y="290624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 xmlns:a16="http://schemas.microsoft.com/office/drawing/2014/main" id="{046F2496-5241-43C9-B37C-9E0BD72E6B97}"/>
              </a:ext>
            </a:extLst>
          </p:cNvPr>
          <p:cNvSpPr txBox="1"/>
          <p:nvPr/>
        </p:nvSpPr>
        <p:spPr>
          <a:xfrm>
            <a:off x="3961354" y="3829083"/>
            <a:ext cx="461665" cy="285008"/>
          </a:xfrm>
          <a:prstGeom prst="rect">
            <a:avLst/>
          </a:prstGeom>
          <a:noFill/>
        </p:spPr>
        <p:txBody>
          <a:bodyPr vert="eaVert" wrap="square" rtlCol="0">
            <a:spAutoFit/>
          </a:bodyPr>
          <a:lstStyle/>
          <a:p>
            <a:r>
              <a:rPr lang="en-US" altLang="zh-TW" dirty="0"/>
              <a:t>…</a:t>
            </a:r>
            <a:endParaRPr lang="zh-TW" altLang="en-US" dirty="0"/>
          </a:p>
        </p:txBody>
      </p:sp>
      <p:sp>
        <p:nvSpPr>
          <p:cNvPr id="61" name="橢圓 60">
            <a:extLst>
              <a:ext uri="{FF2B5EF4-FFF2-40B4-BE49-F238E27FC236}">
                <a16:creationId xmlns="" xmlns:a16="http://schemas.microsoft.com/office/drawing/2014/main" id="{443A0B18-BBA6-4B86-86CE-90057CBFC11E}"/>
              </a:ext>
            </a:extLst>
          </p:cNvPr>
          <p:cNvSpPr/>
          <p:nvPr/>
        </p:nvSpPr>
        <p:spPr>
          <a:xfrm>
            <a:off x="4105198" y="479917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橢圓 61">
            <a:extLst>
              <a:ext uri="{FF2B5EF4-FFF2-40B4-BE49-F238E27FC236}">
                <a16:creationId xmlns="" xmlns:a16="http://schemas.microsoft.com/office/drawing/2014/main" id="{8FEEA560-8C54-4ED0-9F5E-8C72C188737F}"/>
              </a:ext>
            </a:extLst>
          </p:cNvPr>
          <p:cNvSpPr/>
          <p:nvPr/>
        </p:nvSpPr>
        <p:spPr>
          <a:xfrm>
            <a:off x="4587155" y="312585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文字方塊 62">
            <a:extLst>
              <a:ext uri="{FF2B5EF4-FFF2-40B4-BE49-F238E27FC236}">
                <a16:creationId xmlns="" xmlns:a16="http://schemas.microsoft.com/office/drawing/2014/main" id="{8FEDDF29-180F-4990-B615-F852452E1203}"/>
              </a:ext>
            </a:extLst>
          </p:cNvPr>
          <p:cNvSpPr txBox="1"/>
          <p:nvPr/>
        </p:nvSpPr>
        <p:spPr>
          <a:xfrm>
            <a:off x="4574550" y="3901544"/>
            <a:ext cx="461665" cy="285008"/>
          </a:xfrm>
          <a:prstGeom prst="rect">
            <a:avLst/>
          </a:prstGeom>
          <a:noFill/>
        </p:spPr>
        <p:txBody>
          <a:bodyPr vert="eaVert" wrap="square" rtlCol="0">
            <a:spAutoFit/>
          </a:bodyPr>
          <a:lstStyle/>
          <a:p>
            <a:r>
              <a:rPr lang="en-US" altLang="zh-TW" dirty="0"/>
              <a:t>…</a:t>
            </a:r>
            <a:endParaRPr lang="zh-TW" altLang="en-US" dirty="0"/>
          </a:p>
        </p:txBody>
      </p:sp>
      <p:sp>
        <p:nvSpPr>
          <p:cNvPr id="64" name="橢圓 63">
            <a:extLst>
              <a:ext uri="{FF2B5EF4-FFF2-40B4-BE49-F238E27FC236}">
                <a16:creationId xmlns="" xmlns:a16="http://schemas.microsoft.com/office/drawing/2014/main" id="{67BF726A-4018-4EFC-BFFD-DC9ED0498AA2}"/>
              </a:ext>
            </a:extLst>
          </p:cNvPr>
          <p:cNvSpPr/>
          <p:nvPr/>
        </p:nvSpPr>
        <p:spPr>
          <a:xfrm>
            <a:off x="4587155" y="424615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5" name="直線單箭頭接點 64">
            <a:extLst>
              <a:ext uri="{FF2B5EF4-FFF2-40B4-BE49-F238E27FC236}">
                <a16:creationId xmlns="" xmlns:a16="http://schemas.microsoft.com/office/drawing/2014/main" id="{602C4F71-4C99-4A1F-85E1-C35070DE85D5}"/>
              </a:ext>
            </a:extLst>
          </p:cNvPr>
          <p:cNvCxnSpPr>
            <a:cxnSpLocks/>
            <a:stCxn id="5" idx="6"/>
            <a:endCxn id="13" idx="2"/>
          </p:cNvCxnSpPr>
          <p:nvPr/>
        </p:nvCxnSpPr>
        <p:spPr>
          <a:xfrm>
            <a:off x="2812292" y="2283778"/>
            <a:ext cx="368306" cy="354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 xmlns:a16="http://schemas.microsoft.com/office/drawing/2014/main" id="{4E207D98-2E22-4DCB-85DA-0295FB3F2C49}"/>
              </a:ext>
            </a:extLst>
          </p:cNvPr>
          <p:cNvCxnSpPr>
            <a:cxnSpLocks/>
            <a:stCxn id="5" idx="6"/>
            <a:endCxn id="45" idx="2"/>
          </p:cNvCxnSpPr>
          <p:nvPr/>
        </p:nvCxnSpPr>
        <p:spPr>
          <a:xfrm>
            <a:off x="2812292" y="2283778"/>
            <a:ext cx="368306" cy="7649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 xmlns:a16="http://schemas.microsoft.com/office/drawing/2014/main" id="{A17B07EC-7387-40AA-AA65-422F15467201}"/>
              </a:ext>
            </a:extLst>
          </p:cNvPr>
          <p:cNvCxnSpPr>
            <a:cxnSpLocks/>
          </p:cNvCxnSpPr>
          <p:nvPr/>
        </p:nvCxnSpPr>
        <p:spPr>
          <a:xfrm>
            <a:off x="2823453" y="2303473"/>
            <a:ext cx="403629" cy="2597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 xmlns:a16="http://schemas.microsoft.com/office/drawing/2014/main" id="{0D60DAB1-877A-457B-A87A-92C10DD7BD65}"/>
              </a:ext>
            </a:extLst>
          </p:cNvPr>
          <p:cNvCxnSpPr>
            <a:cxnSpLocks/>
            <a:endCxn id="47" idx="3"/>
          </p:cNvCxnSpPr>
          <p:nvPr/>
        </p:nvCxnSpPr>
        <p:spPr>
          <a:xfrm flipV="1">
            <a:off x="2812292" y="5066765"/>
            <a:ext cx="410044" cy="370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 xmlns:a16="http://schemas.microsoft.com/office/drawing/2014/main" id="{8483B0BB-D948-4E7A-85AD-7D6A6306B14F}"/>
              </a:ext>
            </a:extLst>
          </p:cNvPr>
          <p:cNvCxnSpPr>
            <a:cxnSpLocks/>
            <a:stCxn id="13" idx="6"/>
            <a:endCxn id="54" idx="2"/>
          </p:cNvCxnSpPr>
          <p:nvPr/>
        </p:nvCxnSpPr>
        <p:spPr>
          <a:xfrm>
            <a:off x="3465606" y="2638043"/>
            <a:ext cx="1787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 xmlns:a16="http://schemas.microsoft.com/office/drawing/2014/main" id="{CC6426D9-BAAB-410F-BCA6-B12EB8FE66D8}"/>
              </a:ext>
            </a:extLst>
          </p:cNvPr>
          <p:cNvCxnSpPr>
            <a:cxnSpLocks/>
            <a:stCxn id="13" idx="6"/>
            <a:endCxn id="55" idx="2"/>
          </p:cNvCxnSpPr>
          <p:nvPr/>
        </p:nvCxnSpPr>
        <p:spPr>
          <a:xfrm>
            <a:off x="3465606" y="2638043"/>
            <a:ext cx="178740" cy="410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 xmlns:a16="http://schemas.microsoft.com/office/drawing/2014/main" id="{EC8045FE-1393-4A1A-9799-FAFB8255CE4C}"/>
              </a:ext>
            </a:extLst>
          </p:cNvPr>
          <p:cNvCxnSpPr>
            <a:cxnSpLocks/>
            <a:stCxn id="13" idx="6"/>
            <a:endCxn id="57" idx="1"/>
          </p:cNvCxnSpPr>
          <p:nvPr/>
        </p:nvCxnSpPr>
        <p:spPr>
          <a:xfrm>
            <a:off x="3465606" y="2638043"/>
            <a:ext cx="220478" cy="2227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 xmlns:a16="http://schemas.microsoft.com/office/drawing/2014/main" id="{123A74FC-1B19-4BC1-BCBC-3DC0BED22347}"/>
              </a:ext>
            </a:extLst>
          </p:cNvPr>
          <p:cNvCxnSpPr>
            <a:cxnSpLocks/>
            <a:stCxn id="47" idx="6"/>
            <a:endCxn id="57" idx="2"/>
          </p:cNvCxnSpPr>
          <p:nvPr/>
        </p:nvCxnSpPr>
        <p:spPr>
          <a:xfrm>
            <a:off x="3465606" y="4965999"/>
            <a:ext cx="1787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 xmlns:a16="http://schemas.microsoft.com/office/drawing/2014/main" id="{F60A6455-6F09-43F1-85C9-82D918FC8727}"/>
              </a:ext>
            </a:extLst>
          </p:cNvPr>
          <p:cNvCxnSpPr>
            <a:cxnSpLocks/>
            <a:stCxn id="54" idx="6"/>
            <a:endCxn id="59" idx="2"/>
          </p:cNvCxnSpPr>
          <p:nvPr/>
        </p:nvCxnSpPr>
        <p:spPr>
          <a:xfrm>
            <a:off x="3929354" y="2638043"/>
            <a:ext cx="175844" cy="410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 xmlns:a16="http://schemas.microsoft.com/office/drawing/2014/main" id="{E4C6DC89-7781-4C75-A6DE-7FE4D0F85C1C}"/>
              </a:ext>
            </a:extLst>
          </p:cNvPr>
          <p:cNvCxnSpPr>
            <a:cxnSpLocks/>
            <a:stCxn id="54" idx="6"/>
            <a:endCxn id="61" idx="2"/>
          </p:cNvCxnSpPr>
          <p:nvPr/>
        </p:nvCxnSpPr>
        <p:spPr>
          <a:xfrm>
            <a:off x="3929354" y="2638043"/>
            <a:ext cx="175844" cy="2303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 xmlns:a16="http://schemas.microsoft.com/office/drawing/2014/main" id="{F02A476E-CE44-45D1-9AF6-F4F54AE47421}"/>
              </a:ext>
            </a:extLst>
          </p:cNvPr>
          <p:cNvCxnSpPr>
            <a:cxnSpLocks/>
            <a:stCxn id="54" idx="6"/>
            <a:endCxn id="58" idx="2"/>
          </p:cNvCxnSpPr>
          <p:nvPr/>
        </p:nvCxnSpPr>
        <p:spPr>
          <a:xfrm>
            <a:off x="3929354" y="2638043"/>
            <a:ext cx="1758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 xmlns:a16="http://schemas.microsoft.com/office/drawing/2014/main" id="{7BDC4DAE-88EA-4F47-A0E7-736169AF9970}"/>
              </a:ext>
            </a:extLst>
          </p:cNvPr>
          <p:cNvCxnSpPr>
            <a:cxnSpLocks/>
            <a:stCxn id="57" idx="6"/>
            <a:endCxn id="61" idx="2"/>
          </p:cNvCxnSpPr>
          <p:nvPr/>
        </p:nvCxnSpPr>
        <p:spPr>
          <a:xfrm flipV="1">
            <a:off x="3929354" y="4941675"/>
            <a:ext cx="175844" cy="243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 xmlns:a16="http://schemas.microsoft.com/office/drawing/2014/main" id="{36026FBB-4654-4E46-A520-20184311808B}"/>
              </a:ext>
            </a:extLst>
          </p:cNvPr>
          <p:cNvCxnSpPr>
            <a:cxnSpLocks/>
            <a:stCxn id="58" idx="6"/>
            <a:endCxn id="62" idx="1"/>
          </p:cNvCxnSpPr>
          <p:nvPr/>
        </p:nvCxnSpPr>
        <p:spPr>
          <a:xfrm>
            <a:off x="4390206" y="2638043"/>
            <a:ext cx="238687" cy="5295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 xmlns:a16="http://schemas.microsoft.com/office/drawing/2014/main" id="{36562307-BA3A-43A5-ACAA-E81A228972B6}"/>
              </a:ext>
            </a:extLst>
          </p:cNvPr>
          <p:cNvCxnSpPr>
            <a:cxnSpLocks/>
            <a:stCxn id="58" idx="6"/>
            <a:endCxn id="64" idx="2"/>
          </p:cNvCxnSpPr>
          <p:nvPr/>
        </p:nvCxnSpPr>
        <p:spPr>
          <a:xfrm>
            <a:off x="4390206" y="2638043"/>
            <a:ext cx="196949" cy="17506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a:extLst>
              <a:ext uri="{FF2B5EF4-FFF2-40B4-BE49-F238E27FC236}">
                <a16:creationId xmlns="" xmlns:a16="http://schemas.microsoft.com/office/drawing/2014/main" id="{3734352C-0A65-4E0E-8ED0-4B88048F19F1}"/>
              </a:ext>
            </a:extLst>
          </p:cNvPr>
          <p:cNvCxnSpPr>
            <a:cxnSpLocks/>
            <a:stCxn id="61" idx="6"/>
            <a:endCxn id="64" idx="3"/>
          </p:cNvCxnSpPr>
          <p:nvPr/>
        </p:nvCxnSpPr>
        <p:spPr>
          <a:xfrm flipV="1">
            <a:off x="4390206" y="4489429"/>
            <a:ext cx="238687" cy="4522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橢圓 79">
            <a:extLst>
              <a:ext uri="{FF2B5EF4-FFF2-40B4-BE49-F238E27FC236}">
                <a16:creationId xmlns="" xmlns:a16="http://schemas.microsoft.com/office/drawing/2014/main" id="{E3C7F63F-1A95-4010-8933-ABA3131F74ED}"/>
              </a:ext>
            </a:extLst>
          </p:cNvPr>
          <p:cNvSpPr/>
          <p:nvPr/>
        </p:nvSpPr>
        <p:spPr>
          <a:xfrm>
            <a:off x="4587155" y="3515770"/>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1" name="直線單箭頭接點 80">
            <a:extLst>
              <a:ext uri="{FF2B5EF4-FFF2-40B4-BE49-F238E27FC236}">
                <a16:creationId xmlns="" xmlns:a16="http://schemas.microsoft.com/office/drawing/2014/main" id="{FA2B8B58-857A-4784-9F89-F2D09AFCEAAF}"/>
              </a:ext>
            </a:extLst>
          </p:cNvPr>
          <p:cNvCxnSpPr>
            <a:cxnSpLocks/>
            <a:stCxn id="58" idx="6"/>
            <a:endCxn id="80" idx="2"/>
          </p:cNvCxnSpPr>
          <p:nvPr/>
        </p:nvCxnSpPr>
        <p:spPr>
          <a:xfrm>
            <a:off x="4390206" y="2638043"/>
            <a:ext cx="196949" cy="10202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81">
            <a:extLst>
              <a:ext uri="{FF2B5EF4-FFF2-40B4-BE49-F238E27FC236}">
                <a16:creationId xmlns="" xmlns:a16="http://schemas.microsoft.com/office/drawing/2014/main" id="{DD4ACCE4-04B8-4E2F-8E19-106D208F3613}"/>
              </a:ext>
            </a:extLst>
          </p:cNvPr>
          <p:cNvSpPr/>
          <p:nvPr/>
        </p:nvSpPr>
        <p:spPr>
          <a:xfrm>
            <a:off x="2744867" y="2213850"/>
            <a:ext cx="522356" cy="34282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箭號: 弧形上彎 89">
            <a:extLst>
              <a:ext uri="{FF2B5EF4-FFF2-40B4-BE49-F238E27FC236}">
                <a16:creationId xmlns="" xmlns:a16="http://schemas.microsoft.com/office/drawing/2014/main" id="{4DC601D0-C9BB-4A68-8769-6CE971DF5A62}"/>
              </a:ext>
            </a:extLst>
          </p:cNvPr>
          <p:cNvSpPr/>
          <p:nvPr/>
        </p:nvSpPr>
        <p:spPr>
          <a:xfrm>
            <a:off x="3023088" y="5806033"/>
            <a:ext cx="4422741" cy="793486"/>
          </a:xfrm>
          <a:prstGeom prst="curved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91" name="橢圓 90">
            <a:extLst>
              <a:ext uri="{FF2B5EF4-FFF2-40B4-BE49-F238E27FC236}">
                <a16:creationId xmlns="" xmlns:a16="http://schemas.microsoft.com/office/drawing/2014/main" id="{0B7A0D21-A044-43D4-8FDD-294C14B6E6F5}"/>
              </a:ext>
            </a:extLst>
          </p:cNvPr>
          <p:cNvSpPr/>
          <p:nvPr/>
        </p:nvSpPr>
        <p:spPr>
          <a:xfrm>
            <a:off x="7322472" y="2487083"/>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橢圓 91">
            <a:extLst>
              <a:ext uri="{FF2B5EF4-FFF2-40B4-BE49-F238E27FC236}">
                <a16:creationId xmlns="" xmlns:a16="http://schemas.microsoft.com/office/drawing/2014/main" id="{57EA53CE-5F40-4B8E-AC8D-BD3414DF3146}"/>
              </a:ext>
            </a:extLst>
          </p:cNvPr>
          <p:cNvSpPr/>
          <p:nvPr/>
        </p:nvSpPr>
        <p:spPr>
          <a:xfrm>
            <a:off x="7322472" y="2897784"/>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文字方塊 92">
            <a:extLst>
              <a:ext uri="{FF2B5EF4-FFF2-40B4-BE49-F238E27FC236}">
                <a16:creationId xmlns="" xmlns:a16="http://schemas.microsoft.com/office/drawing/2014/main" id="{2D8945FE-C2BC-4035-B876-3E100B30B526}"/>
              </a:ext>
            </a:extLst>
          </p:cNvPr>
          <p:cNvSpPr txBox="1"/>
          <p:nvPr/>
        </p:nvSpPr>
        <p:spPr>
          <a:xfrm>
            <a:off x="7164962" y="3803534"/>
            <a:ext cx="461665" cy="285008"/>
          </a:xfrm>
          <a:prstGeom prst="rect">
            <a:avLst/>
          </a:prstGeom>
          <a:noFill/>
        </p:spPr>
        <p:txBody>
          <a:bodyPr vert="eaVert" wrap="square" rtlCol="0">
            <a:spAutoFit/>
          </a:bodyPr>
          <a:lstStyle/>
          <a:p>
            <a:r>
              <a:rPr lang="en-US" altLang="zh-TW" dirty="0"/>
              <a:t>…</a:t>
            </a:r>
            <a:endParaRPr lang="zh-TW" altLang="en-US" dirty="0"/>
          </a:p>
        </p:txBody>
      </p:sp>
      <p:sp>
        <p:nvSpPr>
          <p:cNvPr id="94" name="橢圓 93">
            <a:extLst>
              <a:ext uri="{FF2B5EF4-FFF2-40B4-BE49-F238E27FC236}">
                <a16:creationId xmlns="" xmlns:a16="http://schemas.microsoft.com/office/drawing/2014/main" id="{B521F972-5417-49A9-84D5-5AFA25D99978}"/>
              </a:ext>
            </a:extLst>
          </p:cNvPr>
          <p:cNvSpPr/>
          <p:nvPr/>
        </p:nvSpPr>
        <p:spPr>
          <a:xfrm>
            <a:off x="7322472" y="4815039"/>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5" name="直線單箭頭接點 94">
            <a:extLst>
              <a:ext uri="{FF2B5EF4-FFF2-40B4-BE49-F238E27FC236}">
                <a16:creationId xmlns="" xmlns:a16="http://schemas.microsoft.com/office/drawing/2014/main" id="{5C1B5AE7-98FD-419C-B1EE-C1417446CAB2}"/>
              </a:ext>
            </a:extLst>
          </p:cNvPr>
          <p:cNvCxnSpPr>
            <a:cxnSpLocks/>
            <a:endCxn id="91" idx="2"/>
          </p:cNvCxnSpPr>
          <p:nvPr/>
        </p:nvCxnSpPr>
        <p:spPr>
          <a:xfrm>
            <a:off x="6954166" y="2275322"/>
            <a:ext cx="368306" cy="354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a:extLst>
              <a:ext uri="{FF2B5EF4-FFF2-40B4-BE49-F238E27FC236}">
                <a16:creationId xmlns="" xmlns:a16="http://schemas.microsoft.com/office/drawing/2014/main" id="{C4E63ED4-8B8B-447F-9873-2725F6E3180D}"/>
              </a:ext>
            </a:extLst>
          </p:cNvPr>
          <p:cNvCxnSpPr>
            <a:cxnSpLocks/>
            <a:endCxn id="92" idx="2"/>
          </p:cNvCxnSpPr>
          <p:nvPr/>
        </p:nvCxnSpPr>
        <p:spPr>
          <a:xfrm>
            <a:off x="6954166" y="2275322"/>
            <a:ext cx="368306" cy="7649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a:extLst>
              <a:ext uri="{FF2B5EF4-FFF2-40B4-BE49-F238E27FC236}">
                <a16:creationId xmlns="" xmlns:a16="http://schemas.microsoft.com/office/drawing/2014/main" id="{8974D2FF-3199-491D-BF70-1B3C51459360}"/>
              </a:ext>
            </a:extLst>
          </p:cNvPr>
          <p:cNvCxnSpPr>
            <a:cxnSpLocks/>
          </p:cNvCxnSpPr>
          <p:nvPr/>
        </p:nvCxnSpPr>
        <p:spPr>
          <a:xfrm>
            <a:off x="6965327" y="2295017"/>
            <a:ext cx="403629" cy="2597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a:extLst>
              <a:ext uri="{FF2B5EF4-FFF2-40B4-BE49-F238E27FC236}">
                <a16:creationId xmlns="" xmlns:a16="http://schemas.microsoft.com/office/drawing/2014/main" id="{446BFF9D-EEB0-4849-B086-FD8B40BBA46F}"/>
              </a:ext>
            </a:extLst>
          </p:cNvPr>
          <p:cNvCxnSpPr>
            <a:cxnSpLocks/>
            <a:endCxn id="94" idx="3"/>
          </p:cNvCxnSpPr>
          <p:nvPr/>
        </p:nvCxnSpPr>
        <p:spPr>
          <a:xfrm flipV="1">
            <a:off x="6954166" y="5058309"/>
            <a:ext cx="410044" cy="370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橢圓 99">
            <a:extLst>
              <a:ext uri="{FF2B5EF4-FFF2-40B4-BE49-F238E27FC236}">
                <a16:creationId xmlns="" xmlns:a16="http://schemas.microsoft.com/office/drawing/2014/main" id="{A1E6BF3F-637A-4D74-B56F-F3E1F630A541}"/>
              </a:ext>
            </a:extLst>
          </p:cNvPr>
          <p:cNvSpPr/>
          <p:nvPr/>
        </p:nvSpPr>
        <p:spPr>
          <a:xfrm>
            <a:off x="6694560" y="216744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橢圓 100">
            <a:extLst>
              <a:ext uri="{FF2B5EF4-FFF2-40B4-BE49-F238E27FC236}">
                <a16:creationId xmlns="" xmlns:a16="http://schemas.microsoft.com/office/drawing/2014/main" id="{36556918-EBE5-4EE6-AC8E-0164DDEC25F1}"/>
              </a:ext>
            </a:extLst>
          </p:cNvPr>
          <p:cNvSpPr/>
          <p:nvPr/>
        </p:nvSpPr>
        <p:spPr>
          <a:xfrm>
            <a:off x="6680319" y="263997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橢圓 101">
            <a:extLst>
              <a:ext uri="{FF2B5EF4-FFF2-40B4-BE49-F238E27FC236}">
                <a16:creationId xmlns="" xmlns:a16="http://schemas.microsoft.com/office/drawing/2014/main" id="{89A2B7CA-61CB-4E3E-8717-EA6FF22EEE6A}"/>
              </a:ext>
            </a:extLst>
          </p:cNvPr>
          <p:cNvSpPr/>
          <p:nvPr/>
        </p:nvSpPr>
        <p:spPr>
          <a:xfrm>
            <a:off x="6680319" y="534387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文字方塊 103">
            <a:extLst>
              <a:ext uri="{FF2B5EF4-FFF2-40B4-BE49-F238E27FC236}">
                <a16:creationId xmlns="" xmlns:a16="http://schemas.microsoft.com/office/drawing/2014/main" id="{7AF32117-A50C-495A-93F4-8DC7036E6DAB}"/>
              </a:ext>
            </a:extLst>
          </p:cNvPr>
          <p:cNvSpPr txBox="1"/>
          <p:nvPr/>
        </p:nvSpPr>
        <p:spPr>
          <a:xfrm>
            <a:off x="6707656" y="4123192"/>
            <a:ext cx="461665" cy="285008"/>
          </a:xfrm>
          <a:prstGeom prst="rect">
            <a:avLst/>
          </a:prstGeom>
          <a:noFill/>
        </p:spPr>
        <p:txBody>
          <a:bodyPr vert="eaVert" wrap="square" rtlCol="0">
            <a:spAutoFit/>
          </a:bodyPr>
          <a:lstStyle/>
          <a:p>
            <a:r>
              <a:rPr lang="en-US" altLang="zh-TW" dirty="0"/>
              <a:t>…</a:t>
            </a:r>
            <a:endParaRPr lang="zh-TW" altLang="en-US" dirty="0"/>
          </a:p>
        </p:txBody>
      </p:sp>
      <p:sp>
        <p:nvSpPr>
          <p:cNvPr id="105" name="矩形 104">
            <a:extLst>
              <a:ext uri="{FF2B5EF4-FFF2-40B4-BE49-F238E27FC236}">
                <a16:creationId xmlns="" xmlns:a16="http://schemas.microsoft.com/office/drawing/2014/main" id="{1EAAB4F7-71C4-4EA8-9294-20641573F0E3}"/>
              </a:ext>
            </a:extLst>
          </p:cNvPr>
          <p:cNvSpPr/>
          <p:nvPr/>
        </p:nvSpPr>
        <p:spPr>
          <a:xfrm>
            <a:off x="6912090" y="2187520"/>
            <a:ext cx="522356" cy="34282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橢圓 105">
            <a:extLst>
              <a:ext uri="{FF2B5EF4-FFF2-40B4-BE49-F238E27FC236}">
                <a16:creationId xmlns="" xmlns:a16="http://schemas.microsoft.com/office/drawing/2014/main" id="{F7638079-CD90-4976-B7E3-1F9E0ED57FE2}"/>
              </a:ext>
            </a:extLst>
          </p:cNvPr>
          <p:cNvSpPr/>
          <p:nvPr/>
        </p:nvSpPr>
        <p:spPr>
          <a:xfrm>
            <a:off x="7927967" y="212751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橢圓 106">
            <a:extLst>
              <a:ext uri="{FF2B5EF4-FFF2-40B4-BE49-F238E27FC236}">
                <a16:creationId xmlns="" xmlns:a16="http://schemas.microsoft.com/office/drawing/2014/main" id="{B5B720D3-A3A2-4F49-9990-C9C446EABD40}"/>
              </a:ext>
            </a:extLst>
          </p:cNvPr>
          <p:cNvSpPr/>
          <p:nvPr/>
        </p:nvSpPr>
        <p:spPr>
          <a:xfrm>
            <a:off x="7913726" y="2600041"/>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橢圓 107">
            <a:extLst>
              <a:ext uri="{FF2B5EF4-FFF2-40B4-BE49-F238E27FC236}">
                <a16:creationId xmlns="" xmlns:a16="http://schemas.microsoft.com/office/drawing/2014/main" id="{44544F2D-46CC-4A23-8135-6FA98F78E9D3}"/>
              </a:ext>
            </a:extLst>
          </p:cNvPr>
          <p:cNvSpPr/>
          <p:nvPr/>
        </p:nvSpPr>
        <p:spPr>
          <a:xfrm>
            <a:off x="7913726" y="5303936"/>
            <a:ext cx="285008" cy="285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9" name="直線單箭頭接點 108">
            <a:extLst>
              <a:ext uri="{FF2B5EF4-FFF2-40B4-BE49-F238E27FC236}">
                <a16:creationId xmlns="" xmlns:a16="http://schemas.microsoft.com/office/drawing/2014/main" id="{A8AD9A50-9150-4D15-A4D3-D3840EB503BE}"/>
              </a:ext>
            </a:extLst>
          </p:cNvPr>
          <p:cNvCxnSpPr>
            <a:cxnSpLocks/>
            <a:stCxn id="91" idx="6"/>
            <a:endCxn id="106" idx="3"/>
          </p:cNvCxnSpPr>
          <p:nvPr/>
        </p:nvCxnSpPr>
        <p:spPr>
          <a:xfrm flipV="1">
            <a:off x="7607480" y="2370781"/>
            <a:ext cx="362225" cy="2588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a:extLst>
              <a:ext uri="{FF2B5EF4-FFF2-40B4-BE49-F238E27FC236}">
                <a16:creationId xmlns="" xmlns:a16="http://schemas.microsoft.com/office/drawing/2014/main" id="{83035703-A0DA-4341-9CA0-BAC5F8D1F2BC}"/>
              </a:ext>
            </a:extLst>
          </p:cNvPr>
          <p:cNvCxnSpPr>
            <a:cxnSpLocks/>
            <a:stCxn id="91" idx="6"/>
            <a:endCxn id="107" idx="2"/>
          </p:cNvCxnSpPr>
          <p:nvPr/>
        </p:nvCxnSpPr>
        <p:spPr>
          <a:xfrm>
            <a:off x="7607480" y="2629587"/>
            <a:ext cx="306246" cy="112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a:extLst>
              <a:ext uri="{FF2B5EF4-FFF2-40B4-BE49-F238E27FC236}">
                <a16:creationId xmlns="" xmlns:a16="http://schemas.microsoft.com/office/drawing/2014/main" id="{6DD490B4-E09C-484B-B8BA-F4509CFCC2DA}"/>
              </a:ext>
            </a:extLst>
          </p:cNvPr>
          <p:cNvCxnSpPr>
            <a:cxnSpLocks/>
            <a:stCxn id="91" idx="6"/>
            <a:endCxn id="108" idx="1"/>
          </p:cNvCxnSpPr>
          <p:nvPr/>
        </p:nvCxnSpPr>
        <p:spPr>
          <a:xfrm>
            <a:off x="7607480" y="2629587"/>
            <a:ext cx="347984" cy="27160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文字方塊 117">
            <a:extLst>
              <a:ext uri="{FF2B5EF4-FFF2-40B4-BE49-F238E27FC236}">
                <a16:creationId xmlns="" xmlns:a16="http://schemas.microsoft.com/office/drawing/2014/main" id="{FEBB9FF1-49B6-44D6-8D2B-C6EFA66C3DC6}"/>
              </a:ext>
            </a:extLst>
          </p:cNvPr>
          <p:cNvSpPr txBox="1"/>
          <p:nvPr/>
        </p:nvSpPr>
        <p:spPr>
          <a:xfrm>
            <a:off x="7799661" y="3773283"/>
            <a:ext cx="461665" cy="285008"/>
          </a:xfrm>
          <a:prstGeom prst="rect">
            <a:avLst/>
          </a:prstGeom>
          <a:noFill/>
        </p:spPr>
        <p:txBody>
          <a:bodyPr vert="eaVert" wrap="square" rtlCol="0">
            <a:spAutoFit/>
          </a:bodyPr>
          <a:lstStyle/>
          <a:p>
            <a:r>
              <a:rPr lang="en-US" altLang="zh-TW" dirty="0"/>
              <a:t>…</a:t>
            </a:r>
            <a:endParaRPr lang="zh-TW" altLang="en-US" dirty="0"/>
          </a:p>
        </p:txBody>
      </p:sp>
      <p:cxnSp>
        <p:nvCxnSpPr>
          <p:cNvPr id="119" name="直線單箭頭接點 118">
            <a:extLst>
              <a:ext uri="{FF2B5EF4-FFF2-40B4-BE49-F238E27FC236}">
                <a16:creationId xmlns="" xmlns:a16="http://schemas.microsoft.com/office/drawing/2014/main" id="{7DA315F7-428A-455B-9EE3-24B025424088}"/>
              </a:ext>
            </a:extLst>
          </p:cNvPr>
          <p:cNvCxnSpPr>
            <a:cxnSpLocks/>
            <a:stCxn id="94" idx="6"/>
            <a:endCxn id="108" idx="2"/>
          </p:cNvCxnSpPr>
          <p:nvPr/>
        </p:nvCxnSpPr>
        <p:spPr>
          <a:xfrm>
            <a:off x="7607480" y="4957543"/>
            <a:ext cx="306246" cy="4888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9422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BPTT</a:t>
            </a:r>
            <a:endParaRPr lang="en-US" dirty="0"/>
          </a:p>
        </p:txBody>
      </p:sp>
      <p:pic>
        <p:nvPicPr>
          <p:cNvPr id="4" name="Picture 3"/>
          <p:cNvPicPr>
            <a:picLocks noChangeAspect="1"/>
          </p:cNvPicPr>
          <p:nvPr/>
        </p:nvPicPr>
        <p:blipFill>
          <a:blip r:embed="rId3"/>
          <a:stretch>
            <a:fillRect/>
          </a:stretch>
        </p:blipFill>
        <p:spPr>
          <a:xfrm>
            <a:off x="6841066" y="2502694"/>
            <a:ext cx="4876800" cy="2997200"/>
          </a:xfrm>
          <a:prstGeom prst="rect">
            <a:avLst/>
          </a:prstGeom>
        </p:spPr>
      </p:pic>
      <p:pic>
        <p:nvPicPr>
          <p:cNvPr id="5" name="Content Placeholder 4"/>
          <p:cNvPicPr>
            <a:picLocks noGrp="1" noChangeAspect="1"/>
          </p:cNvPicPr>
          <p:nvPr>
            <p:ph idx="1"/>
          </p:nvPr>
        </p:nvPicPr>
        <p:blipFill>
          <a:blip r:embed="rId4"/>
          <a:stretch>
            <a:fillRect/>
          </a:stretch>
        </p:blipFill>
        <p:spPr>
          <a:xfrm>
            <a:off x="1113367" y="2642394"/>
            <a:ext cx="4749800" cy="2717800"/>
          </a:xfrm>
          <a:prstGeom prst="rect">
            <a:avLst/>
          </a:prstGeom>
        </p:spPr>
      </p:pic>
    </p:spTree>
    <p:extLst>
      <p:ext uri="{BB962C8B-B14F-4D97-AF65-F5344CB8AC3E}">
        <p14:creationId xmlns:p14="http://schemas.microsoft.com/office/powerpoint/2010/main" val="1162119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training</a:t>
            </a:r>
          </a:p>
        </p:txBody>
      </p:sp>
      <p:graphicFrame>
        <p:nvGraphicFramePr>
          <p:cNvPr id="3" name="Table 2"/>
          <p:cNvGraphicFramePr>
            <a:graphicFrameLocks noGrp="1"/>
          </p:cNvGraphicFramePr>
          <p:nvPr>
            <p:extLst>
              <p:ext uri="{D42A27DB-BD31-4B8C-83A1-F6EECF244321}">
                <p14:modId xmlns:p14="http://schemas.microsoft.com/office/powerpoint/2010/main" val="1983045495"/>
              </p:ext>
            </p:extLst>
          </p:nvPr>
        </p:nvGraphicFramePr>
        <p:xfrm>
          <a:off x="682930" y="4668069"/>
          <a:ext cx="3920508" cy="365760"/>
        </p:xfrm>
        <a:graphic>
          <a:graphicData uri="http://schemas.openxmlformats.org/drawingml/2006/table">
            <a:tbl>
              <a:tblPr firstRow="1" bandRow="1">
                <a:tableStyleId>{5C22544A-7EE6-4342-B048-85BDC9FD1C3A}</a:tableStyleId>
              </a:tblPr>
              <a:tblGrid>
                <a:gridCol w="3062897"/>
                <a:gridCol w="857611"/>
              </a:tblGrid>
              <a:tr h="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4" name="TextBox 3"/>
          <p:cNvSpPr txBox="1"/>
          <p:nvPr/>
        </p:nvSpPr>
        <p:spPr>
          <a:xfrm>
            <a:off x="1873421" y="5252173"/>
            <a:ext cx="769763" cy="369332"/>
          </a:xfrm>
          <a:prstGeom prst="rect">
            <a:avLst/>
          </a:prstGeom>
          <a:noFill/>
        </p:spPr>
        <p:txBody>
          <a:bodyPr wrap="none" rtlCol="0">
            <a:spAutoFit/>
          </a:bodyPr>
          <a:lstStyle/>
          <a:p>
            <a:r>
              <a:rPr lang="en-US" dirty="0" smtClean="0"/>
              <a:t>12000</a:t>
            </a:r>
            <a:endParaRPr lang="en-US" dirty="0"/>
          </a:p>
        </p:txBody>
      </p:sp>
      <p:sp>
        <p:nvSpPr>
          <p:cNvPr id="5" name="TextBox 4"/>
          <p:cNvSpPr txBox="1"/>
          <p:nvPr/>
        </p:nvSpPr>
        <p:spPr>
          <a:xfrm>
            <a:off x="3904757" y="5235334"/>
            <a:ext cx="652743" cy="369332"/>
          </a:xfrm>
          <a:prstGeom prst="rect">
            <a:avLst/>
          </a:prstGeom>
          <a:noFill/>
        </p:spPr>
        <p:txBody>
          <a:bodyPr wrap="none" rtlCol="0">
            <a:spAutoFit/>
          </a:bodyPr>
          <a:lstStyle/>
          <a:p>
            <a:r>
              <a:rPr lang="en-US" dirty="0" smtClean="0"/>
              <a:t>3000</a:t>
            </a:r>
          </a:p>
        </p:txBody>
      </p:sp>
      <p:graphicFrame>
        <p:nvGraphicFramePr>
          <p:cNvPr id="6" name="Table 5"/>
          <p:cNvGraphicFramePr>
            <a:graphicFrameLocks noGrp="1"/>
          </p:cNvGraphicFramePr>
          <p:nvPr>
            <p:extLst>
              <p:ext uri="{D42A27DB-BD31-4B8C-83A1-F6EECF244321}">
                <p14:modId xmlns:p14="http://schemas.microsoft.com/office/powerpoint/2010/main" val="99433025"/>
              </p:ext>
            </p:extLst>
          </p:nvPr>
        </p:nvGraphicFramePr>
        <p:xfrm>
          <a:off x="4661820" y="4197822"/>
          <a:ext cx="3920508" cy="365760"/>
        </p:xfrm>
        <a:graphic>
          <a:graphicData uri="http://schemas.openxmlformats.org/drawingml/2006/table">
            <a:tbl>
              <a:tblPr firstRow="1" bandRow="1">
                <a:tableStyleId>{5C22544A-7EE6-4342-B048-85BDC9FD1C3A}</a:tableStyleId>
              </a:tblPr>
              <a:tblGrid>
                <a:gridCol w="3920508"/>
              </a:tblGrid>
              <a:tr h="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28573809"/>
              </p:ext>
            </p:extLst>
          </p:nvPr>
        </p:nvGraphicFramePr>
        <p:xfrm>
          <a:off x="6267101" y="3762743"/>
          <a:ext cx="3920508" cy="365760"/>
        </p:xfrm>
        <a:graphic>
          <a:graphicData uri="http://schemas.openxmlformats.org/drawingml/2006/table">
            <a:tbl>
              <a:tblPr firstRow="1" bandRow="1">
                <a:tableStyleId>{5C22544A-7EE6-4342-B048-85BDC9FD1C3A}</a:tableStyleId>
              </a:tblPr>
              <a:tblGrid>
                <a:gridCol w="3920508"/>
              </a:tblGrid>
              <a:tr h="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82250163"/>
              </p:ext>
            </p:extLst>
          </p:nvPr>
        </p:nvGraphicFramePr>
        <p:xfrm>
          <a:off x="7797875" y="3294259"/>
          <a:ext cx="3920508" cy="365760"/>
        </p:xfrm>
        <a:graphic>
          <a:graphicData uri="http://schemas.openxmlformats.org/drawingml/2006/table">
            <a:tbl>
              <a:tblPr firstRow="1" bandRow="1">
                <a:tableStyleId>{5C22544A-7EE6-4342-B048-85BDC9FD1C3A}</a:tableStyleId>
              </a:tblPr>
              <a:tblGrid>
                <a:gridCol w="3920508"/>
              </a:tblGrid>
              <a:tr h="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3" name="TextBox 12"/>
          <p:cNvSpPr txBox="1"/>
          <p:nvPr/>
        </p:nvSpPr>
        <p:spPr>
          <a:xfrm>
            <a:off x="5465474" y="1771954"/>
            <a:ext cx="1382238" cy="400110"/>
          </a:xfrm>
          <a:prstGeom prst="rect">
            <a:avLst/>
          </a:prstGeom>
          <a:noFill/>
        </p:spPr>
        <p:txBody>
          <a:bodyPr wrap="none" rtlCol="0">
            <a:spAutoFit/>
          </a:bodyPr>
          <a:lstStyle/>
          <a:p>
            <a:r>
              <a:rPr lang="en-US" sz="2000" dirty="0" smtClean="0"/>
              <a:t>Training set</a:t>
            </a:r>
            <a:endParaRPr lang="en-US" sz="2000" dirty="0"/>
          </a:p>
        </p:txBody>
      </p:sp>
      <p:sp>
        <p:nvSpPr>
          <p:cNvPr id="14" name="TextBox 13"/>
          <p:cNvSpPr txBox="1"/>
          <p:nvPr/>
        </p:nvSpPr>
        <p:spPr>
          <a:xfrm>
            <a:off x="2410603" y="5931289"/>
            <a:ext cx="873957" cy="369332"/>
          </a:xfrm>
          <a:prstGeom prst="rect">
            <a:avLst/>
          </a:prstGeom>
          <a:noFill/>
        </p:spPr>
        <p:txBody>
          <a:bodyPr wrap="none" rtlCol="0">
            <a:spAutoFit/>
          </a:bodyPr>
          <a:lstStyle/>
          <a:p>
            <a:r>
              <a:rPr lang="en-US" dirty="0" smtClean="0"/>
              <a:t>5 times</a:t>
            </a:r>
            <a:endParaRPr lang="en-US" dirty="0"/>
          </a:p>
        </p:txBody>
      </p:sp>
      <p:sp>
        <p:nvSpPr>
          <p:cNvPr id="15" name="TextBox 14"/>
          <p:cNvSpPr txBox="1"/>
          <p:nvPr/>
        </p:nvSpPr>
        <p:spPr>
          <a:xfrm>
            <a:off x="4917730" y="3740363"/>
            <a:ext cx="652743" cy="369332"/>
          </a:xfrm>
          <a:prstGeom prst="rect">
            <a:avLst/>
          </a:prstGeom>
          <a:noFill/>
        </p:spPr>
        <p:txBody>
          <a:bodyPr wrap="none" rtlCol="0">
            <a:spAutoFit/>
          </a:bodyPr>
          <a:lstStyle/>
          <a:p>
            <a:r>
              <a:rPr lang="en-US" dirty="0" smtClean="0"/>
              <a:t>5000</a:t>
            </a:r>
            <a:endParaRPr lang="en-US" dirty="0"/>
          </a:p>
        </p:txBody>
      </p:sp>
      <p:sp>
        <p:nvSpPr>
          <p:cNvPr id="16" name="TextBox 15"/>
          <p:cNvSpPr txBox="1"/>
          <p:nvPr/>
        </p:nvSpPr>
        <p:spPr>
          <a:xfrm>
            <a:off x="5385579" y="5235334"/>
            <a:ext cx="684803" cy="369332"/>
          </a:xfrm>
          <a:prstGeom prst="rect">
            <a:avLst/>
          </a:prstGeom>
          <a:noFill/>
        </p:spPr>
        <p:txBody>
          <a:bodyPr wrap="none" rtlCol="0">
            <a:spAutoFit/>
          </a:bodyPr>
          <a:lstStyle/>
          <a:p>
            <a:r>
              <a:rPr lang="en-US" dirty="0" smtClean="0"/>
              <a:t>(min)</a:t>
            </a:r>
            <a:endParaRPr lang="en-US" dirty="0"/>
          </a:p>
        </p:txBody>
      </p:sp>
      <p:sp>
        <p:nvSpPr>
          <p:cNvPr id="17" name="Left Bracket 16"/>
          <p:cNvSpPr/>
          <p:nvPr/>
        </p:nvSpPr>
        <p:spPr>
          <a:xfrm>
            <a:off x="589579" y="5252173"/>
            <a:ext cx="93351"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Left Bracket 17"/>
          <p:cNvSpPr/>
          <p:nvPr/>
        </p:nvSpPr>
        <p:spPr>
          <a:xfrm>
            <a:off x="4661820" y="3740363"/>
            <a:ext cx="93351"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Left Bracket 18"/>
          <p:cNvSpPr/>
          <p:nvPr/>
        </p:nvSpPr>
        <p:spPr>
          <a:xfrm>
            <a:off x="3786999" y="5235334"/>
            <a:ext cx="93351"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ket 19"/>
          <p:cNvSpPr/>
          <p:nvPr/>
        </p:nvSpPr>
        <p:spPr>
          <a:xfrm flipH="1">
            <a:off x="3616210" y="5235334"/>
            <a:ext cx="105724"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Left Bracket 20"/>
          <p:cNvSpPr/>
          <p:nvPr/>
        </p:nvSpPr>
        <p:spPr>
          <a:xfrm flipH="1">
            <a:off x="5944737" y="3757202"/>
            <a:ext cx="105724"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Left Bracket 21"/>
          <p:cNvSpPr/>
          <p:nvPr/>
        </p:nvSpPr>
        <p:spPr>
          <a:xfrm flipH="1">
            <a:off x="4504638" y="5235333"/>
            <a:ext cx="105724"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Left Bracket 22"/>
          <p:cNvSpPr/>
          <p:nvPr/>
        </p:nvSpPr>
        <p:spPr>
          <a:xfrm>
            <a:off x="4694808" y="1837793"/>
            <a:ext cx="93351"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Left Bracket 23"/>
          <p:cNvSpPr/>
          <p:nvPr/>
        </p:nvSpPr>
        <p:spPr>
          <a:xfrm flipH="1">
            <a:off x="11480137" y="1690688"/>
            <a:ext cx="105724"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14"/>
          <p:cNvSpPr txBox="1"/>
          <p:nvPr/>
        </p:nvSpPr>
        <p:spPr>
          <a:xfrm>
            <a:off x="6540823" y="3281367"/>
            <a:ext cx="652743" cy="369332"/>
          </a:xfrm>
          <a:prstGeom prst="rect">
            <a:avLst/>
          </a:prstGeom>
          <a:noFill/>
        </p:spPr>
        <p:txBody>
          <a:bodyPr wrap="none" rtlCol="0">
            <a:spAutoFit/>
          </a:bodyPr>
          <a:lstStyle/>
          <a:p>
            <a:r>
              <a:rPr lang="en-US" dirty="0" smtClean="0"/>
              <a:t>5000</a:t>
            </a:r>
            <a:endParaRPr lang="en-US" dirty="0"/>
          </a:p>
        </p:txBody>
      </p:sp>
      <p:sp>
        <p:nvSpPr>
          <p:cNvPr id="27" name="Left Bracket 17"/>
          <p:cNvSpPr/>
          <p:nvPr/>
        </p:nvSpPr>
        <p:spPr>
          <a:xfrm>
            <a:off x="6284913" y="3281367"/>
            <a:ext cx="93351"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Left Bracket 20"/>
          <p:cNvSpPr/>
          <p:nvPr/>
        </p:nvSpPr>
        <p:spPr>
          <a:xfrm flipH="1">
            <a:off x="7567830" y="3298206"/>
            <a:ext cx="105724"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12"/>
          <p:cNvSpPr txBox="1"/>
          <p:nvPr/>
        </p:nvSpPr>
        <p:spPr>
          <a:xfrm>
            <a:off x="1767798" y="1813984"/>
            <a:ext cx="1516762" cy="400110"/>
          </a:xfrm>
          <a:prstGeom prst="rect">
            <a:avLst/>
          </a:prstGeom>
          <a:noFill/>
        </p:spPr>
        <p:txBody>
          <a:bodyPr wrap="none" rtlCol="0">
            <a:spAutoFit/>
          </a:bodyPr>
          <a:lstStyle/>
          <a:p>
            <a:r>
              <a:rPr lang="en-US" altLang="zh-TW" sz="2000"/>
              <a:t>initialization </a:t>
            </a:r>
          </a:p>
        </p:txBody>
      </p:sp>
      <p:sp>
        <p:nvSpPr>
          <p:cNvPr id="30" name="Left Bracket 22"/>
          <p:cNvSpPr/>
          <p:nvPr/>
        </p:nvSpPr>
        <p:spPr>
          <a:xfrm>
            <a:off x="490280" y="1885410"/>
            <a:ext cx="93351"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Left Bracket 23"/>
          <p:cNvSpPr/>
          <p:nvPr/>
        </p:nvSpPr>
        <p:spPr>
          <a:xfrm flipH="1">
            <a:off x="4464900" y="1837793"/>
            <a:ext cx="105724" cy="35249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44690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089910" y="88297"/>
            <a:ext cx="6054090" cy="6769703"/>
          </a:xfrm>
          <a:prstGeom prst="rect">
            <a:avLst/>
          </a:prstGeom>
        </p:spPr>
      </p:pic>
    </p:spTree>
    <p:extLst>
      <p:ext uri="{BB962C8B-B14F-4D97-AF65-F5344CB8AC3E}">
        <p14:creationId xmlns:p14="http://schemas.microsoft.com/office/powerpoint/2010/main" val="315187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i="1" dirty="0"/>
              <a:t>General </a:t>
            </a:r>
            <a:r>
              <a:rPr lang="en-US" altLang="zh-TW" i="1" dirty="0" smtClean="0"/>
              <a:t>Evaluations</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2860786" y="5272346"/>
            <a:ext cx="2870696" cy="405642"/>
          </a:xfrm>
          <a:prstGeom prst="rect">
            <a:avLst/>
          </a:prstGeom>
        </p:spPr>
      </p:pic>
      <p:pic>
        <p:nvPicPr>
          <p:cNvPr id="5" name="Picture 5"/>
          <p:cNvPicPr>
            <a:picLocks noChangeAspect="1"/>
          </p:cNvPicPr>
          <p:nvPr/>
        </p:nvPicPr>
        <p:blipFill>
          <a:blip r:embed="rId3"/>
          <a:stretch>
            <a:fillRect/>
          </a:stretch>
        </p:blipFill>
        <p:spPr>
          <a:xfrm>
            <a:off x="1410203" y="2116449"/>
            <a:ext cx="3771900" cy="1663700"/>
          </a:xfrm>
          <a:prstGeom prst="rect">
            <a:avLst/>
          </a:prstGeom>
        </p:spPr>
      </p:pic>
      <p:pic>
        <p:nvPicPr>
          <p:cNvPr id="7" name="Picture 6"/>
          <p:cNvPicPr>
            <a:picLocks noChangeAspect="1"/>
          </p:cNvPicPr>
          <p:nvPr/>
        </p:nvPicPr>
        <p:blipFill>
          <a:blip r:embed="rId4"/>
          <a:stretch>
            <a:fillRect/>
          </a:stretch>
        </p:blipFill>
        <p:spPr>
          <a:xfrm>
            <a:off x="1835593" y="3835331"/>
            <a:ext cx="1879600" cy="292100"/>
          </a:xfrm>
          <a:prstGeom prst="rect">
            <a:avLst/>
          </a:prstGeom>
        </p:spPr>
      </p:pic>
      <p:pic>
        <p:nvPicPr>
          <p:cNvPr id="8" name="Picture 7"/>
          <p:cNvPicPr>
            <a:picLocks noChangeAspect="1"/>
          </p:cNvPicPr>
          <p:nvPr/>
        </p:nvPicPr>
        <p:blipFill>
          <a:blip r:embed="rId5"/>
          <a:stretch>
            <a:fillRect/>
          </a:stretch>
        </p:blipFill>
        <p:spPr>
          <a:xfrm>
            <a:off x="1835593" y="4205910"/>
            <a:ext cx="4356100" cy="330200"/>
          </a:xfrm>
          <a:prstGeom prst="rect">
            <a:avLst/>
          </a:prstGeom>
        </p:spPr>
      </p:pic>
      <p:pic>
        <p:nvPicPr>
          <p:cNvPr id="9" name="Picture 3"/>
          <p:cNvPicPr>
            <a:picLocks noChangeAspect="1"/>
          </p:cNvPicPr>
          <p:nvPr/>
        </p:nvPicPr>
        <p:blipFill>
          <a:blip r:embed="rId6"/>
          <a:stretch>
            <a:fillRect/>
          </a:stretch>
        </p:blipFill>
        <p:spPr>
          <a:xfrm>
            <a:off x="1835593" y="4695865"/>
            <a:ext cx="1282700" cy="279400"/>
          </a:xfrm>
          <a:prstGeom prst="rect">
            <a:avLst/>
          </a:prstGeom>
        </p:spPr>
      </p:pic>
      <p:sp>
        <p:nvSpPr>
          <p:cNvPr id="13" name="矩形 12"/>
          <p:cNvSpPr/>
          <p:nvPr/>
        </p:nvSpPr>
        <p:spPr>
          <a:xfrm>
            <a:off x="4296134" y="2156077"/>
            <a:ext cx="6713380" cy="646331"/>
          </a:xfrm>
          <a:prstGeom prst="rect">
            <a:avLst/>
          </a:prstGeom>
        </p:spPr>
        <p:txBody>
          <a:bodyPr wrap="square">
            <a:spAutoFit/>
          </a:bodyPr>
          <a:lstStyle/>
          <a:p>
            <a:r>
              <a:rPr lang="en-US" altLang="zh-TW" dirty="0">
                <a:latin typeface="Times" charset="0"/>
              </a:rPr>
              <a:t>where </a:t>
            </a:r>
            <a:r>
              <a:rPr lang="en-US" altLang="zh-TW" i="1" dirty="0">
                <a:latin typeface="Times" charset="0"/>
              </a:rPr>
              <a:t>U</a:t>
            </a:r>
            <a:r>
              <a:rPr lang="en-US" altLang="zh-TW" sz="1400" i="1" baseline="-25000" dirty="0">
                <a:latin typeface="Times" charset="0"/>
              </a:rPr>
              <a:t>T</a:t>
            </a:r>
            <a:r>
              <a:rPr lang="en-US" altLang="zh-TW" dirty="0">
                <a:latin typeface="MTSYN" charset="0"/>
              </a:rPr>
              <a:t>{·} </a:t>
            </a:r>
            <a:r>
              <a:rPr lang="en-US" altLang="zh-TW" dirty="0">
                <a:latin typeface="Times" charset="0"/>
              </a:rPr>
              <a:t>is the accumulated </a:t>
            </a:r>
            <a:r>
              <a:rPr lang="en-US" altLang="zh-TW" dirty="0" smtClean="0">
                <a:latin typeface="Times" charset="0"/>
              </a:rPr>
              <a:t>rewards </a:t>
            </a:r>
            <a:r>
              <a:rPr lang="en-US" altLang="zh-TW" dirty="0">
                <a:latin typeface="Times" charset="0"/>
              </a:rPr>
              <a:t>in the period of </a:t>
            </a:r>
            <a:r>
              <a:rPr lang="en-US" altLang="zh-TW" dirty="0"/>
              <a:t>1, . . . , </a:t>
            </a:r>
            <a:r>
              <a:rPr lang="en-US" altLang="zh-TW" i="1" dirty="0"/>
              <a:t>T </a:t>
            </a:r>
            <a:r>
              <a:rPr lang="en-US" altLang="zh-TW" dirty="0"/>
              <a:t>. </a:t>
            </a:r>
          </a:p>
          <a:p>
            <a:endParaRPr lang="en-US" altLang="zh-TW" dirty="0"/>
          </a:p>
        </p:txBody>
      </p:sp>
      <p:pic>
        <p:nvPicPr>
          <p:cNvPr id="15" name="圖片 14"/>
          <p:cNvPicPr>
            <a:picLocks noChangeAspect="1"/>
          </p:cNvPicPr>
          <p:nvPr/>
        </p:nvPicPr>
        <p:blipFill>
          <a:blip r:embed="rId7"/>
          <a:stretch>
            <a:fillRect/>
          </a:stretch>
        </p:blipFill>
        <p:spPr>
          <a:xfrm>
            <a:off x="1603486" y="5238833"/>
            <a:ext cx="1257300" cy="584200"/>
          </a:xfrm>
          <a:prstGeom prst="rect">
            <a:avLst/>
          </a:prstGeom>
        </p:spPr>
      </p:pic>
      <p:sp>
        <p:nvSpPr>
          <p:cNvPr id="16" name="弧形向右鍵 15"/>
          <p:cNvSpPr/>
          <p:nvPr/>
        </p:nvSpPr>
        <p:spPr>
          <a:xfrm>
            <a:off x="507559" y="2331401"/>
            <a:ext cx="854738" cy="329995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Tree>
    <p:extLst>
      <p:ext uri="{BB962C8B-B14F-4D97-AF65-F5344CB8AC3E}">
        <p14:creationId xmlns:p14="http://schemas.microsoft.com/office/powerpoint/2010/main" val="1043004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1016000" y="133350"/>
            <a:ext cx="10160000" cy="6591300"/>
          </a:xfrm>
          <a:prstGeom prst="rect">
            <a:avLst/>
          </a:prstGeom>
        </p:spPr>
      </p:pic>
    </p:spTree>
    <p:extLst>
      <p:ext uri="{BB962C8B-B14F-4D97-AF65-F5344CB8AC3E}">
        <p14:creationId xmlns:p14="http://schemas.microsoft.com/office/powerpoint/2010/main" val="2116775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1616271" y="277947"/>
            <a:ext cx="8959457" cy="4975508"/>
          </a:xfrm>
          <a:prstGeom prst="rect">
            <a:avLst/>
          </a:prstGeom>
        </p:spPr>
      </p:pic>
      <p:sp>
        <p:nvSpPr>
          <p:cNvPr id="5" name="矩形 4"/>
          <p:cNvSpPr/>
          <p:nvPr/>
        </p:nvSpPr>
        <p:spPr>
          <a:xfrm>
            <a:off x="4455165" y="5452238"/>
            <a:ext cx="3281668" cy="369332"/>
          </a:xfrm>
          <a:prstGeom prst="rect">
            <a:avLst/>
          </a:prstGeom>
        </p:spPr>
        <p:txBody>
          <a:bodyPr wrap="none">
            <a:spAutoFit/>
          </a:bodyPr>
          <a:lstStyle/>
          <a:p>
            <a:r>
              <a:rPr lang="en-US" altLang="zh-TW" dirty="0">
                <a:latin typeface="Times" charset="0"/>
              </a:rPr>
              <a:t>January 1990 to September 2015 </a:t>
            </a:r>
            <a:endParaRPr lang="en-US" altLang="zh-TW" dirty="0"/>
          </a:p>
        </p:txBody>
      </p:sp>
      <p:sp>
        <p:nvSpPr>
          <p:cNvPr id="6" name="矩形 5"/>
          <p:cNvSpPr/>
          <p:nvPr/>
        </p:nvSpPr>
        <p:spPr>
          <a:xfrm>
            <a:off x="3419061" y="6020353"/>
            <a:ext cx="6096000" cy="646331"/>
          </a:xfrm>
          <a:prstGeom prst="rect">
            <a:avLst/>
          </a:prstGeom>
        </p:spPr>
        <p:txBody>
          <a:bodyPr>
            <a:spAutoFit/>
          </a:bodyPr>
          <a:lstStyle/>
          <a:p>
            <a:r>
              <a:rPr lang="en-US" altLang="zh-TW" dirty="0" smtClean="0"/>
              <a:t>Multi-FDDR: FTSE100 </a:t>
            </a:r>
            <a:r>
              <a:rPr lang="en-US" altLang="zh-TW" dirty="0"/>
              <a:t>index (U.K.), </a:t>
            </a:r>
            <a:r>
              <a:rPr lang="en-US" altLang="zh-TW" dirty="0" err="1"/>
              <a:t>Hangseng</a:t>
            </a:r>
            <a:r>
              <a:rPr lang="en-US" altLang="zh-TW" dirty="0"/>
              <a:t> Index (Hong Kong), Nikkei 225 (Japan), and Shanghai Stock Index (China). </a:t>
            </a:r>
            <a:endParaRPr lang="zh-TW" altLang="en-US" dirty="0"/>
          </a:p>
        </p:txBody>
      </p:sp>
    </p:spTree>
    <p:extLst>
      <p:ext uri="{BB962C8B-B14F-4D97-AF65-F5344CB8AC3E}">
        <p14:creationId xmlns:p14="http://schemas.microsoft.com/office/powerpoint/2010/main" val="1697219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106658" y="1309899"/>
            <a:ext cx="9978683" cy="3901440"/>
          </a:xfrm>
          <a:prstGeom prst="rect">
            <a:avLst/>
          </a:prstGeom>
        </p:spPr>
      </p:pic>
      <p:sp>
        <p:nvSpPr>
          <p:cNvPr id="5" name="Title 1"/>
          <p:cNvSpPr>
            <a:spLocks noGrp="1"/>
          </p:cNvSpPr>
          <p:nvPr>
            <p:ph type="title"/>
          </p:nvPr>
        </p:nvSpPr>
        <p:spPr/>
        <p:txBody>
          <a:bodyPr/>
          <a:lstStyle/>
          <a:p>
            <a:pPr algn="ctr"/>
            <a:r>
              <a:rPr lang="en-US"/>
              <a:t>BPTT</a:t>
            </a:r>
            <a:endParaRPr lang="en-US" dirty="0"/>
          </a:p>
        </p:txBody>
      </p:sp>
      <p:pic>
        <p:nvPicPr>
          <p:cNvPr id="2" name="Picture 1"/>
          <p:cNvPicPr>
            <a:picLocks noChangeAspect="1"/>
          </p:cNvPicPr>
          <p:nvPr/>
        </p:nvPicPr>
        <p:blipFill>
          <a:blip r:embed="rId4"/>
          <a:stretch>
            <a:fillRect/>
          </a:stretch>
        </p:blipFill>
        <p:spPr>
          <a:xfrm>
            <a:off x="1106657" y="5437293"/>
            <a:ext cx="9593127" cy="1098974"/>
          </a:xfrm>
          <a:prstGeom prst="rect">
            <a:avLst/>
          </a:prstGeom>
        </p:spPr>
      </p:pic>
    </p:spTree>
    <p:extLst>
      <p:ext uri="{BB962C8B-B14F-4D97-AF65-F5344CB8AC3E}">
        <p14:creationId xmlns:p14="http://schemas.microsoft.com/office/powerpoint/2010/main" val="10132901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1211" y="871152"/>
            <a:ext cx="11037977" cy="5228515"/>
          </a:xfrm>
          <a:prstGeom prst="rect">
            <a:avLst/>
          </a:prstGeom>
        </p:spPr>
      </p:pic>
    </p:spTree>
    <p:extLst>
      <p:ext uri="{BB962C8B-B14F-4D97-AF65-F5344CB8AC3E}">
        <p14:creationId xmlns:p14="http://schemas.microsoft.com/office/powerpoint/2010/main" val="14426945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13966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4273</TotalTime>
  <Words>888</Words>
  <Application>Microsoft Macintosh PowerPoint</Application>
  <PresentationFormat>寬螢幕</PresentationFormat>
  <Paragraphs>114</Paragraphs>
  <Slides>16</Slides>
  <Notes>9</Notes>
  <HiddenSlides>2</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16</vt:i4>
      </vt:variant>
    </vt:vector>
  </HeadingPairs>
  <TitlesOfParts>
    <vt:vector size="26" baseType="lpstr">
      <vt:lpstr>Calibri</vt:lpstr>
      <vt:lpstr>Calibri Light</vt:lpstr>
      <vt:lpstr>Liberation Sans Narrow</vt:lpstr>
      <vt:lpstr>Mangal</vt:lpstr>
      <vt:lpstr>MTSYN</vt:lpstr>
      <vt:lpstr>Times</vt:lpstr>
      <vt:lpstr>微軟正黑體</vt:lpstr>
      <vt:lpstr>新細明體</vt:lpstr>
      <vt:lpstr>Arial</vt:lpstr>
      <vt:lpstr>Office Theme</vt:lpstr>
      <vt:lpstr>Deep Direct Reinforcement Learning for Financial  Signal Representation and Trading</vt:lpstr>
      <vt:lpstr>Abstract(1/2)</vt:lpstr>
      <vt:lpstr>Abstract(2/2)</vt:lpstr>
      <vt:lpstr>Model</vt:lpstr>
      <vt:lpstr>Model</vt:lpstr>
      <vt:lpstr>fuzzy part</vt:lpstr>
      <vt:lpstr>Autoencoder </vt:lpstr>
      <vt:lpstr>BPTT</vt:lpstr>
      <vt:lpstr>training</vt:lpstr>
      <vt:lpstr>PowerPoint 簡報</vt:lpstr>
      <vt:lpstr>General Evaluations</vt:lpstr>
      <vt:lpstr>PowerPoint 簡報</vt:lpstr>
      <vt:lpstr>PowerPoint 簡報</vt:lpstr>
      <vt:lpstr>BPTT</vt:lpstr>
      <vt:lpstr>PowerPoint 簡報</vt:lpstr>
      <vt:lpstr>PowerPoint 簡報</vt:lpstr>
    </vt:vector>
  </TitlesOfParts>
  <Company/>
  <LinksUpToDate>false</LinksUpToDate>
  <SharedDoc>false</SharedDoc>
  <HyperlinksChanged>false</HyperlinksChanged>
  <AppVersion>15.0028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M053040058</dc:creator>
  <cp:lastModifiedBy>M053040058</cp:lastModifiedBy>
  <cp:revision>52</cp:revision>
  <dcterms:created xsi:type="dcterms:W3CDTF">2017-06-07T13:03:16Z</dcterms:created>
  <dcterms:modified xsi:type="dcterms:W3CDTF">2017-08-01T07:31:56Z</dcterms:modified>
</cp:coreProperties>
</file>