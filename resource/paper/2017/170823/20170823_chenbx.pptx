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76" r:id="rId3"/>
    <p:sldId id="336" r:id="rId4"/>
    <p:sldId id="347" r:id="rId5"/>
    <p:sldId id="348" r:id="rId6"/>
    <p:sldId id="329" r:id="rId7"/>
    <p:sldId id="337" r:id="rId8"/>
    <p:sldId id="342" r:id="rId9"/>
    <p:sldId id="339" r:id="rId10"/>
    <p:sldId id="340" r:id="rId11"/>
    <p:sldId id="333" r:id="rId12"/>
    <p:sldId id="344" r:id="rId13"/>
    <p:sldId id="346" r:id="rId14"/>
    <p:sldId id="343" r:id="rId15"/>
    <p:sldId id="345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37" autoAdjust="0"/>
    <p:restoredTop sz="88835" autoAdjust="0"/>
  </p:normalViewPr>
  <p:slideViewPr>
    <p:cSldViewPr snapToGrid="0">
      <p:cViewPr varScale="1">
        <p:scale>
          <a:sx n="70" d="100"/>
          <a:sy n="70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986E-2186-42F2-A1F5-4424A07DD94D}" type="datetimeFigureOut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4D64-E656-4722-AF7D-B3D63D1F5D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97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810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David</a:t>
            </a:r>
            <a:r>
              <a:rPr lang="en-US" altLang="zh-TW" baseline="0" dirty="0" smtClean="0"/>
              <a:t> Lowe website : </a:t>
            </a:r>
          </a:p>
          <a:p>
            <a:r>
              <a:rPr lang="en-US" altLang="zh-TW" dirty="0" smtClean="0"/>
              <a:t>http://www.cs.ubc.ca/~lowe/keypoints/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8247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David</a:t>
            </a:r>
            <a:r>
              <a:rPr lang="en-US" altLang="zh-TW" baseline="0" dirty="0" smtClean="0"/>
              <a:t> Lowe website : </a:t>
            </a:r>
          </a:p>
          <a:p>
            <a:r>
              <a:rPr lang="en-US" altLang="zh-TW" dirty="0" smtClean="0"/>
              <a:t>http://www.cs.ubc.ca/~lowe/keypoints/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1777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David</a:t>
            </a:r>
            <a:r>
              <a:rPr lang="en-US" altLang="zh-TW" baseline="0" dirty="0" smtClean="0"/>
              <a:t> Lowe website : </a:t>
            </a:r>
          </a:p>
          <a:p>
            <a:r>
              <a:rPr lang="en-US" altLang="zh-TW" dirty="0" smtClean="0"/>
              <a:t>http://www.cs.ubc.ca/~lowe/keypoints/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4016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David</a:t>
            </a:r>
            <a:r>
              <a:rPr lang="en-US" altLang="zh-TW" baseline="0" dirty="0" smtClean="0"/>
              <a:t> Lowe website : </a:t>
            </a:r>
          </a:p>
          <a:p>
            <a:r>
              <a:rPr lang="en-US" altLang="zh-TW" dirty="0" smtClean="0"/>
              <a:t>http://www.cs.ubc.ca/~lowe/keypoints/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18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David</a:t>
            </a:r>
            <a:r>
              <a:rPr lang="en-US" altLang="zh-TW" baseline="0" dirty="0" smtClean="0"/>
              <a:t> Lowe website : </a:t>
            </a:r>
          </a:p>
          <a:p>
            <a:r>
              <a:rPr lang="en-US" altLang="zh-TW" dirty="0" smtClean="0"/>
              <a:t>http://www.cs.ubc.ca/~lowe/keypoints/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09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346F-159C-4E5E-A9BC-B4FAF4B8F4AD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46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45FE-5976-4612-A121-9F7FA6C65956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3751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126F-36C8-4C5A-8698-9E4A53D999E5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96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8B67-291F-45ED-BF8F-60129A7CAFCF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52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5E44-883D-47F1-80F2-BBD83A64BF20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006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BBE2-5504-4D7F-9CC4-F2C58F132876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DA84-72B1-4070-A970-AE6E5670C53F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29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C297-F23E-49C2-9FD2-1DB5A3D63A00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612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853A-160A-4D81-8E79-297A6811D44C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2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68B-4BF6-411C-BDB8-9879BE85A868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0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472C-E7F7-4061-8A6B-A2FC31C7A013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8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A8E3B-251A-4826-B76B-2ED6FD8BECB3}" type="datetime1">
              <a:rPr lang="zh-TW" altLang="en-US" smtClean="0"/>
              <a:t>2017/8/23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3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18681" y="559444"/>
            <a:ext cx="9954638" cy="1819245"/>
          </a:xfrm>
        </p:spPr>
        <p:txBody>
          <a:bodyPr anchor="ctr">
            <a:normAutofit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Bag-of-Temporal-SIFT-Words for Time Series Classification</a:t>
            </a:r>
            <a:endParaRPr lang="zh-TW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959305" y="5620621"/>
            <a:ext cx="3893389" cy="93545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Bo-Xian Chen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Date : </a:t>
            </a:r>
            <a:fld id="{DA00540B-99AF-4B5E-9AEF-55C0985778C8}" type="datetime1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2017/8/23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549933" y="3277622"/>
            <a:ext cx="9092134" cy="17883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49" b="1" dirty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Adeline </a:t>
            </a:r>
            <a:r>
              <a:rPr lang="en-US" altLang="zh-TW" sz="2449" b="1" dirty="0" err="1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Bailly</a:t>
            </a:r>
            <a:r>
              <a:rPr lang="en-US" altLang="zh-TW" sz="2449" b="1" dirty="0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, </a:t>
            </a:r>
            <a:r>
              <a:rPr lang="en-US" altLang="zh-TW" sz="2449" b="1" dirty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Simon </a:t>
            </a:r>
            <a:r>
              <a:rPr lang="en-US" altLang="zh-TW" sz="2449" b="1" dirty="0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Malinowski, </a:t>
            </a:r>
            <a:r>
              <a:rPr lang="en-US" altLang="zh-TW" sz="2449" b="1" dirty="0" err="1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Romain</a:t>
            </a:r>
            <a:r>
              <a:rPr lang="en-US" altLang="zh-TW" sz="2449" b="1" dirty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 </a:t>
            </a:r>
            <a:r>
              <a:rPr lang="en-US" altLang="zh-TW" sz="2449" b="1" dirty="0" err="1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Tavenard</a:t>
            </a:r>
            <a:r>
              <a:rPr lang="en-US" altLang="zh-TW" sz="2449" b="1" dirty="0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,</a:t>
            </a:r>
            <a:endParaRPr lang="en-US" altLang="zh-TW" sz="2449" b="1" dirty="0">
              <a:solidFill>
                <a:srgbClr val="898989"/>
              </a:solidFill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Thomas </a:t>
            </a:r>
            <a:r>
              <a:rPr lang="en-US" altLang="zh-TW" sz="2449" b="1" dirty="0" err="1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Guyet</a:t>
            </a:r>
            <a:r>
              <a:rPr lang="en-US" altLang="zh-TW" sz="2449" b="1" dirty="0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, </a:t>
            </a:r>
            <a:r>
              <a:rPr lang="en-US" altLang="zh-TW" sz="2449" b="1" dirty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and </a:t>
            </a:r>
            <a:r>
              <a:rPr lang="en-US" altLang="zh-TW" sz="2449" b="1" dirty="0" err="1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Ltitia</a:t>
            </a:r>
            <a:r>
              <a:rPr lang="en-US" altLang="zh-TW" sz="2449" b="1" dirty="0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 Chapel</a:t>
            </a:r>
          </a:p>
          <a:p>
            <a:pPr algn="ctr"/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Proceedings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of 1st 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International Workshop on Advanced Analytics and Learning on Temporal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Data(AALTD), Sept.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2015,&lt;city&gt;</a:t>
            </a:r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7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0695" y="1235675"/>
            <a:ext cx="11110609" cy="538905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application of particular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increase of data to monitor. Classical techniques for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classification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 on point-to-point distances. Recently,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Bag-of-Words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approaches have been used in this context. Words are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quantized versions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simple features extracted from sliding windows.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SIFT framework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proved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image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this paper,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design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 series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 that builds on the SIFT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frame-work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adapted to time series to feed a Bag-of-Words. Experimental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performance with respect to classical techniques.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458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Scale-invariant feature transform(SIFT)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3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368684" y="1164524"/>
                <a:ext cx="9725414" cy="3724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Computer vision </a:t>
                </a:r>
                <a14:m>
                  <m:oMath xmlns:m="http://schemas.openxmlformats.org/officeDocument/2006/math">
                    <m:r>
                      <a:rPr lang="en-US" altLang="zh-TW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local 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</a:p>
              <a:p>
                <a:r>
                  <a:rPr lang="en-US" altLang="zh-TW" sz="36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en-US" altLang="zh-TW" sz="32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Location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en-US" altLang="zh-TW" sz="32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rotation</a:t>
                </a:r>
              </a:p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684" y="1164524"/>
                <a:ext cx="9725414" cy="3724096"/>
              </a:xfrm>
              <a:prstGeom prst="rect">
                <a:avLst/>
              </a:prstGeom>
              <a:blipFill rotWithShape="0">
                <a:blip r:embed="rId3"/>
                <a:stretch>
                  <a:fillRect l="-1944" t="-26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://www.cs.ubc.ca/~lowe/keypoints/smallex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8001" y="3910790"/>
            <a:ext cx="5240507" cy="262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弧形箭號 (上彎) 5">
            <a:hlinkClick r:id="rId5" action="ppaction://hlinksldjump"/>
          </p:cNvPr>
          <p:cNvSpPr/>
          <p:nvPr/>
        </p:nvSpPr>
        <p:spPr>
          <a:xfrm>
            <a:off x="464975" y="6131314"/>
            <a:ext cx="746449" cy="45007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49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Scale-invariant feature transform(SIFT)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219048" y="1557409"/>
            <a:ext cx="51347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Scale Space </a:t>
            </a:r>
          </a:p>
          <a:p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Blur </a:t>
            </a:r>
          </a:p>
          <a:p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octaves and 5 blur level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「SIFT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202" y="1557409"/>
            <a:ext cx="3161246" cy="505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36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Scale-invariant feature transform(SIFT)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5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606" y="1501124"/>
            <a:ext cx="6258788" cy="458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28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Bag-of-Temporal-SIFT-Words(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BoTSW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233293" y="1241467"/>
            <a:ext cx="97254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</a:t>
            </a:r>
            <a:r>
              <a:rPr lang="en-US" altLang="zh-TW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these </a:t>
            </a:r>
            <a:r>
              <a:rPr lang="en-US" altLang="zh-TW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gradient magnitude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of time series by a </a:t>
            </a:r>
            <a:r>
              <a:rPr lang="en-US" altLang="zh-TW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BoW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37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Bag-of-Temporal-SIFT-Words(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BoTSW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7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000" y="2102691"/>
            <a:ext cx="7340000" cy="265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1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Bag-of-Temporal-SIFT-Words(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BoTSW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8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387" y="2358374"/>
            <a:ext cx="8385225" cy="287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3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Bag-of-Temporal-SIFT-Words(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BoTSW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9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108" y="2020475"/>
            <a:ext cx="8517784" cy="355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80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Bag-of-Temporal-SIFT-Words(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BoTSW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10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082" y="2196729"/>
            <a:ext cx="8047836" cy="303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3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11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/>
          <a:srcRect b="788"/>
          <a:stretch/>
        </p:blipFill>
        <p:spPr>
          <a:xfrm>
            <a:off x="2952750" y="1452863"/>
            <a:ext cx="6286500" cy="464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0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 smtClean="0"/>
              <a:t>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309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6334" y="1690688"/>
            <a:ext cx="5239332" cy="4632199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 smtClean="0"/>
              <a:t>11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876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Harris Corner Detector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368684" y="1164524"/>
            <a:ext cx="972541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2033587" y="2035075"/>
            <a:ext cx="8124825" cy="3023175"/>
            <a:chOff x="2033587" y="1235676"/>
            <a:chExt cx="8124825" cy="3023175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3587" y="1235676"/>
              <a:ext cx="8124825" cy="2438400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3023118" y="3674076"/>
              <a:ext cx="76511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flat</a:t>
              </a:r>
              <a:endPara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5635689" y="3674076"/>
              <a:ext cx="99526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edge</a:t>
              </a:r>
              <a:endPara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8133185" y="3674076"/>
              <a:ext cx="12658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corner</a:t>
              </a:r>
              <a:endPara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047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Harris Corner Detector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15</a:t>
            </a:fld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368684" y="1164524"/>
            <a:ext cx="972541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8982" y="1697311"/>
            <a:ext cx="3993857" cy="399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693" y="1801246"/>
            <a:ext cx="3246956" cy="3989533"/>
          </a:xfrm>
          <a:prstGeom prst="rect">
            <a:avLst/>
          </a:prstGeom>
        </p:spPr>
      </p:pic>
      <p:sp>
        <p:nvSpPr>
          <p:cNvPr id="12" name="弧形箭號 (上彎) 11">
            <a:hlinkClick r:id="rId5" action="ppaction://hlinksldjump"/>
          </p:cNvPr>
          <p:cNvSpPr/>
          <p:nvPr/>
        </p:nvSpPr>
        <p:spPr>
          <a:xfrm rot="10800000">
            <a:off x="287693" y="6254945"/>
            <a:ext cx="746449" cy="45007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03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9767</TotalTime>
  <Words>290</Words>
  <Application>Microsoft Office PowerPoint</Application>
  <PresentationFormat>寬螢幕</PresentationFormat>
  <Paragraphs>73</Paragraphs>
  <Slides>15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Bag-of-Temporal-SIFT-Words for Time Series Classification</vt:lpstr>
      <vt:lpstr>Abstract</vt:lpstr>
      <vt:lpstr>Scale-invariant feature transform(SIFT)</vt:lpstr>
      <vt:lpstr>Scale-invariant feature transform(SIFT)</vt:lpstr>
      <vt:lpstr>Scale-invariant feature transform(SIFT)</vt:lpstr>
      <vt:lpstr>Bag-of-Temporal-SIFT-Words(BoTSW)</vt:lpstr>
      <vt:lpstr>Bag-of-Temporal-SIFT-Words(BoTSW)</vt:lpstr>
      <vt:lpstr>Bag-of-Temporal-SIFT-Words(BoTSW)</vt:lpstr>
      <vt:lpstr>Bag-of-Temporal-SIFT-Words(BoTSW)</vt:lpstr>
      <vt:lpstr>Bag-of-Temporal-SIFT-Words(BoTSW)</vt:lpstr>
      <vt:lpstr>Experimental Results</vt:lpstr>
      <vt:lpstr>PowerPoint 簡報</vt:lpstr>
      <vt:lpstr>Feature</vt:lpstr>
      <vt:lpstr>Harris Corner Detector</vt:lpstr>
      <vt:lpstr>Harris Corner Detector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 for Computing  Maximal Common Subsequences</dc:title>
  <dc:creator>BX CHEN</dc:creator>
  <cp:lastModifiedBy>pplab-class</cp:lastModifiedBy>
  <cp:revision>307</cp:revision>
  <dcterms:created xsi:type="dcterms:W3CDTF">2016-10-10T16:56:48Z</dcterms:created>
  <dcterms:modified xsi:type="dcterms:W3CDTF">2017-08-23T11:07:21Z</dcterms:modified>
</cp:coreProperties>
</file>