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62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D016D43-04FF-41B4-86E7-954F7AB2B2E3}">
          <p14:sldIdLst>
            <p14:sldId id="256"/>
            <p14:sldId id="257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未命名的章節" id="{A6304D1C-229A-413D-9976-499C39B3D53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angHuai" initials="S" lastIdx="1" clrIdx="0">
    <p:extLst>
      <p:ext uri="{19B8F6BF-5375-455C-9EA6-DF929625EA0E}">
        <p15:presenceInfo xmlns:p15="http://schemas.microsoft.com/office/powerpoint/2012/main" userId="SiangHua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8" autoAdjust="0"/>
    <p:restoredTop sz="90698" autoAdjust="0"/>
  </p:normalViewPr>
  <p:slideViewPr>
    <p:cSldViewPr showGuides="1">
      <p:cViewPr varScale="1">
        <p:scale>
          <a:sx n="102" d="100"/>
          <a:sy n="102" d="100"/>
        </p:scale>
        <p:origin x="180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CE63A-BC02-48AE-AD61-DEBFD4CD7A65}" type="datetimeFigureOut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C61C5-6144-4B51-874B-9068A2E11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17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924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45F2B-D50C-428F-9E1B-3EA57954334E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8BA86-FFD5-4191-BE14-2242F3A963FB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97DB-FE0C-44AD-8220-97B334E47226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6E74-7577-4E95-904A-1389A1EE14EC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2DA43-54E5-4159-8D24-7599593EEF71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8608D-AE12-402D-A232-D49EA7567D97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594C-0EC6-4616-AA89-51CF22CF926A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8FE4-E4EF-4472-84D1-D13C2E57E5E4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C58B-3596-4B02-A477-AA9C456BAED0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AE385-6693-4EC2-84D7-9DF4218B9FE5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F467-6F87-49D9-8F57-A31E8D94BAD1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6EED0-F0C7-4BC1-9843-277DBD85C3AB}" type="datetime1">
              <a:rPr lang="zh-TW" altLang="en-US" smtClean="0"/>
              <a:t>2017/6/5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in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 Substrings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7992888" cy="1752600"/>
          </a:xfrm>
        </p:spPr>
        <p:txBody>
          <a:bodyPr>
            <a:normAutofit/>
          </a:bodyPr>
          <a:lstStyle/>
          <a:p>
            <a:pPr fontAlgn="ctr"/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Gary 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Benson, </a:t>
            </a:r>
            <a:r>
              <a:rPr lang="en-US" altLang="zh-TW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Avivit</a:t>
            </a: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Levy, B</a:t>
            </a: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Riva 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Shalom</a:t>
            </a:r>
            <a:endParaRPr lang="en-US" altLang="zh-TW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Similarity Search and Applications</a:t>
            </a:r>
            <a:endParaRPr lang="en-US" altLang="zh-TW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SISAP, Similarity Search and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pp.257-265, 2013</a:t>
            </a:r>
            <a:endParaRPr lang="en-US" altLang="zh-TW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6060" y="482156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2017/06/06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8356" y="1224136"/>
            <a:ext cx="8507288" cy="53732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In this paper we define a new problem, motivated by computational biology, 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aiming at finding the maximal number of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length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matching in both input strings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hile preserving their order of appearance in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strings. The traditional LCS definition is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of our problem,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1. We provide an algorithm, solving the general case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time, where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length of the input, equaling the time required for the special case of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1. The space requirement is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In order to enable backtracking of the solution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space is needed.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LCSK(1/3)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1 2 3 4 5 6 7 8</a:t>
            </a: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 G C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 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G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G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 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G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G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LCS2 = GTTG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65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LCSK(2/3)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1 2 3 4 5 6 7 8</a:t>
            </a: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G C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 </a:t>
            </a:r>
            <a:r>
              <a:rPr lang="en-US" altLang="zh-TW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 G</a:t>
            </a:r>
            <a:r>
              <a:rPr lang="en-US" altLang="zh-TW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G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 T </a:t>
            </a:r>
            <a:r>
              <a:rPr lang="en-US" altLang="zh-TW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 </a:t>
            </a:r>
            <a:r>
              <a:rPr lang="en-US" altLang="zh-TW" b="1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LCS3 =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TGC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GTG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TGT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5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LCSK(3/3)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1 2 3 4 5 6 7 8</a:t>
            </a: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 G C G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G T G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 T </a:t>
            </a:r>
            <a:r>
              <a:rPr lang="en-US" altLang="zh-TW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 T G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LCS4 =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TGTG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89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1 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2 3 4 5 6 7 8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 G C G T G T G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 T </a:t>
            </a:r>
            <a:r>
              <a:rPr lang="en-US" altLang="zh-TW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 T G C </a:t>
            </a:r>
            <a:r>
              <a:rPr lang="en-US" altLang="zh-TW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altLang="zh-TW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(6,4) contains{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be obtained in two ways: 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to 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to 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to 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{(1,3), (5,3), (4,1)}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84" y="1421449"/>
            <a:ext cx="8733631" cy="152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09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628800"/>
            <a:ext cx="6635080" cy="1718957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46" y="3429000"/>
            <a:ext cx="8530308" cy="135945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955268"/>
            <a:ext cx="7409037" cy="128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68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134715"/>
              </p:ext>
            </p:extLst>
          </p:nvPr>
        </p:nvGraphicFramePr>
        <p:xfrm>
          <a:off x="724744" y="116633"/>
          <a:ext cx="7591673" cy="6604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3519"/>
                <a:gridCol w="680963"/>
                <a:gridCol w="1026630"/>
                <a:gridCol w="1008112"/>
                <a:gridCol w="576064"/>
                <a:gridCol w="1008112"/>
                <a:gridCol w="1044116"/>
                <a:gridCol w="1044116"/>
                <a:gridCol w="360041"/>
              </a:tblGrid>
              <a:tr h="64585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2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(1,1)(2,3)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3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4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5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(4,1)(5,2)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(4,5)(5,6)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(4,5)(5,7)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6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(4,1)(6,2)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(4,5)(6,6)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(6,7)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7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(7,3)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(7,3)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(7,3)(4,5)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(7,3)(6,6)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(6,7)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690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  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0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506880"/>
              </p:ext>
            </p:extLst>
          </p:nvPr>
        </p:nvGraphicFramePr>
        <p:xfrm>
          <a:off x="724744" y="116633"/>
          <a:ext cx="7591673" cy="6604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3519"/>
                <a:gridCol w="680963"/>
                <a:gridCol w="1026630"/>
                <a:gridCol w="1008112"/>
                <a:gridCol w="576064"/>
                <a:gridCol w="1008112"/>
                <a:gridCol w="1044116"/>
                <a:gridCol w="1044116"/>
                <a:gridCol w="360041"/>
              </a:tblGrid>
              <a:tr h="64585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2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(1,1)(2,3)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3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4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5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(4,1)(5,2)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(4,5)(5,6)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(4,5)(5,7)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6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(4,1)(6,2)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(4,5)(6,6)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(6,7)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8562">
                <a:tc>
                  <a:txBody>
                    <a:bodyPr/>
                    <a:lstStyle/>
                    <a:p>
                      <a:pPr marL="342900" indent="-342900" algn="ctr">
                        <a:buAutoNum type="arabicPlain" startAt="7"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(7,3)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(7,3)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(7,3)(4,5)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(7,3)(6,6)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(6,7)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690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  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flipV="1">
            <a:off x="7740352" y="5373216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5652120" y="3789040"/>
            <a:ext cx="1440160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 flipV="1">
            <a:off x="4139952" y="2276872"/>
            <a:ext cx="1008112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21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7915</TotalTime>
  <Words>847</Words>
  <Application>Microsoft Office PowerPoint</Application>
  <PresentationFormat>如螢幕大小 (4:3)</PresentationFormat>
  <Paragraphs>322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新細明體</vt:lpstr>
      <vt:lpstr>Arial</vt:lpstr>
      <vt:lpstr>Calibri</vt:lpstr>
      <vt:lpstr>Courier New</vt:lpstr>
      <vt:lpstr>Times New Roman</vt:lpstr>
      <vt:lpstr>Office 佈景主題</vt:lpstr>
      <vt:lpstr>Longest Common Subsequence in k Length Substrings</vt:lpstr>
      <vt:lpstr>Abstract</vt:lpstr>
      <vt:lpstr>LCSK(1/3)</vt:lpstr>
      <vt:lpstr>LCSK(2/3)</vt:lpstr>
      <vt:lpstr>LCSK(3/3)</vt:lpstr>
      <vt:lpstr>Definition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洪祥懷</cp:lastModifiedBy>
  <cp:revision>275</cp:revision>
  <dcterms:created xsi:type="dcterms:W3CDTF">2014-03-03T17:19:54Z</dcterms:created>
  <dcterms:modified xsi:type="dcterms:W3CDTF">2017-06-06T09:14:25Z</dcterms:modified>
</cp:coreProperties>
</file>