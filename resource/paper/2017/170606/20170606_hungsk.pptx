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C2C09-9709-497F-8A0E-8D9B61816418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C50F06-9A16-4F79-98BE-682B160A0E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6143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https://www.google.com.tw/maps/place/%E7%BE%8E%E5%9C%8B%E5%8D%B0%E7%AC%AC%E5%AE%89%E7%B4%8D%E5%8D%B0%E7%AC%AC%E5%AE%89%E7%B4%8D%E6%B3%A2%E5%88%A9%E6%96%AF/data=!4m2!3m1!1s0x886b50ffa7796a03:0xd68e9df640b9ea7c?sa=X&amp;ved=0ahUKEwik7NPGzKPUAhXGGJQKHT_pD_wQ8gEIkwEwDw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50F06-9A16-4F79-98BE-682B160A0E0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35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50F06-9A16-4F79-98BE-682B160A0E0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9495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169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527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7664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48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89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51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59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920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427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93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84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7A298-AC32-4A5D-8409-8B7AF7B947CC}" type="datetimeFigureOut">
              <a:rPr lang="zh-TW" altLang="en-US" smtClean="0"/>
              <a:t>2017/6/4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55964-0056-4DAD-889C-06DF82090F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71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72453"/>
            <a:ext cx="9144000" cy="2011454"/>
          </a:xfrm>
        </p:spPr>
        <p:txBody>
          <a:bodyPr>
            <a:normAutofit fontScale="90000"/>
          </a:bodyPr>
          <a:lstStyle/>
          <a:p>
            <a:br>
              <a:rPr lang="zh-TW" altLang="en-US" dirty="0"/>
            </a:br>
            <a:r>
              <a:rPr lang="en-US" altLang="zh-TW" dirty="0"/>
              <a:t> </a:t>
            </a:r>
            <a:r>
              <a:rPr lang="en-US" altLang="zh-TW" sz="4400" b="1" dirty="0"/>
              <a:t>Semi-Supervision Dramatically Improves Time Series Clustering under Dynamic Time Warping 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81957" y="1802166"/>
            <a:ext cx="9144000" cy="3098307"/>
          </a:xfrm>
        </p:spPr>
        <p:txBody>
          <a:bodyPr/>
          <a:lstStyle/>
          <a:p>
            <a:endParaRPr lang="zh-TW" altLang="en-US" dirty="0"/>
          </a:p>
          <a:p>
            <a:r>
              <a:rPr lang="en-US" altLang="zh-TW" dirty="0"/>
              <a:t> Hoang Anh </a:t>
            </a:r>
            <a:r>
              <a:rPr lang="en-US" altLang="zh-TW" dirty="0" err="1"/>
              <a:t>Dau</a:t>
            </a:r>
            <a:r>
              <a:rPr lang="en-US" altLang="zh-TW" dirty="0"/>
              <a:t>, </a:t>
            </a:r>
          </a:p>
          <a:p>
            <a:r>
              <a:rPr lang="en-US" altLang="zh-TW" dirty="0" err="1"/>
              <a:t>Nurjahan</a:t>
            </a:r>
            <a:r>
              <a:rPr lang="en-US" altLang="zh-TW" dirty="0"/>
              <a:t> Begum,</a:t>
            </a:r>
          </a:p>
          <a:p>
            <a:r>
              <a:rPr lang="en-US" altLang="zh-TW" dirty="0"/>
              <a:t> </a:t>
            </a:r>
            <a:r>
              <a:rPr lang="en-US" altLang="zh-TW" dirty="0" err="1"/>
              <a:t>Eamonn</a:t>
            </a:r>
            <a:r>
              <a:rPr lang="en-US" altLang="zh-TW" dirty="0"/>
              <a:t> Keogh, </a:t>
            </a:r>
          </a:p>
          <a:p>
            <a:r>
              <a:rPr lang="en-US" altLang="zh-TW" dirty="0"/>
              <a:t>University of California, </a:t>
            </a:r>
          </a:p>
          <a:p>
            <a:r>
              <a:rPr lang="en-US" altLang="zh-TW" dirty="0"/>
              <a:t>Proceedings of the 25th ACM International on Conference on Information and Knowledge Management, Indianapolis, USA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524000" y="5149344"/>
            <a:ext cx="9144000" cy="1459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Presenter : Shu-Kai, Hung</a:t>
            </a:r>
          </a:p>
          <a:p>
            <a:r>
              <a:rPr lang="en-US" altLang="zh-TW" dirty="0"/>
              <a:t>Date : 2017/6/6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5296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199" y="1426130"/>
            <a:ext cx="10658383" cy="4699462"/>
          </a:xfrm>
        </p:spPr>
        <p:txBody>
          <a:bodyPr>
            <a:normAutofit/>
          </a:bodyPr>
          <a:lstStyle/>
          <a:p>
            <a:endParaRPr lang="zh-TW" altLang="en-US" dirty="0"/>
          </a:p>
          <a:p>
            <a:pPr marL="0" indent="0">
              <a:buNone/>
            </a:pPr>
            <a:r>
              <a:rPr lang="en-US" altLang="zh-TW" dirty="0"/>
              <a:t> The research community seems to have converged in agreement that for time series </a:t>
            </a:r>
            <a:r>
              <a:rPr lang="en-US" altLang="zh-TW" i="1" dirty="0"/>
              <a:t>classification </a:t>
            </a:r>
            <a:r>
              <a:rPr lang="en-US" altLang="zh-TW" dirty="0"/>
              <a:t>problems, Dynamic Time Warping (DTW)-based nearest-neighbor classifiers are exceptionally hard to beat. Obtaining the best performance from DTW requires setting its only parameter, the warping window width (</a:t>
            </a:r>
            <a:r>
              <a:rPr lang="en-US" altLang="zh-TW" i="1" dirty="0"/>
              <a:t>w</a:t>
            </a:r>
            <a:r>
              <a:rPr lang="en-US" altLang="zh-TW" dirty="0"/>
              <a:t>). This is typically set by cross validation in the training stage. However, for </a:t>
            </a:r>
            <a:r>
              <a:rPr lang="en-US" altLang="zh-TW" i="1" dirty="0"/>
              <a:t>clustering</a:t>
            </a:r>
            <a:r>
              <a:rPr lang="en-US" altLang="zh-TW" dirty="0"/>
              <a:t>, by definition we do not have access to such labeled data. This issue seems to have been largely ignored in the literature, with many practitioners simply assuming that “</a:t>
            </a:r>
            <a:r>
              <a:rPr lang="en-US" altLang="zh-TW" i="1" dirty="0"/>
              <a:t>the larger the better</a:t>
            </a:r>
            <a:r>
              <a:rPr lang="en-US" altLang="zh-TW" dirty="0"/>
              <a:t>” for the value of </a:t>
            </a:r>
            <a:r>
              <a:rPr lang="en-US" altLang="zh-TW" i="1" dirty="0"/>
              <a:t>w</a:t>
            </a:r>
            <a:r>
              <a:rPr lang="en-US" altLang="zh-TW" dirty="0"/>
              <a:t>, and using as large a value of </a:t>
            </a:r>
            <a:r>
              <a:rPr lang="en-US" altLang="zh-TW" i="1" dirty="0"/>
              <a:t>w </a:t>
            </a:r>
            <a:r>
              <a:rPr lang="en-US" altLang="zh-TW" dirty="0"/>
              <a:t>as computational resources permit.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574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8568"/>
          </a:xfrm>
        </p:spPr>
        <p:txBody>
          <a:bodyPr/>
          <a:lstStyle/>
          <a:p>
            <a:r>
              <a:rPr lang="en-US" altLang="zh-TW" dirty="0"/>
              <a:t>Abstract(2/2)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44715"/>
            <a:ext cx="10515600" cy="46322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In this work we show that this is a naive approach which in most circumstances produces inferior </a:t>
            </a:r>
            <a:r>
              <a:rPr lang="en-US" altLang="zh-TW" dirty="0" err="1"/>
              <a:t>clusterings</a:t>
            </a:r>
            <a:r>
              <a:rPr lang="en-US" altLang="zh-TW" dirty="0"/>
              <a:t>. To address this problem, we introduce a novel semi-supervised technique that allows us to set the best value of </a:t>
            </a:r>
            <a:r>
              <a:rPr lang="en-US" altLang="zh-TW" i="1" dirty="0"/>
              <a:t>w</a:t>
            </a:r>
            <a:r>
              <a:rPr lang="en-US" altLang="zh-TW" dirty="0"/>
              <a:t>. Unlike virtually all other semi-supervised techniques, our ideas are completely independent of the clustering algorithm used, and can be utilized to improve time series clustering under partitional, hierarchical, spectral or density-based clustering. Our approach requires very little human intervention; moreover, we show that in many cases, true human annotation efforts can be replaced with automatically-generated “pseudo” supervision information. We demonstrate our technique by testing with more than one hundred publicly available datasets.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7432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constraint Dynamic Time Warping (</a:t>
            </a:r>
            <a:r>
              <a:rPr lang="en-US" altLang="zh-TW" dirty="0" err="1"/>
              <a:t>cDTW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761" y="2181006"/>
            <a:ext cx="9212156" cy="4228442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701988" y="1936589"/>
            <a:ext cx="2498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Constraint </a:t>
            </a:r>
            <a:r>
              <a:rPr lang="en-US" altLang="zh-TW" dirty="0"/>
              <a:t>warping path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081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8568"/>
          </a:xfrm>
        </p:spPr>
        <p:txBody>
          <a:bodyPr>
            <a:normAutofit fontScale="90000"/>
          </a:bodyPr>
          <a:lstStyle/>
          <a:p>
            <a:br>
              <a:rPr lang="zh-TW" altLang="en-US" dirty="0"/>
            </a:br>
            <a:r>
              <a:rPr lang="en-US" altLang="zh-TW" dirty="0"/>
              <a:t> Rand Index 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</a:t>
            </a:r>
            <a:r>
              <a:rPr lang="zh-TW" altLang="en-US" dirty="0"/>
              <a:t>設</a:t>
            </a:r>
            <a:r>
              <a:rPr lang="zh-CN" altLang="en-US" dirty="0"/>
              <a:t>一个集合中有</a:t>
            </a:r>
            <a:r>
              <a:rPr lang="en-US" altLang="zh-CN" dirty="0"/>
              <a:t>N</a:t>
            </a:r>
            <a:r>
              <a:rPr lang="zh-TW" altLang="en-US" dirty="0"/>
              <a:t>條 </a:t>
            </a:r>
            <a:r>
              <a:rPr lang="en-US" altLang="zh-TW" dirty="0"/>
              <a:t>time series</a:t>
            </a:r>
            <a:endParaRPr lang="zh-CN" altLang="en-US" dirty="0"/>
          </a:p>
          <a:p>
            <a:r>
              <a:rPr lang="zh-CN" altLang="en-US" dirty="0"/>
              <a:t>一个集合中有</a:t>
            </a:r>
            <a:r>
              <a:rPr lang="zh-TW" altLang="en-US" dirty="0"/>
              <a:t> </a:t>
            </a:r>
            <a:r>
              <a:rPr lang="en-US" altLang="zh-CN" dirty="0"/>
              <a:t>N(N-1)/2</a:t>
            </a:r>
            <a:r>
              <a:rPr lang="zh-TW" altLang="en-US" dirty="0"/>
              <a:t>個</a:t>
            </a:r>
            <a:r>
              <a:rPr lang="zh-CN" altLang="en-US" dirty="0"/>
              <a:t>集合</a:t>
            </a:r>
            <a:r>
              <a:rPr lang="zh-TW" altLang="en-US" dirty="0"/>
              <a:t>對</a:t>
            </a:r>
            <a:endParaRPr lang="zh-CN" altLang="en-US" dirty="0"/>
          </a:p>
          <a:p>
            <a:r>
              <a:rPr lang="en-US" altLang="zh-CN" dirty="0"/>
              <a:t>TP</a:t>
            </a:r>
            <a:r>
              <a:rPr lang="zh-CN" altLang="en-US" dirty="0"/>
              <a:t>：同一</a:t>
            </a:r>
            <a:r>
              <a:rPr lang="zh-TW" altLang="en-US" dirty="0"/>
              <a:t>類</a:t>
            </a:r>
            <a:r>
              <a:rPr lang="zh-CN" altLang="en-US" dirty="0"/>
              <a:t>的文章被分到同一个簇</a:t>
            </a:r>
          </a:p>
          <a:p>
            <a:r>
              <a:rPr lang="en-US" altLang="zh-CN" dirty="0"/>
              <a:t>TN</a:t>
            </a:r>
            <a:r>
              <a:rPr lang="zh-CN" altLang="en-US" dirty="0"/>
              <a:t>：不同</a:t>
            </a:r>
            <a:r>
              <a:rPr lang="zh-TW" altLang="en-US" dirty="0"/>
              <a:t>類</a:t>
            </a:r>
            <a:r>
              <a:rPr lang="zh-CN" altLang="en-US" dirty="0"/>
              <a:t>的文章被分到不同簇</a:t>
            </a:r>
          </a:p>
          <a:p>
            <a:r>
              <a:rPr lang="en-US" altLang="zh-CN" dirty="0"/>
              <a:t>FP</a:t>
            </a:r>
            <a:r>
              <a:rPr lang="zh-CN" altLang="en-US" dirty="0"/>
              <a:t>：不同</a:t>
            </a:r>
            <a:r>
              <a:rPr lang="zh-TW" altLang="en-US" dirty="0"/>
              <a:t>類</a:t>
            </a:r>
            <a:r>
              <a:rPr lang="zh-CN" altLang="en-US" dirty="0"/>
              <a:t>的文章被分到同一个簇</a:t>
            </a:r>
          </a:p>
          <a:p>
            <a:r>
              <a:rPr lang="en-US" altLang="zh-CN" dirty="0"/>
              <a:t>FN</a:t>
            </a:r>
            <a:r>
              <a:rPr lang="zh-CN" altLang="en-US" dirty="0"/>
              <a:t>：同一</a:t>
            </a:r>
            <a:r>
              <a:rPr lang="zh-TW" altLang="en-US" dirty="0"/>
              <a:t>類</a:t>
            </a:r>
            <a:r>
              <a:rPr lang="zh-CN" altLang="en-US" dirty="0"/>
              <a:t>的文章被分到不同簇</a:t>
            </a:r>
          </a:p>
          <a:p>
            <a:r>
              <a:rPr lang="en-US" altLang="zh-CN" dirty="0"/>
              <a:t>Rand Index</a:t>
            </a:r>
            <a:r>
              <a:rPr lang="zh-CN" altLang="en-US" dirty="0"/>
              <a:t>度量的正确的百分比</a:t>
            </a:r>
          </a:p>
          <a:p>
            <a:r>
              <a:rPr lang="en-US" altLang="zh-CN" dirty="0"/>
              <a:t>RI = </a:t>
            </a:r>
            <a:r>
              <a:rPr lang="zh-CN" altLang="en-US" dirty="0"/>
              <a:t>（</a:t>
            </a:r>
            <a:r>
              <a:rPr lang="en-US" altLang="zh-CN" dirty="0"/>
              <a:t>TP+TN</a:t>
            </a:r>
            <a:r>
              <a:rPr lang="zh-CN" altLang="en-US" dirty="0"/>
              <a:t>）</a:t>
            </a:r>
            <a:r>
              <a:rPr lang="en-US" altLang="zh-CN" dirty="0"/>
              <a:t>/</a:t>
            </a:r>
            <a:r>
              <a:rPr lang="zh-CN" altLang="en-US" dirty="0"/>
              <a:t>（</a:t>
            </a:r>
            <a:r>
              <a:rPr lang="en-US" altLang="zh-CN" dirty="0"/>
              <a:t>TP+FP+FN+TN</a:t>
            </a:r>
            <a:r>
              <a:rPr lang="zh-CN" altLang="en-US" dirty="0"/>
              <a:t>）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156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999" y="2190881"/>
            <a:ext cx="9132067" cy="322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3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7446"/>
          </a:xfrm>
        </p:spPr>
        <p:txBody>
          <a:bodyPr/>
          <a:lstStyle/>
          <a:p>
            <a:r>
              <a:rPr lang="en-US" altLang="zh-TW" dirty="0"/>
              <a:t>semi-supervised technique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96157" y="1633491"/>
            <a:ext cx="10515600" cy="4561227"/>
          </a:xfrm>
        </p:spPr>
        <p:txBody>
          <a:bodyPr/>
          <a:lstStyle/>
          <a:p>
            <a:r>
              <a:rPr lang="en-US" altLang="zh-TW" dirty="0"/>
              <a:t>Supervised : </a:t>
            </a:r>
          </a:p>
          <a:p>
            <a:pPr marL="0" indent="0">
              <a:buNone/>
            </a:pPr>
            <a:r>
              <a:rPr lang="en-US" altLang="zh-TW" dirty="0"/>
              <a:t>Training a</a:t>
            </a:r>
            <a:r>
              <a:rPr lang="zh-TW" altLang="en-US" dirty="0"/>
              <a:t> </a:t>
            </a:r>
            <a:r>
              <a:rPr lang="en-US" altLang="zh-TW" dirty="0"/>
              <a:t>w =&gt;</a:t>
            </a:r>
          </a:p>
          <a:p>
            <a:pPr marL="0" indent="0">
              <a:buNone/>
            </a:pPr>
            <a:r>
              <a:rPr lang="en-US" altLang="zh-TW" dirty="0"/>
              <a:t>	1. we know the label.</a:t>
            </a:r>
          </a:p>
          <a:p>
            <a:pPr marL="0" indent="0">
              <a:buNone/>
            </a:pPr>
            <a:r>
              <a:rPr lang="en-US" altLang="zh-TW" dirty="0"/>
              <a:t>	2. we give a w to test it.</a:t>
            </a:r>
          </a:p>
          <a:p>
            <a:pPr marL="0" indent="0">
              <a:buNone/>
            </a:pPr>
            <a:r>
              <a:rPr lang="en-US" altLang="zh-TW" dirty="0"/>
              <a:t>	3. </a:t>
            </a:r>
            <a:r>
              <a:rPr lang="en-US" altLang="zh-TW" dirty="0"/>
              <a:t>Modifying the objective function for evaluating candidate 	clustering.</a:t>
            </a:r>
          </a:p>
          <a:p>
            <a:pPr marL="0" indent="0">
              <a:buNone/>
            </a:pPr>
            <a:r>
              <a:rPr lang="en-US" altLang="zh-TW" dirty="0"/>
              <a:t>semi-supervised :</a:t>
            </a:r>
          </a:p>
          <a:p>
            <a:pPr marL="0" indent="0">
              <a:buNone/>
            </a:pPr>
            <a:r>
              <a:rPr lang="en-US" altLang="zh-TW" dirty="0"/>
              <a:t>	1.don’t know every thing first.</a:t>
            </a:r>
          </a:p>
          <a:p>
            <a:pPr marL="0" indent="0">
              <a:buNone/>
            </a:pPr>
            <a:r>
              <a:rPr lang="en-US" altLang="zh-TW" dirty="0"/>
              <a:t>	2.know the fact then verify</a:t>
            </a:r>
          </a:p>
          <a:p>
            <a:pPr marL="0" indent="0">
              <a:buNone/>
            </a:pPr>
            <a:endParaRPr lang="en-US" altLang="zh-TW" dirty="0"/>
          </a:p>
          <a:p>
            <a:pPr lvl="5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3451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7446"/>
          </a:xfrm>
        </p:spPr>
        <p:txBody>
          <a:bodyPr/>
          <a:lstStyle/>
          <a:p>
            <a:r>
              <a:rPr lang="en-US" altLang="zh-TW" b="1" dirty="0"/>
              <a:t>Choosing Constraints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2874"/>
                <a:ext cx="10515600" cy="4934089"/>
              </a:xfrm>
            </p:spPr>
            <p:txBody>
              <a:bodyPr/>
              <a:lstStyle/>
              <a:p>
                <a:r>
                  <a:rPr lang="en-US" altLang="zh-TW" dirty="0"/>
                  <a:t>For every possible pair of time series, </a:t>
                </a:r>
              </a:p>
              <a:p>
                <a:pPr marL="0" indent="0">
                  <a:buNone/>
                </a:pPr>
                <a:r>
                  <a:rPr lang="en-US" altLang="zh-TW" i="1" dirty="0"/>
                  <a:t>constraint vector =(0,1,0,1,0,…..,0,1,1) every pair satisfied or not.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𝐷𝑇𝑊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𝑚𝑒𝑎𝑛𝑠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𝑝𝑜𝑠𝑖𝑡𝑖𝑜𝑛</m:t>
                    </m:r>
                  </m:oMath>
                </a14:m>
                <a:r>
                  <a:rPr lang="en-US" altLang="zh-TW" i="1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TW" i="1" dirty="0"/>
                  <a:t>Satisfy =&gt; correct clustered( </a:t>
                </a:r>
                <a:r>
                  <a:rPr lang="en-US" altLang="zh-TW" dirty="0" err="1"/>
                  <a:t>TADPole</a:t>
                </a:r>
                <a:r>
                  <a:rPr lang="en-US" altLang="zh-TW" dirty="0"/>
                  <a:t> algorithm ) </a:t>
                </a:r>
                <a:endParaRPr lang="en-US" altLang="zh-TW" i="1" dirty="0"/>
              </a:p>
              <a:p>
                <a:pPr marL="0" indent="0">
                  <a:buNone/>
                </a:pPr>
                <a:endParaRPr lang="en-US" altLang="zh-TW" i="1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2874"/>
                <a:ext cx="10515600" cy="4934089"/>
              </a:xfrm>
              <a:blipFill>
                <a:blip r:embed="rId3"/>
                <a:stretch>
                  <a:fillRect l="-1217" t="-21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56" y="3240350"/>
            <a:ext cx="9621174" cy="343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31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651" y="475456"/>
            <a:ext cx="7227302" cy="11049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51" y="1850486"/>
            <a:ext cx="5688368" cy="46767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190" y="2427533"/>
            <a:ext cx="5321610" cy="375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387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0712"/>
          </a:xfrm>
        </p:spPr>
        <p:txBody>
          <a:bodyPr/>
          <a:lstStyle/>
          <a:p>
            <a:r>
              <a:rPr lang="en-US" altLang="zh-TW" b="1" dirty="0"/>
              <a:t>Pseudo User Annotation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1650"/>
                <a:ext cx="10515600" cy="5237826"/>
              </a:xfrm>
            </p:spPr>
            <p:txBody>
              <a:bodyPr/>
              <a:lstStyle/>
              <a:p>
                <a:r>
                  <a:rPr lang="en-US" altLang="zh-TW" dirty="0"/>
                  <a:t>The basic idea : An object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zh-TW" dirty="0"/>
                  <a:t>, copy this object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zh-TW" dirty="0"/>
                  <a:t> and give some warping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</m:oMath>
                </a14:m>
                <a:r>
                  <a:rPr lang="en-US" altLang="zh-TW" dirty="0"/>
                  <a:t>,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1650"/>
                <a:ext cx="10515600" cy="5237826"/>
              </a:xfrm>
              <a:blipFill>
                <a:blip r:embed="rId2"/>
                <a:stretch>
                  <a:fillRect l="-1043" t="-18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41" y="2502362"/>
            <a:ext cx="4987496" cy="348217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711" y="2574524"/>
            <a:ext cx="6044171" cy="316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5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648"/>
          </a:xfrm>
        </p:spPr>
        <p:txBody>
          <a:bodyPr/>
          <a:lstStyle/>
          <a:p>
            <a:r>
              <a:rPr lang="en-US" altLang="zh-TW" dirty="0"/>
              <a:t>Experiment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1606" y="1537717"/>
            <a:ext cx="6810654" cy="440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922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035" y="1783579"/>
            <a:ext cx="10515600" cy="372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94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2950</TotalTime>
  <Words>471</Words>
  <Application>Microsoft Office PowerPoint</Application>
  <PresentationFormat>寬螢幕</PresentationFormat>
  <Paragraphs>44</Paragraphs>
  <Slides>12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等线</vt:lpstr>
      <vt:lpstr>新細明體</vt:lpstr>
      <vt:lpstr>Arial</vt:lpstr>
      <vt:lpstr>Calibri</vt:lpstr>
      <vt:lpstr>Calibri Light</vt:lpstr>
      <vt:lpstr>Cambria Math</vt:lpstr>
      <vt:lpstr>Office 佈景主題</vt:lpstr>
      <vt:lpstr>  Semi-Supervision Dramatically Improves Time Series Clustering under Dynamic Time Warping </vt:lpstr>
      <vt:lpstr>Abstract(1/2)</vt:lpstr>
      <vt:lpstr>Abstract(2/2)</vt:lpstr>
      <vt:lpstr>constraint Dynamic Time Warping (cDTW)</vt:lpstr>
      <vt:lpstr>  Rand Index  </vt:lpstr>
      <vt:lpstr>PowerPoint 簡報</vt:lpstr>
      <vt:lpstr>semi-supervised technique</vt:lpstr>
      <vt:lpstr>Choosing Constraints</vt:lpstr>
      <vt:lpstr>PowerPoint 簡報</vt:lpstr>
      <vt:lpstr>Pseudo User Annotation</vt:lpstr>
      <vt:lpstr>Experiment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Semi-Supervision Dramatically Improves Time Series Clustering under Dynamic Time Warping </dc:title>
  <dc:creator>andy</dc:creator>
  <cp:lastModifiedBy>andy</cp:lastModifiedBy>
  <cp:revision>15</cp:revision>
  <dcterms:created xsi:type="dcterms:W3CDTF">2017-06-04T06:42:01Z</dcterms:created>
  <dcterms:modified xsi:type="dcterms:W3CDTF">2017-06-06T07:52:38Z</dcterms:modified>
</cp:coreProperties>
</file>