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279" r:id="rId4"/>
    <p:sldId id="286" r:id="rId5"/>
    <p:sldId id="288" r:id="rId6"/>
    <p:sldId id="293" r:id="rId7"/>
    <p:sldId id="292" r:id="rId8"/>
    <p:sldId id="291" r:id="rId9"/>
    <p:sldId id="280" r:id="rId10"/>
    <p:sldId id="294" r:id="rId11"/>
    <p:sldId id="295" r:id="rId12"/>
    <p:sldId id="298" r:id="rId13"/>
    <p:sldId id="299" r:id="rId14"/>
    <p:sldId id="296" r:id="rId15"/>
    <p:sldId id="297"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EAD7078E-7038-4986-B0ED-CBFCB84320F6}">
          <p14:sldIdLst/>
        </p14:section>
        <p14:section name="未命名的章節" id="{E524AC17-246D-4D0B-83DC-FD73FCAE255B}">
          <p14:sldIdLst>
            <p14:sldId id="256"/>
            <p14:sldId id="276"/>
            <p14:sldId id="279"/>
            <p14:sldId id="286"/>
            <p14:sldId id="288"/>
            <p14:sldId id="293"/>
            <p14:sldId id="292"/>
            <p14:sldId id="291"/>
            <p14:sldId id="280"/>
            <p14:sldId id="294"/>
            <p14:sldId id="295"/>
            <p14:sldId id="298"/>
            <p14:sldId id="299"/>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5" d="100"/>
          <a:sy n="75" d="100"/>
        </p:scale>
        <p:origin x="10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黃國峰" userId="07d7d89e1f669cb9" providerId="LiveId" clId="{D7E13699-1C50-409E-984A-872A6EE95369}"/>
    <pc:docChg chg="undo custSel addSld delSld modSld sldOrd modSection">
      <pc:chgData name="黃國峰" userId="07d7d89e1f669cb9" providerId="LiveId" clId="{D7E13699-1C50-409E-984A-872A6EE95369}" dt="2017-11-26T13:10:07.765" v="376" actId="478"/>
      <pc:docMkLst>
        <pc:docMk/>
      </pc:docMkLst>
      <pc:sldChg chg="modSp">
        <pc:chgData name="黃國峰" userId="07d7d89e1f669cb9" providerId="LiveId" clId="{D7E13699-1C50-409E-984A-872A6EE95369}" dt="2017-11-26T04:59:05.737" v="27" actId="20577"/>
        <pc:sldMkLst>
          <pc:docMk/>
          <pc:sldMk cId="3676774769" sldId="256"/>
        </pc:sldMkLst>
        <pc:spChg chg="mod">
          <ac:chgData name="黃國峰" userId="07d7d89e1f669cb9" providerId="LiveId" clId="{D7E13699-1C50-409E-984A-872A6EE95369}" dt="2017-11-26T04:58:45.029" v="13" actId="14100"/>
          <ac:spMkLst>
            <pc:docMk/>
            <pc:sldMk cId="3676774769" sldId="256"/>
            <ac:spMk id="2" creationId="{55822F15-00D1-4FDE-A019-FC933C4E2549}"/>
          </ac:spMkLst>
        </pc:spChg>
        <pc:spChg chg="mod">
          <ac:chgData name="黃國峰" userId="07d7d89e1f669cb9" providerId="LiveId" clId="{D7E13699-1C50-409E-984A-872A6EE95369}" dt="2017-11-26T04:58:36.416" v="11" actId="27636"/>
          <ac:spMkLst>
            <pc:docMk/>
            <pc:sldMk cId="3676774769" sldId="256"/>
            <ac:spMk id="3" creationId="{7ABD29E4-B887-45D9-9793-DA3B272D07C3}"/>
          </ac:spMkLst>
        </pc:spChg>
        <pc:spChg chg="mod">
          <ac:chgData name="黃國峰" userId="07d7d89e1f669cb9" providerId="LiveId" clId="{D7E13699-1C50-409E-984A-872A6EE95369}" dt="2017-11-26T04:59:05.737" v="27" actId="20577"/>
          <ac:spMkLst>
            <pc:docMk/>
            <pc:sldMk cId="3676774769" sldId="256"/>
            <ac:spMk id="4" creationId="{DBCD3618-401B-49E4-9C85-373848D9AA50}"/>
          </ac:spMkLst>
        </pc:spChg>
      </pc:sldChg>
      <pc:sldChg chg="del">
        <pc:chgData name="黃國峰" userId="07d7d89e1f669cb9" providerId="LiveId" clId="{D7E13699-1C50-409E-984A-872A6EE95369}" dt="2017-11-26T10:49:59.113" v="248" actId="2696"/>
        <pc:sldMkLst>
          <pc:docMk/>
          <pc:sldMk cId="3974577190" sldId="275"/>
        </pc:sldMkLst>
      </pc:sldChg>
      <pc:sldChg chg="modSp">
        <pc:chgData name="黃國峰" userId="07d7d89e1f669cb9" providerId="LiveId" clId="{D7E13699-1C50-409E-984A-872A6EE95369}" dt="2017-11-26T05:19:42.356" v="35" actId="27636"/>
        <pc:sldMkLst>
          <pc:docMk/>
          <pc:sldMk cId="2726883200" sldId="276"/>
        </pc:sldMkLst>
        <pc:spChg chg="mod">
          <ac:chgData name="黃國峰" userId="07d7d89e1f669cb9" providerId="LiveId" clId="{D7E13699-1C50-409E-984A-872A6EE95369}" dt="2017-11-26T05:19:42.356" v="35" actId="27636"/>
          <ac:spMkLst>
            <pc:docMk/>
            <pc:sldMk cId="2726883200" sldId="276"/>
            <ac:spMk id="3" creationId="{7DB8E5E2-9D37-4095-8A46-00A68D1D282E}"/>
          </ac:spMkLst>
        </pc:spChg>
      </pc:sldChg>
      <pc:sldChg chg="delSp modSp">
        <pc:chgData name="黃國峰" userId="07d7d89e1f669cb9" providerId="LiveId" clId="{D7E13699-1C50-409E-984A-872A6EE95369}" dt="2017-11-26T13:09:22.880" v="375" actId="20577"/>
        <pc:sldMkLst>
          <pc:docMk/>
          <pc:sldMk cId="3793489717" sldId="279"/>
        </pc:sldMkLst>
        <pc:spChg chg="mod">
          <ac:chgData name="黃國峰" userId="07d7d89e1f669cb9" providerId="LiveId" clId="{D7E13699-1C50-409E-984A-872A6EE95369}" dt="2017-11-26T05:40:26.424" v="36" actId="20577"/>
          <ac:spMkLst>
            <pc:docMk/>
            <pc:sldMk cId="3793489717" sldId="279"/>
            <ac:spMk id="2" creationId="{4A89FDF2-77A9-44DE-ADA0-6890F8B9B51D}"/>
          </ac:spMkLst>
        </pc:spChg>
        <pc:spChg chg="mod">
          <ac:chgData name="黃國峰" userId="07d7d89e1f669cb9" providerId="LiveId" clId="{D7E13699-1C50-409E-984A-872A6EE95369}" dt="2017-11-26T13:09:22.880" v="375" actId="20577"/>
          <ac:spMkLst>
            <pc:docMk/>
            <pc:sldMk cId="3793489717" sldId="279"/>
            <ac:spMk id="3" creationId="{5A9EF990-D0FA-4C90-9D12-000CB15FCEAA}"/>
          </ac:spMkLst>
        </pc:spChg>
        <pc:spChg chg="del">
          <ac:chgData name="黃國峰" userId="07d7d89e1f669cb9" providerId="LiveId" clId="{D7E13699-1C50-409E-984A-872A6EE95369}" dt="2017-11-26T05:44:05.656" v="41" actId="478"/>
          <ac:spMkLst>
            <pc:docMk/>
            <pc:sldMk cId="3793489717" sldId="279"/>
            <ac:spMk id="4" creationId="{16CE6A7F-3494-4368-9DFE-D2434AD7B686}"/>
          </ac:spMkLst>
        </pc:spChg>
      </pc:sldChg>
      <pc:sldChg chg="addSp delSp modSp">
        <pc:chgData name="黃國峰" userId="07d7d89e1f669cb9" providerId="LiveId" clId="{D7E13699-1C50-409E-984A-872A6EE95369}" dt="2017-11-26T10:49:22.109" v="239" actId="1076"/>
        <pc:sldMkLst>
          <pc:docMk/>
          <pc:sldMk cId="2032401428" sldId="280"/>
        </pc:sldMkLst>
        <pc:spChg chg="mod">
          <ac:chgData name="黃國峰" userId="07d7d89e1f669cb9" providerId="LiveId" clId="{D7E13699-1C50-409E-984A-872A6EE95369}" dt="2017-11-26T10:48:24.956" v="218" actId="1076"/>
          <ac:spMkLst>
            <pc:docMk/>
            <pc:sldMk cId="2032401428" sldId="280"/>
            <ac:spMk id="2" creationId="{26FE9784-9829-4608-9BBE-0102CF76F199}"/>
          </ac:spMkLst>
        </pc:spChg>
        <pc:spChg chg="del mod">
          <ac:chgData name="黃國峰" userId="07d7d89e1f669cb9" providerId="LiveId" clId="{D7E13699-1C50-409E-984A-872A6EE95369}" dt="2017-11-26T10:48:41.560" v="230" actId="478"/>
          <ac:spMkLst>
            <pc:docMk/>
            <pc:sldMk cId="2032401428" sldId="280"/>
            <ac:spMk id="3" creationId="{1E15C2D7-2053-4D67-B9DE-E761DD804BC4}"/>
          </ac:spMkLst>
        </pc:spChg>
        <pc:picChg chg="add mod">
          <ac:chgData name="黃國峰" userId="07d7d89e1f669cb9" providerId="LiveId" clId="{D7E13699-1C50-409E-984A-872A6EE95369}" dt="2017-11-26T10:49:22.109" v="239" actId="1076"/>
          <ac:picMkLst>
            <pc:docMk/>
            <pc:sldMk cId="2032401428" sldId="280"/>
            <ac:picMk id="4098" creationId="{6B185260-A308-4B9C-8106-B15913E7E1A6}"/>
          </ac:picMkLst>
        </pc:picChg>
        <pc:cxnChg chg="del">
          <ac:chgData name="黃國峰" userId="07d7d89e1f669cb9" providerId="LiveId" clId="{D7E13699-1C50-409E-984A-872A6EE95369}" dt="2017-11-26T10:48:39.216" v="226" actId="478"/>
          <ac:cxnSpMkLst>
            <pc:docMk/>
            <pc:sldMk cId="2032401428" sldId="280"/>
            <ac:cxnSpMk id="5" creationId="{FE86E539-A660-4CC4-AC3D-1ADA7FF8E94D}"/>
          </ac:cxnSpMkLst>
        </pc:cxnChg>
        <pc:cxnChg chg="del">
          <ac:chgData name="黃國峰" userId="07d7d89e1f669cb9" providerId="LiveId" clId="{D7E13699-1C50-409E-984A-872A6EE95369}" dt="2017-11-26T10:48:35.704" v="225" actId="478"/>
          <ac:cxnSpMkLst>
            <pc:docMk/>
            <pc:sldMk cId="2032401428" sldId="280"/>
            <ac:cxnSpMk id="9" creationId="{376170C1-6F82-4B89-B3DA-3DB009135B18}"/>
          </ac:cxnSpMkLst>
        </pc:cxnChg>
        <pc:cxnChg chg="del">
          <ac:chgData name="黃國峰" userId="07d7d89e1f669cb9" providerId="LiveId" clId="{D7E13699-1C50-409E-984A-872A6EE95369}" dt="2017-11-26T10:48:32.112" v="224" actId="478"/>
          <ac:cxnSpMkLst>
            <pc:docMk/>
            <pc:sldMk cId="2032401428" sldId="280"/>
            <ac:cxnSpMk id="10" creationId="{0F0D9A83-5680-428A-AF36-57A47A205CFB}"/>
          </ac:cxnSpMkLst>
        </pc:cxnChg>
        <pc:cxnChg chg="del">
          <ac:chgData name="黃國峰" userId="07d7d89e1f669cb9" providerId="LiveId" clId="{D7E13699-1C50-409E-984A-872A6EE95369}" dt="2017-11-26T10:48:30.537" v="221" actId="478"/>
          <ac:cxnSpMkLst>
            <pc:docMk/>
            <pc:sldMk cId="2032401428" sldId="280"/>
            <ac:cxnSpMk id="11" creationId="{798333FF-FC2F-454B-954B-2D59089C1448}"/>
          </ac:cxnSpMkLst>
        </pc:cxnChg>
        <pc:cxnChg chg="del">
          <ac:chgData name="黃國峰" userId="07d7d89e1f669cb9" providerId="LiveId" clId="{D7E13699-1C50-409E-984A-872A6EE95369}" dt="2017-11-26T10:48:40.008" v="228" actId="478"/>
          <ac:cxnSpMkLst>
            <pc:docMk/>
            <pc:sldMk cId="2032401428" sldId="280"/>
            <ac:cxnSpMk id="13" creationId="{651C9504-1A73-458B-8354-82ED2BCDB50A}"/>
          </ac:cxnSpMkLst>
        </pc:cxnChg>
        <pc:cxnChg chg="del">
          <ac:chgData name="黃國峰" userId="07d7d89e1f669cb9" providerId="LiveId" clId="{D7E13699-1C50-409E-984A-872A6EE95369}" dt="2017-11-26T10:48:39.560" v="227" actId="478"/>
          <ac:cxnSpMkLst>
            <pc:docMk/>
            <pc:sldMk cId="2032401428" sldId="280"/>
            <ac:cxnSpMk id="14" creationId="{2CEF0405-DD01-42D1-B6B8-CBC66F59291B}"/>
          </ac:cxnSpMkLst>
        </pc:cxnChg>
        <pc:cxnChg chg="del">
          <ac:chgData name="黃國峰" userId="07d7d89e1f669cb9" providerId="LiveId" clId="{D7E13699-1C50-409E-984A-872A6EE95369}" dt="2017-11-26T10:48:31.296" v="222" actId="478"/>
          <ac:cxnSpMkLst>
            <pc:docMk/>
            <pc:sldMk cId="2032401428" sldId="280"/>
            <ac:cxnSpMk id="15" creationId="{14D403AE-FAC8-4945-BC12-60902B3CD17F}"/>
          </ac:cxnSpMkLst>
        </pc:cxnChg>
        <pc:cxnChg chg="del">
          <ac:chgData name="黃國峰" userId="07d7d89e1f669cb9" providerId="LiveId" clId="{D7E13699-1C50-409E-984A-872A6EE95369}" dt="2017-11-26T10:48:40.336" v="229" actId="478"/>
          <ac:cxnSpMkLst>
            <pc:docMk/>
            <pc:sldMk cId="2032401428" sldId="280"/>
            <ac:cxnSpMk id="16" creationId="{12DB25D2-AA78-4BAF-A92A-58BA0B866165}"/>
          </ac:cxnSpMkLst>
        </pc:cxnChg>
        <pc:cxnChg chg="del">
          <ac:chgData name="黃國峰" userId="07d7d89e1f669cb9" providerId="LiveId" clId="{D7E13699-1C50-409E-984A-872A6EE95369}" dt="2017-11-26T10:48:31.664" v="223" actId="478"/>
          <ac:cxnSpMkLst>
            <pc:docMk/>
            <pc:sldMk cId="2032401428" sldId="280"/>
            <ac:cxnSpMk id="17" creationId="{89A34BDB-02EC-4DBD-A157-6040DEED04A9}"/>
          </ac:cxnSpMkLst>
        </pc:cxnChg>
      </pc:sldChg>
      <pc:sldChg chg="del">
        <pc:chgData name="黃國峰" userId="07d7d89e1f669cb9" providerId="LiveId" clId="{D7E13699-1C50-409E-984A-872A6EE95369}" dt="2017-11-26T10:49:52.987" v="243" actId="2696"/>
        <pc:sldMkLst>
          <pc:docMk/>
          <pc:sldMk cId="2039331011" sldId="281"/>
        </pc:sldMkLst>
      </pc:sldChg>
      <pc:sldChg chg="del">
        <pc:chgData name="黃國峰" userId="07d7d89e1f669cb9" providerId="LiveId" clId="{D7E13699-1C50-409E-984A-872A6EE95369}" dt="2017-11-26T10:49:58.818" v="244" actId="2696"/>
        <pc:sldMkLst>
          <pc:docMk/>
          <pc:sldMk cId="1085941228" sldId="282"/>
        </pc:sldMkLst>
      </pc:sldChg>
      <pc:sldChg chg="del">
        <pc:chgData name="黃國峰" userId="07d7d89e1f669cb9" providerId="LiveId" clId="{D7E13699-1C50-409E-984A-872A6EE95369}" dt="2017-11-26T10:49:59.056" v="246" actId="2696"/>
        <pc:sldMkLst>
          <pc:docMk/>
          <pc:sldMk cId="1081170637" sldId="284"/>
        </pc:sldMkLst>
      </pc:sldChg>
      <pc:sldChg chg="addSp modSp">
        <pc:chgData name="黃國峰" userId="07d7d89e1f669cb9" providerId="LiveId" clId="{D7E13699-1C50-409E-984A-872A6EE95369}" dt="2017-11-26T10:49:36.957" v="242" actId="14100"/>
        <pc:sldMkLst>
          <pc:docMk/>
          <pc:sldMk cId="333944553" sldId="286"/>
        </pc:sldMkLst>
        <pc:spChg chg="mod">
          <ac:chgData name="黃國峰" userId="07d7d89e1f669cb9" providerId="LiveId" clId="{D7E13699-1C50-409E-984A-872A6EE95369}" dt="2017-11-26T05:48:09.152" v="86" actId="14100"/>
          <ac:spMkLst>
            <pc:docMk/>
            <pc:sldMk cId="333944553" sldId="286"/>
            <ac:spMk id="2" creationId="{FCA3B093-AFA3-48FB-8101-11F8ACA668E7}"/>
          </ac:spMkLst>
        </pc:spChg>
        <pc:spChg chg="mod">
          <ac:chgData name="黃國峰" userId="07d7d89e1f669cb9" providerId="LiveId" clId="{D7E13699-1C50-409E-984A-872A6EE95369}" dt="2017-11-26T05:47:44.041" v="83" actId="27636"/>
          <ac:spMkLst>
            <pc:docMk/>
            <pc:sldMk cId="333944553" sldId="286"/>
            <ac:spMk id="3" creationId="{0B662F05-00A5-41B8-92FD-C27A6F471347}"/>
          </ac:spMkLst>
        </pc:spChg>
        <pc:picChg chg="add mod">
          <ac:chgData name="黃國峰" userId="07d7d89e1f669cb9" providerId="LiveId" clId="{D7E13699-1C50-409E-984A-872A6EE95369}" dt="2017-11-26T10:49:36.957" v="242" actId="14100"/>
          <ac:picMkLst>
            <pc:docMk/>
            <pc:sldMk cId="333944553" sldId="286"/>
            <ac:picMk id="1026" creationId="{73E341A1-A0E5-4B74-8AD4-8EA918654D98}"/>
          </ac:picMkLst>
        </pc:picChg>
      </pc:sldChg>
      <pc:sldChg chg="addSp delSp modSp">
        <pc:chgData name="黃國峰" userId="07d7d89e1f669cb9" providerId="LiveId" clId="{D7E13699-1C50-409E-984A-872A6EE95369}" dt="2017-11-26T10:49:30.057" v="241" actId="14100"/>
        <pc:sldMkLst>
          <pc:docMk/>
          <pc:sldMk cId="615137983" sldId="288"/>
        </pc:sldMkLst>
        <pc:spChg chg="mod">
          <ac:chgData name="黃國峰" userId="07d7d89e1f669cb9" providerId="LiveId" clId="{D7E13699-1C50-409E-984A-872A6EE95369}" dt="2017-11-26T05:52:07.245" v="87" actId="14100"/>
          <ac:spMkLst>
            <pc:docMk/>
            <pc:sldMk cId="615137983" sldId="288"/>
            <ac:spMk id="2" creationId="{3BE23136-9EA0-4FAB-A513-C087268DF54F}"/>
          </ac:spMkLst>
        </pc:spChg>
        <pc:spChg chg="del mod">
          <ac:chgData name="黃國峰" userId="07d7d89e1f669cb9" providerId="LiveId" clId="{D7E13699-1C50-409E-984A-872A6EE95369}" dt="2017-11-26T05:55:34.640" v="104" actId="3680"/>
          <ac:spMkLst>
            <pc:docMk/>
            <pc:sldMk cId="615137983" sldId="288"/>
            <ac:spMk id="3" creationId="{EAA8A59E-C5B9-43CB-9AF1-941EA43033A9}"/>
          </ac:spMkLst>
        </pc:spChg>
        <pc:spChg chg="add del mod">
          <ac:chgData name="黃國峰" userId="07d7d89e1f669cb9" providerId="LiveId" clId="{D7E13699-1C50-409E-984A-872A6EE95369}" dt="2017-11-26T05:59:14.743" v="197" actId="478"/>
          <ac:spMkLst>
            <pc:docMk/>
            <pc:sldMk cId="615137983" sldId="288"/>
            <ac:spMk id="6" creationId="{53ADCFFA-8B97-49E9-8B26-6E787481D564}"/>
          </ac:spMkLst>
        </pc:spChg>
        <pc:spChg chg="add del mod">
          <ac:chgData name="黃國峰" userId="07d7d89e1f669cb9" providerId="LiveId" clId="{D7E13699-1C50-409E-984A-872A6EE95369}" dt="2017-11-26T05:59:29.480" v="201" actId="478"/>
          <ac:spMkLst>
            <pc:docMk/>
            <pc:sldMk cId="615137983" sldId="288"/>
            <ac:spMk id="8" creationId="{2FE20966-9192-4518-862A-6B4D3FF4DC38}"/>
          </ac:spMkLst>
        </pc:spChg>
        <pc:spChg chg="add del mod">
          <ac:chgData name="黃國峰" userId="07d7d89e1f669cb9" providerId="LiveId" clId="{D7E13699-1C50-409E-984A-872A6EE95369}" dt="2017-11-26T05:59:58.374" v="207" actId="478"/>
          <ac:spMkLst>
            <pc:docMk/>
            <pc:sldMk cId="615137983" sldId="288"/>
            <ac:spMk id="10" creationId="{E04DB39C-38A6-4605-AC49-740448EAE5AD}"/>
          </ac:spMkLst>
        </pc:spChg>
        <pc:spChg chg="add del mod">
          <ac:chgData name="黃國峰" userId="07d7d89e1f669cb9" providerId="LiveId" clId="{D7E13699-1C50-409E-984A-872A6EE95369}" dt="2017-11-26T06:02:54.877" v="209" actId="14100"/>
          <ac:spMkLst>
            <pc:docMk/>
            <pc:sldMk cId="615137983" sldId="288"/>
            <ac:spMk id="12" creationId="{8D782C4B-3CB3-4775-ABDA-2F4A301125C2}"/>
          </ac:spMkLst>
        </pc:spChg>
        <pc:graphicFrameChg chg="add del mod modGraphic">
          <ac:chgData name="黃國峰" userId="07d7d89e1f669cb9" providerId="LiveId" clId="{D7E13699-1C50-409E-984A-872A6EE95369}" dt="2017-11-26T06:02:53.768" v="208" actId="478"/>
          <ac:graphicFrameMkLst>
            <pc:docMk/>
            <pc:sldMk cId="615137983" sldId="288"/>
            <ac:graphicFrameMk id="4" creationId="{E80288C5-E60C-4FF5-97C3-7CFB67EC85C3}"/>
          </ac:graphicFrameMkLst>
        </pc:graphicFrameChg>
        <pc:graphicFrameChg chg="add mod modGraphic">
          <ac:chgData name="黃國峰" userId="07d7d89e1f669cb9" providerId="LiveId" clId="{D7E13699-1C50-409E-984A-872A6EE95369}" dt="2017-11-26T10:49:30.057" v="241" actId="14100"/>
          <ac:graphicFrameMkLst>
            <pc:docMk/>
            <pc:sldMk cId="615137983" sldId="288"/>
            <ac:graphicFrameMk id="13" creationId="{5ABA8D7B-F7C2-4FE5-8B18-7BDA1E7BD426}"/>
          </ac:graphicFrameMkLst>
        </pc:graphicFrameChg>
      </pc:sldChg>
      <pc:sldChg chg="del">
        <pc:chgData name="黃國峰" userId="07d7d89e1f669cb9" providerId="LiveId" clId="{D7E13699-1C50-409E-984A-872A6EE95369}" dt="2017-11-26T10:49:59.099" v="247" actId="2696"/>
        <pc:sldMkLst>
          <pc:docMk/>
          <pc:sldMk cId="1475886882" sldId="289"/>
        </pc:sldMkLst>
      </pc:sldChg>
      <pc:sldChg chg="del">
        <pc:chgData name="黃國峰" userId="07d7d89e1f669cb9" providerId="LiveId" clId="{D7E13699-1C50-409E-984A-872A6EE95369}" dt="2017-11-26T10:49:58.930" v="245" actId="2696"/>
        <pc:sldMkLst>
          <pc:docMk/>
          <pc:sldMk cId="1278761415" sldId="290"/>
        </pc:sldMkLst>
      </pc:sldChg>
      <pc:sldChg chg="addSp delSp modSp add ord">
        <pc:chgData name="黃國峰" userId="07d7d89e1f669cb9" providerId="LiveId" clId="{D7E13699-1C50-409E-984A-872A6EE95369}" dt="2017-11-26T11:19:48.924" v="254" actId="478"/>
        <pc:sldMkLst>
          <pc:docMk/>
          <pc:sldMk cId="372446211" sldId="291"/>
        </pc:sldMkLst>
        <pc:spChg chg="mod">
          <ac:chgData name="黃國峰" userId="07d7d89e1f669cb9" providerId="LiveId" clId="{D7E13699-1C50-409E-984A-872A6EE95369}" dt="2017-11-26T10:50:09.728" v="253" actId="20577"/>
          <ac:spMkLst>
            <pc:docMk/>
            <pc:sldMk cId="372446211" sldId="291"/>
            <ac:spMk id="2" creationId="{2558D706-611E-40C4-A4B8-99711D127AB9}"/>
          </ac:spMkLst>
        </pc:spChg>
        <pc:spChg chg="del">
          <ac:chgData name="黃國峰" userId="07d7d89e1f669cb9" providerId="LiveId" clId="{D7E13699-1C50-409E-984A-872A6EE95369}" dt="2017-11-26T10:45:25.622" v="211" actId="478"/>
          <ac:spMkLst>
            <pc:docMk/>
            <pc:sldMk cId="372446211" sldId="291"/>
            <ac:spMk id="3" creationId="{77BDEA5A-C5B2-454C-B209-C20A860A6B6C}"/>
          </ac:spMkLst>
        </pc:spChg>
        <pc:spChg chg="add del mod">
          <ac:chgData name="黃國峰" userId="07d7d89e1f669cb9" providerId="LiveId" clId="{D7E13699-1C50-409E-984A-872A6EE95369}" dt="2017-11-26T10:45:51.532" v="213" actId="478"/>
          <ac:spMkLst>
            <pc:docMk/>
            <pc:sldMk cId="372446211" sldId="291"/>
            <ac:spMk id="5" creationId="{D2FC4F49-FD8C-4D96-8486-D5BD2D3E0097}"/>
          </ac:spMkLst>
        </pc:spChg>
        <pc:picChg chg="add mod">
          <ac:chgData name="黃國峰" userId="07d7d89e1f669cb9" providerId="LiveId" clId="{D7E13699-1C50-409E-984A-872A6EE95369}" dt="2017-11-26T10:46:18.319" v="217" actId="14100"/>
          <ac:picMkLst>
            <pc:docMk/>
            <pc:sldMk cId="372446211" sldId="291"/>
            <ac:picMk id="7" creationId="{3A05D4DB-EAE0-4C9B-AE30-8483C8E398FD}"/>
          </ac:picMkLst>
        </pc:picChg>
        <pc:picChg chg="add del">
          <ac:chgData name="黃國峰" userId="07d7d89e1f669cb9" providerId="LiveId" clId="{D7E13699-1C50-409E-984A-872A6EE95369}" dt="2017-11-26T10:45:47.233" v="212" actId="478"/>
          <ac:picMkLst>
            <pc:docMk/>
            <pc:sldMk cId="372446211" sldId="291"/>
            <ac:picMk id="3074" creationId="{C95466C0-02B7-4224-83C6-D7A9ABB58391}"/>
          </ac:picMkLst>
        </pc:picChg>
      </pc:sldChg>
      <pc:sldChg chg="modSp add ord">
        <pc:chgData name="黃國峰" userId="07d7d89e1f669cb9" providerId="LiveId" clId="{D7E13699-1C50-409E-984A-872A6EE95369}" dt="2017-11-26T11:34:46.978" v="291" actId="478"/>
        <pc:sldMkLst>
          <pc:docMk/>
          <pc:sldMk cId="4260090449" sldId="292"/>
        </pc:sldMkLst>
        <pc:spChg chg="mod">
          <ac:chgData name="黃國峰" userId="07d7d89e1f669cb9" providerId="LiveId" clId="{D7E13699-1C50-409E-984A-872A6EE95369}" dt="2017-11-26T11:24:52.417" v="257" actId="478"/>
          <ac:spMkLst>
            <pc:docMk/>
            <pc:sldMk cId="4260090449" sldId="292"/>
            <ac:spMk id="2" creationId="{9BB8FE78-ECAA-429E-9D04-B282A1A828D5}"/>
          </ac:spMkLst>
        </pc:spChg>
        <pc:spChg chg="mod">
          <ac:chgData name="黃國峰" userId="07d7d89e1f669cb9" providerId="LiveId" clId="{D7E13699-1C50-409E-984A-872A6EE95369}" dt="2017-11-26T11:34:46.978" v="291" actId="478"/>
          <ac:spMkLst>
            <pc:docMk/>
            <pc:sldMk cId="4260090449" sldId="292"/>
            <ac:spMk id="3" creationId="{AB12BAFE-D968-48F0-A6E7-6CE4EC598BE4}"/>
          </ac:spMkLst>
        </pc:spChg>
      </pc:sldChg>
      <pc:sldChg chg="modSp add">
        <pc:chgData name="黃國峰" userId="07d7d89e1f669cb9" providerId="LiveId" clId="{D7E13699-1C50-409E-984A-872A6EE95369}" dt="2017-11-26T11:30:59.525" v="287" actId="20577"/>
        <pc:sldMkLst>
          <pc:docMk/>
          <pc:sldMk cId="3773051330" sldId="293"/>
        </pc:sldMkLst>
        <pc:spChg chg="mod">
          <ac:chgData name="黃國峰" userId="07d7d89e1f669cb9" providerId="LiveId" clId="{D7E13699-1C50-409E-984A-872A6EE95369}" dt="2017-11-26T11:29:51.215" v="274" actId="20577"/>
          <ac:spMkLst>
            <pc:docMk/>
            <pc:sldMk cId="3773051330" sldId="293"/>
            <ac:spMk id="2" creationId="{66F99361-0056-4385-83B2-3FC01E0E91EA}"/>
          </ac:spMkLst>
        </pc:spChg>
        <pc:spChg chg="mod">
          <ac:chgData name="黃國峰" userId="07d7d89e1f669cb9" providerId="LiveId" clId="{D7E13699-1C50-409E-984A-872A6EE95369}" dt="2017-11-26T11:30:59.525" v="287" actId="20577"/>
          <ac:spMkLst>
            <pc:docMk/>
            <pc:sldMk cId="3773051330" sldId="293"/>
            <ac:spMk id="3" creationId="{B7475370-B300-4AEA-973B-C81F04A75B7C}"/>
          </ac:spMkLst>
        </pc:spChg>
      </pc:sldChg>
      <pc:sldChg chg="addSp modSp add">
        <pc:chgData name="黃國峰" userId="07d7d89e1f669cb9" providerId="LiveId" clId="{D7E13699-1C50-409E-984A-872A6EE95369}" dt="2017-11-26T12:24:21.576" v="305" actId="14100"/>
        <pc:sldMkLst>
          <pc:docMk/>
          <pc:sldMk cId="3414103663" sldId="294"/>
        </pc:sldMkLst>
        <pc:spChg chg="mod">
          <ac:chgData name="黃國峰" userId="07d7d89e1f669cb9" providerId="LiveId" clId="{D7E13699-1C50-409E-984A-872A6EE95369}" dt="2017-11-26T12:21:09.305" v="295" actId="20577"/>
          <ac:spMkLst>
            <pc:docMk/>
            <pc:sldMk cId="3414103663" sldId="294"/>
            <ac:spMk id="2" creationId="{AB57D0F0-5E68-4CBF-BC91-DA6A38E77918}"/>
          </ac:spMkLst>
        </pc:spChg>
        <pc:spChg chg="mod">
          <ac:chgData name="黃國峰" userId="07d7d89e1f669cb9" providerId="LiveId" clId="{D7E13699-1C50-409E-984A-872A6EE95369}" dt="2017-11-26T12:22:30.372" v="297" actId="20577"/>
          <ac:spMkLst>
            <pc:docMk/>
            <pc:sldMk cId="3414103663" sldId="294"/>
            <ac:spMk id="3" creationId="{1509A55B-97EF-4A56-A7FD-54CF5BCC8EA4}"/>
          </ac:spMkLst>
        </pc:spChg>
        <pc:picChg chg="add mod">
          <ac:chgData name="黃國峰" userId="07d7d89e1f669cb9" providerId="LiveId" clId="{D7E13699-1C50-409E-984A-872A6EE95369}" dt="2017-11-26T12:23:03.616" v="299" actId="1076"/>
          <ac:picMkLst>
            <pc:docMk/>
            <pc:sldMk cId="3414103663" sldId="294"/>
            <ac:picMk id="5" creationId="{DD25E5A4-A658-4579-8856-DDFEB03577A1}"/>
          </ac:picMkLst>
        </pc:picChg>
        <pc:picChg chg="add mod">
          <ac:chgData name="黃國峰" userId="07d7d89e1f669cb9" providerId="LiveId" clId="{D7E13699-1C50-409E-984A-872A6EE95369}" dt="2017-11-26T12:24:21.576" v="305" actId="14100"/>
          <ac:picMkLst>
            <pc:docMk/>
            <pc:sldMk cId="3414103663" sldId="294"/>
            <ac:picMk id="7" creationId="{A1996813-64DE-49E5-BE04-F8274C803114}"/>
          </ac:picMkLst>
        </pc:picChg>
      </pc:sldChg>
      <pc:sldChg chg="addSp delSp modSp add">
        <pc:chgData name="黃國峰" userId="07d7d89e1f669cb9" providerId="LiveId" clId="{D7E13699-1C50-409E-984A-872A6EE95369}" dt="2017-11-26T13:10:07.765" v="376" actId="478"/>
        <pc:sldMkLst>
          <pc:docMk/>
          <pc:sldMk cId="1648902678" sldId="295"/>
        </pc:sldMkLst>
        <pc:spChg chg="mod">
          <ac:chgData name="黃國峰" userId="07d7d89e1f669cb9" providerId="LiveId" clId="{D7E13699-1C50-409E-984A-872A6EE95369}" dt="2017-11-26T12:24:54.280" v="309" actId="1076"/>
          <ac:spMkLst>
            <pc:docMk/>
            <pc:sldMk cId="1648902678" sldId="295"/>
            <ac:spMk id="2" creationId="{1335DF35-9966-49F5-8655-482B0BEDA734}"/>
          </ac:spMkLst>
        </pc:spChg>
        <pc:spChg chg="del">
          <ac:chgData name="黃國峰" userId="07d7d89e1f669cb9" providerId="LiveId" clId="{D7E13699-1C50-409E-984A-872A6EE95369}" dt="2017-11-26T12:24:48.662" v="307" actId="1076"/>
          <ac:spMkLst>
            <pc:docMk/>
            <pc:sldMk cId="1648902678" sldId="295"/>
            <ac:spMk id="3" creationId="{0597BA8F-FC26-49D3-ADB5-9B8373DED0DD}"/>
          </ac:spMkLst>
        </pc:spChg>
        <pc:spChg chg="add del mod">
          <ac:chgData name="黃國峰" userId="07d7d89e1f669cb9" providerId="LiveId" clId="{D7E13699-1C50-409E-984A-872A6EE95369}" dt="2017-11-26T13:10:07.765" v="376" actId="478"/>
          <ac:spMkLst>
            <pc:docMk/>
            <pc:sldMk cId="1648902678" sldId="295"/>
            <ac:spMk id="5" creationId="{BAF87A3E-4A1F-43EB-B041-388E1EE3F31E}"/>
          </ac:spMkLst>
        </pc:spChg>
        <pc:spChg chg="add mod">
          <ac:chgData name="黃國峰" userId="07d7d89e1f669cb9" providerId="LiveId" clId="{D7E13699-1C50-409E-984A-872A6EE95369}" dt="2017-11-26T12:50:09.100" v="350" actId="1076"/>
          <ac:spMkLst>
            <pc:docMk/>
            <pc:sldMk cId="1648902678" sldId="295"/>
            <ac:spMk id="7" creationId="{7728C8CA-0385-49CD-8F81-C705CEB4F512}"/>
          </ac:spMkLst>
        </pc:spChg>
        <pc:spChg chg="add mod">
          <ac:chgData name="黃國峰" userId="07d7d89e1f669cb9" providerId="LiveId" clId="{D7E13699-1C50-409E-984A-872A6EE95369}" dt="2017-11-26T12:25:53.912" v="320" actId="1076"/>
          <ac:spMkLst>
            <pc:docMk/>
            <pc:sldMk cId="1648902678" sldId="295"/>
            <ac:spMk id="8" creationId="{085D4F18-F982-44EB-A41E-69F2B763249E}"/>
          </ac:spMkLst>
        </pc:spChg>
        <pc:graphicFrameChg chg="add mod">
          <ac:chgData name="黃國峰" userId="07d7d89e1f669cb9" providerId="LiveId" clId="{D7E13699-1C50-409E-984A-872A6EE95369}" dt="2017-11-26T12:24:50.902" v="308" actId="1076"/>
          <ac:graphicFrameMkLst>
            <pc:docMk/>
            <pc:sldMk cId="1648902678" sldId="295"/>
            <ac:graphicFrameMk id="4" creationId="{48EEE4B6-4CEA-416E-88ED-6A55CBACF760}"/>
          </ac:graphicFrameMkLst>
        </pc:graphicFrameChg>
        <pc:graphicFrameChg chg="add mod modGraphic">
          <ac:chgData name="黃國峰" userId="07d7d89e1f669cb9" providerId="LiveId" clId="{D7E13699-1C50-409E-984A-872A6EE95369}" dt="2017-11-26T12:50:02.820" v="348" actId="1076"/>
          <ac:graphicFrameMkLst>
            <pc:docMk/>
            <pc:sldMk cId="1648902678" sldId="295"/>
            <ac:graphicFrameMk id="6" creationId="{205BC7E8-7A68-491F-AB0D-B3FDD9AD1A05}"/>
          </ac:graphicFrameMkLst>
        </pc:graphicFrameChg>
      </pc:sldChg>
      <pc:sldChg chg="addSp delSp modSp add">
        <pc:chgData name="黃國峰" userId="07d7d89e1f669cb9" providerId="LiveId" clId="{D7E13699-1C50-409E-984A-872A6EE95369}" dt="2017-11-26T12:51:46.874" v="357" actId="478"/>
        <pc:sldMkLst>
          <pc:docMk/>
          <pc:sldMk cId="3528316713" sldId="296"/>
        </pc:sldMkLst>
        <pc:spChg chg="mod">
          <ac:chgData name="黃國峰" userId="07d7d89e1f669cb9" providerId="LiveId" clId="{D7E13699-1C50-409E-984A-872A6EE95369}" dt="2017-11-26T12:51:26.524" v="355" actId="478"/>
          <ac:spMkLst>
            <pc:docMk/>
            <pc:sldMk cId="3528316713" sldId="296"/>
            <ac:spMk id="2" creationId="{66C73D15-0514-4DF8-86DB-9C71AC25DE41}"/>
          </ac:spMkLst>
        </pc:spChg>
        <pc:spChg chg="del mod">
          <ac:chgData name="黃國峰" userId="07d7d89e1f669cb9" providerId="LiveId" clId="{D7E13699-1C50-409E-984A-872A6EE95369}" dt="2017-11-26T12:46:21.813" v="325" actId="478"/>
          <ac:spMkLst>
            <pc:docMk/>
            <pc:sldMk cId="3528316713" sldId="296"/>
            <ac:spMk id="3" creationId="{1EBC7C2F-877C-4DE6-AF8F-0512C01AFA02}"/>
          </ac:spMkLst>
        </pc:spChg>
        <pc:spChg chg="add del mod">
          <ac:chgData name="黃國峰" userId="07d7d89e1f669cb9" providerId="LiveId" clId="{D7E13699-1C50-409E-984A-872A6EE95369}" dt="2017-11-26T12:47:06.296" v="334" actId="478"/>
          <ac:spMkLst>
            <pc:docMk/>
            <pc:sldMk cId="3528316713" sldId="296"/>
            <ac:spMk id="5" creationId="{89959A64-107E-41BB-8B1B-EE678B2AC323}"/>
          </ac:spMkLst>
        </pc:spChg>
        <pc:spChg chg="add mod">
          <ac:chgData name="黃國峰" userId="07d7d89e1f669cb9" providerId="LiveId" clId="{D7E13699-1C50-409E-984A-872A6EE95369}" dt="2017-11-26T12:51:46.874" v="357" actId="478"/>
          <ac:spMkLst>
            <pc:docMk/>
            <pc:sldMk cId="3528316713" sldId="296"/>
            <ac:spMk id="6" creationId="{BEC62E69-13C0-4DEE-9694-B901E030D50E}"/>
          </ac:spMkLst>
        </pc:spChg>
        <pc:graphicFrameChg chg="add mod modGraphic">
          <ac:chgData name="黃國峰" userId="07d7d89e1f669cb9" providerId="LiveId" clId="{D7E13699-1C50-409E-984A-872A6EE95369}" dt="2017-11-26T12:51:05.435" v="351" actId="1076"/>
          <ac:graphicFrameMkLst>
            <pc:docMk/>
            <pc:sldMk cId="3528316713" sldId="296"/>
            <ac:graphicFrameMk id="4" creationId="{C3902B0F-7029-47C7-8B98-692BD4A5C7AB}"/>
          </ac:graphicFrameMkLst>
        </pc:graphicFrameChg>
      </pc:sldChg>
      <pc:sldChg chg="modSp add">
        <pc:chgData name="黃國峰" userId="07d7d89e1f669cb9" providerId="LiveId" clId="{D7E13699-1C50-409E-984A-872A6EE95369}" dt="2017-11-26T12:57:00.975" v="369" actId="478"/>
        <pc:sldMkLst>
          <pc:docMk/>
          <pc:sldMk cId="2034910230" sldId="297"/>
        </pc:sldMkLst>
        <pc:spChg chg="mod">
          <ac:chgData name="黃國峰" userId="07d7d89e1f669cb9" providerId="LiveId" clId="{D7E13699-1C50-409E-984A-872A6EE95369}" dt="2017-11-26T12:57:00.975" v="369" actId="478"/>
          <ac:spMkLst>
            <pc:docMk/>
            <pc:sldMk cId="2034910230" sldId="297"/>
            <ac:spMk id="2" creationId="{57BCEB30-271C-461F-8D4A-934B2BBE8132}"/>
          </ac:spMkLst>
        </pc:spChg>
        <pc:spChg chg="mod">
          <ac:chgData name="黃國峰" userId="07d7d89e1f669cb9" providerId="LiveId" clId="{D7E13699-1C50-409E-984A-872A6EE95369}" dt="2017-11-26T12:56:50.027" v="368" actId="478"/>
          <ac:spMkLst>
            <pc:docMk/>
            <pc:sldMk cId="2034910230" sldId="297"/>
            <ac:spMk id="3" creationId="{42E14AD2-998F-4D36-A74B-319B88967904}"/>
          </ac:spMkLst>
        </pc:spChg>
      </pc:sldChg>
    </pc:docChg>
  </pc:docChgLst>
  <pc:docChgLst>
    <pc:chgData name="黃國峰" userId="07d7d89e1f669cb9" providerId="LiveId" clId="{9BB67EFE-CA73-4D31-92CA-DFD98D1BF03B}"/>
    <pc:docChg chg="undo custSel addSld modSld sldOrd delSection">
      <pc:chgData name="黃國峰" userId="07d7d89e1f669cb9" providerId="LiveId" clId="{9BB67EFE-CA73-4D31-92CA-DFD98D1BF03B}" dt="2017-10-16T15:11:20.554" v="1661"/>
      <pc:docMkLst>
        <pc:docMk/>
      </pc:docMkLst>
      <pc:sldChg chg="addSp modSp">
        <pc:chgData name="黃國峰" userId="07d7d89e1f669cb9" providerId="LiveId" clId="{9BB67EFE-CA73-4D31-92CA-DFD98D1BF03B}" dt="2017-10-02T14:05:46.517" v="1089" actId="1076"/>
        <pc:sldMkLst>
          <pc:docMk/>
          <pc:sldMk cId="3676774769" sldId="256"/>
        </pc:sldMkLst>
        <pc:spChg chg="mod">
          <ac:chgData name="黃國峰" userId="07d7d89e1f669cb9" providerId="LiveId" clId="{9BB67EFE-CA73-4D31-92CA-DFD98D1BF03B}" dt="2017-10-02T12:29:53.183" v="763" actId="20577"/>
          <ac:spMkLst>
            <pc:docMk/>
            <pc:sldMk cId="3676774769" sldId="256"/>
            <ac:spMk id="3" creationId="{7ABD29E4-B887-45D9-9793-DA3B272D07C3}"/>
          </ac:spMkLst>
        </pc:spChg>
        <pc:spChg chg="add mod">
          <ac:chgData name="黃國峰" userId="07d7d89e1f669cb9" providerId="LiveId" clId="{9BB67EFE-CA73-4D31-92CA-DFD98D1BF03B}" dt="2017-10-02T14:05:46.517" v="1089" actId="1076"/>
          <ac:spMkLst>
            <pc:docMk/>
            <pc:sldMk cId="3676774769" sldId="256"/>
            <ac:spMk id="4" creationId="{DBCD3618-401B-49E4-9C85-373848D9AA50}"/>
          </ac:spMkLst>
        </pc:spChg>
      </pc:sldChg>
      <pc:sldChg chg="modSp">
        <pc:chgData name="黃國峰" userId="07d7d89e1f669cb9" providerId="LiveId" clId="{9BB67EFE-CA73-4D31-92CA-DFD98D1BF03B}" dt="2017-10-16T12:24:26.791" v="1113" actId="20577"/>
        <pc:sldMkLst>
          <pc:docMk/>
          <pc:sldMk cId="4073207480" sldId="257"/>
        </pc:sldMkLst>
        <pc:spChg chg="mod">
          <ac:chgData name="黃國峰" userId="07d7d89e1f669cb9" providerId="LiveId" clId="{9BB67EFE-CA73-4D31-92CA-DFD98D1BF03B}" dt="2017-10-16T12:19:40.591" v="1097" actId="20577"/>
          <ac:spMkLst>
            <pc:docMk/>
            <pc:sldMk cId="4073207480" sldId="257"/>
            <ac:spMk id="2" creationId="{5881D169-59D5-42C4-B98C-708A2898E2D1}"/>
          </ac:spMkLst>
        </pc:spChg>
        <pc:spChg chg="mod">
          <ac:chgData name="黃國峰" userId="07d7d89e1f669cb9" providerId="LiveId" clId="{9BB67EFE-CA73-4D31-92CA-DFD98D1BF03B}" dt="2017-10-16T12:24:26.791" v="1113" actId="20577"/>
          <ac:spMkLst>
            <pc:docMk/>
            <pc:sldMk cId="4073207480" sldId="257"/>
            <ac:spMk id="3" creationId="{526056E5-2289-4D88-AAC0-00A2AA49AB58}"/>
          </ac:spMkLst>
        </pc:spChg>
      </pc:sldChg>
      <pc:sldChg chg="modSp">
        <pc:chgData name="黃國峰" userId="07d7d89e1f669cb9" providerId="LiveId" clId="{9BB67EFE-CA73-4D31-92CA-DFD98D1BF03B}" dt="2017-10-16T12:53:26.755" v="1171" actId="20577"/>
        <pc:sldMkLst>
          <pc:docMk/>
          <pc:sldMk cId="1896180967" sldId="258"/>
        </pc:sldMkLst>
        <pc:spChg chg="mod">
          <ac:chgData name="黃國峰" userId="07d7d89e1f669cb9" providerId="LiveId" clId="{9BB67EFE-CA73-4D31-92CA-DFD98D1BF03B}" dt="2017-10-16T12:19:46.127" v="1098" actId="20577"/>
          <ac:spMkLst>
            <pc:docMk/>
            <pc:sldMk cId="1896180967" sldId="258"/>
            <ac:spMk id="2" creationId="{B9B02DBC-D13E-474A-B7EE-DB0AB1A9A577}"/>
          </ac:spMkLst>
        </pc:spChg>
        <pc:spChg chg="mod">
          <ac:chgData name="黃國峰" userId="07d7d89e1f669cb9" providerId="LiveId" clId="{9BB67EFE-CA73-4D31-92CA-DFD98D1BF03B}" dt="2017-10-16T12:53:26.755" v="1171" actId="20577"/>
          <ac:spMkLst>
            <pc:docMk/>
            <pc:sldMk cId="1896180967" sldId="258"/>
            <ac:spMk id="3" creationId="{287AB693-6FF6-4C8A-9E7A-43DD5FEEBB52}"/>
          </ac:spMkLst>
        </pc:spChg>
      </pc:sldChg>
      <pc:sldChg chg="modSp add">
        <pc:chgData name="黃國峰" userId="07d7d89e1f669cb9" providerId="LiveId" clId="{9BB67EFE-CA73-4D31-92CA-DFD98D1BF03B}" dt="2017-10-16T12:20:59.415" v="1101" actId="20577"/>
        <pc:sldMkLst>
          <pc:docMk/>
          <pc:sldMk cId="22298341" sldId="259"/>
        </pc:sldMkLst>
        <pc:spChg chg="mod">
          <ac:chgData name="黃國峰" userId="07d7d89e1f669cb9" providerId="LiveId" clId="{9BB67EFE-CA73-4D31-92CA-DFD98D1BF03B}" dt="2017-10-02T05:54:56.795" v="3" actId="5793"/>
          <ac:spMkLst>
            <pc:docMk/>
            <pc:sldMk cId="22298341" sldId="259"/>
            <ac:spMk id="2" creationId="{A8EFF39F-15D1-4D51-9E51-59054DA6966D}"/>
          </ac:spMkLst>
        </pc:spChg>
        <pc:spChg chg="mod">
          <ac:chgData name="黃國峰" userId="07d7d89e1f669cb9" providerId="LiveId" clId="{9BB67EFE-CA73-4D31-92CA-DFD98D1BF03B}" dt="2017-10-16T12:20:59.415" v="1101" actId="20577"/>
          <ac:spMkLst>
            <pc:docMk/>
            <pc:sldMk cId="22298341" sldId="259"/>
            <ac:spMk id="3" creationId="{CE1ECCE3-E6FB-411B-A843-8EF14B494290}"/>
          </ac:spMkLst>
        </pc:spChg>
      </pc:sldChg>
      <pc:sldChg chg="modSp add">
        <pc:chgData name="黃國峰" userId="07d7d89e1f669cb9" providerId="LiveId" clId="{9BB67EFE-CA73-4D31-92CA-DFD98D1BF03B}" dt="2017-10-16T12:30:24.532" v="1114" actId="20577"/>
        <pc:sldMkLst>
          <pc:docMk/>
          <pc:sldMk cId="2997941550" sldId="260"/>
        </pc:sldMkLst>
        <pc:spChg chg="mod">
          <ac:chgData name="黃國峰" userId="07d7d89e1f669cb9" providerId="LiveId" clId="{9BB67EFE-CA73-4D31-92CA-DFD98D1BF03B}" dt="2017-10-02T05:59:19.222" v="7" actId="20577"/>
          <ac:spMkLst>
            <pc:docMk/>
            <pc:sldMk cId="2997941550" sldId="260"/>
            <ac:spMk id="2" creationId="{2BEA33D4-EF47-4C62-BAC7-420DAED5A995}"/>
          </ac:spMkLst>
        </pc:spChg>
        <pc:spChg chg="mod">
          <ac:chgData name="黃國峰" userId="07d7d89e1f669cb9" providerId="LiveId" clId="{9BB67EFE-CA73-4D31-92CA-DFD98D1BF03B}" dt="2017-10-16T12:30:24.532" v="1114" actId="20577"/>
          <ac:spMkLst>
            <pc:docMk/>
            <pc:sldMk cId="2997941550" sldId="260"/>
            <ac:spMk id="3" creationId="{AD613924-AE8B-4981-AF90-BAF988EC69A4}"/>
          </ac:spMkLst>
        </pc:spChg>
      </pc:sldChg>
      <pc:sldChg chg="modSp add">
        <pc:chgData name="黃國峰" userId="07d7d89e1f669cb9" providerId="LiveId" clId="{9BB67EFE-CA73-4D31-92CA-DFD98D1BF03B}" dt="2017-10-02T13:56:07.445" v="1087" actId="5793"/>
        <pc:sldMkLst>
          <pc:docMk/>
          <pc:sldMk cId="1401490890" sldId="261"/>
        </pc:sldMkLst>
        <pc:spChg chg="mod">
          <ac:chgData name="黃國峰" userId="07d7d89e1f669cb9" providerId="LiveId" clId="{9BB67EFE-CA73-4D31-92CA-DFD98D1BF03B}" dt="2017-10-02T12:30:21.064" v="764" actId="5793"/>
          <ac:spMkLst>
            <pc:docMk/>
            <pc:sldMk cId="1401490890" sldId="261"/>
            <ac:spMk id="2" creationId="{90621596-C707-423E-ADCB-0D62D5632565}"/>
          </ac:spMkLst>
        </pc:spChg>
        <pc:spChg chg="mod">
          <ac:chgData name="黃國峰" userId="07d7d89e1f669cb9" providerId="LiveId" clId="{9BB67EFE-CA73-4D31-92CA-DFD98D1BF03B}" dt="2017-10-02T13:56:07.445" v="1087" actId="5793"/>
          <ac:spMkLst>
            <pc:docMk/>
            <pc:sldMk cId="1401490890" sldId="261"/>
            <ac:spMk id="3" creationId="{AB5C78B6-C084-494F-B842-F105D8E4BC9E}"/>
          </ac:spMkLst>
        </pc:spChg>
      </pc:sldChg>
      <pc:sldChg chg="modSp add">
        <pc:chgData name="黃國峰" userId="07d7d89e1f669cb9" providerId="LiveId" clId="{9BB67EFE-CA73-4D31-92CA-DFD98D1BF03B}" dt="2017-10-02T13:47:37.745" v="1016" actId="2711"/>
        <pc:sldMkLst>
          <pc:docMk/>
          <pc:sldMk cId="2243758051" sldId="262"/>
        </pc:sldMkLst>
        <pc:spChg chg="mod">
          <ac:chgData name="黃國峰" userId="07d7d89e1f669cb9" providerId="LiveId" clId="{9BB67EFE-CA73-4D31-92CA-DFD98D1BF03B}" dt="2017-10-02T13:47:37.745" v="1016" actId="2711"/>
          <ac:spMkLst>
            <pc:docMk/>
            <pc:sldMk cId="2243758051" sldId="262"/>
            <ac:spMk id="2" creationId="{0F904736-AEF1-4A86-8389-DDA907BF5CDC}"/>
          </ac:spMkLst>
        </pc:spChg>
        <pc:spChg chg="mod">
          <ac:chgData name="黃國峰" userId="07d7d89e1f669cb9" providerId="LiveId" clId="{9BB67EFE-CA73-4D31-92CA-DFD98D1BF03B}" dt="2017-10-02T06:20:28.626" v="132" actId="20577"/>
          <ac:spMkLst>
            <pc:docMk/>
            <pc:sldMk cId="2243758051" sldId="262"/>
            <ac:spMk id="3" creationId="{9945DD39-F87E-4E98-A973-EB2B8ED359DA}"/>
          </ac:spMkLst>
        </pc:spChg>
      </pc:sldChg>
      <pc:sldChg chg="modSp add">
        <pc:chgData name="黃國峰" userId="07d7d89e1f669cb9" providerId="LiveId" clId="{9BB67EFE-CA73-4D31-92CA-DFD98D1BF03B}" dt="2017-10-16T13:03:43.939" v="1389"/>
        <pc:sldMkLst>
          <pc:docMk/>
          <pc:sldMk cId="2547787745" sldId="263"/>
        </pc:sldMkLst>
        <pc:spChg chg="mod">
          <ac:chgData name="黃國峰" userId="07d7d89e1f669cb9" providerId="LiveId" clId="{9BB67EFE-CA73-4D31-92CA-DFD98D1BF03B}" dt="2017-10-02T06:24:36.416" v="136" actId="20577"/>
          <ac:spMkLst>
            <pc:docMk/>
            <pc:sldMk cId="2547787745" sldId="263"/>
            <ac:spMk id="2" creationId="{3D3AFCEF-A267-4C4A-BA38-A2090545C1AF}"/>
          </ac:spMkLst>
        </pc:spChg>
        <pc:spChg chg="mod">
          <ac:chgData name="黃國峰" userId="07d7d89e1f669cb9" providerId="LiveId" clId="{9BB67EFE-CA73-4D31-92CA-DFD98D1BF03B}" dt="2017-10-16T13:03:43.939" v="1389"/>
          <ac:spMkLst>
            <pc:docMk/>
            <pc:sldMk cId="2547787745" sldId="263"/>
            <ac:spMk id="3" creationId="{EB4C0399-5E06-49A7-A083-C9F8245BABAE}"/>
          </ac:spMkLst>
        </pc:spChg>
      </pc:sldChg>
      <pc:sldChg chg="addSp delSp modSp add">
        <pc:chgData name="黃國峰" userId="07d7d89e1f669cb9" providerId="LiveId" clId="{9BB67EFE-CA73-4D31-92CA-DFD98D1BF03B}" dt="2017-10-16T13:05:37.262" v="1501"/>
        <pc:sldMkLst>
          <pc:docMk/>
          <pc:sldMk cId="1971315224" sldId="264"/>
        </pc:sldMkLst>
        <pc:spChg chg="mod">
          <ac:chgData name="黃國峰" userId="07d7d89e1f669cb9" providerId="LiveId" clId="{9BB67EFE-CA73-4D31-92CA-DFD98D1BF03B}" dt="2017-10-02T07:03:05.705" v="318" actId="20577"/>
          <ac:spMkLst>
            <pc:docMk/>
            <pc:sldMk cId="1971315224" sldId="264"/>
            <ac:spMk id="2" creationId="{064B6A46-DAE2-4B41-A1F5-3F530F27CC7B}"/>
          </ac:spMkLst>
        </pc:spChg>
        <pc:spChg chg="del mod">
          <ac:chgData name="黃國峰" userId="07d7d89e1f669cb9" providerId="LiveId" clId="{9BB67EFE-CA73-4D31-92CA-DFD98D1BF03B}" dt="2017-10-02T07:07:34.275" v="341" actId="14100"/>
          <ac:spMkLst>
            <pc:docMk/>
            <pc:sldMk cId="1971315224" sldId="264"/>
            <ac:spMk id="3" creationId="{2290E6E4-387A-4AD4-B318-6238931DC254}"/>
          </ac:spMkLst>
        </pc:spChg>
        <pc:spChg chg="add del mod">
          <ac:chgData name="黃國峰" userId="07d7d89e1f669cb9" providerId="LiveId" clId="{9BB67EFE-CA73-4D31-92CA-DFD98D1BF03B}" dt="2017-10-16T13:05:37.262" v="1501"/>
          <ac:spMkLst>
            <pc:docMk/>
            <pc:sldMk cId="1971315224" sldId="264"/>
            <ac:spMk id="3" creationId="{C971694E-667A-4E77-A57D-60E27E35D9B0}"/>
          </ac:spMkLst>
        </pc:spChg>
        <pc:picChg chg="add mod">
          <ac:chgData name="黃國峰" userId="07d7d89e1f669cb9" providerId="LiveId" clId="{9BB67EFE-CA73-4D31-92CA-DFD98D1BF03B}" dt="2017-10-16T13:05:06.813" v="1495" actId="14100"/>
          <ac:picMkLst>
            <pc:docMk/>
            <pc:sldMk cId="1971315224" sldId="264"/>
            <ac:picMk id="5" creationId="{6C2C63C4-58AA-43E2-9EEA-F8B970BA64D3}"/>
          </ac:picMkLst>
        </pc:picChg>
      </pc:sldChg>
      <pc:sldChg chg="addSp modSp add">
        <pc:chgData name="黃國峰" userId="07d7d89e1f669cb9" providerId="LiveId" clId="{9BB67EFE-CA73-4D31-92CA-DFD98D1BF03B}" dt="2017-10-02T07:35:10.542" v="374" actId="1076"/>
        <pc:sldMkLst>
          <pc:docMk/>
          <pc:sldMk cId="1938614595" sldId="265"/>
        </pc:sldMkLst>
        <pc:spChg chg="mod">
          <ac:chgData name="黃國峰" userId="07d7d89e1f669cb9" providerId="LiveId" clId="{9BB67EFE-CA73-4D31-92CA-DFD98D1BF03B}" dt="2017-10-02T07:28:35.338" v="348" actId="1076"/>
          <ac:spMkLst>
            <pc:docMk/>
            <pc:sldMk cId="1938614595" sldId="265"/>
            <ac:spMk id="2" creationId="{E5784780-6C8A-4125-B301-9C4D4080FF3B}"/>
          </ac:spMkLst>
        </pc:spChg>
        <pc:spChg chg="mod">
          <ac:chgData name="黃國峰" userId="07d7d89e1f669cb9" providerId="LiveId" clId="{9BB67EFE-CA73-4D31-92CA-DFD98D1BF03B}" dt="2017-10-02T07:34:25.891" v="372" actId="1076"/>
          <ac:spMkLst>
            <pc:docMk/>
            <pc:sldMk cId="1938614595" sldId="265"/>
            <ac:spMk id="3" creationId="{26F60956-81DB-483B-8F82-1142F8752647}"/>
          </ac:spMkLst>
        </pc:spChg>
        <pc:picChg chg="add mod">
          <ac:chgData name="黃國峰" userId="07d7d89e1f669cb9" providerId="LiveId" clId="{9BB67EFE-CA73-4D31-92CA-DFD98D1BF03B}" dt="2017-10-02T07:35:10.542" v="374" actId="1076"/>
          <ac:picMkLst>
            <pc:docMk/>
            <pc:sldMk cId="1938614595" sldId="265"/>
            <ac:picMk id="5" creationId="{93425157-1A90-48CE-97C4-960DF2379BB8}"/>
          </ac:picMkLst>
        </pc:picChg>
      </pc:sldChg>
      <pc:sldChg chg="addSp modSp add">
        <pc:chgData name="黃國峰" userId="07d7d89e1f669cb9" providerId="LiveId" clId="{9BB67EFE-CA73-4D31-92CA-DFD98D1BF03B}" dt="2017-10-16T13:18:39.374" v="1514" actId="14100"/>
        <pc:sldMkLst>
          <pc:docMk/>
          <pc:sldMk cId="315754645" sldId="266"/>
        </pc:sldMkLst>
        <pc:spChg chg="mod">
          <ac:chgData name="黃國峰" userId="07d7d89e1f669cb9" providerId="LiveId" clId="{9BB67EFE-CA73-4D31-92CA-DFD98D1BF03B}" dt="2017-10-02T08:07:53.174" v="376" actId="14100"/>
          <ac:spMkLst>
            <pc:docMk/>
            <pc:sldMk cId="315754645" sldId="266"/>
            <ac:spMk id="2" creationId="{D8B931B0-6E26-43DD-8629-C2F28202BF42}"/>
          </ac:spMkLst>
        </pc:spChg>
        <pc:spChg chg="mod">
          <ac:chgData name="黃國峰" userId="07d7d89e1f669cb9" providerId="LiveId" clId="{9BB67EFE-CA73-4D31-92CA-DFD98D1BF03B}" dt="2017-10-02T08:35:02.100" v="542" actId="14100"/>
          <ac:spMkLst>
            <pc:docMk/>
            <pc:sldMk cId="315754645" sldId="266"/>
            <ac:spMk id="3" creationId="{D5B1EB34-784F-4A1E-9B1A-17C274506342}"/>
          </ac:spMkLst>
        </pc:spChg>
        <pc:picChg chg="add mod">
          <ac:chgData name="黃國峰" userId="07d7d89e1f669cb9" providerId="LiveId" clId="{9BB67EFE-CA73-4D31-92CA-DFD98D1BF03B}" dt="2017-10-16T13:18:39.374" v="1514" actId="14100"/>
          <ac:picMkLst>
            <pc:docMk/>
            <pc:sldMk cId="315754645" sldId="266"/>
            <ac:picMk id="5" creationId="{E3645C1B-0B7B-46BA-8D0E-A1663702B187}"/>
          </ac:picMkLst>
        </pc:picChg>
      </pc:sldChg>
      <pc:sldChg chg="modSp add">
        <pc:chgData name="黃國峰" userId="07d7d89e1f669cb9" providerId="LiveId" clId="{9BB67EFE-CA73-4D31-92CA-DFD98D1BF03B}" dt="2017-10-02T12:26:25.105" v="749" actId="20577"/>
        <pc:sldMkLst>
          <pc:docMk/>
          <pc:sldMk cId="2259238797" sldId="267"/>
        </pc:sldMkLst>
        <pc:spChg chg="mod">
          <ac:chgData name="黃國峰" userId="07d7d89e1f669cb9" providerId="LiveId" clId="{9BB67EFE-CA73-4D31-92CA-DFD98D1BF03B}" dt="2017-10-02T12:26:25.105" v="749" actId="20577"/>
          <ac:spMkLst>
            <pc:docMk/>
            <pc:sldMk cId="2259238797" sldId="267"/>
            <ac:spMk id="2" creationId="{2A88E4F3-4C3C-4397-9902-146F5386996D}"/>
          </ac:spMkLst>
        </pc:spChg>
        <pc:spChg chg="mod">
          <ac:chgData name="黃國峰" userId="07d7d89e1f669cb9" providerId="LiveId" clId="{9BB67EFE-CA73-4D31-92CA-DFD98D1BF03B}" dt="2017-10-02T08:31:57.475" v="531" actId="20577"/>
          <ac:spMkLst>
            <pc:docMk/>
            <pc:sldMk cId="2259238797" sldId="267"/>
            <ac:spMk id="3" creationId="{7A4758CB-7014-495A-B6AB-66B035EC297A}"/>
          </ac:spMkLst>
        </pc:spChg>
      </pc:sldChg>
      <pc:sldChg chg="addSp delSp modSp add">
        <pc:chgData name="黃國峰" userId="07d7d89e1f669cb9" providerId="LiveId" clId="{9BB67EFE-CA73-4D31-92CA-DFD98D1BF03B}" dt="2017-10-16T13:37:51.092" v="1543" actId="14100"/>
        <pc:sldMkLst>
          <pc:docMk/>
          <pc:sldMk cId="1998377602" sldId="268"/>
        </pc:sldMkLst>
        <pc:spChg chg="mod">
          <ac:chgData name="黃國峰" userId="07d7d89e1f669cb9" providerId="LiveId" clId="{9BB67EFE-CA73-4D31-92CA-DFD98D1BF03B}" dt="2017-10-16T13:34:53.698" v="1516" actId="1076"/>
          <ac:spMkLst>
            <pc:docMk/>
            <pc:sldMk cId="1998377602" sldId="268"/>
            <ac:spMk id="2" creationId="{C6CBF0BC-6257-4B32-A1A1-05BED85D8A4F}"/>
          </ac:spMkLst>
        </pc:spChg>
        <pc:spChg chg="del">
          <ac:chgData name="黃國峰" userId="07d7d89e1f669cb9" providerId="LiveId" clId="{9BB67EFE-CA73-4D31-92CA-DFD98D1BF03B}" dt="2017-10-02T09:14:28.174" v="559" actId="1076"/>
          <ac:spMkLst>
            <pc:docMk/>
            <pc:sldMk cId="1998377602" sldId="268"/>
            <ac:spMk id="3" creationId="{3AD1287E-3331-4CB6-B468-DA7D39853FCA}"/>
          </ac:spMkLst>
        </pc:spChg>
        <pc:spChg chg="add del mod">
          <ac:chgData name="黃國峰" userId="07d7d89e1f669cb9" providerId="LiveId" clId="{9BB67EFE-CA73-4D31-92CA-DFD98D1BF03B}" dt="2017-10-02T09:19:25.734" v="566" actId="1076"/>
          <ac:spMkLst>
            <pc:docMk/>
            <pc:sldMk cId="1998377602" sldId="268"/>
            <ac:spMk id="6" creationId="{609E9CA6-A8C9-4FB0-9670-9E38469AC9FC}"/>
          </ac:spMkLst>
        </pc:spChg>
        <pc:picChg chg="add mod">
          <ac:chgData name="黃國峰" userId="07d7d89e1f669cb9" providerId="LiveId" clId="{9BB67EFE-CA73-4D31-92CA-DFD98D1BF03B}" dt="2017-10-16T13:37:51.092" v="1543" actId="14100"/>
          <ac:picMkLst>
            <pc:docMk/>
            <pc:sldMk cId="1998377602" sldId="268"/>
            <ac:picMk id="5" creationId="{B741F3AA-8BE5-4D9F-A8C3-BF8566DB44C7}"/>
          </ac:picMkLst>
        </pc:picChg>
      </pc:sldChg>
      <pc:sldChg chg="modSp add">
        <pc:chgData name="黃國峰" userId="07d7d89e1f669cb9" providerId="LiveId" clId="{9BB67EFE-CA73-4D31-92CA-DFD98D1BF03B}" dt="2017-10-02T10:53:17.493" v="610" actId="1076"/>
        <pc:sldMkLst>
          <pc:docMk/>
          <pc:sldMk cId="170053497" sldId="269"/>
        </pc:sldMkLst>
        <pc:spChg chg="mod">
          <ac:chgData name="黃國峰" userId="07d7d89e1f669cb9" providerId="LiveId" clId="{9BB67EFE-CA73-4D31-92CA-DFD98D1BF03B}" dt="2017-10-02T10:47:33.599" v="573" actId="1076"/>
          <ac:spMkLst>
            <pc:docMk/>
            <pc:sldMk cId="170053497" sldId="269"/>
            <ac:spMk id="2" creationId="{A610FBE6-EA86-4F26-91FE-A562F2B97292}"/>
          </ac:spMkLst>
        </pc:spChg>
        <pc:spChg chg="mod">
          <ac:chgData name="黃國峰" userId="07d7d89e1f669cb9" providerId="LiveId" clId="{9BB67EFE-CA73-4D31-92CA-DFD98D1BF03B}" dt="2017-10-02T10:53:17.493" v="610" actId="1076"/>
          <ac:spMkLst>
            <pc:docMk/>
            <pc:sldMk cId="170053497" sldId="269"/>
            <ac:spMk id="3" creationId="{1BD8EF85-B610-43D5-8FC6-31DC7731A9C5}"/>
          </ac:spMkLst>
        </pc:spChg>
      </pc:sldChg>
      <pc:sldChg chg="modSp add">
        <pc:chgData name="黃國峰" userId="07d7d89e1f669cb9" providerId="LiveId" clId="{9BB67EFE-CA73-4D31-92CA-DFD98D1BF03B}" dt="2017-10-02T12:13:42.236" v="621" actId="1076"/>
        <pc:sldMkLst>
          <pc:docMk/>
          <pc:sldMk cId="3667876608" sldId="270"/>
        </pc:sldMkLst>
        <pc:spChg chg="mod">
          <ac:chgData name="黃國峰" userId="07d7d89e1f669cb9" providerId="LiveId" clId="{9BB67EFE-CA73-4D31-92CA-DFD98D1BF03B}" dt="2017-10-02T12:12:43.322" v="618" actId="1076"/>
          <ac:spMkLst>
            <pc:docMk/>
            <pc:sldMk cId="3667876608" sldId="270"/>
            <ac:spMk id="2" creationId="{CF0DB4C6-1C34-472E-A29D-238066AC3665}"/>
          </ac:spMkLst>
        </pc:spChg>
        <pc:spChg chg="mod">
          <ac:chgData name="黃國峰" userId="07d7d89e1f669cb9" providerId="LiveId" clId="{9BB67EFE-CA73-4D31-92CA-DFD98D1BF03B}" dt="2017-10-02T12:13:42.236" v="621" actId="1076"/>
          <ac:spMkLst>
            <pc:docMk/>
            <pc:sldMk cId="3667876608" sldId="270"/>
            <ac:spMk id="3" creationId="{67359AB8-11F9-41B8-B01C-4BB1E7DC47F6}"/>
          </ac:spMkLst>
        </pc:spChg>
      </pc:sldChg>
      <pc:sldChg chg="addSp delSp modSp add">
        <pc:chgData name="黃國峰" userId="07d7d89e1f669cb9" providerId="LiveId" clId="{9BB67EFE-CA73-4D31-92CA-DFD98D1BF03B}" dt="2017-10-02T12:18:26.832" v="685" actId="1076"/>
        <pc:sldMkLst>
          <pc:docMk/>
          <pc:sldMk cId="4137153657" sldId="271"/>
        </pc:sldMkLst>
        <pc:spChg chg="mod">
          <ac:chgData name="黃國峰" userId="07d7d89e1f669cb9" providerId="LiveId" clId="{9BB67EFE-CA73-4D31-92CA-DFD98D1BF03B}" dt="2017-10-02T12:18:26.832" v="685" actId="1076"/>
          <ac:spMkLst>
            <pc:docMk/>
            <pc:sldMk cId="4137153657" sldId="271"/>
            <ac:spMk id="2" creationId="{ECB1D076-DC83-4435-BC5F-98E59D72CD9F}"/>
          </ac:spMkLst>
        </pc:spChg>
        <pc:spChg chg="mod">
          <ac:chgData name="黃國峰" userId="07d7d89e1f669cb9" providerId="LiveId" clId="{9BB67EFE-CA73-4D31-92CA-DFD98D1BF03B}" dt="2017-10-02T12:17:59.989" v="683" actId="1076"/>
          <ac:spMkLst>
            <pc:docMk/>
            <pc:sldMk cId="4137153657" sldId="271"/>
            <ac:spMk id="3" creationId="{91CBA27C-039F-47A2-9788-E86C40AED012}"/>
          </ac:spMkLst>
        </pc:spChg>
        <pc:spChg chg="add del">
          <ac:chgData name="黃國峰" userId="07d7d89e1f669cb9" providerId="LiveId" clId="{9BB67EFE-CA73-4D31-92CA-DFD98D1BF03B}" dt="2017-10-02T12:14:11.731" v="624" actId="1076"/>
          <ac:spMkLst>
            <pc:docMk/>
            <pc:sldMk cId="4137153657" sldId="271"/>
            <ac:spMk id="4" creationId="{C981B395-672F-471E-9E62-28C4E5C3D6BE}"/>
          </ac:spMkLst>
        </pc:spChg>
      </pc:sldChg>
      <pc:sldChg chg="addSp delSp modSp add">
        <pc:chgData name="黃國峰" userId="07d7d89e1f669cb9" providerId="LiveId" clId="{9BB67EFE-CA73-4D31-92CA-DFD98D1BF03B}" dt="2017-10-02T12:26:04.449" v="736" actId="1076"/>
        <pc:sldMkLst>
          <pc:docMk/>
          <pc:sldMk cId="1208132328" sldId="272"/>
        </pc:sldMkLst>
        <pc:spChg chg="mod">
          <ac:chgData name="黃國峰" userId="07d7d89e1f669cb9" providerId="LiveId" clId="{9BB67EFE-CA73-4D31-92CA-DFD98D1BF03B}" dt="2017-10-02T12:26:04.449" v="736" actId="1076"/>
          <ac:spMkLst>
            <pc:docMk/>
            <pc:sldMk cId="1208132328" sldId="272"/>
            <ac:spMk id="2" creationId="{9A8E713B-C7C3-4A78-9FCB-FAC0D5C6D78C}"/>
          </ac:spMkLst>
        </pc:spChg>
        <pc:spChg chg="mod">
          <ac:chgData name="黃國峰" userId="07d7d89e1f669cb9" providerId="LiveId" clId="{9BB67EFE-CA73-4D31-92CA-DFD98D1BF03B}" dt="2017-10-02T12:20:03.668" v="688" actId="20577"/>
          <ac:spMkLst>
            <pc:docMk/>
            <pc:sldMk cId="1208132328" sldId="272"/>
            <ac:spMk id="3" creationId="{5D82FEC7-973A-4974-831C-CF767AA5C133}"/>
          </ac:spMkLst>
        </pc:spChg>
        <pc:spChg chg="add del mod">
          <ac:chgData name="黃國峰" userId="07d7d89e1f669cb9" providerId="LiveId" clId="{9BB67EFE-CA73-4D31-92CA-DFD98D1BF03B}" dt="2017-10-02T12:24:25.096" v="734" actId="478"/>
          <ac:spMkLst>
            <pc:docMk/>
            <pc:sldMk cId="1208132328" sldId="272"/>
            <ac:spMk id="10" creationId="{464E693F-465B-46CE-BC19-C61F1BEE23B6}"/>
          </ac:spMkLst>
        </pc:spChg>
        <pc:spChg chg="add mod">
          <ac:chgData name="黃國峰" userId="07d7d89e1f669cb9" providerId="LiveId" clId="{9BB67EFE-CA73-4D31-92CA-DFD98D1BF03B}" dt="2017-10-02T12:24:29.413" v="735" actId="1076"/>
          <ac:spMkLst>
            <pc:docMk/>
            <pc:sldMk cId="1208132328" sldId="272"/>
            <ac:spMk id="11" creationId="{399D7C27-64E5-48D1-8C85-0400136F18B3}"/>
          </ac:spMkLst>
        </pc:spChg>
        <pc:picChg chg="add del mod">
          <ac:chgData name="黃國峰" userId="07d7d89e1f669cb9" providerId="LiveId" clId="{9BB67EFE-CA73-4D31-92CA-DFD98D1BF03B}" dt="2017-10-02T12:20:34.425" v="691" actId="478"/>
          <ac:picMkLst>
            <pc:docMk/>
            <pc:sldMk cId="1208132328" sldId="272"/>
            <ac:picMk id="5" creationId="{0AD74904-E666-4469-9572-739A4FF03055}"/>
          </ac:picMkLst>
        </pc:picChg>
        <pc:picChg chg="add mod">
          <ac:chgData name="黃國峰" userId="07d7d89e1f669cb9" providerId="LiveId" clId="{9BB67EFE-CA73-4D31-92CA-DFD98D1BF03B}" dt="2017-10-02T12:23:08.015" v="693" actId="1076"/>
          <ac:picMkLst>
            <pc:docMk/>
            <pc:sldMk cId="1208132328" sldId="272"/>
            <ac:picMk id="7" creationId="{1F656205-84AB-4F2A-BDAA-A51135F0CE93}"/>
          </ac:picMkLst>
        </pc:picChg>
        <pc:picChg chg="add mod">
          <ac:chgData name="黃國峰" userId="07d7d89e1f669cb9" providerId="LiveId" clId="{9BB67EFE-CA73-4D31-92CA-DFD98D1BF03B}" dt="2017-10-02T12:23:21.030" v="696" actId="1076"/>
          <ac:picMkLst>
            <pc:docMk/>
            <pc:sldMk cId="1208132328" sldId="272"/>
            <ac:picMk id="9" creationId="{0DDED78A-1D78-4991-AB23-C757D03AF31F}"/>
          </ac:picMkLst>
        </pc:picChg>
      </pc:sldChg>
      <pc:sldChg chg="modSp add">
        <pc:chgData name="黃國峰" userId="07d7d89e1f669cb9" providerId="LiveId" clId="{9BB67EFE-CA73-4D31-92CA-DFD98D1BF03B}" dt="2017-10-16T15:11:20.554" v="1661"/>
        <pc:sldMkLst>
          <pc:docMk/>
          <pc:sldMk cId="1489413629" sldId="273"/>
        </pc:sldMkLst>
        <pc:spChg chg="mod">
          <ac:chgData name="黃國峰" userId="07d7d89e1f669cb9" providerId="LiveId" clId="{9BB67EFE-CA73-4D31-92CA-DFD98D1BF03B}" dt="2017-10-02T12:34:08.222" v="767" actId="1076"/>
          <ac:spMkLst>
            <pc:docMk/>
            <pc:sldMk cId="1489413629" sldId="273"/>
            <ac:spMk id="2" creationId="{C435A8B7-945D-4B8E-9566-E331F5431157}"/>
          </ac:spMkLst>
        </pc:spChg>
        <pc:spChg chg="mod">
          <ac:chgData name="黃國峰" userId="07d7d89e1f669cb9" providerId="LiveId" clId="{9BB67EFE-CA73-4D31-92CA-DFD98D1BF03B}" dt="2017-10-16T15:11:20.554" v="1661"/>
          <ac:spMkLst>
            <pc:docMk/>
            <pc:sldMk cId="1489413629" sldId="273"/>
            <ac:spMk id="3" creationId="{37EFE64B-3F5F-485C-9B05-BD00913231CB}"/>
          </ac:spMkLst>
        </pc:spChg>
      </pc:sldChg>
      <pc:sldChg chg="modSp add">
        <pc:chgData name="黃國峰" userId="07d7d89e1f669cb9" providerId="LiveId" clId="{9BB67EFE-CA73-4D31-92CA-DFD98D1BF03B}" dt="2017-10-16T15:04:14.808" v="1654"/>
        <pc:sldMkLst>
          <pc:docMk/>
          <pc:sldMk cId="2753417789" sldId="274"/>
        </pc:sldMkLst>
        <pc:spChg chg="mod">
          <ac:chgData name="黃國峰" userId="07d7d89e1f669cb9" providerId="LiveId" clId="{9BB67EFE-CA73-4D31-92CA-DFD98D1BF03B}" dt="2017-10-02T13:10:08.678" v="956" actId="1076"/>
          <ac:spMkLst>
            <pc:docMk/>
            <pc:sldMk cId="2753417789" sldId="274"/>
            <ac:spMk id="2" creationId="{4C2D607F-DBDD-486B-8976-25428580E84F}"/>
          </ac:spMkLst>
        </pc:spChg>
        <pc:spChg chg="mod">
          <ac:chgData name="黃國峰" userId="07d7d89e1f669cb9" providerId="LiveId" clId="{9BB67EFE-CA73-4D31-92CA-DFD98D1BF03B}" dt="2017-10-16T15:04:14.808" v="1654"/>
          <ac:spMkLst>
            <pc:docMk/>
            <pc:sldMk cId="2753417789" sldId="274"/>
            <ac:spMk id="3" creationId="{04BB419F-6B3B-4275-834C-B8A34DEBAE1A}"/>
          </ac:spMkLst>
        </pc:spChg>
      </pc:sldChg>
      <pc:sldChg chg="modSp add ord">
        <pc:chgData name="黃國峰" userId="07d7d89e1f669cb9" providerId="LiveId" clId="{9BB67EFE-CA73-4D31-92CA-DFD98D1BF03B}" dt="2017-10-02T13:15:15.618" v="960" actId="1076"/>
        <pc:sldMkLst>
          <pc:docMk/>
          <pc:sldMk cId="3974577190" sldId="275"/>
        </pc:sldMkLst>
        <pc:spChg chg="mod">
          <ac:chgData name="黃國峰" userId="07d7d89e1f669cb9" providerId="LiveId" clId="{9BB67EFE-CA73-4D31-92CA-DFD98D1BF03B}" dt="2017-10-02T13:08:44.614" v="951" actId="1076"/>
          <ac:spMkLst>
            <pc:docMk/>
            <pc:sldMk cId="3974577190" sldId="275"/>
            <ac:spMk id="2" creationId="{617BEF17-286F-4D09-A404-4C310C49CC95}"/>
          </ac:spMkLst>
        </pc:spChg>
        <pc:spChg chg="mod">
          <ac:chgData name="黃國峰" userId="07d7d89e1f669cb9" providerId="LiveId" clId="{9BB67EFE-CA73-4D31-92CA-DFD98D1BF03B}" dt="2017-10-02T13:08:57.552" v="955" actId="20577"/>
          <ac:spMkLst>
            <pc:docMk/>
            <pc:sldMk cId="3974577190" sldId="275"/>
            <ac:spMk id="3" creationId="{EB8918B9-F8F3-4C0D-B60B-C6D1611F5FEF}"/>
          </ac:spMkLst>
        </pc:spChg>
      </pc:sldChg>
      <pc:sldChg chg="modSp add">
        <pc:chgData name="黃國峰" userId="07d7d89e1f669cb9" providerId="LiveId" clId="{9BB67EFE-CA73-4D31-92CA-DFD98D1BF03B}" dt="2017-10-02T13:22:19.510" v="1004" actId="20577"/>
        <pc:sldMkLst>
          <pc:docMk/>
          <pc:sldMk cId="2726883200" sldId="276"/>
        </pc:sldMkLst>
        <pc:spChg chg="mod">
          <ac:chgData name="黃國峰" userId="07d7d89e1f669cb9" providerId="LiveId" clId="{9BB67EFE-CA73-4D31-92CA-DFD98D1BF03B}" dt="2017-10-02T13:21:58.248" v="997" actId="20577"/>
          <ac:spMkLst>
            <pc:docMk/>
            <pc:sldMk cId="2726883200" sldId="276"/>
            <ac:spMk id="2" creationId="{A81FADCC-098F-42B3-A516-7A8E8C1A4646}"/>
          </ac:spMkLst>
        </pc:spChg>
        <pc:spChg chg="mod">
          <ac:chgData name="黃國峰" userId="07d7d89e1f669cb9" providerId="LiveId" clId="{9BB67EFE-CA73-4D31-92CA-DFD98D1BF03B}" dt="2017-10-02T13:22:19.510" v="1004" actId="20577"/>
          <ac:spMkLst>
            <pc:docMk/>
            <pc:sldMk cId="2726883200" sldId="276"/>
            <ac:spMk id="3" creationId="{7DB8E5E2-9D37-4095-8A46-00A68D1D282E}"/>
          </ac:spMkLst>
        </pc:spChg>
      </pc:sldChg>
      <pc:sldChg chg="modSp add">
        <pc:chgData name="黃國峰" userId="07d7d89e1f669cb9" providerId="LiveId" clId="{9BB67EFE-CA73-4D31-92CA-DFD98D1BF03B}" dt="2017-10-16T13:10:50.176" v="1513"/>
        <pc:sldMkLst>
          <pc:docMk/>
          <pc:sldMk cId="3997136249" sldId="277"/>
        </pc:sldMkLst>
        <pc:spChg chg="mod">
          <ac:chgData name="黃國峰" userId="07d7d89e1f669cb9" providerId="LiveId" clId="{9BB67EFE-CA73-4D31-92CA-DFD98D1BF03B}" dt="2017-10-16T12:57:31.827" v="1174"/>
          <ac:spMkLst>
            <pc:docMk/>
            <pc:sldMk cId="3997136249" sldId="277"/>
            <ac:spMk id="2" creationId="{F5FDBC92-4780-43C6-926D-2A51387704DA}"/>
          </ac:spMkLst>
        </pc:spChg>
        <pc:spChg chg="mod">
          <ac:chgData name="黃國峰" userId="07d7d89e1f669cb9" providerId="LiveId" clId="{9BB67EFE-CA73-4D31-92CA-DFD98D1BF03B}" dt="2017-10-16T13:10:50.176" v="1513"/>
          <ac:spMkLst>
            <pc:docMk/>
            <pc:sldMk cId="3997136249" sldId="277"/>
            <ac:spMk id="3" creationId="{E15762F3-D140-4F2D-8F72-B6983BBDDCE0}"/>
          </ac:spMkLst>
        </pc:spChg>
      </pc:sldChg>
      <pc:sldChg chg="modSp add">
        <pc:chgData name="黃國峰" userId="07d7d89e1f669cb9" providerId="LiveId" clId="{9BB67EFE-CA73-4D31-92CA-DFD98D1BF03B}" dt="2017-10-16T13:40:41.709" v="1644"/>
        <pc:sldMkLst>
          <pc:docMk/>
          <pc:sldMk cId="1729265626" sldId="278"/>
        </pc:sldMkLst>
        <pc:spChg chg="mod">
          <ac:chgData name="黃國峰" userId="07d7d89e1f669cb9" providerId="LiveId" clId="{9BB67EFE-CA73-4D31-92CA-DFD98D1BF03B}" dt="2017-10-16T13:36:57.217" v="1518"/>
          <ac:spMkLst>
            <pc:docMk/>
            <pc:sldMk cId="1729265626" sldId="278"/>
            <ac:spMk id="2" creationId="{E15FDEFD-0B13-4256-B056-098B55F043BA}"/>
          </ac:spMkLst>
        </pc:spChg>
        <pc:spChg chg="mod">
          <ac:chgData name="黃國峰" userId="07d7d89e1f669cb9" providerId="LiveId" clId="{9BB67EFE-CA73-4D31-92CA-DFD98D1BF03B}" dt="2017-10-16T13:40:41.709" v="1644"/>
          <ac:spMkLst>
            <pc:docMk/>
            <pc:sldMk cId="1729265626" sldId="278"/>
            <ac:spMk id="3" creationId="{E1684625-8B9F-4E54-8F6F-3843B7868D6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75517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97101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417644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86076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16664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2773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58612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234302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53100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12781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2017/11/28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507516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12AB2-5A3A-4BEC-B8CF-6ED0EDD219CF}" type="datetimeFigureOut">
              <a:rPr lang="zh-TW" altLang="en-US" smtClean="0"/>
              <a:t>2017/11/28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3719006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5822F15-00D1-4FDE-A019-FC933C4E2549}"/>
              </a:ext>
            </a:extLst>
          </p:cNvPr>
          <p:cNvSpPr>
            <a:spLocks noGrp="1"/>
          </p:cNvSpPr>
          <p:nvPr>
            <p:ph type="ctrTitle"/>
          </p:nvPr>
        </p:nvSpPr>
        <p:spPr>
          <a:xfrm>
            <a:off x="0" y="1122363"/>
            <a:ext cx="9144000" cy="2387600"/>
          </a:xfrm>
        </p:spPr>
        <p:txBody>
          <a:bodyPr>
            <a:normAutofit/>
          </a:bodyPr>
          <a:lstStyle/>
          <a:p>
            <a:r>
              <a:rPr lang="en-US" altLang="zh-TW" sz="4800" dirty="0"/>
              <a:t>Fish Classification in Context of Noisy Images</a:t>
            </a:r>
            <a:endParaRPr lang="zh-TW" altLang="en-US" sz="4800" dirty="0"/>
          </a:p>
        </p:txBody>
      </p:sp>
      <p:sp>
        <p:nvSpPr>
          <p:cNvPr id="3" name="副標題 2">
            <a:extLst>
              <a:ext uri="{FF2B5EF4-FFF2-40B4-BE49-F238E27FC236}">
                <a16:creationId xmlns:a16="http://schemas.microsoft.com/office/drawing/2014/main" xmlns="" id="{7ABD29E4-B887-45D9-9793-DA3B272D07C3}"/>
              </a:ext>
            </a:extLst>
          </p:cNvPr>
          <p:cNvSpPr>
            <a:spLocks noGrp="1"/>
          </p:cNvSpPr>
          <p:nvPr>
            <p:ph type="subTitle" idx="1"/>
          </p:nvPr>
        </p:nvSpPr>
        <p:spPr>
          <a:xfrm>
            <a:off x="801511" y="3602038"/>
            <a:ext cx="7529689" cy="1655762"/>
          </a:xfrm>
        </p:spPr>
        <p:txBody>
          <a:bodyPr>
            <a:normAutofit fontScale="70000" lnSpcReduction="20000"/>
          </a:bodyPr>
          <a:lstStyle/>
          <a:p>
            <a:endParaRPr lang="en-US" altLang="zh-TW" dirty="0"/>
          </a:p>
          <a:p>
            <a:r>
              <a:rPr lang="en-US" altLang="zh-TW" dirty="0" err="1"/>
              <a:t>Adamu</a:t>
            </a:r>
            <a:r>
              <a:rPr lang="en-US" altLang="zh-TW" dirty="0"/>
              <a:t> Ali-</a:t>
            </a:r>
            <a:r>
              <a:rPr lang="en-US" altLang="zh-TW" dirty="0" err="1"/>
              <a:t>Gombe</a:t>
            </a:r>
            <a:r>
              <a:rPr lang="en-US" altLang="zh-TW" dirty="0"/>
              <a:t> , </a:t>
            </a:r>
            <a:r>
              <a:rPr lang="en-US" altLang="zh-TW" dirty="0" err="1"/>
              <a:t>Eyad</a:t>
            </a:r>
            <a:r>
              <a:rPr lang="en-US" altLang="zh-TW" dirty="0"/>
              <a:t> </a:t>
            </a:r>
            <a:r>
              <a:rPr lang="en-US" altLang="zh-TW" dirty="0" err="1"/>
              <a:t>Elyan</a:t>
            </a:r>
            <a:r>
              <a:rPr lang="en-US" altLang="zh-TW" dirty="0"/>
              <a:t>, and </a:t>
            </a:r>
            <a:r>
              <a:rPr lang="en-US" altLang="zh-TW" dirty="0" err="1"/>
              <a:t>Chrisina</a:t>
            </a:r>
            <a:r>
              <a:rPr lang="en-US" altLang="zh-TW" dirty="0"/>
              <a:t> Jayne</a:t>
            </a:r>
          </a:p>
          <a:p>
            <a:r>
              <a:rPr lang="en-US" altLang="zh-TW" dirty="0"/>
              <a:t>   </a:t>
            </a:r>
            <a:r>
              <a:rPr lang="en-US" altLang="zh-TW" dirty="0"/>
              <a:t>International Conference on Engineering Applications of Neural </a:t>
            </a:r>
            <a:r>
              <a:rPr lang="en-US" altLang="zh-TW" dirty="0" smtClean="0"/>
              <a:t>Networks </a:t>
            </a:r>
            <a:r>
              <a:rPr lang="en-US" altLang="zh-TW" dirty="0"/>
              <a:t>Engineering Applications of Neural </a:t>
            </a:r>
            <a:r>
              <a:rPr lang="en-US" altLang="zh-TW" dirty="0" smtClean="0"/>
              <a:t>Networks, </a:t>
            </a:r>
            <a:r>
              <a:rPr lang="en-US" altLang="zh-TW" i="1" dirty="0"/>
              <a:t>Athens, Greece, August 25-27, 2017</a:t>
            </a:r>
          </a:p>
          <a:p>
            <a:r>
              <a:rPr lang="en-US" altLang="zh-TW" dirty="0" smtClean="0"/>
              <a:t>pp </a:t>
            </a:r>
            <a:r>
              <a:rPr lang="en-US" altLang="zh-TW" dirty="0"/>
              <a:t>216-226</a:t>
            </a:r>
            <a:endParaRPr lang="zh-TW" altLang="en-US" dirty="0"/>
          </a:p>
        </p:txBody>
      </p:sp>
      <p:sp>
        <p:nvSpPr>
          <p:cNvPr id="4" name="文字方塊 3">
            <a:extLst>
              <a:ext uri="{FF2B5EF4-FFF2-40B4-BE49-F238E27FC236}">
                <a16:creationId xmlns:a16="http://schemas.microsoft.com/office/drawing/2014/main" xmlns="" id="{DBCD3618-401B-49E4-9C85-373848D9AA50}"/>
              </a:ext>
            </a:extLst>
          </p:cNvPr>
          <p:cNvSpPr txBox="1"/>
          <p:nvPr/>
        </p:nvSpPr>
        <p:spPr>
          <a:xfrm>
            <a:off x="6781803" y="5288856"/>
            <a:ext cx="2105256" cy="715581"/>
          </a:xfrm>
          <a:prstGeom prst="rect">
            <a:avLst/>
          </a:prstGeom>
          <a:noFill/>
        </p:spPr>
        <p:txBody>
          <a:bodyPr wrap="none" rtlCol="0">
            <a:spAutoFit/>
          </a:bodyPr>
          <a:lstStyle/>
          <a:p>
            <a:r>
              <a:rPr lang="en-US" altLang="zh-TW" sz="1350"/>
              <a:t>Presenter: Kuo-Feng Huang</a:t>
            </a:r>
          </a:p>
          <a:p>
            <a:r>
              <a:rPr lang="en-US" altLang="zh-TW" sz="1350"/>
              <a:t>Date:</a:t>
            </a:r>
            <a:r>
              <a:rPr lang="zh-TW" altLang="en-US" sz="1350"/>
              <a:t> </a:t>
            </a:r>
            <a:r>
              <a:rPr lang="en-US" altLang="zh-TW" sz="1350"/>
              <a:t>2017/11/28</a:t>
            </a:r>
          </a:p>
          <a:p>
            <a:endParaRPr lang="en-US" altLang="zh-TW" sz="1350"/>
          </a:p>
        </p:txBody>
      </p:sp>
    </p:spTree>
    <p:extLst>
      <p:ext uri="{BB962C8B-B14F-4D97-AF65-F5344CB8AC3E}">
        <p14:creationId xmlns:p14="http://schemas.microsoft.com/office/powerpoint/2010/main" val="36767747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81FADCC-098F-42B3-A516-7A8E8C1A4646}"/>
              </a:ext>
            </a:extLst>
          </p:cNvPr>
          <p:cNvSpPr>
            <a:spLocks noGrp="1"/>
          </p:cNvSpPr>
          <p:nvPr>
            <p:ph type="title"/>
          </p:nvPr>
        </p:nvSpPr>
        <p:spPr/>
        <p:txBody>
          <a:bodyPr/>
          <a:lstStyle/>
          <a:p>
            <a:r>
              <a:rPr lang="en-US" altLang="zh-TW"/>
              <a:t>Abstract</a:t>
            </a:r>
            <a:endParaRPr lang="zh-TW" altLang="en-US"/>
          </a:p>
        </p:txBody>
      </p:sp>
      <p:sp>
        <p:nvSpPr>
          <p:cNvPr id="3" name="內容版面配置區 2">
            <a:extLst>
              <a:ext uri="{FF2B5EF4-FFF2-40B4-BE49-F238E27FC236}">
                <a16:creationId xmlns:a16="http://schemas.microsoft.com/office/drawing/2014/main" xmlns="" id="{7DB8E5E2-9D37-4095-8A46-00A68D1D282E}"/>
              </a:ext>
            </a:extLst>
          </p:cNvPr>
          <p:cNvSpPr>
            <a:spLocks noGrp="1"/>
          </p:cNvSpPr>
          <p:nvPr>
            <p:ph idx="1"/>
          </p:nvPr>
        </p:nvSpPr>
        <p:spPr>
          <a:xfrm>
            <a:off x="628650" y="1825625"/>
            <a:ext cx="7886700" cy="4351338"/>
          </a:xfrm>
        </p:spPr>
        <p:txBody>
          <a:bodyPr>
            <a:normAutofit fontScale="92500" lnSpcReduction="20000"/>
          </a:bodyPr>
          <a:lstStyle/>
          <a:p>
            <a:pPr marL="0" indent="0">
              <a:buNone/>
            </a:pPr>
            <a:r>
              <a:rPr lang="en-US" altLang="zh-TW"/>
              <a:t>In this paper, we analysed the performance of deep convolutional neural networks on noisy images of fish species. Thorough experiments using four variants of noisy and challenging dataset was carried out. Different deep convolutional models were evaluated. Firstly, we trained models on noisy dataset of fishing boat images. Our second approach trained the models on a new dataset generated by annotating fish instances only from the initial set of images. Lastly, we trained the models by synthesizing more data through the application of affine transforms and random noise. Results indicate that deep convolutional network performance deteriorate in the absence of well annotated training set. This opens direction for future research in automatic image annotation.</a:t>
            </a:r>
            <a:endParaRPr lang="zh-TW" altLang="en-US"/>
          </a:p>
        </p:txBody>
      </p:sp>
    </p:spTree>
    <p:extLst>
      <p:ext uri="{BB962C8B-B14F-4D97-AF65-F5344CB8AC3E}">
        <p14:creationId xmlns:p14="http://schemas.microsoft.com/office/powerpoint/2010/main" val="27268832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A89FDF2-77A9-44DE-ADA0-6890F8B9B51D}"/>
              </a:ext>
            </a:extLst>
          </p:cNvPr>
          <p:cNvSpPr>
            <a:spLocks noGrp="1"/>
          </p:cNvSpPr>
          <p:nvPr>
            <p:ph type="title"/>
          </p:nvPr>
        </p:nvSpPr>
        <p:spPr/>
        <p:txBody>
          <a:bodyPr/>
          <a:lstStyle/>
          <a:p>
            <a:r>
              <a:rPr lang="en-US" altLang="zh-TW"/>
              <a:t>Dataset</a:t>
            </a:r>
            <a:endParaRPr lang="zh-TW" altLang="en-US"/>
          </a:p>
        </p:txBody>
      </p:sp>
      <p:sp>
        <p:nvSpPr>
          <p:cNvPr id="3" name="內容版面配置區 2">
            <a:extLst>
              <a:ext uri="{FF2B5EF4-FFF2-40B4-BE49-F238E27FC236}">
                <a16:creationId xmlns:a16="http://schemas.microsoft.com/office/drawing/2014/main" xmlns="" id="{5A9EF990-D0FA-4C90-9D12-000CB15FCEAA}"/>
              </a:ext>
            </a:extLst>
          </p:cNvPr>
          <p:cNvSpPr>
            <a:spLocks noGrp="1"/>
          </p:cNvSpPr>
          <p:nvPr>
            <p:ph idx="1"/>
          </p:nvPr>
        </p:nvSpPr>
        <p:spPr/>
        <p:txBody>
          <a:bodyPr>
            <a:normAutofit/>
          </a:bodyPr>
          <a:lstStyle/>
          <a:p>
            <a:pPr marL="0" indent="0">
              <a:buNone/>
            </a:pPr>
            <a:r>
              <a:rPr lang="en-US" altLang="zh-TW"/>
              <a:t>In this paper we used a dataset of images provided by kaggle</a:t>
            </a:r>
            <a:r>
              <a:rPr lang="en-US" altLang="zh-TW" sz="2400"/>
              <a:t>.</a:t>
            </a:r>
          </a:p>
          <a:p>
            <a:pPr marL="0" indent="0">
              <a:buNone/>
            </a:pPr>
            <a:endParaRPr lang="en-US" altLang="zh-TW" sz="2400"/>
          </a:p>
          <a:p>
            <a:pPr marL="0" indent="0">
              <a:buNone/>
            </a:pPr>
            <a:r>
              <a:rPr lang="en-US" altLang="zh-TW" sz="2400"/>
              <a:t>It contains 3777 images of fish. The fish categories include Albacore tuna(</a:t>
            </a:r>
            <a:r>
              <a:rPr lang="zh-TW" altLang="en-US"/>
              <a:t>長鰭鮪魚</a:t>
            </a:r>
            <a:r>
              <a:rPr lang="en-US" altLang="zh-TW"/>
              <a:t>)</a:t>
            </a:r>
            <a:r>
              <a:rPr lang="en-US" altLang="zh-TW" sz="2400"/>
              <a:t>, Bigeye tuna(</a:t>
            </a:r>
            <a:r>
              <a:rPr lang="zh-TW" altLang="en-US"/>
              <a:t>短鮪</a:t>
            </a:r>
            <a:r>
              <a:rPr lang="en-US" altLang="zh-TW"/>
              <a:t>)</a:t>
            </a:r>
            <a:r>
              <a:rPr lang="en-US" altLang="zh-TW" sz="2400"/>
              <a:t>, Yellowfin tuna(</a:t>
            </a:r>
            <a:r>
              <a:rPr lang="zh-TW" altLang="en-US"/>
              <a:t>黃鰭金槍魚</a:t>
            </a:r>
            <a:r>
              <a:rPr lang="en-US" altLang="zh-TW"/>
              <a:t>)</a:t>
            </a:r>
            <a:r>
              <a:rPr lang="en-US" altLang="zh-TW" sz="2400"/>
              <a:t>, Dolphin, Lampris guttatus(</a:t>
            </a:r>
            <a:r>
              <a:rPr lang="zh-TW" altLang="en-US"/>
              <a:t>月魚</a:t>
            </a:r>
            <a:r>
              <a:rPr lang="en-US" altLang="zh-TW"/>
              <a:t>)</a:t>
            </a:r>
            <a:r>
              <a:rPr lang="en-US" altLang="zh-TW" sz="2400"/>
              <a:t>, Sharks, other categories and images with no Fish, labelled as ALB, BET, YFT, LAG, DOL, SHARK, OTHER and NoF.</a:t>
            </a:r>
          </a:p>
          <a:p>
            <a:pPr marL="0" indent="0">
              <a:buNone/>
            </a:pPr>
            <a:endParaRPr lang="en-US" altLang="zh-TW" sz="2400"/>
          </a:p>
          <a:p>
            <a:pPr marL="0" indent="0">
              <a:buNone/>
            </a:pPr>
            <a:endParaRPr lang="en-US" altLang="zh-TW" sz="2400"/>
          </a:p>
        </p:txBody>
      </p:sp>
    </p:spTree>
    <p:extLst>
      <p:ext uri="{BB962C8B-B14F-4D97-AF65-F5344CB8AC3E}">
        <p14:creationId xmlns:p14="http://schemas.microsoft.com/office/powerpoint/2010/main" val="37934897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CA3B093-AFA3-48FB-8101-11F8ACA668E7}"/>
              </a:ext>
            </a:extLst>
          </p:cNvPr>
          <p:cNvSpPr>
            <a:spLocks noGrp="1"/>
          </p:cNvSpPr>
          <p:nvPr>
            <p:ph type="title"/>
          </p:nvPr>
        </p:nvSpPr>
        <p:spPr/>
        <p:txBody>
          <a:bodyPr/>
          <a:lstStyle/>
          <a:p>
            <a:r>
              <a:rPr lang="en-US" altLang="zh-TW"/>
              <a:t>Dataset</a:t>
            </a:r>
            <a:endParaRPr lang="zh-TW" altLang="en-US"/>
          </a:p>
        </p:txBody>
      </p:sp>
      <p:sp>
        <p:nvSpPr>
          <p:cNvPr id="3" name="內容版面配置區 2">
            <a:extLst>
              <a:ext uri="{FF2B5EF4-FFF2-40B4-BE49-F238E27FC236}">
                <a16:creationId xmlns:a16="http://schemas.microsoft.com/office/drawing/2014/main" xmlns="" id="{0B662F05-00A5-41B8-92FD-C27A6F471347}"/>
              </a:ext>
            </a:extLst>
          </p:cNvPr>
          <p:cNvSpPr>
            <a:spLocks noGrp="1"/>
          </p:cNvSpPr>
          <p:nvPr>
            <p:ph idx="1"/>
          </p:nvPr>
        </p:nvSpPr>
        <p:spPr>
          <a:xfrm>
            <a:off x="628650" y="2226470"/>
            <a:ext cx="7886700" cy="3950211"/>
          </a:xfrm>
        </p:spPr>
        <p:txBody>
          <a:bodyPr>
            <a:normAutofit/>
          </a:bodyPr>
          <a:lstStyle/>
          <a:p>
            <a:pPr marL="0" indent="0">
              <a:buNone/>
            </a:pPr>
            <a:endParaRPr lang="en-US" altLang="zh-TW"/>
          </a:p>
          <a:p>
            <a:pPr marL="0" indent="0">
              <a:buNone/>
            </a:pPr>
            <a:endParaRPr lang="zh-TW" altLang="en-US"/>
          </a:p>
        </p:txBody>
      </p:sp>
      <p:pic>
        <p:nvPicPr>
          <p:cNvPr id="1026" name="Picture 2" descr="https://static-content.springer.com/image/chp%3A10.1007%2F978-3-319-65172-9_19/MediaObjects/455533_1_En_19_Fig1_HTML.gif">
            <a:extLst>
              <a:ext uri="{FF2B5EF4-FFF2-40B4-BE49-F238E27FC236}">
                <a16:creationId xmlns:a16="http://schemas.microsoft.com/office/drawing/2014/main" xmlns="" id="{73E341A1-A0E5-4B74-8AD4-8EA918654D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012" y="1690689"/>
            <a:ext cx="6678788" cy="5161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445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BE23136-9EA0-4FAB-A513-C087268DF54F}"/>
              </a:ext>
            </a:extLst>
          </p:cNvPr>
          <p:cNvSpPr>
            <a:spLocks noGrp="1"/>
          </p:cNvSpPr>
          <p:nvPr>
            <p:ph type="title"/>
          </p:nvPr>
        </p:nvSpPr>
        <p:spPr/>
        <p:txBody>
          <a:bodyPr/>
          <a:lstStyle/>
          <a:p>
            <a:r>
              <a:rPr lang="en-US" altLang="zh-TW"/>
              <a:t>Dataset</a:t>
            </a:r>
            <a:endParaRPr lang="zh-TW" altLang="en-US"/>
          </a:p>
        </p:txBody>
      </p:sp>
      <p:graphicFrame>
        <p:nvGraphicFramePr>
          <p:cNvPr id="13" name="內容版面配置區 12">
            <a:extLst>
              <a:ext uri="{FF2B5EF4-FFF2-40B4-BE49-F238E27FC236}">
                <a16:creationId xmlns:a16="http://schemas.microsoft.com/office/drawing/2014/main" xmlns="" id="{5ABA8D7B-F7C2-4FE5-8B18-7BDA1E7BD426}"/>
              </a:ext>
            </a:extLst>
          </p:cNvPr>
          <p:cNvGraphicFramePr>
            <a:graphicFrameLocks noGrp="1"/>
          </p:cNvGraphicFramePr>
          <p:nvPr>
            <p:ph idx="1"/>
            <p:extLst>
              <p:ext uri="{D42A27DB-BD31-4B8C-83A1-F6EECF244321}">
                <p14:modId xmlns:p14="http://schemas.microsoft.com/office/powerpoint/2010/main" val="5774175"/>
              </p:ext>
            </p:extLst>
          </p:nvPr>
        </p:nvGraphicFramePr>
        <p:xfrm>
          <a:off x="530578" y="1603022"/>
          <a:ext cx="7984772" cy="4425244"/>
        </p:xfrm>
        <a:graphic>
          <a:graphicData uri="http://schemas.openxmlformats.org/drawingml/2006/table">
            <a:tbl>
              <a:tblPr/>
              <a:tblGrid>
                <a:gridCol w="1996193">
                  <a:extLst>
                    <a:ext uri="{9D8B030D-6E8A-4147-A177-3AD203B41FA5}">
                      <a16:colId xmlns:a16="http://schemas.microsoft.com/office/drawing/2014/main" xmlns="" val="2319809905"/>
                    </a:ext>
                  </a:extLst>
                </a:gridCol>
                <a:gridCol w="1996193">
                  <a:extLst>
                    <a:ext uri="{9D8B030D-6E8A-4147-A177-3AD203B41FA5}">
                      <a16:colId xmlns:a16="http://schemas.microsoft.com/office/drawing/2014/main" xmlns="" val="428768806"/>
                    </a:ext>
                  </a:extLst>
                </a:gridCol>
                <a:gridCol w="1996193">
                  <a:extLst>
                    <a:ext uri="{9D8B030D-6E8A-4147-A177-3AD203B41FA5}">
                      <a16:colId xmlns:a16="http://schemas.microsoft.com/office/drawing/2014/main" xmlns="" val="3837721514"/>
                    </a:ext>
                  </a:extLst>
                </a:gridCol>
                <a:gridCol w="1996193">
                  <a:extLst>
                    <a:ext uri="{9D8B030D-6E8A-4147-A177-3AD203B41FA5}">
                      <a16:colId xmlns:a16="http://schemas.microsoft.com/office/drawing/2014/main" xmlns="" val="53563614"/>
                    </a:ext>
                  </a:extLst>
                </a:gridCol>
              </a:tblGrid>
              <a:tr h="1156598">
                <a:tc>
                  <a:txBody>
                    <a:bodyPr/>
                    <a:lstStyle/>
                    <a:p>
                      <a:pPr algn="l" fontAlgn="t"/>
                      <a:r>
                        <a:rPr lang="en-US">
                          <a:solidFill>
                            <a:srgbClr val="333333"/>
                          </a:solidFill>
                          <a:effectLst/>
                        </a:rPr>
                        <a:t>Dataset</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Number of images</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Noise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Affine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4169150847"/>
                  </a:ext>
                </a:extLst>
              </a:tr>
              <a:tr h="704016">
                <a:tc>
                  <a:txBody>
                    <a:bodyPr/>
                    <a:lstStyle/>
                    <a:p>
                      <a:pPr fontAlgn="t"/>
                      <a:r>
                        <a:rPr lang="en-US">
                          <a:solidFill>
                            <a:srgbClr val="666666"/>
                          </a:solidFill>
                          <a:effectLst/>
                        </a:rPr>
                        <a:t>Original</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3777</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212881728"/>
                  </a:ext>
                </a:extLst>
              </a:tr>
              <a:tr h="704016">
                <a:tc>
                  <a:txBody>
                    <a:bodyPr/>
                    <a:lstStyle/>
                    <a:p>
                      <a:pPr fontAlgn="t"/>
                      <a:r>
                        <a:rPr lang="en-US">
                          <a:solidFill>
                            <a:srgbClr val="666666"/>
                          </a:solidFill>
                          <a:effectLst/>
                        </a:rPr>
                        <a:t>Annotated</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3777</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314055117"/>
                  </a:ext>
                </a:extLst>
              </a:tr>
              <a:tr h="704016">
                <a:tc>
                  <a:txBody>
                    <a:bodyPr/>
                    <a:lstStyle/>
                    <a:p>
                      <a:pPr fontAlgn="t"/>
                      <a:r>
                        <a:rPr lang="en-US">
                          <a:solidFill>
                            <a:srgbClr val="666666"/>
                          </a:solidFill>
                          <a:effectLst/>
                        </a:rPr>
                        <a:t>Original+Noise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12275</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solidFill>
                            <a:srgbClr val="666666"/>
                          </a:solidFill>
                          <a:effectLst/>
                        </a:rPr>
                        <a:t>X</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solidFill>
                            <a:srgbClr val="666666"/>
                          </a:solidFill>
                          <a:effectLst/>
                        </a:rPr>
                        <a:t>X</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092319246"/>
                  </a:ext>
                </a:extLst>
              </a:tr>
              <a:tr h="1156598">
                <a:tc>
                  <a:txBody>
                    <a:bodyPr/>
                    <a:lstStyle/>
                    <a:p>
                      <a:pPr fontAlgn="t"/>
                      <a:r>
                        <a:rPr lang="en-US">
                          <a:solidFill>
                            <a:srgbClr val="666666"/>
                          </a:solidFill>
                          <a:effectLst/>
                        </a:rPr>
                        <a:t>Annotated+Noise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12275</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solidFill>
                            <a:srgbClr val="666666"/>
                          </a:solidFill>
                          <a:effectLst/>
                        </a:rPr>
                        <a:t>X</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solidFill>
                            <a:srgbClr val="666666"/>
                          </a:solidFill>
                          <a:effectLst/>
                        </a:rPr>
                        <a:t>X</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669287037"/>
                  </a:ext>
                </a:extLst>
              </a:tr>
            </a:tbl>
          </a:graphicData>
        </a:graphic>
      </p:graphicFrame>
    </p:spTree>
    <p:extLst>
      <p:ext uri="{BB962C8B-B14F-4D97-AF65-F5344CB8AC3E}">
        <p14:creationId xmlns:p14="http://schemas.microsoft.com/office/powerpoint/2010/main" val="615137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6F99361-0056-4385-83B2-3FC01E0E91EA}"/>
              </a:ext>
            </a:extLst>
          </p:cNvPr>
          <p:cNvSpPr>
            <a:spLocks noGrp="1"/>
          </p:cNvSpPr>
          <p:nvPr>
            <p:ph type="title"/>
          </p:nvPr>
        </p:nvSpPr>
        <p:spPr/>
        <p:txBody>
          <a:bodyPr/>
          <a:lstStyle/>
          <a:p>
            <a:r>
              <a:rPr lang="en-US" altLang="zh-TW"/>
              <a:t>Before training</a:t>
            </a:r>
            <a:endParaRPr lang="zh-TW" altLang="en-US"/>
          </a:p>
        </p:txBody>
      </p:sp>
      <p:sp>
        <p:nvSpPr>
          <p:cNvPr id="3" name="內容版面配置區 2">
            <a:extLst>
              <a:ext uri="{FF2B5EF4-FFF2-40B4-BE49-F238E27FC236}">
                <a16:creationId xmlns:a16="http://schemas.microsoft.com/office/drawing/2014/main" xmlns="" id="{B7475370-B300-4AEA-973B-C81F04A75B7C}"/>
              </a:ext>
            </a:extLst>
          </p:cNvPr>
          <p:cNvSpPr>
            <a:spLocks noGrp="1"/>
          </p:cNvSpPr>
          <p:nvPr>
            <p:ph idx="1"/>
          </p:nvPr>
        </p:nvSpPr>
        <p:spPr/>
        <p:txBody>
          <a:bodyPr/>
          <a:lstStyle/>
          <a:p>
            <a:r>
              <a:rPr lang="en-US" altLang="zh-TW"/>
              <a:t>All images were resized to 224 by 224.</a:t>
            </a:r>
          </a:p>
          <a:p>
            <a:r>
              <a:rPr lang="en-US" altLang="zh-TW"/>
              <a:t>Images were shuffled, then split into test and trainwith 75% of data used for training and the remaining 25% of data for testing.</a:t>
            </a:r>
          </a:p>
          <a:p>
            <a:endParaRPr lang="en-US" altLang="zh-TW"/>
          </a:p>
          <a:p>
            <a:endParaRPr lang="en-US" altLang="zh-TW"/>
          </a:p>
          <a:p>
            <a:endParaRPr lang="zh-TW" altLang="en-US"/>
          </a:p>
        </p:txBody>
      </p:sp>
    </p:spTree>
    <p:extLst>
      <p:ext uri="{BB962C8B-B14F-4D97-AF65-F5344CB8AC3E}">
        <p14:creationId xmlns:p14="http://schemas.microsoft.com/office/powerpoint/2010/main" val="37730513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BB8FE78-ECAA-429E-9D04-B282A1A828D5}"/>
              </a:ext>
            </a:extLst>
          </p:cNvPr>
          <p:cNvSpPr>
            <a:spLocks noGrp="1"/>
          </p:cNvSpPr>
          <p:nvPr>
            <p:ph type="title"/>
          </p:nvPr>
        </p:nvSpPr>
        <p:spPr/>
        <p:txBody>
          <a:bodyPr/>
          <a:lstStyle/>
          <a:p>
            <a:r>
              <a:rPr lang="en-US" altLang="zh-TW"/>
              <a:t>Methods</a:t>
            </a:r>
            <a:endParaRPr lang="zh-TW" altLang="en-US"/>
          </a:p>
        </p:txBody>
      </p:sp>
      <p:sp>
        <p:nvSpPr>
          <p:cNvPr id="3" name="內容版面配置區 2">
            <a:extLst>
              <a:ext uri="{FF2B5EF4-FFF2-40B4-BE49-F238E27FC236}">
                <a16:creationId xmlns:a16="http://schemas.microsoft.com/office/drawing/2014/main" xmlns="" id="{AB12BAFE-D968-48F0-A6E7-6CE4EC598BE4}"/>
              </a:ext>
            </a:extLst>
          </p:cNvPr>
          <p:cNvSpPr>
            <a:spLocks noGrp="1"/>
          </p:cNvSpPr>
          <p:nvPr>
            <p:ph idx="1"/>
          </p:nvPr>
        </p:nvSpPr>
        <p:spPr/>
        <p:txBody>
          <a:bodyPr/>
          <a:lstStyle/>
          <a:p>
            <a:r>
              <a:rPr lang="en-US" altLang="zh-TW" sz="2400" dirty="0"/>
              <a:t>VGG Network : VGG-16</a:t>
            </a:r>
            <a:r>
              <a:rPr lang="zh-TW" altLang="en-US" sz="2400" dirty="0"/>
              <a:t>為牛津大學的視覺幾何研究團隊</a:t>
            </a:r>
            <a:r>
              <a:rPr lang="en-US" altLang="zh-TW" sz="2400" dirty="0"/>
              <a:t>(Visual Geometry Group)</a:t>
            </a:r>
            <a:r>
              <a:rPr lang="zh-TW" altLang="en-US" sz="2400" dirty="0"/>
              <a:t>預先以</a:t>
            </a:r>
            <a:r>
              <a:rPr lang="en-US" altLang="zh-TW" sz="2400" dirty="0"/>
              <a:t>ImageNet</a:t>
            </a:r>
            <a:r>
              <a:rPr lang="zh-TW" altLang="en-US" sz="2400" dirty="0"/>
              <a:t>資料集大約</a:t>
            </a:r>
            <a:r>
              <a:rPr lang="en-US" altLang="zh-TW" sz="2400" dirty="0"/>
              <a:t>120</a:t>
            </a:r>
            <a:r>
              <a:rPr lang="zh-TW" altLang="en-US" sz="2400" dirty="0"/>
              <a:t>萬張圖片訓練而成的卷積神經網路</a:t>
            </a:r>
            <a:r>
              <a:rPr lang="en-US" altLang="zh-TW" sz="2400" dirty="0"/>
              <a:t>(Convolutional Neural Network</a:t>
            </a:r>
            <a:r>
              <a:rPr lang="zh-TW" altLang="en-US" sz="2400" dirty="0"/>
              <a:t>，或稱作</a:t>
            </a:r>
            <a:r>
              <a:rPr lang="en-US" altLang="zh-TW" sz="2400" dirty="0"/>
              <a:t>CNN)</a:t>
            </a:r>
            <a:r>
              <a:rPr lang="zh-TW" altLang="en-US" sz="2400" dirty="0"/>
              <a:t>模型。</a:t>
            </a:r>
            <a:endParaRPr lang="en-US" altLang="zh-TW" dirty="0"/>
          </a:p>
          <a:p>
            <a:endParaRPr lang="en-US" altLang="zh-TW" dirty="0"/>
          </a:p>
          <a:p>
            <a:r>
              <a:rPr lang="en-US" altLang="zh-TW" dirty="0"/>
              <a:t>Transfer Learning : a pre-trained network on ImageNet dataset</a:t>
            </a:r>
            <a:endParaRPr lang="zh-TW" altLang="en-US" dirty="0"/>
          </a:p>
        </p:txBody>
      </p:sp>
    </p:spTree>
    <p:extLst>
      <p:ext uri="{BB962C8B-B14F-4D97-AF65-F5344CB8AC3E}">
        <p14:creationId xmlns:p14="http://schemas.microsoft.com/office/powerpoint/2010/main" val="42600904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558D706-611E-40C4-A4B8-99711D127AB9}"/>
              </a:ext>
            </a:extLst>
          </p:cNvPr>
          <p:cNvSpPr>
            <a:spLocks noGrp="1"/>
          </p:cNvSpPr>
          <p:nvPr>
            <p:ph type="title"/>
          </p:nvPr>
        </p:nvSpPr>
        <p:spPr/>
        <p:txBody>
          <a:bodyPr/>
          <a:lstStyle/>
          <a:p>
            <a:r>
              <a:rPr lang="en-US" altLang="zh-TW" dirty="0" smtClean="0"/>
              <a:t>Convolution</a:t>
            </a:r>
            <a:endParaRPr lang="zh-TW" altLang="en-US" dirty="0"/>
          </a:p>
        </p:txBody>
      </p:sp>
      <p:pic>
        <p:nvPicPr>
          <p:cNvPr id="7" name="圖片 6">
            <a:extLst>
              <a:ext uri="{FF2B5EF4-FFF2-40B4-BE49-F238E27FC236}">
                <a16:creationId xmlns:a16="http://schemas.microsoft.com/office/drawing/2014/main" xmlns="" id="{3A05D4DB-EAE0-4C9B-AE30-8483C8E398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249" y="1998132"/>
            <a:ext cx="5791907" cy="4688417"/>
          </a:xfrm>
          <a:prstGeom prst="rect">
            <a:avLst/>
          </a:prstGeom>
        </p:spPr>
      </p:pic>
    </p:spTree>
    <p:extLst>
      <p:ext uri="{BB962C8B-B14F-4D97-AF65-F5344CB8AC3E}">
        <p14:creationId xmlns:p14="http://schemas.microsoft.com/office/powerpoint/2010/main" val="3724462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6FE9784-9829-4608-9BBE-0102CF76F199}"/>
              </a:ext>
            </a:extLst>
          </p:cNvPr>
          <p:cNvSpPr>
            <a:spLocks noGrp="1"/>
          </p:cNvSpPr>
          <p:nvPr>
            <p:ph type="title"/>
          </p:nvPr>
        </p:nvSpPr>
        <p:spPr/>
        <p:txBody>
          <a:bodyPr/>
          <a:lstStyle/>
          <a:p>
            <a:r>
              <a:rPr lang="en-US" altLang="zh-TW"/>
              <a:t>VGG-16</a:t>
            </a:r>
            <a:endParaRPr lang="zh-TW" altLang="en-US"/>
          </a:p>
        </p:txBody>
      </p:sp>
      <p:pic>
        <p:nvPicPr>
          <p:cNvPr id="4098" name="Picture 2" descr="https://static-content.springer.com/image/chp%3A10.1007%2F978-3-319-65172-9_19/MediaObjects/455533_1_En_19_Fig2_HTML.gif">
            <a:extLst>
              <a:ext uri="{FF2B5EF4-FFF2-40B4-BE49-F238E27FC236}">
                <a16:creationId xmlns:a16="http://schemas.microsoft.com/office/drawing/2014/main" xmlns="" id="{6B185260-A308-4B9C-8106-B15913E7E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0268" y="164534"/>
            <a:ext cx="5441244" cy="6528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4014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B57D0F0-5E68-4CBF-BC91-DA6A38E77918}"/>
              </a:ext>
            </a:extLst>
          </p:cNvPr>
          <p:cNvSpPr>
            <a:spLocks noGrp="1"/>
          </p:cNvSpPr>
          <p:nvPr>
            <p:ph type="title"/>
          </p:nvPr>
        </p:nvSpPr>
        <p:spPr/>
        <p:txBody>
          <a:bodyPr/>
          <a:lstStyle/>
          <a:p>
            <a:r>
              <a:rPr lang="en-US" altLang="zh-TW"/>
              <a:t>Results</a:t>
            </a:r>
            <a:endParaRPr lang="zh-TW" altLang="en-US"/>
          </a:p>
        </p:txBody>
      </p:sp>
      <p:sp>
        <p:nvSpPr>
          <p:cNvPr id="3" name="內容版面配置區 2">
            <a:extLst>
              <a:ext uri="{FF2B5EF4-FFF2-40B4-BE49-F238E27FC236}">
                <a16:creationId xmlns:a16="http://schemas.microsoft.com/office/drawing/2014/main" xmlns="" id="{1509A55B-97EF-4A56-A7FD-54CF5BCC8EA4}"/>
              </a:ext>
            </a:extLst>
          </p:cNvPr>
          <p:cNvSpPr>
            <a:spLocks noGrp="1"/>
          </p:cNvSpPr>
          <p:nvPr>
            <p:ph idx="1"/>
          </p:nvPr>
        </p:nvSpPr>
        <p:spPr/>
        <p:txBody>
          <a:bodyPr/>
          <a:lstStyle/>
          <a:p>
            <a:r>
              <a:rPr lang="en-US" altLang="zh-TW"/>
              <a:t>Log loss and accuracy metrics were used to evaluate the models.</a:t>
            </a:r>
          </a:p>
          <a:p>
            <a:endParaRPr lang="zh-TW" altLang="en-US"/>
          </a:p>
        </p:txBody>
      </p:sp>
      <p:pic>
        <p:nvPicPr>
          <p:cNvPr id="5" name="圖片 4">
            <a:extLst>
              <a:ext uri="{FF2B5EF4-FFF2-40B4-BE49-F238E27FC236}">
                <a16:creationId xmlns:a16="http://schemas.microsoft.com/office/drawing/2014/main" xmlns="" id="{DD25E5A4-A658-4579-8856-DDFEB0357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767" y="2728912"/>
            <a:ext cx="5438775" cy="1400175"/>
          </a:xfrm>
          <a:prstGeom prst="rect">
            <a:avLst/>
          </a:prstGeom>
        </p:spPr>
      </p:pic>
      <p:pic>
        <p:nvPicPr>
          <p:cNvPr id="7" name="圖片 6">
            <a:extLst>
              <a:ext uri="{FF2B5EF4-FFF2-40B4-BE49-F238E27FC236}">
                <a16:creationId xmlns:a16="http://schemas.microsoft.com/office/drawing/2014/main" xmlns="" id="{A1996813-64DE-49E5-BE04-F8274C8031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090" y="4467224"/>
            <a:ext cx="8579554" cy="1325563"/>
          </a:xfrm>
          <a:prstGeom prst="rect">
            <a:avLst/>
          </a:prstGeom>
        </p:spPr>
      </p:pic>
    </p:spTree>
    <p:extLst>
      <p:ext uri="{BB962C8B-B14F-4D97-AF65-F5344CB8AC3E}">
        <p14:creationId xmlns:p14="http://schemas.microsoft.com/office/powerpoint/2010/main" val="34141036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335DF35-9966-49F5-8655-482B0BEDA734}"/>
              </a:ext>
            </a:extLst>
          </p:cNvPr>
          <p:cNvSpPr>
            <a:spLocks noGrp="1"/>
          </p:cNvSpPr>
          <p:nvPr>
            <p:ph type="title"/>
          </p:nvPr>
        </p:nvSpPr>
        <p:spPr/>
        <p:txBody>
          <a:bodyPr/>
          <a:lstStyle/>
          <a:p>
            <a:r>
              <a:rPr lang="en-US" altLang="zh-TW"/>
              <a:t>Results</a:t>
            </a:r>
            <a:endParaRPr lang="zh-TW" altLang="en-US"/>
          </a:p>
        </p:txBody>
      </p:sp>
      <p:graphicFrame>
        <p:nvGraphicFramePr>
          <p:cNvPr id="4" name="內容版面配置區 3">
            <a:extLst>
              <a:ext uri="{FF2B5EF4-FFF2-40B4-BE49-F238E27FC236}">
                <a16:creationId xmlns:a16="http://schemas.microsoft.com/office/drawing/2014/main" xmlns="" id="{48EEE4B6-4CEA-416E-88ED-6A55CBACF760}"/>
              </a:ext>
            </a:extLst>
          </p:cNvPr>
          <p:cNvGraphicFramePr>
            <a:graphicFrameLocks noGrp="1"/>
          </p:cNvGraphicFramePr>
          <p:nvPr>
            <p:ph idx="1"/>
            <p:extLst>
              <p:ext uri="{D42A27DB-BD31-4B8C-83A1-F6EECF244321}">
                <p14:modId xmlns:p14="http://schemas.microsoft.com/office/powerpoint/2010/main" val="3868254045"/>
              </p:ext>
            </p:extLst>
          </p:nvPr>
        </p:nvGraphicFramePr>
        <p:xfrm>
          <a:off x="628650" y="1980583"/>
          <a:ext cx="6753225" cy="1828800"/>
        </p:xfrm>
        <a:graphic>
          <a:graphicData uri="http://schemas.openxmlformats.org/drawingml/2006/table">
            <a:tbl>
              <a:tblPr/>
              <a:tblGrid>
                <a:gridCol w="1350645">
                  <a:extLst>
                    <a:ext uri="{9D8B030D-6E8A-4147-A177-3AD203B41FA5}">
                      <a16:colId xmlns:a16="http://schemas.microsoft.com/office/drawing/2014/main" xmlns="" val="562435862"/>
                    </a:ext>
                  </a:extLst>
                </a:gridCol>
                <a:gridCol w="1350645">
                  <a:extLst>
                    <a:ext uri="{9D8B030D-6E8A-4147-A177-3AD203B41FA5}">
                      <a16:colId xmlns:a16="http://schemas.microsoft.com/office/drawing/2014/main" xmlns="" val="2771824600"/>
                    </a:ext>
                  </a:extLst>
                </a:gridCol>
                <a:gridCol w="1350645">
                  <a:extLst>
                    <a:ext uri="{9D8B030D-6E8A-4147-A177-3AD203B41FA5}">
                      <a16:colId xmlns:a16="http://schemas.microsoft.com/office/drawing/2014/main" xmlns="" val="835316371"/>
                    </a:ext>
                  </a:extLst>
                </a:gridCol>
                <a:gridCol w="1350645">
                  <a:extLst>
                    <a:ext uri="{9D8B030D-6E8A-4147-A177-3AD203B41FA5}">
                      <a16:colId xmlns:a16="http://schemas.microsoft.com/office/drawing/2014/main" xmlns="" val="3405976838"/>
                    </a:ext>
                  </a:extLst>
                </a:gridCol>
                <a:gridCol w="1350645">
                  <a:extLst>
                    <a:ext uri="{9D8B030D-6E8A-4147-A177-3AD203B41FA5}">
                      <a16:colId xmlns:a16="http://schemas.microsoft.com/office/drawing/2014/main" xmlns="" val="1494380803"/>
                    </a:ext>
                  </a:extLst>
                </a:gridCol>
              </a:tblGrid>
              <a:tr h="0">
                <a:tc>
                  <a:txBody>
                    <a:bodyPr/>
                    <a:lstStyle/>
                    <a:p>
                      <a:pPr algn="l" fontAlgn="t"/>
                      <a:r>
                        <a:rPr lang="en-US">
                          <a:solidFill>
                            <a:srgbClr val="333333"/>
                          </a:solidFill>
                          <a:effectLst/>
                        </a:rPr>
                        <a:t>Model</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Original</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Annotated</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Original+Noise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Annotated+Noise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3381244726"/>
                  </a:ext>
                </a:extLst>
              </a:tr>
              <a:tr h="0">
                <a:tc>
                  <a:txBody>
                    <a:bodyPr/>
                    <a:lstStyle/>
                    <a:p>
                      <a:pPr fontAlgn="t"/>
                      <a:r>
                        <a:rPr lang="en-US">
                          <a:solidFill>
                            <a:srgbClr val="666666"/>
                          </a:solidFill>
                          <a:effectLst/>
                        </a:rPr>
                        <a:t>VGG-16</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0.54</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1.20</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0.12</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0.38</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370242621"/>
                  </a:ext>
                </a:extLst>
              </a:tr>
              <a:tr h="0">
                <a:tc>
                  <a:txBody>
                    <a:bodyPr/>
                    <a:lstStyle/>
                    <a:p>
                      <a:pPr fontAlgn="t"/>
                      <a:r>
                        <a:rPr lang="en-US">
                          <a:solidFill>
                            <a:srgbClr val="666666"/>
                          </a:solidFill>
                          <a:effectLst/>
                        </a:rPr>
                        <a:t>VGG-16 (transfer)</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18.45</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27.88</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0.10</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30.61</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022124748"/>
                  </a:ext>
                </a:extLst>
              </a:tr>
            </a:tbl>
          </a:graphicData>
        </a:graphic>
      </p:graphicFrame>
      <p:graphicFrame>
        <p:nvGraphicFramePr>
          <p:cNvPr id="6" name="表格 5">
            <a:extLst>
              <a:ext uri="{FF2B5EF4-FFF2-40B4-BE49-F238E27FC236}">
                <a16:creationId xmlns:a16="http://schemas.microsoft.com/office/drawing/2014/main" xmlns="" id="{205BC7E8-7A68-491F-AB0D-B3FDD9AD1A05}"/>
              </a:ext>
            </a:extLst>
          </p:cNvPr>
          <p:cNvGraphicFramePr>
            <a:graphicFrameLocks noGrp="1"/>
          </p:cNvGraphicFramePr>
          <p:nvPr>
            <p:extLst>
              <p:ext uri="{D42A27DB-BD31-4B8C-83A1-F6EECF244321}">
                <p14:modId xmlns:p14="http://schemas.microsoft.com/office/powerpoint/2010/main" val="199822737"/>
              </p:ext>
            </p:extLst>
          </p:nvPr>
        </p:nvGraphicFramePr>
        <p:xfrm>
          <a:off x="628650" y="4664074"/>
          <a:ext cx="7886700" cy="1828800"/>
        </p:xfrm>
        <a:graphic>
          <a:graphicData uri="http://schemas.openxmlformats.org/drawingml/2006/table">
            <a:tbl>
              <a:tblPr/>
              <a:tblGrid>
                <a:gridCol w="1577340">
                  <a:extLst>
                    <a:ext uri="{9D8B030D-6E8A-4147-A177-3AD203B41FA5}">
                      <a16:colId xmlns:a16="http://schemas.microsoft.com/office/drawing/2014/main" xmlns="" val="1591921652"/>
                    </a:ext>
                  </a:extLst>
                </a:gridCol>
                <a:gridCol w="1577340">
                  <a:extLst>
                    <a:ext uri="{9D8B030D-6E8A-4147-A177-3AD203B41FA5}">
                      <a16:colId xmlns:a16="http://schemas.microsoft.com/office/drawing/2014/main" xmlns="" val="1739191557"/>
                    </a:ext>
                  </a:extLst>
                </a:gridCol>
                <a:gridCol w="1577340">
                  <a:extLst>
                    <a:ext uri="{9D8B030D-6E8A-4147-A177-3AD203B41FA5}">
                      <a16:colId xmlns:a16="http://schemas.microsoft.com/office/drawing/2014/main" xmlns="" val="1768301869"/>
                    </a:ext>
                  </a:extLst>
                </a:gridCol>
                <a:gridCol w="1577340">
                  <a:extLst>
                    <a:ext uri="{9D8B030D-6E8A-4147-A177-3AD203B41FA5}">
                      <a16:colId xmlns:a16="http://schemas.microsoft.com/office/drawing/2014/main" xmlns="" val="1166218010"/>
                    </a:ext>
                  </a:extLst>
                </a:gridCol>
                <a:gridCol w="1577340">
                  <a:extLst>
                    <a:ext uri="{9D8B030D-6E8A-4147-A177-3AD203B41FA5}">
                      <a16:colId xmlns:a16="http://schemas.microsoft.com/office/drawing/2014/main" xmlns="" val="2709182168"/>
                    </a:ext>
                  </a:extLst>
                </a:gridCol>
              </a:tblGrid>
              <a:tr h="0">
                <a:tc>
                  <a:txBody>
                    <a:bodyPr/>
                    <a:lstStyle/>
                    <a:p>
                      <a:pPr algn="l" fontAlgn="t"/>
                      <a:r>
                        <a:rPr lang="en-US">
                          <a:solidFill>
                            <a:srgbClr val="333333"/>
                          </a:solidFill>
                          <a:effectLst/>
                        </a:rPr>
                        <a:t>Model</a:t>
                      </a:r>
                    </a:p>
                  </a:txBody>
                  <a:tcPr marL="114300" marR="114300" marT="76200" marB="76200">
                    <a:lnL>
                      <a:noFill/>
                    </a:lnL>
                    <a:lnR w="9525" cap="flat" cmpd="sng" algn="ctr">
                      <a:solidFill>
                        <a:srgbClr val="CCCCCC"/>
                      </a:solidFill>
                      <a:prstDash val="solid"/>
                      <a:round/>
                      <a:headEnd type="none" w="med" len="med"/>
                      <a:tailEnd type="none" w="med" len="med"/>
                    </a:lnR>
                    <a:lnT>
                      <a:noFill/>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Original</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a:noFill/>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Annotated</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a:noFill/>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Original+Noise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a:noFill/>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a:solidFill>
                            <a:srgbClr val="333333"/>
                          </a:solidFill>
                          <a:effectLst/>
                        </a:rPr>
                        <a:t>Annotated+Noise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a:noFill/>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588083217"/>
                  </a:ext>
                </a:extLst>
              </a:tr>
              <a:tr h="0">
                <a:tc>
                  <a:txBody>
                    <a:bodyPr/>
                    <a:lstStyle/>
                    <a:p>
                      <a:pPr fontAlgn="t"/>
                      <a:r>
                        <a:rPr lang="en-US">
                          <a:solidFill>
                            <a:srgbClr val="666666"/>
                          </a:solidFill>
                          <a:effectLst/>
                        </a:rPr>
                        <a:t>VGG-16</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97.20%</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90.17%</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99.38%</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98.00%</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984531681"/>
                  </a:ext>
                </a:extLst>
              </a:tr>
              <a:tr h="0">
                <a:tc>
                  <a:txBody>
                    <a:bodyPr/>
                    <a:lstStyle/>
                    <a:p>
                      <a:pPr fontAlgn="t"/>
                      <a:r>
                        <a:rPr lang="en-US">
                          <a:solidFill>
                            <a:srgbClr val="666666"/>
                          </a:solidFill>
                          <a:effectLst/>
                        </a:rPr>
                        <a:t>VGG-16 (transfer)</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86.60%</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79.81%</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99.54%</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a:solidFill>
                            <a:srgbClr val="666666"/>
                          </a:solidFill>
                          <a:effectLst/>
                        </a:rPr>
                        <a:t>77.80%</a:t>
                      </a:r>
                    </a:p>
                  </a:txBody>
                  <a:tcPr marL="114300" marR="114300" marT="76200" marB="76200">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102035928"/>
                  </a:ext>
                </a:extLst>
              </a:tr>
            </a:tbl>
          </a:graphicData>
        </a:graphic>
      </p:graphicFrame>
      <p:sp>
        <p:nvSpPr>
          <p:cNvPr id="7" name="文字方塊 6">
            <a:extLst>
              <a:ext uri="{FF2B5EF4-FFF2-40B4-BE49-F238E27FC236}">
                <a16:creationId xmlns:a16="http://schemas.microsoft.com/office/drawing/2014/main" xmlns="" id="{7728C8CA-0385-49CD-8F81-C705CEB4F512}"/>
              </a:ext>
            </a:extLst>
          </p:cNvPr>
          <p:cNvSpPr txBox="1"/>
          <p:nvPr/>
        </p:nvSpPr>
        <p:spPr>
          <a:xfrm>
            <a:off x="628650" y="4271515"/>
            <a:ext cx="2409057" cy="369332"/>
          </a:xfrm>
          <a:prstGeom prst="rect">
            <a:avLst/>
          </a:prstGeom>
          <a:noFill/>
        </p:spPr>
        <p:txBody>
          <a:bodyPr wrap="none" rtlCol="0">
            <a:spAutoFit/>
          </a:bodyPr>
          <a:lstStyle/>
          <a:p>
            <a:r>
              <a:rPr lang="en-US" altLang="zh-TW"/>
              <a:t>Test accuracy of models</a:t>
            </a:r>
            <a:endParaRPr lang="zh-TW" altLang="en-US"/>
          </a:p>
        </p:txBody>
      </p:sp>
      <p:sp>
        <p:nvSpPr>
          <p:cNvPr id="8" name="文字方塊 7">
            <a:extLst>
              <a:ext uri="{FF2B5EF4-FFF2-40B4-BE49-F238E27FC236}">
                <a16:creationId xmlns:a16="http://schemas.microsoft.com/office/drawing/2014/main" xmlns="" id="{085D4F18-F982-44EB-A41E-69F2B763249E}"/>
              </a:ext>
            </a:extLst>
          </p:cNvPr>
          <p:cNvSpPr txBox="1"/>
          <p:nvPr/>
        </p:nvSpPr>
        <p:spPr>
          <a:xfrm>
            <a:off x="628650" y="1583942"/>
            <a:ext cx="1627369" cy="369332"/>
          </a:xfrm>
          <a:prstGeom prst="rect">
            <a:avLst/>
          </a:prstGeom>
          <a:noFill/>
        </p:spPr>
        <p:txBody>
          <a:bodyPr wrap="none" rtlCol="0">
            <a:spAutoFit/>
          </a:bodyPr>
          <a:lstStyle/>
          <a:p>
            <a:r>
              <a:rPr lang="en-US" altLang="zh-TW"/>
              <a:t>Models log loss</a:t>
            </a:r>
            <a:endParaRPr lang="zh-TW" altLang="en-US"/>
          </a:p>
        </p:txBody>
      </p:sp>
    </p:spTree>
    <p:extLst>
      <p:ext uri="{BB962C8B-B14F-4D97-AF65-F5344CB8AC3E}">
        <p14:creationId xmlns:p14="http://schemas.microsoft.com/office/powerpoint/2010/main" val="16489026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71805B3-46C8-43A8-9A35-D6BBB9441D2F}"/>
              </a:ext>
            </a:extLst>
          </p:cNvPr>
          <p:cNvSpPr>
            <a:spLocks noGrp="1"/>
          </p:cNvSpPr>
          <p:nvPr>
            <p:ph type="title"/>
          </p:nvPr>
        </p:nvSpPr>
        <p:spPr/>
        <p:txBody>
          <a:bodyPr/>
          <a:lstStyle/>
          <a:p>
            <a:r>
              <a:rPr lang="en-US" altLang="zh-TW"/>
              <a:t>Results</a:t>
            </a:r>
            <a:endParaRPr lang="zh-TW" altLang="en-US"/>
          </a:p>
        </p:txBody>
      </p:sp>
      <p:sp>
        <p:nvSpPr>
          <p:cNvPr id="3" name="內容版面配置區 2">
            <a:extLst>
              <a:ext uri="{FF2B5EF4-FFF2-40B4-BE49-F238E27FC236}">
                <a16:creationId xmlns:a16="http://schemas.microsoft.com/office/drawing/2014/main" xmlns="" id="{56950F33-40AD-44DA-B52E-7F362AEF2E84}"/>
              </a:ext>
            </a:extLst>
          </p:cNvPr>
          <p:cNvSpPr>
            <a:spLocks noGrp="1"/>
          </p:cNvSpPr>
          <p:nvPr>
            <p:ph idx="1"/>
          </p:nvPr>
        </p:nvSpPr>
        <p:spPr/>
        <p:txBody>
          <a:bodyPr/>
          <a:lstStyle/>
          <a:p>
            <a:r>
              <a:rPr lang="en-US" altLang="zh-TW"/>
              <a:t>Feature maps from original image</a:t>
            </a:r>
          </a:p>
          <a:p>
            <a:endParaRPr lang="zh-TW" altLang="en-US"/>
          </a:p>
        </p:txBody>
      </p:sp>
      <p:pic>
        <p:nvPicPr>
          <p:cNvPr id="5" name="圖片 4">
            <a:extLst>
              <a:ext uri="{FF2B5EF4-FFF2-40B4-BE49-F238E27FC236}">
                <a16:creationId xmlns:a16="http://schemas.microsoft.com/office/drawing/2014/main" xmlns="" id="{070D1751-7447-4A5B-A7D3-19C890A50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877" y="2205037"/>
            <a:ext cx="7850989" cy="3552296"/>
          </a:xfrm>
          <a:prstGeom prst="rect">
            <a:avLst/>
          </a:prstGeom>
        </p:spPr>
      </p:pic>
    </p:spTree>
    <p:extLst>
      <p:ext uri="{BB962C8B-B14F-4D97-AF65-F5344CB8AC3E}">
        <p14:creationId xmlns:p14="http://schemas.microsoft.com/office/powerpoint/2010/main" val="15147621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1177C12-E5CE-4FCE-8A5B-AA2BDC082A1B}"/>
              </a:ext>
            </a:extLst>
          </p:cNvPr>
          <p:cNvSpPr>
            <a:spLocks noGrp="1"/>
          </p:cNvSpPr>
          <p:nvPr>
            <p:ph type="title"/>
          </p:nvPr>
        </p:nvSpPr>
        <p:spPr/>
        <p:txBody>
          <a:bodyPr/>
          <a:lstStyle/>
          <a:p>
            <a:r>
              <a:rPr lang="en-US" altLang="zh-TW"/>
              <a:t>Results</a:t>
            </a:r>
            <a:endParaRPr lang="zh-TW" altLang="en-US"/>
          </a:p>
        </p:txBody>
      </p:sp>
      <p:sp>
        <p:nvSpPr>
          <p:cNvPr id="3" name="內容版面配置區 2">
            <a:extLst>
              <a:ext uri="{FF2B5EF4-FFF2-40B4-BE49-F238E27FC236}">
                <a16:creationId xmlns:a16="http://schemas.microsoft.com/office/drawing/2014/main" xmlns="" id="{7FFE431D-0E2C-4016-84F0-A56F43F5026E}"/>
              </a:ext>
            </a:extLst>
          </p:cNvPr>
          <p:cNvSpPr>
            <a:spLocks noGrp="1"/>
          </p:cNvSpPr>
          <p:nvPr>
            <p:ph idx="1"/>
          </p:nvPr>
        </p:nvSpPr>
        <p:spPr/>
        <p:txBody>
          <a:bodyPr/>
          <a:lstStyle/>
          <a:p>
            <a:r>
              <a:rPr lang="en-US" altLang="zh-TW"/>
              <a:t>Feature maps from annotated image</a:t>
            </a:r>
          </a:p>
          <a:p>
            <a:endParaRPr lang="zh-TW" altLang="en-US"/>
          </a:p>
        </p:txBody>
      </p:sp>
      <p:pic>
        <p:nvPicPr>
          <p:cNvPr id="5" name="圖片 4">
            <a:extLst>
              <a:ext uri="{FF2B5EF4-FFF2-40B4-BE49-F238E27FC236}">
                <a16:creationId xmlns:a16="http://schemas.microsoft.com/office/drawing/2014/main" xmlns="" id="{D2D4640B-43EA-4F26-B90B-76A74C4412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877" y="2214562"/>
            <a:ext cx="7891349" cy="3542771"/>
          </a:xfrm>
          <a:prstGeom prst="rect">
            <a:avLst/>
          </a:prstGeom>
        </p:spPr>
      </p:pic>
    </p:spTree>
    <p:extLst>
      <p:ext uri="{BB962C8B-B14F-4D97-AF65-F5344CB8AC3E}">
        <p14:creationId xmlns:p14="http://schemas.microsoft.com/office/powerpoint/2010/main" val="34114687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6C73D15-0514-4DF8-86DB-9C71AC25DE41}"/>
              </a:ext>
            </a:extLst>
          </p:cNvPr>
          <p:cNvSpPr>
            <a:spLocks noGrp="1"/>
          </p:cNvSpPr>
          <p:nvPr>
            <p:ph type="title"/>
          </p:nvPr>
        </p:nvSpPr>
        <p:spPr/>
        <p:txBody>
          <a:bodyPr/>
          <a:lstStyle/>
          <a:p>
            <a:r>
              <a:rPr lang="en-US" altLang="zh-TW"/>
              <a:t>Results</a:t>
            </a:r>
            <a:endParaRPr lang="zh-TW" altLang="en-US"/>
          </a:p>
        </p:txBody>
      </p:sp>
      <p:graphicFrame>
        <p:nvGraphicFramePr>
          <p:cNvPr id="4" name="內容版面配置區 3">
            <a:extLst>
              <a:ext uri="{FF2B5EF4-FFF2-40B4-BE49-F238E27FC236}">
                <a16:creationId xmlns:a16="http://schemas.microsoft.com/office/drawing/2014/main" xmlns="" id="{C3902B0F-7029-47C7-8B98-692BD4A5C7AB}"/>
              </a:ext>
            </a:extLst>
          </p:cNvPr>
          <p:cNvGraphicFramePr>
            <a:graphicFrameLocks noGrp="1"/>
          </p:cNvGraphicFramePr>
          <p:nvPr>
            <p:ph idx="1"/>
            <p:extLst>
              <p:ext uri="{D42A27DB-BD31-4B8C-83A1-F6EECF244321}">
                <p14:modId xmlns:p14="http://schemas.microsoft.com/office/powerpoint/2010/main" val="3090018282"/>
              </p:ext>
            </p:extLst>
          </p:nvPr>
        </p:nvGraphicFramePr>
        <p:xfrm>
          <a:off x="628650" y="2175232"/>
          <a:ext cx="7886700" cy="4314998"/>
        </p:xfrm>
        <a:graphic>
          <a:graphicData uri="http://schemas.openxmlformats.org/drawingml/2006/table">
            <a:tbl>
              <a:tblPr/>
              <a:tblGrid>
                <a:gridCol w="1971675">
                  <a:extLst>
                    <a:ext uri="{9D8B030D-6E8A-4147-A177-3AD203B41FA5}">
                      <a16:colId xmlns:a16="http://schemas.microsoft.com/office/drawing/2014/main" xmlns="" val="3445589725"/>
                    </a:ext>
                  </a:extLst>
                </a:gridCol>
                <a:gridCol w="1971675">
                  <a:extLst>
                    <a:ext uri="{9D8B030D-6E8A-4147-A177-3AD203B41FA5}">
                      <a16:colId xmlns:a16="http://schemas.microsoft.com/office/drawing/2014/main" xmlns="" val="4285956896"/>
                    </a:ext>
                  </a:extLst>
                </a:gridCol>
                <a:gridCol w="1971675">
                  <a:extLst>
                    <a:ext uri="{9D8B030D-6E8A-4147-A177-3AD203B41FA5}">
                      <a16:colId xmlns:a16="http://schemas.microsoft.com/office/drawing/2014/main" xmlns="" val="805891565"/>
                    </a:ext>
                  </a:extLst>
                </a:gridCol>
                <a:gridCol w="1971675">
                  <a:extLst>
                    <a:ext uri="{9D8B030D-6E8A-4147-A177-3AD203B41FA5}">
                      <a16:colId xmlns:a16="http://schemas.microsoft.com/office/drawing/2014/main" xmlns="" val="1590293065"/>
                    </a:ext>
                  </a:extLst>
                </a:gridCol>
              </a:tblGrid>
              <a:tr h="764683">
                <a:tc>
                  <a:txBody>
                    <a:bodyPr/>
                    <a:lstStyle/>
                    <a:p>
                      <a:pPr algn="l" fontAlgn="t"/>
                      <a:r>
                        <a:rPr lang="en-US" sz="1800">
                          <a:solidFill>
                            <a:srgbClr val="333333"/>
                          </a:solidFill>
                          <a:effectLst/>
                        </a:rPr>
                        <a:t>Dataset</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800">
                          <a:solidFill>
                            <a:srgbClr val="333333"/>
                          </a:solidFill>
                          <a:effectLst/>
                        </a:rPr>
                        <a:t>Precision</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800">
                          <a:solidFill>
                            <a:srgbClr val="333333"/>
                          </a:solidFill>
                          <a:effectLst/>
                        </a:rPr>
                        <a:t>Recall</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800">
                          <a:solidFill>
                            <a:srgbClr val="333333"/>
                          </a:solidFill>
                          <a:effectLst/>
                        </a:rPr>
                        <a:t>F1-score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xmlns="" val="715398686"/>
                  </a:ext>
                </a:extLst>
              </a:tr>
              <a:tr h="764683">
                <a:tc>
                  <a:txBody>
                    <a:bodyPr/>
                    <a:lstStyle/>
                    <a:p>
                      <a:pPr fontAlgn="t"/>
                      <a:r>
                        <a:rPr lang="en-US" sz="1800">
                          <a:solidFill>
                            <a:srgbClr val="666666"/>
                          </a:solidFill>
                          <a:effectLst/>
                        </a:rPr>
                        <a:t>Original</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0.82</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0.82</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0.81</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585371089"/>
                  </a:ext>
                </a:extLst>
              </a:tr>
              <a:tr h="764683">
                <a:tc>
                  <a:txBody>
                    <a:bodyPr/>
                    <a:lstStyle/>
                    <a:p>
                      <a:pPr fontAlgn="t"/>
                      <a:r>
                        <a:rPr lang="en-US" sz="1800">
                          <a:solidFill>
                            <a:srgbClr val="666666"/>
                          </a:solidFill>
                          <a:effectLst/>
                        </a:rPr>
                        <a:t>Annotated</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0.43</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0.54</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0.47</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980174593"/>
                  </a:ext>
                </a:extLst>
              </a:tr>
              <a:tr h="764683">
                <a:tc>
                  <a:txBody>
                    <a:bodyPr/>
                    <a:lstStyle/>
                    <a:p>
                      <a:pPr fontAlgn="t"/>
                      <a:r>
                        <a:rPr lang="en-US" sz="1800">
                          <a:solidFill>
                            <a:srgbClr val="666666"/>
                          </a:solidFill>
                          <a:effectLst/>
                        </a:rPr>
                        <a:t>Original+Noise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0.92</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0.91</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0.91</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885918"/>
                  </a:ext>
                </a:extLst>
              </a:tr>
              <a:tr h="1256266">
                <a:tc>
                  <a:txBody>
                    <a:bodyPr/>
                    <a:lstStyle/>
                    <a:p>
                      <a:pPr fontAlgn="t"/>
                      <a:r>
                        <a:rPr lang="en-US" sz="1800">
                          <a:solidFill>
                            <a:srgbClr val="666666"/>
                          </a:solidFill>
                          <a:effectLst/>
                        </a:rPr>
                        <a:t>Annotated+Noise</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0.96</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0.96</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altLang="zh-TW" sz="1800">
                          <a:solidFill>
                            <a:srgbClr val="666666"/>
                          </a:solidFill>
                          <a:effectLst/>
                        </a:rPr>
                        <a:t>0.96</a:t>
                      </a:r>
                    </a:p>
                  </a:txBody>
                  <a:tcPr marL="114300" marR="1143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643200011"/>
                  </a:ext>
                </a:extLst>
              </a:tr>
            </a:tbl>
          </a:graphicData>
        </a:graphic>
      </p:graphicFrame>
      <p:sp>
        <p:nvSpPr>
          <p:cNvPr id="6" name="文字方塊 5">
            <a:extLst>
              <a:ext uri="{FF2B5EF4-FFF2-40B4-BE49-F238E27FC236}">
                <a16:creationId xmlns:a16="http://schemas.microsoft.com/office/drawing/2014/main" xmlns="" id="{BEC62E69-13C0-4DEE-9694-B901E030D50E}"/>
              </a:ext>
            </a:extLst>
          </p:cNvPr>
          <p:cNvSpPr txBox="1"/>
          <p:nvPr/>
        </p:nvSpPr>
        <p:spPr>
          <a:xfrm>
            <a:off x="628650" y="1748294"/>
            <a:ext cx="4938596" cy="369332"/>
          </a:xfrm>
          <a:prstGeom prst="rect">
            <a:avLst/>
          </a:prstGeom>
          <a:noFill/>
        </p:spPr>
        <p:txBody>
          <a:bodyPr wrap="none" rtlCol="0">
            <a:spAutoFit/>
          </a:bodyPr>
          <a:lstStyle/>
          <a:p>
            <a:r>
              <a:rPr lang="en-US" altLang="zh-TW"/>
              <a:t>A summary of sensitivity analysis of VGG-16 model</a:t>
            </a:r>
            <a:endParaRPr lang="zh-TW" altLang="en-US"/>
          </a:p>
        </p:txBody>
      </p:sp>
    </p:spTree>
    <p:extLst>
      <p:ext uri="{BB962C8B-B14F-4D97-AF65-F5344CB8AC3E}">
        <p14:creationId xmlns:p14="http://schemas.microsoft.com/office/powerpoint/2010/main" val="35283167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7BCEB30-271C-461F-8D4A-934B2BBE8132}"/>
              </a:ext>
            </a:extLst>
          </p:cNvPr>
          <p:cNvSpPr>
            <a:spLocks noGrp="1"/>
          </p:cNvSpPr>
          <p:nvPr>
            <p:ph type="title"/>
          </p:nvPr>
        </p:nvSpPr>
        <p:spPr/>
        <p:txBody>
          <a:bodyPr/>
          <a:lstStyle/>
          <a:p>
            <a:r>
              <a:rPr lang="en-US" altLang="zh-TW"/>
              <a:t>Conclusion</a:t>
            </a:r>
            <a:endParaRPr lang="zh-TW" altLang="en-US"/>
          </a:p>
        </p:txBody>
      </p:sp>
      <p:sp>
        <p:nvSpPr>
          <p:cNvPr id="3" name="內容版面配置區 2">
            <a:extLst>
              <a:ext uri="{FF2B5EF4-FFF2-40B4-BE49-F238E27FC236}">
                <a16:creationId xmlns:a16="http://schemas.microsoft.com/office/drawing/2014/main" xmlns="" id="{42E14AD2-998F-4D36-A74B-319B88967904}"/>
              </a:ext>
            </a:extLst>
          </p:cNvPr>
          <p:cNvSpPr>
            <a:spLocks noGrp="1"/>
          </p:cNvSpPr>
          <p:nvPr>
            <p:ph idx="1"/>
          </p:nvPr>
        </p:nvSpPr>
        <p:spPr/>
        <p:txBody>
          <a:bodyPr/>
          <a:lstStyle/>
          <a:p>
            <a:r>
              <a:rPr lang="en-US" altLang="zh-TW"/>
              <a:t>Features from these noisy prominent objects becomes more dominant as we go deeper into the network. As such, they prevent the network from learning specific fish features required for category classification.</a:t>
            </a:r>
          </a:p>
          <a:p>
            <a:r>
              <a:rPr lang="en-US" altLang="zh-TW"/>
              <a:t>With well annotated images, the network learns deep features that are category specific and for correct classification.</a:t>
            </a:r>
          </a:p>
          <a:p>
            <a:r>
              <a:rPr lang="en-US" altLang="zh-TW"/>
              <a:t>Learned features are transferable but a closely related dataset could have produced better results.</a:t>
            </a:r>
            <a:endParaRPr lang="zh-TW" altLang="en-US"/>
          </a:p>
        </p:txBody>
      </p:sp>
    </p:spTree>
    <p:extLst>
      <p:ext uri="{BB962C8B-B14F-4D97-AF65-F5344CB8AC3E}">
        <p14:creationId xmlns:p14="http://schemas.microsoft.com/office/powerpoint/2010/main" val="20349102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2177</TotalTime>
  <Words>527</Words>
  <Application>Microsoft Office PowerPoint</Application>
  <PresentationFormat>如螢幕大小 (4:3)</PresentationFormat>
  <Paragraphs>110</Paragraphs>
  <Slides>15</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vt:i4>
      </vt:variant>
    </vt:vector>
  </HeadingPairs>
  <TitlesOfParts>
    <vt:vector size="20" baseType="lpstr">
      <vt:lpstr>新細明體</vt:lpstr>
      <vt:lpstr>Arial</vt:lpstr>
      <vt:lpstr>Calibri</vt:lpstr>
      <vt:lpstr>Calibri Light</vt:lpstr>
      <vt:lpstr>Office 佈景主題</vt:lpstr>
      <vt:lpstr>Fish Classification in Context of Noisy Images</vt:lpstr>
      <vt:lpstr>Abstract</vt:lpstr>
      <vt:lpstr>Dataset</vt:lpstr>
      <vt:lpstr>Dataset</vt:lpstr>
      <vt:lpstr>Dataset</vt:lpstr>
      <vt:lpstr>Before training</vt:lpstr>
      <vt:lpstr>Methods</vt:lpstr>
      <vt:lpstr>Convolution</vt:lpstr>
      <vt:lpstr>VGG-16</vt:lpstr>
      <vt:lpstr>Results</vt:lpstr>
      <vt:lpstr>Results</vt:lpstr>
      <vt:lpstr>Results</vt:lpstr>
      <vt:lpstr>Results</vt:lpstr>
      <vt:lpstr>Results</vt:lpstr>
      <vt:lpstr>Conclusion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a longest common increasing subsequence</dc:title>
  <dc:creator>黃國峰</dc:creator>
  <cp:lastModifiedBy>pplab-class</cp:lastModifiedBy>
  <cp:revision>72</cp:revision>
  <dcterms:created xsi:type="dcterms:W3CDTF">2017-10-02T04:56:24Z</dcterms:created>
  <dcterms:modified xsi:type="dcterms:W3CDTF">2017-11-28T11:34:21Z</dcterms:modified>
</cp:coreProperties>
</file>