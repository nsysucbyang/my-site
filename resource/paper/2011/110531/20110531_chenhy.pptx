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66" r:id="rId6"/>
    <p:sldId id="269" r:id="rId7"/>
    <p:sldId id="275" r:id="rId8"/>
    <p:sldId id="277" r:id="rId9"/>
    <p:sldId id="278" r:id="rId10"/>
    <p:sldId id="279" r:id="rId11"/>
    <p:sldId id="280" r:id="rId12"/>
    <p:sldId id="282" r:id="rId13"/>
    <p:sldId id="283" r:id="rId14"/>
    <p:sldId id="284" r:id="rId15"/>
    <p:sldId id="288" r:id="rId16"/>
    <p:sldId id="281" r:id="rId17"/>
    <p:sldId id="287" r:id="rId18"/>
    <p:sldId id="285" r:id="rId19"/>
    <p:sldId id="286" r:id="rId2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8" autoAdjust="0"/>
    <p:restoredTop sz="81784" autoAdjust="0"/>
  </p:normalViewPr>
  <p:slideViewPr>
    <p:cSldViewPr>
      <p:cViewPr varScale="1">
        <p:scale>
          <a:sx n="106" d="100"/>
          <a:sy n="106" d="100"/>
        </p:scale>
        <p:origin x="-102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2011/6/1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4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87D0A-8D72-4A12-B6F4-2D70E9050589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304AF-B224-4445-9AE4-B7650C7B3616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B94C-87E5-4077-BC91-73AF7E8169C3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10FB1-0584-4237-8E45-15165FF7CB9F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2774-9042-48AC-B3CE-D46C5BDDDE0D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D4F32-C364-42C1-BF55-D8FDA76BAE3B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DC56-C89D-4BE5-A649-0F8DEB867E2F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742AE-97D1-4875-8D42-3FF228F75098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01E2E-6A5F-4CA5-908E-A19C356BF55C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F2A4D-44B9-4DBC-836F-FD98F3AF9BFF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19B6A-84D4-4391-B7E5-706DC8F093D5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08C5AD4-FB66-4C86-AB8D-D984E889BCC6}" type="datetimeFigureOut">
              <a:rPr lang="zh-TW" altLang="en-US"/>
              <a:pPr>
                <a:defRPr/>
              </a:pPr>
              <a:t>2011/6/1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biominer.bime.ntu.edu.tw/magiicpr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395536" y="692150"/>
            <a:ext cx="8424936" cy="4681066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MAGIIC-PRO: detecting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functional signatures by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efficient discovery of long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patterns in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protein sequences</a:t>
            </a:r>
            <a:b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8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Chen-Ming Hsu, </a:t>
            </a:r>
            <a:r>
              <a:rPr lang="en-US" altLang="zh-TW" sz="28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Chien</a:t>
            </a:r>
            <a:r>
              <a:rPr lang="en-US" altLang="zh-TW" sz="28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-Yu </a:t>
            </a:r>
            <a:r>
              <a:rPr lang="en-US" altLang="zh-TW" sz="28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Chen, </a:t>
            </a:r>
            <a:r>
              <a:rPr lang="en-US" altLang="zh-TW" sz="28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and </a:t>
            </a:r>
            <a:r>
              <a:rPr lang="en-US" altLang="zh-TW" sz="28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Baw-</a:t>
            </a:r>
            <a:r>
              <a:rPr lang="en-US" altLang="zh-TW" sz="2800" dirty="0" err="1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Jhiune</a:t>
            </a:r>
            <a:r>
              <a:rPr lang="en-US" altLang="zh-TW" sz="28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Liu</a:t>
            </a: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Nucleic Acids Research, Web Server issue, Vol. 34, pp. 356-361, 2006.</a:t>
            </a:r>
            <a:b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endParaRPr lang="zh-TW" altLang="en-US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5013176"/>
            <a:ext cx="6400800" cy="1008112"/>
          </a:xfrm>
        </p:spPr>
        <p:txBody>
          <a:bodyPr/>
          <a:lstStyle/>
          <a:p>
            <a:pPr algn="r" eaLnBrk="1" hangingPunct="1"/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Date</a:t>
            </a: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: </a:t>
            </a: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May</a:t>
            </a: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31,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2011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(1/3)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This paper presents a web service named MAGIICPRO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which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aims to discover functional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signatures of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query protein by sequential pattern mining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Automatic discovery of patterns from unaligned biological sequences is an important problem in molecular biology. MAGIIC-PRO is different from several previously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established methods performing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similar tasks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two major ways.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(2/3)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first remarkable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feature of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MAGIIC-PRO is its efficiency in delivering long patterns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With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incorporating a new type of gap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constraints and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some of the state-of-the-art data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mining techniques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MAGIIC-PRO usually identifies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satisfied patterns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within an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acceptable response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time. The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efficiency of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MAGIIC-PRO enables the users to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quickly discover functional signatures of which the residues are not from only one region of the protein sequences or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only conserved in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few members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a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family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 (3/3)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second remarkable feature of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MAGIICPRO is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its effort in refining the mining results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Considering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large flexible gaps improves the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completeness of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derived functional signatures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The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users can be directly guided to the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patterns with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as many blocks as that are conserved simultaneously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In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this paper, we show by experiments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that MAGIIC-PRO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is efficient and effective in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identifying ligand-binding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sites and hot regions in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protein–protein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interactions directly from sequences.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web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service is available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at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  <a:hlinkClick r:id="rId2"/>
              </a:rPr>
              <a:t>http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  <a:hlinkClick r:id="rId2"/>
              </a:rPr>
              <a:t>://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  <a:hlinkClick r:id="rId2"/>
              </a:rPr>
              <a:t>biominer.bime.ntu.edu.tw/magiicpro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6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MAGIIC-PRO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Web service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discover functional signatures of a query protein by sequential pattern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mining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Remarkable feature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efficiency in delivering long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patterns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effort in refining the mining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results</a:t>
            </a:r>
          </a:p>
          <a:p>
            <a:pPr lvl="2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Considering large flexible gaps improves the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completeness of the derived functional signatures</a:t>
            </a:r>
          </a:p>
        </p:txBody>
      </p:sp>
    </p:spTree>
    <p:extLst>
      <p:ext uri="{BB962C8B-B14F-4D97-AF65-F5344CB8AC3E}">
        <p14:creationId xmlns:p14="http://schemas.microsoft.com/office/powerpoint/2010/main" val="263150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compared with the approaches based on </a:t>
            </a:r>
            <a:r>
              <a:rPr lang="en-US" altLang="zh-TW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multiple sequence alignment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in identifying functional regions, 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pattern mining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algorithms have the advantage of automatically determining the subset of sequences involved in the final mining results.</a:t>
            </a:r>
            <a:endParaRPr lang="en-US" altLang="zh-TW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5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Description models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Regular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expressions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deterministic model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Profiles 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probabilistic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model)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Hidden Markov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models 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probabilistic model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Exact components in a pattern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Ex.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N-R-</a:t>
            </a:r>
            <a:r>
              <a:rPr lang="en-US" altLang="zh-TW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x(5,19)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-Y-</a:t>
            </a:r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-G-</a:t>
            </a:r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pPr lvl="2"/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rigid gaps, a gap </a:t>
            </a:r>
            <a:r>
              <a:rPr lang="en-US" altLang="zh-TW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of fixed length</a:t>
            </a:r>
          </a:p>
          <a:p>
            <a:pPr lvl="2"/>
            <a:r>
              <a:rPr lang="en-US" altLang="zh-TW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flexible gap</a:t>
            </a:r>
            <a:r>
              <a:rPr lang="en-US" altLang="zh-TW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altLang="zh-TW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gap of flexible length</a:t>
            </a:r>
            <a:endParaRPr lang="en-US" altLang="zh-TW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Method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(Rigid)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intra-block gaps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gaps within a conserved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region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protein sequences </a:t>
            </a:r>
            <a:r>
              <a:rPr lang="en-US" altLang="zh-TW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that insertions </a:t>
            </a:r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and deletions are seldom present in highly </a:t>
            </a:r>
            <a:r>
              <a:rPr lang="en-US" altLang="zh-TW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conserved regions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inter-block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gaps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gaps in between two adjacent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conserved regions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considering only rigid gaps within a block is useful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 eliminating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noisy patterns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47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Steps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MAGIIC-PRO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first quickly identifies rigid gapped blocks by bounded-prefix growth technique of MAGIIC.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After that, the candidate blocks are concatenated into patterns with large irregular gaps by exploiting the 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antimonotone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characteristic of this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problem.</a:t>
            </a: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3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protein sequence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Prepare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training data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for pattern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mining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Collecting relative sequences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the query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protein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Swiss-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Prot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annotations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PSI-BLAST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17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Parameters (1/4)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Minimum support constraint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pattern with a high support usually highlight the most highly conserved residues regarding a functional region, while a large-size but low-support pattern in general provides a complete signature with respect to a function site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Most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patterns with the maximum support are related to a functional site of the query protein but do not serve as a complete signature of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functional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site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15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Parameters (2/4)</a:t>
            </a:r>
            <a:endParaRPr lang="zh-TW" altLang="en-US" sz="4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 block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 exact pattern is composed of more than one pattern elements as a sequence, in which between each successive pair of pattern elements is a rigid or flexible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gap.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Gap constraints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intra-block gaps, rigid gap, x(a)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inter-block gaps, flexible gap, x(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a,b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), a &lt;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</a:t>
            </a:r>
          </a:p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{</a:t>
            </a:r>
            <a:r>
              <a:rPr lang="en-US" altLang="zh-TW" dirty="0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I-x-H-N-P-</a:t>
            </a:r>
            <a:r>
              <a:rPr lang="en-US" altLang="zh-TW" dirty="0" err="1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x-C</a:t>
            </a:r>
            <a:r>
              <a:rPr lang="en-US" altLang="zh-TW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-x(30,68)-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E-x(2)-L-x-K-x-I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95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Parameters (3/4)</a:t>
            </a:r>
            <a:b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First group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specifies the gap constraints</a:t>
            </a:r>
            <a:endParaRPr lang="zh-TW" altLang="en-US" sz="3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maximum length of an intra-block gap </a:t>
            </a:r>
            <a:b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(default: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minimum length of an inter-block gap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(default: the max. length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an intra-block gap + 1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{</a:t>
            </a:r>
            <a:r>
              <a:rPr lang="en-US" altLang="zh-TW" sz="2800" dirty="0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I-x-H-N-P-</a:t>
            </a:r>
            <a:r>
              <a:rPr lang="en-US" altLang="zh-TW" sz="2800" dirty="0" err="1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x-C</a:t>
            </a:r>
            <a:r>
              <a:rPr lang="en-US" altLang="zh-TW" sz="2800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-x(30,68)-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E-x(2)-L-x-K-x-I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}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maximum relative flexibility of an inter-block gap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default value = 30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%)</a:t>
            </a:r>
          </a:p>
          <a:p>
            <a:pPr lvl="1"/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Let l be the length of inter-block gap in the query protein which connects two successive pattern blocks.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Lower bound of the inter-block gap: </a:t>
            </a:r>
            <a:r>
              <a:rPr lang="en-US" altLang="zh-TW" sz="2400" i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(1 - </a:t>
            </a:r>
            <a:r>
              <a:rPr lang="en-US" altLang="zh-TW" sz="2400" i="1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fmax</a:t>
            </a:r>
            <a:r>
              <a:rPr lang="en-US" altLang="zh-TW" sz="2400" i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)*l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Upper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bound of the inter-block gap: 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(1 + </a:t>
            </a:r>
            <a:r>
              <a:rPr lang="en-US" altLang="zh-TW" sz="2400" i="1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fmax</a:t>
            </a:r>
            <a:r>
              <a:rPr lang="en-US" altLang="zh-TW" sz="2400" i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)*l</a:t>
            </a:r>
          </a:p>
        </p:txBody>
      </p:sp>
    </p:spTree>
    <p:extLst>
      <p:ext uri="{BB962C8B-B14F-4D97-AF65-F5344CB8AC3E}">
        <p14:creationId xmlns:p14="http://schemas.microsoft.com/office/powerpoint/2010/main" val="85002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Parameters (</a:t>
            </a:r>
            <a:r>
              <a:rPr lang="en-US" altLang="zh-TW" sz="4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4/4)</a:t>
            </a:r>
            <a:br>
              <a:rPr lang="en-US" altLang="zh-TW" sz="4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Second group</a:t>
            </a:r>
            <a:r>
              <a:rPr lang="en-US" altLang="zh-TW" sz="3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specifies the size constraints</a:t>
            </a:r>
            <a:endParaRPr lang="zh-TW" altLang="en-US" sz="3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minimum size of a block (default value = 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minimum number of blocks in a pattern (default value = 2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lvl="1"/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We argue that a pattern should have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at least two blocks to be meaningful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because an important region is seldom to be conserved singly either from structural or functional aspects.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{</a:t>
            </a:r>
            <a:r>
              <a:rPr lang="en-US" altLang="zh-TW" sz="2800" dirty="0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I-x-H-N-P-</a:t>
            </a:r>
            <a:r>
              <a:rPr lang="en-US" altLang="zh-TW" sz="2800" dirty="0" err="1">
                <a:solidFill>
                  <a:srgbClr val="00B0F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x-C</a:t>
            </a:r>
            <a:r>
              <a:rPr lang="en-US" altLang="zh-TW" sz="2800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-x(30,68)-</a:t>
            </a:r>
            <a:r>
              <a:rPr lang="en-US" altLang="zh-TW" sz="28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E-x(2)-L-x-K-x-I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002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2133600"/>
            <a:ext cx="89820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954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locations of the pattern in its supporting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sequences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plotted with a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protein structure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if there are PDB entries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available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fed to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ScanProsite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web service to check its selectivity, the ability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to reject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false positive matches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Perform a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multiple sequence alignment on the segments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supporting sequences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that are associated with the selected pattern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aligns each excluded sequence with the segment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query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protein.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890588"/>
            <a:ext cx="5905500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74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0" y="1853354"/>
            <a:ext cx="9147290" cy="350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57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00188"/>
            <a:ext cx="8754168" cy="437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596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31071</TotalTime>
  <Words>789</Words>
  <Application>Microsoft Office PowerPoint</Application>
  <PresentationFormat>如螢幕大小 (4:3)</PresentationFormat>
  <Paragraphs>81</Paragraphs>
  <Slides>19</Slides>
  <Notes>9</Notes>
  <HiddenSlides>1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MAGIIC-PRO: detecting functional signatures by efficient discovery of long patterns in protein sequences  Chen-Ming Hsu, Chien-Yu Chen, and Baw-Jhiune Liu  Nucleic Acids Research, Web Server issue, Vol. 34, pp. 356-361, 2006. </vt:lpstr>
      <vt:lpstr>Abstract (1/3)</vt:lpstr>
      <vt:lpstr>Abstract (2/3)</vt:lpstr>
      <vt:lpstr>Abstract (3/3)</vt:lpstr>
      <vt:lpstr>MAGIIC-PRO</vt:lpstr>
      <vt:lpstr>PowerPoint 簡報</vt:lpstr>
      <vt:lpstr>PowerPoint 簡報</vt:lpstr>
      <vt:lpstr>Method</vt:lpstr>
      <vt:lpstr>Steps</vt:lpstr>
      <vt:lpstr>Input</vt:lpstr>
      <vt:lpstr>Parameters (1/4)</vt:lpstr>
      <vt:lpstr>Parameters (2/4)</vt:lpstr>
      <vt:lpstr>Parameters (3/4) First group, specifies the gap constraints</vt:lpstr>
      <vt:lpstr>Parameters (4/4) Second group, specifies the size constraints</vt:lpstr>
      <vt:lpstr>Output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Hong-Yu Chen</cp:lastModifiedBy>
  <cp:revision>304</cp:revision>
  <dcterms:created xsi:type="dcterms:W3CDTF">2010-10-17T09:22:10Z</dcterms:created>
  <dcterms:modified xsi:type="dcterms:W3CDTF">2011-06-01T07:50:25Z</dcterms:modified>
</cp:coreProperties>
</file>