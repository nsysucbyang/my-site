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1" r:id="rId6"/>
    <p:sldId id="268" r:id="rId7"/>
    <p:sldId id="272" r:id="rId8"/>
    <p:sldId id="273" r:id="rId9"/>
    <p:sldId id="276" r:id="rId10"/>
    <p:sldId id="271" r:id="rId11"/>
    <p:sldId id="275" r:id="rId12"/>
    <p:sldId id="278" r:id="rId13"/>
    <p:sldId id="277" r:id="rId14"/>
    <p:sldId id="279" r:id="rId15"/>
    <p:sldId id="280" r:id="rId16"/>
    <p:sldId id="266" r:id="rId17"/>
    <p:sldId id="267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>
        <p:scale>
          <a:sx n="100" d="100"/>
          <a:sy n="100" d="100"/>
        </p:scale>
        <p:origin x="-2190" y="-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7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6BFC2-2341-4398-A2B1-2832265BDCE8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30CE-8043-4104-8B69-CC3ADE173B0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>
            <a:normAutofit/>
          </a:bodyPr>
          <a:lstStyle>
            <a:lvl1pPr>
              <a:defRPr sz="4400">
                <a:latin typeface="+mj-lt"/>
                <a:ea typeface="標楷體" pitchFamily="65" charset="-120"/>
                <a:cs typeface="Times New Roman" pitchFamily="18" charset="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/>
          <a:lstStyle>
            <a:lvl1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  <a:lvl2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2pPr>
            <a:lvl3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3pPr>
            <a:lvl4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4pPr>
            <a:lvl5pPr>
              <a:defRPr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剪去並圓角化單一角落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10" name="手繪多邊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手繪多邊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標楷體" pitchFamily="65" charset="-12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58930D72-1038-48C3-9962-56D9F1950A5B}" type="datetimeFigureOut">
              <a:rPr lang="zh-TW" altLang="en-US" smtClean="0"/>
              <a:pPr/>
              <a:t>2011/10/24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標楷體" pitchFamily="65" charset="-120"/>
                <a:ea typeface="標楷體" pitchFamily="65" charset="-120"/>
                <a:cs typeface="Times New Roman" pitchFamily="18" charset="0"/>
              </a:defRPr>
            </a:lvl1pPr>
          </a:lstStyle>
          <a:p>
            <a:fld id="{4528765C-DAD9-4D6A-A1DD-18793253CD8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手繪多邊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  <p:sp>
          <p:nvSpPr>
            <p:cNvPr id="13" name="手繪多邊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>
                <a:latin typeface="標楷體" pitchFamily="65" charset="-120"/>
                <a:ea typeface="標楷體" pitchFamily="65" charset="-120"/>
                <a:cs typeface="Times New Roman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標楷體" pitchFamily="65" charset="-120"/>
          <a:ea typeface="標楷體" pitchFamily="65" charset="-120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標楷體" pitchFamily="65" charset="-120"/>
          <a:ea typeface="標楷體" pitchFamily="65" charset="-120"/>
          <a:cs typeface="Times New Roman" pitchFamily="18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3400" y="16004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altLang="zh-TW" sz="4400" dirty="0" smtClean="0">
                <a:solidFill>
                  <a:schemeClr val="tx2">
                    <a:satMod val="13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Two algorithms for LCS Consecutive Suffix Alignment</a:t>
            </a:r>
            <a:endParaRPr lang="zh-TW" altLang="en-US" sz="44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r-FR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Gad M. Landau , Eugene Myers , Michal Ziv-Ukelson</a:t>
            </a: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Journal of Computer and System Sciences</a:t>
            </a:r>
          </a:p>
          <a:p>
            <a:pPr algn="ctr"/>
            <a:r>
              <a:rPr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Vol. 73, 1095–1117, 2007</a:t>
            </a:r>
            <a:endParaRPr lang="zh-TW" altLang="en-US" sz="2400" dirty="0" smtClean="0"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  <a:p>
            <a:pPr algn="ctr"/>
            <a:endParaRPr lang="zh-TW" altLang="en-US" sz="2400" dirty="0"/>
          </a:p>
        </p:txBody>
      </p:sp>
      <p:sp>
        <p:nvSpPr>
          <p:cNvPr id="4" name="副標題 2"/>
          <p:cNvSpPr txBox="1">
            <a:spLocks/>
          </p:cNvSpPr>
          <p:nvPr/>
        </p:nvSpPr>
        <p:spPr bwMode="auto">
          <a:xfrm>
            <a:off x="519113" y="4941168"/>
            <a:ext cx="81057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algn="ctr"/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Speaker: Kai-Yuan Cheng</a:t>
            </a:r>
          </a:p>
          <a:p>
            <a:pPr algn="ctr">
              <a:lnSpc>
                <a:spcPct val="80000"/>
              </a:lnSpc>
            </a:pP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Date: </a:t>
            </a:r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Oct. 24, </a:t>
            </a:r>
            <a:r>
              <a:rPr kumimoji="0" lang="en-US" altLang="zh-TW" sz="2400" dirty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>
                <a:latin typeface="+mj-lt"/>
              </a:rPr>
              <a:t>The problem of aligning two sequences A and B to determine their similarity is one of the fundamental problems in pattern matching. A challenging, basic variation of the sequence similarity problem is the incremental string comparison problem, denoted Consecutive Suffix Alignment, which is, given two strings A and B, to compute the alignment solution of each suffix of A versus B.</a:t>
            </a:r>
          </a:p>
          <a:p>
            <a:pPr>
              <a:buNone/>
            </a:pPr>
            <a:r>
              <a:rPr lang="en-US" altLang="zh-TW" dirty="0" smtClean="0">
                <a:latin typeface="+mj-lt"/>
              </a:rPr>
              <a:t>	Here, we present two solutions to the Consecutive Suffix Alignment Problem under the LCS (Longest Common Subsequence) metric, where the LCS metric measures the subsequence of maximal length common to A and B. The first solution is an O(</a:t>
            </a:r>
            <a:r>
              <a:rPr lang="en-US" altLang="zh-TW" dirty="0" err="1" smtClean="0">
                <a:latin typeface="+mj-lt"/>
              </a:rPr>
              <a:t>nL</a:t>
            </a:r>
            <a:r>
              <a:rPr lang="en-US" altLang="zh-TW" dirty="0" smtClean="0">
                <a:latin typeface="+mj-lt"/>
              </a:rPr>
              <a:t>) time and space algorithm for constant alphabets, where the size of the compared strings is O(n) and L ≦ n denotes the size of the LCS of A and B.</a:t>
            </a:r>
          </a:p>
          <a:p>
            <a:pPr>
              <a:buNone/>
            </a:pPr>
            <a:r>
              <a:rPr lang="en-US" altLang="zh-TW" dirty="0" smtClean="0">
                <a:latin typeface="+mj-lt"/>
              </a:rPr>
              <a:t>	The second solution is an O(</a:t>
            </a:r>
            <a:r>
              <a:rPr lang="en-US" altLang="zh-TW" dirty="0" err="1" smtClean="0">
                <a:latin typeface="+mj-lt"/>
              </a:rPr>
              <a:t>nL+n</a:t>
            </a:r>
            <a:r>
              <a:rPr lang="en-US" altLang="zh-TW" dirty="0" smtClean="0">
                <a:latin typeface="+mj-lt"/>
              </a:rPr>
              <a:t> log |Σ|) time and O(n) space algorithm for general alphabets, where Σ denotes the alphabet of the compared strings.</a:t>
            </a:r>
            <a:endParaRPr lang="zh-TW" altLang="en-US" dirty="0">
              <a:latin typeface="+mj-lt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+mj-lt"/>
              </a:rPr>
              <a:t>Abstract</a:t>
            </a:r>
            <a:endParaRPr lang="zh-TW" altLang="en-US" sz="4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Consecutive Suffix Alignment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+mj-lt"/>
              </a:rPr>
              <a:t>Definition 1 </a:t>
            </a:r>
            <a:r>
              <a:rPr lang="en-US" altLang="zh-TW" dirty="0" smtClean="0">
                <a:latin typeface="+mj-lt"/>
              </a:rPr>
              <a:t>The Consecutive Suffix Alignment problem is, given two strings A and B, to compute the alignment solution of each suffix of A versus B.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5785" y="1412875"/>
            <a:ext cx="6832429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12776"/>
            <a:ext cx="9157717" cy="683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6262" y="3377902"/>
            <a:ext cx="7991475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383160"/>
            <a:ext cx="9191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second 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tail, head, active chain</a:t>
            </a:r>
            <a:endParaRPr lang="zh-TW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0035" y="1340768"/>
            <a:ext cx="5100423" cy="5112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active chain</a:t>
            </a:r>
            <a:endParaRPr lang="zh-TW" alt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104" y="1556792"/>
            <a:ext cx="8046193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625" y="1535112"/>
            <a:ext cx="676275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879200"/>
            <a:ext cx="504056" cy="2235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5724128" y="5184000"/>
            <a:ext cx="1512168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763688" y="5418000"/>
            <a:ext cx="7920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Head, tail</a:t>
            </a:r>
            <a:endParaRPr lang="zh-TW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76872"/>
            <a:ext cx="8229600" cy="1738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59132"/>
            <a:ext cx="8532440" cy="401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149080"/>
            <a:ext cx="8229600" cy="2175520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The number of distinct heads is only </a:t>
            </a:r>
            <a:r>
              <a:rPr lang="en-US" altLang="zh-TW" dirty="0" err="1" smtClean="0">
                <a:latin typeface="+mj-lt"/>
              </a:rPr>
              <a:t>L</a:t>
            </a:r>
            <a:r>
              <a:rPr lang="en-US" altLang="zh-TW" baseline="-25000" dirty="0" err="1" smtClean="0">
                <a:latin typeface="+mj-lt"/>
              </a:rPr>
              <a:t>k</a:t>
            </a:r>
            <a:r>
              <a:rPr lang="en-US" altLang="zh-TW" dirty="0" smtClean="0">
                <a:latin typeface="+mj-lt"/>
              </a:rPr>
              <a:t> in G</a:t>
            </a:r>
            <a:r>
              <a:rPr lang="en-US" altLang="zh-TW" baseline="-25000" dirty="0" smtClean="0">
                <a:latin typeface="+mj-lt"/>
              </a:rPr>
              <a:t>k</a:t>
            </a:r>
            <a:r>
              <a:rPr lang="en-US" altLang="zh-TW" dirty="0" smtClean="0">
                <a:latin typeface="+mj-lt"/>
              </a:rPr>
              <a:t>, and the number of distinct heads is only </a:t>
            </a:r>
            <a:r>
              <a:rPr lang="en-US" altLang="zh-TW" dirty="0" err="1" smtClean="0">
                <a:latin typeface="+mj-lt"/>
              </a:rPr>
              <a:t>L</a:t>
            </a:r>
            <a:r>
              <a:rPr lang="en-US" altLang="zh-TW" baseline="-25000" dirty="0" err="1" smtClean="0">
                <a:latin typeface="+mj-lt"/>
              </a:rPr>
              <a:t>k</a:t>
            </a:r>
            <a:r>
              <a:rPr lang="en-US" altLang="zh-TW" dirty="0" smtClean="0">
                <a:latin typeface="+mj-lt"/>
              </a:rPr>
              <a:t> too.</a:t>
            </a:r>
            <a:endParaRPr lang="zh-TW" altLang="en-US" dirty="0">
              <a:latin typeface="+mj-lt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56" y="1412776"/>
            <a:ext cx="8409908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of </a:t>
            </a:r>
            <a:r>
              <a:rPr lang="en-US" altLang="zh-TW" dirty="0" smtClean="0">
                <a:solidFill>
                  <a:srgbClr val="FF0000"/>
                </a:solidFill>
              </a:rPr>
              <a:t>new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8147248" cy="1632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852936"/>
            <a:ext cx="8219256" cy="3956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772816"/>
            <a:ext cx="43243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412776"/>
            <a:ext cx="4023748" cy="3682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038" y="1412875"/>
            <a:ext cx="6917923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5190" y="0"/>
            <a:ext cx="671362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and space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O(</a:t>
            </a:r>
            <a:r>
              <a:rPr lang="en-US" altLang="zh-TW" dirty="0" err="1" smtClean="0">
                <a:latin typeface="+mj-lt"/>
              </a:rPr>
              <a:t>nL</a:t>
            </a:r>
            <a:r>
              <a:rPr lang="en-US" altLang="zh-TW" dirty="0" smtClean="0">
                <a:latin typeface="+mj-lt"/>
              </a:rPr>
              <a:t> + n log |Σ|) time. (Note that, since we only need to create </a:t>
            </a:r>
            <a:r>
              <a:rPr lang="en-US" altLang="zh-TW" dirty="0" err="1" smtClean="0">
                <a:latin typeface="+mj-lt"/>
              </a:rPr>
              <a:t>MatchLists</a:t>
            </a:r>
            <a:r>
              <a:rPr lang="en-US" altLang="zh-TW" dirty="0" smtClean="0">
                <a:latin typeface="+mj-lt"/>
              </a:rPr>
              <a:t> for characters appearing in B, an alphabet of size |Σ| &gt;n can be reduced in O(n log n) time to an n-sized alphabet. Therefore, throughout the paper we assume |Σ| ≦ n.)</a:t>
            </a:r>
          </a:p>
          <a:p>
            <a:r>
              <a:rPr lang="en-US" altLang="zh-TW" dirty="0" smtClean="0">
                <a:latin typeface="+mj-lt"/>
              </a:rPr>
              <a:t>O(n) space of </a:t>
            </a:r>
            <a:r>
              <a:rPr lang="en-US" altLang="zh-TW" dirty="0" err="1" smtClean="0">
                <a:latin typeface="+mj-lt"/>
              </a:rPr>
              <a:t>MatchLists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822325" y="2857500"/>
            <a:ext cx="7499350" cy="1143000"/>
          </a:xfrm>
          <a:prstGeom prst="rect">
            <a:avLst/>
          </a:prstGeom>
        </p:spPr>
        <p:txBody>
          <a:bodyPr vert="horz" l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標楷體" pitchFamily="65" charset="-120"/>
                <a:cs typeface="Times New Roman" pitchFamily="18" charset="0"/>
              </a:rPr>
              <a:t>Thank you!!!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plab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269</TotalTime>
  <Words>255</Words>
  <Application>Microsoft Office PowerPoint</Application>
  <PresentationFormat>如螢幕大小 (4:3)</PresentationFormat>
  <Paragraphs>22</Paragraphs>
  <Slides>17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流線</vt:lpstr>
      <vt:lpstr>Two algorithms for LCS Consecutive Suffix Alignment</vt:lpstr>
      <vt:lpstr>Abstract</vt:lpstr>
      <vt:lpstr>Consecutive Suffix Alignment</vt:lpstr>
      <vt:lpstr>投影片 4</vt:lpstr>
      <vt:lpstr>投影片 5</vt:lpstr>
      <vt:lpstr>The second algorithm</vt:lpstr>
      <vt:lpstr>tail, head, active chain</vt:lpstr>
      <vt:lpstr>active chain</vt:lpstr>
      <vt:lpstr>投影片 9</vt:lpstr>
      <vt:lpstr>Head, tail</vt:lpstr>
      <vt:lpstr>投影片 11</vt:lpstr>
      <vt:lpstr>Definition of new</vt:lpstr>
      <vt:lpstr>投影片 13</vt:lpstr>
      <vt:lpstr>投影片 14</vt:lpstr>
      <vt:lpstr>投影片 15</vt:lpstr>
      <vt:lpstr>Time and space complexity</vt:lpstr>
      <vt:lpstr>投影片 17</vt:lpstr>
    </vt:vector>
  </TitlesOfParts>
  <Company>nsysu-pplab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algorithms for LCS Consecutive Suffix Alignment</dc:title>
  <dc:creator>dark</dc:creator>
  <cp:lastModifiedBy>dark</cp:lastModifiedBy>
  <cp:revision>28</cp:revision>
  <dcterms:created xsi:type="dcterms:W3CDTF">2011-09-26T06:39:43Z</dcterms:created>
  <dcterms:modified xsi:type="dcterms:W3CDTF">2011-10-24T10:36:20Z</dcterms:modified>
</cp:coreProperties>
</file>