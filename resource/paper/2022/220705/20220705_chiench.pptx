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A1174D-91A4-4851-8977-F44B1169EC19}" v="91" dt="2022-06-30T11:57:13.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723" autoAdjust="0"/>
  </p:normalViewPr>
  <p:slideViewPr>
    <p:cSldViewPr snapToGrid="0">
      <p:cViewPr varScale="1">
        <p:scale>
          <a:sx n="91" d="100"/>
          <a:sy n="91" d="100"/>
        </p:scale>
        <p:origin x="135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志軒 簡" userId="5f287045bdc9c0f2" providerId="LiveId" clId="{3BA1174D-91A4-4851-8977-F44B1169EC19}"/>
    <pc:docChg chg="custSel addSld modSld">
      <pc:chgData name="志軒 簡" userId="5f287045bdc9c0f2" providerId="LiveId" clId="{3BA1174D-91A4-4851-8977-F44B1169EC19}" dt="2022-06-30T12:40:11.614" v="192" actId="14100"/>
      <pc:docMkLst>
        <pc:docMk/>
      </pc:docMkLst>
      <pc:sldChg chg="addSp delSp modSp new mod">
        <pc:chgData name="志軒 簡" userId="5f287045bdc9c0f2" providerId="LiveId" clId="{3BA1174D-91A4-4851-8977-F44B1169EC19}" dt="2022-06-30T11:44:29.680" v="38" actId="14100"/>
        <pc:sldMkLst>
          <pc:docMk/>
          <pc:sldMk cId="1249063307" sldId="259"/>
        </pc:sldMkLst>
        <pc:spChg chg="del">
          <ac:chgData name="志軒 簡" userId="5f287045bdc9c0f2" providerId="LiveId" clId="{3BA1174D-91A4-4851-8977-F44B1169EC19}" dt="2022-06-30T09:35:51.762" v="1" actId="22"/>
          <ac:spMkLst>
            <pc:docMk/>
            <pc:sldMk cId="1249063307" sldId="259"/>
            <ac:spMk id="3" creationId="{05E18E04-4D7A-F0AF-6C82-0F84F4C3CBC3}"/>
          </ac:spMkLst>
        </pc:spChg>
        <pc:picChg chg="add mod ord">
          <ac:chgData name="志軒 簡" userId="5f287045bdc9c0f2" providerId="LiveId" clId="{3BA1174D-91A4-4851-8977-F44B1169EC19}" dt="2022-06-30T11:43:21.847" v="18" actId="1076"/>
          <ac:picMkLst>
            <pc:docMk/>
            <pc:sldMk cId="1249063307" sldId="259"/>
            <ac:picMk id="5" creationId="{82587684-2B04-4353-D7EE-7F7BC5125C04}"/>
          </ac:picMkLst>
        </pc:picChg>
        <pc:picChg chg="add mod">
          <ac:chgData name="志軒 簡" userId="5f287045bdc9c0f2" providerId="LiveId" clId="{3BA1174D-91A4-4851-8977-F44B1169EC19}" dt="2022-06-30T11:44:29.680" v="38" actId="14100"/>
          <ac:picMkLst>
            <pc:docMk/>
            <pc:sldMk cId="1249063307" sldId="259"/>
            <ac:picMk id="7" creationId="{DD669533-5BE2-9178-C445-43E28C030610}"/>
          </ac:picMkLst>
        </pc:picChg>
      </pc:sldChg>
      <pc:sldChg chg="addSp delSp modSp new mod">
        <pc:chgData name="志軒 簡" userId="5f287045bdc9c0f2" providerId="LiveId" clId="{3BA1174D-91A4-4851-8977-F44B1169EC19}" dt="2022-06-30T11:44:01.820" v="34" actId="20577"/>
        <pc:sldMkLst>
          <pc:docMk/>
          <pc:sldMk cId="2670502341" sldId="260"/>
        </pc:sldMkLst>
        <pc:spChg chg="mod">
          <ac:chgData name="志軒 簡" userId="5f287045bdc9c0f2" providerId="LiveId" clId="{3BA1174D-91A4-4851-8977-F44B1169EC19}" dt="2022-06-30T11:44:01.820" v="34" actId="20577"/>
          <ac:spMkLst>
            <pc:docMk/>
            <pc:sldMk cId="2670502341" sldId="260"/>
            <ac:spMk id="2" creationId="{31C5501E-BB29-21FD-D9EB-C827837A9BE4}"/>
          </ac:spMkLst>
        </pc:spChg>
        <pc:spChg chg="del">
          <ac:chgData name="志軒 簡" userId="5f287045bdc9c0f2" providerId="LiveId" clId="{3BA1174D-91A4-4851-8977-F44B1169EC19}" dt="2022-06-30T09:36:33.624" v="7" actId="22"/>
          <ac:spMkLst>
            <pc:docMk/>
            <pc:sldMk cId="2670502341" sldId="260"/>
            <ac:spMk id="3" creationId="{731F9EA9-15ED-173B-C0B7-2A36EF36E8BC}"/>
          </ac:spMkLst>
        </pc:spChg>
        <pc:picChg chg="add mod ord">
          <ac:chgData name="志軒 簡" userId="5f287045bdc9c0f2" providerId="LiveId" clId="{3BA1174D-91A4-4851-8977-F44B1169EC19}" dt="2022-06-30T09:36:58.535" v="15" actId="14100"/>
          <ac:picMkLst>
            <pc:docMk/>
            <pc:sldMk cId="2670502341" sldId="260"/>
            <ac:picMk id="5" creationId="{67C81330-1999-8526-D756-786C8DE501EE}"/>
          </ac:picMkLst>
        </pc:picChg>
        <pc:picChg chg="add mod">
          <ac:chgData name="志軒 簡" userId="5f287045bdc9c0f2" providerId="LiveId" clId="{3BA1174D-91A4-4851-8977-F44B1169EC19}" dt="2022-06-30T09:37:03.047" v="17" actId="1076"/>
          <ac:picMkLst>
            <pc:docMk/>
            <pc:sldMk cId="2670502341" sldId="260"/>
            <ac:picMk id="7" creationId="{E4774061-D334-831B-D9F4-7F94B8194F61}"/>
          </ac:picMkLst>
        </pc:picChg>
      </pc:sldChg>
      <pc:sldChg chg="delSp modSp new mod">
        <pc:chgData name="志軒 簡" userId="5f287045bdc9c0f2" providerId="LiveId" clId="{3BA1174D-91A4-4851-8977-F44B1169EC19}" dt="2022-06-30T11:54:39.015" v="143" actId="20577"/>
        <pc:sldMkLst>
          <pc:docMk/>
          <pc:sldMk cId="3263650975" sldId="261"/>
        </pc:sldMkLst>
        <pc:spChg chg="mod">
          <ac:chgData name="志軒 簡" userId="5f287045bdc9c0f2" providerId="LiveId" clId="{3BA1174D-91A4-4851-8977-F44B1169EC19}" dt="2022-06-30T11:54:39.015" v="143" actId="20577"/>
          <ac:spMkLst>
            <pc:docMk/>
            <pc:sldMk cId="3263650975" sldId="261"/>
            <ac:spMk id="3" creationId="{AAD7D5C7-083D-E221-03D1-B73040DC8835}"/>
          </ac:spMkLst>
        </pc:spChg>
        <pc:spChg chg="del mod">
          <ac:chgData name="志軒 簡" userId="5f287045bdc9c0f2" providerId="LiveId" clId="{3BA1174D-91A4-4851-8977-F44B1169EC19}" dt="2022-06-30T11:46:34.718" v="41" actId="21"/>
          <ac:spMkLst>
            <pc:docMk/>
            <pc:sldMk cId="3263650975" sldId="261"/>
            <ac:spMk id="4" creationId="{46408F52-AE6C-B980-ADEF-BCBDCA5A09C7}"/>
          </ac:spMkLst>
        </pc:spChg>
      </pc:sldChg>
      <pc:sldChg chg="addSp delSp modSp new mod">
        <pc:chgData name="志軒 簡" userId="5f287045bdc9c0f2" providerId="LiveId" clId="{3BA1174D-91A4-4851-8977-F44B1169EC19}" dt="2022-06-30T12:00:00.610" v="179" actId="1076"/>
        <pc:sldMkLst>
          <pc:docMk/>
          <pc:sldMk cId="431746439" sldId="262"/>
        </pc:sldMkLst>
        <pc:spChg chg="del">
          <ac:chgData name="志軒 簡" userId="5f287045bdc9c0f2" providerId="LiveId" clId="{3BA1174D-91A4-4851-8977-F44B1169EC19}" dt="2022-06-30T11:57:03.434" v="145" actId="21"/>
          <ac:spMkLst>
            <pc:docMk/>
            <pc:sldMk cId="431746439" sldId="262"/>
            <ac:spMk id="2" creationId="{77F1F327-852F-7503-AA0A-3DAE1B73C338}"/>
          </ac:spMkLst>
        </pc:spChg>
        <pc:spChg chg="del">
          <ac:chgData name="志軒 簡" userId="5f287045bdc9c0f2" providerId="LiveId" clId="{3BA1174D-91A4-4851-8977-F44B1169EC19}" dt="2022-06-30T11:57:06.422" v="146" actId="21"/>
          <ac:spMkLst>
            <pc:docMk/>
            <pc:sldMk cId="431746439" sldId="262"/>
            <ac:spMk id="3" creationId="{A1DABF1C-B6D2-F44B-543B-260F7421AC7C}"/>
          </ac:spMkLst>
        </pc:spChg>
        <pc:spChg chg="add del mod">
          <ac:chgData name="志軒 簡" userId="5f287045bdc9c0f2" providerId="LiveId" clId="{3BA1174D-91A4-4851-8977-F44B1169EC19}" dt="2022-06-30T11:57:13.657" v="148"/>
          <ac:spMkLst>
            <pc:docMk/>
            <pc:sldMk cId="431746439" sldId="262"/>
            <ac:spMk id="4" creationId="{B7409F16-97D8-9F77-5D3E-9D763682A645}"/>
          </ac:spMkLst>
        </pc:spChg>
        <pc:picChg chg="add mod">
          <ac:chgData name="志軒 簡" userId="5f287045bdc9c0f2" providerId="LiveId" clId="{3BA1174D-91A4-4851-8977-F44B1169EC19}" dt="2022-06-30T11:57:32.409" v="153" actId="1076"/>
          <ac:picMkLst>
            <pc:docMk/>
            <pc:sldMk cId="431746439" sldId="262"/>
            <ac:picMk id="6" creationId="{A26CE1D0-A33F-3923-E8F2-10E6DC7020E4}"/>
          </ac:picMkLst>
        </pc:picChg>
        <pc:picChg chg="add mod">
          <ac:chgData name="志軒 簡" userId="5f287045bdc9c0f2" providerId="LiveId" clId="{3BA1174D-91A4-4851-8977-F44B1169EC19}" dt="2022-06-30T11:58:34.638" v="164" actId="1076"/>
          <ac:picMkLst>
            <pc:docMk/>
            <pc:sldMk cId="431746439" sldId="262"/>
            <ac:picMk id="8" creationId="{99FBD770-AEC0-472C-955A-1DF1FE5E59B7}"/>
          </ac:picMkLst>
        </pc:picChg>
        <pc:picChg chg="add del mod">
          <ac:chgData name="志軒 簡" userId="5f287045bdc9c0f2" providerId="LiveId" clId="{3BA1174D-91A4-4851-8977-F44B1169EC19}" dt="2022-06-30T11:58:38.755" v="165" actId="21"/>
          <ac:picMkLst>
            <pc:docMk/>
            <pc:sldMk cId="431746439" sldId="262"/>
            <ac:picMk id="10" creationId="{65CA5BF9-1337-5A6D-F0FF-3EAC421F24B6}"/>
          </ac:picMkLst>
        </pc:picChg>
        <pc:picChg chg="add mod">
          <ac:chgData name="志軒 簡" userId="5f287045bdc9c0f2" providerId="LiveId" clId="{3BA1174D-91A4-4851-8977-F44B1169EC19}" dt="2022-06-30T12:00:00.610" v="179" actId="1076"/>
          <ac:picMkLst>
            <pc:docMk/>
            <pc:sldMk cId="431746439" sldId="262"/>
            <ac:picMk id="12" creationId="{15903324-AB53-1610-DE19-3E924E2ED3F2}"/>
          </ac:picMkLst>
        </pc:picChg>
      </pc:sldChg>
      <pc:sldChg chg="addSp delSp modSp new mod">
        <pc:chgData name="志軒 簡" userId="5f287045bdc9c0f2" providerId="LiveId" clId="{3BA1174D-91A4-4851-8977-F44B1169EC19}" dt="2022-06-30T12:39:27.923" v="188" actId="1076"/>
        <pc:sldMkLst>
          <pc:docMk/>
          <pc:sldMk cId="526966008" sldId="263"/>
        </pc:sldMkLst>
        <pc:spChg chg="del">
          <ac:chgData name="志軒 簡" userId="5f287045bdc9c0f2" providerId="LiveId" clId="{3BA1174D-91A4-4851-8977-F44B1169EC19}" dt="2022-06-30T12:38:38.459" v="181" actId="22"/>
          <ac:spMkLst>
            <pc:docMk/>
            <pc:sldMk cId="526966008" sldId="263"/>
            <ac:spMk id="3" creationId="{A89F9293-724C-B8AB-6ADA-0C20EA8E8863}"/>
          </ac:spMkLst>
        </pc:spChg>
        <pc:spChg chg="add del mod">
          <ac:chgData name="志軒 簡" userId="5f287045bdc9c0f2" providerId="LiveId" clId="{3BA1174D-91A4-4851-8977-F44B1169EC19}" dt="2022-06-30T12:39:22.317" v="186" actId="22"/>
          <ac:spMkLst>
            <pc:docMk/>
            <pc:sldMk cId="526966008" sldId="263"/>
            <ac:spMk id="7" creationId="{F325D158-DD9F-857E-02E7-25AAE81CDDF1}"/>
          </ac:spMkLst>
        </pc:spChg>
        <pc:picChg chg="add del mod ord">
          <ac:chgData name="志軒 簡" userId="5f287045bdc9c0f2" providerId="LiveId" clId="{3BA1174D-91A4-4851-8977-F44B1169EC19}" dt="2022-06-30T12:39:12.445" v="185" actId="21"/>
          <ac:picMkLst>
            <pc:docMk/>
            <pc:sldMk cId="526966008" sldId="263"/>
            <ac:picMk id="5" creationId="{420F0CE7-788A-C99C-59AB-0CD1582956DD}"/>
          </ac:picMkLst>
        </pc:picChg>
        <pc:picChg chg="add mod ord">
          <ac:chgData name="志軒 簡" userId="5f287045bdc9c0f2" providerId="LiveId" clId="{3BA1174D-91A4-4851-8977-F44B1169EC19}" dt="2022-06-30T12:39:27.923" v="188" actId="1076"/>
          <ac:picMkLst>
            <pc:docMk/>
            <pc:sldMk cId="526966008" sldId="263"/>
            <ac:picMk id="9" creationId="{9329DECE-CB02-18FC-1E81-EFCB49FD7D9E}"/>
          </ac:picMkLst>
        </pc:picChg>
      </pc:sldChg>
      <pc:sldChg chg="addSp modSp new mod">
        <pc:chgData name="志軒 簡" userId="5f287045bdc9c0f2" providerId="LiveId" clId="{3BA1174D-91A4-4851-8977-F44B1169EC19}" dt="2022-06-30T12:40:11.614" v="192" actId="14100"/>
        <pc:sldMkLst>
          <pc:docMk/>
          <pc:sldMk cId="3718256254" sldId="264"/>
        </pc:sldMkLst>
        <pc:picChg chg="add mod">
          <ac:chgData name="志軒 簡" userId="5f287045bdc9c0f2" providerId="LiveId" clId="{3BA1174D-91A4-4851-8977-F44B1169EC19}" dt="2022-06-30T12:40:11.614" v="192" actId="14100"/>
          <ac:picMkLst>
            <pc:docMk/>
            <pc:sldMk cId="3718256254" sldId="264"/>
            <ac:picMk id="5" creationId="{6ABA5FDE-C3FD-A0D2-EFD4-E694E39FF3D6}"/>
          </ac:picMkLst>
        </pc:picChg>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2-07-05T03:51:01.480"/>
    </inkml:context>
    <inkml:brush xml:id="br0">
      <inkml:brushProperty name="width" value="0.05292" units="cm"/>
      <inkml:brushProperty name="height" value="0.05292" units="cm"/>
      <inkml:brushProperty name="color" value="#FF0000"/>
    </inkml:brush>
  </inkml:definitions>
  <inkml:trace contextRef="#ctx0" brushRef="#br0">18891 5539 0,'18'0'640,"0"0"-530,-1 0-16,1 0-48,-1 0-30,1 0 0,0 0-1,-1 0 17,1 0-17,0 0-15,-1 0 31,1 0-15,17 0 0,-17 0-1,-1 0 1,1 0 15,0 0-15,-1 0-16,1 0 31,0 0-15,17 0 15,-17 0 16,-1 0-16,1 0-15,0 0-1,-1 0 17,1 0-17,-1 0 1,1 0-1,0 0 1,-1 0 0,1-18-1,0 18 1,-1 0 0,19 0-1,-19 0 16,1 0-15,-1 0 0,1 0-1,0 0 1,-1 0 0,1 0-1,0 0 1,-1 0-1,1 0 1,0 0 0,-1 0-1,1 0 1,-1 0 0,19 0-1,-19 0 16,1 0-15,0 0 0,-1 0-1,1 0 17,0 0-1,-1 0-16,1 0 32,-1 0-15,1 0 77,0 0 0,-1 0-77,1 0 30,0 0-31,-1 0-15,1 0 46,0 0 126,-1 0-172</inkml:trace>
  <inkml:trace contextRef="#ctx0" brushRef="#br0" timeOffset="4478.99">18997 8273 0,'18'0'78,"-1"0"-62,1 0-1,0 0 1,-1 0-1,1-18-15,0 18 16,17 0 0,-18 0-16,19 0 15,-1 0 1,-17 0 0,17 0-1,0 0 1,1 0-1,-19 0 1,18 0 0,-17 0-1,0 0 1,17 0 15,-17 0-15,-1 0-16,19 0 15,-19 0 1,18 0 0,-17 0-1,17 0 1,-17 0 0,0 0 15,-1 0-16,1 0-15,0 0 32,-1 0-1,18 0-15,-17 0 15,0 0-16,-1 0 17,1 0-17,0 0 1,-1 0 31,1 0 15,0-18 32,-1 18 31,1 0-62,-1 0-17,1 0-30,0 0 15,-1 0 32</inkml:trace>
  <inkml:trace contextRef="#ctx0" brushRef="#br0" timeOffset="7263.61">19068 11077 0,'17'0'109,"19"0"-93,-19 0-16,1 0 15,17 0-15,0 0 16,18 0-16,18 0 16,-18 0 15,0 0-16,-18 0 1,-17 0 0,-1 0-1,1 0 1,0 0 0,-1 0-1,1 0 1,-1 0-1,36 0 1,-35 0-16,17 0 16,-17 0-1,17 0 1,0 0 0,18 0 15,0 0-16,0 0 1,0 0 0,-35 0-1,-1 0 1,1 0 15,0 0-15,-18-17-1</inkml:trace>
  <inkml:trace contextRef="#ctx0" brushRef="#br0" timeOffset="12663.54">19085 13899 0,'0'-17'125,"18"17"-93,0 0-17,-1 0 1,1 0-16,-1 0 16,19-18-1,-19 18 32,1-17 0,0 17-31,-1 0 15,1 0 0,0 0-15,-1 0 15,1 0-31,0 0 31,-1 0-15,1 0 15,-1 0-15,1 0 15,0 0-15,-1 0 15,1 0-16,0 0 1,-1 0 0,1 0-1,0 0 1,-1 0 0,1 0 15,-18 17-16,35-17 1,-17 0 31,-1 0 0,1 0-16,0 0 16,-1 0 31,1 0-31,0 0 0,-1 0-32,1 0 32,-1 0-15,1 0-1,0 0-16,-1 0 79,1 0 16,0 0-79,-1 0-16,1 0 17,0 0-1,-1 0 31,1 0-15,-1 0 16,1 0 15,0 0 31,-1 0-93,1 0 0,0 0 30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2-07-05T04:04:39.136"/>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0070C0"/>
    </inkml:brush>
  </inkml:definitions>
  <inkml:trace contextRef="#ctx0" brushRef="#br0">2805 2681 0,'0'18'94,"0"-1"-94,17-17 47,1 0-32,0 0-15,-1 18 16,1-18-1,17 18 1,0-1 0,-17-17-1,35 36 1,0-36 0,35 17-1,-17 19 1,-1-19-1,-17 1 1,0-1 0,0 1-1,-18 0 1,-17-18 0,-1 0-1,1 17 1,0-17-16,-1 0 31,1 0-31,0 0 16,-1 0-1,1 0 17,0 0-17,-1 0 1,1 0-1,-1 0 1,1 0 0,0 0-1,-1 0 1,1 0-16,0 18 16,-1-18-16,54 0 15,-18 18 1,17-18-1,-34 0 1,17 0 0,-18 0-1,0 0 17,18 0-17,-18 0 1,36 0-1,-36 0 1,36 0 0,-36 0-1,18 17 1,-18-17 0,-17 0-1,-1 0 16,1 0-15,0 0 0,-1 0-1,1 0 1,0 0 0,-1 0-1,18 0 1,1 18-1,-19-18-15,36 0 16,0 0 0,-35 0-1,17 0 1,-17 0 0,-1 0-1,36 18 1,-17-18-1,-19 0 1,19 0 0,-1 0-1,53 17 17,-35-17-17,0 0 1,0 0-1,17 0 1,-17 0 0,0 0-1,0 0 1,0 0 0,-18 0-1,-17 0 1,35-17-1,-36 17 1,72-36 0,-36 36-1,-1-17 1,1-1 15,53 0-15,-35-17-1,-1 17 1,-17 1 0,0 17-1,-18-18 1,18 1 0,0-1-1,0-17 1,-17 35-1,-1-18 1,0 18 0,-17-18-1,17 1 1,-17-1 15,-1 0-15,1 18-1,17-17 1,-35-1 0,18 18-1,17-18 1,0 1 0,1 17-1,-1-18 1,0 1-1,-17 17 1,-1-18 0,1 0-1,17 18 1,1-17 15,-19 17-15,1 0-1,35-36 1,-36 36 15,1-17-15,0 17 0,-18-18 140</inkml:trace>
  <inkml:trace contextRef="#ctx0" brushRef="#br0" timeOffset="1024.34">7144 2434 0,'17'0'47,"19"0"-32,-1 18-15,0-18 16,0 17 0,36-17-1,0 18 1,-36 0 0,-17-18 77,-18 17-77,0 1-16,17-18 16,-17 18-16,18 17 31,-18-17-16,0 17 1,-18 0 0,1 0-1,17-17 1,-18 0 0,-17-1-1,35 1 1,-18-18-1,18 18 17</inkml:trace>
  <inkml:trace contextRef="#ctx0" brushRef="#br1" timeOffset="15424.35">2716 4604 0,'18'17'62,"0"1"-46,-1-18-16,1 18 15,0-18-15,17 35 16,0-17 0,18-1-1,18 36 1,34 0-1,-16-18 1,-1 1 0,-18-1-1,1-17 1,17 17 15,18 18-15,0-18-1,0 0 1,-18 1 0,-35-36-1,17 35 1,-17-18 0,-17-17-1,16 18 1,1 0-1,18-1 1,-1 1 0,-17-18-1,0 35 1,-35-35 0,52 18-1,-17-18 1,0 18-1,18-18 1,-36 0 0,0 0-1,1 0 1,-1 17 0,36-17-1,-19 0 1,19 0-1,-36 0 1,71 0 0,-53 0-1,18 0 1,-36 0 15,18 0-15,-18 0-1,18 0 1,-18 0 0,18 0-1,-18 0 1,-17 0-16,0 0 16,35 0-1,-36 0-15,54 0 16,-18 0-1,-18 0 1,18 0 0,17 0-1,19 0 1,-19 0 15,1 0-15,-18 0-1,-18 0 1,18 0 0,-18 0-1,0-17 1,1-1 0,-19 18-1,1 0 1,35-35-1,-35 35 1,17-18 0,-17 18-1,-1-18 1,1 1 15,-1 17-31,19-18 31,-19 18-31,1-18 16,0 1 0,17-1-1,0 1 1,-17 17 0,17-18-1,-17-17 1,17 35-1,-17-18 1,-1 18 0,19-18-1,-19 1 1,1 17-16,-1-18 16,54 0-1,-18-17 1,0-18-1,-18 18 1,-17 35 0,-1-18-1,1 1 17,0 17-17,-18-18 16,0 0 1,17 18-17,-17-17 1,18-1 15,0 0 0,-1 1 1,-17-1-17,18 1 1,0-1 15,-18 0-15,17 1-16,1-1 15,-1 0 1,1 18 0,-18-17 15,-35 17 469,17 0-484,1 0-16,-1 0 31,0 0-31,1 0 15,-1 0 1,0 0 0,1 17-1,-1-17 1,0 0 0,1 18-1,-19-18 1,19 18-1,-1-18 1,1 0-16,-19 17 16,19-17-1,17 18 1,-18-18 15,0 0 16,1 0-16,-1 0 1</inkml:trace>
  <inkml:trace contextRef="#ctx0" brushRef="#br1" timeOffset="16823.37">7620 4657 0,'-18'0'16,"18"17"15,0 1-31,0 0 15,0 34 1,0-16 0,0-1-1,0-17 1,0-1 0,0 1 15,18 0-16,0-1 1,-18 19 0,0-19-1,17 36 1,-17-18 0,0-17-1,18 17 1,-18-17 15,18 0 0,-18-1-31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67C2D1-810A-493D-9CAD-9828EDCDA627}" type="datetimeFigureOut">
              <a:rPr lang="zh-TW" altLang="en-US" smtClean="0"/>
              <a:t>2022/7/5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E6DF9D-2CA9-4AE2-9289-0C89AFF633A2}" type="slidenum">
              <a:rPr lang="zh-TW" altLang="en-US" smtClean="0"/>
              <a:t>‹#›</a:t>
            </a:fld>
            <a:endParaRPr lang="zh-TW" altLang="en-US"/>
          </a:p>
        </p:txBody>
      </p:sp>
    </p:spTree>
    <p:extLst>
      <p:ext uri="{BB962C8B-B14F-4D97-AF65-F5344CB8AC3E}">
        <p14:creationId xmlns:p14="http://schemas.microsoft.com/office/powerpoint/2010/main" val="2863598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outdegree=1 Indegree=1 , merge</a:t>
            </a:r>
          </a:p>
          <a:p>
            <a:r>
              <a:rPr lang="en-US" altLang="zh-TW" dirty="0" err="1"/>
              <a:t>Goal:reducing</a:t>
            </a:r>
            <a:r>
              <a:rPr lang="en-US" altLang="zh-TW" dirty="0"/>
              <a:t> the runtime of our proposed strategy, we merge the two tasks with a common ‘directed cut-edges’ into a single task based on the workflow structure. It has significant improvement on the performance of our scheduling result.</a:t>
            </a:r>
          </a:p>
          <a:p>
            <a:r>
              <a:rPr lang="zh-TW" altLang="en-US" dirty="0"/>
              <a:t>意義</a:t>
            </a:r>
            <a:r>
              <a:rPr lang="en-US" altLang="zh-TW" dirty="0"/>
              <a:t>?</a:t>
            </a:r>
            <a:r>
              <a:rPr lang="zh-TW" altLang="en-US" dirty="0"/>
              <a:t>同一個</a:t>
            </a:r>
            <a:r>
              <a:rPr lang="en-US" altLang="zh-TW" dirty="0"/>
              <a:t>partial critical path</a:t>
            </a:r>
          </a:p>
        </p:txBody>
      </p:sp>
      <p:sp>
        <p:nvSpPr>
          <p:cNvPr id="4" name="投影片編號版面配置區 3"/>
          <p:cNvSpPr>
            <a:spLocks noGrp="1"/>
          </p:cNvSpPr>
          <p:nvPr>
            <p:ph type="sldNum" sz="quarter" idx="5"/>
          </p:nvPr>
        </p:nvSpPr>
        <p:spPr/>
        <p:txBody>
          <a:bodyPr/>
          <a:lstStyle/>
          <a:p>
            <a:fld id="{B9E6DF9D-2CA9-4AE2-9289-0C89AFF633A2}" type="slidenum">
              <a:rPr lang="zh-TW" altLang="en-US" smtClean="0"/>
              <a:t>5</a:t>
            </a:fld>
            <a:endParaRPr lang="zh-TW" altLang="en-US"/>
          </a:p>
        </p:txBody>
      </p:sp>
    </p:spTree>
    <p:extLst>
      <p:ext uri="{BB962C8B-B14F-4D97-AF65-F5344CB8AC3E}">
        <p14:creationId xmlns:p14="http://schemas.microsoft.com/office/powerpoint/2010/main" val="4111938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0BE3FE-C9CA-21CB-F07A-B62E9E894062}"/>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768E16E-C601-69E2-B855-882B83D583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36276657-DC92-F238-3CD8-18026B256C19}"/>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5" name="頁尾版面配置區 4">
            <a:extLst>
              <a:ext uri="{FF2B5EF4-FFF2-40B4-BE49-F238E27FC236}">
                <a16:creationId xmlns:a16="http://schemas.microsoft.com/office/drawing/2014/main" id="{89D465EF-89B0-4E75-FBD3-7452C0B8B96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BE69213-D39A-3120-C824-83B386E1471E}"/>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841810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58851A-59DE-BCBB-DAD7-4EA2A0AD665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22BC687-27C8-C419-1FC4-CDA23202F570}"/>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F42EAB7-6329-7682-3309-744BBD0C0C14}"/>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5" name="頁尾版面配置區 4">
            <a:extLst>
              <a:ext uri="{FF2B5EF4-FFF2-40B4-BE49-F238E27FC236}">
                <a16:creationId xmlns:a16="http://schemas.microsoft.com/office/drawing/2014/main" id="{00717C00-8B95-E0BE-B06A-8D4FBF264A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4D731C4-00B8-65D9-1157-0240D41F9ACC}"/>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3391891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7CDDA4-A383-22A9-C7CE-1E3F39A06D7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2CAB2A97-6ACF-5670-7B7E-AE39ADD40A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E8CA0DA-84C4-3869-C24E-C6A81A62D789}"/>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5" name="頁尾版面配置區 4">
            <a:extLst>
              <a:ext uri="{FF2B5EF4-FFF2-40B4-BE49-F238E27FC236}">
                <a16:creationId xmlns:a16="http://schemas.microsoft.com/office/drawing/2014/main" id="{F43406E0-05C6-ADB5-CAB6-A82DBD0F756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DAE80EF-476D-464F-5C76-7A025A967507}"/>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414200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329739-8B82-4631-025D-A359AD5DD48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926D78C-557A-A6A9-55C2-984C09B22694}"/>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6C2C8A24-481C-0787-E107-449E0DD9968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8DFF3BB-E73C-25D8-3E39-1070364187D4}"/>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6" name="頁尾版面配置區 5">
            <a:extLst>
              <a:ext uri="{FF2B5EF4-FFF2-40B4-BE49-F238E27FC236}">
                <a16:creationId xmlns:a16="http://schemas.microsoft.com/office/drawing/2014/main" id="{F9290955-1CBB-8579-0D3A-9A5B8FC607D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11FE438-54F4-68E5-36C6-03763DDAB940}"/>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506564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8FE9F-BC42-2B39-0CA3-4DDB83ED19DF}"/>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59B23C2-378C-005F-9267-960691D9A4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8984040-9B0D-98B6-9736-FF5A3412CE08}"/>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E976CBD1-3B62-1EB0-538B-D5FB82F95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53C46E26-EEB1-54AF-825D-3FBD2B6A7B1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3FCA321-78E8-A705-30C5-4E9D99275BA6}"/>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8" name="頁尾版面配置區 7">
            <a:extLst>
              <a:ext uri="{FF2B5EF4-FFF2-40B4-BE49-F238E27FC236}">
                <a16:creationId xmlns:a16="http://schemas.microsoft.com/office/drawing/2014/main" id="{B77C5558-B84A-DE71-E480-3E6570064B3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BFFA8B82-9DD3-0277-2E12-7E8EE7170572}"/>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3449339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020433-A480-47C6-2272-BA674FBA0F6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60125F6-A8A3-F2AC-69F9-DDA2D8E659ED}"/>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4" name="頁尾版面配置區 3">
            <a:extLst>
              <a:ext uri="{FF2B5EF4-FFF2-40B4-BE49-F238E27FC236}">
                <a16:creationId xmlns:a16="http://schemas.microsoft.com/office/drawing/2014/main" id="{176F931B-8BA6-9880-562D-0A16C295082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441C8BD-A2D3-B83A-7019-1E55E82166CD}"/>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1264577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2EB5EC7-6BD0-8D0F-865D-41338A34F816}"/>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3" name="頁尾版面配置區 2">
            <a:extLst>
              <a:ext uri="{FF2B5EF4-FFF2-40B4-BE49-F238E27FC236}">
                <a16:creationId xmlns:a16="http://schemas.microsoft.com/office/drawing/2014/main" id="{896FBBA0-DF73-FF68-4264-9536696EAFF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72626B84-680F-C98A-84E1-B058FE244D4B}"/>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2170866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0DC2B4-5BC7-BE38-A1D8-9348BF87AD8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28160CCB-77C2-9DF9-F699-5F6FA0E7A5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417A33-F2BF-BFC6-CB13-47A2B9477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35742CB-36D9-BF6F-AEE8-7EF4AF57BB43}"/>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6" name="頁尾版面配置區 5">
            <a:extLst>
              <a:ext uri="{FF2B5EF4-FFF2-40B4-BE49-F238E27FC236}">
                <a16:creationId xmlns:a16="http://schemas.microsoft.com/office/drawing/2014/main" id="{E9A813E6-B525-E9B9-EBE0-BA196F6D5E8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6CA86D7-5679-BB09-2884-CC191D6C5995}"/>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2095203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E966AC-90C4-55B2-8A43-72F3974ACBF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2C12437-48C2-B719-66A3-91BBC5579C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641EDA7D-8C4F-09D3-2274-F301B0017E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945845C-A9D4-33CF-B993-CB940EE2DBDF}"/>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6" name="頁尾版面配置區 5">
            <a:extLst>
              <a:ext uri="{FF2B5EF4-FFF2-40B4-BE49-F238E27FC236}">
                <a16:creationId xmlns:a16="http://schemas.microsoft.com/office/drawing/2014/main" id="{3E7B9AB4-1B73-1A2D-5C80-C9CBAD0A5A7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490770D-B260-FE7D-F5C5-C0F503E572F0}"/>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571911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D50097-71C3-3CAC-539A-C022FD65327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21E6C67-1BC6-2469-E37E-B78A192E6E6A}"/>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8E32FAB-EECA-28C4-996F-E204AB2E38C7}"/>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5" name="頁尾版面配置區 4">
            <a:extLst>
              <a:ext uri="{FF2B5EF4-FFF2-40B4-BE49-F238E27FC236}">
                <a16:creationId xmlns:a16="http://schemas.microsoft.com/office/drawing/2014/main" id="{27366CE8-D10E-D62C-D0CE-EF21E963B6E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B8B4B03-6278-0B7A-27E1-CD0CB66C9C77}"/>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484064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CA8B30D-3DBF-422B-A2F8-2C0A42AD9376}"/>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9AED088-9775-43AE-5FA4-8A6A2FABF5A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6A627FC-BCB9-E09B-1921-9567FCE424EB}"/>
              </a:ext>
            </a:extLst>
          </p:cNvPr>
          <p:cNvSpPr>
            <a:spLocks noGrp="1"/>
          </p:cNvSpPr>
          <p:nvPr>
            <p:ph type="dt" sz="half" idx="10"/>
          </p:nvPr>
        </p:nvSpPr>
        <p:spPr/>
        <p:txBody>
          <a:bodyPr/>
          <a:lstStyle/>
          <a:p>
            <a:fld id="{354918BA-1392-4D73-8D02-79B1F286383E}" type="datetimeFigureOut">
              <a:rPr lang="zh-TW" altLang="en-US" smtClean="0"/>
              <a:t>2022/7/5</a:t>
            </a:fld>
            <a:endParaRPr lang="zh-TW" altLang="en-US"/>
          </a:p>
        </p:txBody>
      </p:sp>
      <p:sp>
        <p:nvSpPr>
          <p:cNvPr id="5" name="頁尾版面配置區 4">
            <a:extLst>
              <a:ext uri="{FF2B5EF4-FFF2-40B4-BE49-F238E27FC236}">
                <a16:creationId xmlns:a16="http://schemas.microsoft.com/office/drawing/2014/main" id="{AEA9D130-1C5E-547F-4610-71CA51CE70E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A523621-4953-9CA2-98EE-0C035AB39B0C}"/>
              </a:ext>
            </a:extLst>
          </p:cNvPr>
          <p:cNvSpPr>
            <a:spLocks noGrp="1"/>
          </p:cNvSpPr>
          <p:nvPr>
            <p:ph type="sldNum" sz="quarter" idx="12"/>
          </p:nvPr>
        </p:nvSpPr>
        <p:spPr/>
        <p:txBody>
          <a:body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1629042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8A180A7-CDC0-4D80-4D9A-681E8CC5D6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DAB2A77-A381-3BB4-7411-5D7AD5C1FA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4B07DF7-7EBB-0721-4A0A-FFEFF94A6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4918BA-1392-4D73-8D02-79B1F286383E}" type="datetimeFigureOut">
              <a:rPr lang="zh-TW" altLang="en-US" smtClean="0"/>
              <a:t>2022/7/5</a:t>
            </a:fld>
            <a:endParaRPr lang="zh-TW" altLang="en-US"/>
          </a:p>
        </p:txBody>
      </p:sp>
      <p:sp>
        <p:nvSpPr>
          <p:cNvPr id="5" name="頁尾版面配置區 4">
            <a:extLst>
              <a:ext uri="{FF2B5EF4-FFF2-40B4-BE49-F238E27FC236}">
                <a16:creationId xmlns:a16="http://schemas.microsoft.com/office/drawing/2014/main" id="{EBB8DCD1-4EFB-764D-2A73-F2366EEB33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33CD5BD-0866-7A6F-E915-7D6B40D37D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073926-5746-47DA-A480-726FAC0EEB8F}" type="slidenum">
              <a:rPr lang="zh-TW" altLang="en-US" smtClean="0"/>
              <a:t>‹#›</a:t>
            </a:fld>
            <a:endParaRPr lang="zh-TW" altLang="en-US"/>
          </a:p>
        </p:txBody>
      </p:sp>
    </p:spTree>
    <p:extLst>
      <p:ext uri="{BB962C8B-B14F-4D97-AF65-F5344CB8AC3E}">
        <p14:creationId xmlns:p14="http://schemas.microsoft.com/office/powerpoint/2010/main" val="3937595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customXml" Target="../ink/ink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E63511-3643-65DD-6318-BF8F45B15D66}"/>
              </a:ext>
            </a:extLst>
          </p:cNvPr>
          <p:cNvSpPr>
            <a:spLocks noGrp="1"/>
          </p:cNvSpPr>
          <p:nvPr>
            <p:ph type="ctrTitle"/>
          </p:nvPr>
        </p:nvSpPr>
        <p:spPr/>
        <p:txBody>
          <a:bodyPr>
            <a:noAutofit/>
          </a:bodyPr>
          <a:lstStyle/>
          <a:p>
            <a:r>
              <a:rPr lang="en-US" altLang="zh-TW" sz="4800" dirty="0">
                <a:latin typeface="Times New Roman" panose="02020603050405020304" pitchFamily="18" charset="0"/>
                <a:cs typeface="Times New Roman" panose="02020603050405020304" pitchFamily="18" charset="0"/>
              </a:rPr>
              <a:t>A Pretreatment Workflow Scheduling Approach for Big Data Applications in </a:t>
            </a:r>
            <a:r>
              <a:rPr lang="en-US" altLang="zh-TW" sz="4800" dirty="0" err="1">
                <a:latin typeface="Times New Roman" panose="02020603050405020304" pitchFamily="18" charset="0"/>
                <a:cs typeface="Times New Roman" panose="02020603050405020304" pitchFamily="18" charset="0"/>
              </a:rPr>
              <a:t>Multicloud</a:t>
            </a:r>
            <a:r>
              <a:rPr lang="en-US" altLang="zh-TW" sz="4800" dirty="0">
                <a:latin typeface="Times New Roman" panose="02020603050405020304" pitchFamily="18" charset="0"/>
                <a:cs typeface="Times New Roman" panose="02020603050405020304" pitchFamily="18" charset="0"/>
              </a:rPr>
              <a:t> Environments</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D7471E8-B440-4A93-D5D5-A7FE6316FD82}"/>
              </a:ext>
            </a:extLst>
          </p:cNvPr>
          <p:cNvSpPr>
            <a:spLocks noGrp="1"/>
          </p:cNvSpPr>
          <p:nvPr>
            <p:ph type="subTitle" idx="1"/>
          </p:nvPr>
        </p:nvSpPr>
        <p:spPr/>
        <p:txBody>
          <a:bodyPr/>
          <a:lstStyle/>
          <a:p>
            <a:r>
              <a:rPr lang="en-US" altLang="zh-TW" dirty="0">
                <a:latin typeface="Times New Roman" panose="02020603050405020304" pitchFamily="18" charset="0"/>
                <a:cs typeface="Times New Roman" panose="02020603050405020304" pitchFamily="18" charset="0"/>
              </a:rPr>
              <a:t>Bing Lin, </a:t>
            </a:r>
            <a:r>
              <a:rPr lang="en-US" altLang="zh-TW" dirty="0" err="1">
                <a:latin typeface="Times New Roman" panose="02020603050405020304" pitchFamily="18" charset="0"/>
                <a:cs typeface="Times New Roman" panose="02020603050405020304" pitchFamily="18" charset="0"/>
              </a:rPr>
              <a:t>Wenzhong</a:t>
            </a:r>
            <a:r>
              <a:rPr lang="en-US" altLang="zh-TW" dirty="0">
                <a:latin typeface="Times New Roman" panose="02020603050405020304" pitchFamily="18" charset="0"/>
                <a:cs typeface="Times New Roman" panose="02020603050405020304" pitchFamily="18" charset="0"/>
              </a:rPr>
              <a:t> Guo, </a:t>
            </a:r>
            <a:r>
              <a:rPr lang="en-US" altLang="zh-TW" dirty="0" err="1">
                <a:latin typeface="Times New Roman" panose="02020603050405020304" pitchFamily="18" charset="0"/>
                <a:cs typeface="Times New Roman" panose="02020603050405020304" pitchFamily="18" charset="0"/>
              </a:rPr>
              <a:t>Naixue</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Xiong</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IEEE Transactions on Network and Service Management, vol. 13, no. 3, pp. 581- 594, Sept. 2016</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2A91293-58C6-AF96-0703-8FD74523AC5A}"/>
              </a:ext>
            </a:extLst>
          </p:cNvPr>
          <p:cNvSpPr txBox="1"/>
          <p:nvPr/>
        </p:nvSpPr>
        <p:spPr>
          <a:xfrm>
            <a:off x="8910919" y="5719482"/>
            <a:ext cx="3003176" cy="646331"/>
          </a:xfrm>
          <a:prstGeom prst="rect">
            <a:avLst/>
          </a:prstGeom>
          <a:noFill/>
        </p:spPr>
        <p:txBody>
          <a:bodyPr wrap="square" rtlCol="0">
            <a:spAutoFit/>
          </a:bodyPr>
          <a:lstStyle/>
          <a:p>
            <a:pPr rtl="0">
              <a:spcBef>
                <a:spcPts val="0"/>
              </a:spcBef>
              <a:spcAft>
                <a:spcPts val="0"/>
              </a:spcAft>
            </a:pP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Presenter: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Chih-Hsuan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Chien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zh-TW" b="0" dirty="0">
              <a:effectLst/>
              <a:latin typeface="Times New Roman" panose="02020603050405020304" pitchFamily="18" charset="0"/>
              <a:cs typeface="Times New Roman" panose="02020603050405020304" pitchFamily="18" charset="0"/>
            </a:endParaRPr>
          </a:p>
          <a:p>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Date: July 5, 2022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92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AA023B-D9C9-363E-0730-DE94BC6B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(1/2)</a:t>
            </a:r>
            <a:endParaRPr lang="zh-TW" altLang="en-US" dirty="0"/>
          </a:p>
        </p:txBody>
      </p:sp>
      <p:sp>
        <p:nvSpPr>
          <p:cNvPr id="3" name="內容版面配置區 2">
            <a:extLst>
              <a:ext uri="{FF2B5EF4-FFF2-40B4-BE49-F238E27FC236}">
                <a16:creationId xmlns:a16="http://schemas.microsoft.com/office/drawing/2014/main" id="{AD20B566-6CC0-DA0E-6E4E-CF625178FFC2}"/>
              </a:ext>
            </a:extLst>
          </p:cNvPr>
          <p:cNvSpPr>
            <a:spLocks noGrp="1"/>
          </p:cNvSpPr>
          <p:nvPr>
            <p:ph idx="1"/>
          </p:nvPr>
        </p:nvSpPr>
        <p:spPr/>
        <p:txBody>
          <a:bodyPr>
            <a:noAutofit/>
          </a:bodyPr>
          <a:lstStyle/>
          <a:p>
            <a:r>
              <a:rPr lang="en-US" altLang="zh-TW" dirty="0">
                <a:latin typeface="Times New Roman" panose="02020603050405020304" pitchFamily="18" charset="0"/>
                <a:cs typeface="Times New Roman" panose="02020603050405020304" pitchFamily="18" charset="0"/>
              </a:rPr>
              <a:t>The rapid development of the latest distributed computing paradigm, i.e., cloud computing, generates a highly fragmented cloud market composed of numerous cloud providers and offers tremendous parallel computing ability to handle big data problems. One of the biggest challenges in </a:t>
            </a:r>
            <a:r>
              <a:rPr lang="en-US" altLang="zh-TW" dirty="0" err="1">
                <a:latin typeface="Times New Roman" panose="02020603050405020304" pitchFamily="18" charset="0"/>
                <a:cs typeface="Times New Roman" panose="02020603050405020304" pitchFamily="18" charset="0"/>
              </a:rPr>
              <a:t>multiclouds</a:t>
            </a:r>
            <a:r>
              <a:rPr lang="en-US" altLang="zh-TW" dirty="0">
                <a:latin typeface="Times New Roman" panose="02020603050405020304" pitchFamily="18" charset="0"/>
                <a:cs typeface="Times New Roman" panose="02020603050405020304" pitchFamily="18" charset="0"/>
              </a:rPr>
              <a:t> is efficient workflow scheduling. Although the workflow scheduling problem has been studied extensively, there are still very few primal works tailored for </a:t>
            </a:r>
            <a:r>
              <a:rPr lang="en-US" altLang="zh-TW" dirty="0" err="1">
                <a:latin typeface="Times New Roman" panose="02020603050405020304" pitchFamily="18" charset="0"/>
                <a:cs typeface="Times New Roman" panose="02020603050405020304" pitchFamily="18" charset="0"/>
              </a:rPr>
              <a:t>multicloud</a:t>
            </a:r>
            <a:r>
              <a:rPr lang="en-US" altLang="zh-TW" dirty="0">
                <a:latin typeface="Times New Roman" panose="02020603050405020304" pitchFamily="18" charset="0"/>
                <a:cs typeface="Times New Roman" panose="02020603050405020304" pitchFamily="18" charset="0"/>
              </a:rPr>
              <a:t> environments. Moreover, the existing research works either fail to satisfy the quality of service (QoS) requirements, or do not consider some fundamental features of cloud computing such as heterogeneity and elasticity of computing resources.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73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7778BB-EDDC-E087-A013-DEEBF6FC07D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p>
        </p:txBody>
      </p:sp>
      <p:sp>
        <p:nvSpPr>
          <p:cNvPr id="3" name="內容版面配置區 2">
            <a:extLst>
              <a:ext uri="{FF2B5EF4-FFF2-40B4-BE49-F238E27FC236}">
                <a16:creationId xmlns:a16="http://schemas.microsoft.com/office/drawing/2014/main" id="{944745B0-32E2-59B0-CF8B-5076800D64E7}"/>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In this paper, a scheduling algorithm, which is called </a:t>
            </a:r>
            <a:r>
              <a:rPr lang="en-US" altLang="zh-TW" dirty="0" err="1">
                <a:latin typeface="Times New Roman" panose="02020603050405020304" pitchFamily="18" charset="0"/>
                <a:cs typeface="Times New Roman" panose="02020603050405020304" pitchFamily="18" charset="0"/>
              </a:rPr>
              <a:t>multiclouds</a:t>
            </a:r>
            <a:r>
              <a:rPr lang="en-US" altLang="zh-TW" dirty="0">
                <a:latin typeface="Times New Roman" panose="02020603050405020304" pitchFamily="18" charset="0"/>
                <a:cs typeface="Times New Roman" panose="02020603050405020304" pitchFamily="18" charset="0"/>
              </a:rPr>
              <a:t> partial critical paths with pretreatment (MCPCPP), for big data workflows in </a:t>
            </a:r>
            <a:r>
              <a:rPr lang="en-US" altLang="zh-TW" dirty="0" err="1">
                <a:latin typeface="Times New Roman" panose="02020603050405020304" pitchFamily="18" charset="0"/>
                <a:cs typeface="Times New Roman" panose="02020603050405020304" pitchFamily="18" charset="0"/>
              </a:rPr>
              <a:t>multiclouds</a:t>
            </a:r>
            <a:r>
              <a:rPr lang="en-US" altLang="zh-TW" dirty="0">
                <a:latin typeface="Times New Roman" panose="02020603050405020304" pitchFamily="18" charset="0"/>
                <a:cs typeface="Times New Roman" panose="02020603050405020304" pitchFamily="18" charset="0"/>
              </a:rPr>
              <a:t> is presented. </a:t>
            </a:r>
            <a:r>
              <a:rPr lang="en-US" altLang="zh-TW" sz="2800" dirty="0">
                <a:latin typeface="Times New Roman" panose="02020603050405020304" pitchFamily="18" charset="0"/>
                <a:cs typeface="Times New Roman" panose="02020603050405020304" pitchFamily="18" charset="0"/>
              </a:rPr>
              <a:t>This algorithm incorporates the concept of partial critical paths, and aims to minimize the execution cost of workflow while satisfying the defined deadline constraint. Our approach takes into consideration the essential characteristics of </a:t>
            </a:r>
            <a:r>
              <a:rPr lang="en-US" altLang="zh-TW" sz="2800" dirty="0" err="1">
                <a:latin typeface="Times New Roman" panose="02020603050405020304" pitchFamily="18" charset="0"/>
                <a:cs typeface="Times New Roman" panose="02020603050405020304" pitchFamily="18" charset="0"/>
              </a:rPr>
              <a:t>multiclouds</a:t>
            </a:r>
            <a:r>
              <a:rPr lang="en-US" altLang="zh-TW" sz="2800" dirty="0">
                <a:latin typeface="Times New Roman" panose="02020603050405020304" pitchFamily="18" charset="0"/>
                <a:cs typeface="Times New Roman" panose="02020603050405020304" pitchFamily="18" charset="0"/>
              </a:rPr>
              <a:t> such as the charge per time interval, various instance types from different cloud providers, as well as homogeneous </a:t>
            </a:r>
            <a:r>
              <a:rPr lang="en-US" altLang="zh-TW" sz="2800" dirty="0" err="1">
                <a:latin typeface="Times New Roman" panose="02020603050405020304" pitchFamily="18" charset="0"/>
                <a:cs typeface="Times New Roman" panose="02020603050405020304" pitchFamily="18" charset="0"/>
              </a:rPr>
              <a:t>intrabandwidth</a:t>
            </a:r>
            <a:r>
              <a:rPr lang="en-US" altLang="zh-TW" sz="2800" dirty="0">
                <a:latin typeface="Times New Roman" panose="02020603050405020304" pitchFamily="18" charset="0"/>
                <a:cs typeface="Times New Roman" panose="02020603050405020304" pitchFamily="18" charset="0"/>
              </a:rPr>
              <a:t> vs. heterogeneous </a:t>
            </a:r>
            <a:r>
              <a:rPr lang="en-US" altLang="zh-TW" sz="2800" dirty="0" err="1">
                <a:latin typeface="Times New Roman" panose="02020603050405020304" pitchFamily="18" charset="0"/>
                <a:cs typeface="Times New Roman" panose="02020603050405020304" pitchFamily="18" charset="0"/>
              </a:rPr>
              <a:t>interbandwidth</a:t>
            </a:r>
            <a:r>
              <a:rPr lang="en-US" altLang="zh-TW" sz="2800" dirty="0">
                <a:latin typeface="Times New Roman" panose="02020603050405020304" pitchFamily="18" charset="0"/>
                <a:cs typeface="Times New Roman" panose="02020603050405020304" pitchFamily="18" charset="0"/>
              </a:rPr>
              <a:t>. Various types of workflows are used for evaluation purpose and our experimental results show that the MCPCPP is promising.</a:t>
            </a:r>
            <a:endParaRPr lang="zh-TW" altLang="en-US" dirty="0"/>
          </a:p>
        </p:txBody>
      </p:sp>
    </p:spTree>
    <p:extLst>
      <p:ext uri="{BB962C8B-B14F-4D97-AF65-F5344CB8AC3E}">
        <p14:creationId xmlns:p14="http://schemas.microsoft.com/office/powerpoint/2010/main" val="967976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670F60-DDCD-ECEC-03CA-5355A8007C9B}"/>
              </a:ext>
            </a:extLst>
          </p:cNvPr>
          <p:cNvSpPr>
            <a:spLocks noGrp="1"/>
          </p:cNvSpPr>
          <p:nvPr>
            <p:ph type="title"/>
          </p:nvPr>
        </p:nvSpPr>
        <p:spPr/>
        <p:txBody>
          <a:bodyPr/>
          <a:lstStyle/>
          <a:p>
            <a:r>
              <a:rPr lang="en-US" altLang="zh-TW" dirty="0"/>
              <a:t>Problem</a:t>
            </a:r>
            <a:endParaRPr lang="zh-TW" altLang="en-US" dirty="0"/>
          </a:p>
        </p:txBody>
      </p:sp>
      <p:pic>
        <p:nvPicPr>
          <p:cNvPr id="5" name="內容版面配置區 4">
            <a:extLst>
              <a:ext uri="{FF2B5EF4-FFF2-40B4-BE49-F238E27FC236}">
                <a16:creationId xmlns:a16="http://schemas.microsoft.com/office/drawing/2014/main" id="{82587684-2B04-4353-D7EE-7F7BC5125C04}"/>
              </a:ext>
            </a:extLst>
          </p:cNvPr>
          <p:cNvPicPr>
            <a:picLocks noGrp="1" noChangeAspect="1"/>
          </p:cNvPicPr>
          <p:nvPr>
            <p:ph idx="1"/>
          </p:nvPr>
        </p:nvPicPr>
        <p:blipFill>
          <a:blip r:embed="rId2"/>
          <a:stretch>
            <a:fillRect/>
          </a:stretch>
        </p:blipFill>
        <p:spPr>
          <a:xfrm>
            <a:off x="1118869" y="2461120"/>
            <a:ext cx="4563112" cy="2943636"/>
          </a:xfrm>
        </p:spPr>
      </p:pic>
      <p:pic>
        <p:nvPicPr>
          <p:cNvPr id="7" name="圖片 6">
            <a:extLst>
              <a:ext uri="{FF2B5EF4-FFF2-40B4-BE49-F238E27FC236}">
                <a16:creationId xmlns:a16="http://schemas.microsoft.com/office/drawing/2014/main" id="{DD669533-5BE2-9178-C445-43E28C030610}"/>
              </a:ext>
            </a:extLst>
          </p:cNvPr>
          <p:cNvPicPr>
            <a:picLocks noChangeAspect="1"/>
          </p:cNvPicPr>
          <p:nvPr/>
        </p:nvPicPr>
        <p:blipFill>
          <a:blip r:embed="rId3"/>
          <a:stretch>
            <a:fillRect/>
          </a:stretch>
        </p:blipFill>
        <p:spPr>
          <a:xfrm>
            <a:off x="5937756" y="2805413"/>
            <a:ext cx="4781809" cy="2599343"/>
          </a:xfrm>
          <a:prstGeom prst="rect">
            <a:avLst/>
          </a:prstGeom>
        </p:spPr>
      </p:pic>
    </p:spTree>
    <p:extLst>
      <p:ext uri="{BB962C8B-B14F-4D97-AF65-F5344CB8AC3E}">
        <p14:creationId xmlns:p14="http://schemas.microsoft.com/office/powerpoint/2010/main" val="1249063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C5501E-BB29-21FD-D9EB-C827837A9BE4}"/>
              </a:ext>
            </a:extLst>
          </p:cNvPr>
          <p:cNvSpPr>
            <a:spLocks noGrp="1"/>
          </p:cNvSpPr>
          <p:nvPr>
            <p:ph type="title"/>
          </p:nvPr>
        </p:nvSpPr>
        <p:spPr/>
        <p:txBody>
          <a:bodyPr/>
          <a:lstStyle/>
          <a:p>
            <a:r>
              <a:rPr lang="en-US" altLang="zh-TW" dirty="0"/>
              <a:t>Preprocess</a:t>
            </a:r>
            <a:endParaRPr lang="zh-TW" altLang="en-US" dirty="0"/>
          </a:p>
        </p:txBody>
      </p:sp>
      <p:pic>
        <p:nvPicPr>
          <p:cNvPr id="5" name="內容版面配置區 4">
            <a:extLst>
              <a:ext uri="{FF2B5EF4-FFF2-40B4-BE49-F238E27FC236}">
                <a16:creationId xmlns:a16="http://schemas.microsoft.com/office/drawing/2014/main" id="{67C81330-1999-8526-D756-786C8DE501EE}"/>
              </a:ext>
            </a:extLst>
          </p:cNvPr>
          <p:cNvPicPr>
            <a:picLocks noGrp="1" noChangeAspect="1"/>
          </p:cNvPicPr>
          <p:nvPr>
            <p:ph idx="1"/>
          </p:nvPr>
        </p:nvPicPr>
        <p:blipFill>
          <a:blip r:embed="rId3"/>
          <a:stretch>
            <a:fillRect/>
          </a:stretch>
        </p:blipFill>
        <p:spPr>
          <a:xfrm>
            <a:off x="6218589" y="2397431"/>
            <a:ext cx="4784025" cy="2086266"/>
          </a:xfrm>
        </p:spPr>
      </p:pic>
      <p:pic>
        <p:nvPicPr>
          <p:cNvPr id="7" name="圖片 6">
            <a:extLst>
              <a:ext uri="{FF2B5EF4-FFF2-40B4-BE49-F238E27FC236}">
                <a16:creationId xmlns:a16="http://schemas.microsoft.com/office/drawing/2014/main" id="{E4774061-D334-831B-D9F4-7F94B8194F61}"/>
              </a:ext>
            </a:extLst>
          </p:cNvPr>
          <p:cNvPicPr>
            <a:picLocks noChangeAspect="1"/>
          </p:cNvPicPr>
          <p:nvPr/>
        </p:nvPicPr>
        <p:blipFill>
          <a:blip r:embed="rId4"/>
          <a:stretch>
            <a:fillRect/>
          </a:stretch>
        </p:blipFill>
        <p:spPr>
          <a:xfrm>
            <a:off x="1663053" y="2188625"/>
            <a:ext cx="4432947" cy="2295072"/>
          </a:xfrm>
          <a:prstGeom prst="rect">
            <a:avLst/>
          </a:prstGeom>
        </p:spPr>
      </p:pic>
    </p:spTree>
    <p:extLst>
      <p:ext uri="{BB962C8B-B14F-4D97-AF65-F5344CB8AC3E}">
        <p14:creationId xmlns:p14="http://schemas.microsoft.com/office/powerpoint/2010/main" val="2670502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B3F7E7-E5FA-887C-D386-A6F455F51C10}"/>
              </a:ext>
            </a:extLst>
          </p:cNvPr>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AD7D5C7-083D-E221-03D1-B73040DC8835}"/>
                  </a:ext>
                </a:extLst>
              </p:cNvPr>
              <p:cNvSpPr>
                <a:spLocks noGrp="1"/>
              </p:cNvSpPr>
              <p:nvPr>
                <p:ph idx="1"/>
              </p:nvPr>
            </p:nvSpPr>
            <p:spPr/>
            <p:txBody>
              <a:bodyPr/>
              <a:lstStyle/>
              <a:p>
                <a:r>
                  <a:rPr lang="en-US" altLang="zh-TW" i="1" dirty="0">
                    <a:solidFill>
                      <a:schemeClr val="tx1"/>
                    </a:solidFill>
                    <a:latin typeface="Times New Roman" panose="02020603050405020304" pitchFamily="18" charset="0"/>
                    <a:cs typeface="Times New Roman" panose="02020603050405020304" pitchFamily="18" charset="0"/>
                  </a:rPr>
                  <a:t>EFT(</a:t>
                </a:r>
                <a14:m>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i="1" smtClean="0">
                            <a:solidFill>
                              <a:schemeClr val="tx1"/>
                            </a:solidFill>
                            <a:latin typeface="Cambria Math" panose="02040503050406030204" pitchFamily="18" charset="0"/>
                          </a:rPr>
                          <m:t>𝑡</m:t>
                        </m:r>
                      </m:e>
                      <m:sub>
                        <m:r>
                          <a:rPr lang="en-US" altLang="zh-TW" i="1" smtClean="0">
                            <a:solidFill>
                              <a:schemeClr val="tx1"/>
                            </a:solidFill>
                            <a:latin typeface="Cambria Math" panose="02040503050406030204" pitchFamily="18" charset="0"/>
                          </a:rPr>
                          <m:t>𝑖</m:t>
                        </m:r>
                      </m:sub>
                    </m:sSub>
                  </m:oMath>
                </a14:m>
                <a:r>
                  <a:rPr lang="en-US" altLang="zh-TW" i="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limLow>
                      <m:limLowPr>
                        <m:ctrlPr>
                          <a:rPr lang="en-US" altLang="zh-TW" i="1" dirty="0" smtClean="0">
                            <a:solidFill>
                              <a:schemeClr val="tx1"/>
                            </a:solidFill>
                            <a:latin typeface="Cambria Math" panose="02040503050406030204" pitchFamily="18" charset="0"/>
                          </a:rPr>
                        </m:ctrlPr>
                      </m:limLowPr>
                      <m:e>
                        <m:r>
                          <m:rPr>
                            <m:sty m:val="p"/>
                          </m:rPr>
                          <a:rPr lang="en-US" altLang="zh-TW" i="1" dirty="0" smtClean="0">
                            <a:solidFill>
                              <a:schemeClr val="tx1"/>
                            </a:solidFill>
                            <a:latin typeface="Cambria Math" panose="02040503050406030204" pitchFamily="18" charset="0"/>
                          </a:rPr>
                          <m:t>min</m:t>
                        </m:r>
                      </m:e>
                      <m:lim>
                        <m:r>
                          <a:rPr lang="en-US" altLang="zh-TW" b="0" i="1" dirty="0" smtClean="0">
                            <a:solidFill>
                              <a:schemeClr val="tx1"/>
                            </a:solidFill>
                            <a:latin typeface="Cambria Math" panose="02040503050406030204" pitchFamily="18" charset="0"/>
                          </a:rPr>
                          <m:t>𝑝</m:t>
                        </m:r>
                        <m:r>
                          <a:rPr lang="en-US" altLang="zh-TW" i="1" dirty="0" smtClean="0">
                            <a:solidFill>
                              <a:schemeClr val="tx1"/>
                            </a:solidFill>
                            <a:latin typeface="Cambria Math" panose="02040503050406030204" pitchFamily="18" charset="0"/>
                          </a:rPr>
                          <m:t>∈</m:t>
                        </m:r>
                        <m:r>
                          <a:rPr lang="en-US" altLang="zh-TW" b="0" i="1" dirty="0" smtClean="0">
                            <a:solidFill>
                              <a:schemeClr val="tx1"/>
                            </a:solidFill>
                            <a:latin typeface="Cambria Math" panose="02040503050406030204" pitchFamily="18" charset="0"/>
                          </a:rPr>
                          <m:t>𝑃</m:t>
                        </m:r>
                      </m:lim>
                    </m:limLow>
                    <m:r>
                      <a:rPr lang="en-US" altLang="zh-TW" i="1" dirty="0" smtClean="0">
                        <a:solidFill>
                          <a:schemeClr val="tx1"/>
                        </a:solidFill>
                        <a:latin typeface="Cambria Math" panose="02040503050406030204" pitchFamily="18" charset="0"/>
                      </a:rPr>
                      <m:t> </m:t>
                    </m:r>
                  </m:oMath>
                </a14:m>
                <a:r>
                  <a:rPr lang="en-US" altLang="zh-TW" i="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limLow>
                      <m:limLowPr>
                        <m:ctrlPr>
                          <a:rPr lang="en-US" altLang="zh-TW" i="1" dirty="0">
                            <a:latin typeface="Cambria Math" panose="02040503050406030204" pitchFamily="18" charset="0"/>
                          </a:rPr>
                        </m:ctrlPr>
                      </m:limLowPr>
                      <m:e>
                        <m:r>
                          <m:rPr>
                            <m:sty m:val="p"/>
                          </m:rPr>
                          <a:rPr lang="en-US" altLang="zh-TW" i="1" dirty="0">
                            <a:latin typeface="Cambria Math" panose="02040503050406030204" pitchFamily="18" charset="0"/>
                          </a:rPr>
                          <m:t>m</m:t>
                        </m:r>
                        <m:r>
                          <a:rPr lang="en-US" altLang="zh-TW" b="0" i="1" dirty="0" smtClean="0">
                            <a:latin typeface="Cambria Math" panose="02040503050406030204" pitchFamily="18" charset="0"/>
                          </a:rPr>
                          <m:t>𝑎𝑥</m:t>
                        </m:r>
                      </m:e>
                      <m:lim>
                        <m:sSub>
                          <m:sSubPr>
                            <m:ctrlPr>
                              <a:rPr lang="zh-TW" altLang="en-US" i="1" dirty="0" smtClean="0">
                                <a:latin typeface="Cambria Math" panose="02040503050406030204" pitchFamily="18" charset="0"/>
                              </a:rPr>
                            </m:ctrlPr>
                          </m:sSubPr>
                          <m:e>
                            <m:r>
                              <a:rPr lang="en-US" altLang="zh-TW" b="0" i="1" dirty="0" smtClean="0">
                                <a:latin typeface="Cambria Math" panose="02040503050406030204" pitchFamily="18" charset="0"/>
                              </a:rPr>
                              <m:t>𝑡</m:t>
                            </m:r>
                          </m:e>
                          <m:sub>
                            <m:r>
                              <a:rPr lang="en-US" altLang="zh-TW" b="0" i="1" dirty="0" smtClean="0">
                                <a:latin typeface="Cambria Math" panose="02040503050406030204" pitchFamily="18" charset="0"/>
                              </a:rPr>
                              <m:t>𝑗</m:t>
                            </m:r>
                          </m:sub>
                        </m:sSub>
                        <m:r>
                          <a:rPr lang="en-US" altLang="zh-TW" i="1" dirty="0">
                            <a:latin typeface="Cambria Math" panose="02040503050406030204" pitchFamily="18" charset="0"/>
                          </a:rPr>
                          <m:t>∈</m:t>
                        </m:r>
                        <m:sSubSup>
                          <m:sSubSupPr>
                            <m:ctrlPr>
                              <a:rPr lang="en-US" altLang="zh-TW" b="0" i="1" dirty="0" smtClean="0">
                                <a:latin typeface="Cambria Math" panose="02040503050406030204" pitchFamily="18" charset="0"/>
                              </a:rPr>
                            </m:ctrlPr>
                          </m:sSubSupPr>
                          <m:e>
                            <m:r>
                              <a:rPr lang="en-US" altLang="zh-TW" b="0" i="1" dirty="0" smtClean="0">
                                <a:latin typeface="Cambria Math" panose="02040503050406030204" pitchFamily="18" charset="0"/>
                              </a:rPr>
                              <m:t>𝑡</m:t>
                            </m:r>
                          </m:e>
                          <m:sub>
                            <m:r>
                              <a:rPr lang="en-US" altLang="zh-TW" b="0" i="1" dirty="0" smtClean="0">
                                <a:latin typeface="Cambria Math" panose="02040503050406030204" pitchFamily="18" charset="0"/>
                              </a:rPr>
                              <m:t>𝑖</m:t>
                            </m:r>
                          </m:sub>
                          <m:sup>
                            <m:r>
                              <a:rPr lang="en-US" altLang="zh-TW" b="0" i="1" dirty="0" smtClean="0">
                                <a:latin typeface="Cambria Math" panose="02040503050406030204" pitchFamily="18" charset="0"/>
                              </a:rPr>
                              <m:t>′</m:t>
                            </m:r>
                          </m:sup>
                        </m:sSubSup>
                        <m:r>
                          <a:rPr lang="en-US" altLang="zh-TW" b="0" i="1" dirty="0" smtClean="0">
                            <a:latin typeface="Cambria Math" panose="02040503050406030204" pitchFamily="18" charset="0"/>
                          </a:rPr>
                          <m:t>𝑠</m:t>
                        </m:r>
                        <m:r>
                          <a:rPr lang="en-US" altLang="zh-TW" b="0" i="1" dirty="0" smtClean="0">
                            <a:latin typeface="Cambria Math" panose="02040503050406030204" pitchFamily="18" charset="0"/>
                          </a:rPr>
                          <m:t> </m:t>
                        </m:r>
                        <m:r>
                          <a:rPr lang="en-US" altLang="zh-TW" b="0" i="1" dirty="0" smtClean="0">
                            <a:latin typeface="Cambria Math" panose="02040503050406030204" pitchFamily="18" charset="0"/>
                          </a:rPr>
                          <m:t>𝑝𝑎𝑟𝑒𝑛𝑡</m:t>
                        </m:r>
                      </m:lim>
                    </m:limLow>
                    <m:r>
                      <a:rPr lang="en-US" altLang="zh-TW" i="1" dirty="0">
                        <a:latin typeface="Cambria Math" panose="02040503050406030204" pitchFamily="18" charset="0"/>
                      </a:rPr>
                      <m:t> </m:t>
                    </m:r>
                  </m:oMath>
                </a14:m>
                <a:r>
                  <a:rPr lang="en-US" altLang="zh-TW" i="1" dirty="0">
                    <a:latin typeface="Times New Roman" panose="02020603050405020304" pitchFamily="18" charset="0"/>
                    <a:cs typeface="Times New Roman" panose="02020603050405020304" pitchFamily="18" charset="0"/>
                  </a:rPr>
                  <a:t>{EFT(</a:t>
                </a:r>
                <a14:m>
                  <m:oMath xmlns:m="http://schemas.openxmlformats.org/officeDocument/2006/math">
                    <m:sSub>
                      <m:sSubPr>
                        <m:ctrlPr>
                          <a:rPr lang="zh-TW" altLang="en-US" i="1" dirty="0">
                            <a:latin typeface="Cambria Math" panose="02040503050406030204" pitchFamily="18" charset="0"/>
                          </a:rPr>
                        </m:ctrlPr>
                      </m:sSubPr>
                      <m:e>
                        <m:r>
                          <a:rPr lang="en-US" altLang="zh-TW" i="1" dirty="0">
                            <a:latin typeface="Cambria Math" panose="02040503050406030204" pitchFamily="18" charset="0"/>
                          </a:rPr>
                          <m:t>𝑡</m:t>
                        </m:r>
                      </m:e>
                      <m:sub>
                        <m:r>
                          <a:rPr lang="en-US" altLang="zh-TW" i="1" dirty="0">
                            <a:latin typeface="Cambria Math" panose="02040503050406030204" pitchFamily="18" charset="0"/>
                          </a:rPr>
                          <m:t>𝑗</m:t>
                        </m:r>
                      </m:sub>
                    </m:sSub>
                  </m:oMath>
                </a14:m>
                <a:r>
                  <a:rPr lang="en-US" altLang="zh-TW" i="1" dirty="0">
                    <a:latin typeface="Times New Roman" panose="02020603050405020304" pitchFamily="18" charset="0"/>
                    <a:cs typeface="Times New Roman" panose="02020603050405020304" pitchFamily="18" charset="0"/>
                  </a:rPr>
                  <a:t>)+MET(</a:t>
                </a:r>
                <a14:m>
                  <m:oMath xmlns:m="http://schemas.openxmlformats.org/officeDocument/2006/math">
                    <m:sSub>
                      <m:sSubPr>
                        <m:ctrlPr>
                          <a:rPr lang="zh-TW" altLang="en-US" i="1" dirty="0">
                            <a:latin typeface="Cambria Math" panose="02040503050406030204" pitchFamily="18" charset="0"/>
                          </a:rPr>
                        </m:ctrlPr>
                      </m:sSubPr>
                      <m:e>
                        <m:r>
                          <a:rPr lang="en-US" altLang="zh-TW" i="1" dirty="0">
                            <a:latin typeface="Cambria Math" panose="02040503050406030204" pitchFamily="18" charset="0"/>
                          </a:rPr>
                          <m:t>𝑡</m:t>
                        </m:r>
                      </m:e>
                      <m:sub>
                        <m:r>
                          <a:rPr lang="en-US" altLang="zh-TW" b="0" i="1" dirty="0" smtClean="0">
                            <a:latin typeface="Cambria Math" panose="02040503050406030204" pitchFamily="18" charset="0"/>
                          </a:rPr>
                          <m:t>𝑖</m:t>
                        </m:r>
                      </m:sub>
                    </m:sSub>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𝑝</m:t>
                    </m:r>
                  </m:oMath>
                </a14:m>
                <a:r>
                  <a:rPr lang="en-US" altLang="zh-TW" i="1" dirty="0">
                    <a:latin typeface="Times New Roman" panose="02020603050405020304" pitchFamily="18" charset="0"/>
                    <a:cs typeface="Times New Roman" panose="02020603050405020304" pitchFamily="18" charset="0"/>
                  </a:rPr>
                  <a:t>)+TE(</a:t>
                </a:r>
                <a14:m>
                  <m:oMath xmlns:m="http://schemas.openxmlformats.org/officeDocument/2006/math">
                    <m:sSub>
                      <m:sSubPr>
                        <m:ctrlPr>
                          <a:rPr lang="zh-TW" altLang="en-US" i="1" dirty="0">
                            <a:latin typeface="Cambria Math" panose="02040503050406030204" pitchFamily="18" charset="0"/>
                          </a:rPr>
                        </m:ctrlPr>
                      </m:sSubPr>
                      <m:e>
                        <m:r>
                          <a:rPr lang="en-US" altLang="zh-TW" b="0" i="1" dirty="0" smtClean="0">
                            <a:latin typeface="Cambria Math" panose="02040503050406030204" pitchFamily="18" charset="0"/>
                          </a:rPr>
                          <m:t>𝑒</m:t>
                        </m:r>
                      </m:e>
                      <m:sub>
                        <m:r>
                          <a:rPr lang="en-US" altLang="zh-TW" b="0" i="1" dirty="0" smtClean="0">
                            <a:latin typeface="Cambria Math" panose="02040503050406030204" pitchFamily="18" charset="0"/>
                          </a:rPr>
                          <m:t>𝑗𝑖</m:t>
                        </m:r>
                      </m:sub>
                    </m:sSub>
                  </m:oMath>
                </a14:m>
                <a:r>
                  <a:rPr lang="en-US" altLang="zh-TW" i="1" dirty="0">
                    <a:latin typeface="Times New Roman" panose="02020603050405020304" pitchFamily="18" charset="0"/>
                    <a:cs typeface="Times New Roman" panose="02020603050405020304" pitchFamily="18" charset="0"/>
                  </a:rPr>
                  <a:t>,p) } }</a:t>
                </a:r>
              </a:p>
              <a:p>
                <a14:m>
                  <m:oMath xmlns:m="http://schemas.openxmlformats.org/officeDocument/2006/math">
                    <m:sSub>
                      <m:sSubPr>
                        <m:ctrlPr>
                          <a:rPr lang="zh-TW" altLang="en-US" i="1" dirty="0" smtClean="0">
                            <a:solidFill>
                              <a:schemeClr val="tx1"/>
                            </a:solidFill>
                            <a:latin typeface="Cambria Math" panose="02040503050406030204" pitchFamily="18" charset="0"/>
                          </a:rPr>
                        </m:ctrlPr>
                      </m:sSubPr>
                      <m:e>
                        <m:r>
                          <a:rPr lang="zh-TW" altLang="en-US" i="1" dirty="0">
                            <a:solidFill>
                              <a:schemeClr val="tx1"/>
                            </a:solidFill>
                            <a:latin typeface="Cambria Math" panose="02040503050406030204" pitchFamily="18" charset="0"/>
                          </a:rPr>
                          <m:t>𝐶</m:t>
                        </m:r>
                      </m:e>
                      <m:sub>
                        <m:r>
                          <a:rPr lang="en-US" altLang="zh-TW" b="0" i="1" dirty="0" smtClean="0">
                            <a:solidFill>
                              <a:schemeClr val="tx1"/>
                            </a:solidFill>
                            <a:latin typeface="Cambria Math" panose="02040503050406030204" pitchFamily="18" charset="0"/>
                          </a:rPr>
                          <m:t>𝑔𝑟𝑜𝑤</m:t>
                        </m:r>
                      </m:sub>
                    </m:sSub>
                    <m:d>
                      <m:dPr>
                        <m:ctrlPr>
                          <a:rPr lang="en-US" altLang="zh-TW" b="0" i="1" dirty="0" smtClean="0">
                            <a:solidFill>
                              <a:schemeClr val="tx1"/>
                            </a:solidFill>
                            <a:latin typeface="Cambria Math" panose="02040503050406030204" pitchFamily="18" charset="0"/>
                          </a:rPr>
                        </m:ctrlPr>
                      </m:dPr>
                      <m:e>
                        <m:sSub>
                          <m:sSubPr>
                            <m:ctrlPr>
                              <a:rPr lang="zh-TW" altLang="en-US" i="1" dirty="0" smtClean="0">
                                <a:solidFill>
                                  <a:schemeClr val="tx1"/>
                                </a:solidFill>
                                <a:latin typeface="Cambria Math" panose="02040503050406030204" pitchFamily="18" charset="0"/>
                              </a:rPr>
                            </m:ctrlPr>
                          </m:sSubPr>
                          <m:e>
                            <m:r>
                              <a:rPr lang="en-US" altLang="zh-TW" b="0" i="1" dirty="0" smtClean="0">
                                <a:solidFill>
                                  <a:schemeClr val="tx1"/>
                                </a:solidFill>
                                <a:latin typeface="Cambria Math" panose="02040503050406030204" pitchFamily="18" charset="0"/>
                              </a:rPr>
                              <m:t>𝑆</m:t>
                            </m:r>
                          </m:e>
                          <m:sub>
                            <m:r>
                              <a:rPr lang="en-US" altLang="zh-TW" b="0" i="1" dirty="0" smtClean="0">
                                <a:solidFill>
                                  <a:schemeClr val="tx1"/>
                                </a:solidFill>
                                <a:latin typeface="Cambria Math" panose="02040503050406030204" pitchFamily="18" charset="0"/>
                              </a:rPr>
                              <m:t>𝑝</m:t>
                            </m:r>
                            <m:r>
                              <a:rPr lang="en-US" altLang="zh-TW" b="0" i="1" dirty="0" smtClean="0">
                                <a:solidFill>
                                  <a:schemeClr val="tx1"/>
                                </a:solidFill>
                                <a:latin typeface="Cambria Math" panose="02040503050406030204" pitchFamily="18" charset="0"/>
                              </a:rPr>
                              <m:t>,</m:t>
                            </m:r>
                            <m:r>
                              <a:rPr lang="en-US" altLang="zh-TW" b="0" i="1" dirty="0" smtClean="0">
                                <a:solidFill>
                                  <a:schemeClr val="tx1"/>
                                </a:solidFill>
                                <a:latin typeface="Cambria Math" panose="02040503050406030204" pitchFamily="18" charset="0"/>
                              </a:rPr>
                              <m:t>𝑗</m:t>
                            </m:r>
                            <m:r>
                              <a:rPr lang="en-US" altLang="zh-TW" b="0" i="1" dirty="0" smtClean="0">
                                <a:solidFill>
                                  <a:schemeClr val="tx1"/>
                                </a:solidFill>
                                <a:latin typeface="Cambria Math" panose="02040503050406030204" pitchFamily="18" charset="0"/>
                              </a:rPr>
                              <m:t>,</m:t>
                            </m:r>
                            <m:r>
                              <a:rPr lang="en-US" altLang="zh-TW" b="0" i="1" dirty="0" smtClean="0">
                                <a:solidFill>
                                  <a:schemeClr val="tx1"/>
                                </a:solidFill>
                                <a:latin typeface="Cambria Math" panose="02040503050406030204" pitchFamily="18" charset="0"/>
                              </a:rPr>
                              <m:t>𝑘</m:t>
                            </m:r>
                          </m:sub>
                        </m:sSub>
                        <m:r>
                          <a:rPr lang="en-US" altLang="zh-TW" b="0" i="1" dirty="0" smtClean="0">
                            <a:solidFill>
                              <a:schemeClr val="tx1"/>
                            </a:solidFill>
                            <a:latin typeface="Cambria Math" panose="02040503050406030204" pitchFamily="18" charset="0"/>
                          </a:rPr>
                          <m:t>,</m:t>
                        </m:r>
                        <m:r>
                          <a:rPr lang="en-US" altLang="zh-TW" b="0" i="1" dirty="0" smtClean="0">
                            <a:solidFill>
                              <a:schemeClr val="tx1"/>
                            </a:solidFill>
                            <a:latin typeface="Cambria Math" panose="02040503050406030204" pitchFamily="18" charset="0"/>
                          </a:rPr>
                          <m:t>𝑃𝐶𝑃</m:t>
                        </m:r>
                      </m:e>
                    </m:d>
                    <m:r>
                      <a:rPr lang="en-US" altLang="zh-TW" b="0" i="1" dirty="0" smtClean="0">
                        <a:solidFill>
                          <a:schemeClr val="tx1"/>
                        </a:solidFill>
                        <a:latin typeface="Cambria Math" panose="02040503050406030204" pitchFamily="18" charset="0"/>
                      </a:rPr>
                      <m:t>=</m:t>
                    </m:r>
                    <m:sSub>
                      <m:sSubPr>
                        <m:ctrlPr>
                          <a:rPr lang="zh-TW" altLang="en-US" i="1" dirty="0" smtClean="0">
                            <a:solidFill>
                              <a:schemeClr val="tx1"/>
                            </a:solidFill>
                            <a:latin typeface="Cambria Math" panose="02040503050406030204" pitchFamily="18" charset="0"/>
                          </a:rPr>
                        </m:ctrlPr>
                      </m:sSubPr>
                      <m:e>
                        <m:r>
                          <a:rPr lang="zh-TW" altLang="en-US" i="1" dirty="0">
                            <a:solidFill>
                              <a:schemeClr val="tx1"/>
                            </a:solidFill>
                            <a:latin typeface="Cambria Math" panose="02040503050406030204" pitchFamily="18" charset="0"/>
                          </a:rPr>
                          <m:t>𝐶</m:t>
                        </m:r>
                      </m:e>
                      <m:sub>
                        <m:r>
                          <a:rPr lang="en-US" altLang="zh-TW" b="0" i="1" dirty="0" smtClean="0">
                            <a:solidFill>
                              <a:schemeClr val="tx1"/>
                            </a:solidFill>
                            <a:latin typeface="Cambria Math" panose="02040503050406030204" pitchFamily="18" charset="0"/>
                          </a:rPr>
                          <m:t>𝑝𝑗</m:t>
                        </m:r>
                      </m:sub>
                    </m:sSub>
                    <m:r>
                      <a:rPr lang="en-US" altLang="zh-TW" b="0" i="1" dirty="0" smtClean="0">
                        <a:solidFill>
                          <a:schemeClr val="tx1"/>
                        </a:solidFill>
                        <a:latin typeface="Cambria Math" panose="02040503050406030204" pitchFamily="18" charset="0"/>
                      </a:rPr>
                      <m:t>∗</m:t>
                    </m:r>
                    <m:d>
                      <m:dPr>
                        <m:ctrlPr>
                          <a:rPr lang="en-US" altLang="zh-TW" b="0" i="1" dirty="0" smtClean="0">
                            <a:solidFill>
                              <a:schemeClr val="tx1"/>
                            </a:solidFill>
                            <a:latin typeface="Cambria Math" panose="02040503050406030204" pitchFamily="18" charset="0"/>
                          </a:rPr>
                        </m:ctrlPr>
                      </m:dPr>
                      <m:e>
                        <m:r>
                          <a:rPr lang="en-US" altLang="zh-TW" b="0" i="1" dirty="0" smtClean="0">
                            <a:solidFill>
                              <a:schemeClr val="tx1"/>
                            </a:solidFill>
                            <a:latin typeface="Cambria Math" panose="02040503050406030204" pitchFamily="18" charset="0"/>
                          </a:rPr>
                          <m:t>𝑇</m:t>
                        </m:r>
                        <m:r>
                          <a:rPr lang="en-US" altLang="zh-TW" b="0" i="1" dirty="0" smtClean="0">
                            <a:solidFill>
                              <a:schemeClr val="tx1"/>
                            </a:solidFill>
                            <a:latin typeface="Cambria Math" panose="02040503050406030204" pitchFamily="18" charset="0"/>
                          </a:rPr>
                          <m:t>2−</m:t>
                        </m:r>
                        <m:r>
                          <a:rPr lang="en-US" altLang="zh-TW" b="0" i="1" dirty="0" smtClean="0">
                            <a:solidFill>
                              <a:schemeClr val="tx1"/>
                            </a:solidFill>
                            <a:latin typeface="Cambria Math" panose="02040503050406030204" pitchFamily="18" charset="0"/>
                          </a:rPr>
                          <m:t>𝑇</m:t>
                        </m:r>
                        <m:r>
                          <a:rPr lang="en-US" altLang="zh-TW" b="0" i="1" dirty="0" smtClean="0">
                            <a:solidFill>
                              <a:schemeClr val="tx1"/>
                            </a:solidFill>
                            <a:latin typeface="Cambria Math" panose="02040503050406030204" pitchFamily="18" charset="0"/>
                          </a:rPr>
                          <m:t>1</m:t>
                        </m:r>
                      </m:e>
                    </m:d>
                    <m:r>
                      <a:rPr lang="en-US" altLang="zh-TW" b="0" i="1" dirty="0" smtClean="0">
                        <a:solidFill>
                          <a:schemeClr val="tx1"/>
                        </a:solidFill>
                        <a:latin typeface="Cambria Math" panose="02040503050406030204" pitchFamily="18" charset="0"/>
                      </a:rPr>
                      <m:t>+</m:t>
                    </m:r>
                    <m:r>
                      <a:rPr lang="en-US" altLang="zh-TW" b="0" i="1" dirty="0" smtClean="0">
                        <a:solidFill>
                          <a:schemeClr val="tx1"/>
                        </a:solidFill>
                        <a:latin typeface="Cambria Math" panose="02040503050406030204" pitchFamily="18" charset="0"/>
                      </a:rPr>
                      <m:t>𝐶𝑑𝑎𝑡𝑎</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 the one with the minimum </a:t>
                </a:r>
                <a:r>
                  <a:rPr lang="en-US" altLang="zh-TW" dirty="0" err="1">
                    <a:latin typeface="Times New Roman" panose="02020603050405020304" pitchFamily="18" charset="0"/>
                    <a:cs typeface="Times New Roman" panose="02020603050405020304" pitchFamily="18" charset="0"/>
                  </a:rPr>
                  <a:t>Cdata</a:t>
                </a:r>
                <a:r>
                  <a:rPr lang="en-US" altLang="zh-TW" dirty="0">
                    <a:latin typeface="Times New Roman" panose="02020603050405020304" pitchFamily="18" charset="0"/>
                    <a:cs typeface="Times New Roman" panose="02020603050405020304" pitchFamily="18" charset="0"/>
                  </a:rPr>
                  <a:t> is selected.</a:t>
                </a:r>
              </a:p>
              <a:p>
                <a:r>
                  <a:rPr lang="en-US" altLang="zh-TW" dirty="0">
                    <a:latin typeface="Times New Roman" panose="02020603050405020304" pitchFamily="18" charset="0"/>
                    <a:cs typeface="Times New Roman" panose="02020603050405020304" pitchFamily="18" charset="0"/>
                  </a:rPr>
                  <a:t>B. select the one with longer remaining time that is equal to the difference between the current time intervals and the actual leased time.</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AAD7D5C7-083D-E221-03D1-B73040DC8835}"/>
                  </a:ext>
                </a:extLst>
              </p:cNvPr>
              <p:cNvSpPr>
                <a:spLocks noGrp="1" noRot="1" noChangeAspect="1" noMove="1" noResize="1" noEditPoints="1" noAdjustHandles="1" noChangeArrowheads="1" noChangeShapeType="1" noTextEdit="1"/>
              </p:cNvSpPr>
              <p:nvPr>
                <p:ph idx="1"/>
              </p:nvPr>
            </p:nvSpPr>
            <p:spPr>
              <a:blipFill>
                <a:blip r:embed="rId2"/>
                <a:stretch>
                  <a:fillRect l="-1043" t="-266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63650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A26CE1D0-A33F-3923-E8F2-10E6DC7020E4}"/>
              </a:ext>
            </a:extLst>
          </p:cNvPr>
          <p:cNvPicPr>
            <a:picLocks noChangeAspect="1"/>
          </p:cNvPicPr>
          <p:nvPr/>
        </p:nvPicPr>
        <p:blipFill>
          <a:blip r:embed="rId2"/>
          <a:stretch>
            <a:fillRect/>
          </a:stretch>
        </p:blipFill>
        <p:spPr>
          <a:xfrm>
            <a:off x="156979" y="123824"/>
            <a:ext cx="3272021" cy="1868027"/>
          </a:xfrm>
          <a:prstGeom prst="rect">
            <a:avLst/>
          </a:prstGeom>
        </p:spPr>
      </p:pic>
      <p:pic>
        <p:nvPicPr>
          <p:cNvPr id="8" name="圖片 7">
            <a:extLst>
              <a:ext uri="{FF2B5EF4-FFF2-40B4-BE49-F238E27FC236}">
                <a16:creationId xmlns:a16="http://schemas.microsoft.com/office/drawing/2014/main" id="{99FBD770-AEC0-472C-955A-1DF1FE5E59B7}"/>
              </a:ext>
            </a:extLst>
          </p:cNvPr>
          <p:cNvPicPr>
            <a:picLocks noChangeAspect="1"/>
          </p:cNvPicPr>
          <p:nvPr/>
        </p:nvPicPr>
        <p:blipFill>
          <a:blip r:embed="rId3"/>
          <a:stretch>
            <a:fillRect/>
          </a:stretch>
        </p:blipFill>
        <p:spPr>
          <a:xfrm>
            <a:off x="5938871" y="483221"/>
            <a:ext cx="6334275" cy="5891557"/>
          </a:xfrm>
          <a:prstGeom prst="rect">
            <a:avLst/>
          </a:prstGeom>
        </p:spPr>
      </p:pic>
      <p:pic>
        <p:nvPicPr>
          <p:cNvPr id="12" name="圖片 11">
            <a:extLst>
              <a:ext uri="{FF2B5EF4-FFF2-40B4-BE49-F238E27FC236}">
                <a16:creationId xmlns:a16="http://schemas.microsoft.com/office/drawing/2014/main" id="{15903324-AB53-1610-DE19-3E924E2ED3F2}"/>
              </a:ext>
            </a:extLst>
          </p:cNvPr>
          <p:cNvPicPr>
            <a:picLocks noChangeAspect="1"/>
          </p:cNvPicPr>
          <p:nvPr/>
        </p:nvPicPr>
        <p:blipFill>
          <a:blip r:embed="rId4"/>
          <a:stretch>
            <a:fillRect/>
          </a:stretch>
        </p:blipFill>
        <p:spPr>
          <a:xfrm>
            <a:off x="0" y="2732465"/>
            <a:ext cx="6096000" cy="2003031"/>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筆跡 1">
                <a:extLst>
                  <a:ext uri="{FF2B5EF4-FFF2-40B4-BE49-F238E27FC236}">
                    <a16:creationId xmlns:a16="http://schemas.microsoft.com/office/drawing/2014/main" id="{B23C6FB8-A5BA-5675-2B4F-4BACFF08E722}"/>
                  </a:ext>
                </a:extLst>
              </p14:cNvPr>
              <p14:cNvContentPartPr/>
              <p14:nvPr/>
            </p14:nvContentPartPr>
            <p14:xfrm>
              <a:off x="6800760" y="1987560"/>
              <a:ext cx="457560" cy="3016440"/>
            </p14:xfrm>
          </p:contentPart>
        </mc:Choice>
        <mc:Fallback>
          <p:pic>
            <p:nvPicPr>
              <p:cNvPr id="2" name="筆跡 1">
                <a:extLst>
                  <a:ext uri="{FF2B5EF4-FFF2-40B4-BE49-F238E27FC236}">
                    <a16:creationId xmlns:a16="http://schemas.microsoft.com/office/drawing/2014/main" id="{B23C6FB8-A5BA-5675-2B4F-4BACFF08E722}"/>
                  </a:ext>
                </a:extLst>
              </p:cNvPr>
              <p:cNvPicPr/>
              <p:nvPr/>
            </p:nvPicPr>
            <p:blipFill>
              <a:blip r:embed="rId6"/>
              <a:stretch>
                <a:fillRect/>
              </a:stretch>
            </p:blipFill>
            <p:spPr>
              <a:xfrm>
                <a:off x="6791400" y="1978200"/>
                <a:ext cx="476280" cy="3035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筆跡 2">
                <a:extLst>
                  <a:ext uri="{FF2B5EF4-FFF2-40B4-BE49-F238E27FC236}">
                    <a16:creationId xmlns:a16="http://schemas.microsoft.com/office/drawing/2014/main" id="{49857533-CCA2-7B12-ABE5-D3D7ECB90E2F}"/>
                  </a:ext>
                </a:extLst>
              </p14:cNvPr>
              <p14:cNvContentPartPr/>
              <p14:nvPr/>
            </p14:nvContentPartPr>
            <p14:xfrm>
              <a:off x="977760" y="876240"/>
              <a:ext cx="1791360" cy="1054440"/>
            </p14:xfrm>
          </p:contentPart>
        </mc:Choice>
        <mc:Fallback>
          <p:pic>
            <p:nvPicPr>
              <p:cNvPr id="3" name="筆跡 2">
                <a:extLst>
                  <a:ext uri="{FF2B5EF4-FFF2-40B4-BE49-F238E27FC236}">
                    <a16:creationId xmlns:a16="http://schemas.microsoft.com/office/drawing/2014/main" id="{49857533-CCA2-7B12-ABE5-D3D7ECB90E2F}"/>
                  </a:ext>
                </a:extLst>
              </p:cNvPr>
              <p:cNvPicPr/>
              <p:nvPr/>
            </p:nvPicPr>
            <p:blipFill>
              <a:blip r:embed="rId8"/>
              <a:stretch>
                <a:fillRect/>
              </a:stretch>
            </p:blipFill>
            <p:spPr>
              <a:xfrm>
                <a:off x="968400" y="866880"/>
                <a:ext cx="1810080" cy="1073160"/>
              </a:xfrm>
              <a:prstGeom prst="rect">
                <a:avLst/>
              </a:prstGeom>
            </p:spPr>
          </p:pic>
        </mc:Fallback>
      </mc:AlternateContent>
    </p:spTree>
    <p:extLst>
      <p:ext uri="{BB962C8B-B14F-4D97-AF65-F5344CB8AC3E}">
        <p14:creationId xmlns:p14="http://schemas.microsoft.com/office/powerpoint/2010/main" val="43174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44437D-BBF5-F6B5-3140-1DA9DC19FDD0}"/>
              </a:ext>
            </a:extLst>
          </p:cNvPr>
          <p:cNvSpPr>
            <a:spLocks noGrp="1"/>
          </p:cNvSpPr>
          <p:nvPr>
            <p:ph type="title"/>
          </p:nvPr>
        </p:nvSpPr>
        <p:spPr/>
        <p:txBody>
          <a:bodyPr/>
          <a:lstStyle/>
          <a:p>
            <a:endParaRPr lang="zh-TW" altLang="en-US"/>
          </a:p>
        </p:txBody>
      </p:sp>
      <p:pic>
        <p:nvPicPr>
          <p:cNvPr id="9" name="內容版面配置區 8">
            <a:extLst>
              <a:ext uri="{FF2B5EF4-FFF2-40B4-BE49-F238E27FC236}">
                <a16:creationId xmlns:a16="http://schemas.microsoft.com/office/drawing/2014/main" id="{9329DECE-CB02-18FC-1E81-EFCB49FD7D9E}"/>
              </a:ext>
            </a:extLst>
          </p:cNvPr>
          <p:cNvPicPr>
            <a:picLocks noGrp="1" noChangeAspect="1"/>
          </p:cNvPicPr>
          <p:nvPr>
            <p:ph idx="1"/>
          </p:nvPr>
        </p:nvPicPr>
        <p:blipFill>
          <a:blip r:embed="rId2"/>
          <a:stretch>
            <a:fillRect/>
          </a:stretch>
        </p:blipFill>
        <p:spPr>
          <a:xfrm>
            <a:off x="1533023" y="933451"/>
            <a:ext cx="8942367" cy="5206498"/>
          </a:xfrm>
        </p:spPr>
      </p:pic>
    </p:spTree>
    <p:extLst>
      <p:ext uri="{BB962C8B-B14F-4D97-AF65-F5344CB8AC3E}">
        <p14:creationId xmlns:p14="http://schemas.microsoft.com/office/powerpoint/2010/main" val="526966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F6FE74-E7EF-6756-E48F-BF2FA76B49A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5CB8E04-1957-855B-E743-99C92D1B6724}"/>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6ABA5FDE-C3FD-A0D2-EFD4-E694E39FF3D6}"/>
              </a:ext>
            </a:extLst>
          </p:cNvPr>
          <p:cNvPicPr>
            <a:picLocks noChangeAspect="1"/>
          </p:cNvPicPr>
          <p:nvPr/>
        </p:nvPicPr>
        <p:blipFill>
          <a:blip r:embed="rId2"/>
          <a:stretch>
            <a:fillRect/>
          </a:stretch>
        </p:blipFill>
        <p:spPr>
          <a:xfrm>
            <a:off x="647700" y="107950"/>
            <a:ext cx="11111064" cy="6627801"/>
          </a:xfrm>
          <a:prstGeom prst="rect">
            <a:avLst/>
          </a:prstGeom>
        </p:spPr>
      </p:pic>
    </p:spTree>
    <p:extLst>
      <p:ext uri="{BB962C8B-B14F-4D97-AF65-F5344CB8AC3E}">
        <p14:creationId xmlns:p14="http://schemas.microsoft.com/office/powerpoint/2010/main" val="371825625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638</TotalTime>
  <Words>419</Words>
  <Application>Microsoft Office PowerPoint</Application>
  <PresentationFormat>寬螢幕</PresentationFormat>
  <Paragraphs>19</Paragraphs>
  <Slides>9</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Arial</vt:lpstr>
      <vt:lpstr>Calibri</vt:lpstr>
      <vt:lpstr>Calibri Light</vt:lpstr>
      <vt:lpstr>Cambria Math</vt:lpstr>
      <vt:lpstr>Times New Roman</vt:lpstr>
      <vt:lpstr>Office 佈景主題</vt:lpstr>
      <vt:lpstr>A Pretreatment Workflow Scheduling Approach for Big Data Applications in Multicloud Environments</vt:lpstr>
      <vt:lpstr>Abstract (1/2)</vt:lpstr>
      <vt:lpstr>Abstract (2/2)</vt:lpstr>
      <vt:lpstr>Problem</vt:lpstr>
      <vt:lpstr>Preprocess</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Pretreatment Workflow Scheduling Approach for Big Data Applications in Multicloud Environments</dc:title>
  <dc:creator>志軒 簡</dc:creator>
  <cp:lastModifiedBy>M103040069</cp:lastModifiedBy>
  <cp:revision>5</cp:revision>
  <dcterms:created xsi:type="dcterms:W3CDTF">2022-06-30T09:23:38Z</dcterms:created>
  <dcterms:modified xsi:type="dcterms:W3CDTF">2022-07-05T10:25:13Z</dcterms:modified>
</cp:coreProperties>
</file>