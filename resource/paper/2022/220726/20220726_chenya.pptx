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17"/>
  </p:notesMasterIdLst>
  <p:sldIdLst>
    <p:sldId id="256" r:id="rId2"/>
    <p:sldId id="257" r:id="rId3"/>
    <p:sldId id="258" r:id="rId4"/>
    <p:sldId id="259" r:id="rId5"/>
    <p:sldId id="273" r:id="rId6"/>
    <p:sldId id="271" r:id="rId7"/>
    <p:sldId id="267" r:id="rId8"/>
    <p:sldId id="276" r:id="rId9"/>
    <p:sldId id="274" r:id="rId10"/>
    <p:sldId id="266" r:id="rId11"/>
    <p:sldId id="270" r:id="rId12"/>
    <p:sldId id="272" r:id="rId13"/>
    <p:sldId id="264" r:id="rId14"/>
    <p:sldId id="278" r:id="rId15"/>
    <p:sldId id="277" r:id="rId16"/>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無樣式、無格線">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7352"/>
    <p:restoredTop sz="94699"/>
  </p:normalViewPr>
  <p:slideViewPr>
    <p:cSldViewPr snapToGrid="0" snapToObjects="1">
      <p:cViewPr varScale="1">
        <p:scale>
          <a:sx n="49" d="100"/>
          <a:sy n="49" d="100"/>
        </p:scale>
        <p:origin x="72" y="10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0B802F1-F647-3841-B59C-985A61F20CA3}" type="datetimeFigureOut">
              <a:rPr kumimoji="1" lang="zh-TW" altLang="en-US" smtClean="0"/>
              <a:t>2022/10/31</a:t>
            </a:fld>
            <a:endParaRPr kumimoji="1"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02E4062-8E25-F04C-9800-376DB4939DAB}" type="slidenum">
              <a:rPr kumimoji="1" lang="zh-TW" altLang="en-US" smtClean="0"/>
              <a:t>‹#›</a:t>
            </a:fld>
            <a:endParaRPr kumimoji="1" lang="zh-TW" altLang="en-US"/>
          </a:p>
        </p:txBody>
      </p:sp>
    </p:spTree>
    <p:extLst>
      <p:ext uri="{BB962C8B-B14F-4D97-AF65-F5344CB8AC3E}">
        <p14:creationId xmlns:p14="http://schemas.microsoft.com/office/powerpoint/2010/main" val="10620449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002E4062-8E25-F04C-9800-376DB4939DAB}" type="slidenum">
              <a:rPr kumimoji="1" lang="zh-TW" altLang="en-US" smtClean="0"/>
              <a:t>5</a:t>
            </a:fld>
            <a:endParaRPr kumimoji="1" lang="zh-TW" altLang="en-US"/>
          </a:p>
        </p:txBody>
      </p:sp>
    </p:spTree>
    <p:extLst>
      <p:ext uri="{BB962C8B-B14F-4D97-AF65-F5344CB8AC3E}">
        <p14:creationId xmlns:p14="http://schemas.microsoft.com/office/powerpoint/2010/main" val="8426732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002E4062-8E25-F04C-9800-376DB4939DAB}" type="slidenum">
              <a:rPr kumimoji="1" lang="zh-TW" altLang="en-US" smtClean="0"/>
              <a:t>7</a:t>
            </a:fld>
            <a:endParaRPr kumimoji="1" lang="zh-TW" altLang="en-US"/>
          </a:p>
        </p:txBody>
      </p:sp>
    </p:spTree>
    <p:extLst>
      <p:ext uri="{BB962C8B-B14F-4D97-AF65-F5344CB8AC3E}">
        <p14:creationId xmlns:p14="http://schemas.microsoft.com/office/powerpoint/2010/main" val="11784521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002E4062-8E25-F04C-9800-376DB4939DAB}" type="slidenum">
              <a:rPr kumimoji="1" lang="zh-TW" altLang="en-US" smtClean="0"/>
              <a:t>15</a:t>
            </a:fld>
            <a:endParaRPr kumimoji="1" lang="zh-TW" altLang="en-US"/>
          </a:p>
        </p:txBody>
      </p:sp>
    </p:spTree>
    <p:extLst>
      <p:ext uri="{BB962C8B-B14F-4D97-AF65-F5344CB8AC3E}">
        <p14:creationId xmlns:p14="http://schemas.microsoft.com/office/powerpoint/2010/main" val="18699060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B029C02-3B23-0D42-8CDC-C41B8FA8815B}"/>
              </a:ext>
            </a:extLst>
          </p:cNvPr>
          <p:cNvSpPr>
            <a:spLocks noGrp="1"/>
          </p:cNvSpPr>
          <p:nvPr>
            <p:ph type="ctrTitle"/>
          </p:nvPr>
        </p:nvSpPr>
        <p:spPr>
          <a:xfrm>
            <a:off x="1524000" y="1122363"/>
            <a:ext cx="9144000" cy="2387600"/>
          </a:xfrm>
        </p:spPr>
        <p:txBody>
          <a:bodyPr anchor="b"/>
          <a:lstStyle>
            <a:lvl1pPr algn="ctr">
              <a:defRPr sz="6000"/>
            </a:lvl1pPr>
          </a:lstStyle>
          <a:p>
            <a:r>
              <a:rPr kumimoji="1" lang="zh-TW" altLang="en-US"/>
              <a:t>按一下以編輯母片標題樣式</a:t>
            </a:r>
          </a:p>
        </p:txBody>
      </p:sp>
      <p:sp>
        <p:nvSpPr>
          <p:cNvPr id="3" name="副標題 2">
            <a:extLst>
              <a:ext uri="{FF2B5EF4-FFF2-40B4-BE49-F238E27FC236}">
                <a16:creationId xmlns:a16="http://schemas.microsoft.com/office/drawing/2014/main" id="{0FF34491-AC84-D14F-A849-844E2E9D82C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TW" altLang="en-US"/>
              <a:t>按一下以編輯母片子標題樣式</a:t>
            </a:r>
          </a:p>
        </p:txBody>
      </p:sp>
      <p:sp>
        <p:nvSpPr>
          <p:cNvPr id="4" name="日期版面配置區 3">
            <a:extLst>
              <a:ext uri="{FF2B5EF4-FFF2-40B4-BE49-F238E27FC236}">
                <a16:creationId xmlns:a16="http://schemas.microsoft.com/office/drawing/2014/main" id="{879461DF-40DB-C847-AC31-A95BDD7097C9}"/>
              </a:ext>
            </a:extLst>
          </p:cNvPr>
          <p:cNvSpPr>
            <a:spLocks noGrp="1"/>
          </p:cNvSpPr>
          <p:nvPr>
            <p:ph type="dt" sz="half" idx="10"/>
          </p:nvPr>
        </p:nvSpPr>
        <p:spPr/>
        <p:txBody>
          <a:bodyPr/>
          <a:lstStyle/>
          <a:p>
            <a:fld id="{80D6F83F-15EF-6841-A49A-8E5185FF832F}" type="datetime1">
              <a:rPr kumimoji="1" lang="zh-TW" altLang="en-US" smtClean="0"/>
              <a:t>2022/10/31</a:t>
            </a:fld>
            <a:endParaRPr kumimoji="1" lang="zh-TW" altLang="en-US"/>
          </a:p>
        </p:txBody>
      </p:sp>
      <p:sp>
        <p:nvSpPr>
          <p:cNvPr id="5" name="頁尾版面配置區 4">
            <a:extLst>
              <a:ext uri="{FF2B5EF4-FFF2-40B4-BE49-F238E27FC236}">
                <a16:creationId xmlns:a16="http://schemas.microsoft.com/office/drawing/2014/main" id="{63CEAD48-9F6E-4A41-B0C2-D1A790B72339}"/>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62FBF328-F1F2-774C-B367-7C6FB5486FF9}"/>
              </a:ext>
            </a:extLst>
          </p:cNvPr>
          <p:cNvSpPr>
            <a:spLocks noGrp="1"/>
          </p:cNvSpPr>
          <p:nvPr>
            <p:ph type="sldNum" sz="quarter" idx="12"/>
          </p:nvPr>
        </p:nvSpPr>
        <p:spPr/>
        <p:txBody>
          <a:bodyPr/>
          <a:lstStyle/>
          <a:p>
            <a:fld id="{020248C0-B2A5-044F-83C2-254167E2BAC8}" type="slidenum">
              <a:rPr kumimoji="1" lang="zh-TW" altLang="en-US" smtClean="0"/>
              <a:t>‹#›</a:t>
            </a:fld>
            <a:endParaRPr kumimoji="1" lang="zh-TW" altLang="en-US"/>
          </a:p>
        </p:txBody>
      </p:sp>
    </p:spTree>
    <p:extLst>
      <p:ext uri="{BB962C8B-B14F-4D97-AF65-F5344CB8AC3E}">
        <p14:creationId xmlns:p14="http://schemas.microsoft.com/office/powerpoint/2010/main" val="30463499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34E64F2-7DA7-E545-AAFA-FF8FF88B0042}"/>
              </a:ext>
            </a:extLst>
          </p:cNvPr>
          <p:cNvSpPr>
            <a:spLocks noGrp="1"/>
          </p:cNvSpPr>
          <p:nvPr>
            <p:ph type="title"/>
          </p:nvPr>
        </p:nvSpPr>
        <p:spPr/>
        <p:txBody>
          <a:body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A7401D4D-B11C-C644-AC27-2E781FD26680}"/>
              </a:ext>
            </a:extLst>
          </p:cNvPr>
          <p:cNvSpPr>
            <a:spLocks noGrp="1"/>
          </p:cNvSpPr>
          <p:nvPr>
            <p:ph idx="1"/>
          </p:nvPr>
        </p:nvSpPr>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FB60C4B0-9B4B-7E43-8C39-8BA057CBA9A2}"/>
              </a:ext>
            </a:extLst>
          </p:cNvPr>
          <p:cNvSpPr>
            <a:spLocks noGrp="1"/>
          </p:cNvSpPr>
          <p:nvPr>
            <p:ph type="dt" sz="half" idx="10"/>
          </p:nvPr>
        </p:nvSpPr>
        <p:spPr/>
        <p:txBody>
          <a:bodyPr/>
          <a:lstStyle/>
          <a:p>
            <a:fld id="{227C17A4-33E3-144C-A3D6-E2EADF9FEBEB}" type="datetime1">
              <a:rPr kumimoji="1" lang="zh-TW" altLang="en-US" smtClean="0"/>
              <a:t>2022/10/31</a:t>
            </a:fld>
            <a:endParaRPr kumimoji="1" lang="zh-TW" altLang="en-US"/>
          </a:p>
        </p:txBody>
      </p:sp>
      <p:sp>
        <p:nvSpPr>
          <p:cNvPr id="5" name="頁尾版面配置區 4">
            <a:extLst>
              <a:ext uri="{FF2B5EF4-FFF2-40B4-BE49-F238E27FC236}">
                <a16:creationId xmlns:a16="http://schemas.microsoft.com/office/drawing/2014/main" id="{2CD3B9DA-A9EF-434C-B303-90BE735774CB}"/>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71A2DE81-D5CF-984C-A3F6-D6F306B6BD94}"/>
              </a:ext>
            </a:extLst>
          </p:cNvPr>
          <p:cNvSpPr>
            <a:spLocks noGrp="1"/>
          </p:cNvSpPr>
          <p:nvPr>
            <p:ph type="sldNum" sz="quarter" idx="12"/>
          </p:nvPr>
        </p:nvSpPr>
        <p:spPr/>
        <p:txBody>
          <a:bodyPr/>
          <a:lstStyle/>
          <a:p>
            <a:fld id="{020248C0-B2A5-044F-83C2-254167E2BAC8}" type="slidenum">
              <a:rPr kumimoji="1" lang="zh-TW" altLang="en-US" smtClean="0"/>
              <a:t>‹#›</a:t>
            </a:fld>
            <a:endParaRPr kumimoji="1" lang="zh-TW" altLang="en-US"/>
          </a:p>
        </p:txBody>
      </p:sp>
    </p:spTree>
    <p:extLst>
      <p:ext uri="{BB962C8B-B14F-4D97-AF65-F5344CB8AC3E}">
        <p14:creationId xmlns:p14="http://schemas.microsoft.com/office/powerpoint/2010/main" val="39879762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7B7765E-4A7F-F045-9969-4FB749666A02}"/>
              </a:ext>
            </a:extLst>
          </p:cNvPr>
          <p:cNvSpPr>
            <a:spLocks noGrp="1"/>
          </p:cNvSpPr>
          <p:nvPr>
            <p:ph type="title"/>
          </p:nvPr>
        </p:nvSpPr>
        <p:spPr>
          <a:xfrm>
            <a:off x="831850" y="1709738"/>
            <a:ext cx="10515600" cy="2852737"/>
          </a:xfrm>
        </p:spPr>
        <p:txBody>
          <a:bodyPr anchor="b"/>
          <a:lstStyle>
            <a:lvl1pPr>
              <a:defRPr sz="6000"/>
            </a:lvl1p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28478C66-478E-B544-B162-F6CC5E207E8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TW" altLang="en-US"/>
              <a:t>按一下以編輯母片文字樣式</a:t>
            </a:r>
          </a:p>
        </p:txBody>
      </p:sp>
      <p:sp>
        <p:nvSpPr>
          <p:cNvPr id="4" name="日期版面配置區 3">
            <a:extLst>
              <a:ext uri="{FF2B5EF4-FFF2-40B4-BE49-F238E27FC236}">
                <a16:creationId xmlns:a16="http://schemas.microsoft.com/office/drawing/2014/main" id="{E24991E1-990C-3B40-B384-6DA964E3110C}"/>
              </a:ext>
            </a:extLst>
          </p:cNvPr>
          <p:cNvSpPr>
            <a:spLocks noGrp="1"/>
          </p:cNvSpPr>
          <p:nvPr>
            <p:ph type="dt" sz="half" idx="10"/>
          </p:nvPr>
        </p:nvSpPr>
        <p:spPr/>
        <p:txBody>
          <a:bodyPr/>
          <a:lstStyle/>
          <a:p>
            <a:fld id="{3FA1A357-EE80-174E-8E7B-82046BA82A0F}" type="datetime1">
              <a:rPr kumimoji="1" lang="zh-TW" altLang="en-US" smtClean="0"/>
              <a:t>2022/10/31</a:t>
            </a:fld>
            <a:endParaRPr kumimoji="1" lang="zh-TW" altLang="en-US"/>
          </a:p>
        </p:txBody>
      </p:sp>
      <p:sp>
        <p:nvSpPr>
          <p:cNvPr id="5" name="頁尾版面配置區 4">
            <a:extLst>
              <a:ext uri="{FF2B5EF4-FFF2-40B4-BE49-F238E27FC236}">
                <a16:creationId xmlns:a16="http://schemas.microsoft.com/office/drawing/2014/main" id="{6B7EA0BE-D29F-4D40-B2EB-FCA959E4659F}"/>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E4FE9842-6B5D-4C41-858F-D74D5EA09BFB}"/>
              </a:ext>
            </a:extLst>
          </p:cNvPr>
          <p:cNvSpPr>
            <a:spLocks noGrp="1"/>
          </p:cNvSpPr>
          <p:nvPr>
            <p:ph type="sldNum" sz="quarter" idx="12"/>
          </p:nvPr>
        </p:nvSpPr>
        <p:spPr/>
        <p:txBody>
          <a:bodyPr/>
          <a:lstStyle/>
          <a:p>
            <a:fld id="{020248C0-B2A5-044F-83C2-254167E2BAC8}" type="slidenum">
              <a:rPr kumimoji="1" lang="zh-TW" altLang="en-US" smtClean="0"/>
              <a:t>‹#›</a:t>
            </a:fld>
            <a:endParaRPr kumimoji="1" lang="zh-TW" altLang="en-US"/>
          </a:p>
        </p:txBody>
      </p:sp>
    </p:spTree>
    <p:extLst>
      <p:ext uri="{BB962C8B-B14F-4D97-AF65-F5344CB8AC3E}">
        <p14:creationId xmlns:p14="http://schemas.microsoft.com/office/powerpoint/2010/main" val="6361729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1299EA7-1C11-D24E-9964-B47DD16E44BB}"/>
              </a:ext>
            </a:extLst>
          </p:cNvPr>
          <p:cNvSpPr>
            <a:spLocks noGrp="1"/>
          </p:cNvSpPr>
          <p:nvPr>
            <p:ph type="title"/>
          </p:nvPr>
        </p:nvSpPr>
        <p:spPr/>
        <p:txBody>
          <a:body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13BEDF58-1EBA-EA44-BAC2-023271F0E170}"/>
              </a:ext>
            </a:extLst>
          </p:cNvPr>
          <p:cNvSpPr>
            <a:spLocks noGrp="1"/>
          </p:cNvSpPr>
          <p:nvPr>
            <p:ph sz="half" idx="1"/>
          </p:nvPr>
        </p:nvSpPr>
        <p:spPr>
          <a:xfrm>
            <a:off x="838200" y="1825625"/>
            <a:ext cx="5181600" cy="435133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內容版面配置區 3">
            <a:extLst>
              <a:ext uri="{FF2B5EF4-FFF2-40B4-BE49-F238E27FC236}">
                <a16:creationId xmlns:a16="http://schemas.microsoft.com/office/drawing/2014/main" id="{ADBB8A8C-A31B-694F-B7ED-F318391BF07C}"/>
              </a:ext>
            </a:extLst>
          </p:cNvPr>
          <p:cNvSpPr>
            <a:spLocks noGrp="1"/>
          </p:cNvSpPr>
          <p:nvPr>
            <p:ph sz="half" idx="2"/>
          </p:nvPr>
        </p:nvSpPr>
        <p:spPr>
          <a:xfrm>
            <a:off x="6172200" y="1825625"/>
            <a:ext cx="5181600" cy="435133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5" name="日期版面配置區 4">
            <a:extLst>
              <a:ext uri="{FF2B5EF4-FFF2-40B4-BE49-F238E27FC236}">
                <a16:creationId xmlns:a16="http://schemas.microsoft.com/office/drawing/2014/main" id="{B163FFF1-DA2A-224C-99B2-E3ECA7C5B6C6}"/>
              </a:ext>
            </a:extLst>
          </p:cNvPr>
          <p:cNvSpPr>
            <a:spLocks noGrp="1"/>
          </p:cNvSpPr>
          <p:nvPr>
            <p:ph type="dt" sz="half" idx="10"/>
          </p:nvPr>
        </p:nvSpPr>
        <p:spPr/>
        <p:txBody>
          <a:bodyPr/>
          <a:lstStyle/>
          <a:p>
            <a:fld id="{1911209D-3BF5-B84B-9B4F-03F6A564FDC8}" type="datetime1">
              <a:rPr kumimoji="1" lang="zh-TW" altLang="en-US" smtClean="0"/>
              <a:t>2022/10/31</a:t>
            </a:fld>
            <a:endParaRPr kumimoji="1" lang="zh-TW" altLang="en-US"/>
          </a:p>
        </p:txBody>
      </p:sp>
      <p:sp>
        <p:nvSpPr>
          <p:cNvPr id="6" name="頁尾版面配置區 5">
            <a:extLst>
              <a:ext uri="{FF2B5EF4-FFF2-40B4-BE49-F238E27FC236}">
                <a16:creationId xmlns:a16="http://schemas.microsoft.com/office/drawing/2014/main" id="{F59D3187-E112-074A-94BC-B42F70CBA78C}"/>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EF2F1607-C517-DE4A-841C-34DECE4F6F9D}"/>
              </a:ext>
            </a:extLst>
          </p:cNvPr>
          <p:cNvSpPr>
            <a:spLocks noGrp="1"/>
          </p:cNvSpPr>
          <p:nvPr>
            <p:ph type="sldNum" sz="quarter" idx="12"/>
          </p:nvPr>
        </p:nvSpPr>
        <p:spPr/>
        <p:txBody>
          <a:bodyPr/>
          <a:lstStyle/>
          <a:p>
            <a:fld id="{020248C0-B2A5-044F-83C2-254167E2BAC8}" type="slidenum">
              <a:rPr kumimoji="1" lang="zh-TW" altLang="en-US" smtClean="0"/>
              <a:t>‹#›</a:t>
            </a:fld>
            <a:endParaRPr kumimoji="1" lang="zh-TW" altLang="en-US"/>
          </a:p>
        </p:txBody>
      </p:sp>
    </p:spTree>
    <p:extLst>
      <p:ext uri="{BB962C8B-B14F-4D97-AF65-F5344CB8AC3E}">
        <p14:creationId xmlns:p14="http://schemas.microsoft.com/office/powerpoint/2010/main" val="31270677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F395C36-C1DE-1648-8A79-57A863BAF165}"/>
              </a:ext>
            </a:extLst>
          </p:cNvPr>
          <p:cNvSpPr>
            <a:spLocks noGrp="1"/>
          </p:cNvSpPr>
          <p:nvPr>
            <p:ph type="title"/>
          </p:nvPr>
        </p:nvSpPr>
        <p:spPr>
          <a:xfrm>
            <a:off x="839788" y="365125"/>
            <a:ext cx="10515600" cy="1325563"/>
          </a:xfrm>
        </p:spPr>
        <p:txBody>
          <a:body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13DFC8FC-F208-F847-ADB9-DB8C5344970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TW" altLang="en-US"/>
              <a:t>按一下以編輯母片文字樣式</a:t>
            </a:r>
          </a:p>
        </p:txBody>
      </p:sp>
      <p:sp>
        <p:nvSpPr>
          <p:cNvPr id="4" name="內容版面配置區 3">
            <a:extLst>
              <a:ext uri="{FF2B5EF4-FFF2-40B4-BE49-F238E27FC236}">
                <a16:creationId xmlns:a16="http://schemas.microsoft.com/office/drawing/2014/main" id="{204914E2-95D9-DA4F-A18A-AB37570BB08D}"/>
              </a:ext>
            </a:extLst>
          </p:cNvPr>
          <p:cNvSpPr>
            <a:spLocks noGrp="1"/>
          </p:cNvSpPr>
          <p:nvPr>
            <p:ph sz="half" idx="2"/>
          </p:nvPr>
        </p:nvSpPr>
        <p:spPr>
          <a:xfrm>
            <a:off x="839788" y="2505075"/>
            <a:ext cx="5157787" cy="368458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5" name="文字版面配置區 4">
            <a:extLst>
              <a:ext uri="{FF2B5EF4-FFF2-40B4-BE49-F238E27FC236}">
                <a16:creationId xmlns:a16="http://schemas.microsoft.com/office/drawing/2014/main" id="{B64669D9-3DCB-BF48-994F-03B0D708F75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TW" altLang="en-US"/>
              <a:t>按一下以編輯母片文字樣式</a:t>
            </a:r>
          </a:p>
        </p:txBody>
      </p:sp>
      <p:sp>
        <p:nvSpPr>
          <p:cNvPr id="6" name="內容版面配置區 5">
            <a:extLst>
              <a:ext uri="{FF2B5EF4-FFF2-40B4-BE49-F238E27FC236}">
                <a16:creationId xmlns:a16="http://schemas.microsoft.com/office/drawing/2014/main" id="{AA2A95B6-ED3C-7B4A-8479-D6308584AEB3}"/>
              </a:ext>
            </a:extLst>
          </p:cNvPr>
          <p:cNvSpPr>
            <a:spLocks noGrp="1"/>
          </p:cNvSpPr>
          <p:nvPr>
            <p:ph sz="quarter" idx="4"/>
          </p:nvPr>
        </p:nvSpPr>
        <p:spPr>
          <a:xfrm>
            <a:off x="6172200" y="2505075"/>
            <a:ext cx="5183188" cy="368458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7" name="日期版面配置區 6">
            <a:extLst>
              <a:ext uri="{FF2B5EF4-FFF2-40B4-BE49-F238E27FC236}">
                <a16:creationId xmlns:a16="http://schemas.microsoft.com/office/drawing/2014/main" id="{36C732D4-7FB2-254E-B579-BF98EFD61194}"/>
              </a:ext>
            </a:extLst>
          </p:cNvPr>
          <p:cNvSpPr>
            <a:spLocks noGrp="1"/>
          </p:cNvSpPr>
          <p:nvPr>
            <p:ph type="dt" sz="half" idx="10"/>
          </p:nvPr>
        </p:nvSpPr>
        <p:spPr/>
        <p:txBody>
          <a:bodyPr/>
          <a:lstStyle/>
          <a:p>
            <a:fld id="{2C360E64-4DB5-DA43-8906-FF0A09CA1CDF}" type="datetime1">
              <a:rPr kumimoji="1" lang="zh-TW" altLang="en-US" smtClean="0"/>
              <a:t>2022/10/31</a:t>
            </a:fld>
            <a:endParaRPr kumimoji="1" lang="zh-TW" altLang="en-US"/>
          </a:p>
        </p:txBody>
      </p:sp>
      <p:sp>
        <p:nvSpPr>
          <p:cNvPr id="8" name="頁尾版面配置區 7">
            <a:extLst>
              <a:ext uri="{FF2B5EF4-FFF2-40B4-BE49-F238E27FC236}">
                <a16:creationId xmlns:a16="http://schemas.microsoft.com/office/drawing/2014/main" id="{9FC6EFD1-A3A3-5749-962A-FFF572F60D90}"/>
              </a:ext>
            </a:extLst>
          </p:cNvPr>
          <p:cNvSpPr>
            <a:spLocks noGrp="1"/>
          </p:cNvSpPr>
          <p:nvPr>
            <p:ph type="ftr" sz="quarter" idx="11"/>
          </p:nvPr>
        </p:nvSpPr>
        <p:spPr/>
        <p:txBody>
          <a:bodyPr/>
          <a:lstStyle/>
          <a:p>
            <a:endParaRPr kumimoji="1" lang="zh-TW" altLang="en-US"/>
          </a:p>
        </p:txBody>
      </p:sp>
      <p:sp>
        <p:nvSpPr>
          <p:cNvPr id="9" name="投影片編號版面配置區 8">
            <a:extLst>
              <a:ext uri="{FF2B5EF4-FFF2-40B4-BE49-F238E27FC236}">
                <a16:creationId xmlns:a16="http://schemas.microsoft.com/office/drawing/2014/main" id="{EF9A34D4-0355-054E-938A-E0F57D0C59D4}"/>
              </a:ext>
            </a:extLst>
          </p:cNvPr>
          <p:cNvSpPr>
            <a:spLocks noGrp="1"/>
          </p:cNvSpPr>
          <p:nvPr>
            <p:ph type="sldNum" sz="quarter" idx="12"/>
          </p:nvPr>
        </p:nvSpPr>
        <p:spPr/>
        <p:txBody>
          <a:bodyPr/>
          <a:lstStyle/>
          <a:p>
            <a:fld id="{020248C0-B2A5-044F-83C2-254167E2BAC8}" type="slidenum">
              <a:rPr kumimoji="1" lang="zh-TW" altLang="en-US" smtClean="0"/>
              <a:t>‹#›</a:t>
            </a:fld>
            <a:endParaRPr kumimoji="1" lang="zh-TW" altLang="en-US"/>
          </a:p>
        </p:txBody>
      </p:sp>
    </p:spTree>
    <p:extLst>
      <p:ext uri="{BB962C8B-B14F-4D97-AF65-F5344CB8AC3E}">
        <p14:creationId xmlns:p14="http://schemas.microsoft.com/office/powerpoint/2010/main" val="35719029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AE8E76D-ADF8-C54A-A239-C5383F923482}"/>
              </a:ext>
            </a:extLst>
          </p:cNvPr>
          <p:cNvSpPr>
            <a:spLocks noGrp="1"/>
          </p:cNvSpPr>
          <p:nvPr>
            <p:ph type="title"/>
          </p:nvPr>
        </p:nvSpPr>
        <p:spPr/>
        <p:txBody>
          <a:bodyPr/>
          <a:lstStyle/>
          <a:p>
            <a:r>
              <a:rPr kumimoji="1" lang="zh-TW" altLang="en-US"/>
              <a:t>按一下以編輯母片標題樣式</a:t>
            </a:r>
          </a:p>
        </p:txBody>
      </p:sp>
      <p:sp>
        <p:nvSpPr>
          <p:cNvPr id="3" name="日期版面配置區 2">
            <a:extLst>
              <a:ext uri="{FF2B5EF4-FFF2-40B4-BE49-F238E27FC236}">
                <a16:creationId xmlns:a16="http://schemas.microsoft.com/office/drawing/2014/main" id="{B7279FFF-9B01-6049-80BB-FC7AEE5ABE2F}"/>
              </a:ext>
            </a:extLst>
          </p:cNvPr>
          <p:cNvSpPr>
            <a:spLocks noGrp="1"/>
          </p:cNvSpPr>
          <p:nvPr>
            <p:ph type="dt" sz="half" idx="10"/>
          </p:nvPr>
        </p:nvSpPr>
        <p:spPr/>
        <p:txBody>
          <a:bodyPr/>
          <a:lstStyle/>
          <a:p>
            <a:fld id="{4F2EDD9C-F8E3-624A-AA5E-9D2F43B3E64C}" type="datetime1">
              <a:rPr kumimoji="1" lang="zh-TW" altLang="en-US" smtClean="0"/>
              <a:t>2022/10/31</a:t>
            </a:fld>
            <a:endParaRPr kumimoji="1" lang="zh-TW" altLang="en-US"/>
          </a:p>
        </p:txBody>
      </p:sp>
      <p:sp>
        <p:nvSpPr>
          <p:cNvPr id="4" name="頁尾版面配置區 3">
            <a:extLst>
              <a:ext uri="{FF2B5EF4-FFF2-40B4-BE49-F238E27FC236}">
                <a16:creationId xmlns:a16="http://schemas.microsoft.com/office/drawing/2014/main" id="{0B915F84-1DA1-DE4E-A958-5E5B47CBEC2B}"/>
              </a:ext>
            </a:extLst>
          </p:cNvPr>
          <p:cNvSpPr>
            <a:spLocks noGrp="1"/>
          </p:cNvSpPr>
          <p:nvPr>
            <p:ph type="ftr" sz="quarter" idx="11"/>
          </p:nvPr>
        </p:nvSpPr>
        <p:spPr/>
        <p:txBody>
          <a:bodyPr/>
          <a:lstStyle/>
          <a:p>
            <a:endParaRPr kumimoji="1" lang="zh-TW" altLang="en-US"/>
          </a:p>
        </p:txBody>
      </p:sp>
      <p:sp>
        <p:nvSpPr>
          <p:cNvPr id="5" name="投影片編號版面配置區 4">
            <a:extLst>
              <a:ext uri="{FF2B5EF4-FFF2-40B4-BE49-F238E27FC236}">
                <a16:creationId xmlns:a16="http://schemas.microsoft.com/office/drawing/2014/main" id="{AC1EAB24-5A7F-B848-8616-307DD121E31C}"/>
              </a:ext>
            </a:extLst>
          </p:cNvPr>
          <p:cNvSpPr>
            <a:spLocks noGrp="1"/>
          </p:cNvSpPr>
          <p:nvPr>
            <p:ph type="sldNum" sz="quarter" idx="12"/>
          </p:nvPr>
        </p:nvSpPr>
        <p:spPr/>
        <p:txBody>
          <a:bodyPr/>
          <a:lstStyle/>
          <a:p>
            <a:fld id="{020248C0-B2A5-044F-83C2-254167E2BAC8}" type="slidenum">
              <a:rPr kumimoji="1" lang="zh-TW" altLang="en-US" smtClean="0"/>
              <a:t>‹#›</a:t>
            </a:fld>
            <a:endParaRPr kumimoji="1" lang="zh-TW" altLang="en-US"/>
          </a:p>
        </p:txBody>
      </p:sp>
    </p:spTree>
    <p:extLst>
      <p:ext uri="{BB962C8B-B14F-4D97-AF65-F5344CB8AC3E}">
        <p14:creationId xmlns:p14="http://schemas.microsoft.com/office/powerpoint/2010/main" val="22414169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68F36EE9-9707-AF4B-B7F8-275C1D622DC1}"/>
              </a:ext>
            </a:extLst>
          </p:cNvPr>
          <p:cNvSpPr>
            <a:spLocks noGrp="1"/>
          </p:cNvSpPr>
          <p:nvPr>
            <p:ph type="dt" sz="half" idx="10"/>
          </p:nvPr>
        </p:nvSpPr>
        <p:spPr/>
        <p:txBody>
          <a:bodyPr/>
          <a:lstStyle/>
          <a:p>
            <a:fld id="{60D173DF-02DC-D445-9FED-A5DE146A6A79}" type="datetime1">
              <a:rPr kumimoji="1" lang="zh-TW" altLang="en-US" smtClean="0"/>
              <a:t>2022/10/31</a:t>
            </a:fld>
            <a:endParaRPr kumimoji="1" lang="zh-TW" altLang="en-US"/>
          </a:p>
        </p:txBody>
      </p:sp>
      <p:sp>
        <p:nvSpPr>
          <p:cNvPr id="3" name="頁尾版面配置區 2">
            <a:extLst>
              <a:ext uri="{FF2B5EF4-FFF2-40B4-BE49-F238E27FC236}">
                <a16:creationId xmlns:a16="http://schemas.microsoft.com/office/drawing/2014/main" id="{B239F2F2-15F0-3C45-A881-6A674F2EA8B7}"/>
              </a:ext>
            </a:extLst>
          </p:cNvPr>
          <p:cNvSpPr>
            <a:spLocks noGrp="1"/>
          </p:cNvSpPr>
          <p:nvPr>
            <p:ph type="ftr" sz="quarter" idx="11"/>
          </p:nvPr>
        </p:nvSpPr>
        <p:spPr/>
        <p:txBody>
          <a:bodyPr/>
          <a:lstStyle/>
          <a:p>
            <a:endParaRPr kumimoji="1" lang="zh-TW" altLang="en-US"/>
          </a:p>
        </p:txBody>
      </p:sp>
      <p:sp>
        <p:nvSpPr>
          <p:cNvPr id="4" name="投影片編號版面配置區 3">
            <a:extLst>
              <a:ext uri="{FF2B5EF4-FFF2-40B4-BE49-F238E27FC236}">
                <a16:creationId xmlns:a16="http://schemas.microsoft.com/office/drawing/2014/main" id="{FA326453-BABD-B04A-AA8F-A4C2C58D739C}"/>
              </a:ext>
            </a:extLst>
          </p:cNvPr>
          <p:cNvSpPr>
            <a:spLocks noGrp="1"/>
          </p:cNvSpPr>
          <p:nvPr>
            <p:ph type="sldNum" sz="quarter" idx="12"/>
          </p:nvPr>
        </p:nvSpPr>
        <p:spPr/>
        <p:txBody>
          <a:bodyPr/>
          <a:lstStyle/>
          <a:p>
            <a:fld id="{020248C0-B2A5-044F-83C2-254167E2BAC8}" type="slidenum">
              <a:rPr kumimoji="1" lang="zh-TW" altLang="en-US" smtClean="0"/>
              <a:t>‹#›</a:t>
            </a:fld>
            <a:endParaRPr kumimoji="1" lang="zh-TW" altLang="en-US"/>
          </a:p>
        </p:txBody>
      </p:sp>
    </p:spTree>
    <p:extLst>
      <p:ext uri="{BB962C8B-B14F-4D97-AF65-F5344CB8AC3E}">
        <p14:creationId xmlns:p14="http://schemas.microsoft.com/office/powerpoint/2010/main" val="41248258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12F7B28-5964-A349-9425-3F8D3ECADA5F}"/>
              </a:ext>
            </a:extLst>
          </p:cNvPr>
          <p:cNvSpPr>
            <a:spLocks noGrp="1"/>
          </p:cNvSpPr>
          <p:nvPr>
            <p:ph type="title"/>
          </p:nvPr>
        </p:nvSpPr>
        <p:spPr>
          <a:xfrm>
            <a:off x="839788" y="457200"/>
            <a:ext cx="3932237" cy="1600200"/>
          </a:xfrm>
        </p:spPr>
        <p:txBody>
          <a:bodyPr anchor="b"/>
          <a:lstStyle>
            <a:lvl1pPr>
              <a:defRPr sz="3200"/>
            </a:lvl1p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01E51D7D-ED40-6F42-972F-913FD6F686E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文字版面配置區 3">
            <a:extLst>
              <a:ext uri="{FF2B5EF4-FFF2-40B4-BE49-F238E27FC236}">
                <a16:creationId xmlns:a16="http://schemas.microsoft.com/office/drawing/2014/main" id="{BB524E10-B1F5-9D4C-B2AE-3967FC945C1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TW" altLang="en-US"/>
              <a:t>按一下以編輯母片文字樣式</a:t>
            </a:r>
          </a:p>
        </p:txBody>
      </p:sp>
      <p:sp>
        <p:nvSpPr>
          <p:cNvPr id="5" name="日期版面配置區 4">
            <a:extLst>
              <a:ext uri="{FF2B5EF4-FFF2-40B4-BE49-F238E27FC236}">
                <a16:creationId xmlns:a16="http://schemas.microsoft.com/office/drawing/2014/main" id="{73704F94-46FB-424E-A8F1-80A221D79B6E}"/>
              </a:ext>
            </a:extLst>
          </p:cNvPr>
          <p:cNvSpPr>
            <a:spLocks noGrp="1"/>
          </p:cNvSpPr>
          <p:nvPr>
            <p:ph type="dt" sz="half" idx="10"/>
          </p:nvPr>
        </p:nvSpPr>
        <p:spPr/>
        <p:txBody>
          <a:bodyPr/>
          <a:lstStyle/>
          <a:p>
            <a:fld id="{3EA1C8E9-E53A-3F4D-9890-FC0D60B920AD}" type="datetime1">
              <a:rPr kumimoji="1" lang="zh-TW" altLang="en-US" smtClean="0"/>
              <a:t>2022/10/31</a:t>
            </a:fld>
            <a:endParaRPr kumimoji="1" lang="zh-TW" altLang="en-US"/>
          </a:p>
        </p:txBody>
      </p:sp>
      <p:sp>
        <p:nvSpPr>
          <p:cNvPr id="6" name="頁尾版面配置區 5">
            <a:extLst>
              <a:ext uri="{FF2B5EF4-FFF2-40B4-BE49-F238E27FC236}">
                <a16:creationId xmlns:a16="http://schemas.microsoft.com/office/drawing/2014/main" id="{81105C80-2327-4644-A11F-F74787E751BF}"/>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992980B7-683A-4145-A5D6-76BDD3E45026}"/>
              </a:ext>
            </a:extLst>
          </p:cNvPr>
          <p:cNvSpPr>
            <a:spLocks noGrp="1"/>
          </p:cNvSpPr>
          <p:nvPr>
            <p:ph type="sldNum" sz="quarter" idx="12"/>
          </p:nvPr>
        </p:nvSpPr>
        <p:spPr/>
        <p:txBody>
          <a:bodyPr/>
          <a:lstStyle/>
          <a:p>
            <a:fld id="{020248C0-B2A5-044F-83C2-254167E2BAC8}" type="slidenum">
              <a:rPr kumimoji="1" lang="zh-TW" altLang="en-US" smtClean="0"/>
              <a:t>‹#›</a:t>
            </a:fld>
            <a:endParaRPr kumimoji="1" lang="zh-TW" altLang="en-US"/>
          </a:p>
        </p:txBody>
      </p:sp>
    </p:spTree>
    <p:extLst>
      <p:ext uri="{BB962C8B-B14F-4D97-AF65-F5344CB8AC3E}">
        <p14:creationId xmlns:p14="http://schemas.microsoft.com/office/powerpoint/2010/main" val="31477881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FF657E2-8C39-4849-8E65-702F0802B22A}"/>
              </a:ext>
            </a:extLst>
          </p:cNvPr>
          <p:cNvSpPr>
            <a:spLocks noGrp="1"/>
          </p:cNvSpPr>
          <p:nvPr>
            <p:ph type="title"/>
          </p:nvPr>
        </p:nvSpPr>
        <p:spPr>
          <a:xfrm>
            <a:off x="839788" y="457200"/>
            <a:ext cx="3932237" cy="1600200"/>
          </a:xfrm>
        </p:spPr>
        <p:txBody>
          <a:bodyPr anchor="b"/>
          <a:lstStyle>
            <a:lvl1pPr>
              <a:defRPr sz="3200"/>
            </a:lvl1pPr>
          </a:lstStyle>
          <a:p>
            <a:r>
              <a:rPr kumimoji="1" lang="zh-TW" altLang="en-US"/>
              <a:t>按一下以編輯母片標題樣式</a:t>
            </a:r>
          </a:p>
        </p:txBody>
      </p:sp>
      <p:sp>
        <p:nvSpPr>
          <p:cNvPr id="3" name="圖片版面配置區 2">
            <a:extLst>
              <a:ext uri="{FF2B5EF4-FFF2-40B4-BE49-F238E27FC236}">
                <a16:creationId xmlns:a16="http://schemas.microsoft.com/office/drawing/2014/main" id="{84FFF56B-A603-FD48-B186-4E7F5C07E8C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TW" altLang="en-US"/>
          </a:p>
        </p:txBody>
      </p:sp>
      <p:sp>
        <p:nvSpPr>
          <p:cNvPr id="4" name="文字版面配置區 3">
            <a:extLst>
              <a:ext uri="{FF2B5EF4-FFF2-40B4-BE49-F238E27FC236}">
                <a16:creationId xmlns:a16="http://schemas.microsoft.com/office/drawing/2014/main" id="{3E4B2429-4674-6D41-92F7-F9D92C1F6B8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TW" altLang="en-US"/>
              <a:t>按一下以編輯母片文字樣式</a:t>
            </a:r>
          </a:p>
        </p:txBody>
      </p:sp>
      <p:sp>
        <p:nvSpPr>
          <p:cNvPr id="5" name="日期版面配置區 4">
            <a:extLst>
              <a:ext uri="{FF2B5EF4-FFF2-40B4-BE49-F238E27FC236}">
                <a16:creationId xmlns:a16="http://schemas.microsoft.com/office/drawing/2014/main" id="{BE8C0F30-3F89-4C4D-9997-C7647CDD17B6}"/>
              </a:ext>
            </a:extLst>
          </p:cNvPr>
          <p:cNvSpPr>
            <a:spLocks noGrp="1"/>
          </p:cNvSpPr>
          <p:nvPr>
            <p:ph type="dt" sz="half" idx="10"/>
          </p:nvPr>
        </p:nvSpPr>
        <p:spPr/>
        <p:txBody>
          <a:bodyPr/>
          <a:lstStyle/>
          <a:p>
            <a:fld id="{BEB7FE38-71E4-6049-8385-179BDF0694F5}" type="datetime1">
              <a:rPr kumimoji="1" lang="zh-TW" altLang="en-US" smtClean="0"/>
              <a:t>2022/10/31</a:t>
            </a:fld>
            <a:endParaRPr kumimoji="1" lang="zh-TW" altLang="en-US"/>
          </a:p>
        </p:txBody>
      </p:sp>
      <p:sp>
        <p:nvSpPr>
          <p:cNvPr id="6" name="頁尾版面配置區 5">
            <a:extLst>
              <a:ext uri="{FF2B5EF4-FFF2-40B4-BE49-F238E27FC236}">
                <a16:creationId xmlns:a16="http://schemas.microsoft.com/office/drawing/2014/main" id="{23F0246C-E2AB-044B-A630-09E9F94EC191}"/>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8EF76E45-7792-C94A-890B-E56B30072AA3}"/>
              </a:ext>
            </a:extLst>
          </p:cNvPr>
          <p:cNvSpPr>
            <a:spLocks noGrp="1"/>
          </p:cNvSpPr>
          <p:nvPr>
            <p:ph type="sldNum" sz="quarter" idx="12"/>
          </p:nvPr>
        </p:nvSpPr>
        <p:spPr/>
        <p:txBody>
          <a:bodyPr/>
          <a:lstStyle/>
          <a:p>
            <a:fld id="{020248C0-B2A5-044F-83C2-254167E2BAC8}" type="slidenum">
              <a:rPr kumimoji="1" lang="zh-TW" altLang="en-US" smtClean="0"/>
              <a:t>‹#›</a:t>
            </a:fld>
            <a:endParaRPr kumimoji="1" lang="zh-TW" altLang="en-US"/>
          </a:p>
        </p:txBody>
      </p:sp>
    </p:spTree>
    <p:extLst>
      <p:ext uri="{BB962C8B-B14F-4D97-AF65-F5344CB8AC3E}">
        <p14:creationId xmlns:p14="http://schemas.microsoft.com/office/powerpoint/2010/main" val="7881886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93D33EE-432E-9B40-AD89-8D3A07547F3C}"/>
              </a:ext>
            </a:extLst>
          </p:cNvPr>
          <p:cNvSpPr>
            <a:spLocks noGrp="1"/>
          </p:cNvSpPr>
          <p:nvPr>
            <p:ph type="title"/>
          </p:nvPr>
        </p:nvSpPr>
        <p:spPr/>
        <p:txBody>
          <a:bodyPr/>
          <a:lstStyle/>
          <a:p>
            <a:r>
              <a:rPr kumimoji="1" lang="zh-TW" altLang="en-US"/>
              <a:t>按一下以編輯母片標題樣式</a:t>
            </a:r>
          </a:p>
        </p:txBody>
      </p:sp>
      <p:sp>
        <p:nvSpPr>
          <p:cNvPr id="3" name="直排文字版面配置區 2">
            <a:extLst>
              <a:ext uri="{FF2B5EF4-FFF2-40B4-BE49-F238E27FC236}">
                <a16:creationId xmlns:a16="http://schemas.microsoft.com/office/drawing/2014/main" id="{2C398DC8-3378-6C43-B969-B3FC2B12A1B9}"/>
              </a:ext>
            </a:extLst>
          </p:cNvPr>
          <p:cNvSpPr>
            <a:spLocks noGrp="1"/>
          </p:cNvSpPr>
          <p:nvPr>
            <p:ph type="body" orient="vert" idx="1"/>
          </p:nvPr>
        </p:nvSpPr>
        <p:spPr/>
        <p:txBody>
          <a:bodyPr vert="eaVert"/>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1B8EB1CE-BB7D-8245-B0F4-B2E79EB75279}"/>
              </a:ext>
            </a:extLst>
          </p:cNvPr>
          <p:cNvSpPr>
            <a:spLocks noGrp="1"/>
          </p:cNvSpPr>
          <p:nvPr>
            <p:ph type="dt" sz="half" idx="10"/>
          </p:nvPr>
        </p:nvSpPr>
        <p:spPr/>
        <p:txBody>
          <a:bodyPr/>
          <a:lstStyle/>
          <a:p>
            <a:fld id="{A18B24A2-0269-2D4C-BCFF-4B42FA32474B}" type="datetime1">
              <a:rPr kumimoji="1" lang="zh-TW" altLang="en-US" smtClean="0"/>
              <a:t>2022/10/31</a:t>
            </a:fld>
            <a:endParaRPr kumimoji="1" lang="zh-TW" altLang="en-US"/>
          </a:p>
        </p:txBody>
      </p:sp>
      <p:sp>
        <p:nvSpPr>
          <p:cNvPr id="5" name="頁尾版面配置區 4">
            <a:extLst>
              <a:ext uri="{FF2B5EF4-FFF2-40B4-BE49-F238E27FC236}">
                <a16:creationId xmlns:a16="http://schemas.microsoft.com/office/drawing/2014/main" id="{0476477C-D692-7C4E-809F-213C2772DF22}"/>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11B4793E-1532-034C-B772-12E638C3829F}"/>
              </a:ext>
            </a:extLst>
          </p:cNvPr>
          <p:cNvSpPr>
            <a:spLocks noGrp="1"/>
          </p:cNvSpPr>
          <p:nvPr>
            <p:ph type="sldNum" sz="quarter" idx="12"/>
          </p:nvPr>
        </p:nvSpPr>
        <p:spPr/>
        <p:txBody>
          <a:bodyPr/>
          <a:lstStyle/>
          <a:p>
            <a:fld id="{020248C0-B2A5-044F-83C2-254167E2BAC8}" type="slidenum">
              <a:rPr kumimoji="1" lang="zh-TW" altLang="en-US" smtClean="0"/>
              <a:t>‹#›</a:t>
            </a:fld>
            <a:endParaRPr kumimoji="1" lang="zh-TW" altLang="en-US"/>
          </a:p>
        </p:txBody>
      </p:sp>
    </p:spTree>
    <p:extLst>
      <p:ext uri="{BB962C8B-B14F-4D97-AF65-F5344CB8AC3E}">
        <p14:creationId xmlns:p14="http://schemas.microsoft.com/office/powerpoint/2010/main" val="26227010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9F0AEA4F-9090-B549-B83D-D596EC777E9E}"/>
              </a:ext>
            </a:extLst>
          </p:cNvPr>
          <p:cNvSpPr>
            <a:spLocks noGrp="1"/>
          </p:cNvSpPr>
          <p:nvPr>
            <p:ph type="title" orient="vert"/>
          </p:nvPr>
        </p:nvSpPr>
        <p:spPr>
          <a:xfrm>
            <a:off x="8724900" y="365125"/>
            <a:ext cx="2628900" cy="5811838"/>
          </a:xfrm>
        </p:spPr>
        <p:txBody>
          <a:bodyPr vert="eaVert"/>
          <a:lstStyle/>
          <a:p>
            <a:r>
              <a:rPr kumimoji="1" lang="zh-TW" altLang="en-US"/>
              <a:t>按一下以編輯母片標題樣式</a:t>
            </a:r>
          </a:p>
        </p:txBody>
      </p:sp>
      <p:sp>
        <p:nvSpPr>
          <p:cNvPr id="3" name="直排文字版面配置區 2">
            <a:extLst>
              <a:ext uri="{FF2B5EF4-FFF2-40B4-BE49-F238E27FC236}">
                <a16:creationId xmlns:a16="http://schemas.microsoft.com/office/drawing/2014/main" id="{F0C4B052-1D88-4144-925B-0E22C05982EC}"/>
              </a:ext>
            </a:extLst>
          </p:cNvPr>
          <p:cNvSpPr>
            <a:spLocks noGrp="1"/>
          </p:cNvSpPr>
          <p:nvPr>
            <p:ph type="body" orient="vert" idx="1"/>
          </p:nvPr>
        </p:nvSpPr>
        <p:spPr>
          <a:xfrm>
            <a:off x="838200" y="365125"/>
            <a:ext cx="7734300" cy="5811838"/>
          </a:xfrm>
        </p:spPr>
        <p:txBody>
          <a:bodyPr vert="eaVert"/>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CA490D34-72B6-2346-AAFE-6CA04B9798CB}"/>
              </a:ext>
            </a:extLst>
          </p:cNvPr>
          <p:cNvSpPr>
            <a:spLocks noGrp="1"/>
          </p:cNvSpPr>
          <p:nvPr>
            <p:ph type="dt" sz="half" idx="10"/>
          </p:nvPr>
        </p:nvSpPr>
        <p:spPr/>
        <p:txBody>
          <a:bodyPr/>
          <a:lstStyle/>
          <a:p>
            <a:fld id="{B257F727-AF7F-A64E-A9C6-87FB57C70FBC}" type="datetime1">
              <a:rPr kumimoji="1" lang="zh-TW" altLang="en-US" smtClean="0"/>
              <a:t>2022/10/31</a:t>
            </a:fld>
            <a:endParaRPr kumimoji="1" lang="zh-TW" altLang="en-US"/>
          </a:p>
        </p:txBody>
      </p:sp>
      <p:sp>
        <p:nvSpPr>
          <p:cNvPr id="5" name="頁尾版面配置區 4">
            <a:extLst>
              <a:ext uri="{FF2B5EF4-FFF2-40B4-BE49-F238E27FC236}">
                <a16:creationId xmlns:a16="http://schemas.microsoft.com/office/drawing/2014/main" id="{F711F09D-27C7-9C48-8208-B6A9B68489F2}"/>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19D68DC0-D8DE-D644-A5DE-8041B1FD461E}"/>
              </a:ext>
            </a:extLst>
          </p:cNvPr>
          <p:cNvSpPr>
            <a:spLocks noGrp="1"/>
          </p:cNvSpPr>
          <p:nvPr>
            <p:ph type="sldNum" sz="quarter" idx="12"/>
          </p:nvPr>
        </p:nvSpPr>
        <p:spPr/>
        <p:txBody>
          <a:bodyPr/>
          <a:lstStyle/>
          <a:p>
            <a:fld id="{020248C0-B2A5-044F-83C2-254167E2BAC8}" type="slidenum">
              <a:rPr kumimoji="1" lang="zh-TW" altLang="en-US" smtClean="0"/>
              <a:t>‹#›</a:t>
            </a:fld>
            <a:endParaRPr kumimoji="1" lang="zh-TW" altLang="en-US"/>
          </a:p>
        </p:txBody>
      </p:sp>
    </p:spTree>
    <p:extLst>
      <p:ext uri="{BB962C8B-B14F-4D97-AF65-F5344CB8AC3E}">
        <p14:creationId xmlns:p14="http://schemas.microsoft.com/office/powerpoint/2010/main" val="25514000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EE5FEFF5-8053-4F4F-9390-079EE519E8B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ECEEFAC2-83E8-F746-AB6F-0B2B6EEF403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4E98DC36-60A4-A84D-8EA2-D0DE1BF7446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FFE3E4F-A8B6-4443-BBA7-C2A2B896ED11}" type="datetime1">
              <a:rPr kumimoji="1" lang="zh-TW" altLang="en-US" smtClean="0"/>
              <a:t>2022/10/31</a:t>
            </a:fld>
            <a:endParaRPr kumimoji="1" lang="zh-TW" altLang="en-US"/>
          </a:p>
        </p:txBody>
      </p:sp>
      <p:sp>
        <p:nvSpPr>
          <p:cNvPr id="5" name="頁尾版面配置區 4">
            <a:extLst>
              <a:ext uri="{FF2B5EF4-FFF2-40B4-BE49-F238E27FC236}">
                <a16:creationId xmlns:a16="http://schemas.microsoft.com/office/drawing/2014/main" id="{BD9AF7D7-C1F3-8D41-8C78-6BB03D4FCCA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TW" altLang="en-US"/>
          </a:p>
        </p:txBody>
      </p:sp>
      <p:sp>
        <p:nvSpPr>
          <p:cNvPr id="6" name="投影片編號版面配置區 5">
            <a:extLst>
              <a:ext uri="{FF2B5EF4-FFF2-40B4-BE49-F238E27FC236}">
                <a16:creationId xmlns:a16="http://schemas.microsoft.com/office/drawing/2014/main" id="{C715279F-EB3F-6745-89F4-A94DD4888B1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20248C0-B2A5-044F-83C2-254167E2BAC8}" type="slidenum">
              <a:rPr kumimoji="1" lang="zh-TW" altLang="en-US" smtClean="0"/>
              <a:t>‹#›</a:t>
            </a:fld>
            <a:endParaRPr kumimoji="1" lang="zh-TW" altLang="en-US"/>
          </a:p>
        </p:txBody>
      </p:sp>
    </p:spTree>
    <p:extLst>
      <p:ext uri="{BB962C8B-B14F-4D97-AF65-F5344CB8AC3E}">
        <p14:creationId xmlns:p14="http://schemas.microsoft.com/office/powerpoint/2010/main" val="15364974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60.png"/></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69AC6B5-60B8-C04E-8C98-D858642CBE29}"/>
              </a:ext>
            </a:extLst>
          </p:cNvPr>
          <p:cNvSpPr>
            <a:spLocks noGrp="1"/>
          </p:cNvSpPr>
          <p:nvPr>
            <p:ph type="ctrTitle"/>
          </p:nvPr>
        </p:nvSpPr>
        <p:spPr/>
        <p:txBody>
          <a:bodyPr>
            <a:normAutofit fontScale="90000"/>
          </a:bodyPr>
          <a:lstStyle/>
          <a:p>
            <a:r>
              <a:rPr lang="en" altLang="zh-TW" dirty="0">
                <a:latin typeface="Times" pitchFamily="2" charset="0"/>
              </a:rPr>
              <a:t>Machine Learning from Theory to Algorithms: An Overview </a:t>
            </a:r>
            <a:endParaRPr kumimoji="1" lang="zh-TW" altLang="en-US" dirty="0">
              <a:latin typeface="Times" pitchFamily="2" charset="0"/>
            </a:endParaRPr>
          </a:p>
        </p:txBody>
      </p:sp>
      <p:sp>
        <p:nvSpPr>
          <p:cNvPr id="3" name="副標題 2">
            <a:extLst>
              <a:ext uri="{FF2B5EF4-FFF2-40B4-BE49-F238E27FC236}">
                <a16:creationId xmlns:a16="http://schemas.microsoft.com/office/drawing/2014/main" id="{B64B976F-1588-194C-80D3-BF39C9BF0491}"/>
              </a:ext>
            </a:extLst>
          </p:cNvPr>
          <p:cNvSpPr>
            <a:spLocks noGrp="1"/>
          </p:cNvSpPr>
          <p:nvPr>
            <p:ph type="subTitle" idx="1"/>
          </p:nvPr>
        </p:nvSpPr>
        <p:spPr/>
        <p:txBody>
          <a:bodyPr>
            <a:normAutofit/>
          </a:bodyPr>
          <a:lstStyle/>
          <a:p>
            <a:r>
              <a:rPr lang="en" altLang="zh-TW" dirty="0" err="1">
                <a:latin typeface="Times" pitchFamily="2" charset="0"/>
              </a:rPr>
              <a:t>Jafar</a:t>
            </a:r>
            <a:r>
              <a:rPr lang="en" altLang="zh-TW" dirty="0">
                <a:latin typeface="Times" pitchFamily="2" charset="0"/>
              </a:rPr>
              <a:t> </a:t>
            </a:r>
            <a:r>
              <a:rPr lang="en" altLang="zh-TW" dirty="0" err="1">
                <a:latin typeface="Times" pitchFamily="2" charset="0"/>
              </a:rPr>
              <a:t>Alzubi</a:t>
            </a:r>
            <a:r>
              <a:rPr lang="en" altLang="zh-TW" dirty="0">
                <a:latin typeface="Times" pitchFamily="2" charset="0"/>
              </a:rPr>
              <a:t>, Anand Nayyar, </a:t>
            </a:r>
            <a:r>
              <a:rPr lang="en" altLang="zh-TW" dirty="0" err="1">
                <a:latin typeface="Times" pitchFamily="2" charset="0"/>
              </a:rPr>
              <a:t>Akshi</a:t>
            </a:r>
            <a:r>
              <a:rPr lang="en" altLang="zh-TW" dirty="0">
                <a:latin typeface="Times" pitchFamily="2" charset="0"/>
              </a:rPr>
              <a:t> Kumar</a:t>
            </a:r>
          </a:p>
          <a:p>
            <a:endParaRPr lang="en" altLang="zh-TW" dirty="0">
              <a:latin typeface="Times" pitchFamily="2" charset="0"/>
            </a:endParaRPr>
          </a:p>
          <a:p>
            <a:r>
              <a:rPr lang="en" altLang="zh-TW" dirty="0">
                <a:latin typeface="Times" pitchFamily="2" charset="0"/>
              </a:rPr>
              <a:t>Journal of physics: conference series, 2018 (Vol. 1142, No. 1, p. 012012)</a:t>
            </a:r>
          </a:p>
        </p:txBody>
      </p:sp>
      <p:sp>
        <p:nvSpPr>
          <p:cNvPr id="4" name="文字方塊 3">
            <a:extLst>
              <a:ext uri="{FF2B5EF4-FFF2-40B4-BE49-F238E27FC236}">
                <a16:creationId xmlns:a16="http://schemas.microsoft.com/office/drawing/2014/main" id="{76E48CEA-30C5-2642-90F3-A8C442F1BD05}"/>
              </a:ext>
            </a:extLst>
          </p:cNvPr>
          <p:cNvSpPr txBox="1"/>
          <p:nvPr/>
        </p:nvSpPr>
        <p:spPr>
          <a:xfrm>
            <a:off x="8961805" y="5735637"/>
            <a:ext cx="2412263" cy="646331"/>
          </a:xfrm>
          <a:prstGeom prst="rect">
            <a:avLst/>
          </a:prstGeom>
          <a:noFill/>
        </p:spPr>
        <p:txBody>
          <a:bodyPr wrap="none" rtlCol="0">
            <a:spAutoFit/>
          </a:bodyPr>
          <a:lstStyle/>
          <a:p>
            <a:r>
              <a:rPr kumimoji="1" lang="en-US" altLang="zh-TW" dirty="0">
                <a:latin typeface="Times" pitchFamily="2" charset="0"/>
              </a:rPr>
              <a:t>Presenter: Yun-An Chen</a:t>
            </a:r>
          </a:p>
          <a:p>
            <a:r>
              <a:rPr kumimoji="1" lang="en-US" altLang="zh-TW" dirty="0">
                <a:latin typeface="Times" pitchFamily="2" charset="0"/>
              </a:rPr>
              <a:t>Date: July 26, 2022</a:t>
            </a:r>
            <a:endParaRPr kumimoji="1" lang="zh-TW" altLang="en-US" dirty="0">
              <a:latin typeface="Times" pitchFamily="2" charset="0"/>
            </a:endParaRPr>
          </a:p>
        </p:txBody>
      </p:sp>
    </p:spTree>
    <p:extLst>
      <p:ext uri="{BB962C8B-B14F-4D97-AF65-F5344CB8AC3E}">
        <p14:creationId xmlns:p14="http://schemas.microsoft.com/office/powerpoint/2010/main" val="30269765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7122E34-25F1-7842-8F87-3D3244B1A9A9}"/>
              </a:ext>
            </a:extLst>
          </p:cNvPr>
          <p:cNvSpPr>
            <a:spLocks noGrp="1"/>
          </p:cNvSpPr>
          <p:nvPr>
            <p:ph type="title"/>
          </p:nvPr>
        </p:nvSpPr>
        <p:spPr/>
        <p:txBody>
          <a:bodyPr/>
          <a:lstStyle/>
          <a:p>
            <a:pPr algn="ctr"/>
            <a:r>
              <a:rPr kumimoji="1" lang="en-US" altLang="zh-TW" dirty="0">
                <a:latin typeface="Times" pitchFamily="2" charset="0"/>
              </a:rPr>
              <a:t>Abstract(1/2)</a:t>
            </a:r>
            <a:endParaRPr kumimoji="1" lang="zh-TW" altLang="en-US" dirty="0">
              <a:latin typeface="Times" pitchFamily="2" charset="0"/>
            </a:endParaRPr>
          </a:p>
        </p:txBody>
      </p:sp>
      <p:sp>
        <p:nvSpPr>
          <p:cNvPr id="3" name="內容版面配置區 2">
            <a:extLst>
              <a:ext uri="{FF2B5EF4-FFF2-40B4-BE49-F238E27FC236}">
                <a16:creationId xmlns:a16="http://schemas.microsoft.com/office/drawing/2014/main" id="{114CCB74-DC73-DE4F-AD46-485386A6637E}"/>
              </a:ext>
            </a:extLst>
          </p:cNvPr>
          <p:cNvSpPr>
            <a:spLocks noGrp="1"/>
          </p:cNvSpPr>
          <p:nvPr>
            <p:ph idx="1"/>
          </p:nvPr>
        </p:nvSpPr>
        <p:spPr/>
        <p:txBody>
          <a:bodyPr>
            <a:normAutofit fontScale="92500"/>
          </a:bodyPr>
          <a:lstStyle/>
          <a:p>
            <a:pPr marL="0" indent="0">
              <a:lnSpc>
                <a:spcPct val="150000"/>
              </a:lnSpc>
              <a:buNone/>
            </a:pPr>
            <a:r>
              <a:rPr lang="en" altLang="zh-TW" sz="2600" dirty="0">
                <a:latin typeface="Times" pitchFamily="2" charset="0"/>
              </a:rPr>
              <a:t>The current SMAC (Social, Mobile, Analytic, Cloud) technology trend paves the way to a future in which intelligent machines, networked processes and big data are brought together. This virtual world has generated vast amount of data which is accelerating the adoption of machine learning solutions&amp; practices. Machine Learning enables computers to imitate and adapt human-like </a:t>
            </a:r>
            <a:r>
              <a:rPr lang="en" altLang="zh-TW" sz="2600" dirty="0" err="1">
                <a:latin typeface="Times" pitchFamily="2" charset="0"/>
              </a:rPr>
              <a:t>behaviour</a:t>
            </a:r>
            <a:r>
              <a:rPr lang="en" altLang="zh-TW" sz="2600" dirty="0">
                <a:latin typeface="Times" pitchFamily="2" charset="0"/>
              </a:rPr>
              <a:t>. Using machine learning, each interaction, each action performed, becomes something the system can learn and use as experience for the next time. </a:t>
            </a:r>
          </a:p>
        </p:txBody>
      </p:sp>
      <p:sp>
        <p:nvSpPr>
          <p:cNvPr id="7" name="投影片編號版面配置區 6">
            <a:extLst>
              <a:ext uri="{FF2B5EF4-FFF2-40B4-BE49-F238E27FC236}">
                <a16:creationId xmlns:a16="http://schemas.microsoft.com/office/drawing/2014/main" id="{2FC52A17-4371-0347-B3AD-7E5140BC7757}"/>
              </a:ext>
            </a:extLst>
          </p:cNvPr>
          <p:cNvSpPr>
            <a:spLocks noGrp="1"/>
          </p:cNvSpPr>
          <p:nvPr>
            <p:ph type="sldNum" sz="quarter" idx="12"/>
          </p:nvPr>
        </p:nvSpPr>
        <p:spPr/>
        <p:txBody>
          <a:bodyPr/>
          <a:lstStyle/>
          <a:p>
            <a:fld id="{020248C0-B2A5-044F-83C2-254167E2BAC8}" type="slidenum">
              <a:rPr kumimoji="1" lang="zh-TW" altLang="en-US" smtClean="0"/>
              <a:t>2</a:t>
            </a:fld>
            <a:endParaRPr kumimoji="1" lang="zh-TW" altLang="en-US"/>
          </a:p>
        </p:txBody>
      </p:sp>
    </p:spTree>
    <p:extLst>
      <p:ext uri="{BB962C8B-B14F-4D97-AF65-F5344CB8AC3E}">
        <p14:creationId xmlns:p14="http://schemas.microsoft.com/office/powerpoint/2010/main" val="3116786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7FB65DC-C6A7-9542-83E1-F020B5932DE3}"/>
              </a:ext>
            </a:extLst>
          </p:cNvPr>
          <p:cNvSpPr>
            <a:spLocks noGrp="1"/>
          </p:cNvSpPr>
          <p:nvPr>
            <p:ph type="title"/>
          </p:nvPr>
        </p:nvSpPr>
        <p:spPr/>
        <p:txBody>
          <a:bodyPr/>
          <a:lstStyle/>
          <a:p>
            <a:pPr algn="ctr"/>
            <a:r>
              <a:rPr kumimoji="1" lang="en-US" altLang="zh-TW" dirty="0">
                <a:latin typeface="Times" pitchFamily="2" charset="0"/>
              </a:rPr>
              <a:t>Abstract(2/2)</a:t>
            </a:r>
            <a:endParaRPr kumimoji="1" lang="zh-TW" altLang="en-US" dirty="0">
              <a:latin typeface="Times" pitchFamily="2" charset="0"/>
            </a:endParaRPr>
          </a:p>
        </p:txBody>
      </p:sp>
      <p:sp>
        <p:nvSpPr>
          <p:cNvPr id="3" name="內容版面配置區 2">
            <a:extLst>
              <a:ext uri="{FF2B5EF4-FFF2-40B4-BE49-F238E27FC236}">
                <a16:creationId xmlns:a16="http://schemas.microsoft.com/office/drawing/2014/main" id="{8BB89668-FF69-9C4F-8DAD-CFEB8E70C904}"/>
              </a:ext>
            </a:extLst>
          </p:cNvPr>
          <p:cNvSpPr>
            <a:spLocks noGrp="1"/>
          </p:cNvSpPr>
          <p:nvPr>
            <p:ph idx="1"/>
          </p:nvPr>
        </p:nvSpPr>
        <p:spPr/>
        <p:txBody>
          <a:bodyPr>
            <a:normAutofit/>
          </a:bodyPr>
          <a:lstStyle/>
          <a:p>
            <a:pPr marL="0" indent="0">
              <a:lnSpc>
                <a:spcPct val="150000"/>
              </a:lnSpc>
              <a:buNone/>
            </a:pPr>
            <a:r>
              <a:rPr lang="en" altLang="zh-TW" sz="2400" dirty="0">
                <a:latin typeface="Times" pitchFamily="2" charset="0"/>
              </a:rPr>
              <a:t>This work is an overview of this data analytics method which enables computers to learn and do what comes naturally to humans, i.e. learn from experience. It includes the preliminaries of machine learning, the definition, nomenclature and applications’ describing it’s what, how and why. The technology roadmap of machine learning is discussed to understand and verify its potential as a market &amp; industry practice. The primary intent of this work is to give insight into why machine learning is the future.</a:t>
            </a:r>
            <a:endParaRPr kumimoji="1" lang="zh-TW" altLang="en-US" sz="2400" dirty="0"/>
          </a:p>
        </p:txBody>
      </p:sp>
      <p:sp>
        <p:nvSpPr>
          <p:cNvPr id="7" name="投影片編號版面配置區 6">
            <a:extLst>
              <a:ext uri="{FF2B5EF4-FFF2-40B4-BE49-F238E27FC236}">
                <a16:creationId xmlns:a16="http://schemas.microsoft.com/office/drawing/2014/main" id="{7A13516A-6D1B-174B-9966-835C4A292FE7}"/>
              </a:ext>
            </a:extLst>
          </p:cNvPr>
          <p:cNvSpPr>
            <a:spLocks noGrp="1"/>
          </p:cNvSpPr>
          <p:nvPr>
            <p:ph type="sldNum" sz="quarter" idx="12"/>
          </p:nvPr>
        </p:nvSpPr>
        <p:spPr/>
        <p:txBody>
          <a:bodyPr/>
          <a:lstStyle/>
          <a:p>
            <a:fld id="{020248C0-B2A5-044F-83C2-254167E2BAC8}" type="slidenum">
              <a:rPr kumimoji="1" lang="zh-TW" altLang="en-US" smtClean="0"/>
              <a:t>3</a:t>
            </a:fld>
            <a:endParaRPr kumimoji="1" lang="zh-TW" altLang="en-US"/>
          </a:p>
        </p:txBody>
      </p:sp>
    </p:spTree>
    <p:extLst>
      <p:ext uri="{BB962C8B-B14F-4D97-AF65-F5344CB8AC3E}">
        <p14:creationId xmlns:p14="http://schemas.microsoft.com/office/powerpoint/2010/main" val="14204074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02652D9-6EB8-424A-B13B-9B4CEDBFED11}"/>
              </a:ext>
            </a:extLst>
          </p:cNvPr>
          <p:cNvSpPr>
            <a:spLocks noGrp="1"/>
          </p:cNvSpPr>
          <p:nvPr>
            <p:ph type="title"/>
          </p:nvPr>
        </p:nvSpPr>
        <p:spPr/>
        <p:txBody>
          <a:bodyPr/>
          <a:lstStyle/>
          <a:p>
            <a:pPr algn="ctr"/>
            <a:r>
              <a:rPr kumimoji="1" lang="en-US" altLang="zh-TW" dirty="0">
                <a:latin typeface="Times" pitchFamily="2" charset="0"/>
              </a:rPr>
              <a:t>Machine Learning</a:t>
            </a:r>
            <a:endParaRPr kumimoji="1" lang="zh-TW" altLang="en-US" dirty="0">
              <a:latin typeface="Times" pitchFamily="2" charset="0"/>
            </a:endParaRPr>
          </a:p>
        </p:txBody>
      </p:sp>
      <p:sp>
        <p:nvSpPr>
          <p:cNvPr id="10" name="內容版面配置區 9">
            <a:extLst>
              <a:ext uri="{FF2B5EF4-FFF2-40B4-BE49-F238E27FC236}">
                <a16:creationId xmlns:a16="http://schemas.microsoft.com/office/drawing/2014/main" id="{B008C92D-57CE-FD41-8A6C-D98D1E1A3E82}"/>
              </a:ext>
            </a:extLst>
          </p:cNvPr>
          <p:cNvSpPr>
            <a:spLocks noGrp="1"/>
          </p:cNvSpPr>
          <p:nvPr>
            <p:ph idx="1"/>
          </p:nvPr>
        </p:nvSpPr>
        <p:spPr>
          <a:xfrm>
            <a:off x="838200" y="1689894"/>
            <a:ext cx="10515600" cy="4667251"/>
          </a:xfrm>
        </p:spPr>
        <p:txBody>
          <a:bodyPr>
            <a:normAutofit/>
          </a:bodyPr>
          <a:lstStyle/>
          <a:p>
            <a:r>
              <a:rPr lang="en-US" altLang="zh-TW" dirty="0">
                <a:latin typeface="Times" pitchFamily="2" charset="0"/>
                <a:ea typeface="+mj-ea"/>
              </a:rPr>
              <a:t>Supervised Learning</a:t>
            </a:r>
          </a:p>
          <a:p>
            <a:pPr marL="0" indent="0">
              <a:buNone/>
            </a:pPr>
            <a:r>
              <a:rPr lang="en-US" altLang="zh-TW" dirty="0">
                <a:latin typeface="Times" pitchFamily="2" charset="0"/>
                <a:ea typeface="+mj-ea"/>
              </a:rPr>
              <a:t>	(1) </a:t>
            </a:r>
            <a:r>
              <a:rPr lang="en-US" altLang="zh-TW" dirty="0">
                <a:latin typeface="Times" pitchFamily="2" charset="0"/>
              </a:rPr>
              <a:t>Regression</a:t>
            </a:r>
          </a:p>
          <a:p>
            <a:pPr marL="0" indent="0">
              <a:buNone/>
            </a:pPr>
            <a:r>
              <a:rPr lang="en-US" altLang="zh-TW" dirty="0">
                <a:latin typeface="Times" pitchFamily="2" charset="0"/>
                <a:ea typeface="+mj-ea"/>
              </a:rPr>
              <a:t>	(2) </a:t>
            </a:r>
            <a:r>
              <a:rPr lang="en-US" altLang="zh-TW" dirty="0">
                <a:latin typeface="Times" pitchFamily="2" charset="0"/>
              </a:rPr>
              <a:t>Decision Tree</a:t>
            </a:r>
          </a:p>
          <a:p>
            <a:pPr marL="0" indent="0">
              <a:buNone/>
            </a:pPr>
            <a:r>
              <a:rPr lang="en" altLang="zh-TW" dirty="0">
                <a:latin typeface="Times" pitchFamily="2" charset="0"/>
                <a:ea typeface="+mj-ea"/>
              </a:rPr>
              <a:t>	(3) </a:t>
            </a:r>
            <a:r>
              <a:rPr lang="en" altLang="zh-TW" dirty="0" err="1">
                <a:latin typeface="Times" pitchFamily="2" charset="0"/>
              </a:rPr>
              <a:t>Naïve</a:t>
            </a:r>
            <a:r>
              <a:rPr lang="en" altLang="zh-TW" dirty="0">
                <a:latin typeface="Times" pitchFamily="2" charset="0"/>
              </a:rPr>
              <a:t> Bayes</a:t>
            </a:r>
          </a:p>
          <a:p>
            <a:r>
              <a:rPr lang="en-US" altLang="zh-TW" dirty="0">
                <a:latin typeface="Times" pitchFamily="2" charset="0"/>
                <a:ea typeface="+mj-ea"/>
              </a:rPr>
              <a:t>Unsupervised Learning</a:t>
            </a:r>
          </a:p>
          <a:p>
            <a:pPr marL="0" indent="0">
              <a:buNone/>
            </a:pPr>
            <a:r>
              <a:rPr lang="en-US" altLang="zh-TW" dirty="0">
                <a:latin typeface="Times" pitchFamily="2" charset="0"/>
                <a:ea typeface="+mj-ea"/>
              </a:rPr>
              <a:t>	(1) </a:t>
            </a:r>
            <a:r>
              <a:rPr lang="en" altLang="zh-TW" dirty="0">
                <a:latin typeface="Times" pitchFamily="2" charset="0"/>
              </a:rPr>
              <a:t>K-Means Clustering</a:t>
            </a:r>
            <a:endParaRPr lang="en-US" altLang="zh-TW" dirty="0">
              <a:latin typeface="Times" pitchFamily="2" charset="0"/>
              <a:ea typeface="+mj-ea"/>
            </a:endParaRPr>
          </a:p>
          <a:p>
            <a:r>
              <a:rPr lang="en-US" altLang="zh-TW" dirty="0">
                <a:latin typeface="Times" pitchFamily="2" charset="0"/>
                <a:ea typeface="+mj-ea"/>
              </a:rPr>
              <a:t>Reinforcement Learning</a:t>
            </a:r>
          </a:p>
          <a:p>
            <a:r>
              <a:rPr lang="en-US" altLang="zh-TW" dirty="0">
                <a:latin typeface="Times" pitchFamily="2" charset="0"/>
                <a:ea typeface="+mj-ea"/>
              </a:rPr>
              <a:t>Ensemble Learning</a:t>
            </a:r>
          </a:p>
          <a:p>
            <a:r>
              <a:rPr lang="en" altLang="zh-TW" dirty="0">
                <a:latin typeface="Times" pitchFamily="2" charset="0"/>
              </a:rPr>
              <a:t>Artificial neural networks (ANNs) </a:t>
            </a:r>
          </a:p>
        </p:txBody>
      </p:sp>
      <p:sp>
        <p:nvSpPr>
          <p:cNvPr id="6" name="投影片編號版面配置區 5">
            <a:extLst>
              <a:ext uri="{FF2B5EF4-FFF2-40B4-BE49-F238E27FC236}">
                <a16:creationId xmlns:a16="http://schemas.microsoft.com/office/drawing/2014/main" id="{8C9063EF-62B3-1449-92F5-A3C736B967FE}"/>
              </a:ext>
            </a:extLst>
          </p:cNvPr>
          <p:cNvSpPr>
            <a:spLocks noGrp="1"/>
          </p:cNvSpPr>
          <p:nvPr>
            <p:ph type="sldNum" sz="quarter" idx="12"/>
          </p:nvPr>
        </p:nvSpPr>
        <p:spPr/>
        <p:txBody>
          <a:bodyPr/>
          <a:lstStyle/>
          <a:p>
            <a:fld id="{020248C0-B2A5-044F-83C2-254167E2BAC8}" type="slidenum">
              <a:rPr kumimoji="1" lang="zh-TW" altLang="en-US" smtClean="0"/>
              <a:t>4</a:t>
            </a:fld>
            <a:endParaRPr kumimoji="1" lang="zh-TW" altLang="en-US"/>
          </a:p>
        </p:txBody>
      </p:sp>
    </p:spTree>
    <p:extLst>
      <p:ext uri="{BB962C8B-B14F-4D97-AF65-F5344CB8AC3E}">
        <p14:creationId xmlns:p14="http://schemas.microsoft.com/office/powerpoint/2010/main" val="17521421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02652D9-6EB8-424A-B13B-9B4CEDBFED11}"/>
              </a:ext>
            </a:extLst>
          </p:cNvPr>
          <p:cNvSpPr>
            <a:spLocks noGrp="1"/>
          </p:cNvSpPr>
          <p:nvPr>
            <p:ph type="title"/>
          </p:nvPr>
        </p:nvSpPr>
        <p:spPr/>
        <p:txBody>
          <a:bodyPr/>
          <a:lstStyle/>
          <a:p>
            <a:r>
              <a:rPr kumimoji="1" lang="en-US" altLang="zh-TW" dirty="0">
                <a:latin typeface="Times" pitchFamily="2" charset="0"/>
              </a:rPr>
              <a:t>Supervised learning</a:t>
            </a:r>
            <a:endParaRPr kumimoji="1" lang="zh-TW" altLang="en-US" dirty="0">
              <a:latin typeface="Times" pitchFamily="2" charset="0"/>
            </a:endParaRPr>
          </a:p>
        </p:txBody>
      </p:sp>
      <p:pic>
        <p:nvPicPr>
          <p:cNvPr id="4" name="圖片 3">
            <a:extLst>
              <a:ext uri="{FF2B5EF4-FFF2-40B4-BE49-F238E27FC236}">
                <a16:creationId xmlns:a16="http://schemas.microsoft.com/office/drawing/2014/main" id="{D4B1508C-DF52-6941-A09F-53631DAD642D}"/>
              </a:ext>
            </a:extLst>
          </p:cNvPr>
          <p:cNvPicPr>
            <a:picLocks noChangeAspect="1"/>
          </p:cNvPicPr>
          <p:nvPr/>
        </p:nvPicPr>
        <p:blipFill>
          <a:blip r:embed="rId3"/>
          <a:stretch>
            <a:fillRect/>
          </a:stretch>
        </p:blipFill>
        <p:spPr>
          <a:xfrm>
            <a:off x="5186597" y="1357320"/>
            <a:ext cx="6340839" cy="5135555"/>
          </a:xfrm>
          <a:prstGeom prst="rect">
            <a:avLst/>
          </a:prstGeom>
        </p:spPr>
      </p:pic>
      <p:sp>
        <p:nvSpPr>
          <p:cNvPr id="7" name="投影片編號版面配置區 6">
            <a:extLst>
              <a:ext uri="{FF2B5EF4-FFF2-40B4-BE49-F238E27FC236}">
                <a16:creationId xmlns:a16="http://schemas.microsoft.com/office/drawing/2014/main" id="{8AA8D984-8CA0-2549-864C-3AE044BC0AC7}"/>
              </a:ext>
            </a:extLst>
          </p:cNvPr>
          <p:cNvSpPr>
            <a:spLocks noGrp="1"/>
          </p:cNvSpPr>
          <p:nvPr>
            <p:ph type="sldNum" sz="quarter" idx="12"/>
          </p:nvPr>
        </p:nvSpPr>
        <p:spPr/>
        <p:txBody>
          <a:bodyPr/>
          <a:lstStyle/>
          <a:p>
            <a:fld id="{020248C0-B2A5-044F-83C2-254167E2BAC8}" type="slidenum">
              <a:rPr kumimoji="1" lang="zh-TW" altLang="en-US" smtClean="0"/>
              <a:t>5</a:t>
            </a:fld>
            <a:endParaRPr kumimoji="1" lang="zh-TW" altLang="en-US"/>
          </a:p>
        </p:txBody>
      </p:sp>
      <p:sp>
        <p:nvSpPr>
          <p:cNvPr id="8" name="文字方塊 7">
            <a:extLst>
              <a:ext uri="{FF2B5EF4-FFF2-40B4-BE49-F238E27FC236}">
                <a16:creationId xmlns:a16="http://schemas.microsoft.com/office/drawing/2014/main" id="{1482E0B0-424B-5B4D-AF28-6CB265EDE591}"/>
              </a:ext>
            </a:extLst>
          </p:cNvPr>
          <p:cNvSpPr txBox="1"/>
          <p:nvPr/>
        </p:nvSpPr>
        <p:spPr>
          <a:xfrm>
            <a:off x="1223764" y="5371075"/>
            <a:ext cx="2149632" cy="830997"/>
          </a:xfrm>
          <a:prstGeom prst="rect">
            <a:avLst/>
          </a:prstGeom>
          <a:noFill/>
          <a:ln w="12700"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wrap="square" rtlCol="0">
            <a:spAutoFit/>
          </a:bodyPr>
          <a:lstStyle/>
          <a:p>
            <a:pPr marL="285750" indent="-285750">
              <a:buFont typeface="Arial" panose="020B0604020202020204" pitchFamily="34" charset="0"/>
              <a:buChar char="•"/>
            </a:pPr>
            <a:r>
              <a:rPr kumimoji="1" lang="en-US" altLang="zh-TW" sz="2400" dirty="0">
                <a:solidFill>
                  <a:schemeClr val="tx1"/>
                </a:solidFill>
                <a:latin typeface="Times" pitchFamily="2" charset="0"/>
              </a:rPr>
              <a:t>Regression</a:t>
            </a:r>
          </a:p>
          <a:p>
            <a:pPr marL="285750" indent="-285750">
              <a:buFont typeface="Arial" panose="020B0604020202020204" pitchFamily="34" charset="0"/>
              <a:buChar char="•"/>
            </a:pPr>
            <a:r>
              <a:rPr kumimoji="1" lang="en-US" altLang="zh-TW" sz="2400" dirty="0">
                <a:solidFill>
                  <a:schemeClr val="tx1"/>
                </a:solidFill>
                <a:latin typeface="Times" pitchFamily="2" charset="0"/>
              </a:rPr>
              <a:t>Classification</a:t>
            </a:r>
          </a:p>
        </p:txBody>
      </p:sp>
    </p:spTree>
    <p:extLst>
      <p:ext uri="{BB962C8B-B14F-4D97-AF65-F5344CB8AC3E}">
        <p14:creationId xmlns:p14="http://schemas.microsoft.com/office/powerpoint/2010/main" val="35595402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856B3D6-D214-C344-8410-80D995E26EE9}"/>
              </a:ext>
            </a:extLst>
          </p:cNvPr>
          <p:cNvSpPr>
            <a:spLocks noGrp="1"/>
          </p:cNvSpPr>
          <p:nvPr>
            <p:ph type="title"/>
          </p:nvPr>
        </p:nvSpPr>
        <p:spPr/>
        <p:txBody>
          <a:bodyPr/>
          <a:lstStyle/>
          <a:p>
            <a:pPr algn="ctr"/>
            <a:r>
              <a:rPr lang="en" altLang="zh-TW" dirty="0">
                <a:latin typeface="Times" pitchFamily="2" charset="0"/>
              </a:rPr>
              <a:t>Regression</a:t>
            </a:r>
          </a:p>
        </p:txBody>
      </p:sp>
      <p:pic>
        <p:nvPicPr>
          <p:cNvPr id="1025" name="Picture 1" descr="page12image26838144">
            <a:extLst>
              <a:ext uri="{FF2B5EF4-FFF2-40B4-BE49-F238E27FC236}">
                <a16:creationId xmlns:a16="http://schemas.microsoft.com/office/drawing/2014/main" id="{1E816F1A-319C-0C47-A4C4-261EA7F5896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0" cy="800100"/>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descr="page12image26838144">
            <a:extLst>
              <a:ext uri="{FF2B5EF4-FFF2-40B4-BE49-F238E27FC236}">
                <a16:creationId xmlns:a16="http://schemas.microsoft.com/office/drawing/2014/main" id="{59A1E593-596B-634C-9D8F-54D126FDBE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0" cy="800100"/>
          </a:xfrm>
          <a:prstGeom prst="rect">
            <a:avLst/>
          </a:prstGeom>
          <a:noFill/>
          <a:extLst>
            <a:ext uri="{909E8E84-426E-40DD-AFC4-6F175D3DCCD1}">
              <a14:hiddenFill xmlns:a14="http://schemas.microsoft.com/office/drawing/2010/main">
                <a:solidFill>
                  <a:srgbClr val="FFFFFF"/>
                </a:solidFill>
              </a14:hiddenFill>
            </a:ext>
          </a:extLst>
        </p:spPr>
      </p:pic>
      <p:pic>
        <p:nvPicPr>
          <p:cNvPr id="1029" name="Picture 5" descr="page12image26838144">
            <a:extLst>
              <a:ext uri="{FF2B5EF4-FFF2-40B4-BE49-F238E27FC236}">
                <a16:creationId xmlns:a16="http://schemas.microsoft.com/office/drawing/2014/main" id="{229995F6-B353-EF4D-962F-1905A98A4CD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0" cy="800100"/>
          </a:xfrm>
          <a:prstGeom prst="rect">
            <a:avLst/>
          </a:prstGeom>
          <a:noFill/>
          <a:extLst>
            <a:ext uri="{909E8E84-426E-40DD-AFC4-6F175D3DCCD1}">
              <a14:hiddenFill xmlns:a14="http://schemas.microsoft.com/office/drawing/2010/main">
                <a:solidFill>
                  <a:srgbClr val="FFFFFF"/>
                </a:solidFill>
              </a14:hiddenFill>
            </a:ext>
          </a:extLst>
        </p:spPr>
      </p:pic>
      <p:pic>
        <p:nvPicPr>
          <p:cNvPr id="1031" name="Picture 7" descr="page12image26838144">
            <a:extLst>
              <a:ext uri="{FF2B5EF4-FFF2-40B4-BE49-F238E27FC236}">
                <a16:creationId xmlns:a16="http://schemas.microsoft.com/office/drawing/2014/main" id="{6F37B006-4FED-BE43-B2EF-C59E6EF6ECD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0" cy="800100"/>
          </a:xfrm>
          <a:prstGeom prst="rect">
            <a:avLst/>
          </a:prstGeom>
          <a:noFill/>
          <a:extLst>
            <a:ext uri="{909E8E84-426E-40DD-AFC4-6F175D3DCCD1}">
              <a14:hiddenFill xmlns:a14="http://schemas.microsoft.com/office/drawing/2010/main">
                <a:solidFill>
                  <a:srgbClr val="FFFFFF"/>
                </a:solidFill>
              </a14:hiddenFill>
            </a:ext>
          </a:extLst>
        </p:spPr>
      </p:pic>
      <p:sp>
        <p:nvSpPr>
          <p:cNvPr id="11" name="投影片編號版面配置區 10">
            <a:extLst>
              <a:ext uri="{FF2B5EF4-FFF2-40B4-BE49-F238E27FC236}">
                <a16:creationId xmlns:a16="http://schemas.microsoft.com/office/drawing/2014/main" id="{9A8BCBCC-4FA5-F04C-B00B-64C5D6922CA2}"/>
              </a:ext>
            </a:extLst>
          </p:cNvPr>
          <p:cNvSpPr>
            <a:spLocks noGrp="1"/>
          </p:cNvSpPr>
          <p:nvPr>
            <p:ph type="sldNum" sz="quarter" idx="12"/>
          </p:nvPr>
        </p:nvSpPr>
        <p:spPr/>
        <p:txBody>
          <a:bodyPr/>
          <a:lstStyle/>
          <a:p>
            <a:fld id="{020248C0-B2A5-044F-83C2-254167E2BAC8}" type="slidenum">
              <a:rPr kumimoji="1" lang="zh-TW" altLang="en-US" smtClean="0"/>
              <a:t>6</a:t>
            </a:fld>
            <a:endParaRPr kumimoji="1" lang="zh-TW" altLang="en-US" dirty="0"/>
          </a:p>
        </p:txBody>
      </p:sp>
      <p:grpSp>
        <p:nvGrpSpPr>
          <p:cNvPr id="41" name="群組 40">
            <a:extLst>
              <a:ext uri="{FF2B5EF4-FFF2-40B4-BE49-F238E27FC236}">
                <a16:creationId xmlns:a16="http://schemas.microsoft.com/office/drawing/2014/main" id="{A1F5674E-03F3-D241-8D14-7FEA6D5025F3}"/>
              </a:ext>
            </a:extLst>
          </p:cNvPr>
          <p:cNvGrpSpPr/>
          <p:nvPr/>
        </p:nvGrpSpPr>
        <p:grpSpPr>
          <a:xfrm>
            <a:off x="838200" y="3560138"/>
            <a:ext cx="10446798" cy="2631879"/>
            <a:chOff x="477174" y="2992582"/>
            <a:chExt cx="10446798" cy="2631879"/>
          </a:xfrm>
        </p:grpSpPr>
        <p:sp>
          <p:nvSpPr>
            <p:cNvPr id="15" name="圓柱 14">
              <a:extLst>
                <a:ext uri="{FF2B5EF4-FFF2-40B4-BE49-F238E27FC236}">
                  <a16:creationId xmlns:a16="http://schemas.microsoft.com/office/drawing/2014/main" id="{6DF469AA-E475-DF40-B92C-D31B4A1EE6F7}"/>
                </a:ext>
              </a:extLst>
            </p:cNvPr>
            <p:cNvSpPr/>
            <p:nvPr/>
          </p:nvSpPr>
          <p:spPr>
            <a:xfrm>
              <a:off x="838200" y="2992582"/>
              <a:ext cx="2054629" cy="1325563"/>
            </a:xfrm>
            <a:prstGeom prst="can">
              <a:avLst/>
            </a:prstGeom>
            <a:noFill/>
            <a:ln w="38100"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endParaRPr kumimoji="1" lang="zh-TW" altLang="en-US">
                <a:noFill/>
              </a:endParaRPr>
            </a:p>
          </p:txBody>
        </p:sp>
        <p:sp>
          <p:nvSpPr>
            <p:cNvPr id="19" name="文字方塊 18">
              <a:extLst>
                <a:ext uri="{FF2B5EF4-FFF2-40B4-BE49-F238E27FC236}">
                  <a16:creationId xmlns:a16="http://schemas.microsoft.com/office/drawing/2014/main" id="{7F4A1091-625E-3343-BD58-BB94FD888E45}"/>
                </a:ext>
              </a:extLst>
            </p:cNvPr>
            <p:cNvSpPr txBox="1"/>
            <p:nvPr/>
          </p:nvSpPr>
          <p:spPr>
            <a:xfrm>
              <a:off x="1372005" y="3563066"/>
              <a:ext cx="987771" cy="461665"/>
            </a:xfrm>
            <a:prstGeom prst="rect">
              <a:avLst/>
            </a:prstGeom>
            <a:noFill/>
          </p:spPr>
          <p:txBody>
            <a:bodyPr wrap="none" rtlCol="0">
              <a:spAutoFit/>
            </a:bodyPr>
            <a:lstStyle/>
            <a:p>
              <a:pPr algn="ctr"/>
              <a:r>
                <a:rPr kumimoji="1" lang="en-US" altLang="zh-TW" sz="2400" dirty="0">
                  <a:latin typeface="Times" pitchFamily="2" charset="0"/>
                </a:rPr>
                <a:t>Model</a:t>
              </a:r>
              <a:endParaRPr kumimoji="1" lang="zh-TW" altLang="en-US" sz="2400" dirty="0">
                <a:latin typeface="Times" pitchFamily="2" charset="0"/>
              </a:endParaRPr>
            </a:p>
          </p:txBody>
        </p:sp>
        <mc:AlternateContent xmlns:mc="http://schemas.openxmlformats.org/markup-compatibility/2006" xmlns:a14="http://schemas.microsoft.com/office/drawing/2010/main">
          <mc:Choice Requires="a14">
            <p:sp>
              <p:nvSpPr>
                <p:cNvPr id="21" name="文字方塊 20">
                  <a:extLst>
                    <a:ext uri="{FF2B5EF4-FFF2-40B4-BE49-F238E27FC236}">
                      <a16:creationId xmlns:a16="http://schemas.microsoft.com/office/drawing/2014/main" id="{7C0C3AFB-8A3B-5B4F-BBC8-7ACF081546C6}"/>
                    </a:ext>
                  </a:extLst>
                </p:cNvPr>
                <p:cNvSpPr txBox="1"/>
                <p:nvPr/>
              </p:nvSpPr>
              <p:spPr>
                <a:xfrm>
                  <a:off x="477174" y="4496132"/>
                  <a:ext cx="2527066" cy="830997"/>
                </a:xfrm>
                <a:prstGeom prst="rect">
                  <a:avLst/>
                </a:prstGeom>
                <a:noFill/>
              </p:spPr>
              <p:txBody>
                <a:bodyPr wrap="square" rtlCol="0">
                  <a:spAutoFit/>
                </a:bodyPr>
                <a:lstStyle/>
                <a:p>
                  <a:pPr algn="ctr"/>
                  <a:r>
                    <a:rPr kumimoji="1" lang="en-US" altLang="zh-TW" sz="2400" dirty="0">
                      <a:latin typeface="Times" pitchFamily="2" charset="0"/>
                    </a:rPr>
                    <a:t>A set of function</a:t>
                  </a:r>
                  <a14:m>
                    <m:oMath xmlns:m="http://schemas.openxmlformats.org/officeDocument/2006/math">
                      <m:r>
                        <a:rPr kumimoji="1" lang="en-US" altLang="zh-TW" sz="2400" b="0" i="1" smtClean="0">
                          <a:latin typeface="Cambria Math" panose="02040503050406030204" pitchFamily="18" charset="0"/>
                        </a:rPr>
                        <m:t>: </m:t>
                      </m:r>
                    </m:oMath>
                  </a14:m>
                  <a:endParaRPr kumimoji="1" lang="en-US" altLang="zh-TW" sz="2400" b="0" i="1" dirty="0">
                    <a:latin typeface="Cambria Math" panose="02040503050406030204" pitchFamily="18" charset="0"/>
                  </a:endParaRPr>
                </a:p>
                <a:p>
                  <a:pPr algn="ctr"/>
                  <a14:m>
                    <m:oMath xmlns:m="http://schemas.openxmlformats.org/officeDocument/2006/math">
                      <m:sSub>
                        <m:sSubPr>
                          <m:ctrlPr>
                            <a:rPr kumimoji="1" lang="en-US" altLang="zh-TW" sz="2400" i="1" smtClean="0">
                              <a:latin typeface="Cambria Math" panose="02040503050406030204" pitchFamily="18" charset="0"/>
                            </a:rPr>
                          </m:ctrlPr>
                        </m:sSubPr>
                        <m:e>
                          <m:r>
                            <a:rPr kumimoji="1" lang="en-US" altLang="zh-TW" sz="2400" b="0" i="1" smtClean="0">
                              <a:latin typeface="Cambria Math" panose="02040503050406030204" pitchFamily="18" charset="0"/>
                            </a:rPr>
                            <m:t>𝑓</m:t>
                          </m:r>
                        </m:e>
                        <m:sub>
                          <m:r>
                            <a:rPr kumimoji="1" lang="en-US" altLang="zh-TW" sz="2400" b="0" i="1" smtClean="0">
                              <a:latin typeface="Cambria Math" panose="02040503050406030204" pitchFamily="18" charset="0"/>
                            </a:rPr>
                            <m:t>1</m:t>
                          </m:r>
                        </m:sub>
                      </m:sSub>
                      <m:r>
                        <a:rPr kumimoji="1" lang="en-US" altLang="zh-TW" sz="2400" b="0" i="1" smtClean="0">
                          <a:latin typeface="Cambria Math" panose="02040503050406030204" pitchFamily="18" charset="0"/>
                        </a:rPr>
                        <m:t>,</m:t>
                      </m:r>
                      <m:sSub>
                        <m:sSubPr>
                          <m:ctrlPr>
                            <a:rPr kumimoji="1" lang="en-US" altLang="zh-TW" sz="2400" i="1">
                              <a:latin typeface="Cambria Math" panose="02040503050406030204" pitchFamily="18" charset="0"/>
                            </a:rPr>
                          </m:ctrlPr>
                        </m:sSubPr>
                        <m:e>
                          <m:r>
                            <a:rPr kumimoji="1" lang="en-US" altLang="zh-TW" sz="2400" i="1">
                              <a:latin typeface="Cambria Math" panose="02040503050406030204" pitchFamily="18" charset="0"/>
                            </a:rPr>
                            <m:t>𝑓</m:t>
                          </m:r>
                        </m:e>
                        <m:sub>
                          <m:r>
                            <a:rPr kumimoji="1" lang="en-US" altLang="zh-TW" sz="2400" b="0" i="1" smtClean="0">
                              <a:latin typeface="Cambria Math" panose="02040503050406030204" pitchFamily="18" charset="0"/>
                            </a:rPr>
                            <m:t>2</m:t>
                          </m:r>
                        </m:sub>
                      </m:sSub>
                      <m:r>
                        <a:rPr kumimoji="1" lang="en-US" altLang="zh-TW" sz="2400" i="1">
                          <a:latin typeface="Cambria Math" panose="02040503050406030204" pitchFamily="18" charset="0"/>
                        </a:rPr>
                        <m:t>,</m:t>
                      </m:r>
                    </m:oMath>
                  </a14:m>
                  <a:r>
                    <a:rPr kumimoji="1" lang="en-US" altLang="zh-TW" sz="2400" dirty="0"/>
                    <a:t> </a:t>
                  </a:r>
                  <a14:m>
                    <m:oMath xmlns:m="http://schemas.openxmlformats.org/officeDocument/2006/math">
                      <m:sSub>
                        <m:sSubPr>
                          <m:ctrlPr>
                            <a:rPr kumimoji="1" lang="en-US" altLang="zh-TW" sz="2400" i="1">
                              <a:latin typeface="Cambria Math" panose="02040503050406030204" pitchFamily="18" charset="0"/>
                            </a:rPr>
                          </m:ctrlPr>
                        </m:sSubPr>
                        <m:e>
                          <m:r>
                            <a:rPr kumimoji="1" lang="en-US" altLang="zh-TW" sz="2400" i="1">
                              <a:latin typeface="Cambria Math" panose="02040503050406030204" pitchFamily="18" charset="0"/>
                            </a:rPr>
                            <m:t>𝑓</m:t>
                          </m:r>
                        </m:e>
                        <m:sub>
                          <m:r>
                            <a:rPr kumimoji="1" lang="en-US" altLang="zh-TW" sz="2400" b="0" i="1" smtClean="0">
                              <a:latin typeface="Cambria Math" panose="02040503050406030204" pitchFamily="18" charset="0"/>
                            </a:rPr>
                            <m:t>3</m:t>
                          </m:r>
                        </m:sub>
                      </m:sSub>
                      <m:r>
                        <a:rPr kumimoji="1" lang="en-US" altLang="zh-TW" sz="2400" b="0" i="1" smtClean="0">
                          <a:latin typeface="Cambria Math" panose="02040503050406030204" pitchFamily="18" charset="0"/>
                        </a:rPr>
                        <m:t>…</m:t>
                      </m:r>
                    </m:oMath>
                  </a14:m>
                  <a:endParaRPr kumimoji="1" lang="zh-TW" altLang="en-US" sz="2400" dirty="0"/>
                </a:p>
              </p:txBody>
            </p:sp>
          </mc:Choice>
          <mc:Fallback xmlns="">
            <p:sp>
              <p:nvSpPr>
                <p:cNvPr id="21" name="文字方塊 20">
                  <a:extLst>
                    <a:ext uri="{FF2B5EF4-FFF2-40B4-BE49-F238E27FC236}">
                      <a16:creationId xmlns:a16="http://schemas.microsoft.com/office/drawing/2014/main" id="{7C0C3AFB-8A3B-5B4F-BBC8-7ACF081546C6}"/>
                    </a:ext>
                  </a:extLst>
                </p:cNvPr>
                <p:cNvSpPr txBox="1">
                  <a:spLocks noRot="1" noChangeAspect="1" noMove="1" noResize="1" noEditPoints="1" noAdjustHandles="1" noChangeArrowheads="1" noChangeShapeType="1" noTextEdit="1"/>
                </p:cNvSpPr>
                <p:nvPr/>
              </p:nvSpPr>
              <p:spPr>
                <a:xfrm>
                  <a:off x="477174" y="4496132"/>
                  <a:ext cx="2527066" cy="830997"/>
                </a:xfrm>
                <a:prstGeom prst="rect">
                  <a:avLst/>
                </a:prstGeom>
                <a:blipFill>
                  <a:blip r:embed="rId3"/>
                  <a:stretch>
                    <a:fillRect l="-1508" t="-4478" b="-14925"/>
                  </a:stretch>
                </a:blipFill>
              </p:spPr>
              <p:txBody>
                <a:bodyPr/>
                <a:lstStyle/>
                <a:p>
                  <a:r>
                    <a:rPr lang="zh-TW" altLang="en-US">
                      <a:noFill/>
                    </a:rPr>
                    <a:t> </a:t>
                  </a:r>
                </a:p>
              </p:txBody>
            </p:sp>
          </mc:Fallback>
        </mc:AlternateContent>
        <p:cxnSp>
          <p:nvCxnSpPr>
            <p:cNvPr id="23" name="直線箭頭接點 22">
              <a:extLst>
                <a:ext uri="{FF2B5EF4-FFF2-40B4-BE49-F238E27FC236}">
                  <a16:creationId xmlns:a16="http://schemas.microsoft.com/office/drawing/2014/main" id="{28ADB578-9EAA-C84C-A40B-BACD1605A2DD}"/>
                </a:ext>
              </a:extLst>
            </p:cNvPr>
            <p:cNvCxnSpPr>
              <a:cxnSpLocks/>
            </p:cNvCxnSpPr>
            <p:nvPr/>
          </p:nvCxnSpPr>
          <p:spPr>
            <a:xfrm>
              <a:off x="3175462" y="3650890"/>
              <a:ext cx="1130531" cy="0"/>
            </a:xfrm>
            <a:prstGeom prst="straightConnector1">
              <a:avLst/>
            </a:prstGeom>
            <a:ln w="5080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6" name="矩形 25">
              <a:extLst>
                <a:ext uri="{FF2B5EF4-FFF2-40B4-BE49-F238E27FC236}">
                  <a16:creationId xmlns:a16="http://schemas.microsoft.com/office/drawing/2014/main" id="{0891F635-BBEF-8C47-91C2-C79E47CB103D}"/>
                </a:ext>
              </a:extLst>
            </p:cNvPr>
            <p:cNvSpPr/>
            <p:nvPr/>
          </p:nvSpPr>
          <p:spPr>
            <a:xfrm>
              <a:off x="4588626" y="3071237"/>
              <a:ext cx="2344189" cy="1159309"/>
            </a:xfrm>
            <a:prstGeom prst="rect">
              <a:avLst/>
            </a:prstGeom>
            <a:noFill/>
            <a:ln w="4445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kumimoji="1" lang="zh-TW" altLang="en-US"/>
            </a:p>
          </p:txBody>
        </p:sp>
        <p:sp>
          <p:nvSpPr>
            <p:cNvPr id="28" name="文字方塊 27">
              <a:extLst>
                <a:ext uri="{FF2B5EF4-FFF2-40B4-BE49-F238E27FC236}">
                  <a16:creationId xmlns:a16="http://schemas.microsoft.com/office/drawing/2014/main" id="{5F715C97-22E7-5046-9059-D3BDB7E0BC8B}"/>
                </a:ext>
              </a:extLst>
            </p:cNvPr>
            <p:cNvSpPr txBox="1"/>
            <p:nvPr/>
          </p:nvSpPr>
          <p:spPr>
            <a:xfrm>
              <a:off x="4887724" y="3235392"/>
              <a:ext cx="1745991" cy="830997"/>
            </a:xfrm>
            <a:prstGeom prst="rect">
              <a:avLst/>
            </a:prstGeom>
            <a:noFill/>
          </p:spPr>
          <p:txBody>
            <a:bodyPr wrap="none" rtlCol="0">
              <a:spAutoFit/>
            </a:bodyPr>
            <a:lstStyle/>
            <a:p>
              <a:pPr algn="ctr"/>
              <a:r>
                <a:rPr kumimoji="1" lang="en-US" altLang="zh-TW" sz="2400" dirty="0">
                  <a:latin typeface="Times" pitchFamily="2" charset="0"/>
                </a:rPr>
                <a:t>Goodness of</a:t>
              </a:r>
            </a:p>
            <a:p>
              <a:pPr algn="ctr"/>
              <a:r>
                <a:rPr kumimoji="1" lang="en-US" altLang="zh-TW" sz="2400" dirty="0">
                  <a:latin typeface="Times" pitchFamily="2" charset="0"/>
                </a:rPr>
                <a:t>Function f</a:t>
              </a:r>
              <a:endParaRPr kumimoji="1" lang="zh-TW" altLang="en-US" sz="2400" dirty="0">
                <a:latin typeface="Times" pitchFamily="2" charset="0"/>
              </a:endParaRPr>
            </a:p>
          </p:txBody>
        </p:sp>
        <p:cxnSp>
          <p:nvCxnSpPr>
            <p:cNvPr id="33" name="直線箭頭接點 32">
              <a:extLst>
                <a:ext uri="{FF2B5EF4-FFF2-40B4-BE49-F238E27FC236}">
                  <a16:creationId xmlns:a16="http://schemas.microsoft.com/office/drawing/2014/main" id="{1087BE9F-98E1-7340-88AB-40819DDC26CF}"/>
                </a:ext>
              </a:extLst>
            </p:cNvPr>
            <p:cNvCxnSpPr>
              <a:cxnSpLocks/>
            </p:cNvCxnSpPr>
            <p:nvPr/>
          </p:nvCxnSpPr>
          <p:spPr>
            <a:xfrm>
              <a:off x="7268095" y="3660805"/>
              <a:ext cx="1130531" cy="0"/>
            </a:xfrm>
            <a:prstGeom prst="straightConnector1">
              <a:avLst/>
            </a:prstGeom>
            <a:ln w="50800">
              <a:solidFill>
                <a:schemeClr val="tx1">
                  <a:lumMod val="50000"/>
                  <a:lumOff val="50000"/>
                </a:schemeClr>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38" name="圓柱 37">
              <a:extLst>
                <a:ext uri="{FF2B5EF4-FFF2-40B4-BE49-F238E27FC236}">
                  <a16:creationId xmlns:a16="http://schemas.microsoft.com/office/drawing/2014/main" id="{88C1CEB1-8A24-3C45-872E-2355E6E8A311}"/>
                </a:ext>
              </a:extLst>
            </p:cNvPr>
            <p:cNvSpPr/>
            <p:nvPr/>
          </p:nvSpPr>
          <p:spPr>
            <a:xfrm>
              <a:off x="8869343" y="2998023"/>
              <a:ext cx="2054629" cy="1325563"/>
            </a:xfrm>
            <a:prstGeom prst="can">
              <a:avLst/>
            </a:prstGeom>
            <a:noFill/>
            <a:ln w="38100"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kumimoji="1" lang="zh-TW" altLang="en-US">
                <a:noFill/>
              </a:endParaRPr>
            </a:p>
          </p:txBody>
        </p:sp>
        <p:sp>
          <p:nvSpPr>
            <p:cNvPr id="39" name="文字方塊 38">
              <a:extLst>
                <a:ext uri="{FF2B5EF4-FFF2-40B4-BE49-F238E27FC236}">
                  <a16:creationId xmlns:a16="http://schemas.microsoft.com/office/drawing/2014/main" id="{0D15D92F-A357-7F41-A414-7991649D6241}"/>
                </a:ext>
              </a:extLst>
            </p:cNvPr>
            <p:cNvSpPr txBox="1"/>
            <p:nvPr/>
          </p:nvSpPr>
          <p:spPr>
            <a:xfrm>
              <a:off x="9299171" y="3404990"/>
              <a:ext cx="1232004" cy="830997"/>
            </a:xfrm>
            <a:prstGeom prst="rect">
              <a:avLst/>
            </a:prstGeom>
            <a:no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wrap="none" rtlCol="0">
              <a:spAutoFit/>
            </a:bodyPr>
            <a:lstStyle/>
            <a:p>
              <a:pPr algn="ctr"/>
              <a:r>
                <a:rPr kumimoji="1" lang="en-US" altLang="zh-TW" sz="2400" dirty="0">
                  <a:solidFill>
                    <a:sysClr val="windowText" lastClr="000000"/>
                  </a:solidFill>
                  <a:latin typeface="Times" pitchFamily="2" charset="0"/>
                </a:rPr>
                <a:t>Training</a:t>
              </a:r>
            </a:p>
            <a:p>
              <a:pPr algn="ctr"/>
              <a:r>
                <a:rPr kumimoji="1" lang="en-US" altLang="zh-TW" sz="2400" dirty="0">
                  <a:solidFill>
                    <a:sysClr val="windowText" lastClr="000000"/>
                  </a:solidFill>
                  <a:latin typeface="Times" pitchFamily="2" charset="0"/>
                </a:rPr>
                <a:t>Data</a:t>
              </a:r>
            </a:p>
          </p:txBody>
        </p:sp>
        <p:cxnSp>
          <p:nvCxnSpPr>
            <p:cNvPr id="42" name="直線箭頭接點 41">
              <a:extLst>
                <a:ext uri="{FF2B5EF4-FFF2-40B4-BE49-F238E27FC236}">
                  <a16:creationId xmlns:a16="http://schemas.microsoft.com/office/drawing/2014/main" id="{5B383E6C-EDDA-9345-A30E-A2EFB822B627}"/>
                </a:ext>
              </a:extLst>
            </p:cNvPr>
            <p:cNvCxnSpPr>
              <a:cxnSpLocks/>
            </p:cNvCxnSpPr>
            <p:nvPr/>
          </p:nvCxnSpPr>
          <p:spPr>
            <a:xfrm>
              <a:off x="5760719" y="4320042"/>
              <a:ext cx="0" cy="898375"/>
            </a:xfrm>
            <a:prstGeom prst="straightConnector1">
              <a:avLst/>
            </a:prstGeom>
            <a:ln w="5080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4" name="文字方塊 43">
              <a:extLst>
                <a:ext uri="{FF2B5EF4-FFF2-40B4-BE49-F238E27FC236}">
                  <a16:creationId xmlns:a16="http://schemas.microsoft.com/office/drawing/2014/main" id="{AF07F00A-BABB-3641-9F81-397EBBE2473D}"/>
                </a:ext>
              </a:extLst>
            </p:cNvPr>
            <p:cNvSpPr txBox="1"/>
            <p:nvPr/>
          </p:nvSpPr>
          <p:spPr>
            <a:xfrm>
              <a:off x="4411223" y="5162796"/>
              <a:ext cx="2856872" cy="461665"/>
            </a:xfrm>
            <a:prstGeom prst="rect">
              <a:avLst/>
            </a:prstGeom>
            <a:noFill/>
          </p:spPr>
          <p:txBody>
            <a:bodyPr wrap="none" rtlCol="0">
              <a:spAutoFit/>
            </a:bodyPr>
            <a:lstStyle/>
            <a:p>
              <a:r>
                <a:rPr kumimoji="1" lang="en-US" altLang="zh-TW" sz="2400" dirty="0">
                  <a:solidFill>
                    <a:schemeClr val="accent1">
                      <a:lumMod val="50000"/>
                    </a:schemeClr>
                  </a:solidFill>
                  <a:latin typeface="Times" pitchFamily="2" charset="0"/>
                </a:rPr>
                <a:t>Pick the best function</a:t>
              </a:r>
            </a:p>
          </p:txBody>
        </p:sp>
      </p:grpSp>
      <p:sp>
        <p:nvSpPr>
          <p:cNvPr id="48" name="文字方塊 47">
            <a:extLst>
              <a:ext uri="{FF2B5EF4-FFF2-40B4-BE49-F238E27FC236}">
                <a16:creationId xmlns:a16="http://schemas.microsoft.com/office/drawing/2014/main" id="{AF9D8C9C-D3B3-3B49-9F18-0F12EC25396B}"/>
              </a:ext>
            </a:extLst>
          </p:cNvPr>
          <p:cNvSpPr txBox="1"/>
          <p:nvPr/>
        </p:nvSpPr>
        <p:spPr>
          <a:xfrm>
            <a:off x="5982900" y="2587556"/>
            <a:ext cx="3677297" cy="923330"/>
          </a:xfrm>
          <a:prstGeom prst="rect">
            <a:avLst/>
          </a:prstGeom>
          <a:noFill/>
        </p:spPr>
        <p:txBody>
          <a:bodyPr wrap="square" lIns="0" tIns="0" rIns="0" bIns="0" rtlCol="0">
            <a:spAutoFit/>
          </a:bodyPr>
          <a:lstStyle/>
          <a:p>
            <a:pPr algn="ctr"/>
            <a:r>
              <a:rPr kumimoji="1" lang="en-US" altLang="zh-TW" sz="2000" b="1" dirty="0">
                <a:solidFill>
                  <a:schemeClr val="accent1">
                    <a:lumMod val="50000"/>
                  </a:schemeClr>
                </a:solidFill>
                <a:latin typeface="Times" pitchFamily="2" charset="0"/>
              </a:rPr>
              <a:t>Loss function L</a:t>
            </a:r>
          </a:p>
          <a:p>
            <a:pPr algn="ctr"/>
            <a:r>
              <a:rPr kumimoji="1" lang="en-US" altLang="zh-TW" sz="2000" dirty="0">
                <a:solidFill>
                  <a:schemeClr val="accent1">
                    <a:lumMod val="50000"/>
                  </a:schemeClr>
                </a:solidFill>
                <a:latin typeface="Times" pitchFamily="2" charset="0"/>
              </a:rPr>
              <a:t>input: function</a:t>
            </a:r>
          </a:p>
          <a:p>
            <a:pPr algn="ctr"/>
            <a:r>
              <a:rPr kumimoji="1" lang="en-US" altLang="zh-TW" sz="2000" dirty="0">
                <a:solidFill>
                  <a:schemeClr val="accent1">
                    <a:lumMod val="50000"/>
                  </a:schemeClr>
                </a:solidFill>
                <a:latin typeface="Times" pitchFamily="2" charset="0"/>
              </a:rPr>
              <a:t>Output: how bad the function is</a:t>
            </a:r>
            <a:endParaRPr kumimoji="1" lang="zh-TW" altLang="en-US" sz="2000" dirty="0">
              <a:solidFill>
                <a:schemeClr val="accent1">
                  <a:lumMod val="50000"/>
                </a:schemeClr>
              </a:solidFill>
              <a:latin typeface="Times" pitchFamily="2" charset="0"/>
            </a:endParaRPr>
          </a:p>
        </p:txBody>
      </p:sp>
      <mc:AlternateContent xmlns:mc="http://schemas.openxmlformats.org/markup-compatibility/2006" xmlns:a14="http://schemas.microsoft.com/office/drawing/2010/main">
        <mc:Choice Requires="a14">
          <p:sp>
            <p:nvSpPr>
              <p:cNvPr id="43" name="文字方塊 42">
                <a:extLst>
                  <a:ext uri="{FF2B5EF4-FFF2-40B4-BE49-F238E27FC236}">
                    <a16:creationId xmlns:a16="http://schemas.microsoft.com/office/drawing/2014/main" id="{B7780FEF-06C1-6641-A7E9-A11E39EE8EC6}"/>
                  </a:ext>
                </a:extLst>
              </p:cNvPr>
              <p:cNvSpPr txBox="1"/>
              <p:nvPr/>
            </p:nvSpPr>
            <p:spPr>
              <a:xfrm>
                <a:off x="1199225" y="1999562"/>
                <a:ext cx="2054629"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kumimoji="1" lang="en-US" altLang="zh-TW" sz="2800" b="0" i="1" smtClean="0">
                          <a:latin typeface="Cambria Math" panose="02040503050406030204" pitchFamily="18" charset="0"/>
                        </a:rPr>
                        <m:t>𝑦</m:t>
                      </m:r>
                      <m:r>
                        <a:rPr kumimoji="1" lang="en-US" altLang="zh-TW" sz="2800" b="0" i="1" smtClean="0">
                          <a:latin typeface="Cambria Math" panose="02040503050406030204" pitchFamily="18" charset="0"/>
                        </a:rPr>
                        <m:t>=</m:t>
                      </m:r>
                      <m:r>
                        <a:rPr kumimoji="1" lang="en-US" altLang="zh-TW" sz="2800" b="0" i="1" smtClean="0">
                          <a:latin typeface="Cambria Math" panose="02040503050406030204" pitchFamily="18" charset="0"/>
                        </a:rPr>
                        <m:t>𝑤𝑥</m:t>
                      </m:r>
                      <m:r>
                        <a:rPr kumimoji="1" lang="en-US" altLang="zh-TW" sz="2800" b="0" i="1" smtClean="0">
                          <a:latin typeface="Cambria Math" panose="02040503050406030204" pitchFamily="18" charset="0"/>
                        </a:rPr>
                        <m:t>+</m:t>
                      </m:r>
                      <m:r>
                        <a:rPr kumimoji="1" lang="en-US" altLang="zh-TW" sz="2800" b="0" i="1" smtClean="0">
                          <a:latin typeface="Cambria Math" panose="02040503050406030204" pitchFamily="18" charset="0"/>
                        </a:rPr>
                        <m:t>𝑏</m:t>
                      </m:r>
                    </m:oMath>
                  </m:oMathPara>
                </a14:m>
                <a:endParaRPr kumimoji="1" lang="zh-TW" altLang="en-US" sz="2800" dirty="0"/>
              </a:p>
            </p:txBody>
          </p:sp>
        </mc:Choice>
        <mc:Fallback xmlns="">
          <p:sp>
            <p:nvSpPr>
              <p:cNvPr id="43" name="文字方塊 42">
                <a:extLst>
                  <a:ext uri="{FF2B5EF4-FFF2-40B4-BE49-F238E27FC236}">
                    <a16:creationId xmlns:a16="http://schemas.microsoft.com/office/drawing/2014/main" id="{B7780FEF-06C1-6641-A7E9-A11E39EE8EC6}"/>
                  </a:ext>
                </a:extLst>
              </p:cNvPr>
              <p:cNvSpPr txBox="1">
                <a:spLocks noRot="1" noChangeAspect="1" noMove="1" noResize="1" noEditPoints="1" noAdjustHandles="1" noChangeArrowheads="1" noChangeShapeType="1" noTextEdit="1"/>
              </p:cNvSpPr>
              <p:nvPr/>
            </p:nvSpPr>
            <p:spPr>
              <a:xfrm>
                <a:off x="1199225" y="1999562"/>
                <a:ext cx="2054629" cy="523220"/>
              </a:xfrm>
              <a:prstGeom prst="rect">
                <a:avLst/>
              </a:prstGeom>
              <a:blipFill>
                <a:blip r:embed="rId4"/>
                <a:stretch>
                  <a:fillRect b="-9524"/>
                </a:stretch>
              </a:blipFill>
            </p:spPr>
            <p:txBody>
              <a:bodyPr/>
              <a:lstStyle/>
              <a:p>
                <a:r>
                  <a:rPr lang="zh-TW" altLang="en-US">
                    <a:noFill/>
                  </a:rPr>
                  <a:t> </a:t>
                </a:r>
              </a:p>
            </p:txBody>
          </p:sp>
        </mc:Fallback>
      </mc:AlternateContent>
      <p:sp>
        <p:nvSpPr>
          <p:cNvPr id="54" name="文字方塊 53">
            <a:extLst>
              <a:ext uri="{FF2B5EF4-FFF2-40B4-BE49-F238E27FC236}">
                <a16:creationId xmlns:a16="http://schemas.microsoft.com/office/drawing/2014/main" id="{096F5786-E50C-F947-9BF6-1955CDA29910}"/>
              </a:ext>
            </a:extLst>
          </p:cNvPr>
          <p:cNvSpPr txBox="1"/>
          <p:nvPr/>
        </p:nvSpPr>
        <p:spPr>
          <a:xfrm>
            <a:off x="9243255" y="5162080"/>
            <a:ext cx="816249" cy="461665"/>
          </a:xfrm>
          <a:prstGeom prst="rect">
            <a:avLst/>
          </a:prstGeom>
          <a:noFill/>
        </p:spPr>
        <p:txBody>
          <a:bodyPr wrap="none" rtlCol="0">
            <a:spAutoFit/>
          </a:bodyPr>
          <a:lstStyle/>
          <a:p>
            <a:r>
              <a:rPr kumimoji="1" lang="en-US" altLang="zh-TW" sz="2400" dirty="0">
                <a:solidFill>
                  <a:schemeClr val="accent2">
                    <a:lumMod val="50000"/>
                  </a:schemeClr>
                </a:solidFill>
                <a:latin typeface="Times" pitchFamily="2" charset="0"/>
              </a:rPr>
              <a:t>input</a:t>
            </a:r>
          </a:p>
        </p:txBody>
      </p:sp>
      <p:sp>
        <p:nvSpPr>
          <p:cNvPr id="55" name="文字方塊 54">
            <a:extLst>
              <a:ext uri="{FF2B5EF4-FFF2-40B4-BE49-F238E27FC236}">
                <a16:creationId xmlns:a16="http://schemas.microsoft.com/office/drawing/2014/main" id="{ED142C27-5CC5-6246-8AEA-940693198FD8}"/>
              </a:ext>
            </a:extLst>
          </p:cNvPr>
          <p:cNvSpPr txBox="1"/>
          <p:nvPr/>
        </p:nvSpPr>
        <p:spPr>
          <a:xfrm>
            <a:off x="9243255" y="5530718"/>
            <a:ext cx="1891865" cy="461665"/>
          </a:xfrm>
          <a:prstGeom prst="rect">
            <a:avLst/>
          </a:prstGeom>
          <a:noFill/>
        </p:spPr>
        <p:txBody>
          <a:bodyPr wrap="none" rtlCol="0">
            <a:spAutoFit/>
          </a:bodyPr>
          <a:lstStyle/>
          <a:p>
            <a:r>
              <a:rPr kumimoji="1" lang="en-US" altLang="zh-TW" sz="2400" dirty="0">
                <a:solidFill>
                  <a:schemeClr val="accent2">
                    <a:lumMod val="50000"/>
                  </a:schemeClr>
                </a:solidFill>
                <a:latin typeface="Times" pitchFamily="2" charset="0"/>
              </a:rPr>
              <a:t>output(scalar)</a:t>
            </a:r>
          </a:p>
        </p:txBody>
      </p:sp>
      <p:sp>
        <p:nvSpPr>
          <p:cNvPr id="27" name="文字方塊 26">
            <a:extLst>
              <a:ext uri="{FF2B5EF4-FFF2-40B4-BE49-F238E27FC236}">
                <a16:creationId xmlns:a16="http://schemas.microsoft.com/office/drawing/2014/main" id="{00AFE8A4-0E1E-FB4B-88E3-287590D95145}"/>
              </a:ext>
            </a:extLst>
          </p:cNvPr>
          <p:cNvSpPr txBox="1"/>
          <p:nvPr/>
        </p:nvSpPr>
        <p:spPr>
          <a:xfrm>
            <a:off x="9299171" y="2725948"/>
            <a:ext cx="2054629" cy="400110"/>
          </a:xfrm>
          <a:prstGeom prst="rect">
            <a:avLst/>
          </a:prstGeom>
          <a:noFill/>
          <a:ln>
            <a:solidFill>
              <a:schemeClr val="tx1"/>
            </a:solidFill>
            <a:prstDash val="sysDash"/>
          </a:ln>
        </p:spPr>
        <p:txBody>
          <a:bodyPr wrap="square">
            <a:spAutoFit/>
          </a:bodyPr>
          <a:lstStyle/>
          <a:p>
            <a:pPr algn="ctr"/>
            <a:r>
              <a:rPr lang="en" altLang="zh-TW" sz="2000" b="0" i="0" u="none" strike="noStrike" dirty="0">
                <a:solidFill>
                  <a:schemeClr val="accent1">
                    <a:lumMod val="75000"/>
                  </a:schemeClr>
                </a:solidFill>
                <a:effectLst/>
                <a:latin typeface="Times" pitchFamily="2" charset="0"/>
              </a:rPr>
              <a:t>Gradient Descent</a:t>
            </a:r>
            <a:endParaRPr lang="zh-TW" altLang="en-US" sz="2000" dirty="0">
              <a:solidFill>
                <a:schemeClr val="accent1">
                  <a:lumMod val="75000"/>
                </a:schemeClr>
              </a:solidFill>
              <a:latin typeface="Times" pitchFamily="2" charset="0"/>
            </a:endParaRPr>
          </a:p>
        </p:txBody>
      </p:sp>
    </p:spTree>
    <p:extLst>
      <p:ext uri="{BB962C8B-B14F-4D97-AF65-F5344CB8AC3E}">
        <p14:creationId xmlns:p14="http://schemas.microsoft.com/office/powerpoint/2010/main" val="40423202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856B3D6-D214-C344-8410-80D995E26EE9}"/>
              </a:ext>
            </a:extLst>
          </p:cNvPr>
          <p:cNvSpPr>
            <a:spLocks noGrp="1"/>
          </p:cNvSpPr>
          <p:nvPr>
            <p:ph type="title"/>
          </p:nvPr>
        </p:nvSpPr>
        <p:spPr/>
        <p:txBody>
          <a:bodyPr/>
          <a:lstStyle/>
          <a:p>
            <a:pPr algn="ctr"/>
            <a:r>
              <a:rPr lang="en" altLang="zh-TW" dirty="0">
                <a:latin typeface="Times" pitchFamily="2" charset="0"/>
              </a:rPr>
              <a:t>Decision Tree</a:t>
            </a:r>
          </a:p>
        </p:txBody>
      </p:sp>
      <p:sp>
        <p:nvSpPr>
          <p:cNvPr id="8" name="內容版面配置區 7">
            <a:extLst>
              <a:ext uri="{FF2B5EF4-FFF2-40B4-BE49-F238E27FC236}">
                <a16:creationId xmlns:a16="http://schemas.microsoft.com/office/drawing/2014/main" id="{32FC02C7-BA2E-154D-A2F2-31E0807EC09F}"/>
              </a:ext>
            </a:extLst>
          </p:cNvPr>
          <p:cNvSpPr>
            <a:spLocks noGrp="1"/>
          </p:cNvSpPr>
          <p:nvPr>
            <p:ph idx="1"/>
          </p:nvPr>
        </p:nvSpPr>
        <p:spPr/>
        <p:txBody>
          <a:bodyPr/>
          <a:lstStyle/>
          <a:p>
            <a:r>
              <a:rPr lang="en-US" altLang="zh-TW" dirty="0">
                <a:latin typeface="Times" pitchFamily="2" charset="0"/>
              </a:rPr>
              <a:t>Classification and regression tree(CART)</a:t>
            </a:r>
          </a:p>
          <a:p>
            <a:r>
              <a:rPr lang="en" altLang="zh-TW" dirty="0">
                <a:latin typeface="Times" pitchFamily="2" charset="0"/>
              </a:rPr>
              <a:t>Iterative </a:t>
            </a:r>
            <a:r>
              <a:rPr lang="en" altLang="zh-TW" dirty="0" err="1">
                <a:latin typeface="Times" pitchFamily="2" charset="0"/>
              </a:rPr>
              <a:t>Dichotomiser</a:t>
            </a:r>
            <a:r>
              <a:rPr lang="en" altLang="zh-TW" dirty="0">
                <a:latin typeface="Times" pitchFamily="2" charset="0"/>
              </a:rPr>
              <a:t> 3(ID3)</a:t>
            </a:r>
          </a:p>
          <a:p>
            <a:r>
              <a:rPr lang="en" altLang="zh-TW" dirty="0">
                <a:latin typeface="Times" pitchFamily="2" charset="0"/>
              </a:rPr>
              <a:t>Automatic Interaction Detection (CHAID)</a:t>
            </a:r>
          </a:p>
          <a:p>
            <a:r>
              <a:rPr lang="en" altLang="zh-TW" dirty="0">
                <a:latin typeface="Times" pitchFamily="2" charset="0"/>
              </a:rPr>
              <a:t>Chi-Squared C4.5</a:t>
            </a:r>
            <a:endParaRPr lang="zh-TW" altLang="en-US" dirty="0">
              <a:latin typeface="Times" pitchFamily="2" charset="0"/>
            </a:endParaRPr>
          </a:p>
        </p:txBody>
      </p:sp>
      <p:sp>
        <p:nvSpPr>
          <p:cNvPr id="6" name="投影片編號版面配置區 5">
            <a:extLst>
              <a:ext uri="{FF2B5EF4-FFF2-40B4-BE49-F238E27FC236}">
                <a16:creationId xmlns:a16="http://schemas.microsoft.com/office/drawing/2014/main" id="{ECD4838A-4139-3A4B-8637-B9C0A9D52E6B}"/>
              </a:ext>
            </a:extLst>
          </p:cNvPr>
          <p:cNvSpPr>
            <a:spLocks noGrp="1"/>
          </p:cNvSpPr>
          <p:nvPr>
            <p:ph type="sldNum" sz="quarter" idx="12"/>
          </p:nvPr>
        </p:nvSpPr>
        <p:spPr/>
        <p:txBody>
          <a:bodyPr/>
          <a:lstStyle/>
          <a:p>
            <a:fld id="{020248C0-B2A5-044F-83C2-254167E2BAC8}" type="slidenum">
              <a:rPr kumimoji="1" lang="zh-TW" altLang="en-US" smtClean="0"/>
              <a:t>7</a:t>
            </a:fld>
            <a:endParaRPr kumimoji="1" lang="zh-TW" altLang="en-US"/>
          </a:p>
        </p:txBody>
      </p:sp>
      <p:pic>
        <p:nvPicPr>
          <p:cNvPr id="1025" name="Picture 1" descr="page12image26838144">
            <a:extLst>
              <a:ext uri="{FF2B5EF4-FFF2-40B4-BE49-F238E27FC236}">
                <a16:creationId xmlns:a16="http://schemas.microsoft.com/office/drawing/2014/main" id="{1E816F1A-319C-0C47-A4C4-261EA7F5896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0" cy="800100"/>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descr="page12image26838144">
            <a:extLst>
              <a:ext uri="{FF2B5EF4-FFF2-40B4-BE49-F238E27FC236}">
                <a16:creationId xmlns:a16="http://schemas.microsoft.com/office/drawing/2014/main" id="{59A1E593-596B-634C-9D8F-54D126FDBE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0" cy="800100"/>
          </a:xfrm>
          <a:prstGeom prst="rect">
            <a:avLst/>
          </a:prstGeom>
          <a:noFill/>
          <a:extLst>
            <a:ext uri="{909E8E84-426E-40DD-AFC4-6F175D3DCCD1}">
              <a14:hiddenFill xmlns:a14="http://schemas.microsoft.com/office/drawing/2010/main">
                <a:solidFill>
                  <a:srgbClr val="FFFFFF"/>
                </a:solidFill>
              </a14:hiddenFill>
            </a:ext>
          </a:extLst>
        </p:spPr>
      </p:pic>
      <p:pic>
        <p:nvPicPr>
          <p:cNvPr id="1029" name="Picture 5" descr="page12image26838144">
            <a:extLst>
              <a:ext uri="{FF2B5EF4-FFF2-40B4-BE49-F238E27FC236}">
                <a16:creationId xmlns:a16="http://schemas.microsoft.com/office/drawing/2014/main" id="{229995F6-B353-EF4D-962F-1905A98A4CD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0" cy="800100"/>
          </a:xfrm>
          <a:prstGeom prst="rect">
            <a:avLst/>
          </a:prstGeom>
          <a:noFill/>
          <a:extLst>
            <a:ext uri="{909E8E84-426E-40DD-AFC4-6F175D3DCCD1}">
              <a14:hiddenFill xmlns:a14="http://schemas.microsoft.com/office/drawing/2010/main">
                <a:solidFill>
                  <a:srgbClr val="FFFFFF"/>
                </a:solidFill>
              </a14:hiddenFill>
            </a:ext>
          </a:extLst>
        </p:spPr>
      </p:pic>
      <p:pic>
        <p:nvPicPr>
          <p:cNvPr id="1031" name="Picture 7" descr="page12image26838144">
            <a:extLst>
              <a:ext uri="{FF2B5EF4-FFF2-40B4-BE49-F238E27FC236}">
                <a16:creationId xmlns:a16="http://schemas.microsoft.com/office/drawing/2014/main" id="{6F37B006-4FED-BE43-B2EF-C59E6EF6ECD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0" cy="800100"/>
          </a:xfrm>
          <a:prstGeom prst="rect">
            <a:avLst/>
          </a:prstGeom>
          <a:noFill/>
          <a:extLst>
            <a:ext uri="{909E8E84-426E-40DD-AFC4-6F175D3DCCD1}">
              <a14:hiddenFill xmlns:a14="http://schemas.microsoft.com/office/drawing/2010/main">
                <a:solidFill>
                  <a:srgbClr val="FFFFFF"/>
                </a:solidFill>
              </a14:hiddenFill>
            </a:ext>
          </a:extLst>
        </p:spPr>
      </p:pic>
      <p:pic>
        <p:nvPicPr>
          <p:cNvPr id="16" name="圖片 15">
            <a:extLst>
              <a:ext uri="{FF2B5EF4-FFF2-40B4-BE49-F238E27FC236}">
                <a16:creationId xmlns:a16="http://schemas.microsoft.com/office/drawing/2014/main" id="{2A12E343-F432-EA43-B41A-AC996DF7FA84}"/>
              </a:ext>
            </a:extLst>
          </p:cNvPr>
          <p:cNvPicPr>
            <a:picLocks noChangeAspect="1"/>
          </p:cNvPicPr>
          <p:nvPr/>
        </p:nvPicPr>
        <p:blipFill>
          <a:blip r:embed="rId4"/>
          <a:stretch>
            <a:fillRect/>
          </a:stretch>
        </p:blipFill>
        <p:spPr>
          <a:xfrm>
            <a:off x="5835650" y="3266567"/>
            <a:ext cx="5549900" cy="3187700"/>
          </a:xfrm>
          <a:prstGeom prst="rect">
            <a:avLst/>
          </a:prstGeom>
        </p:spPr>
      </p:pic>
      <p:sp>
        <p:nvSpPr>
          <p:cNvPr id="53" name="文字方塊 52">
            <a:extLst>
              <a:ext uri="{FF2B5EF4-FFF2-40B4-BE49-F238E27FC236}">
                <a16:creationId xmlns:a16="http://schemas.microsoft.com/office/drawing/2014/main" id="{3778FEA8-D608-754A-AA78-7BD6FF723EB3}"/>
              </a:ext>
            </a:extLst>
          </p:cNvPr>
          <p:cNvSpPr txBox="1"/>
          <p:nvPr/>
        </p:nvSpPr>
        <p:spPr>
          <a:xfrm>
            <a:off x="9203723" y="2450959"/>
            <a:ext cx="2642070" cy="1631216"/>
          </a:xfrm>
          <a:prstGeom prst="rect">
            <a:avLst/>
          </a:prstGeom>
          <a:noFill/>
        </p:spPr>
        <p:txBody>
          <a:bodyPr wrap="none" rtlCol="0">
            <a:spAutoFit/>
          </a:bodyPr>
          <a:lstStyle/>
          <a:p>
            <a:r>
              <a:rPr kumimoji="1" lang="en-US" altLang="zh-TW" sz="2000" dirty="0">
                <a:solidFill>
                  <a:srgbClr val="C00000"/>
                </a:solidFill>
                <a:latin typeface="Times" pitchFamily="2" charset="0"/>
              </a:rPr>
              <a:t>Conditions for splitting:</a:t>
            </a:r>
          </a:p>
          <a:p>
            <a:pPr marL="342900" indent="-342900">
              <a:buAutoNum type="arabicParenBoth"/>
            </a:pPr>
            <a:r>
              <a:rPr kumimoji="1" lang="en-US" altLang="zh-TW" sz="2000" dirty="0">
                <a:solidFill>
                  <a:srgbClr val="C00000"/>
                </a:solidFill>
                <a:latin typeface="Times" pitchFamily="2" charset="0"/>
              </a:rPr>
              <a:t>Information gain</a:t>
            </a:r>
          </a:p>
          <a:p>
            <a:pPr marL="342900" indent="-342900">
              <a:buAutoNum type="arabicParenBoth"/>
            </a:pPr>
            <a:r>
              <a:rPr kumimoji="1" lang="en-US" altLang="zh-TW" sz="2000" dirty="0">
                <a:solidFill>
                  <a:srgbClr val="C00000"/>
                </a:solidFill>
                <a:latin typeface="Times" pitchFamily="2" charset="0"/>
              </a:rPr>
              <a:t>Gini Index</a:t>
            </a:r>
          </a:p>
          <a:p>
            <a:pPr marL="342900" indent="-342900">
              <a:buAutoNum type="arabicParenBoth"/>
            </a:pPr>
            <a:r>
              <a:rPr kumimoji="1" lang="en-US" altLang="zh-TW" sz="2000" dirty="0">
                <a:solidFill>
                  <a:srgbClr val="C00000"/>
                </a:solidFill>
                <a:latin typeface="Times" pitchFamily="2" charset="0"/>
              </a:rPr>
              <a:t>Entropy </a:t>
            </a:r>
            <a:endParaRPr kumimoji="1" lang="zh-TW" altLang="en-US" sz="2000" dirty="0">
              <a:solidFill>
                <a:srgbClr val="C00000"/>
              </a:solidFill>
              <a:latin typeface="Times" pitchFamily="2" charset="0"/>
            </a:endParaRPr>
          </a:p>
          <a:p>
            <a:endParaRPr kumimoji="1" lang="zh-TW" altLang="en-US" sz="2000" dirty="0">
              <a:solidFill>
                <a:srgbClr val="C00000"/>
              </a:solidFill>
              <a:latin typeface="Times" pitchFamily="2" charset="0"/>
            </a:endParaRPr>
          </a:p>
        </p:txBody>
      </p:sp>
    </p:spTree>
    <p:extLst>
      <p:ext uri="{BB962C8B-B14F-4D97-AF65-F5344CB8AC3E}">
        <p14:creationId xmlns:p14="http://schemas.microsoft.com/office/powerpoint/2010/main" val="30949320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856B3D6-D214-C344-8410-80D995E26EE9}"/>
              </a:ext>
            </a:extLst>
          </p:cNvPr>
          <p:cNvSpPr>
            <a:spLocks noGrp="1"/>
          </p:cNvSpPr>
          <p:nvPr>
            <p:ph type="title"/>
          </p:nvPr>
        </p:nvSpPr>
        <p:spPr/>
        <p:txBody>
          <a:bodyPr/>
          <a:lstStyle/>
          <a:p>
            <a:pPr algn="ctr"/>
            <a:r>
              <a:rPr lang="en" altLang="zh-TW" dirty="0" err="1">
                <a:latin typeface="Times" pitchFamily="2" charset="0"/>
              </a:rPr>
              <a:t>Naïve</a:t>
            </a:r>
            <a:r>
              <a:rPr lang="en" altLang="zh-TW" dirty="0">
                <a:latin typeface="Times" pitchFamily="2" charset="0"/>
              </a:rPr>
              <a:t> Bayes</a:t>
            </a:r>
          </a:p>
        </p:txBody>
      </p:sp>
      <mc:AlternateContent xmlns:mc="http://schemas.openxmlformats.org/markup-compatibility/2006" xmlns:a14="http://schemas.microsoft.com/office/drawing/2010/main">
        <mc:Choice Requires="a14">
          <p:sp>
            <p:nvSpPr>
              <p:cNvPr id="77" name="內容版面配置區 76">
                <a:extLst>
                  <a:ext uri="{FF2B5EF4-FFF2-40B4-BE49-F238E27FC236}">
                    <a16:creationId xmlns:a16="http://schemas.microsoft.com/office/drawing/2014/main" id="{B6D10EA7-C89C-5542-AD8E-B0571547E9FC}"/>
                  </a:ext>
                </a:extLst>
              </p:cNvPr>
              <p:cNvSpPr>
                <a:spLocks noGrp="1"/>
              </p:cNvSpPr>
              <p:nvPr>
                <p:ph idx="1"/>
              </p:nvPr>
            </p:nvSpPr>
            <p:spPr/>
            <p:txBody>
              <a:bodyPr>
                <a:normAutofit/>
              </a:bodyPr>
              <a:lstStyle/>
              <a:p>
                <a:pPr marL="0" indent="0">
                  <a:buNone/>
                </a:pPr>
                <a:endParaRPr lang="en" altLang="zh-TW" dirty="0">
                  <a:latin typeface="Times" pitchFamily="2" charset="0"/>
                </a:endParaRPr>
              </a:p>
              <a:p>
                <a:pPr marL="0" indent="0">
                  <a:buNone/>
                </a:pPr>
                <a:endParaRPr lang="en" altLang="zh-TW" dirty="0">
                  <a:latin typeface="Times" pitchFamily="2" charset="0"/>
                </a:endParaRPr>
              </a:p>
              <a:p>
                <a:pPr marL="0" indent="0">
                  <a:buNone/>
                </a:pPr>
                <a:endParaRPr lang="en" altLang="zh-TW" dirty="0">
                  <a:latin typeface="Times" pitchFamily="2" charset="0"/>
                </a:endParaRPr>
              </a:p>
              <a:p>
                <a14:m>
                  <m:oMath xmlns:m="http://schemas.openxmlformats.org/officeDocument/2006/math">
                    <m:r>
                      <a:rPr lang="en-US" altLang="zh-TW" i="1">
                        <a:latin typeface="Cambria Math" panose="02040503050406030204" pitchFamily="18" charset="0"/>
                      </a:rPr>
                      <m:t>𝑃</m:t>
                    </m:r>
                    <m:d>
                      <m:dPr>
                        <m:ctrlPr>
                          <a:rPr lang="en-US" altLang="zh-TW" i="1">
                            <a:latin typeface="Cambria Math" panose="02040503050406030204" pitchFamily="18" charset="0"/>
                          </a:rPr>
                        </m:ctrlPr>
                      </m:dPr>
                      <m:e>
                        <m:sSub>
                          <m:sSubPr>
                            <m:ctrlPr>
                              <a:rPr lang="en-US" altLang="zh-TW" i="1">
                                <a:latin typeface="Cambria Math" panose="02040503050406030204" pitchFamily="18" charset="0"/>
                              </a:rPr>
                            </m:ctrlPr>
                          </m:sSubPr>
                          <m:e>
                            <m:r>
                              <a:rPr lang="en-US" altLang="zh-TW" i="1">
                                <a:latin typeface="Cambria Math" panose="02040503050406030204" pitchFamily="18" charset="0"/>
                              </a:rPr>
                              <m:t>𝐶</m:t>
                            </m:r>
                          </m:e>
                          <m:sub>
                            <m:r>
                              <a:rPr lang="en-US" altLang="zh-TW" i="1">
                                <a:latin typeface="Cambria Math" panose="02040503050406030204" pitchFamily="18" charset="0"/>
                              </a:rPr>
                              <m:t>𝑖</m:t>
                            </m:r>
                          </m:sub>
                        </m:sSub>
                      </m:e>
                      <m:e>
                        <m:r>
                          <a:rPr lang="en-US" altLang="zh-TW" i="1">
                            <a:latin typeface="Cambria Math" panose="02040503050406030204" pitchFamily="18" charset="0"/>
                          </a:rPr>
                          <m:t>𝑋</m:t>
                        </m:r>
                      </m:e>
                    </m:d>
                  </m:oMath>
                </a14:m>
                <a:r>
                  <a:rPr lang="en" altLang="zh-TW" dirty="0">
                    <a:latin typeface="Times" pitchFamily="2" charset="0"/>
                  </a:rPr>
                  <a:t>: probability a hypothesis is true given some evidence.</a:t>
                </a:r>
              </a:p>
              <a:p>
                <a:r>
                  <a:rPr lang="en" altLang="zh-TW" dirty="0">
                    <a:latin typeface="Times" pitchFamily="2" charset="0"/>
                  </a:rPr>
                  <a:t> </a:t>
                </a:r>
                <a14:m>
                  <m:oMath xmlns:m="http://schemas.openxmlformats.org/officeDocument/2006/math">
                    <m:r>
                      <a:rPr lang="en-US" altLang="zh-TW" i="1">
                        <a:latin typeface="Cambria Math" panose="02040503050406030204" pitchFamily="18" charset="0"/>
                      </a:rPr>
                      <m:t>𝑃</m:t>
                    </m:r>
                    <m:d>
                      <m:dPr>
                        <m:ctrlPr>
                          <a:rPr lang="en-US" altLang="zh-TW" i="1">
                            <a:latin typeface="Cambria Math" panose="02040503050406030204" pitchFamily="18" charset="0"/>
                          </a:rPr>
                        </m:ctrlPr>
                      </m:dPr>
                      <m:e>
                        <m:r>
                          <a:rPr lang="en-US" altLang="zh-TW" i="1">
                            <a:latin typeface="Cambria Math" panose="02040503050406030204" pitchFamily="18" charset="0"/>
                          </a:rPr>
                          <m:t>𝑋</m:t>
                        </m:r>
                      </m:e>
                      <m:e>
                        <m:sSub>
                          <m:sSubPr>
                            <m:ctrlPr>
                              <a:rPr lang="en-US" altLang="zh-TW" i="1">
                                <a:latin typeface="Cambria Math" panose="02040503050406030204" pitchFamily="18" charset="0"/>
                              </a:rPr>
                            </m:ctrlPr>
                          </m:sSubPr>
                          <m:e>
                            <m:r>
                              <a:rPr lang="en-US" altLang="zh-TW" i="1">
                                <a:latin typeface="Cambria Math" panose="02040503050406030204" pitchFamily="18" charset="0"/>
                              </a:rPr>
                              <m:t>𝐶</m:t>
                            </m:r>
                          </m:e>
                          <m:sub>
                            <m:r>
                              <a:rPr lang="en-US" altLang="zh-TW" i="1">
                                <a:latin typeface="Cambria Math" panose="02040503050406030204" pitchFamily="18" charset="0"/>
                              </a:rPr>
                              <m:t>𝑖</m:t>
                            </m:r>
                          </m:sub>
                        </m:sSub>
                      </m:e>
                    </m:d>
                  </m:oMath>
                </a14:m>
                <a:r>
                  <a:rPr lang="en" altLang="zh-TW" dirty="0">
                    <a:latin typeface="Times" pitchFamily="2" charset="0"/>
                  </a:rPr>
                  <a:t>: probability of seeing the evidence if the hypothesis is true.</a:t>
                </a:r>
              </a:p>
              <a:p>
                <a14:m>
                  <m:oMath xmlns:m="http://schemas.openxmlformats.org/officeDocument/2006/math">
                    <m:r>
                      <a:rPr lang="en-US" altLang="zh-TW" i="1">
                        <a:latin typeface="Cambria Math" panose="02040503050406030204" pitchFamily="18" charset="0"/>
                      </a:rPr>
                      <m:t>𝑃</m:t>
                    </m:r>
                    <m:r>
                      <a:rPr lang="en-US" altLang="zh-TW" i="1">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𝐶</m:t>
                        </m:r>
                      </m:e>
                      <m:sub>
                        <m:r>
                          <a:rPr lang="en-US" altLang="zh-TW" i="1">
                            <a:latin typeface="Cambria Math" panose="02040503050406030204" pitchFamily="18" charset="0"/>
                          </a:rPr>
                          <m:t>𝑖</m:t>
                        </m:r>
                      </m:sub>
                    </m:sSub>
                    <m:r>
                      <a:rPr lang="en-US" altLang="zh-TW" i="1">
                        <a:latin typeface="Cambria Math" panose="02040503050406030204" pitchFamily="18" charset="0"/>
                      </a:rPr>
                      <m:t>)</m:t>
                    </m:r>
                  </m:oMath>
                </a14:m>
                <a:r>
                  <a:rPr lang="en" altLang="zh-TW" dirty="0">
                    <a:latin typeface="Times" pitchFamily="2" charset="0"/>
                  </a:rPr>
                  <a:t>: probability a hypothesis is true.</a:t>
                </a:r>
              </a:p>
              <a:p>
                <a14:m>
                  <m:oMath xmlns:m="http://schemas.openxmlformats.org/officeDocument/2006/math">
                    <m:r>
                      <a:rPr lang="en-US" altLang="zh-TW" i="1">
                        <a:latin typeface="Cambria Math" panose="02040503050406030204" pitchFamily="18" charset="0"/>
                      </a:rPr>
                      <m:t>𝑃</m:t>
                    </m:r>
                    <m:r>
                      <a:rPr lang="en-US" altLang="zh-TW" i="1">
                        <a:latin typeface="Cambria Math" panose="02040503050406030204" pitchFamily="18" charset="0"/>
                      </a:rPr>
                      <m:t>(</m:t>
                    </m:r>
                    <m:r>
                      <a:rPr lang="en-US" altLang="zh-TW" i="1">
                        <a:latin typeface="Cambria Math" panose="02040503050406030204" pitchFamily="18" charset="0"/>
                      </a:rPr>
                      <m:t>𝑋</m:t>
                    </m:r>
                  </m:oMath>
                </a14:m>
                <a:r>
                  <a:rPr lang="en" altLang="zh-TW" dirty="0">
                    <a:latin typeface="Times" pitchFamily="2" charset="0"/>
                  </a:rPr>
                  <a:t>): probability of seeing the evidence.</a:t>
                </a:r>
              </a:p>
              <a:p>
                <a:endParaRPr lang="en" altLang="zh-TW" dirty="0">
                  <a:latin typeface="Times" pitchFamily="2" charset="0"/>
                </a:endParaRPr>
              </a:p>
            </p:txBody>
          </p:sp>
        </mc:Choice>
        <mc:Fallback xmlns="">
          <p:sp>
            <p:nvSpPr>
              <p:cNvPr id="77" name="內容版面配置區 76">
                <a:extLst>
                  <a:ext uri="{FF2B5EF4-FFF2-40B4-BE49-F238E27FC236}">
                    <a16:creationId xmlns:a16="http://schemas.microsoft.com/office/drawing/2014/main" id="{B6D10EA7-C89C-5542-AD8E-B0571547E9FC}"/>
                  </a:ext>
                </a:extLst>
              </p:cNvPr>
              <p:cNvSpPr>
                <a:spLocks noGrp="1" noRot="1" noChangeAspect="1" noMove="1" noResize="1" noEditPoints="1" noAdjustHandles="1" noChangeArrowheads="1" noChangeShapeType="1" noTextEdit="1"/>
              </p:cNvSpPr>
              <p:nvPr>
                <p:ph idx="1"/>
              </p:nvPr>
            </p:nvSpPr>
            <p:spPr>
              <a:blipFill>
                <a:blip r:embed="rId2"/>
                <a:stretch>
                  <a:fillRect l="-1086"/>
                </a:stretch>
              </a:blipFill>
            </p:spPr>
            <p:txBody>
              <a:bodyPr/>
              <a:lstStyle/>
              <a:p>
                <a:r>
                  <a:rPr lang="zh-TW" altLang="en-US">
                    <a:noFill/>
                  </a:rPr>
                  <a:t> </a:t>
                </a:r>
              </a:p>
            </p:txBody>
          </p:sp>
        </mc:Fallback>
      </mc:AlternateContent>
      <p:sp>
        <p:nvSpPr>
          <p:cNvPr id="19" name="投影片編號版面配置區 18">
            <a:extLst>
              <a:ext uri="{FF2B5EF4-FFF2-40B4-BE49-F238E27FC236}">
                <a16:creationId xmlns:a16="http://schemas.microsoft.com/office/drawing/2014/main" id="{380EE1A9-8271-8D4E-B0B2-AC432CEFA58A}"/>
              </a:ext>
            </a:extLst>
          </p:cNvPr>
          <p:cNvSpPr>
            <a:spLocks noGrp="1"/>
          </p:cNvSpPr>
          <p:nvPr>
            <p:ph type="sldNum" sz="quarter" idx="12"/>
          </p:nvPr>
        </p:nvSpPr>
        <p:spPr/>
        <p:txBody>
          <a:bodyPr/>
          <a:lstStyle/>
          <a:p>
            <a:fld id="{020248C0-B2A5-044F-83C2-254167E2BAC8}" type="slidenum">
              <a:rPr kumimoji="1" lang="zh-TW" altLang="en-US" smtClean="0"/>
              <a:t>8</a:t>
            </a:fld>
            <a:endParaRPr kumimoji="1" lang="zh-TW" altLang="en-US" dirty="0"/>
          </a:p>
        </p:txBody>
      </p:sp>
      <p:pic>
        <p:nvPicPr>
          <p:cNvPr id="1025" name="Picture 1" descr="page12image26838144">
            <a:extLst>
              <a:ext uri="{FF2B5EF4-FFF2-40B4-BE49-F238E27FC236}">
                <a16:creationId xmlns:a16="http://schemas.microsoft.com/office/drawing/2014/main" id="{1E816F1A-319C-0C47-A4C4-261EA7F5896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0" cy="800100"/>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descr="page12image26838144">
            <a:extLst>
              <a:ext uri="{FF2B5EF4-FFF2-40B4-BE49-F238E27FC236}">
                <a16:creationId xmlns:a16="http://schemas.microsoft.com/office/drawing/2014/main" id="{59A1E593-596B-634C-9D8F-54D126FDBE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0" cy="800100"/>
          </a:xfrm>
          <a:prstGeom prst="rect">
            <a:avLst/>
          </a:prstGeom>
          <a:noFill/>
          <a:extLst>
            <a:ext uri="{909E8E84-426E-40DD-AFC4-6F175D3DCCD1}">
              <a14:hiddenFill xmlns:a14="http://schemas.microsoft.com/office/drawing/2010/main">
                <a:solidFill>
                  <a:srgbClr val="FFFFFF"/>
                </a:solidFill>
              </a14:hiddenFill>
            </a:ext>
          </a:extLst>
        </p:spPr>
      </p:pic>
      <p:pic>
        <p:nvPicPr>
          <p:cNvPr id="1029" name="Picture 5" descr="page12image26838144">
            <a:extLst>
              <a:ext uri="{FF2B5EF4-FFF2-40B4-BE49-F238E27FC236}">
                <a16:creationId xmlns:a16="http://schemas.microsoft.com/office/drawing/2014/main" id="{229995F6-B353-EF4D-962F-1905A98A4CD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0" cy="800100"/>
          </a:xfrm>
          <a:prstGeom prst="rect">
            <a:avLst/>
          </a:prstGeom>
          <a:noFill/>
          <a:extLst>
            <a:ext uri="{909E8E84-426E-40DD-AFC4-6F175D3DCCD1}">
              <a14:hiddenFill xmlns:a14="http://schemas.microsoft.com/office/drawing/2010/main">
                <a:solidFill>
                  <a:srgbClr val="FFFFFF"/>
                </a:solidFill>
              </a14:hiddenFill>
            </a:ext>
          </a:extLst>
        </p:spPr>
      </p:pic>
      <p:pic>
        <p:nvPicPr>
          <p:cNvPr id="1031" name="Picture 7" descr="page12image26838144">
            <a:extLst>
              <a:ext uri="{FF2B5EF4-FFF2-40B4-BE49-F238E27FC236}">
                <a16:creationId xmlns:a16="http://schemas.microsoft.com/office/drawing/2014/main" id="{6F37B006-4FED-BE43-B2EF-C59E6EF6ECD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0" cy="800100"/>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5" name="文字方塊 4">
                <a:extLst>
                  <a:ext uri="{FF2B5EF4-FFF2-40B4-BE49-F238E27FC236}">
                    <a16:creationId xmlns:a16="http://schemas.microsoft.com/office/drawing/2014/main" id="{D453DE3A-CBEA-7640-8875-86FD65E6FA93}"/>
                  </a:ext>
                </a:extLst>
              </p:cNvPr>
              <p:cNvSpPr txBox="1"/>
              <p:nvPr/>
            </p:nvSpPr>
            <p:spPr>
              <a:xfrm>
                <a:off x="1249239" y="2168526"/>
                <a:ext cx="3818061" cy="874598"/>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TW" sz="2400" i="1" smtClean="0">
                          <a:latin typeface="Cambria Math" panose="02040503050406030204" pitchFamily="18" charset="0"/>
                        </a:rPr>
                        <m:t>𝑃</m:t>
                      </m:r>
                      <m:d>
                        <m:dPr>
                          <m:ctrlPr>
                            <a:rPr lang="en-US" altLang="zh-TW" sz="2400" i="1">
                              <a:latin typeface="Cambria Math" panose="02040503050406030204" pitchFamily="18" charset="0"/>
                            </a:rPr>
                          </m:ctrlPr>
                        </m:dPr>
                        <m:e>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𝐶</m:t>
                              </m:r>
                            </m:e>
                            <m:sub>
                              <m:r>
                                <a:rPr lang="en-US" altLang="zh-TW" sz="2400" i="1">
                                  <a:latin typeface="Cambria Math" panose="02040503050406030204" pitchFamily="18" charset="0"/>
                                </a:rPr>
                                <m:t>𝑖</m:t>
                              </m:r>
                            </m:sub>
                          </m:sSub>
                        </m:e>
                        <m:e>
                          <m:r>
                            <a:rPr lang="en-US" altLang="zh-TW" sz="2400" i="1">
                              <a:latin typeface="Cambria Math" panose="02040503050406030204" pitchFamily="18" charset="0"/>
                            </a:rPr>
                            <m:t>𝑋</m:t>
                          </m:r>
                        </m:e>
                      </m:d>
                      <m:r>
                        <a:rPr lang="en-US" altLang="zh-TW" sz="2400" i="1">
                          <a:latin typeface="Cambria Math" panose="02040503050406030204" pitchFamily="18" charset="0"/>
                        </a:rPr>
                        <m:t>= </m:t>
                      </m:r>
                      <m:f>
                        <m:fPr>
                          <m:ctrlPr>
                            <a:rPr lang="en-US" altLang="zh-TW" sz="2400" i="1">
                              <a:latin typeface="Cambria Math" panose="02040503050406030204" pitchFamily="18" charset="0"/>
                            </a:rPr>
                          </m:ctrlPr>
                        </m:fPr>
                        <m:num>
                          <m:r>
                            <a:rPr lang="en-US" altLang="zh-TW" sz="2400" i="1">
                              <a:latin typeface="Cambria Math" panose="02040503050406030204" pitchFamily="18" charset="0"/>
                            </a:rPr>
                            <m:t>𝑃</m:t>
                          </m:r>
                          <m:d>
                            <m:dPr>
                              <m:ctrlPr>
                                <a:rPr lang="en-US" altLang="zh-TW" sz="2400" i="1" smtClean="0">
                                  <a:latin typeface="Cambria Math" panose="02040503050406030204" pitchFamily="18" charset="0"/>
                                </a:rPr>
                              </m:ctrlPr>
                            </m:dPr>
                            <m:e>
                              <m:r>
                                <a:rPr lang="en-US" altLang="zh-TW" sz="2400" b="0" i="1" smtClean="0">
                                  <a:latin typeface="Cambria Math" panose="02040503050406030204" pitchFamily="18" charset="0"/>
                                </a:rPr>
                                <m:t>𝑋</m:t>
                              </m:r>
                            </m:e>
                            <m:e>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𝐶</m:t>
                                  </m:r>
                                </m:e>
                                <m:sub>
                                  <m:r>
                                    <a:rPr lang="en-US" altLang="zh-TW" sz="2400" b="0" i="1" smtClean="0">
                                      <a:latin typeface="Cambria Math" panose="02040503050406030204" pitchFamily="18" charset="0"/>
                                    </a:rPr>
                                    <m:t>𝑖</m:t>
                                  </m:r>
                                </m:sub>
                              </m:sSub>
                            </m:e>
                          </m:d>
                          <m:r>
                            <a:rPr lang="en-US" altLang="zh-TW" sz="2400" i="1" smtClean="0">
                              <a:latin typeface="Cambria Math" panose="02040503050406030204" pitchFamily="18" charset="0"/>
                            </a:rPr>
                            <m:t>𝑃</m:t>
                          </m:r>
                          <m:r>
                            <a:rPr lang="en-US" altLang="zh-TW" sz="2400" i="1" smtClean="0">
                              <a:latin typeface="Cambria Math" panose="02040503050406030204" pitchFamily="18" charset="0"/>
                            </a:rPr>
                            <m:t>(</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𝐶</m:t>
                              </m:r>
                            </m:e>
                            <m:sub>
                              <m:r>
                                <a:rPr lang="en-US" altLang="zh-TW" sz="2400" i="1">
                                  <a:latin typeface="Cambria Math" panose="02040503050406030204" pitchFamily="18" charset="0"/>
                                </a:rPr>
                                <m:t>𝑖</m:t>
                              </m:r>
                            </m:sub>
                          </m:sSub>
                          <m:r>
                            <a:rPr lang="en-US" altLang="zh-TW" sz="2400" i="1">
                              <a:latin typeface="Cambria Math" panose="02040503050406030204" pitchFamily="18" charset="0"/>
                            </a:rPr>
                            <m:t>)</m:t>
                          </m:r>
                        </m:num>
                        <m:den>
                          <m:r>
                            <a:rPr lang="en-US" altLang="zh-TW" sz="2400" i="1">
                              <a:latin typeface="Cambria Math" panose="02040503050406030204" pitchFamily="18" charset="0"/>
                            </a:rPr>
                            <m:t>𝑃</m:t>
                          </m:r>
                          <m:r>
                            <a:rPr lang="en-US" altLang="zh-TW" sz="2400" i="1">
                              <a:latin typeface="Cambria Math" panose="02040503050406030204" pitchFamily="18" charset="0"/>
                            </a:rPr>
                            <m:t>(</m:t>
                          </m:r>
                          <m:r>
                            <a:rPr lang="en-US" altLang="zh-TW" sz="2400" i="1">
                              <a:latin typeface="Cambria Math" panose="02040503050406030204" pitchFamily="18" charset="0"/>
                            </a:rPr>
                            <m:t>𝑋</m:t>
                          </m:r>
                          <m:r>
                            <a:rPr lang="en-US" altLang="zh-TW" sz="2400" i="1">
                              <a:latin typeface="Cambria Math" panose="02040503050406030204" pitchFamily="18" charset="0"/>
                            </a:rPr>
                            <m:t>)</m:t>
                          </m:r>
                        </m:den>
                      </m:f>
                    </m:oMath>
                  </m:oMathPara>
                </a14:m>
                <a:endParaRPr kumimoji="1" lang="zh-TW" altLang="en-US" sz="2400" dirty="0"/>
              </a:p>
            </p:txBody>
          </p:sp>
        </mc:Choice>
        <mc:Fallback xmlns="">
          <p:sp>
            <p:nvSpPr>
              <p:cNvPr id="5" name="文字方塊 4">
                <a:extLst>
                  <a:ext uri="{FF2B5EF4-FFF2-40B4-BE49-F238E27FC236}">
                    <a16:creationId xmlns:a16="http://schemas.microsoft.com/office/drawing/2014/main" id="{D453DE3A-CBEA-7640-8875-86FD65E6FA93}"/>
                  </a:ext>
                </a:extLst>
              </p:cNvPr>
              <p:cNvSpPr txBox="1">
                <a:spLocks noRot="1" noChangeAspect="1" noMove="1" noResize="1" noEditPoints="1" noAdjustHandles="1" noChangeArrowheads="1" noChangeShapeType="1" noTextEdit="1"/>
              </p:cNvSpPr>
              <p:nvPr/>
            </p:nvSpPr>
            <p:spPr>
              <a:xfrm>
                <a:off x="1249239" y="2168526"/>
                <a:ext cx="3818061" cy="874598"/>
              </a:xfrm>
              <a:prstGeom prst="rect">
                <a:avLst/>
              </a:prstGeom>
              <a:blipFill>
                <a:blip r:embed="rId4"/>
                <a:stretch>
                  <a:fillRect b="-8451"/>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6840938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02652D9-6EB8-424A-B13B-9B4CEDBFED11}"/>
              </a:ext>
            </a:extLst>
          </p:cNvPr>
          <p:cNvSpPr>
            <a:spLocks noGrp="1"/>
          </p:cNvSpPr>
          <p:nvPr>
            <p:ph type="title"/>
          </p:nvPr>
        </p:nvSpPr>
        <p:spPr/>
        <p:txBody>
          <a:bodyPr/>
          <a:lstStyle/>
          <a:p>
            <a:r>
              <a:rPr kumimoji="1" lang="en-US" altLang="zh-TW" dirty="0">
                <a:latin typeface="Times" pitchFamily="2" charset="0"/>
              </a:rPr>
              <a:t>Unsupervised learning</a:t>
            </a:r>
            <a:endParaRPr kumimoji="1" lang="zh-TW" altLang="en-US" dirty="0">
              <a:latin typeface="Times" pitchFamily="2" charset="0"/>
            </a:endParaRPr>
          </a:p>
        </p:txBody>
      </p:sp>
      <p:pic>
        <p:nvPicPr>
          <p:cNvPr id="5" name="圖片 4">
            <a:extLst>
              <a:ext uri="{FF2B5EF4-FFF2-40B4-BE49-F238E27FC236}">
                <a16:creationId xmlns:a16="http://schemas.microsoft.com/office/drawing/2014/main" id="{E1980B0A-EDB2-0B4E-A8A6-B26E15CE5A51}"/>
              </a:ext>
            </a:extLst>
          </p:cNvPr>
          <p:cNvPicPr>
            <a:picLocks noChangeAspect="1"/>
          </p:cNvPicPr>
          <p:nvPr/>
        </p:nvPicPr>
        <p:blipFill rotWithShape="1">
          <a:blip r:embed="rId2"/>
          <a:srcRect l="12491" t="4799" r="3187"/>
          <a:stretch/>
        </p:blipFill>
        <p:spPr>
          <a:xfrm>
            <a:off x="2892828" y="1690688"/>
            <a:ext cx="7089371" cy="4590054"/>
          </a:xfrm>
          <a:prstGeom prst="rect">
            <a:avLst/>
          </a:prstGeom>
        </p:spPr>
      </p:pic>
      <p:sp>
        <p:nvSpPr>
          <p:cNvPr id="7" name="投影片編號版面配置區 6">
            <a:extLst>
              <a:ext uri="{FF2B5EF4-FFF2-40B4-BE49-F238E27FC236}">
                <a16:creationId xmlns:a16="http://schemas.microsoft.com/office/drawing/2014/main" id="{076B9F69-5BDB-7949-8F23-2F4905FC50ED}"/>
              </a:ext>
            </a:extLst>
          </p:cNvPr>
          <p:cNvSpPr>
            <a:spLocks noGrp="1"/>
          </p:cNvSpPr>
          <p:nvPr>
            <p:ph type="sldNum" sz="quarter" idx="12"/>
          </p:nvPr>
        </p:nvSpPr>
        <p:spPr/>
        <p:txBody>
          <a:bodyPr/>
          <a:lstStyle/>
          <a:p>
            <a:fld id="{020248C0-B2A5-044F-83C2-254167E2BAC8}" type="slidenum">
              <a:rPr kumimoji="1" lang="zh-TW" altLang="en-US" smtClean="0"/>
              <a:t>9</a:t>
            </a:fld>
            <a:endParaRPr kumimoji="1" lang="zh-TW" altLang="en-US"/>
          </a:p>
        </p:txBody>
      </p:sp>
    </p:spTree>
    <p:extLst>
      <p:ext uri="{BB962C8B-B14F-4D97-AF65-F5344CB8AC3E}">
        <p14:creationId xmlns:p14="http://schemas.microsoft.com/office/powerpoint/2010/main" val="726781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856B3D6-D214-C344-8410-80D995E26EE9}"/>
              </a:ext>
            </a:extLst>
          </p:cNvPr>
          <p:cNvSpPr>
            <a:spLocks noGrp="1"/>
          </p:cNvSpPr>
          <p:nvPr>
            <p:ph type="title"/>
          </p:nvPr>
        </p:nvSpPr>
        <p:spPr/>
        <p:txBody>
          <a:bodyPr/>
          <a:lstStyle/>
          <a:p>
            <a:pPr algn="ctr"/>
            <a:r>
              <a:rPr lang="en" altLang="zh-TW" dirty="0">
                <a:latin typeface="Times" pitchFamily="2" charset="0"/>
              </a:rPr>
              <a:t>K-Means Clustering</a:t>
            </a:r>
          </a:p>
        </p:txBody>
      </p:sp>
      <p:sp>
        <p:nvSpPr>
          <p:cNvPr id="3" name="內容版面配置區 2">
            <a:extLst>
              <a:ext uri="{FF2B5EF4-FFF2-40B4-BE49-F238E27FC236}">
                <a16:creationId xmlns:a16="http://schemas.microsoft.com/office/drawing/2014/main" id="{9E558E58-7E6E-0849-81D0-DE4B6A430E2F}"/>
              </a:ext>
            </a:extLst>
          </p:cNvPr>
          <p:cNvSpPr>
            <a:spLocks noGrp="1"/>
          </p:cNvSpPr>
          <p:nvPr>
            <p:ph idx="1"/>
          </p:nvPr>
        </p:nvSpPr>
        <p:spPr/>
        <p:txBody>
          <a:bodyPr/>
          <a:lstStyle/>
          <a:p>
            <a:pPr marL="0" indent="0">
              <a:buNone/>
            </a:pPr>
            <a:r>
              <a:rPr lang="en" altLang="zh-TW" dirty="0">
                <a:latin typeface="Times" pitchFamily="2" charset="0"/>
              </a:rPr>
              <a:t>(1) arbitrarily choose k objects from D as the initial cluster centers.</a:t>
            </a:r>
          </a:p>
          <a:p>
            <a:pPr marL="0" indent="0">
              <a:buNone/>
            </a:pPr>
            <a:r>
              <a:rPr lang="en" altLang="zh-TW" dirty="0">
                <a:latin typeface="Times" pitchFamily="2" charset="0"/>
              </a:rPr>
              <a:t>(2) </a:t>
            </a:r>
            <a:r>
              <a:rPr lang="en" altLang="zh-TW" b="1" dirty="0">
                <a:latin typeface="Times" pitchFamily="2" charset="0"/>
              </a:rPr>
              <a:t>repeat</a:t>
            </a:r>
          </a:p>
          <a:p>
            <a:pPr marL="514350" indent="-514350">
              <a:buAutoNum type="arabicParenBoth" startAt="3"/>
            </a:pPr>
            <a:r>
              <a:rPr lang="en" altLang="zh-TW" dirty="0">
                <a:latin typeface="Times" pitchFamily="2" charset="0"/>
              </a:rPr>
              <a:t>    (re)assign each object to the cluster to which the object is the most similar, based on the mean value of the objects in the clusters;</a:t>
            </a:r>
          </a:p>
          <a:p>
            <a:pPr marL="514350" indent="-514350">
              <a:buAutoNum type="arabicParenBoth" startAt="3"/>
            </a:pPr>
            <a:r>
              <a:rPr lang="en" altLang="zh-TW" dirty="0">
                <a:latin typeface="Times" pitchFamily="2" charset="0"/>
              </a:rPr>
              <a:t>    update the cluster means;</a:t>
            </a:r>
          </a:p>
          <a:p>
            <a:pPr marL="514350" indent="-514350">
              <a:buAutoNum type="arabicParenBoth" startAt="3"/>
            </a:pPr>
            <a:r>
              <a:rPr lang="en" altLang="zh-TW" dirty="0">
                <a:latin typeface="Times" pitchFamily="2" charset="0"/>
              </a:rPr>
              <a:t>until no change;</a:t>
            </a:r>
          </a:p>
          <a:p>
            <a:pPr marL="514350" indent="-514350">
              <a:buAutoNum type="arabicParenBoth" startAt="3"/>
            </a:pPr>
            <a:endParaRPr lang="en" altLang="zh-TW" dirty="0">
              <a:latin typeface="Times" pitchFamily="2" charset="0"/>
            </a:endParaRPr>
          </a:p>
        </p:txBody>
      </p:sp>
      <p:pic>
        <p:nvPicPr>
          <p:cNvPr id="2049" name="Picture 1" descr="page12image26838144">
            <a:extLst>
              <a:ext uri="{FF2B5EF4-FFF2-40B4-BE49-F238E27FC236}">
                <a16:creationId xmlns:a16="http://schemas.microsoft.com/office/drawing/2014/main" id="{D6639E95-CD91-354E-B0A1-7A227A3650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0" cy="800100"/>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3" descr="page12image26838144">
            <a:extLst>
              <a:ext uri="{FF2B5EF4-FFF2-40B4-BE49-F238E27FC236}">
                <a16:creationId xmlns:a16="http://schemas.microsoft.com/office/drawing/2014/main" id="{880F8F9F-3442-8C4B-876F-ADD6A070F7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0" cy="800100"/>
          </a:xfrm>
          <a:prstGeom prst="rect">
            <a:avLst/>
          </a:prstGeom>
          <a:noFill/>
          <a:extLst>
            <a:ext uri="{909E8E84-426E-40DD-AFC4-6F175D3DCCD1}">
              <a14:hiddenFill xmlns:a14="http://schemas.microsoft.com/office/drawing/2010/main">
                <a:solidFill>
                  <a:srgbClr val="FFFFFF"/>
                </a:solidFill>
              </a14:hiddenFill>
            </a:ext>
          </a:extLst>
        </p:spPr>
      </p:pic>
      <p:pic>
        <p:nvPicPr>
          <p:cNvPr id="2051" name="Picture 5" descr="page12image26838144">
            <a:extLst>
              <a:ext uri="{FF2B5EF4-FFF2-40B4-BE49-F238E27FC236}">
                <a16:creationId xmlns:a16="http://schemas.microsoft.com/office/drawing/2014/main" id="{89287597-F354-A04C-8934-48056407B29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0" cy="80010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7" descr="page12image26838144">
            <a:extLst>
              <a:ext uri="{FF2B5EF4-FFF2-40B4-BE49-F238E27FC236}">
                <a16:creationId xmlns:a16="http://schemas.microsoft.com/office/drawing/2014/main" id="{22429CB9-B6DB-9842-8BCC-9ED1B6C0B1C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0" cy="800100"/>
          </a:xfrm>
          <a:prstGeom prst="rect">
            <a:avLst/>
          </a:prstGeom>
          <a:noFill/>
          <a:extLst>
            <a:ext uri="{909E8E84-426E-40DD-AFC4-6F175D3DCCD1}">
              <a14:hiddenFill xmlns:a14="http://schemas.microsoft.com/office/drawing/2010/main">
                <a:solidFill>
                  <a:srgbClr val="FFFFFF"/>
                </a:solidFill>
              </a14:hiddenFill>
            </a:ext>
          </a:extLst>
        </p:spPr>
      </p:pic>
      <p:sp>
        <p:nvSpPr>
          <p:cNvPr id="7" name="投影片編號版面配置區 6">
            <a:extLst>
              <a:ext uri="{FF2B5EF4-FFF2-40B4-BE49-F238E27FC236}">
                <a16:creationId xmlns:a16="http://schemas.microsoft.com/office/drawing/2014/main" id="{F5426E46-85A9-2A4F-A234-78CF3631AFAC}"/>
              </a:ext>
            </a:extLst>
          </p:cNvPr>
          <p:cNvSpPr>
            <a:spLocks noGrp="1"/>
          </p:cNvSpPr>
          <p:nvPr>
            <p:ph type="sldNum" sz="quarter" idx="12"/>
          </p:nvPr>
        </p:nvSpPr>
        <p:spPr/>
        <p:txBody>
          <a:bodyPr/>
          <a:lstStyle/>
          <a:p>
            <a:fld id="{020248C0-B2A5-044F-83C2-254167E2BAC8}" type="slidenum">
              <a:rPr kumimoji="1" lang="zh-TW" altLang="en-US" smtClean="0"/>
              <a:t>10</a:t>
            </a:fld>
            <a:endParaRPr kumimoji="1" lang="zh-TW" altLang="en-US"/>
          </a:p>
        </p:txBody>
      </p:sp>
      <p:grpSp>
        <p:nvGrpSpPr>
          <p:cNvPr id="10" name="群組 9">
            <a:extLst>
              <a:ext uri="{FF2B5EF4-FFF2-40B4-BE49-F238E27FC236}">
                <a16:creationId xmlns:a16="http://schemas.microsoft.com/office/drawing/2014/main" id="{EC4A1FAF-BF52-4D45-90AF-6AB370B83A54}"/>
              </a:ext>
            </a:extLst>
          </p:cNvPr>
          <p:cNvGrpSpPr/>
          <p:nvPr/>
        </p:nvGrpSpPr>
        <p:grpSpPr>
          <a:xfrm>
            <a:off x="4424443" y="4139965"/>
            <a:ext cx="7005969" cy="2352910"/>
            <a:chOff x="4806280" y="4212236"/>
            <a:chExt cx="7005969" cy="2352910"/>
          </a:xfrm>
        </p:grpSpPr>
        <p:pic>
          <p:nvPicPr>
            <p:cNvPr id="18" name="圖片 17">
              <a:extLst>
                <a:ext uri="{FF2B5EF4-FFF2-40B4-BE49-F238E27FC236}">
                  <a16:creationId xmlns:a16="http://schemas.microsoft.com/office/drawing/2014/main" id="{B15D220E-1E04-2C44-98AD-3C4295D70EF3}"/>
                </a:ext>
              </a:extLst>
            </p:cNvPr>
            <p:cNvPicPr>
              <a:picLocks noChangeAspect="1"/>
            </p:cNvPicPr>
            <p:nvPr/>
          </p:nvPicPr>
          <p:blipFill>
            <a:blip r:embed="rId3"/>
            <a:stretch>
              <a:fillRect/>
            </a:stretch>
          </p:blipFill>
          <p:spPr>
            <a:xfrm>
              <a:off x="4806280" y="4212236"/>
              <a:ext cx="7005969" cy="2352910"/>
            </a:xfrm>
            <a:prstGeom prst="rect">
              <a:avLst/>
            </a:prstGeom>
          </p:spPr>
        </p:pic>
        <p:sp>
          <p:nvSpPr>
            <p:cNvPr id="19" name="橢圓 18">
              <a:extLst>
                <a:ext uri="{FF2B5EF4-FFF2-40B4-BE49-F238E27FC236}">
                  <a16:creationId xmlns:a16="http://schemas.microsoft.com/office/drawing/2014/main" id="{54EA5DCC-4F0B-4846-84F3-9BDA79170E4F}"/>
                </a:ext>
              </a:extLst>
            </p:cNvPr>
            <p:cNvSpPr/>
            <p:nvPr/>
          </p:nvSpPr>
          <p:spPr>
            <a:xfrm>
              <a:off x="5686943" y="5668704"/>
              <a:ext cx="98036" cy="113557"/>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1" name="橢圓 20">
              <a:extLst>
                <a:ext uri="{FF2B5EF4-FFF2-40B4-BE49-F238E27FC236}">
                  <a16:creationId xmlns:a16="http://schemas.microsoft.com/office/drawing/2014/main" id="{742D2726-1C6C-3741-A8B2-FA5867328977}"/>
                </a:ext>
              </a:extLst>
            </p:cNvPr>
            <p:cNvSpPr/>
            <p:nvPr/>
          </p:nvSpPr>
          <p:spPr>
            <a:xfrm>
              <a:off x="5715021" y="5448616"/>
              <a:ext cx="98036" cy="113557"/>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2" name="橢圓 21">
              <a:extLst>
                <a:ext uri="{FF2B5EF4-FFF2-40B4-BE49-F238E27FC236}">
                  <a16:creationId xmlns:a16="http://schemas.microsoft.com/office/drawing/2014/main" id="{F20EE3EA-86E8-BA46-8174-B038A0111984}"/>
                </a:ext>
              </a:extLst>
            </p:cNvPr>
            <p:cNvSpPr/>
            <p:nvPr/>
          </p:nvSpPr>
          <p:spPr>
            <a:xfrm>
              <a:off x="5157285" y="5531521"/>
              <a:ext cx="98036" cy="113557"/>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3" name="橢圓 22">
              <a:extLst>
                <a:ext uri="{FF2B5EF4-FFF2-40B4-BE49-F238E27FC236}">
                  <a16:creationId xmlns:a16="http://schemas.microsoft.com/office/drawing/2014/main" id="{5EB95AC2-16C0-574C-850D-E3B227DC3CD9}"/>
                </a:ext>
              </a:extLst>
            </p:cNvPr>
            <p:cNvSpPr/>
            <p:nvPr/>
          </p:nvSpPr>
          <p:spPr>
            <a:xfrm>
              <a:off x="5272739" y="5305785"/>
              <a:ext cx="98036" cy="113557"/>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4" name="橢圓 23">
              <a:extLst>
                <a:ext uri="{FF2B5EF4-FFF2-40B4-BE49-F238E27FC236}">
                  <a16:creationId xmlns:a16="http://schemas.microsoft.com/office/drawing/2014/main" id="{FEBC40B4-49C6-F941-9D6B-702D619F64B4}"/>
                </a:ext>
              </a:extLst>
            </p:cNvPr>
            <p:cNvSpPr/>
            <p:nvPr/>
          </p:nvSpPr>
          <p:spPr>
            <a:xfrm>
              <a:off x="5174703" y="5029781"/>
              <a:ext cx="98036" cy="113557"/>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5" name="橢圓 24">
              <a:extLst>
                <a:ext uri="{FF2B5EF4-FFF2-40B4-BE49-F238E27FC236}">
                  <a16:creationId xmlns:a16="http://schemas.microsoft.com/office/drawing/2014/main" id="{695EE94B-9242-1A47-B064-7ABCCBB2D2FE}"/>
                </a:ext>
              </a:extLst>
            </p:cNvPr>
            <p:cNvSpPr/>
            <p:nvPr/>
          </p:nvSpPr>
          <p:spPr>
            <a:xfrm>
              <a:off x="5606325" y="4973002"/>
              <a:ext cx="98036" cy="113557"/>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6" name="橢圓 25">
              <a:extLst>
                <a:ext uri="{FF2B5EF4-FFF2-40B4-BE49-F238E27FC236}">
                  <a16:creationId xmlns:a16="http://schemas.microsoft.com/office/drawing/2014/main" id="{2D45C4CA-228C-F545-A538-353E4080D60A}"/>
                </a:ext>
              </a:extLst>
            </p:cNvPr>
            <p:cNvSpPr/>
            <p:nvPr/>
          </p:nvSpPr>
          <p:spPr>
            <a:xfrm>
              <a:off x="5215012" y="4793615"/>
              <a:ext cx="98036" cy="113557"/>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7" name="橢圓 26">
              <a:extLst>
                <a:ext uri="{FF2B5EF4-FFF2-40B4-BE49-F238E27FC236}">
                  <a16:creationId xmlns:a16="http://schemas.microsoft.com/office/drawing/2014/main" id="{951F9342-D26C-1C4F-96EA-B7D83CC38EC4}"/>
                </a:ext>
              </a:extLst>
            </p:cNvPr>
            <p:cNvSpPr/>
            <p:nvPr/>
          </p:nvSpPr>
          <p:spPr>
            <a:xfrm>
              <a:off x="5403927" y="4680058"/>
              <a:ext cx="98036" cy="113557"/>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9" name="加號 8">
              <a:extLst>
                <a:ext uri="{FF2B5EF4-FFF2-40B4-BE49-F238E27FC236}">
                  <a16:creationId xmlns:a16="http://schemas.microsoft.com/office/drawing/2014/main" id="{CCF32256-E909-7A43-A341-65E3039F8D78}"/>
                </a:ext>
              </a:extLst>
            </p:cNvPr>
            <p:cNvSpPr/>
            <p:nvPr/>
          </p:nvSpPr>
          <p:spPr>
            <a:xfrm>
              <a:off x="5210503" y="5304366"/>
              <a:ext cx="129842" cy="142830"/>
            </a:xfrm>
            <a:prstGeom prst="mathPlus">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0" name="橢圓 29">
              <a:extLst>
                <a:ext uri="{FF2B5EF4-FFF2-40B4-BE49-F238E27FC236}">
                  <a16:creationId xmlns:a16="http://schemas.microsoft.com/office/drawing/2014/main" id="{D1C63D2B-6C00-E843-9A9E-03F599153A90}"/>
                </a:ext>
              </a:extLst>
            </p:cNvPr>
            <p:cNvSpPr/>
            <p:nvPr/>
          </p:nvSpPr>
          <p:spPr>
            <a:xfrm>
              <a:off x="5900758" y="5862047"/>
              <a:ext cx="98036" cy="113557"/>
            </a:xfrm>
            <a:prstGeom prst="ellips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2" name="橢圓 31">
              <a:extLst>
                <a:ext uri="{FF2B5EF4-FFF2-40B4-BE49-F238E27FC236}">
                  <a16:creationId xmlns:a16="http://schemas.microsoft.com/office/drawing/2014/main" id="{8079A6B1-AD11-B44C-BD5D-9EF165902041}"/>
                </a:ext>
              </a:extLst>
            </p:cNvPr>
            <p:cNvSpPr/>
            <p:nvPr/>
          </p:nvSpPr>
          <p:spPr>
            <a:xfrm>
              <a:off x="5893934" y="5588299"/>
              <a:ext cx="98036" cy="113557"/>
            </a:xfrm>
            <a:prstGeom prst="ellips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3" name="橢圓 32">
              <a:extLst>
                <a:ext uri="{FF2B5EF4-FFF2-40B4-BE49-F238E27FC236}">
                  <a16:creationId xmlns:a16="http://schemas.microsoft.com/office/drawing/2014/main" id="{A688442A-354C-9A48-BCCA-3EFD21D5D292}"/>
                </a:ext>
              </a:extLst>
            </p:cNvPr>
            <p:cNvSpPr/>
            <p:nvPr/>
          </p:nvSpPr>
          <p:spPr>
            <a:xfrm>
              <a:off x="6137366" y="5668703"/>
              <a:ext cx="98036" cy="113557"/>
            </a:xfrm>
            <a:prstGeom prst="ellips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4" name="橢圓 33">
              <a:extLst>
                <a:ext uri="{FF2B5EF4-FFF2-40B4-BE49-F238E27FC236}">
                  <a16:creationId xmlns:a16="http://schemas.microsoft.com/office/drawing/2014/main" id="{9D37644E-759A-654E-9782-8F8F6E3AFFAD}"/>
                </a:ext>
              </a:extLst>
            </p:cNvPr>
            <p:cNvSpPr/>
            <p:nvPr/>
          </p:nvSpPr>
          <p:spPr>
            <a:xfrm>
              <a:off x="6449728" y="5782260"/>
              <a:ext cx="98036" cy="113557"/>
            </a:xfrm>
            <a:prstGeom prst="ellips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5" name="橢圓 34">
              <a:extLst>
                <a:ext uri="{FF2B5EF4-FFF2-40B4-BE49-F238E27FC236}">
                  <a16:creationId xmlns:a16="http://schemas.microsoft.com/office/drawing/2014/main" id="{4DD35E41-ED79-0445-A73E-11547F79A165}"/>
                </a:ext>
              </a:extLst>
            </p:cNvPr>
            <p:cNvSpPr/>
            <p:nvPr/>
          </p:nvSpPr>
          <p:spPr>
            <a:xfrm>
              <a:off x="6689953" y="5391837"/>
              <a:ext cx="98036" cy="113557"/>
            </a:xfrm>
            <a:prstGeom prst="ellips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6" name="橢圓 35">
              <a:extLst>
                <a:ext uri="{FF2B5EF4-FFF2-40B4-BE49-F238E27FC236}">
                  <a16:creationId xmlns:a16="http://schemas.microsoft.com/office/drawing/2014/main" id="{84F28E06-B08D-1F4C-8636-9D4E86769230}"/>
                </a:ext>
              </a:extLst>
            </p:cNvPr>
            <p:cNvSpPr/>
            <p:nvPr/>
          </p:nvSpPr>
          <p:spPr>
            <a:xfrm>
              <a:off x="6527292" y="5331912"/>
              <a:ext cx="98036" cy="113557"/>
            </a:xfrm>
            <a:prstGeom prst="ellips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7" name="橢圓 36">
              <a:extLst>
                <a:ext uri="{FF2B5EF4-FFF2-40B4-BE49-F238E27FC236}">
                  <a16:creationId xmlns:a16="http://schemas.microsoft.com/office/drawing/2014/main" id="{99A5AC15-D787-0B4F-AFBE-B130B405A41C}"/>
                </a:ext>
              </a:extLst>
            </p:cNvPr>
            <p:cNvSpPr/>
            <p:nvPr/>
          </p:nvSpPr>
          <p:spPr>
            <a:xfrm>
              <a:off x="6075059" y="5050253"/>
              <a:ext cx="98036" cy="113557"/>
            </a:xfrm>
            <a:prstGeom prst="ellipse">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8" name="橢圓 37">
              <a:extLst>
                <a:ext uri="{FF2B5EF4-FFF2-40B4-BE49-F238E27FC236}">
                  <a16:creationId xmlns:a16="http://schemas.microsoft.com/office/drawing/2014/main" id="{64B41495-7108-724B-885F-02D0BEAAE61B}"/>
                </a:ext>
              </a:extLst>
            </p:cNvPr>
            <p:cNvSpPr/>
            <p:nvPr/>
          </p:nvSpPr>
          <p:spPr>
            <a:xfrm>
              <a:off x="6206482" y="4686022"/>
              <a:ext cx="98036" cy="113557"/>
            </a:xfrm>
            <a:prstGeom prst="ellipse">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39" name="橢圓 38">
              <a:extLst>
                <a:ext uri="{FF2B5EF4-FFF2-40B4-BE49-F238E27FC236}">
                  <a16:creationId xmlns:a16="http://schemas.microsoft.com/office/drawing/2014/main" id="{6F197B93-A42E-0C46-9FA8-A884BD5CCF92}"/>
                </a:ext>
              </a:extLst>
            </p:cNvPr>
            <p:cNvSpPr/>
            <p:nvPr/>
          </p:nvSpPr>
          <p:spPr>
            <a:xfrm>
              <a:off x="6358516" y="4551153"/>
              <a:ext cx="98036" cy="113557"/>
            </a:xfrm>
            <a:prstGeom prst="ellipse">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0" name="橢圓 39">
              <a:extLst>
                <a:ext uri="{FF2B5EF4-FFF2-40B4-BE49-F238E27FC236}">
                  <a16:creationId xmlns:a16="http://schemas.microsoft.com/office/drawing/2014/main" id="{2F6C4DE1-1EAE-2E4A-A973-BA76BB4DBA50}"/>
                </a:ext>
              </a:extLst>
            </p:cNvPr>
            <p:cNvSpPr/>
            <p:nvPr/>
          </p:nvSpPr>
          <p:spPr>
            <a:xfrm>
              <a:off x="6625328" y="4715296"/>
              <a:ext cx="98036" cy="113557"/>
            </a:xfrm>
            <a:prstGeom prst="ellipse">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1" name="橢圓 40">
              <a:extLst>
                <a:ext uri="{FF2B5EF4-FFF2-40B4-BE49-F238E27FC236}">
                  <a16:creationId xmlns:a16="http://schemas.microsoft.com/office/drawing/2014/main" id="{A08C4341-2F93-6441-9AC0-84C36FFB0A75}"/>
                </a:ext>
              </a:extLst>
            </p:cNvPr>
            <p:cNvSpPr/>
            <p:nvPr/>
          </p:nvSpPr>
          <p:spPr>
            <a:xfrm>
              <a:off x="6336046" y="5079735"/>
              <a:ext cx="98036" cy="113557"/>
            </a:xfrm>
            <a:prstGeom prst="ellipse">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2" name="橢圓 41">
              <a:extLst>
                <a:ext uri="{FF2B5EF4-FFF2-40B4-BE49-F238E27FC236}">
                  <a16:creationId xmlns:a16="http://schemas.microsoft.com/office/drawing/2014/main" id="{06DB6366-85AC-354A-B8AF-881EF48DBC57}"/>
                </a:ext>
              </a:extLst>
            </p:cNvPr>
            <p:cNvSpPr/>
            <p:nvPr/>
          </p:nvSpPr>
          <p:spPr>
            <a:xfrm>
              <a:off x="6520468" y="5038968"/>
              <a:ext cx="98036" cy="113557"/>
            </a:xfrm>
            <a:prstGeom prst="ellipse">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3" name="橢圓 42">
              <a:extLst>
                <a:ext uri="{FF2B5EF4-FFF2-40B4-BE49-F238E27FC236}">
                  <a16:creationId xmlns:a16="http://schemas.microsoft.com/office/drawing/2014/main" id="{C5787C5D-8C19-884E-BEBD-53A94CEF134F}"/>
                </a:ext>
              </a:extLst>
            </p:cNvPr>
            <p:cNvSpPr/>
            <p:nvPr/>
          </p:nvSpPr>
          <p:spPr>
            <a:xfrm>
              <a:off x="6740870" y="4933227"/>
              <a:ext cx="98036" cy="113557"/>
            </a:xfrm>
            <a:prstGeom prst="ellipse">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4" name="加號 43">
              <a:extLst>
                <a:ext uri="{FF2B5EF4-FFF2-40B4-BE49-F238E27FC236}">
                  <a16:creationId xmlns:a16="http://schemas.microsoft.com/office/drawing/2014/main" id="{BAE53786-7D23-7B43-AE10-43B2C571308C}"/>
                </a:ext>
              </a:extLst>
            </p:cNvPr>
            <p:cNvSpPr/>
            <p:nvPr/>
          </p:nvSpPr>
          <p:spPr>
            <a:xfrm>
              <a:off x="6388140" y="5766468"/>
              <a:ext cx="116829" cy="136565"/>
            </a:xfrm>
            <a:prstGeom prst="mathPlus">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5" name="加號 44">
              <a:extLst>
                <a:ext uri="{FF2B5EF4-FFF2-40B4-BE49-F238E27FC236}">
                  <a16:creationId xmlns:a16="http://schemas.microsoft.com/office/drawing/2014/main" id="{C3DF5E46-AC5F-014D-A41D-A17291B33C36}"/>
                </a:ext>
              </a:extLst>
            </p:cNvPr>
            <p:cNvSpPr/>
            <p:nvPr/>
          </p:nvSpPr>
          <p:spPr>
            <a:xfrm>
              <a:off x="6176987" y="4703791"/>
              <a:ext cx="116829" cy="136565"/>
            </a:xfrm>
            <a:prstGeom prst="mathPlus">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6" name="橢圓 45">
              <a:extLst>
                <a:ext uri="{FF2B5EF4-FFF2-40B4-BE49-F238E27FC236}">
                  <a16:creationId xmlns:a16="http://schemas.microsoft.com/office/drawing/2014/main" id="{BFCA16DB-4E3A-6C4F-8B52-A84019C87878}"/>
                </a:ext>
              </a:extLst>
            </p:cNvPr>
            <p:cNvSpPr/>
            <p:nvPr/>
          </p:nvSpPr>
          <p:spPr>
            <a:xfrm>
              <a:off x="7481212" y="4783577"/>
              <a:ext cx="98036" cy="113557"/>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7" name="橢圓 46">
              <a:extLst>
                <a:ext uri="{FF2B5EF4-FFF2-40B4-BE49-F238E27FC236}">
                  <a16:creationId xmlns:a16="http://schemas.microsoft.com/office/drawing/2014/main" id="{58727001-87ED-3144-A973-932EFA801649}"/>
                </a:ext>
              </a:extLst>
            </p:cNvPr>
            <p:cNvSpPr/>
            <p:nvPr/>
          </p:nvSpPr>
          <p:spPr>
            <a:xfrm>
              <a:off x="7432150" y="5029781"/>
              <a:ext cx="98036" cy="113557"/>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8" name="橢圓 47">
              <a:extLst>
                <a:ext uri="{FF2B5EF4-FFF2-40B4-BE49-F238E27FC236}">
                  <a16:creationId xmlns:a16="http://schemas.microsoft.com/office/drawing/2014/main" id="{CA823189-3A04-F147-9660-F0A115A7C094}"/>
                </a:ext>
              </a:extLst>
            </p:cNvPr>
            <p:cNvSpPr/>
            <p:nvPr/>
          </p:nvSpPr>
          <p:spPr>
            <a:xfrm>
              <a:off x="7438833" y="5506382"/>
              <a:ext cx="98036" cy="113557"/>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9" name="橢圓 48">
              <a:extLst>
                <a:ext uri="{FF2B5EF4-FFF2-40B4-BE49-F238E27FC236}">
                  <a16:creationId xmlns:a16="http://schemas.microsoft.com/office/drawing/2014/main" id="{B07EC7EA-AD72-2744-8D65-5D21CFBEF67B}"/>
                </a:ext>
              </a:extLst>
            </p:cNvPr>
            <p:cNvSpPr/>
            <p:nvPr/>
          </p:nvSpPr>
          <p:spPr>
            <a:xfrm>
              <a:off x="7518538" y="5266790"/>
              <a:ext cx="98036" cy="113557"/>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50" name="橢圓 49">
              <a:extLst>
                <a:ext uri="{FF2B5EF4-FFF2-40B4-BE49-F238E27FC236}">
                  <a16:creationId xmlns:a16="http://schemas.microsoft.com/office/drawing/2014/main" id="{1207D379-EF78-5E47-B82C-E0EBAEB4DD53}"/>
                </a:ext>
              </a:extLst>
            </p:cNvPr>
            <p:cNvSpPr/>
            <p:nvPr/>
          </p:nvSpPr>
          <p:spPr>
            <a:xfrm>
              <a:off x="7649770" y="4680058"/>
              <a:ext cx="98036" cy="113557"/>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51" name="橢圓 50">
              <a:extLst>
                <a:ext uri="{FF2B5EF4-FFF2-40B4-BE49-F238E27FC236}">
                  <a16:creationId xmlns:a16="http://schemas.microsoft.com/office/drawing/2014/main" id="{D6865288-EC59-E64C-A7FC-9457A0DA7792}"/>
                </a:ext>
              </a:extLst>
            </p:cNvPr>
            <p:cNvSpPr/>
            <p:nvPr/>
          </p:nvSpPr>
          <p:spPr>
            <a:xfrm>
              <a:off x="7857948" y="4939340"/>
              <a:ext cx="98036" cy="113557"/>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52" name="橢圓 51">
              <a:extLst>
                <a:ext uri="{FF2B5EF4-FFF2-40B4-BE49-F238E27FC236}">
                  <a16:creationId xmlns:a16="http://schemas.microsoft.com/office/drawing/2014/main" id="{CB918FD1-6794-BD4D-A5E6-5E55D336894B}"/>
                </a:ext>
              </a:extLst>
            </p:cNvPr>
            <p:cNvSpPr/>
            <p:nvPr/>
          </p:nvSpPr>
          <p:spPr>
            <a:xfrm>
              <a:off x="7976169" y="5445469"/>
              <a:ext cx="98036" cy="113557"/>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53" name="橢圓 52">
              <a:extLst>
                <a:ext uri="{FF2B5EF4-FFF2-40B4-BE49-F238E27FC236}">
                  <a16:creationId xmlns:a16="http://schemas.microsoft.com/office/drawing/2014/main" id="{0890F9A0-DD2D-E842-8C92-533162F02442}"/>
                </a:ext>
              </a:extLst>
            </p:cNvPr>
            <p:cNvSpPr/>
            <p:nvPr/>
          </p:nvSpPr>
          <p:spPr>
            <a:xfrm>
              <a:off x="7955013" y="5652911"/>
              <a:ext cx="98036" cy="113557"/>
            </a:xfrm>
            <a:prstGeom prst="ellips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54" name="橢圓 53">
              <a:extLst>
                <a:ext uri="{FF2B5EF4-FFF2-40B4-BE49-F238E27FC236}">
                  <a16:creationId xmlns:a16="http://schemas.microsoft.com/office/drawing/2014/main" id="{64ADE9D3-AF8D-A546-9CC2-8CA6E744B1D2}"/>
                </a:ext>
              </a:extLst>
            </p:cNvPr>
            <p:cNvSpPr/>
            <p:nvPr/>
          </p:nvSpPr>
          <p:spPr>
            <a:xfrm>
              <a:off x="8146975" y="5846254"/>
              <a:ext cx="98036" cy="113557"/>
            </a:xfrm>
            <a:prstGeom prst="ellips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55" name="橢圓 54">
              <a:extLst>
                <a:ext uri="{FF2B5EF4-FFF2-40B4-BE49-F238E27FC236}">
                  <a16:creationId xmlns:a16="http://schemas.microsoft.com/office/drawing/2014/main" id="{DD64486B-B217-9D40-8F99-90C99C53F0D6}"/>
                </a:ext>
              </a:extLst>
            </p:cNvPr>
            <p:cNvSpPr/>
            <p:nvPr/>
          </p:nvSpPr>
          <p:spPr>
            <a:xfrm>
              <a:off x="8146975" y="5581547"/>
              <a:ext cx="98036" cy="113557"/>
            </a:xfrm>
            <a:prstGeom prst="ellips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56" name="橢圓 55">
              <a:extLst>
                <a:ext uri="{FF2B5EF4-FFF2-40B4-BE49-F238E27FC236}">
                  <a16:creationId xmlns:a16="http://schemas.microsoft.com/office/drawing/2014/main" id="{CFFFFD80-8CAE-D54E-A576-9B83813E8E6B}"/>
                </a:ext>
              </a:extLst>
            </p:cNvPr>
            <p:cNvSpPr/>
            <p:nvPr/>
          </p:nvSpPr>
          <p:spPr>
            <a:xfrm>
              <a:off x="8412771" y="5670663"/>
              <a:ext cx="98036" cy="113557"/>
            </a:xfrm>
            <a:prstGeom prst="ellips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57" name="橢圓 56">
              <a:extLst>
                <a:ext uri="{FF2B5EF4-FFF2-40B4-BE49-F238E27FC236}">
                  <a16:creationId xmlns:a16="http://schemas.microsoft.com/office/drawing/2014/main" id="{2FCAD434-6D6D-904E-B273-B97B25807FAC}"/>
                </a:ext>
              </a:extLst>
            </p:cNvPr>
            <p:cNvSpPr/>
            <p:nvPr/>
          </p:nvSpPr>
          <p:spPr>
            <a:xfrm>
              <a:off x="8695867" y="5774890"/>
              <a:ext cx="98036" cy="113557"/>
            </a:xfrm>
            <a:prstGeom prst="ellips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58" name="橢圓 57">
              <a:extLst>
                <a:ext uri="{FF2B5EF4-FFF2-40B4-BE49-F238E27FC236}">
                  <a16:creationId xmlns:a16="http://schemas.microsoft.com/office/drawing/2014/main" id="{B1159FE6-B7B3-5D4E-9017-2C0908D350C7}"/>
                </a:ext>
              </a:extLst>
            </p:cNvPr>
            <p:cNvSpPr/>
            <p:nvPr/>
          </p:nvSpPr>
          <p:spPr>
            <a:xfrm>
              <a:off x="10284508" y="5668703"/>
              <a:ext cx="98036" cy="113557"/>
            </a:xfrm>
            <a:prstGeom prst="ellips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59" name="橢圓 58">
              <a:extLst>
                <a:ext uri="{FF2B5EF4-FFF2-40B4-BE49-F238E27FC236}">
                  <a16:creationId xmlns:a16="http://schemas.microsoft.com/office/drawing/2014/main" id="{DCE55D01-1156-3649-BAE4-B8F71D6CF115}"/>
                </a:ext>
              </a:extLst>
            </p:cNvPr>
            <p:cNvSpPr/>
            <p:nvPr/>
          </p:nvSpPr>
          <p:spPr>
            <a:xfrm>
              <a:off x="10472078" y="5862047"/>
              <a:ext cx="98036" cy="113557"/>
            </a:xfrm>
            <a:prstGeom prst="ellips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60" name="橢圓 59">
              <a:extLst>
                <a:ext uri="{FF2B5EF4-FFF2-40B4-BE49-F238E27FC236}">
                  <a16:creationId xmlns:a16="http://schemas.microsoft.com/office/drawing/2014/main" id="{00BC227B-3C61-4741-B23C-C8786EA41F6A}"/>
                </a:ext>
              </a:extLst>
            </p:cNvPr>
            <p:cNvSpPr/>
            <p:nvPr/>
          </p:nvSpPr>
          <p:spPr>
            <a:xfrm>
              <a:off x="10477902" y="5581546"/>
              <a:ext cx="98036" cy="113557"/>
            </a:xfrm>
            <a:prstGeom prst="ellips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61" name="橢圓 60">
              <a:extLst>
                <a:ext uri="{FF2B5EF4-FFF2-40B4-BE49-F238E27FC236}">
                  <a16:creationId xmlns:a16="http://schemas.microsoft.com/office/drawing/2014/main" id="{BF98DBE0-FAF9-8040-B3F3-158ECD69EECC}"/>
                </a:ext>
              </a:extLst>
            </p:cNvPr>
            <p:cNvSpPr/>
            <p:nvPr/>
          </p:nvSpPr>
          <p:spPr>
            <a:xfrm>
              <a:off x="10321878" y="5449771"/>
              <a:ext cx="98036" cy="113557"/>
            </a:xfrm>
            <a:prstGeom prst="ellips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62" name="橢圓 61">
              <a:extLst>
                <a:ext uri="{FF2B5EF4-FFF2-40B4-BE49-F238E27FC236}">
                  <a16:creationId xmlns:a16="http://schemas.microsoft.com/office/drawing/2014/main" id="{38D8B832-D0FA-D348-A190-B86029FCD298}"/>
                </a:ext>
              </a:extLst>
            </p:cNvPr>
            <p:cNvSpPr/>
            <p:nvPr/>
          </p:nvSpPr>
          <p:spPr>
            <a:xfrm>
              <a:off x="10750320" y="5674110"/>
              <a:ext cx="98036" cy="113557"/>
            </a:xfrm>
            <a:prstGeom prst="ellips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63" name="橢圓 62">
              <a:extLst>
                <a:ext uri="{FF2B5EF4-FFF2-40B4-BE49-F238E27FC236}">
                  <a16:creationId xmlns:a16="http://schemas.microsoft.com/office/drawing/2014/main" id="{0645342E-32ED-8447-952C-82C3EE9277BF}"/>
                </a:ext>
              </a:extLst>
            </p:cNvPr>
            <p:cNvSpPr/>
            <p:nvPr/>
          </p:nvSpPr>
          <p:spPr>
            <a:xfrm>
              <a:off x="11055726" y="5766468"/>
              <a:ext cx="98036" cy="113557"/>
            </a:xfrm>
            <a:prstGeom prst="ellips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64" name="橢圓 63">
              <a:extLst>
                <a:ext uri="{FF2B5EF4-FFF2-40B4-BE49-F238E27FC236}">
                  <a16:creationId xmlns:a16="http://schemas.microsoft.com/office/drawing/2014/main" id="{3F5F47EF-6AB8-0E41-8C63-61FB836E7464}"/>
                </a:ext>
              </a:extLst>
            </p:cNvPr>
            <p:cNvSpPr/>
            <p:nvPr/>
          </p:nvSpPr>
          <p:spPr>
            <a:xfrm>
              <a:off x="9803401" y="4770157"/>
              <a:ext cx="98036" cy="113557"/>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65" name="橢圓 64">
              <a:extLst>
                <a:ext uri="{FF2B5EF4-FFF2-40B4-BE49-F238E27FC236}">
                  <a16:creationId xmlns:a16="http://schemas.microsoft.com/office/drawing/2014/main" id="{46DFB01A-81FA-1045-9AC3-D585842F5E6F}"/>
                </a:ext>
              </a:extLst>
            </p:cNvPr>
            <p:cNvSpPr/>
            <p:nvPr/>
          </p:nvSpPr>
          <p:spPr>
            <a:xfrm>
              <a:off x="9976381" y="4670020"/>
              <a:ext cx="98036" cy="113557"/>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66" name="橢圓 65">
              <a:extLst>
                <a:ext uri="{FF2B5EF4-FFF2-40B4-BE49-F238E27FC236}">
                  <a16:creationId xmlns:a16="http://schemas.microsoft.com/office/drawing/2014/main" id="{BEA59A1B-BE8B-1B4B-862D-FCF7537B96B1}"/>
                </a:ext>
              </a:extLst>
            </p:cNvPr>
            <p:cNvSpPr/>
            <p:nvPr/>
          </p:nvSpPr>
          <p:spPr>
            <a:xfrm>
              <a:off x="9763941" y="5506382"/>
              <a:ext cx="98036" cy="113557"/>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67" name="橢圓 66">
              <a:extLst>
                <a:ext uri="{FF2B5EF4-FFF2-40B4-BE49-F238E27FC236}">
                  <a16:creationId xmlns:a16="http://schemas.microsoft.com/office/drawing/2014/main" id="{E1FCB1B1-A4E6-294F-92C6-7B8828B8F492}"/>
                </a:ext>
              </a:extLst>
            </p:cNvPr>
            <p:cNvSpPr/>
            <p:nvPr/>
          </p:nvSpPr>
          <p:spPr>
            <a:xfrm>
              <a:off x="9782184" y="5023956"/>
              <a:ext cx="98036" cy="113557"/>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68" name="橢圓 67">
              <a:extLst>
                <a:ext uri="{FF2B5EF4-FFF2-40B4-BE49-F238E27FC236}">
                  <a16:creationId xmlns:a16="http://schemas.microsoft.com/office/drawing/2014/main" id="{CA221CDE-70F0-C04E-9E85-D8529226FBD4}"/>
                </a:ext>
              </a:extLst>
            </p:cNvPr>
            <p:cNvSpPr/>
            <p:nvPr/>
          </p:nvSpPr>
          <p:spPr>
            <a:xfrm>
              <a:off x="9861982" y="5256768"/>
              <a:ext cx="98036" cy="113557"/>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69" name="橢圓 68">
              <a:extLst>
                <a:ext uri="{FF2B5EF4-FFF2-40B4-BE49-F238E27FC236}">
                  <a16:creationId xmlns:a16="http://schemas.microsoft.com/office/drawing/2014/main" id="{D86125C3-257F-754F-9BEE-3F2B46013B9E}"/>
                </a:ext>
              </a:extLst>
            </p:cNvPr>
            <p:cNvSpPr/>
            <p:nvPr/>
          </p:nvSpPr>
          <p:spPr>
            <a:xfrm>
              <a:off x="10186472" y="4943250"/>
              <a:ext cx="98036" cy="113557"/>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70" name="橢圓 69">
              <a:extLst>
                <a:ext uri="{FF2B5EF4-FFF2-40B4-BE49-F238E27FC236}">
                  <a16:creationId xmlns:a16="http://schemas.microsoft.com/office/drawing/2014/main" id="{D4C6220B-053F-1E47-9795-D47BA4693456}"/>
                </a:ext>
              </a:extLst>
            </p:cNvPr>
            <p:cNvSpPr/>
            <p:nvPr/>
          </p:nvSpPr>
          <p:spPr>
            <a:xfrm>
              <a:off x="8337752" y="5044792"/>
              <a:ext cx="98036" cy="113557"/>
            </a:xfrm>
            <a:prstGeom prst="ellipse">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71" name="橢圓 70">
              <a:extLst>
                <a:ext uri="{FF2B5EF4-FFF2-40B4-BE49-F238E27FC236}">
                  <a16:creationId xmlns:a16="http://schemas.microsoft.com/office/drawing/2014/main" id="{EDB43CB1-1334-D844-881C-FE6AFDCFB2D2}"/>
                </a:ext>
              </a:extLst>
            </p:cNvPr>
            <p:cNvSpPr/>
            <p:nvPr/>
          </p:nvSpPr>
          <p:spPr>
            <a:xfrm>
              <a:off x="8610600" y="5093851"/>
              <a:ext cx="98036" cy="113557"/>
            </a:xfrm>
            <a:prstGeom prst="ellipse">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72" name="橢圓 71">
              <a:extLst>
                <a:ext uri="{FF2B5EF4-FFF2-40B4-BE49-F238E27FC236}">
                  <a16:creationId xmlns:a16="http://schemas.microsoft.com/office/drawing/2014/main" id="{662BF016-34A4-1941-A25B-AA56D7145DA7}"/>
                </a:ext>
              </a:extLst>
            </p:cNvPr>
            <p:cNvSpPr/>
            <p:nvPr/>
          </p:nvSpPr>
          <p:spPr>
            <a:xfrm>
              <a:off x="8496689" y="4680058"/>
              <a:ext cx="98036" cy="113557"/>
            </a:xfrm>
            <a:prstGeom prst="ellipse">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dirty="0"/>
            </a:p>
          </p:txBody>
        </p:sp>
        <p:sp>
          <p:nvSpPr>
            <p:cNvPr id="73" name="橢圓 72">
              <a:extLst>
                <a:ext uri="{FF2B5EF4-FFF2-40B4-BE49-F238E27FC236}">
                  <a16:creationId xmlns:a16="http://schemas.microsoft.com/office/drawing/2014/main" id="{25583F4F-3953-6145-9FC0-A6EF9DC2628A}"/>
                </a:ext>
              </a:extLst>
            </p:cNvPr>
            <p:cNvSpPr/>
            <p:nvPr/>
          </p:nvSpPr>
          <p:spPr>
            <a:xfrm>
              <a:off x="8610600" y="4524806"/>
              <a:ext cx="98036" cy="113557"/>
            </a:xfrm>
            <a:prstGeom prst="ellipse">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74" name="橢圓 73">
              <a:extLst>
                <a:ext uri="{FF2B5EF4-FFF2-40B4-BE49-F238E27FC236}">
                  <a16:creationId xmlns:a16="http://schemas.microsoft.com/office/drawing/2014/main" id="{EFDBEE71-AEC8-E448-A85B-20A82D29B0E4}"/>
                </a:ext>
              </a:extLst>
            </p:cNvPr>
            <p:cNvSpPr/>
            <p:nvPr/>
          </p:nvSpPr>
          <p:spPr>
            <a:xfrm>
              <a:off x="8773496" y="5046784"/>
              <a:ext cx="98036" cy="113557"/>
            </a:xfrm>
            <a:prstGeom prst="ellipse">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75" name="橢圓 74">
              <a:extLst>
                <a:ext uri="{FF2B5EF4-FFF2-40B4-BE49-F238E27FC236}">
                  <a16:creationId xmlns:a16="http://schemas.microsoft.com/office/drawing/2014/main" id="{BEF7EF5C-EA41-A44A-82F9-6EEF7DC680CA}"/>
                </a:ext>
              </a:extLst>
            </p:cNvPr>
            <p:cNvSpPr/>
            <p:nvPr/>
          </p:nvSpPr>
          <p:spPr>
            <a:xfrm>
              <a:off x="8884932" y="4713378"/>
              <a:ext cx="98036" cy="113557"/>
            </a:xfrm>
            <a:prstGeom prst="ellipse">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dirty="0"/>
            </a:p>
          </p:txBody>
        </p:sp>
        <p:sp>
          <p:nvSpPr>
            <p:cNvPr id="76" name="橢圓 75">
              <a:extLst>
                <a:ext uri="{FF2B5EF4-FFF2-40B4-BE49-F238E27FC236}">
                  <a16:creationId xmlns:a16="http://schemas.microsoft.com/office/drawing/2014/main" id="{12C496C9-806C-2247-8970-E15686056379}"/>
                </a:ext>
              </a:extLst>
            </p:cNvPr>
            <p:cNvSpPr/>
            <p:nvPr/>
          </p:nvSpPr>
          <p:spPr>
            <a:xfrm>
              <a:off x="9000569" y="4937455"/>
              <a:ext cx="98036" cy="113557"/>
            </a:xfrm>
            <a:prstGeom prst="ellipse">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77" name="橢圓 76">
              <a:extLst>
                <a:ext uri="{FF2B5EF4-FFF2-40B4-BE49-F238E27FC236}">
                  <a16:creationId xmlns:a16="http://schemas.microsoft.com/office/drawing/2014/main" id="{4F43CB85-EB04-994A-9F42-33A8D3602F13}"/>
                </a:ext>
              </a:extLst>
            </p:cNvPr>
            <p:cNvSpPr/>
            <p:nvPr/>
          </p:nvSpPr>
          <p:spPr>
            <a:xfrm>
              <a:off x="10833711" y="4691271"/>
              <a:ext cx="98036" cy="113557"/>
            </a:xfrm>
            <a:prstGeom prst="ellipse">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78" name="橢圓 77">
              <a:extLst>
                <a:ext uri="{FF2B5EF4-FFF2-40B4-BE49-F238E27FC236}">
                  <a16:creationId xmlns:a16="http://schemas.microsoft.com/office/drawing/2014/main" id="{F97F4A6F-C0EB-2A4E-8F8F-5DE25F85845E}"/>
                </a:ext>
              </a:extLst>
            </p:cNvPr>
            <p:cNvSpPr/>
            <p:nvPr/>
          </p:nvSpPr>
          <p:spPr>
            <a:xfrm>
              <a:off x="11230743" y="4703791"/>
              <a:ext cx="98036" cy="113557"/>
            </a:xfrm>
            <a:prstGeom prst="ellipse">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79" name="橢圓 78">
              <a:extLst>
                <a:ext uri="{FF2B5EF4-FFF2-40B4-BE49-F238E27FC236}">
                  <a16:creationId xmlns:a16="http://schemas.microsoft.com/office/drawing/2014/main" id="{2A135414-AAEA-F144-81E4-2889EF335CAC}"/>
                </a:ext>
              </a:extLst>
            </p:cNvPr>
            <p:cNvSpPr/>
            <p:nvPr/>
          </p:nvSpPr>
          <p:spPr>
            <a:xfrm>
              <a:off x="10957690" y="4551152"/>
              <a:ext cx="98036" cy="113557"/>
            </a:xfrm>
            <a:prstGeom prst="ellipse">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80" name="橢圓 79">
              <a:extLst>
                <a:ext uri="{FF2B5EF4-FFF2-40B4-BE49-F238E27FC236}">
                  <a16:creationId xmlns:a16="http://schemas.microsoft.com/office/drawing/2014/main" id="{A6C78917-0A41-E049-A3F5-C4EE87ACB6A8}"/>
                </a:ext>
              </a:extLst>
            </p:cNvPr>
            <p:cNvSpPr/>
            <p:nvPr/>
          </p:nvSpPr>
          <p:spPr>
            <a:xfrm>
              <a:off x="10676755" y="5037072"/>
              <a:ext cx="98036" cy="113557"/>
            </a:xfrm>
            <a:prstGeom prst="ellipse">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81" name="橢圓 80">
              <a:extLst>
                <a:ext uri="{FF2B5EF4-FFF2-40B4-BE49-F238E27FC236}">
                  <a16:creationId xmlns:a16="http://schemas.microsoft.com/office/drawing/2014/main" id="{BDBC6809-2771-5940-82B4-9BB0DAEA89CA}"/>
                </a:ext>
              </a:extLst>
            </p:cNvPr>
            <p:cNvSpPr/>
            <p:nvPr/>
          </p:nvSpPr>
          <p:spPr>
            <a:xfrm>
              <a:off x="11335005" y="4938905"/>
              <a:ext cx="98036" cy="113557"/>
            </a:xfrm>
            <a:prstGeom prst="ellipse">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82" name="橢圓 81">
              <a:extLst>
                <a:ext uri="{FF2B5EF4-FFF2-40B4-BE49-F238E27FC236}">
                  <a16:creationId xmlns:a16="http://schemas.microsoft.com/office/drawing/2014/main" id="{908279B8-9F8D-1E45-8A4E-7D1FB7AD0A2E}"/>
                </a:ext>
              </a:extLst>
            </p:cNvPr>
            <p:cNvSpPr/>
            <p:nvPr/>
          </p:nvSpPr>
          <p:spPr>
            <a:xfrm>
              <a:off x="10932074" y="5086124"/>
              <a:ext cx="98036" cy="113557"/>
            </a:xfrm>
            <a:prstGeom prst="ellipse">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83" name="橢圓 82">
              <a:extLst>
                <a:ext uri="{FF2B5EF4-FFF2-40B4-BE49-F238E27FC236}">
                  <a16:creationId xmlns:a16="http://schemas.microsoft.com/office/drawing/2014/main" id="{16165987-73BB-634C-819C-9467F434AD46}"/>
                </a:ext>
              </a:extLst>
            </p:cNvPr>
            <p:cNvSpPr/>
            <p:nvPr/>
          </p:nvSpPr>
          <p:spPr>
            <a:xfrm>
              <a:off x="11113375" y="5042461"/>
              <a:ext cx="98036" cy="113557"/>
            </a:xfrm>
            <a:prstGeom prst="ellipse">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84" name="橢圓 83">
              <a:extLst>
                <a:ext uri="{FF2B5EF4-FFF2-40B4-BE49-F238E27FC236}">
                  <a16:creationId xmlns:a16="http://schemas.microsoft.com/office/drawing/2014/main" id="{5A86C7C6-9F65-A643-92B1-212071AC9DAE}"/>
                </a:ext>
              </a:extLst>
            </p:cNvPr>
            <p:cNvSpPr/>
            <p:nvPr/>
          </p:nvSpPr>
          <p:spPr>
            <a:xfrm>
              <a:off x="11120374" y="5323568"/>
              <a:ext cx="98036" cy="113557"/>
            </a:xfrm>
            <a:prstGeom prst="ellipse">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85" name="橢圓 84">
              <a:extLst>
                <a:ext uri="{FF2B5EF4-FFF2-40B4-BE49-F238E27FC236}">
                  <a16:creationId xmlns:a16="http://schemas.microsoft.com/office/drawing/2014/main" id="{0F2F5F91-0352-A247-AB8D-3FFEA632D5CD}"/>
                </a:ext>
              </a:extLst>
            </p:cNvPr>
            <p:cNvSpPr/>
            <p:nvPr/>
          </p:nvSpPr>
          <p:spPr>
            <a:xfrm>
              <a:off x="11274339" y="5380346"/>
              <a:ext cx="98036" cy="113557"/>
            </a:xfrm>
            <a:prstGeom prst="ellipse">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86" name="橢圓 85">
              <a:extLst>
                <a:ext uri="{FF2B5EF4-FFF2-40B4-BE49-F238E27FC236}">
                  <a16:creationId xmlns:a16="http://schemas.microsoft.com/office/drawing/2014/main" id="{8FBB6856-3FB0-B04C-A9C8-76C86565BE29}"/>
                </a:ext>
              </a:extLst>
            </p:cNvPr>
            <p:cNvSpPr/>
            <p:nvPr/>
          </p:nvSpPr>
          <p:spPr>
            <a:xfrm>
              <a:off x="8788440" y="5321021"/>
              <a:ext cx="98036" cy="113557"/>
            </a:xfrm>
            <a:prstGeom prst="ellipse">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87" name="橢圓 86">
              <a:extLst>
                <a:ext uri="{FF2B5EF4-FFF2-40B4-BE49-F238E27FC236}">
                  <a16:creationId xmlns:a16="http://schemas.microsoft.com/office/drawing/2014/main" id="{F0EF9B9B-123C-9445-BC43-8DE82F1B128C}"/>
                </a:ext>
              </a:extLst>
            </p:cNvPr>
            <p:cNvSpPr/>
            <p:nvPr/>
          </p:nvSpPr>
          <p:spPr>
            <a:xfrm>
              <a:off x="8946769" y="5380346"/>
              <a:ext cx="98036" cy="113557"/>
            </a:xfrm>
            <a:prstGeom prst="ellipse">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88" name="加號 87">
              <a:extLst>
                <a:ext uri="{FF2B5EF4-FFF2-40B4-BE49-F238E27FC236}">
                  <a16:creationId xmlns:a16="http://schemas.microsoft.com/office/drawing/2014/main" id="{3E1B7F71-AC04-144C-8C2D-16FF8234C926}"/>
                </a:ext>
              </a:extLst>
            </p:cNvPr>
            <p:cNvSpPr/>
            <p:nvPr/>
          </p:nvSpPr>
          <p:spPr>
            <a:xfrm>
              <a:off x="10575938" y="5721673"/>
              <a:ext cx="116829" cy="136565"/>
            </a:xfrm>
            <a:prstGeom prst="mathPlus">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89" name="加號 88">
              <a:extLst>
                <a:ext uri="{FF2B5EF4-FFF2-40B4-BE49-F238E27FC236}">
                  <a16:creationId xmlns:a16="http://schemas.microsoft.com/office/drawing/2014/main" id="{5BDC5226-4360-E242-B273-86BF9B2FADC9}"/>
                </a:ext>
              </a:extLst>
            </p:cNvPr>
            <p:cNvSpPr/>
            <p:nvPr/>
          </p:nvSpPr>
          <p:spPr>
            <a:xfrm>
              <a:off x="8529801" y="5602380"/>
              <a:ext cx="116829" cy="136565"/>
            </a:xfrm>
            <a:prstGeom prst="mathPlus">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90" name="加號 89">
              <a:extLst>
                <a:ext uri="{FF2B5EF4-FFF2-40B4-BE49-F238E27FC236}">
                  <a16:creationId xmlns:a16="http://schemas.microsoft.com/office/drawing/2014/main" id="{2E5CACE4-F6FE-1C48-B7AA-ABF69EC723B8}"/>
                </a:ext>
              </a:extLst>
            </p:cNvPr>
            <p:cNvSpPr/>
            <p:nvPr/>
          </p:nvSpPr>
          <p:spPr>
            <a:xfrm>
              <a:off x="8630061" y="4938669"/>
              <a:ext cx="116829" cy="136565"/>
            </a:xfrm>
            <a:prstGeom prst="mathPlus">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91" name="加號 90">
              <a:extLst>
                <a:ext uri="{FF2B5EF4-FFF2-40B4-BE49-F238E27FC236}">
                  <a16:creationId xmlns:a16="http://schemas.microsoft.com/office/drawing/2014/main" id="{8AE41C95-51CE-2142-8F6F-5C7392DA9822}"/>
                </a:ext>
              </a:extLst>
            </p:cNvPr>
            <p:cNvSpPr/>
            <p:nvPr/>
          </p:nvSpPr>
          <p:spPr>
            <a:xfrm>
              <a:off x="11023345" y="4990003"/>
              <a:ext cx="116829" cy="136565"/>
            </a:xfrm>
            <a:prstGeom prst="mathPlus">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92" name="加號 91">
              <a:extLst>
                <a:ext uri="{FF2B5EF4-FFF2-40B4-BE49-F238E27FC236}">
                  <a16:creationId xmlns:a16="http://schemas.microsoft.com/office/drawing/2014/main" id="{E0AE9C4A-7A55-0E4F-8D87-40DC82EA96BA}"/>
                </a:ext>
              </a:extLst>
            </p:cNvPr>
            <p:cNvSpPr/>
            <p:nvPr/>
          </p:nvSpPr>
          <p:spPr>
            <a:xfrm>
              <a:off x="7566886" y="5161536"/>
              <a:ext cx="129842" cy="142830"/>
            </a:xfrm>
            <a:prstGeom prst="mathPlus">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93" name="加號 92">
              <a:extLst>
                <a:ext uri="{FF2B5EF4-FFF2-40B4-BE49-F238E27FC236}">
                  <a16:creationId xmlns:a16="http://schemas.microsoft.com/office/drawing/2014/main" id="{26905508-F618-4647-9ED1-1D5AD3D39AF5}"/>
                </a:ext>
              </a:extLst>
            </p:cNvPr>
            <p:cNvSpPr/>
            <p:nvPr/>
          </p:nvSpPr>
          <p:spPr>
            <a:xfrm>
              <a:off x="9896772" y="5064578"/>
              <a:ext cx="129842" cy="142830"/>
            </a:xfrm>
            <a:prstGeom prst="mathPlus">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grpSp>
    </p:spTree>
    <p:extLst>
      <p:ext uri="{BB962C8B-B14F-4D97-AF65-F5344CB8AC3E}">
        <p14:creationId xmlns:p14="http://schemas.microsoft.com/office/powerpoint/2010/main" val="4114649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02652D9-6EB8-424A-B13B-9B4CEDBFED11}"/>
              </a:ext>
            </a:extLst>
          </p:cNvPr>
          <p:cNvSpPr>
            <a:spLocks noGrp="1"/>
          </p:cNvSpPr>
          <p:nvPr>
            <p:ph type="title"/>
          </p:nvPr>
        </p:nvSpPr>
        <p:spPr/>
        <p:txBody>
          <a:bodyPr/>
          <a:lstStyle/>
          <a:p>
            <a:pPr algn="ctr"/>
            <a:r>
              <a:rPr lang="en-US" altLang="zh-TW" dirty="0">
                <a:latin typeface="Times" pitchFamily="2" charset="0"/>
              </a:rPr>
              <a:t>Reinforcement learning</a:t>
            </a:r>
          </a:p>
        </p:txBody>
      </p:sp>
      <p:sp>
        <p:nvSpPr>
          <p:cNvPr id="6" name="投影片編號版面配置區 5">
            <a:extLst>
              <a:ext uri="{FF2B5EF4-FFF2-40B4-BE49-F238E27FC236}">
                <a16:creationId xmlns:a16="http://schemas.microsoft.com/office/drawing/2014/main" id="{13A9C690-CF40-9748-9C80-F155DD5232B7}"/>
              </a:ext>
            </a:extLst>
          </p:cNvPr>
          <p:cNvSpPr>
            <a:spLocks noGrp="1"/>
          </p:cNvSpPr>
          <p:nvPr>
            <p:ph type="sldNum" sz="quarter" idx="12"/>
          </p:nvPr>
        </p:nvSpPr>
        <p:spPr/>
        <p:txBody>
          <a:bodyPr/>
          <a:lstStyle/>
          <a:p>
            <a:fld id="{020248C0-B2A5-044F-83C2-254167E2BAC8}" type="slidenum">
              <a:rPr kumimoji="1" lang="zh-TW" altLang="en-US" smtClean="0"/>
              <a:t>11</a:t>
            </a:fld>
            <a:endParaRPr kumimoji="1" lang="zh-TW" altLang="en-US" dirty="0"/>
          </a:p>
        </p:txBody>
      </p:sp>
      <p:grpSp>
        <p:nvGrpSpPr>
          <p:cNvPr id="35" name="群組 34">
            <a:extLst>
              <a:ext uri="{FF2B5EF4-FFF2-40B4-BE49-F238E27FC236}">
                <a16:creationId xmlns:a16="http://schemas.microsoft.com/office/drawing/2014/main" id="{144E73CD-51E9-8F48-AC5F-093AFACE2F20}"/>
              </a:ext>
            </a:extLst>
          </p:cNvPr>
          <p:cNvGrpSpPr/>
          <p:nvPr/>
        </p:nvGrpSpPr>
        <p:grpSpPr>
          <a:xfrm>
            <a:off x="1634334" y="2294275"/>
            <a:ext cx="8953149" cy="3571836"/>
            <a:chOff x="1909155" y="2445820"/>
            <a:chExt cx="8357462" cy="3002428"/>
          </a:xfrm>
        </p:grpSpPr>
        <p:grpSp>
          <p:nvGrpSpPr>
            <p:cNvPr id="31" name="群組 30">
              <a:extLst>
                <a:ext uri="{FF2B5EF4-FFF2-40B4-BE49-F238E27FC236}">
                  <a16:creationId xmlns:a16="http://schemas.microsoft.com/office/drawing/2014/main" id="{67E59D39-F178-0F40-8E8F-6B282F6AA16F}"/>
                </a:ext>
              </a:extLst>
            </p:cNvPr>
            <p:cNvGrpSpPr/>
            <p:nvPr/>
          </p:nvGrpSpPr>
          <p:grpSpPr>
            <a:xfrm>
              <a:off x="1909155" y="2445820"/>
              <a:ext cx="8357462" cy="3002428"/>
              <a:chOff x="2250484" y="2519554"/>
              <a:chExt cx="7716732" cy="2613008"/>
            </a:xfrm>
          </p:grpSpPr>
          <p:grpSp>
            <p:nvGrpSpPr>
              <p:cNvPr id="14" name="群組 13">
                <a:extLst>
                  <a:ext uri="{FF2B5EF4-FFF2-40B4-BE49-F238E27FC236}">
                    <a16:creationId xmlns:a16="http://schemas.microsoft.com/office/drawing/2014/main" id="{F8D4C2FC-396F-634C-9A9D-6F068CA74E3F}"/>
                  </a:ext>
                </a:extLst>
              </p:cNvPr>
              <p:cNvGrpSpPr/>
              <p:nvPr/>
            </p:nvGrpSpPr>
            <p:grpSpPr>
              <a:xfrm>
                <a:off x="2250484" y="3224462"/>
                <a:ext cx="1748590" cy="1074821"/>
                <a:chOff x="1267326" y="3224463"/>
                <a:chExt cx="1748590" cy="1074821"/>
              </a:xfrm>
            </p:grpSpPr>
            <p:sp>
              <p:nvSpPr>
                <p:cNvPr id="5" name="矩形 4">
                  <a:extLst>
                    <a:ext uri="{FF2B5EF4-FFF2-40B4-BE49-F238E27FC236}">
                      <a16:creationId xmlns:a16="http://schemas.microsoft.com/office/drawing/2014/main" id="{0CD41437-8B41-2A4D-8790-818473E9725A}"/>
                    </a:ext>
                  </a:extLst>
                </p:cNvPr>
                <p:cNvSpPr/>
                <p:nvPr/>
              </p:nvSpPr>
              <p:spPr>
                <a:xfrm>
                  <a:off x="1267326" y="3224463"/>
                  <a:ext cx="1748590" cy="1074821"/>
                </a:xfrm>
                <a:prstGeom prst="rect">
                  <a:avLst/>
                </a:prstGeom>
                <a:noFill/>
                <a:ln w="254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kumimoji="1" lang="zh-TW" altLang="en-US" dirty="0"/>
                </a:p>
              </p:txBody>
            </p:sp>
            <p:sp>
              <p:nvSpPr>
                <p:cNvPr id="7" name="文字方塊 6">
                  <a:extLst>
                    <a:ext uri="{FF2B5EF4-FFF2-40B4-BE49-F238E27FC236}">
                      <a16:creationId xmlns:a16="http://schemas.microsoft.com/office/drawing/2014/main" id="{23DA3348-DB71-1F43-8A65-C41DFF60FB38}"/>
                    </a:ext>
                  </a:extLst>
                </p:cNvPr>
                <p:cNvSpPr txBox="1"/>
                <p:nvPr/>
              </p:nvSpPr>
              <p:spPr>
                <a:xfrm>
                  <a:off x="1396092" y="3561853"/>
                  <a:ext cx="1491056" cy="585407"/>
                </a:xfrm>
                <a:prstGeom prst="rect">
                  <a:avLst/>
                </a:prstGeom>
                <a:noFill/>
              </p:spPr>
              <p:txBody>
                <a:bodyPr wrap="none" rtlCol="0">
                  <a:spAutoFit/>
                </a:bodyPr>
                <a:lstStyle/>
                <a:p>
                  <a:pPr algn="ctr"/>
                  <a:r>
                    <a:rPr kumimoji="1" lang="en-US" altLang="zh-TW" sz="2800" dirty="0">
                      <a:latin typeface="Times" pitchFamily="2" charset="0"/>
                    </a:rPr>
                    <a:t>Actor</a:t>
                  </a:r>
                </a:p>
                <a:p>
                  <a:pPr algn="ctr"/>
                  <a:r>
                    <a:rPr lang="en" altLang="zh-TW" dirty="0">
                      <a:latin typeface="Times" pitchFamily="2" charset="0"/>
                    </a:rPr>
                    <a:t>(policy network)</a:t>
                  </a:r>
                </a:p>
              </p:txBody>
            </p:sp>
          </p:grpSp>
          <p:grpSp>
            <p:nvGrpSpPr>
              <p:cNvPr id="10" name="群組 9">
                <a:extLst>
                  <a:ext uri="{FF2B5EF4-FFF2-40B4-BE49-F238E27FC236}">
                    <a16:creationId xmlns:a16="http://schemas.microsoft.com/office/drawing/2014/main" id="{3BDD1604-0A03-A649-86D0-0B4A1B8C50AB}"/>
                  </a:ext>
                </a:extLst>
              </p:cNvPr>
              <p:cNvGrpSpPr/>
              <p:nvPr/>
            </p:nvGrpSpPr>
            <p:grpSpPr>
              <a:xfrm>
                <a:off x="8192926" y="3224463"/>
                <a:ext cx="1774290" cy="1074821"/>
                <a:chOff x="6713619" y="3255274"/>
                <a:chExt cx="1774290" cy="1074821"/>
              </a:xfrm>
            </p:grpSpPr>
            <p:sp>
              <p:nvSpPr>
                <p:cNvPr id="12" name="矩形 11">
                  <a:extLst>
                    <a:ext uri="{FF2B5EF4-FFF2-40B4-BE49-F238E27FC236}">
                      <a16:creationId xmlns:a16="http://schemas.microsoft.com/office/drawing/2014/main" id="{09D66419-5649-0749-A02F-4D45652B94B4}"/>
                    </a:ext>
                  </a:extLst>
                </p:cNvPr>
                <p:cNvSpPr/>
                <p:nvPr/>
              </p:nvSpPr>
              <p:spPr>
                <a:xfrm>
                  <a:off x="6713620" y="3255274"/>
                  <a:ext cx="1748590" cy="1074821"/>
                </a:xfrm>
                <a:prstGeom prst="rect">
                  <a:avLst/>
                </a:prstGeom>
                <a:noFill/>
                <a:ln w="254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kumimoji="1" lang="zh-TW" altLang="en-US"/>
                </a:p>
              </p:txBody>
            </p:sp>
            <p:sp>
              <p:nvSpPr>
                <p:cNvPr id="13" name="文字方塊 12">
                  <a:extLst>
                    <a:ext uri="{FF2B5EF4-FFF2-40B4-BE49-F238E27FC236}">
                      <a16:creationId xmlns:a16="http://schemas.microsoft.com/office/drawing/2014/main" id="{D71F11A6-532E-694B-B0D2-A235E8A813A0}"/>
                    </a:ext>
                  </a:extLst>
                </p:cNvPr>
                <p:cNvSpPr txBox="1"/>
                <p:nvPr/>
              </p:nvSpPr>
              <p:spPr>
                <a:xfrm>
                  <a:off x="6713619" y="3609320"/>
                  <a:ext cx="1774290" cy="382766"/>
                </a:xfrm>
                <a:prstGeom prst="rect">
                  <a:avLst/>
                </a:prstGeom>
                <a:noFill/>
              </p:spPr>
              <p:txBody>
                <a:bodyPr wrap="none" rtlCol="0">
                  <a:spAutoFit/>
                </a:bodyPr>
                <a:lstStyle/>
                <a:p>
                  <a:pPr algn="ctr"/>
                  <a:r>
                    <a:rPr kumimoji="1" lang="en-US" altLang="zh-TW" sz="2800" dirty="0">
                      <a:latin typeface="Times" pitchFamily="2" charset="0"/>
                    </a:rPr>
                    <a:t>Environment</a:t>
                  </a:r>
                  <a:endParaRPr kumimoji="1" lang="zh-TW" altLang="en-US" sz="2800" dirty="0">
                    <a:latin typeface="Times" pitchFamily="2" charset="0"/>
                  </a:endParaRPr>
                </a:p>
              </p:txBody>
            </p:sp>
          </p:grpSp>
          <p:cxnSp>
            <p:nvCxnSpPr>
              <p:cNvPr id="20" name="肘形接點 19">
                <a:extLst>
                  <a:ext uri="{FF2B5EF4-FFF2-40B4-BE49-F238E27FC236}">
                    <a16:creationId xmlns:a16="http://schemas.microsoft.com/office/drawing/2014/main" id="{90183600-0D42-2848-B9D9-6171279F221B}"/>
                  </a:ext>
                </a:extLst>
              </p:cNvPr>
              <p:cNvCxnSpPr>
                <a:cxnSpLocks/>
              </p:cNvCxnSpPr>
              <p:nvPr/>
            </p:nvCxnSpPr>
            <p:spPr>
              <a:xfrm rot="5400000" flipH="1">
                <a:off x="6096000" y="1472441"/>
                <a:ext cx="1" cy="5942443"/>
              </a:xfrm>
              <a:prstGeom prst="bentConnector3">
                <a:avLst>
                  <a:gd name="adj1" fmla="val -22860000000"/>
                </a:avLst>
              </a:prstGeom>
              <a:ln w="25400">
                <a:tailEnd type="triangle" w="lg" len="lg"/>
              </a:ln>
            </p:spPr>
            <p:style>
              <a:lnRef idx="1">
                <a:schemeClr val="accent1"/>
              </a:lnRef>
              <a:fillRef idx="0">
                <a:schemeClr val="accent1"/>
              </a:fillRef>
              <a:effectRef idx="0">
                <a:schemeClr val="accent1"/>
              </a:effectRef>
              <a:fontRef idx="minor">
                <a:schemeClr val="tx1"/>
              </a:fontRef>
            </p:style>
          </p:cxnSp>
          <p:cxnSp>
            <p:nvCxnSpPr>
              <p:cNvPr id="23" name="肘形接點 22">
                <a:extLst>
                  <a:ext uri="{FF2B5EF4-FFF2-40B4-BE49-F238E27FC236}">
                    <a16:creationId xmlns:a16="http://schemas.microsoft.com/office/drawing/2014/main" id="{B51889EE-1427-724B-B094-39812460ACD7}"/>
                  </a:ext>
                </a:extLst>
              </p:cNvPr>
              <p:cNvCxnSpPr>
                <a:cxnSpLocks/>
              </p:cNvCxnSpPr>
              <p:nvPr/>
            </p:nvCxnSpPr>
            <p:spPr>
              <a:xfrm rot="16200000" flipH="1">
                <a:off x="6095999" y="92821"/>
                <a:ext cx="1" cy="5942443"/>
              </a:xfrm>
              <a:prstGeom prst="bentConnector3">
                <a:avLst>
                  <a:gd name="adj1" fmla="val -22860000000"/>
                </a:avLst>
              </a:prstGeom>
              <a:ln w="25400">
                <a:headEnd w="med" len="med"/>
                <a:tailEnd type="triangle" w="lg" len="lg"/>
              </a:ln>
            </p:spPr>
            <p:style>
              <a:lnRef idx="1">
                <a:schemeClr val="accent1"/>
              </a:lnRef>
              <a:fillRef idx="0">
                <a:schemeClr val="accent1"/>
              </a:fillRef>
              <a:effectRef idx="0">
                <a:schemeClr val="accent1"/>
              </a:effectRef>
              <a:fontRef idx="minor">
                <a:schemeClr val="tx1"/>
              </a:fontRef>
            </p:style>
          </p:cxnSp>
          <p:sp>
            <p:nvSpPr>
              <p:cNvPr id="24" name="文字方塊 23">
                <a:extLst>
                  <a:ext uri="{FF2B5EF4-FFF2-40B4-BE49-F238E27FC236}">
                    <a16:creationId xmlns:a16="http://schemas.microsoft.com/office/drawing/2014/main" id="{65C2FB6A-4234-A345-AFC0-72BF84DEE6E1}"/>
                  </a:ext>
                </a:extLst>
              </p:cNvPr>
              <p:cNvSpPr txBox="1"/>
              <p:nvPr/>
            </p:nvSpPr>
            <p:spPr>
              <a:xfrm>
                <a:off x="2710840" y="4732452"/>
                <a:ext cx="1685077" cy="400110"/>
              </a:xfrm>
              <a:prstGeom prst="rect">
                <a:avLst/>
              </a:prstGeom>
              <a:noFill/>
            </p:spPr>
            <p:txBody>
              <a:bodyPr wrap="none" rtlCol="0">
                <a:spAutoFit/>
              </a:bodyPr>
              <a:lstStyle/>
              <a:p>
                <a:r>
                  <a:rPr kumimoji="1" lang="en-US" altLang="zh-TW" sz="2000" dirty="0">
                    <a:latin typeface="Times" pitchFamily="2" charset="0"/>
                  </a:rPr>
                  <a:t>Function input</a:t>
                </a:r>
                <a:endParaRPr kumimoji="1" lang="zh-TW" altLang="en-US" sz="2000" dirty="0">
                  <a:latin typeface="Times" pitchFamily="2" charset="0"/>
                </a:endParaRPr>
              </a:p>
            </p:txBody>
          </p:sp>
          <p:sp>
            <p:nvSpPr>
              <p:cNvPr id="25" name="文字方塊 24">
                <a:extLst>
                  <a:ext uri="{FF2B5EF4-FFF2-40B4-BE49-F238E27FC236}">
                    <a16:creationId xmlns:a16="http://schemas.microsoft.com/office/drawing/2014/main" id="{050FCC05-4BB3-914A-A0B3-015133C48E00}"/>
                  </a:ext>
                </a:extLst>
              </p:cNvPr>
              <p:cNvSpPr txBox="1"/>
              <p:nvPr/>
            </p:nvSpPr>
            <p:spPr>
              <a:xfrm>
                <a:off x="2582600" y="2519554"/>
                <a:ext cx="1813317" cy="400110"/>
              </a:xfrm>
              <a:prstGeom prst="rect">
                <a:avLst/>
              </a:prstGeom>
              <a:noFill/>
            </p:spPr>
            <p:txBody>
              <a:bodyPr wrap="none" rtlCol="0">
                <a:spAutoFit/>
              </a:bodyPr>
              <a:lstStyle/>
              <a:p>
                <a:r>
                  <a:rPr kumimoji="1" lang="en-US" altLang="zh-TW" sz="2000" dirty="0">
                    <a:latin typeface="Times" pitchFamily="2" charset="0"/>
                  </a:rPr>
                  <a:t>Function output</a:t>
                </a:r>
                <a:endParaRPr kumimoji="1" lang="zh-TW" altLang="en-US" sz="2000" dirty="0">
                  <a:latin typeface="Times" pitchFamily="2" charset="0"/>
                </a:endParaRPr>
              </a:p>
            </p:txBody>
          </p:sp>
          <p:cxnSp>
            <p:nvCxnSpPr>
              <p:cNvPr id="27" name="直線箭頭接點 26">
                <a:extLst>
                  <a:ext uri="{FF2B5EF4-FFF2-40B4-BE49-F238E27FC236}">
                    <a16:creationId xmlns:a16="http://schemas.microsoft.com/office/drawing/2014/main" id="{52E641A1-E9D4-B047-AA2A-238D422E8C56}"/>
                  </a:ext>
                </a:extLst>
              </p:cNvPr>
              <p:cNvCxnSpPr>
                <a:cxnSpLocks/>
                <a:stCxn id="12" idx="1"/>
              </p:cNvCxnSpPr>
              <p:nvPr/>
            </p:nvCxnSpPr>
            <p:spPr>
              <a:xfrm flipH="1" flipV="1">
                <a:off x="4197496" y="3756230"/>
                <a:ext cx="3995430" cy="5644"/>
              </a:xfrm>
              <a:prstGeom prst="straightConnector1">
                <a:avLst/>
              </a:prstGeom>
              <a:ln w="38100">
                <a:solidFill>
                  <a:schemeClr val="tx1">
                    <a:lumMod val="65000"/>
                    <a:lumOff val="35000"/>
                  </a:schemeClr>
                </a:solidFill>
                <a:tailEnd type="triangle" w="lg" len="med"/>
              </a:ln>
            </p:spPr>
            <p:style>
              <a:lnRef idx="1">
                <a:schemeClr val="accent1"/>
              </a:lnRef>
              <a:fillRef idx="0">
                <a:schemeClr val="accent1"/>
              </a:fillRef>
              <a:effectRef idx="0">
                <a:schemeClr val="accent1"/>
              </a:effectRef>
              <a:fontRef idx="minor">
                <a:schemeClr val="tx1"/>
              </a:fontRef>
            </p:style>
          </p:cxnSp>
          <p:sp>
            <p:nvSpPr>
              <p:cNvPr id="30" name="文字方塊 29">
                <a:extLst>
                  <a:ext uri="{FF2B5EF4-FFF2-40B4-BE49-F238E27FC236}">
                    <a16:creationId xmlns:a16="http://schemas.microsoft.com/office/drawing/2014/main" id="{C799088C-1039-FD43-9A48-7DFBB91174AC}"/>
                  </a:ext>
                </a:extLst>
              </p:cNvPr>
              <p:cNvSpPr txBox="1"/>
              <p:nvPr/>
            </p:nvSpPr>
            <p:spPr>
              <a:xfrm>
                <a:off x="5647799" y="3369782"/>
                <a:ext cx="983998" cy="337735"/>
              </a:xfrm>
              <a:prstGeom prst="rect">
                <a:avLst/>
              </a:prstGeom>
              <a:noFill/>
            </p:spPr>
            <p:txBody>
              <a:bodyPr wrap="none" rtlCol="0">
                <a:spAutoFit/>
              </a:bodyPr>
              <a:lstStyle/>
              <a:p>
                <a:r>
                  <a:rPr kumimoji="1" lang="en-US" altLang="zh-TW" sz="2400" dirty="0">
                    <a:latin typeface="Times" pitchFamily="2" charset="0"/>
                  </a:rPr>
                  <a:t>Reward</a:t>
                </a:r>
                <a:endParaRPr kumimoji="1" lang="zh-TW" altLang="en-US" sz="2400" dirty="0">
                  <a:latin typeface="Times" pitchFamily="2" charset="0"/>
                </a:endParaRPr>
              </a:p>
            </p:txBody>
          </p:sp>
        </p:grpSp>
        <p:sp>
          <p:nvSpPr>
            <p:cNvPr id="33" name="文字方塊 32">
              <a:extLst>
                <a:ext uri="{FF2B5EF4-FFF2-40B4-BE49-F238E27FC236}">
                  <a16:creationId xmlns:a16="http://schemas.microsoft.com/office/drawing/2014/main" id="{FD714736-CD41-2946-A0D0-2F63C1FCA938}"/>
                </a:ext>
              </a:extLst>
            </p:cNvPr>
            <p:cNvSpPr txBox="1"/>
            <p:nvPr/>
          </p:nvSpPr>
          <p:spPr>
            <a:xfrm>
              <a:off x="5377694" y="4682310"/>
              <a:ext cx="1575955" cy="388068"/>
            </a:xfrm>
            <a:prstGeom prst="rect">
              <a:avLst/>
            </a:prstGeom>
            <a:ln>
              <a:noFill/>
            </a:ln>
          </p:spPr>
          <p:style>
            <a:lnRef idx="2">
              <a:schemeClr val="dk1"/>
            </a:lnRef>
            <a:fillRef idx="1">
              <a:schemeClr val="lt1"/>
            </a:fillRef>
            <a:effectRef idx="0">
              <a:schemeClr val="dk1"/>
            </a:effectRef>
            <a:fontRef idx="minor">
              <a:schemeClr val="dk1"/>
            </a:fontRef>
          </p:style>
          <p:txBody>
            <a:bodyPr wrap="none" rtlCol="0">
              <a:spAutoFit/>
            </a:bodyPr>
            <a:lstStyle/>
            <a:p>
              <a:r>
                <a:rPr kumimoji="1" lang="en-US" altLang="zh-TW" sz="2400" dirty="0">
                  <a:latin typeface="Times" pitchFamily="2" charset="0"/>
                </a:rPr>
                <a:t>Observation</a:t>
              </a:r>
              <a:endParaRPr kumimoji="1" lang="zh-TW" altLang="en-US" sz="2400" dirty="0">
                <a:latin typeface="Times" pitchFamily="2" charset="0"/>
              </a:endParaRPr>
            </a:p>
          </p:txBody>
        </p:sp>
        <p:sp>
          <p:nvSpPr>
            <p:cNvPr id="34" name="文字方塊 33">
              <a:extLst>
                <a:ext uri="{FF2B5EF4-FFF2-40B4-BE49-F238E27FC236}">
                  <a16:creationId xmlns:a16="http://schemas.microsoft.com/office/drawing/2014/main" id="{0463C2F3-075F-F843-8D9C-8C2339803D35}"/>
                </a:ext>
              </a:extLst>
            </p:cNvPr>
            <p:cNvSpPr txBox="1"/>
            <p:nvPr/>
          </p:nvSpPr>
          <p:spPr>
            <a:xfrm>
              <a:off x="5632981" y="2637816"/>
              <a:ext cx="953473" cy="388068"/>
            </a:xfrm>
            <a:prstGeom prst="rect">
              <a:avLst/>
            </a:prstGeom>
            <a:ln>
              <a:noFill/>
            </a:ln>
          </p:spPr>
          <p:style>
            <a:lnRef idx="2">
              <a:schemeClr val="dk1"/>
            </a:lnRef>
            <a:fillRef idx="1">
              <a:schemeClr val="lt1"/>
            </a:fillRef>
            <a:effectRef idx="0">
              <a:schemeClr val="dk1"/>
            </a:effectRef>
            <a:fontRef idx="minor">
              <a:schemeClr val="dk1"/>
            </a:fontRef>
          </p:style>
          <p:txBody>
            <a:bodyPr wrap="none" rtlCol="0">
              <a:spAutoFit/>
            </a:bodyPr>
            <a:lstStyle/>
            <a:p>
              <a:r>
                <a:rPr kumimoji="1" lang="en-US" altLang="zh-TW" sz="2400" dirty="0">
                  <a:latin typeface="Times" pitchFamily="2" charset="0"/>
                </a:rPr>
                <a:t>Action</a:t>
              </a:r>
              <a:endParaRPr kumimoji="1" lang="zh-TW" altLang="en-US" sz="2400" dirty="0">
                <a:latin typeface="Times" pitchFamily="2" charset="0"/>
              </a:endParaRPr>
            </a:p>
          </p:txBody>
        </p:sp>
      </p:grpSp>
    </p:spTree>
    <p:extLst>
      <p:ext uri="{BB962C8B-B14F-4D97-AF65-F5344CB8AC3E}">
        <p14:creationId xmlns:p14="http://schemas.microsoft.com/office/powerpoint/2010/main" val="12412426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02652D9-6EB8-424A-B13B-9B4CEDBFED11}"/>
              </a:ext>
            </a:extLst>
          </p:cNvPr>
          <p:cNvSpPr>
            <a:spLocks noGrp="1"/>
          </p:cNvSpPr>
          <p:nvPr>
            <p:ph type="title"/>
          </p:nvPr>
        </p:nvSpPr>
        <p:spPr/>
        <p:txBody>
          <a:bodyPr/>
          <a:lstStyle/>
          <a:p>
            <a:pPr algn="ctr"/>
            <a:r>
              <a:rPr lang="en-US" altLang="zh-TW" dirty="0">
                <a:latin typeface="Times" pitchFamily="2" charset="0"/>
              </a:rPr>
              <a:t>Ensemble learning</a:t>
            </a:r>
            <a:endParaRPr lang="zh-TW" altLang="en-US" dirty="0">
              <a:latin typeface="Times" pitchFamily="2" charset="0"/>
            </a:endParaRPr>
          </a:p>
        </p:txBody>
      </p:sp>
      <p:pic>
        <p:nvPicPr>
          <p:cNvPr id="8" name="圖片 7">
            <a:extLst>
              <a:ext uri="{FF2B5EF4-FFF2-40B4-BE49-F238E27FC236}">
                <a16:creationId xmlns:a16="http://schemas.microsoft.com/office/drawing/2014/main" id="{45020172-AFAE-8D4F-82C3-414EB3EEA973}"/>
              </a:ext>
            </a:extLst>
          </p:cNvPr>
          <p:cNvPicPr>
            <a:picLocks noChangeAspect="1"/>
          </p:cNvPicPr>
          <p:nvPr/>
        </p:nvPicPr>
        <p:blipFill>
          <a:blip r:embed="rId2"/>
          <a:stretch>
            <a:fillRect/>
          </a:stretch>
        </p:blipFill>
        <p:spPr>
          <a:xfrm>
            <a:off x="1764059" y="1765132"/>
            <a:ext cx="9306137" cy="4342149"/>
          </a:xfrm>
          <a:prstGeom prst="rect">
            <a:avLst/>
          </a:prstGeom>
        </p:spPr>
      </p:pic>
      <p:sp>
        <p:nvSpPr>
          <p:cNvPr id="3" name="文字方塊 2">
            <a:extLst>
              <a:ext uri="{FF2B5EF4-FFF2-40B4-BE49-F238E27FC236}">
                <a16:creationId xmlns:a16="http://schemas.microsoft.com/office/drawing/2014/main" id="{0AA6ADEF-C65B-B640-AEDD-5CBB1E0C2351}"/>
              </a:ext>
            </a:extLst>
          </p:cNvPr>
          <p:cNvSpPr txBox="1"/>
          <p:nvPr/>
        </p:nvSpPr>
        <p:spPr>
          <a:xfrm>
            <a:off x="1121804" y="2781270"/>
            <a:ext cx="2743200" cy="400110"/>
          </a:xfrm>
          <a:prstGeom prst="rect">
            <a:avLst/>
          </a:prstGeom>
          <a:noFill/>
        </p:spPr>
        <p:txBody>
          <a:bodyPr wrap="square" rtlCol="0">
            <a:spAutoFit/>
          </a:bodyPr>
          <a:lstStyle/>
          <a:p>
            <a:r>
              <a:rPr kumimoji="1" lang="en-US" altLang="zh-TW" sz="2000" dirty="0">
                <a:latin typeface="Times" pitchFamily="2" charset="0"/>
              </a:rPr>
              <a:t>create k training data set </a:t>
            </a:r>
            <a:endParaRPr kumimoji="1" lang="zh-TW" altLang="en-US" sz="2000" dirty="0">
              <a:latin typeface="Times" pitchFamily="2" charset="0"/>
            </a:endParaRPr>
          </a:p>
        </p:txBody>
      </p:sp>
      <mc:AlternateContent xmlns:mc="http://schemas.openxmlformats.org/markup-compatibility/2006" xmlns:a14="http://schemas.microsoft.com/office/drawing/2010/main">
        <mc:Choice Requires="a14">
          <p:sp>
            <p:nvSpPr>
              <p:cNvPr id="6" name="文字方塊 5">
                <a:extLst>
                  <a:ext uri="{FF2B5EF4-FFF2-40B4-BE49-F238E27FC236}">
                    <a16:creationId xmlns:a16="http://schemas.microsoft.com/office/drawing/2014/main" id="{3C3E0F2A-DCF0-6B46-9A88-C0E2C9C25144}"/>
                  </a:ext>
                </a:extLst>
              </p:cNvPr>
              <p:cNvSpPr txBox="1"/>
              <p:nvPr/>
            </p:nvSpPr>
            <p:spPr>
              <a:xfrm>
                <a:off x="4491229" y="6092765"/>
                <a:ext cx="1604771" cy="400110"/>
              </a:xfrm>
              <a:prstGeom prst="rect">
                <a:avLst/>
              </a:prstGeom>
              <a:noFill/>
            </p:spPr>
            <p:txBody>
              <a:bodyPr wrap="square" rtlCol="0">
                <a:spAutoFit/>
              </a:bodyPr>
              <a:lstStyle/>
              <a:p>
                <a:r>
                  <a:rPr kumimoji="1" lang="en-US" altLang="zh-TW" sz="2000" dirty="0">
                    <a:latin typeface="Times" pitchFamily="2" charset="0"/>
                  </a:rPr>
                  <a:t>Classifier </a:t>
                </a:r>
                <a14:m>
                  <m:oMath xmlns:m="http://schemas.openxmlformats.org/officeDocument/2006/math">
                    <m:sSub>
                      <m:sSubPr>
                        <m:ctrlPr>
                          <a:rPr kumimoji="1" lang="en-US" altLang="zh-TW" sz="2000" i="1" smtClean="0">
                            <a:latin typeface="Cambria Math" panose="02040503050406030204" pitchFamily="18" charset="0"/>
                          </a:rPr>
                        </m:ctrlPr>
                      </m:sSubPr>
                      <m:e>
                        <m:r>
                          <a:rPr kumimoji="1" lang="en-US" altLang="zh-TW" sz="2000" b="0" i="1" smtClean="0">
                            <a:latin typeface="Cambria Math" panose="02040503050406030204" pitchFamily="18" charset="0"/>
                          </a:rPr>
                          <m:t>𝑀</m:t>
                        </m:r>
                      </m:e>
                      <m:sub>
                        <m:r>
                          <a:rPr kumimoji="1" lang="en-US" altLang="zh-TW" sz="2000" b="0" i="1" smtClean="0">
                            <a:latin typeface="Cambria Math" panose="02040503050406030204" pitchFamily="18" charset="0"/>
                          </a:rPr>
                          <m:t>𝑖</m:t>
                        </m:r>
                      </m:sub>
                    </m:sSub>
                  </m:oMath>
                </a14:m>
                <a:r>
                  <a:rPr kumimoji="1" lang="en-US" altLang="zh-TW" sz="2000" dirty="0">
                    <a:latin typeface="Times" pitchFamily="2" charset="0"/>
                  </a:rPr>
                  <a:t> </a:t>
                </a:r>
                <a:endParaRPr kumimoji="1" lang="zh-TW" altLang="en-US" sz="2000" dirty="0">
                  <a:latin typeface="Times" pitchFamily="2" charset="0"/>
                </a:endParaRPr>
              </a:p>
            </p:txBody>
          </p:sp>
        </mc:Choice>
        <mc:Fallback xmlns="">
          <p:sp>
            <p:nvSpPr>
              <p:cNvPr id="6" name="文字方塊 5">
                <a:extLst>
                  <a:ext uri="{FF2B5EF4-FFF2-40B4-BE49-F238E27FC236}">
                    <a16:creationId xmlns:a16="http://schemas.microsoft.com/office/drawing/2014/main" id="{3C3E0F2A-DCF0-6B46-9A88-C0E2C9C25144}"/>
                  </a:ext>
                </a:extLst>
              </p:cNvPr>
              <p:cNvSpPr txBox="1">
                <a:spLocks noRot="1" noChangeAspect="1" noMove="1" noResize="1" noEditPoints="1" noAdjustHandles="1" noChangeArrowheads="1" noChangeShapeType="1" noTextEdit="1"/>
              </p:cNvSpPr>
              <p:nvPr/>
            </p:nvSpPr>
            <p:spPr>
              <a:xfrm>
                <a:off x="4491229" y="6092765"/>
                <a:ext cx="1604771" cy="400110"/>
              </a:xfrm>
              <a:prstGeom prst="rect">
                <a:avLst/>
              </a:prstGeom>
              <a:blipFill>
                <a:blip r:embed="rId3"/>
                <a:stretch>
                  <a:fillRect l="-3906" t="-6061" b="-24242"/>
                </a:stretch>
              </a:blipFill>
            </p:spPr>
            <p:txBody>
              <a:bodyPr/>
              <a:lstStyle/>
              <a:p>
                <a:r>
                  <a:rPr lang="zh-TW" altLang="en-US">
                    <a:noFill/>
                  </a:rPr>
                  <a:t> </a:t>
                </a:r>
              </a:p>
            </p:txBody>
          </p:sp>
        </mc:Fallback>
      </mc:AlternateContent>
      <p:sp>
        <p:nvSpPr>
          <p:cNvPr id="11" name="投影片編號版面配置區 10">
            <a:extLst>
              <a:ext uri="{FF2B5EF4-FFF2-40B4-BE49-F238E27FC236}">
                <a16:creationId xmlns:a16="http://schemas.microsoft.com/office/drawing/2014/main" id="{C9EE5320-EB68-2043-907A-293FA4F74BC9}"/>
              </a:ext>
            </a:extLst>
          </p:cNvPr>
          <p:cNvSpPr>
            <a:spLocks noGrp="1"/>
          </p:cNvSpPr>
          <p:nvPr>
            <p:ph type="sldNum" sz="quarter" idx="12"/>
          </p:nvPr>
        </p:nvSpPr>
        <p:spPr/>
        <p:txBody>
          <a:bodyPr/>
          <a:lstStyle/>
          <a:p>
            <a:fld id="{020248C0-B2A5-044F-83C2-254167E2BAC8}" type="slidenum">
              <a:rPr kumimoji="1" lang="zh-TW" altLang="en-US" smtClean="0"/>
              <a:t>12</a:t>
            </a:fld>
            <a:endParaRPr kumimoji="1" lang="zh-TW" altLang="en-US"/>
          </a:p>
        </p:txBody>
      </p:sp>
    </p:spTree>
    <p:extLst>
      <p:ext uri="{BB962C8B-B14F-4D97-AF65-F5344CB8AC3E}">
        <p14:creationId xmlns:p14="http://schemas.microsoft.com/office/powerpoint/2010/main" val="6286130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856B3D6-D214-C344-8410-80D995E26EE9}"/>
              </a:ext>
            </a:extLst>
          </p:cNvPr>
          <p:cNvSpPr>
            <a:spLocks noGrp="1"/>
          </p:cNvSpPr>
          <p:nvPr>
            <p:ph type="title"/>
          </p:nvPr>
        </p:nvSpPr>
        <p:spPr/>
        <p:txBody>
          <a:bodyPr/>
          <a:lstStyle/>
          <a:p>
            <a:pPr algn="ctr"/>
            <a:r>
              <a:rPr lang="en" altLang="zh-TW" dirty="0">
                <a:latin typeface="Times" pitchFamily="2" charset="0"/>
              </a:rPr>
              <a:t>Random Forest</a:t>
            </a:r>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9E558E58-7E6E-0849-81D0-DE4B6A430E2F}"/>
                  </a:ext>
                </a:extLst>
              </p:cNvPr>
              <p:cNvSpPr>
                <a:spLocks noGrp="1"/>
              </p:cNvSpPr>
              <p:nvPr>
                <p:ph idx="1"/>
              </p:nvPr>
            </p:nvSpPr>
            <p:spPr>
              <a:xfrm>
                <a:off x="838200" y="2527068"/>
                <a:ext cx="10515600" cy="3841513"/>
              </a:xfrm>
            </p:spPr>
            <p:txBody>
              <a:bodyPr>
                <a:normAutofit lnSpcReduction="10000"/>
              </a:bodyPr>
              <a:lstStyle/>
              <a:p>
                <a:pPr marL="0" indent="0">
                  <a:buNone/>
                </a:pPr>
                <a:r>
                  <a:rPr lang="en" altLang="zh-TW" dirty="0">
                    <a:latin typeface="Times" pitchFamily="2" charset="0"/>
                  </a:rPr>
                  <a:t>Algorithm: Bagging.</a:t>
                </a:r>
              </a:p>
              <a:p>
                <a:pPr marL="514350" indent="-514350">
                  <a:buAutoNum type="arabicParenBoth"/>
                </a:pPr>
                <a:r>
                  <a:rPr lang="en" altLang="zh-TW" b="1" dirty="0">
                    <a:latin typeface="Times" pitchFamily="2" charset="0"/>
                  </a:rPr>
                  <a:t>For</a:t>
                </a:r>
                <a:r>
                  <a:rPr lang="en" altLang="zh-TW" dirty="0">
                    <a:latin typeface="Times" pitchFamily="2" charset="0"/>
                  </a:rPr>
                  <a:t> </a:t>
                </a:r>
                <a:r>
                  <a:rPr lang="en" altLang="zh-TW" dirty="0" err="1">
                    <a:latin typeface="Times" pitchFamily="2" charset="0"/>
                  </a:rPr>
                  <a:t>i</a:t>
                </a:r>
                <a:r>
                  <a:rPr lang="en" altLang="zh-TW" dirty="0">
                    <a:latin typeface="Times" pitchFamily="2" charset="0"/>
                  </a:rPr>
                  <a:t> = 1 to k </a:t>
                </a:r>
                <a:r>
                  <a:rPr lang="en" altLang="zh-TW" b="1" dirty="0">
                    <a:latin typeface="Times" pitchFamily="2" charset="0"/>
                  </a:rPr>
                  <a:t>do</a:t>
                </a:r>
                <a:r>
                  <a:rPr lang="en" altLang="zh-TW" dirty="0">
                    <a:latin typeface="Times" pitchFamily="2" charset="0"/>
                  </a:rPr>
                  <a:t> // create k models;</a:t>
                </a:r>
              </a:p>
              <a:p>
                <a:pPr marL="514350" indent="-514350">
                  <a:buAutoNum type="arabicParenBoth"/>
                </a:pPr>
                <a:r>
                  <a:rPr lang="en" altLang="zh-TW" dirty="0">
                    <a:latin typeface="Times" pitchFamily="2" charset="0"/>
                  </a:rPr>
                  <a:t>     create bootstrap sample, </a:t>
                </a:r>
                <a14:m>
                  <m:oMath xmlns:m="http://schemas.openxmlformats.org/officeDocument/2006/math">
                    <m:sSub>
                      <m:sSubPr>
                        <m:ctrlPr>
                          <a:rPr lang="en" altLang="zh-TW" i="1" smtClean="0">
                            <a:latin typeface="Cambria Math" panose="02040503050406030204" pitchFamily="18" charset="0"/>
                          </a:rPr>
                        </m:ctrlPr>
                      </m:sSubPr>
                      <m:e>
                        <m:r>
                          <a:rPr lang="en-US" altLang="zh-TW" b="0" i="1" smtClean="0">
                            <a:latin typeface="Cambria Math" panose="02040503050406030204" pitchFamily="18" charset="0"/>
                          </a:rPr>
                          <m:t>𝐷</m:t>
                        </m:r>
                      </m:e>
                      <m:sub>
                        <m:r>
                          <a:rPr lang="en-US" altLang="zh-TW" b="0" i="1" smtClean="0">
                            <a:latin typeface="Cambria Math" panose="02040503050406030204" pitchFamily="18" charset="0"/>
                          </a:rPr>
                          <m:t>𝑖</m:t>
                        </m:r>
                      </m:sub>
                    </m:sSub>
                  </m:oMath>
                </a14:m>
                <a:r>
                  <a:rPr lang="en" altLang="zh-TW" dirty="0">
                    <a:latin typeface="Times" pitchFamily="2" charset="0"/>
                  </a:rPr>
                  <a:t>, by sampling D with replacement;</a:t>
                </a:r>
              </a:p>
              <a:p>
                <a:pPr marL="514350" indent="-514350">
                  <a:buAutoNum type="arabicParenBoth"/>
                </a:pPr>
                <a:r>
                  <a:rPr lang="en" altLang="zh-TW" dirty="0">
                    <a:latin typeface="Times" pitchFamily="2" charset="0"/>
                  </a:rPr>
                  <a:t>     use </a:t>
                </a:r>
                <a14:m>
                  <m:oMath xmlns:m="http://schemas.openxmlformats.org/officeDocument/2006/math">
                    <m:sSub>
                      <m:sSubPr>
                        <m:ctrlPr>
                          <a:rPr lang="en" altLang="zh-TW" i="1">
                            <a:latin typeface="Cambria Math" panose="02040503050406030204" pitchFamily="18" charset="0"/>
                          </a:rPr>
                        </m:ctrlPr>
                      </m:sSubPr>
                      <m:e>
                        <m:r>
                          <a:rPr lang="en-US" altLang="zh-TW" i="1">
                            <a:latin typeface="Cambria Math" panose="02040503050406030204" pitchFamily="18" charset="0"/>
                          </a:rPr>
                          <m:t>𝐷</m:t>
                        </m:r>
                      </m:e>
                      <m:sub>
                        <m:r>
                          <a:rPr lang="en-US" altLang="zh-TW" i="1">
                            <a:latin typeface="Cambria Math" panose="02040503050406030204" pitchFamily="18" charset="0"/>
                          </a:rPr>
                          <m:t>𝑖</m:t>
                        </m:r>
                      </m:sub>
                    </m:sSub>
                    <m:r>
                      <a:rPr lang="en-US" altLang="zh-TW" i="1">
                        <a:latin typeface="Cambria Math" panose="02040503050406030204" pitchFamily="18" charset="0"/>
                      </a:rPr>
                      <m:t> </m:t>
                    </m:r>
                  </m:oMath>
                </a14:m>
                <a:r>
                  <a:rPr lang="en" altLang="zh-TW" dirty="0">
                    <a:latin typeface="Times" pitchFamily="2" charset="0"/>
                  </a:rPr>
                  <a:t>and the learning scheme to derive a model, </a:t>
                </a:r>
                <a14:m>
                  <m:oMath xmlns:m="http://schemas.openxmlformats.org/officeDocument/2006/math">
                    <m:sSub>
                      <m:sSubPr>
                        <m:ctrlPr>
                          <a:rPr lang="en" altLang="zh-TW" i="1" smtClean="0">
                            <a:latin typeface="Cambria Math" panose="02040503050406030204" pitchFamily="18" charset="0"/>
                          </a:rPr>
                        </m:ctrlPr>
                      </m:sSubPr>
                      <m:e>
                        <m:r>
                          <a:rPr lang="en-US" altLang="zh-TW" b="0" i="1" smtClean="0">
                            <a:latin typeface="Cambria Math" panose="02040503050406030204" pitchFamily="18" charset="0"/>
                          </a:rPr>
                          <m:t>𝑀</m:t>
                        </m:r>
                      </m:e>
                      <m:sub>
                        <m:r>
                          <a:rPr lang="en-US" altLang="zh-TW" b="0" i="1" smtClean="0">
                            <a:latin typeface="Cambria Math" panose="02040503050406030204" pitchFamily="18" charset="0"/>
                          </a:rPr>
                          <m:t>𝑖</m:t>
                        </m:r>
                      </m:sub>
                    </m:sSub>
                  </m:oMath>
                </a14:m>
                <a:r>
                  <a:rPr lang="en" altLang="zh-TW" dirty="0">
                    <a:latin typeface="Times" pitchFamily="2" charset="0"/>
                  </a:rPr>
                  <a:t>;</a:t>
                </a:r>
              </a:p>
              <a:p>
                <a:pPr marL="514350" indent="-514350">
                  <a:buAutoNum type="arabicParenBoth"/>
                </a:pPr>
                <a:r>
                  <a:rPr lang="en" altLang="zh-TW" b="1" dirty="0" err="1">
                    <a:latin typeface="Times" pitchFamily="2" charset="0"/>
                  </a:rPr>
                  <a:t>Endfor</a:t>
                </a:r>
                <a:endParaRPr lang="en" altLang="zh-TW" b="1" dirty="0">
                  <a:latin typeface="Times" pitchFamily="2" charset="0"/>
                </a:endParaRPr>
              </a:p>
              <a:p>
                <a:pPr marL="514350" indent="-514350">
                  <a:buAutoNum type="arabicParenBoth"/>
                </a:pPr>
                <a:endParaRPr lang="en" altLang="zh-TW" b="1" dirty="0">
                  <a:latin typeface="Times" pitchFamily="2" charset="0"/>
                </a:endParaRPr>
              </a:p>
              <a:p>
                <a:pPr marL="0" indent="0">
                  <a:buNone/>
                </a:pPr>
                <a:r>
                  <a:rPr lang="en" altLang="zh-TW" b="1" dirty="0">
                    <a:latin typeface="Times" pitchFamily="2" charset="0"/>
                  </a:rPr>
                  <a:t>To use the ensemble to classify a tuple, X;</a:t>
                </a:r>
              </a:p>
              <a:p>
                <a:pPr marL="0" indent="0">
                  <a:buNone/>
                </a:pPr>
                <a:r>
                  <a:rPr lang="en" altLang="zh-TW" b="1" dirty="0">
                    <a:latin typeface="Times" pitchFamily="2" charset="0"/>
                  </a:rPr>
                  <a:t>	</a:t>
                </a:r>
                <a:r>
                  <a:rPr lang="en" altLang="zh-TW" dirty="0">
                    <a:latin typeface="Times" pitchFamily="2" charset="0"/>
                  </a:rPr>
                  <a:t>let each of the k models classify X and return the majority vote.</a:t>
                </a:r>
              </a:p>
            </p:txBody>
          </p:sp>
        </mc:Choice>
        <mc:Fallback xmlns="">
          <p:sp>
            <p:nvSpPr>
              <p:cNvPr id="3" name="內容版面配置區 2">
                <a:extLst>
                  <a:ext uri="{FF2B5EF4-FFF2-40B4-BE49-F238E27FC236}">
                    <a16:creationId xmlns:a16="http://schemas.microsoft.com/office/drawing/2014/main" id="{9E558E58-7E6E-0849-81D0-DE4B6A430E2F}"/>
                  </a:ext>
                </a:extLst>
              </p:cNvPr>
              <p:cNvSpPr>
                <a:spLocks noGrp="1" noRot="1" noChangeAspect="1" noMove="1" noResize="1" noEditPoints="1" noAdjustHandles="1" noChangeArrowheads="1" noChangeShapeType="1" noTextEdit="1"/>
              </p:cNvSpPr>
              <p:nvPr>
                <p:ph idx="1"/>
              </p:nvPr>
            </p:nvSpPr>
            <p:spPr>
              <a:xfrm>
                <a:off x="838200" y="2527068"/>
                <a:ext cx="10515600" cy="3841513"/>
              </a:xfrm>
              <a:blipFill>
                <a:blip r:embed="rId2"/>
                <a:stretch>
                  <a:fillRect l="-1206" t="-3630" b="-1320"/>
                </a:stretch>
              </a:blipFill>
            </p:spPr>
            <p:txBody>
              <a:bodyPr/>
              <a:lstStyle/>
              <a:p>
                <a:r>
                  <a:rPr lang="zh-TW" altLang="en-US">
                    <a:noFill/>
                  </a:rPr>
                  <a:t> </a:t>
                </a:r>
              </a:p>
            </p:txBody>
          </p:sp>
        </mc:Fallback>
      </mc:AlternateContent>
      <p:pic>
        <p:nvPicPr>
          <p:cNvPr id="2049" name="Picture 1" descr="page12image26838144">
            <a:extLst>
              <a:ext uri="{FF2B5EF4-FFF2-40B4-BE49-F238E27FC236}">
                <a16:creationId xmlns:a16="http://schemas.microsoft.com/office/drawing/2014/main" id="{D6639E95-CD91-354E-B0A1-7A227A36501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0" cy="800100"/>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3" descr="page12image26838144">
            <a:extLst>
              <a:ext uri="{FF2B5EF4-FFF2-40B4-BE49-F238E27FC236}">
                <a16:creationId xmlns:a16="http://schemas.microsoft.com/office/drawing/2014/main" id="{880F8F9F-3442-8C4B-876F-ADD6A070F7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0" cy="800100"/>
          </a:xfrm>
          <a:prstGeom prst="rect">
            <a:avLst/>
          </a:prstGeom>
          <a:noFill/>
          <a:extLst>
            <a:ext uri="{909E8E84-426E-40DD-AFC4-6F175D3DCCD1}">
              <a14:hiddenFill xmlns:a14="http://schemas.microsoft.com/office/drawing/2010/main">
                <a:solidFill>
                  <a:srgbClr val="FFFFFF"/>
                </a:solidFill>
              </a14:hiddenFill>
            </a:ext>
          </a:extLst>
        </p:spPr>
      </p:pic>
      <p:pic>
        <p:nvPicPr>
          <p:cNvPr id="2051" name="Picture 5" descr="page12image26838144">
            <a:extLst>
              <a:ext uri="{FF2B5EF4-FFF2-40B4-BE49-F238E27FC236}">
                <a16:creationId xmlns:a16="http://schemas.microsoft.com/office/drawing/2014/main" id="{89287597-F354-A04C-8934-48056407B29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0" cy="80010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7" descr="page12image26838144">
            <a:extLst>
              <a:ext uri="{FF2B5EF4-FFF2-40B4-BE49-F238E27FC236}">
                <a16:creationId xmlns:a16="http://schemas.microsoft.com/office/drawing/2014/main" id="{22429CB9-B6DB-9842-8BCC-9ED1B6C0B1C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0" cy="800100"/>
          </a:xfrm>
          <a:prstGeom prst="rect">
            <a:avLst/>
          </a:prstGeom>
          <a:noFill/>
          <a:extLst>
            <a:ext uri="{909E8E84-426E-40DD-AFC4-6F175D3DCCD1}">
              <a14:hiddenFill xmlns:a14="http://schemas.microsoft.com/office/drawing/2010/main">
                <a:solidFill>
                  <a:srgbClr val="FFFFFF"/>
                </a:solidFill>
              </a14:hiddenFill>
            </a:ext>
          </a:extLst>
        </p:spPr>
      </p:pic>
      <p:sp>
        <p:nvSpPr>
          <p:cNvPr id="4" name="文字方塊 3">
            <a:extLst>
              <a:ext uri="{FF2B5EF4-FFF2-40B4-BE49-F238E27FC236}">
                <a16:creationId xmlns:a16="http://schemas.microsoft.com/office/drawing/2014/main" id="{5E6C10D3-0014-E94C-A631-2DD7033A2D26}"/>
              </a:ext>
            </a:extLst>
          </p:cNvPr>
          <p:cNvSpPr txBox="1"/>
          <p:nvPr/>
        </p:nvSpPr>
        <p:spPr>
          <a:xfrm>
            <a:off x="7032568" y="1725113"/>
            <a:ext cx="5036127" cy="1323439"/>
          </a:xfrm>
          <a:prstGeom prst="rect">
            <a:avLst/>
          </a:prstGeom>
          <a:noFill/>
          <a:ln>
            <a:solidFill>
              <a:schemeClr val="accent6">
                <a:lumMod val="75000"/>
              </a:schemeClr>
            </a:solidFill>
          </a:ln>
        </p:spPr>
        <p:txBody>
          <a:bodyPr wrap="square" rtlCol="0">
            <a:spAutoFit/>
          </a:bodyPr>
          <a:lstStyle/>
          <a:p>
            <a:r>
              <a:rPr kumimoji="1" lang="en-US" altLang="zh-TW" sz="2000" dirty="0">
                <a:latin typeface="Times" pitchFamily="2" charset="0"/>
              </a:rPr>
              <a:t>Input:</a:t>
            </a:r>
          </a:p>
          <a:p>
            <a:pPr marL="285750" indent="-285750">
              <a:buFont typeface="Arial" panose="020B0604020202020204" pitchFamily="34" charset="0"/>
              <a:buChar char="•"/>
            </a:pPr>
            <a:r>
              <a:rPr kumimoji="1" lang="en-US" altLang="zh-TW" sz="2000" dirty="0">
                <a:latin typeface="Times" pitchFamily="2" charset="0"/>
              </a:rPr>
              <a:t>D, a set of d training tuples;</a:t>
            </a:r>
            <a:r>
              <a:rPr lang="en" altLang="zh-TW" sz="2000" dirty="0">
                <a:latin typeface="Times" pitchFamily="2" charset="0"/>
              </a:rPr>
              <a:t> </a:t>
            </a:r>
            <a:endParaRPr kumimoji="1" lang="en-US" altLang="zh-TW" sz="2000" dirty="0">
              <a:latin typeface="Times" pitchFamily="2" charset="0"/>
            </a:endParaRPr>
          </a:p>
          <a:p>
            <a:pPr marL="285750" indent="-285750">
              <a:buFont typeface="Arial" panose="020B0604020202020204" pitchFamily="34" charset="0"/>
              <a:buChar char="•"/>
            </a:pPr>
            <a:r>
              <a:rPr kumimoji="1" lang="en-US" altLang="zh-TW" sz="2000" dirty="0">
                <a:latin typeface="Times" pitchFamily="2" charset="0"/>
              </a:rPr>
              <a:t>k, the number of models in the ensemble;</a:t>
            </a:r>
          </a:p>
          <a:p>
            <a:pPr marL="285750" indent="-285750">
              <a:buFont typeface="Arial" panose="020B0604020202020204" pitchFamily="34" charset="0"/>
              <a:buChar char="•"/>
            </a:pPr>
            <a:r>
              <a:rPr kumimoji="1" lang="en-US" altLang="zh-TW" sz="2000" dirty="0">
                <a:latin typeface="Times" pitchFamily="2" charset="0"/>
              </a:rPr>
              <a:t>A classification learning scheme. </a:t>
            </a:r>
          </a:p>
        </p:txBody>
      </p:sp>
      <p:sp>
        <p:nvSpPr>
          <p:cNvPr id="8" name="投影片編號版面配置區 7">
            <a:extLst>
              <a:ext uri="{FF2B5EF4-FFF2-40B4-BE49-F238E27FC236}">
                <a16:creationId xmlns:a16="http://schemas.microsoft.com/office/drawing/2014/main" id="{2C370494-207C-5C4C-A8AB-672059BFCDAE}"/>
              </a:ext>
            </a:extLst>
          </p:cNvPr>
          <p:cNvSpPr>
            <a:spLocks noGrp="1"/>
          </p:cNvSpPr>
          <p:nvPr>
            <p:ph type="sldNum" sz="quarter" idx="12"/>
          </p:nvPr>
        </p:nvSpPr>
        <p:spPr/>
        <p:txBody>
          <a:bodyPr/>
          <a:lstStyle/>
          <a:p>
            <a:fld id="{020248C0-B2A5-044F-83C2-254167E2BAC8}" type="slidenum">
              <a:rPr kumimoji="1" lang="zh-TW" altLang="en-US" smtClean="0"/>
              <a:t>13</a:t>
            </a:fld>
            <a:endParaRPr kumimoji="1" lang="zh-TW" altLang="en-US"/>
          </a:p>
        </p:txBody>
      </p:sp>
    </p:spTree>
    <p:extLst>
      <p:ext uri="{BB962C8B-B14F-4D97-AF65-F5344CB8AC3E}">
        <p14:creationId xmlns:p14="http://schemas.microsoft.com/office/powerpoint/2010/main" val="16682200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02652D9-6EB8-424A-B13B-9B4CEDBFED11}"/>
              </a:ext>
            </a:extLst>
          </p:cNvPr>
          <p:cNvSpPr>
            <a:spLocks noGrp="1"/>
          </p:cNvSpPr>
          <p:nvPr>
            <p:ph type="title"/>
          </p:nvPr>
        </p:nvSpPr>
        <p:spPr/>
        <p:txBody>
          <a:bodyPr/>
          <a:lstStyle/>
          <a:p>
            <a:pPr algn="ctr"/>
            <a:r>
              <a:rPr lang="en" altLang="zh-TW" dirty="0">
                <a:latin typeface="Times" pitchFamily="2" charset="0"/>
              </a:rPr>
              <a:t>Artificial Neural Network</a:t>
            </a:r>
            <a:endParaRPr lang="en" altLang="zh-TW" dirty="0">
              <a:effectLst/>
              <a:latin typeface="Times" pitchFamily="2" charset="0"/>
            </a:endParaRPr>
          </a:p>
        </p:txBody>
      </p:sp>
      <p:sp>
        <p:nvSpPr>
          <p:cNvPr id="164" name="內容版面配置區 163">
            <a:extLst>
              <a:ext uri="{FF2B5EF4-FFF2-40B4-BE49-F238E27FC236}">
                <a16:creationId xmlns:a16="http://schemas.microsoft.com/office/drawing/2014/main" id="{3410E22B-9C34-C94A-8657-ADE693D5C152}"/>
              </a:ext>
            </a:extLst>
          </p:cNvPr>
          <p:cNvSpPr>
            <a:spLocks noGrp="1"/>
          </p:cNvSpPr>
          <p:nvPr>
            <p:ph idx="1"/>
          </p:nvPr>
        </p:nvSpPr>
        <p:spPr/>
        <p:txBody>
          <a:bodyPr/>
          <a:lstStyle/>
          <a:p>
            <a:r>
              <a:rPr lang="en" altLang="zh-TW" dirty="0">
                <a:latin typeface="Times" pitchFamily="2" charset="0"/>
              </a:rPr>
              <a:t>Supervised Neural Network</a:t>
            </a:r>
          </a:p>
          <a:p>
            <a:r>
              <a:rPr lang="en" altLang="zh-TW" dirty="0">
                <a:latin typeface="Times" pitchFamily="2" charset="0"/>
              </a:rPr>
              <a:t>Unsupervised Neural Network </a:t>
            </a:r>
          </a:p>
          <a:p>
            <a:r>
              <a:rPr lang="en" altLang="zh-TW" dirty="0">
                <a:latin typeface="Times" pitchFamily="2" charset="0"/>
              </a:rPr>
              <a:t>Reinforcement Neural Network</a:t>
            </a:r>
          </a:p>
        </p:txBody>
      </p:sp>
      <p:sp>
        <p:nvSpPr>
          <p:cNvPr id="6" name="投影片編號版面配置區 5">
            <a:extLst>
              <a:ext uri="{FF2B5EF4-FFF2-40B4-BE49-F238E27FC236}">
                <a16:creationId xmlns:a16="http://schemas.microsoft.com/office/drawing/2014/main" id="{8C9063EF-62B3-1449-92F5-A3C736B967FE}"/>
              </a:ext>
            </a:extLst>
          </p:cNvPr>
          <p:cNvSpPr>
            <a:spLocks noGrp="1"/>
          </p:cNvSpPr>
          <p:nvPr>
            <p:ph type="sldNum" sz="quarter" idx="12"/>
          </p:nvPr>
        </p:nvSpPr>
        <p:spPr/>
        <p:txBody>
          <a:bodyPr/>
          <a:lstStyle/>
          <a:p>
            <a:fld id="{020248C0-B2A5-044F-83C2-254167E2BAC8}" type="slidenum">
              <a:rPr kumimoji="1" lang="zh-TW" altLang="en-US" smtClean="0"/>
              <a:t>14</a:t>
            </a:fld>
            <a:endParaRPr kumimoji="1" lang="zh-TW" altLang="en-US" dirty="0"/>
          </a:p>
        </p:txBody>
      </p:sp>
      <p:grpSp>
        <p:nvGrpSpPr>
          <p:cNvPr id="160" name="群組 159">
            <a:extLst>
              <a:ext uri="{FF2B5EF4-FFF2-40B4-BE49-F238E27FC236}">
                <a16:creationId xmlns:a16="http://schemas.microsoft.com/office/drawing/2014/main" id="{9B7C2B14-DB58-014E-AC70-163BA778B58B}"/>
              </a:ext>
            </a:extLst>
          </p:cNvPr>
          <p:cNvGrpSpPr/>
          <p:nvPr/>
        </p:nvGrpSpPr>
        <p:grpSpPr>
          <a:xfrm>
            <a:off x="6096000" y="2936235"/>
            <a:ext cx="4744453" cy="3033600"/>
            <a:chOff x="1287379" y="2401951"/>
            <a:chExt cx="5097379" cy="3243135"/>
          </a:xfrm>
        </p:grpSpPr>
        <p:grpSp>
          <p:nvGrpSpPr>
            <p:cNvPr id="148" name="群組 147">
              <a:extLst>
                <a:ext uri="{FF2B5EF4-FFF2-40B4-BE49-F238E27FC236}">
                  <a16:creationId xmlns:a16="http://schemas.microsoft.com/office/drawing/2014/main" id="{5B11F2C0-0F66-7A49-B5DE-79777EC75C55}"/>
                </a:ext>
              </a:extLst>
            </p:cNvPr>
            <p:cNvGrpSpPr/>
            <p:nvPr/>
          </p:nvGrpSpPr>
          <p:grpSpPr>
            <a:xfrm>
              <a:off x="1287379" y="2401951"/>
              <a:ext cx="5097379" cy="3243135"/>
              <a:chOff x="1219200" y="2020429"/>
              <a:chExt cx="5218065" cy="3661106"/>
            </a:xfrm>
          </p:grpSpPr>
          <p:grpSp>
            <p:nvGrpSpPr>
              <p:cNvPr id="137" name="群組 136">
                <a:extLst>
                  <a:ext uri="{FF2B5EF4-FFF2-40B4-BE49-F238E27FC236}">
                    <a16:creationId xmlns:a16="http://schemas.microsoft.com/office/drawing/2014/main" id="{CDA33B45-6CAF-6449-8C20-36D61AFC9D79}"/>
                  </a:ext>
                </a:extLst>
              </p:cNvPr>
              <p:cNvGrpSpPr/>
              <p:nvPr/>
            </p:nvGrpSpPr>
            <p:grpSpPr>
              <a:xfrm>
                <a:off x="1219200" y="2020429"/>
                <a:ext cx="5218065" cy="3661106"/>
                <a:chOff x="1219200" y="2020429"/>
                <a:chExt cx="5218065" cy="3661106"/>
              </a:xfrm>
            </p:grpSpPr>
            <p:sp>
              <p:nvSpPr>
                <p:cNvPr id="5" name="橢圓 4">
                  <a:extLst>
                    <a:ext uri="{FF2B5EF4-FFF2-40B4-BE49-F238E27FC236}">
                      <a16:creationId xmlns:a16="http://schemas.microsoft.com/office/drawing/2014/main" id="{97E9923A-1663-A349-931C-1689B6AE5AAB}"/>
                    </a:ext>
                  </a:extLst>
                </p:cNvPr>
                <p:cNvSpPr/>
                <p:nvPr/>
              </p:nvSpPr>
              <p:spPr>
                <a:xfrm>
                  <a:off x="1219200" y="2905375"/>
                  <a:ext cx="673768" cy="657726"/>
                </a:xfrm>
                <a:prstGeom prst="ellipse">
                  <a:avLst/>
                </a:prstGeom>
                <a:noFill/>
                <a:ln w="15875" cap="flat" cmpd="sng" algn="ctr">
                  <a:solidFill>
                    <a:schemeClr val="tx1">
                      <a:lumMod val="50000"/>
                      <a:lumOff val="5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kumimoji="1" lang="zh-TW" altLang="en-US"/>
                </a:p>
              </p:txBody>
            </p:sp>
            <p:sp>
              <p:nvSpPr>
                <p:cNvPr id="11" name="橢圓 10">
                  <a:extLst>
                    <a:ext uri="{FF2B5EF4-FFF2-40B4-BE49-F238E27FC236}">
                      <a16:creationId xmlns:a16="http://schemas.microsoft.com/office/drawing/2014/main" id="{A8C3D9FC-D28D-6A43-8D7E-C42090B8685F}"/>
                    </a:ext>
                  </a:extLst>
                </p:cNvPr>
                <p:cNvSpPr/>
                <p:nvPr/>
              </p:nvSpPr>
              <p:spPr>
                <a:xfrm>
                  <a:off x="1219200" y="4249777"/>
                  <a:ext cx="673768" cy="657726"/>
                </a:xfrm>
                <a:prstGeom prst="ellipse">
                  <a:avLst/>
                </a:prstGeom>
                <a:noFill/>
                <a:ln w="15875" cap="flat" cmpd="sng" algn="ctr">
                  <a:solidFill>
                    <a:schemeClr val="tx1">
                      <a:lumMod val="50000"/>
                      <a:lumOff val="5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kumimoji="1" lang="zh-TW" altLang="en-US" dirty="0"/>
                </a:p>
              </p:txBody>
            </p:sp>
            <p:sp>
              <p:nvSpPr>
                <p:cNvPr id="12" name="橢圓 11">
                  <a:extLst>
                    <a:ext uri="{FF2B5EF4-FFF2-40B4-BE49-F238E27FC236}">
                      <a16:creationId xmlns:a16="http://schemas.microsoft.com/office/drawing/2014/main" id="{AA1837BC-6533-B941-9C51-3F4A1FD0F983}"/>
                    </a:ext>
                  </a:extLst>
                </p:cNvPr>
                <p:cNvSpPr/>
                <p:nvPr/>
              </p:nvSpPr>
              <p:spPr>
                <a:xfrm>
                  <a:off x="2582779" y="2020429"/>
                  <a:ext cx="673768" cy="657726"/>
                </a:xfrm>
                <a:prstGeom prst="ellipse">
                  <a:avLst/>
                </a:prstGeom>
                <a:noFill/>
                <a:ln w="15875" cap="flat" cmpd="sng" algn="ctr">
                  <a:solidFill>
                    <a:schemeClr val="tx1">
                      <a:lumMod val="50000"/>
                      <a:lumOff val="5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kumimoji="1" lang="zh-TW" altLang="en-US"/>
                </a:p>
              </p:txBody>
            </p:sp>
            <p:sp>
              <p:nvSpPr>
                <p:cNvPr id="13" name="橢圓 12">
                  <a:extLst>
                    <a:ext uri="{FF2B5EF4-FFF2-40B4-BE49-F238E27FC236}">
                      <a16:creationId xmlns:a16="http://schemas.microsoft.com/office/drawing/2014/main" id="{EE31809D-BCAD-0B4B-86CF-3485C8ABC8AF}"/>
                    </a:ext>
                  </a:extLst>
                </p:cNvPr>
                <p:cNvSpPr/>
                <p:nvPr/>
              </p:nvSpPr>
              <p:spPr>
                <a:xfrm>
                  <a:off x="2582779" y="2771274"/>
                  <a:ext cx="673768" cy="657726"/>
                </a:xfrm>
                <a:prstGeom prst="ellipse">
                  <a:avLst/>
                </a:prstGeom>
                <a:noFill/>
                <a:ln w="15875" cap="flat" cmpd="sng" algn="ctr">
                  <a:solidFill>
                    <a:schemeClr val="tx1">
                      <a:lumMod val="50000"/>
                      <a:lumOff val="5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kumimoji="1" lang="zh-TW" altLang="en-US"/>
                </a:p>
              </p:txBody>
            </p:sp>
            <p:sp>
              <p:nvSpPr>
                <p:cNvPr id="14" name="橢圓 13">
                  <a:extLst>
                    <a:ext uri="{FF2B5EF4-FFF2-40B4-BE49-F238E27FC236}">
                      <a16:creationId xmlns:a16="http://schemas.microsoft.com/office/drawing/2014/main" id="{8D3D7551-9DC3-7A4F-BA23-CE1BAD85C6F3}"/>
                    </a:ext>
                  </a:extLst>
                </p:cNvPr>
                <p:cNvSpPr/>
                <p:nvPr/>
              </p:nvSpPr>
              <p:spPr>
                <a:xfrm>
                  <a:off x="2582779" y="3522119"/>
                  <a:ext cx="673768" cy="657726"/>
                </a:xfrm>
                <a:prstGeom prst="ellipse">
                  <a:avLst/>
                </a:prstGeom>
                <a:noFill/>
                <a:ln w="15875" cap="flat" cmpd="sng" algn="ctr">
                  <a:solidFill>
                    <a:schemeClr val="tx1">
                      <a:lumMod val="50000"/>
                      <a:lumOff val="5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kumimoji="1" lang="zh-TW" altLang="en-US"/>
                </a:p>
              </p:txBody>
            </p:sp>
            <p:sp>
              <p:nvSpPr>
                <p:cNvPr id="15" name="橢圓 14">
                  <a:extLst>
                    <a:ext uri="{FF2B5EF4-FFF2-40B4-BE49-F238E27FC236}">
                      <a16:creationId xmlns:a16="http://schemas.microsoft.com/office/drawing/2014/main" id="{71F8323A-4BCF-7E46-975F-112D0410D331}"/>
                    </a:ext>
                  </a:extLst>
                </p:cNvPr>
                <p:cNvSpPr/>
                <p:nvPr/>
              </p:nvSpPr>
              <p:spPr>
                <a:xfrm>
                  <a:off x="2582779" y="4272964"/>
                  <a:ext cx="673768" cy="657726"/>
                </a:xfrm>
                <a:prstGeom prst="ellipse">
                  <a:avLst/>
                </a:prstGeom>
                <a:noFill/>
                <a:ln w="15875" cap="flat" cmpd="sng" algn="ctr">
                  <a:solidFill>
                    <a:schemeClr val="tx1">
                      <a:lumMod val="50000"/>
                      <a:lumOff val="5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kumimoji="1" lang="zh-TW" altLang="en-US"/>
                </a:p>
              </p:txBody>
            </p:sp>
            <p:sp>
              <p:nvSpPr>
                <p:cNvPr id="16" name="橢圓 15">
                  <a:extLst>
                    <a:ext uri="{FF2B5EF4-FFF2-40B4-BE49-F238E27FC236}">
                      <a16:creationId xmlns:a16="http://schemas.microsoft.com/office/drawing/2014/main" id="{4C48F4F4-2F3B-6240-A1CC-CC20FB6421DA}"/>
                    </a:ext>
                  </a:extLst>
                </p:cNvPr>
                <p:cNvSpPr/>
                <p:nvPr/>
              </p:nvSpPr>
              <p:spPr>
                <a:xfrm>
                  <a:off x="2582779" y="5023809"/>
                  <a:ext cx="673768" cy="657726"/>
                </a:xfrm>
                <a:prstGeom prst="ellipse">
                  <a:avLst/>
                </a:prstGeom>
                <a:noFill/>
                <a:ln w="15875" cap="flat" cmpd="sng" algn="ctr">
                  <a:solidFill>
                    <a:schemeClr val="tx1">
                      <a:lumMod val="50000"/>
                      <a:lumOff val="5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kumimoji="1" lang="zh-TW" altLang="en-US"/>
                </a:p>
              </p:txBody>
            </p:sp>
            <p:sp>
              <p:nvSpPr>
                <p:cNvPr id="17" name="橢圓 16">
                  <a:extLst>
                    <a:ext uri="{FF2B5EF4-FFF2-40B4-BE49-F238E27FC236}">
                      <a16:creationId xmlns:a16="http://schemas.microsoft.com/office/drawing/2014/main" id="{22D5B3AE-65A2-EA4F-B972-87732844865D}"/>
                    </a:ext>
                  </a:extLst>
                </p:cNvPr>
                <p:cNvSpPr/>
                <p:nvPr/>
              </p:nvSpPr>
              <p:spPr>
                <a:xfrm>
                  <a:off x="3930316" y="2190927"/>
                  <a:ext cx="673768" cy="657726"/>
                </a:xfrm>
                <a:prstGeom prst="ellipse">
                  <a:avLst/>
                </a:prstGeom>
                <a:noFill/>
                <a:ln w="15875" cap="flat" cmpd="sng" algn="ctr">
                  <a:solidFill>
                    <a:schemeClr val="tx1">
                      <a:lumMod val="50000"/>
                      <a:lumOff val="5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kumimoji="1" lang="zh-TW" altLang="en-US"/>
                </a:p>
              </p:txBody>
            </p:sp>
            <p:sp>
              <p:nvSpPr>
                <p:cNvPr id="18" name="橢圓 17">
                  <a:extLst>
                    <a:ext uri="{FF2B5EF4-FFF2-40B4-BE49-F238E27FC236}">
                      <a16:creationId xmlns:a16="http://schemas.microsoft.com/office/drawing/2014/main" id="{F3828944-1613-8F41-9829-F381A474B4D8}"/>
                    </a:ext>
                  </a:extLst>
                </p:cNvPr>
                <p:cNvSpPr/>
                <p:nvPr/>
              </p:nvSpPr>
              <p:spPr>
                <a:xfrm>
                  <a:off x="3930316" y="3054506"/>
                  <a:ext cx="673768" cy="657726"/>
                </a:xfrm>
                <a:prstGeom prst="ellipse">
                  <a:avLst/>
                </a:prstGeom>
                <a:noFill/>
                <a:ln w="15875" cap="flat" cmpd="sng" algn="ctr">
                  <a:solidFill>
                    <a:schemeClr val="tx1">
                      <a:lumMod val="50000"/>
                      <a:lumOff val="5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kumimoji="1" lang="zh-TW" altLang="en-US"/>
                </a:p>
              </p:txBody>
            </p:sp>
            <p:sp>
              <p:nvSpPr>
                <p:cNvPr id="19" name="橢圓 18">
                  <a:extLst>
                    <a:ext uri="{FF2B5EF4-FFF2-40B4-BE49-F238E27FC236}">
                      <a16:creationId xmlns:a16="http://schemas.microsoft.com/office/drawing/2014/main" id="{ED3662CD-1DC6-6B49-9ADD-DAFA69E198B4}"/>
                    </a:ext>
                  </a:extLst>
                </p:cNvPr>
                <p:cNvSpPr/>
                <p:nvPr/>
              </p:nvSpPr>
              <p:spPr>
                <a:xfrm>
                  <a:off x="3930316" y="3918085"/>
                  <a:ext cx="673768" cy="657726"/>
                </a:xfrm>
                <a:prstGeom prst="ellipse">
                  <a:avLst/>
                </a:prstGeom>
                <a:noFill/>
                <a:ln w="15875" cap="flat" cmpd="sng" algn="ctr">
                  <a:solidFill>
                    <a:schemeClr val="tx1">
                      <a:lumMod val="50000"/>
                      <a:lumOff val="5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kumimoji="1" lang="zh-TW" altLang="en-US"/>
                </a:p>
              </p:txBody>
            </p:sp>
            <p:sp>
              <p:nvSpPr>
                <p:cNvPr id="20" name="橢圓 19">
                  <a:extLst>
                    <a:ext uri="{FF2B5EF4-FFF2-40B4-BE49-F238E27FC236}">
                      <a16:creationId xmlns:a16="http://schemas.microsoft.com/office/drawing/2014/main" id="{678EADED-7574-A240-9734-8EB5EB82E927}"/>
                    </a:ext>
                  </a:extLst>
                </p:cNvPr>
                <p:cNvSpPr/>
                <p:nvPr/>
              </p:nvSpPr>
              <p:spPr>
                <a:xfrm>
                  <a:off x="3930316" y="4781664"/>
                  <a:ext cx="673768" cy="657726"/>
                </a:xfrm>
                <a:prstGeom prst="ellipse">
                  <a:avLst/>
                </a:prstGeom>
                <a:noFill/>
                <a:ln w="15875" cap="flat" cmpd="sng" algn="ctr">
                  <a:solidFill>
                    <a:schemeClr val="tx1">
                      <a:lumMod val="50000"/>
                      <a:lumOff val="5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kumimoji="1" lang="zh-TW" altLang="en-US"/>
                </a:p>
              </p:txBody>
            </p:sp>
            <p:sp>
              <p:nvSpPr>
                <p:cNvPr id="21" name="橢圓 20">
                  <a:extLst>
                    <a:ext uri="{FF2B5EF4-FFF2-40B4-BE49-F238E27FC236}">
                      <a16:creationId xmlns:a16="http://schemas.microsoft.com/office/drawing/2014/main" id="{46BC5443-B10D-A540-AE6B-C53150A730CB}"/>
                    </a:ext>
                  </a:extLst>
                </p:cNvPr>
                <p:cNvSpPr/>
                <p:nvPr/>
              </p:nvSpPr>
              <p:spPr>
                <a:xfrm>
                  <a:off x="5763497" y="3002139"/>
                  <a:ext cx="673768" cy="657726"/>
                </a:xfrm>
                <a:prstGeom prst="ellipse">
                  <a:avLst/>
                </a:prstGeom>
                <a:noFill/>
                <a:ln w="15875" cap="flat" cmpd="sng" algn="ctr">
                  <a:solidFill>
                    <a:schemeClr val="tx1">
                      <a:lumMod val="50000"/>
                      <a:lumOff val="5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kumimoji="1" lang="zh-TW" altLang="en-US"/>
                </a:p>
              </p:txBody>
            </p:sp>
            <p:sp>
              <p:nvSpPr>
                <p:cNvPr id="22" name="橢圓 21">
                  <a:extLst>
                    <a:ext uri="{FF2B5EF4-FFF2-40B4-BE49-F238E27FC236}">
                      <a16:creationId xmlns:a16="http://schemas.microsoft.com/office/drawing/2014/main" id="{F7E548F0-484E-1B4F-844A-13B508F0034A}"/>
                    </a:ext>
                  </a:extLst>
                </p:cNvPr>
                <p:cNvSpPr/>
                <p:nvPr/>
              </p:nvSpPr>
              <p:spPr>
                <a:xfrm>
                  <a:off x="5759116" y="4021011"/>
                  <a:ext cx="673768" cy="657726"/>
                </a:xfrm>
                <a:prstGeom prst="ellipse">
                  <a:avLst/>
                </a:prstGeom>
                <a:noFill/>
                <a:ln w="15875" cap="flat" cmpd="sng" algn="ctr">
                  <a:solidFill>
                    <a:schemeClr val="tx1">
                      <a:lumMod val="50000"/>
                      <a:lumOff val="5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kumimoji="1" lang="zh-TW" altLang="en-US"/>
                </a:p>
              </p:txBody>
            </p:sp>
          </p:grpSp>
          <p:cxnSp>
            <p:nvCxnSpPr>
              <p:cNvPr id="23" name="直線接點 22">
                <a:extLst>
                  <a:ext uri="{FF2B5EF4-FFF2-40B4-BE49-F238E27FC236}">
                    <a16:creationId xmlns:a16="http://schemas.microsoft.com/office/drawing/2014/main" id="{CA293470-5B6A-0F4B-9A35-A68DFC67CEC4}"/>
                  </a:ext>
                </a:extLst>
              </p:cNvPr>
              <p:cNvCxnSpPr>
                <a:stCxn id="5" idx="6"/>
                <a:endCxn id="12" idx="2"/>
              </p:cNvCxnSpPr>
              <p:nvPr/>
            </p:nvCxnSpPr>
            <p:spPr>
              <a:xfrm flipV="1">
                <a:off x="1892968" y="2349292"/>
                <a:ext cx="689811" cy="884946"/>
              </a:xfrm>
              <a:prstGeom prst="line">
                <a:avLst/>
              </a:prstGeom>
              <a:ln w="158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4" name="直線接點 23">
                <a:extLst>
                  <a:ext uri="{FF2B5EF4-FFF2-40B4-BE49-F238E27FC236}">
                    <a16:creationId xmlns:a16="http://schemas.microsoft.com/office/drawing/2014/main" id="{76666E8D-03FE-E940-B513-235E23893525}"/>
                  </a:ext>
                </a:extLst>
              </p:cNvPr>
              <p:cNvCxnSpPr>
                <a:cxnSpLocks/>
                <a:stCxn id="5" idx="6"/>
                <a:endCxn id="13" idx="2"/>
              </p:cNvCxnSpPr>
              <p:nvPr/>
            </p:nvCxnSpPr>
            <p:spPr>
              <a:xfrm flipV="1">
                <a:off x="1892968" y="3100137"/>
                <a:ext cx="689811" cy="134101"/>
              </a:xfrm>
              <a:prstGeom prst="line">
                <a:avLst/>
              </a:prstGeom>
              <a:ln w="158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7" name="直線接點 26">
                <a:extLst>
                  <a:ext uri="{FF2B5EF4-FFF2-40B4-BE49-F238E27FC236}">
                    <a16:creationId xmlns:a16="http://schemas.microsoft.com/office/drawing/2014/main" id="{8B61FD9A-B023-214A-BCEE-79586F010E23}"/>
                  </a:ext>
                </a:extLst>
              </p:cNvPr>
              <p:cNvCxnSpPr>
                <a:cxnSpLocks/>
                <a:stCxn id="5" idx="6"/>
                <a:endCxn id="14" idx="2"/>
              </p:cNvCxnSpPr>
              <p:nvPr/>
            </p:nvCxnSpPr>
            <p:spPr>
              <a:xfrm>
                <a:off x="1892968" y="3234238"/>
                <a:ext cx="689811" cy="616744"/>
              </a:xfrm>
              <a:prstGeom prst="line">
                <a:avLst/>
              </a:prstGeom>
              <a:ln w="158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30" name="直線接點 29">
                <a:extLst>
                  <a:ext uri="{FF2B5EF4-FFF2-40B4-BE49-F238E27FC236}">
                    <a16:creationId xmlns:a16="http://schemas.microsoft.com/office/drawing/2014/main" id="{53E488AC-4A22-F34D-9036-F99D010F8958}"/>
                  </a:ext>
                </a:extLst>
              </p:cNvPr>
              <p:cNvCxnSpPr>
                <a:cxnSpLocks/>
                <a:stCxn id="5" idx="6"/>
              </p:cNvCxnSpPr>
              <p:nvPr/>
            </p:nvCxnSpPr>
            <p:spPr>
              <a:xfrm>
                <a:off x="1892968" y="3234238"/>
                <a:ext cx="673769" cy="1409449"/>
              </a:xfrm>
              <a:prstGeom prst="line">
                <a:avLst/>
              </a:prstGeom>
              <a:ln w="158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33" name="直線接點 32">
                <a:extLst>
                  <a:ext uri="{FF2B5EF4-FFF2-40B4-BE49-F238E27FC236}">
                    <a16:creationId xmlns:a16="http://schemas.microsoft.com/office/drawing/2014/main" id="{782E0941-32FB-A640-895A-8325C1244224}"/>
                  </a:ext>
                </a:extLst>
              </p:cNvPr>
              <p:cNvCxnSpPr>
                <a:cxnSpLocks/>
                <a:stCxn id="5" idx="6"/>
                <a:endCxn id="16" idx="2"/>
              </p:cNvCxnSpPr>
              <p:nvPr/>
            </p:nvCxnSpPr>
            <p:spPr>
              <a:xfrm>
                <a:off x="1892968" y="3234238"/>
                <a:ext cx="689811" cy="2118434"/>
              </a:xfrm>
              <a:prstGeom prst="line">
                <a:avLst/>
              </a:prstGeom>
              <a:ln w="158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36" name="直線接點 35">
                <a:extLst>
                  <a:ext uri="{FF2B5EF4-FFF2-40B4-BE49-F238E27FC236}">
                    <a16:creationId xmlns:a16="http://schemas.microsoft.com/office/drawing/2014/main" id="{FB662E51-BA3A-DB44-B43C-E1B766661996}"/>
                  </a:ext>
                </a:extLst>
              </p:cNvPr>
              <p:cNvCxnSpPr>
                <a:cxnSpLocks/>
                <a:stCxn id="11" idx="6"/>
                <a:endCxn id="12" idx="2"/>
              </p:cNvCxnSpPr>
              <p:nvPr/>
            </p:nvCxnSpPr>
            <p:spPr>
              <a:xfrm flipV="1">
                <a:off x="1892968" y="2349292"/>
                <a:ext cx="689811" cy="2229348"/>
              </a:xfrm>
              <a:prstGeom prst="line">
                <a:avLst/>
              </a:prstGeom>
              <a:ln w="158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39" name="直線接點 38">
                <a:extLst>
                  <a:ext uri="{FF2B5EF4-FFF2-40B4-BE49-F238E27FC236}">
                    <a16:creationId xmlns:a16="http://schemas.microsoft.com/office/drawing/2014/main" id="{531BB8F2-7199-9241-B992-CA6AD2F28622}"/>
                  </a:ext>
                </a:extLst>
              </p:cNvPr>
              <p:cNvCxnSpPr>
                <a:cxnSpLocks/>
                <a:endCxn id="13" idx="2"/>
              </p:cNvCxnSpPr>
              <p:nvPr/>
            </p:nvCxnSpPr>
            <p:spPr>
              <a:xfrm flipV="1">
                <a:off x="1884947" y="3100137"/>
                <a:ext cx="697832" cy="1475674"/>
              </a:xfrm>
              <a:prstGeom prst="line">
                <a:avLst/>
              </a:prstGeom>
              <a:ln w="158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41" name="直線接點 40">
                <a:extLst>
                  <a:ext uri="{FF2B5EF4-FFF2-40B4-BE49-F238E27FC236}">
                    <a16:creationId xmlns:a16="http://schemas.microsoft.com/office/drawing/2014/main" id="{A12BCEB9-C6F5-0E42-B1E5-EFD6239075D8}"/>
                  </a:ext>
                </a:extLst>
              </p:cNvPr>
              <p:cNvCxnSpPr>
                <a:cxnSpLocks/>
                <a:stCxn id="11" idx="6"/>
                <a:endCxn id="14" idx="2"/>
              </p:cNvCxnSpPr>
              <p:nvPr/>
            </p:nvCxnSpPr>
            <p:spPr>
              <a:xfrm flipV="1">
                <a:off x="1892968" y="3850982"/>
                <a:ext cx="689811" cy="727658"/>
              </a:xfrm>
              <a:prstGeom prst="line">
                <a:avLst/>
              </a:prstGeom>
              <a:ln w="158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44" name="直線接點 43">
                <a:extLst>
                  <a:ext uri="{FF2B5EF4-FFF2-40B4-BE49-F238E27FC236}">
                    <a16:creationId xmlns:a16="http://schemas.microsoft.com/office/drawing/2014/main" id="{41940008-DBA0-2B41-B718-3F8FF5F754C2}"/>
                  </a:ext>
                </a:extLst>
              </p:cNvPr>
              <p:cNvCxnSpPr>
                <a:cxnSpLocks/>
                <a:stCxn id="11" idx="6"/>
                <a:endCxn id="15" idx="2"/>
              </p:cNvCxnSpPr>
              <p:nvPr/>
            </p:nvCxnSpPr>
            <p:spPr>
              <a:xfrm>
                <a:off x="1892968" y="4578640"/>
                <a:ext cx="689811" cy="23187"/>
              </a:xfrm>
              <a:prstGeom prst="line">
                <a:avLst/>
              </a:prstGeom>
              <a:ln w="158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47" name="直線接點 46">
                <a:extLst>
                  <a:ext uri="{FF2B5EF4-FFF2-40B4-BE49-F238E27FC236}">
                    <a16:creationId xmlns:a16="http://schemas.microsoft.com/office/drawing/2014/main" id="{BF0D9425-FE74-2D40-9610-012C88B2F6BA}"/>
                  </a:ext>
                </a:extLst>
              </p:cNvPr>
              <p:cNvCxnSpPr>
                <a:cxnSpLocks/>
                <a:stCxn id="11" idx="6"/>
                <a:endCxn id="16" idx="2"/>
              </p:cNvCxnSpPr>
              <p:nvPr/>
            </p:nvCxnSpPr>
            <p:spPr>
              <a:xfrm>
                <a:off x="1892968" y="4578640"/>
                <a:ext cx="689811" cy="774032"/>
              </a:xfrm>
              <a:prstGeom prst="line">
                <a:avLst/>
              </a:prstGeom>
              <a:ln w="158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0" name="直線接點 49">
                <a:extLst>
                  <a:ext uri="{FF2B5EF4-FFF2-40B4-BE49-F238E27FC236}">
                    <a16:creationId xmlns:a16="http://schemas.microsoft.com/office/drawing/2014/main" id="{94BEEC09-7385-8D4A-A73D-00FCE9C60FAD}"/>
                  </a:ext>
                </a:extLst>
              </p:cNvPr>
              <p:cNvCxnSpPr>
                <a:cxnSpLocks/>
                <a:stCxn id="17" idx="2"/>
                <a:endCxn id="12" idx="6"/>
              </p:cNvCxnSpPr>
              <p:nvPr/>
            </p:nvCxnSpPr>
            <p:spPr>
              <a:xfrm flipH="1" flipV="1">
                <a:off x="3256547" y="2349292"/>
                <a:ext cx="673769" cy="170498"/>
              </a:xfrm>
              <a:prstGeom prst="line">
                <a:avLst/>
              </a:prstGeom>
              <a:ln w="158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3" name="直線接點 52">
                <a:extLst>
                  <a:ext uri="{FF2B5EF4-FFF2-40B4-BE49-F238E27FC236}">
                    <a16:creationId xmlns:a16="http://schemas.microsoft.com/office/drawing/2014/main" id="{2A969371-8FF8-A44F-ACDA-EC74F7A2604E}"/>
                  </a:ext>
                </a:extLst>
              </p:cNvPr>
              <p:cNvCxnSpPr>
                <a:cxnSpLocks/>
                <a:stCxn id="18" idx="2"/>
                <a:endCxn id="12" idx="6"/>
              </p:cNvCxnSpPr>
              <p:nvPr/>
            </p:nvCxnSpPr>
            <p:spPr>
              <a:xfrm flipH="1" flipV="1">
                <a:off x="3256547" y="2349292"/>
                <a:ext cx="673769" cy="1034077"/>
              </a:xfrm>
              <a:prstGeom prst="line">
                <a:avLst/>
              </a:prstGeom>
              <a:ln w="158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6" name="直線接點 55">
                <a:extLst>
                  <a:ext uri="{FF2B5EF4-FFF2-40B4-BE49-F238E27FC236}">
                    <a16:creationId xmlns:a16="http://schemas.microsoft.com/office/drawing/2014/main" id="{8B24E42A-34C5-A44E-9C9F-1F430B62DE38}"/>
                  </a:ext>
                </a:extLst>
              </p:cNvPr>
              <p:cNvCxnSpPr>
                <a:cxnSpLocks/>
                <a:stCxn id="19" idx="2"/>
                <a:endCxn id="12" idx="6"/>
              </p:cNvCxnSpPr>
              <p:nvPr/>
            </p:nvCxnSpPr>
            <p:spPr>
              <a:xfrm flipH="1" flipV="1">
                <a:off x="3256547" y="2349292"/>
                <a:ext cx="673769" cy="1897656"/>
              </a:xfrm>
              <a:prstGeom prst="line">
                <a:avLst/>
              </a:prstGeom>
              <a:ln w="158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9" name="直線接點 58">
                <a:extLst>
                  <a:ext uri="{FF2B5EF4-FFF2-40B4-BE49-F238E27FC236}">
                    <a16:creationId xmlns:a16="http://schemas.microsoft.com/office/drawing/2014/main" id="{394C4E67-D499-B841-8D7B-6BAD50CAA716}"/>
                  </a:ext>
                </a:extLst>
              </p:cNvPr>
              <p:cNvCxnSpPr>
                <a:cxnSpLocks/>
                <a:stCxn id="20" idx="2"/>
                <a:endCxn id="12" idx="6"/>
              </p:cNvCxnSpPr>
              <p:nvPr/>
            </p:nvCxnSpPr>
            <p:spPr>
              <a:xfrm flipH="1" flipV="1">
                <a:off x="3256547" y="2349292"/>
                <a:ext cx="673769" cy="2761235"/>
              </a:xfrm>
              <a:prstGeom prst="line">
                <a:avLst/>
              </a:prstGeom>
              <a:ln w="158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62" name="直線接點 61">
                <a:extLst>
                  <a:ext uri="{FF2B5EF4-FFF2-40B4-BE49-F238E27FC236}">
                    <a16:creationId xmlns:a16="http://schemas.microsoft.com/office/drawing/2014/main" id="{45E71CC0-30B9-BD4C-B6A6-013F2B9AC5E9}"/>
                  </a:ext>
                </a:extLst>
              </p:cNvPr>
              <p:cNvCxnSpPr>
                <a:cxnSpLocks/>
                <a:stCxn id="17" idx="2"/>
                <a:endCxn id="13" idx="6"/>
              </p:cNvCxnSpPr>
              <p:nvPr/>
            </p:nvCxnSpPr>
            <p:spPr>
              <a:xfrm flipH="1">
                <a:off x="3256547" y="2519790"/>
                <a:ext cx="673769" cy="580347"/>
              </a:xfrm>
              <a:prstGeom prst="line">
                <a:avLst/>
              </a:prstGeom>
              <a:ln w="158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65" name="直線接點 64">
                <a:extLst>
                  <a:ext uri="{FF2B5EF4-FFF2-40B4-BE49-F238E27FC236}">
                    <a16:creationId xmlns:a16="http://schemas.microsoft.com/office/drawing/2014/main" id="{EA55A57A-7004-FB44-8BBE-641BAA6D1CBC}"/>
                  </a:ext>
                </a:extLst>
              </p:cNvPr>
              <p:cNvCxnSpPr>
                <a:cxnSpLocks/>
                <a:stCxn id="18" idx="2"/>
                <a:endCxn id="13" idx="6"/>
              </p:cNvCxnSpPr>
              <p:nvPr/>
            </p:nvCxnSpPr>
            <p:spPr>
              <a:xfrm flipH="1" flipV="1">
                <a:off x="3256547" y="3100137"/>
                <a:ext cx="673769" cy="283232"/>
              </a:xfrm>
              <a:prstGeom prst="line">
                <a:avLst/>
              </a:prstGeom>
              <a:ln w="158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68" name="直線接點 67">
                <a:extLst>
                  <a:ext uri="{FF2B5EF4-FFF2-40B4-BE49-F238E27FC236}">
                    <a16:creationId xmlns:a16="http://schemas.microsoft.com/office/drawing/2014/main" id="{EC50889C-93F8-E146-8B97-7F678A67D8D1}"/>
                  </a:ext>
                </a:extLst>
              </p:cNvPr>
              <p:cNvCxnSpPr>
                <a:cxnSpLocks/>
                <a:stCxn id="19" idx="2"/>
                <a:endCxn id="13" idx="6"/>
              </p:cNvCxnSpPr>
              <p:nvPr/>
            </p:nvCxnSpPr>
            <p:spPr>
              <a:xfrm flipH="1" flipV="1">
                <a:off x="3256547" y="3100137"/>
                <a:ext cx="673769" cy="1146811"/>
              </a:xfrm>
              <a:prstGeom prst="line">
                <a:avLst/>
              </a:prstGeom>
              <a:ln w="158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73" name="直線接點 72">
                <a:extLst>
                  <a:ext uri="{FF2B5EF4-FFF2-40B4-BE49-F238E27FC236}">
                    <a16:creationId xmlns:a16="http://schemas.microsoft.com/office/drawing/2014/main" id="{C409AF5F-3EF0-CB45-B4FF-8E1F95247E66}"/>
                  </a:ext>
                </a:extLst>
              </p:cNvPr>
              <p:cNvCxnSpPr>
                <a:cxnSpLocks/>
                <a:stCxn id="20" idx="2"/>
                <a:endCxn id="13" idx="6"/>
              </p:cNvCxnSpPr>
              <p:nvPr/>
            </p:nvCxnSpPr>
            <p:spPr>
              <a:xfrm flipH="1" flipV="1">
                <a:off x="3256547" y="3100137"/>
                <a:ext cx="673769" cy="2010390"/>
              </a:xfrm>
              <a:prstGeom prst="line">
                <a:avLst/>
              </a:prstGeom>
              <a:ln w="158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76" name="直線接點 75">
                <a:extLst>
                  <a:ext uri="{FF2B5EF4-FFF2-40B4-BE49-F238E27FC236}">
                    <a16:creationId xmlns:a16="http://schemas.microsoft.com/office/drawing/2014/main" id="{3BD91FBF-67BE-4846-8DEC-18B659B6956D}"/>
                  </a:ext>
                </a:extLst>
              </p:cNvPr>
              <p:cNvCxnSpPr>
                <a:cxnSpLocks/>
                <a:stCxn id="17" idx="2"/>
                <a:endCxn id="14" idx="6"/>
              </p:cNvCxnSpPr>
              <p:nvPr/>
            </p:nvCxnSpPr>
            <p:spPr>
              <a:xfrm flipH="1">
                <a:off x="3256547" y="2519790"/>
                <a:ext cx="673769" cy="1331192"/>
              </a:xfrm>
              <a:prstGeom prst="line">
                <a:avLst/>
              </a:prstGeom>
              <a:ln w="158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79" name="直線接點 78">
                <a:extLst>
                  <a:ext uri="{FF2B5EF4-FFF2-40B4-BE49-F238E27FC236}">
                    <a16:creationId xmlns:a16="http://schemas.microsoft.com/office/drawing/2014/main" id="{1B7ADC0B-FF19-344C-8612-B36AE8C68B84}"/>
                  </a:ext>
                </a:extLst>
              </p:cNvPr>
              <p:cNvCxnSpPr>
                <a:cxnSpLocks/>
                <a:stCxn id="18" idx="2"/>
                <a:endCxn id="14" idx="6"/>
              </p:cNvCxnSpPr>
              <p:nvPr/>
            </p:nvCxnSpPr>
            <p:spPr>
              <a:xfrm flipH="1">
                <a:off x="3256547" y="3383369"/>
                <a:ext cx="673769" cy="467613"/>
              </a:xfrm>
              <a:prstGeom prst="line">
                <a:avLst/>
              </a:prstGeom>
              <a:ln w="158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82" name="直線接點 81">
                <a:extLst>
                  <a:ext uri="{FF2B5EF4-FFF2-40B4-BE49-F238E27FC236}">
                    <a16:creationId xmlns:a16="http://schemas.microsoft.com/office/drawing/2014/main" id="{5503C26D-A839-D94E-9E20-13F4646369C8}"/>
                  </a:ext>
                </a:extLst>
              </p:cNvPr>
              <p:cNvCxnSpPr>
                <a:cxnSpLocks/>
                <a:stCxn id="19" idx="2"/>
                <a:endCxn id="14" idx="6"/>
              </p:cNvCxnSpPr>
              <p:nvPr/>
            </p:nvCxnSpPr>
            <p:spPr>
              <a:xfrm flipH="1" flipV="1">
                <a:off x="3256547" y="3850982"/>
                <a:ext cx="673769" cy="395966"/>
              </a:xfrm>
              <a:prstGeom prst="line">
                <a:avLst/>
              </a:prstGeom>
              <a:ln w="158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85" name="直線接點 84">
                <a:extLst>
                  <a:ext uri="{FF2B5EF4-FFF2-40B4-BE49-F238E27FC236}">
                    <a16:creationId xmlns:a16="http://schemas.microsoft.com/office/drawing/2014/main" id="{1CDB4B05-9FC3-0B4A-9C8A-65FBF231FCB2}"/>
                  </a:ext>
                </a:extLst>
              </p:cNvPr>
              <p:cNvCxnSpPr>
                <a:cxnSpLocks/>
                <a:stCxn id="20" idx="2"/>
                <a:endCxn id="14" idx="6"/>
              </p:cNvCxnSpPr>
              <p:nvPr/>
            </p:nvCxnSpPr>
            <p:spPr>
              <a:xfrm flipH="1" flipV="1">
                <a:off x="3256547" y="3850982"/>
                <a:ext cx="673769" cy="1259545"/>
              </a:xfrm>
              <a:prstGeom prst="line">
                <a:avLst/>
              </a:prstGeom>
              <a:ln w="158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88" name="直線接點 87">
                <a:extLst>
                  <a:ext uri="{FF2B5EF4-FFF2-40B4-BE49-F238E27FC236}">
                    <a16:creationId xmlns:a16="http://schemas.microsoft.com/office/drawing/2014/main" id="{8CBB719A-5DCA-8A42-AA20-5A2476335BF7}"/>
                  </a:ext>
                </a:extLst>
              </p:cNvPr>
              <p:cNvCxnSpPr>
                <a:cxnSpLocks/>
                <a:stCxn id="15" idx="6"/>
                <a:endCxn id="17" idx="2"/>
              </p:cNvCxnSpPr>
              <p:nvPr/>
            </p:nvCxnSpPr>
            <p:spPr>
              <a:xfrm flipV="1">
                <a:off x="3256547" y="2519790"/>
                <a:ext cx="673769" cy="2082037"/>
              </a:xfrm>
              <a:prstGeom prst="line">
                <a:avLst/>
              </a:prstGeom>
              <a:ln w="158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91" name="直線接點 90">
                <a:extLst>
                  <a:ext uri="{FF2B5EF4-FFF2-40B4-BE49-F238E27FC236}">
                    <a16:creationId xmlns:a16="http://schemas.microsoft.com/office/drawing/2014/main" id="{0C2C1B95-C2FC-0346-8CC6-FEC46D0EB13A}"/>
                  </a:ext>
                </a:extLst>
              </p:cNvPr>
              <p:cNvCxnSpPr>
                <a:cxnSpLocks/>
                <a:stCxn id="18" idx="2"/>
                <a:endCxn id="15" idx="6"/>
              </p:cNvCxnSpPr>
              <p:nvPr/>
            </p:nvCxnSpPr>
            <p:spPr>
              <a:xfrm flipH="1">
                <a:off x="3256547" y="3383369"/>
                <a:ext cx="673769" cy="1218458"/>
              </a:xfrm>
              <a:prstGeom prst="line">
                <a:avLst/>
              </a:prstGeom>
              <a:ln w="158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94" name="直線接點 93">
                <a:extLst>
                  <a:ext uri="{FF2B5EF4-FFF2-40B4-BE49-F238E27FC236}">
                    <a16:creationId xmlns:a16="http://schemas.microsoft.com/office/drawing/2014/main" id="{5592B9C4-2EB5-D747-9AB7-915053434486}"/>
                  </a:ext>
                </a:extLst>
              </p:cNvPr>
              <p:cNvCxnSpPr>
                <a:cxnSpLocks/>
                <a:stCxn id="19" idx="2"/>
                <a:endCxn id="15" idx="6"/>
              </p:cNvCxnSpPr>
              <p:nvPr/>
            </p:nvCxnSpPr>
            <p:spPr>
              <a:xfrm flipH="1">
                <a:off x="3256547" y="4246948"/>
                <a:ext cx="673769" cy="354879"/>
              </a:xfrm>
              <a:prstGeom prst="line">
                <a:avLst/>
              </a:prstGeom>
              <a:ln w="158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97" name="直線接點 96">
                <a:extLst>
                  <a:ext uri="{FF2B5EF4-FFF2-40B4-BE49-F238E27FC236}">
                    <a16:creationId xmlns:a16="http://schemas.microsoft.com/office/drawing/2014/main" id="{83B8DE77-3F34-1942-8029-E3DE56E3A67B}"/>
                  </a:ext>
                </a:extLst>
              </p:cNvPr>
              <p:cNvCxnSpPr>
                <a:cxnSpLocks/>
                <a:stCxn id="20" idx="2"/>
                <a:endCxn id="15" idx="6"/>
              </p:cNvCxnSpPr>
              <p:nvPr/>
            </p:nvCxnSpPr>
            <p:spPr>
              <a:xfrm flipH="1" flipV="1">
                <a:off x="3256547" y="4601827"/>
                <a:ext cx="673769" cy="508700"/>
              </a:xfrm>
              <a:prstGeom prst="line">
                <a:avLst/>
              </a:prstGeom>
              <a:ln w="158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00" name="直線接點 99">
                <a:extLst>
                  <a:ext uri="{FF2B5EF4-FFF2-40B4-BE49-F238E27FC236}">
                    <a16:creationId xmlns:a16="http://schemas.microsoft.com/office/drawing/2014/main" id="{E7410A43-9BF8-B146-9F99-10D0C9555DF0}"/>
                  </a:ext>
                </a:extLst>
              </p:cNvPr>
              <p:cNvCxnSpPr>
                <a:cxnSpLocks/>
                <a:stCxn id="17" idx="2"/>
                <a:endCxn id="16" idx="6"/>
              </p:cNvCxnSpPr>
              <p:nvPr/>
            </p:nvCxnSpPr>
            <p:spPr>
              <a:xfrm flipH="1">
                <a:off x="3256547" y="2519790"/>
                <a:ext cx="673769" cy="2832882"/>
              </a:xfrm>
              <a:prstGeom prst="line">
                <a:avLst/>
              </a:prstGeom>
              <a:ln w="158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03" name="直線接點 102">
                <a:extLst>
                  <a:ext uri="{FF2B5EF4-FFF2-40B4-BE49-F238E27FC236}">
                    <a16:creationId xmlns:a16="http://schemas.microsoft.com/office/drawing/2014/main" id="{52A27588-5146-C04F-BD5A-DB12924B5E10}"/>
                  </a:ext>
                </a:extLst>
              </p:cNvPr>
              <p:cNvCxnSpPr>
                <a:cxnSpLocks/>
                <a:stCxn id="18" idx="2"/>
                <a:endCxn id="16" idx="6"/>
              </p:cNvCxnSpPr>
              <p:nvPr/>
            </p:nvCxnSpPr>
            <p:spPr>
              <a:xfrm flipH="1">
                <a:off x="3256547" y="3383369"/>
                <a:ext cx="673769" cy="1969303"/>
              </a:xfrm>
              <a:prstGeom prst="line">
                <a:avLst/>
              </a:prstGeom>
              <a:ln w="158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06" name="直線接點 105">
                <a:extLst>
                  <a:ext uri="{FF2B5EF4-FFF2-40B4-BE49-F238E27FC236}">
                    <a16:creationId xmlns:a16="http://schemas.microsoft.com/office/drawing/2014/main" id="{2887193E-014F-9542-A9A7-C2CB83FC4275}"/>
                  </a:ext>
                </a:extLst>
              </p:cNvPr>
              <p:cNvCxnSpPr>
                <a:cxnSpLocks/>
                <a:stCxn id="19" idx="2"/>
                <a:endCxn id="16" idx="6"/>
              </p:cNvCxnSpPr>
              <p:nvPr/>
            </p:nvCxnSpPr>
            <p:spPr>
              <a:xfrm flipH="1">
                <a:off x="3256547" y="4246948"/>
                <a:ext cx="673769" cy="1105724"/>
              </a:xfrm>
              <a:prstGeom prst="line">
                <a:avLst/>
              </a:prstGeom>
              <a:ln w="158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09" name="直線接點 108">
                <a:extLst>
                  <a:ext uri="{FF2B5EF4-FFF2-40B4-BE49-F238E27FC236}">
                    <a16:creationId xmlns:a16="http://schemas.microsoft.com/office/drawing/2014/main" id="{25F2FA51-E040-5940-8B7D-1EB74CD5FE35}"/>
                  </a:ext>
                </a:extLst>
              </p:cNvPr>
              <p:cNvCxnSpPr>
                <a:cxnSpLocks/>
                <a:stCxn id="20" idx="2"/>
                <a:endCxn id="16" idx="6"/>
              </p:cNvCxnSpPr>
              <p:nvPr/>
            </p:nvCxnSpPr>
            <p:spPr>
              <a:xfrm flipH="1">
                <a:off x="3256547" y="5110527"/>
                <a:ext cx="673769" cy="242145"/>
              </a:xfrm>
              <a:prstGeom prst="line">
                <a:avLst/>
              </a:prstGeom>
              <a:ln w="158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12" name="直線接點 111">
                <a:extLst>
                  <a:ext uri="{FF2B5EF4-FFF2-40B4-BE49-F238E27FC236}">
                    <a16:creationId xmlns:a16="http://schemas.microsoft.com/office/drawing/2014/main" id="{7F3B5330-42D3-E240-AA48-14C2A1794934}"/>
                  </a:ext>
                </a:extLst>
              </p:cNvPr>
              <p:cNvCxnSpPr>
                <a:cxnSpLocks/>
                <a:stCxn id="21" idx="2"/>
                <a:endCxn id="17" idx="6"/>
              </p:cNvCxnSpPr>
              <p:nvPr/>
            </p:nvCxnSpPr>
            <p:spPr>
              <a:xfrm flipH="1" flipV="1">
                <a:off x="4604084" y="2519790"/>
                <a:ext cx="1159413" cy="811212"/>
              </a:xfrm>
              <a:prstGeom prst="line">
                <a:avLst/>
              </a:prstGeom>
              <a:ln w="158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16" name="直線接點 115">
                <a:extLst>
                  <a:ext uri="{FF2B5EF4-FFF2-40B4-BE49-F238E27FC236}">
                    <a16:creationId xmlns:a16="http://schemas.microsoft.com/office/drawing/2014/main" id="{9F1C3166-DA05-704C-8E2C-3505124F07FB}"/>
                  </a:ext>
                </a:extLst>
              </p:cNvPr>
              <p:cNvCxnSpPr>
                <a:cxnSpLocks/>
                <a:stCxn id="21" idx="2"/>
                <a:endCxn id="18" idx="6"/>
              </p:cNvCxnSpPr>
              <p:nvPr/>
            </p:nvCxnSpPr>
            <p:spPr>
              <a:xfrm flipH="1">
                <a:off x="4604084" y="3331002"/>
                <a:ext cx="1159413" cy="52367"/>
              </a:xfrm>
              <a:prstGeom prst="line">
                <a:avLst/>
              </a:prstGeom>
              <a:ln w="158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19" name="直線接點 118">
                <a:extLst>
                  <a:ext uri="{FF2B5EF4-FFF2-40B4-BE49-F238E27FC236}">
                    <a16:creationId xmlns:a16="http://schemas.microsoft.com/office/drawing/2014/main" id="{A8BDE9E2-566D-D841-8D29-908228F4CABA}"/>
                  </a:ext>
                </a:extLst>
              </p:cNvPr>
              <p:cNvCxnSpPr>
                <a:cxnSpLocks/>
                <a:stCxn id="22" idx="2"/>
                <a:endCxn id="19" idx="6"/>
              </p:cNvCxnSpPr>
              <p:nvPr/>
            </p:nvCxnSpPr>
            <p:spPr>
              <a:xfrm flipH="1" flipV="1">
                <a:off x="4604084" y="4246948"/>
                <a:ext cx="1155032" cy="102926"/>
              </a:xfrm>
              <a:prstGeom prst="line">
                <a:avLst/>
              </a:prstGeom>
              <a:ln w="158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22" name="直線接點 121">
                <a:extLst>
                  <a:ext uri="{FF2B5EF4-FFF2-40B4-BE49-F238E27FC236}">
                    <a16:creationId xmlns:a16="http://schemas.microsoft.com/office/drawing/2014/main" id="{F994BC12-2256-0D4B-9F33-2418F9CA619E}"/>
                  </a:ext>
                </a:extLst>
              </p:cNvPr>
              <p:cNvCxnSpPr>
                <a:cxnSpLocks/>
                <a:stCxn id="21" idx="2"/>
                <a:endCxn id="19" idx="6"/>
              </p:cNvCxnSpPr>
              <p:nvPr/>
            </p:nvCxnSpPr>
            <p:spPr>
              <a:xfrm flipH="1">
                <a:off x="4604084" y="3331002"/>
                <a:ext cx="1159413" cy="915946"/>
              </a:xfrm>
              <a:prstGeom prst="line">
                <a:avLst/>
              </a:prstGeom>
              <a:ln w="158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25" name="直線接點 124">
                <a:extLst>
                  <a:ext uri="{FF2B5EF4-FFF2-40B4-BE49-F238E27FC236}">
                    <a16:creationId xmlns:a16="http://schemas.microsoft.com/office/drawing/2014/main" id="{3AD9F024-54F7-E44B-BC12-CBA6EF997658}"/>
                  </a:ext>
                </a:extLst>
              </p:cNvPr>
              <p:cNvCxnSpPr>
                <a:cxnSpLocks/>
                <a:stCxn id="21" idx="2"/>
                <a:endCxn id="20" idx="6"/>
              </p:cNvCxnSpPr>
              <p:nvPr/>
            </p:nvCxnSpPr>
            <p:spPr>
              <a:xfrm flipH="1">
                <a:off x="4604084" y="3331002"/>
                <a:ext cx="1159413" cy="1779525"/>
              </a:xfrm>
              <a:prstGeom prst="line">
                <a:avLst/>
              </a:prstGeom>
              <a:ln w="158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28" name="直線接點 127">
                <a:extLst>
                  <a:ext uri="{FF2B5EF4-FFF2-40B4-BE49-F238E27FC236}">
                    <a16:creationId xmlns:a16="http://schemas.microsoft.com/office/drawing/2014/main" id="{91EFF476-9A0E-0E46-BF98-B10D943B5A90}"/>
                  </a:ext>
                </a:extLst>
              </p:cNvPr>
              <p:cNvCxnSpPr>
                <a:cxnSpLocks/>
                <a:stCxn id="22" idx="2"/>
                <a:endCxn id="17" idx="6"/>
              </p:cNvCxnSpPr>
              <p:nvPr/>
            </p:nvCxnSpPr>
            <p:spPr>
              <a:xfrm flipH="1" flipV="1">
                <a:off x="4604084" y="2519790"/>
                <a:ext cx="1155032" cy="1830084"/>
              </a:xfrm>
              <a:prstGeom prst="line">
                <a:avLst/>
              </a:prstGeom>
              <a:ln w="158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31" name="直線接點 130">
                <a:extLst>
                  <a:ext uri="{FF2B5EF4-FFF2-40B4-BE49-F238E27FC236}">
                    <a16:creationId xmlns:a16="http://schemas.microsoft.com/office/drawing/2014/main" id="{9C9F1358-37C9-7B45-8FEC-86BC87EF93AF}"/>
                  </a:ext>
                </a:extLst>
              </p:cNvPr>
              <p:cNvCxnSpPr>
                <a:cxnSpLocks/>
                <a:stCxn id="22" idx="2"/>
                <a:endCxn id="18" idx="6"/>
              </p:cNvCxnSpPr>
              <p:nvPr/>
            </p:nvCxnSpPr>
            <p:spPr>
              <a:xfrm flipH="1" flipV="1">
                <a:off x="4604084" y="3383369"/>
                <a:ext cx="1155032" cy="966505"/>
              </a:xfrm>
              <a:prstGeom prst="line">
                <a:avLst/>
              </a:prstGeom>
              <a:ln w="158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34" name="直線接點 133">
                <a:extLst>
                  <a:ext uri="{FF2B5EF4-FFF2-40B4-BE49-F238E27FC236}">
                    <a16:creationId xmlns:a16="http://schemas.microsoft.com/office/drawing/2014/main" id="{EC82C332-DE9D-F344-8DBC-9F91F01D062A}"/>
                  </a:ext>
                </a:extLst>
              </p:cNvPr>
              <p:cNvCxnSpPr>
                <a:cxnSpLocks/>
                <a:stCxn id="22" idx="2"/>
                <a:endCxn id="20" idx="6"/>
              </p:cNvCxnSpPr>
              <p:nvPr/>
            </p:nvCxnSpPr>
            <p:spPr>
              <a:xfrm flipH="1">
                <a:off x="4604084" y="4349874"/>
                <a:ext cx="1155032" cy="760653"/>
              </a:xfrm>
              <a:prstGeom prst="line">
                <a:avLst/>
              </a:prstGeom>
              <a:ln w="158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sp>
          <p:nvSpPr>
            <p:cNvPr id="149" name="文字方塊 148">
              <a:extLst>
                <a:ext uri="{FF2B5EF4-FFF2-40B4-BE49-F238E27FC236}">
                  <a16:creationId xmlns:a16="http://schemas.microsoft.com/office/drawing/2014/main" id="{D9560D87-C6FB-F14C-8438-D91F87DE0D5D}"/>
                </a:ext>
              </a:extLst>
            </p:cNvPr>
            <p:cNvSpPr txBox="1"/>
            <p:nvPr/>
          </p:nvSpPr>
          <p:spPr>
            <a:xfrm>
              <a:off x="1322701" y="4478318"/>
              <a:ext cx="645250" cy="526483"/>
            </a:xfrm>
            <a:prstGeom prst="rect">
              <a:avLst/>
            </a:prstGeom>
            <a:noFill/>
          </p:spPr>
          <p:txBody>
            <a:bodyPr wrap="none" rtlCol="0">
              <a:spAutoFit/>
            </a:bodyPr>
            <a:lstStyle/>
            <a:p>
              <a:pPr algn="ctr"/>
              <a:r>
                <a:rPr kumimoji="1" lang="en-US" altLang="zh-TW" sz="2000" dirty="0">
                  <a:latin typeface="Times" pitchFamily="2" charset="0"/>
                </a:rPr>
                <a:t>X2</a:t>
              </a:r>
              <a:endParaRPr kumimoji="1" lang="zh-TW" altLang="en-US" sz="2000" dirty="0">
                <a:latin typeface="Times" pitchFamily="2" charset="0"/>
              </a:endParaRPr>
            </a:p>
          </p:txBody>
        </p:sp>
        <p:sp>
          <p:nvSpPr>
            <p:cNvPr id="150" name="文字方塊 149">
              <a:extLst>
                <a:ext uri="{FF2B5EF4-FFF2-40B4-BE49-F238E27FC236}">
                  <a16:creationId xmlns:a16="http://schemas.microsoft.com/office/drawing/2014/main" id="{50E0835F-4412-7B4F-B868-E61DFBB5CE3A}"/>
                </a:ext>
              </a:extLst>
            </p:cNvPr>
            <p:cNvSpPr txBox="1"/>
            <p:nvPr/>
          </p:nvSpPr>
          <p:spPr>
            <a:xfrm>
              <a:off x="1322701" y="3280576"/>
              <a:ext cx="645250" cy="526483"/>
            </a:xfrm>
            <a:prstGeom prst="rect">
              <a:avLst/>
            </a:prstGeom>
            <a:noFill/>
          </p:spPr>
          <p:txBody>
            <a:bodyPr wrap="none" rtlCol="0">
              <a:spAutoFit/>
            </a:bodyPr>
            <a:lstStyle/>
            <a:p>
              <a:pPr algn="ctr"/>
              <a:r>
                <a:rPr kumimoji="1" lang="en-US" altLang="zh-TW" sz="2000" dirty="0">
                  <a:latin typeface="Times" pitchFamily="2" charset="0"/>
                </a:rPr>
                <a:t>X1</a:t>
              </a:r>
              <a:endParaRPr kumimoji="1" lang="zh-TW" altLang="en-US" sz="2000" dirty="0">
                <a:latin typeface="Times" pitchFamily="2" charset="0"/>
              </a:endParaRPr>
            </a:p>
          </p:txBody>
        </p:sp>
        <p:sp>
          <p:nvSpPr>
            <p:cNvPr id="151" name="文字方塊 150">
              <a:extLst>
                <a:ext uri="{FF2B5EF4-FFF2-40B4-BE49-F238E27FC236}">
                  <a16:creationId xmlns:a16="http://schemas.microsoft.com/office/drawing/2014/main" id="{667BDD6C-A732-EA47-B827-C341F7E6CFCD}"/>
                </a:ext>
              </a:extLst>
            </p:cNvPr>
            <p:cNvSpPr txBox="1"/>
            <p:nvPr/>
          </p:nvSpPr>
          <p:spPr>
            <a:xfrm>
              <a:off x="5756384" y="3327738"/>
              <a:ext cx="590001" cy="526483"/>
            </a:xfrm>
            <a:prstGeom prst="rect">
              <a:avLst/>
            </a:prstGeom>
            <a:noFill/>
          </p:spPr>
          <p:txBody>
            <a:bodyPr wrap="square" rtlCol="0">
              <a:spAutoFit/>
            </a:bodyPr>
            <a:lstStyle/>
            <a:p>
              <a:pPr algn="ctr"/>
              <a:r>
                <a:rPr kumimoji="1" lang="en-US" altLang="zh-TW" sz="2000" dirty="0">
                  <a:latin typeface="Times" pitchFamily="2" charset="0"/>
                </a:rPr>
                <a:t>P1</a:t>
              </a:r>
              <a:endParaRPr kumimoji="1" lang="zh-TW" altLang="en-US" sz="2000" dirty="0">
                <a:latin typeface="Times" pitchFamily="2" charset="0"/>
              </a:endParaRPr>
            </a:p>
          </p:txBody>
        </p:sp>
        <p:sp>
          <p:nvSpPr>
            <p:cNvPr id="152" name="文字方塊 151">
              <a:extLst>
                <a:ext uri="{FF2B5EF4-FFF2-40B4-BE49-F238E27FC236}">
                  <a16:creationId xmlns:a16="http://schemas.microsoft.com/office/drawing/2014/main" id="{2C7F2A9E-F66A-B04B-AED9-57CCB8677746}"/>
                </a:ext>
              </a:extLst>
            </p:cNvPr>
            <p:cNvSpPr txBox="1"/>
            <p:nvPr/>
          </p:nvSpPr>
          <p:spPr>
            <a:xfrm>
              <a:off x="5744413" y="4265487"/>
              <a:ext cx="589268" cy="526483"/>
            </a:xfrm>
            <a:prstGeom prst="rect">
              <a:avLst/>
            </a:prstGeom>
            <a:noFill/>
          </p:spPr>
          <p:txBody>
            <a:bodyPr wrap="none" rtlCol="0">
              <a:spAutoFit/>
            </a:bodyPr>
            <a:lstStyle/>
            <a:p>
              <a:pPr algn="ctr"/>
              <a:r>
                <a:rPr kumimoji="1" lang="en-US" altLang="zh-TW" sz="2000" dirty="0">
                  <a:latin typeface="Times" pitchFamily="2" charset="0"/>
                </a:rPr>
                <a:t>P2</a:t>
              </a:r>
              <a:endParaRPr kumimoji="1" lang="zh-TW" altLang="en-US" sz="2000" dirty="0">
                <a:latin typeface="Times" pitchFamily="2" charset="0"/>
              </a:endParaRPr>
            </a:p>
          </p:txBody>
        </p:sp>
      </p:grpSp>
      <p:sp>
        <p:nvSpPr>
          <p:cNvPr id="165" name="文字方塊 164">
            <a:extLst>
              <a:ext uri="{FF2B5EF4-FFF2-40B4-BE49-F238E27FC236}">
                <a16:creationId xmlns:a16="http://schemas.microsoft.com/office/drawing/2014/main" id="{CF419B45-9199-5E47-B241-5417072147DB}"/>
              </a:ext>
            </a:extLst>
          </p:cNvPr>
          <p:cNvSpPr txBox="1"/>
          <p:nvPr/>
        </p:nvSpPr>
        <p:spPr>
          <a:xfrm>
            <a:off x="6049094" y="5914273"/>
            <a:ext cx="710451" cy="400110"/>
          </a:xfrm>
          <a:prstGeom prst="rect">
            <a:avLst/>
          </a:prstGeom>
          <a:noFill/>
        </p:spPr>
        <p:txBody>
          <a:bodyPr wrap="none" rtlCol="0">
            <a:spAutoFit/>
          </a:bodyPr>
          <a:lstStyle/>
          <a:p>
            <a:pPr algn="ctr"/>
            <a:r>
              <a:rPr kumimoji="1" lang="en-US" altLang="zh-TW" sz="2000" dirty="0">
                <a:latin typeface="Times" pitchFamily="2" charset="0"/>
              </a:rPr>
              <a:t>input</a:t>
            </a:r>
            <a:endParaRPr kumimoji="1" lang="zh-TW" altLang="en-US" sz="2000" dirty="0">
              <a:latin typeface="Times" pitchFamily="2" charset="0"/>
            </a:endParaRPr>
          </a:p>
        </p:txBody>
      </p:sp>
      <p:sp>
        <p:nvSpPr>
          <p:cNvPr id="166" name="文字方塊 165">
            <a:extLst>
              <a:ext uri="{FF2B5EF4-FFF2-40B4-BE49-F238E27FC236}">
                <a16:creationId xmlns:a16="http://schemas.microsoft.com/office/drawing/2014/main" id="{45E37787-3D25-DD47-BC91-C76B053CA367}"/>
              </a:ext>
            </a:extLst>
          </p:cNvPr>
          <p:cNvSpPr txBox="1"/>
          <p:nvPr/>
        </p:nvSpPr>
        <p:spPr>
          <a:xfrm>
            <a:off x="7802596" y="5948580"/>
            <a:ext cx="881973" cy="400110"/>
          </a:xfrm>
          <a:prstGeom prst="rect">
            <a:avLst/>
          </a:prstGeom>
          <a:noFill/>
        </p:spPr>
        <p:txBody>
          <a:bodyPr wrap="none" rtlCol="0">
            <a:spAutoFit/>
          </a:bodyPr>
          <a:lstStyle/>
          <a:p>
            <a:pPr algn="ctr"/>
            <a:r>
              <a:rPr kumimoji="1" lang="en-US" altLang="zh-TW" sz="2000" dirty="0">
                <a:latin typeface="Times" pitchFamily="2" charset="0"/>
              </a:rPr>
              <a:t>hidden</a:t>
            </a:r>
            <a:endParaRPr kumimoji="1" lang="zh-TW" altLang="en-US" sz="2000" dirty="0">
              <a:latin typeface="Times" pitchFamily="2" charset="0"/>
            </a:endParaRPr>
          </a:p>
        </p:txBody>
      </p:sp>
      <p:sp>
        <p:nvSpPr>
          <p:cNvPr id="167" name="文字方塊 166">
            <a:extLst>
              <a:ext uri="{FF2B5EF4-FFF2-40B4-BE49-F238E27FC236}">
                <a16:creationId xmlns:a16="http://schemas.microsoft.com/office/drawing/2014/main" id="{0CEE6ED6-A8E1-D14D-A4B6-5CDBA95F9A26}"/>
              </a:ext>
            </a:extLst>
          </p:cNvPr>
          <p:cNvSpPr txBox="1"/>
          <p:nvPr/>
        </p:nvSpPr>
        <p:spPr>
          <a:xfrm>
            <a:off x="10099331" y="5914273"/>
            <a:ext cx="838691" cy="400110"/>
          </a:xfrm>
          <a:prstGeom prst="rect">
            <a:avLst/>
          </a:prstGeom>
          <a:noFill/>
        </p:spPr>
        <p:txBody>
          <a:bodyPr wrap="none" rtlCol="0">
            <a:spAutoFit/>
          </a:bodyPr>
          <a:lstStyle/>
          <a:p>
            <a:pPr algn="ctr"/>
            <a:r>
              <a:rPr kumimoji="1" lang="en-US" altLang="zh-TW" sz="2000" dirty="0">
                <a:latin typeface="Times" pitchFamily="2" charset="0"/>
              </a:rPr>
              <a:t>output</a:t>
            </a:r>
            <a:endParaRPr kumimoji="1" lang="zh-TW" altLang="en-US" sz="2000" dirty="0">
              <a:latin typeface="Times" pitchFamily="2" charset="0"/>
            </a:endParaRPr>
          </a:p>
        </p:txBody>
      </p:sp>
      <p:sp>
        <p:nvSpPr>
          <p:cNvPr id="66" name="文字方塊 65">
            <a:extLst>
              <a:ext uri="{FF2B5EF4-FFF2-40B4-BE49-F238E27FC236}">
                <a16:creationId xmlns:a16="http://schemas.microsoft.com/office/drawing/2014/main" id="{85204344-5F16-D640-87A2-0A37EEBA859D}"/>
              </a:ext>
            </a:extLst>
          </p:cNvPr>
          <p:cNvSpPr txBox="1"/>
          <p:nvPr/>
        </p:nvSpPr>
        <p:spPr>
          <a:xfrm>
            <a:off x="1463890" y="5766569"/>
            <a:ext cx="1279517" cy="400110"/>
          </a:xfrm>
          <a:prstGeom prst="rect">
            <a:avLst/>
          </a:prstGeom>
          <a:noFill/>
        </p:spPr>
        <p:txBody>
          <a:bodyPr wrap="none" rtlCol="0">
            <a:spAutoFit/>
          </a:bodyPr>
          <a:lstStyle/>
          <a:p>
            <a:pPr algn="ctr"/>
            <a:r>
              <a:rPr kumimoji="1" lang="en-US" altLang="zh-TW" sz="2000" dirty="0">
                <a:latin typeface="Times" pitchFamily="2" charset="0"/>
              </a:rPr>
              <a:t>perceptron</a:t>
            </a:r>
            <a:endParaRPr kumimoji="1" lang="zh-TW" altLang="en-US" sz="2000" dirty="0">
              <a:latin typeface="Times" pitchFamily="2" charset="0"/>
            </a:endParaRPr>
          </a:p>
        </p:txBody>
      </p:sp>
      <p:sp>
        <p:nvSpPr>
          <p:cNvPr id="67" name="橢圓 66">
            <a:extLst>
              <a:ext uri="{FF2B5EF4-FFF2-40B4-BE49-F238E27FC236}">
                <a16:creationId xmlns:a16="http://schemas.microsoft.com/office/drawing/2014/main" id="{877A3617-F99C-3F46-B090-4A5E9531E38D}"/>
              </a:ext>
            </a:extLst>
          </p:cNvPr>
          <p:cNvSpPr/>
          <p:nvPr/>
        </p:nvSpPr>
        <p:spPr>
          <a:xfrm>
            <a:off x="1049224" y="4950189"/>
            <a:ext cx="612614" cy="544993"/>
          </a:xfrm>
          <a:prstGeom prst="ellipse">
            <a:avLst/>
          </a:prstGeom>
          <a:noFill/>
          <a:ln w="15875" cap="flat" cmpd="sng" algn="ctr">
            <a:solidFill>
              <a:schemeClr val="tx1">
                <a:lumMod val="50000"/>
                <a:lumOff val="5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kumimoji="1" lang="zh-TW" altLang="en-US"/>
          </a:p>
        </p:txBody>
      </p:sp>
      <p:sp>
        <p:nvSpPr>
          <p:cNvPr id="69" name="橢圓 68">
            <a:extLst>
              <a:ext uri="{FF2B5EF4-FFF2-40B4-BE49-F238E27FC236}">
                <a16:creationId xmlns:a16="http://schemas.microsoft.com/office/drawing/2014/main" id="{9230B61E-86EB-1C4D-9312-1E255196E3C0}"/>
              </a:ext>
            </a:extLst>
          </p:cNvPr>
          <p:cNvSpPr/>
          <p:nvPr/>
        </p:nvSpPr>
        <p:spPr>
          <a:xfrm>
            <a:off x="1049224" y="4297881"/>
            <a:ext cx="612614" cy="544993"/>
          </a:xfrm>
          <a:prstGeom prst="ellipse">
            <a:avLst/>
          </a:prstGeom>
          <a:noFill/>
          <a:ln w="15875" cap="flat" cmpd="sng" algn="ctr">
            <a:solidFill>
              <a:schemeClr val="tx1">
                <a:lumMod val="50000"/>
                <a:lumOff val="5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kumimoji="1" lang="zh-TW" altLang="en-US"/>
          </a:p>
        </p:txBody>
      </p:sp>
      <p:cxnSp>
        <p:nvCxnSpPr>
          <p:cNvPr id="70" name="直線接點 69">
            <a:extLst>
              <a:ext uri="{FF2B5EF4-FFF2-40B4-BE49-F238E27FC236}">
                <a16:creationId xmlns:a16="http://schemas.microsoft.com/office/drawing/2014/main" id="{E9585A79-7352-D847-90A0-3D9AE42E076D}"/>
              </a:ext>
            </a:extLst>
          </p:cNvPr>
          <p:cNvCxnSpPr>
            <a:cxnSpLocks/>
            <a:stCxn id="69" idx="6"/>
            <a:endCxn id="72" idx="2"/>
          </p:cNvCxnSpPr>
          <p:nvPr/>
        </p:nvCxnSpPr>
        <p:spPr>
          <a:xfrm>
            <a:off x="1661838" y="4570378"/>
            <a:ext cx="664152" cy="277297"/>
          </a:xfrm>
          <a:prstGeom prst="line">
            <a:avLst/>
          </a:prstGeom>
          <a:ln w="158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72" name="橢圓 71">
            <a:extLst>
              <a:ext uri="{FF2B5EF4-FFF2-40B4-BE49-F238E27FC236}">
                <a16:creationId xmlns:a16="http://schemas.microsoft.com/office/drawing/2014/main" id="{BCCC4637-BF14-FC4E-8ACF-600B8788F66D}"/>
              </a:ext>
            </a:extLst>
          </p:cNvPr>
          <p:cNvSpPr/>
          <p:nvPr/>
        </p:nvSpPr>
        <p:spPr>
          <a:xfrm>
            <a:off x="2325990" y="4575178"/>
            <a:ext cx="612614" cy="544993"/>
          </a:xfrm>
          <a:prstGeom prst="ellipse">
            <a:avLst/>
          </a:prstGeom>
          <a:noFill/>
          <a:ln w="15875" cap="flat" cmpd="sng" algn="ctr">
            <a:solidFill>
              <a:schemeClr val="tx1">
                <a:lumMod val="50000"/>
                <a:lumOff val="5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kumimoji="1" lang="zh-TW" altLang="en-US"/>
          </a:p>
        </p:txBody>
      </p:sp>
      <p:cxnSp>
        <p:nvCxnSpPr>
          <p:cNvPr id="74" name="直線接點 73">
            <a:extLst>
              <a:ext uri="{FF2B5EF4-FFF2-40B4-BE49-F238E27FC236}">
                <a16:creationId xmlns:a16="http://schemas.microsoft.com/office/drawing/2014/main" id="{20E86B7B-18AD-5741-85DC-A2B6AFC4AFDC}"/>
              </a:ext>
            </a:extLst>
          </p:cNvPr>
          <p:cNvCxnSpPr>
            <a:cxnSpLocks/>
            <a:stCxn id="67" idx="6"/>
            <a:endCxn id="72" idx="2"/>
          </p:cNvCxnSpPr>
          <p:nvPr/>
        </p:nvCxnSpPr>
        <p:spPr>
          <a:xfrm flipV="1">
            <a:off x="1661838" y="4847675"/>
            <a:ext cx="664152" cy="375011"/>
          </a:xfrm>
          <a:prstGeom prst="line">
            <a:avLst/>
          </a:prstGeom>
          <a:ln w="158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77" name="文字方塊 76">
            <a:extLst>
              <a:ext uri="{FF2B5EF4-FFF2-40B4-BE49-F238E27FC236}">
                <a16:creationId xmlns:a16="http://schemas.microsoft.com/office/drawing/2014/main" id="{3AA3C2B5-0453-864D-9977-A78D30364476}"/>
              </a:ext>
            </a:extLst>
          </p:cNvPr>
          <p:cNvSpPr txBox="1"/>
          <p:nvPr/>
        </p:nvSpPr>
        <p:spPr>
          <a:xfrm>
            <a:off x="1886282" y="4394816"/>
            <a:ext cx="434734" cy="338554"/>
          </a:xfrm>
          <a:prstGeom prst="rect">
            <a:avLst/>
          </a:prstGeom>
          <a:noFill/>
        </p:spPr>
        <p:txBody>
          <a:bodyPr wrap="none" rtlCol="0">
            <a:spAutoFit/>
          </a:bodyPr>
          <a:lstStyle/>
          <a:p>
            <a:pPr algn="ctr"/>
            <a:r>
              <a:rPr kumimoji="1" lang="en-US" altLang="zh-TW" sz="1600" dirty="0">
                <a:latin typeface="Times" pitchFamily="2" charset="0"/>
              </a:rPr>
              <a:t>w1</a:t>
            </a:r>
            <a:endParaRPr kumimoji="1" lang="zh-TW" altLang="en-US" sz="1600" dirty="0">
              <a:latin typeface="Times" pitchFamily="2" charset="0"/>
            </a:endParaRPr>
          </a:p>
        </p:txBody>
      </p:sp>
      <p:sp>
        <p:nvSpPr>
          <p:cNvPr id="78" name="文字方塊 77">
            <a:extLst>
              <a:ext uri="{FF2B5EF4-FFF2-40B4-BE49-F238E27FC236}">
                <a16:creationId xmlns:a16="http://schemas.microsoft.com/office/drawing/2014/main" id="{AD3BAF31-03C6-0842-A7AE-E12A70676518}"/>
              </a:ext>
            </a:extLst>
          </p:cNvPr>
          <p:cNvSpPr txBox="1"/>
          <p:nvPr/>
        </p:nvSpPr>
        <p:spPr>
          <a:xfrm>
            <a:off x="1890211" y="5075186"/>
            <a:ext cx="434735" cy="338554"/>
          </a:xfrm>
          <a:prstGeom prst="rect">
            <a:avLst/>
          </a:prstGeom>
          <a:noFill/>
        </p:spPr>
        <p:txBody>
          <a:bodyPr wrap="none" rtlCol="0">
            <a:spAutoFit/>
          </a:bodyPr>
          <a:lstStyle/>
          <a:p>
            <a:pPr algn="ctr"/>
            <a:r>
              <a:rPr kumimoji="1" lang="en-US" altLang="zh-TW" sz="1600" dirty="0">
                <a:latin typeface="Times" pitchFamily="2" charset="0"/>
              </a:rPr>
              <a:t>w2</a:t>
            </a:r>
            <a:endParaRPr kumimoji="1" lang="zh-TW" altLang="en-US" sz="1600" dirty="0">
              <a:latin typeface="Times" pitchFamily="2" charset="0"/>
            </a:endParaRPr>
          </a:p>
        </p:txBody>
      </p:sp>
      <p:sp>
        <p:nvSpPr>
          <p:cNvPr id="80" name="文字方塊 79">
            <a:extLst>
              <a:ext uri="{FF2B5EF4-FFF2-40B4-BE49-F238E27FC236}">
                <a16:creationId xmlns:a16="http://schemas.microsoft.com/office/drawing/2014/main" id="{993888AB-50DE-004F-B542-29E159B84372}"/>
              </a:ext>
            </a:extLst>
          </p:cNvPr>
          <p:cNvSpPr txBox="1"/>
          <p:nvPr/>
        </p:nvSpPr>
        <p:spPr>
          <a:xfrm>
            <a:off x="1065290" y="4359218"/>
            <a:ext cx="600575" cy="492468"/>
          </a:xfrm>
          <a:prstGeom prst="rect">
            <a:avLst/>
          </a:prstGeom>
          <a:noFill/>
        </p:spPr>
        <p:txBody>
          <a:bodyPr wrap="none" rtlCol="0">
            <a:spAutoFit/>
          </a:bodyPr>
          <a:lstStyle/>
          <a:p>
            <a:pPr algn="ctr"/>
            <a:r>
              <a:rPr kumimoji="1" lang="en-US" altLang="zh-TW" sz="2000" dirty="0">
                <a:latin typeface="Times" pitchFamily="2" charset="0"/>
              </a:rPr>
              <a:t>X1</a:t>
            </a:r>
            <a:endParaRPr kumimoji="1" lang="zh-TW" altLang="en-US" sz="2000" dirty="0">
              <a:latin typeface="Times" pitchFamily="2" charset="0"/>
            </a:endParaRPr>
          </a:p>
        </p:txBody>
      </p:sp>
      <p:sp>
        <p:nvSpPr>
          <p:cNvPr id="81" name="文字方塊 80">
            <a:extLst>
              <a:ext uri="{FF2B5EF4-FFF2-40B4-BE49-F238E27FC236}">
                <a16:creationId xmlns:a16="http://schemas.microsoft.com/office/drawing/2014/main" id="{32B0C8B7-C374-A446-85F7-F937A88DE693}"/>
              </a:ext>
            </a:extLst>
          </p:cNvPr>
          <p:cNvSpPr txBox="1"/>
          <p:nvPr/>
        </p:nvSpPr>
        <p:spPr>
          <a:xfrm>
            <a:off x="1052961" y="5007302"/>
            <a:ext cx="600575" cy="492468"/>
          </a:xfrm>
          <a:prstGeom prst="rect">
            <a:avLst/>
          </a:prstGeom>
          <a:noFill/>
        </p:spPr>
        <p:txBody>
          <a:bodyPr wrap="none" rtlCol="0">
            <a:spAutoFit/>
          </a:bodyPr>
          <a:lstStyle/>
          <a:p>
            <a:pPr algn="ctr"/>
            <a:r>
              <a:rPr kumimoji="1" lang="en-US" altLang="zh-TW" sz="2000" dirty="0">
                <a:latin typeface="Times" pitchFamily="2" charset="0"/>
              </a:rPr>
              <a:t>X2</a:t>
            </a:r>
            <a:endParaRPr kumimoji="1" lang="zh-TW" altLang="en-US" sz="2000" dirty="0">
              <a:latin typeface="Times" pitchFamily="2" charset="0"/>
            </a:endParaRPr>
          </a:p>
        </p:txBody>
      </p:sp>
      <p:sp>
        <p:nvSpPr>
          <p:cNvPr id="83" name="文字方塊 82">
            <a:extLst>
              <a:ext uri="{FF2B5EF4-FFF2-40B4-BE49-F238E27FC236}">
                <a16:creationId xmlns:a16="http://schemas.microsoft.com/office/drawing/2014/main" id="{5360CA2A-B9BE-474C-AD54-D8BD96EEC347}"/>
              </a:ext>
            </a:extLst>
          </p:cNvPr>
          <p:cNvSpPr txBox="1"/>
          <p:nvPr/>
        </p:nvSpPr>
        <p:spPr>
          <a:xfrm>
            <a:off x="2394718" y="4663789"/>
            <a:ext cx="498856" cy="400110"/>
          </a:xfrm>
          <a:prstGeom prst="rect">
            <a:avLst/>
          </a:prstGeom>
          <a:noFill/>
        </p:spPr>
        <p:txBody>
          <a:bodyPr wrap="none" rtlCol="0">
            <a:spAutoFit/>
          </a:bodyPr>
          <a:lstStyle/>
          <a:p>
            <a:pPr algn="ctr"/>
            <a:r>
              <a:rPr kumimoji="1" lang="en-US" altLang="zh-TW" sz="2000" dirty="0">
                <a:latin typeface="Times" pitchFamily="2" charset="0"/>
              </a:rPr>
              <a:t>Y1</a:t>
            </a:r>
            <a:endParaRPr kumimoji="1" lang="zh-TW" altLang="en-US" sz="2000" dirty="0">
              <a:latin typeface="Times" pitchFamily="2" charset="0"/>
            </a:endParaRPr>
          </a:p>
        </p:txBody>
      </p:sp>
      <mc:AlternateContent xmlns:mc="http://schemas.openxmlformats.org/markup-compatibility/2006" xmlns:a14="http://schemas.microsoft.com/office/drawing/2010/main">
        <mc:Choice Requires="a14">
          <p:sp>
            <p:nvSpPr>
              <p:cNvPr id="84" name="文字方塊 83">
                <a:extLst>
                  <a:ext uri="{FF2B5EF4-FFF2-40B4-BE49-F238E27FC236}">
                    <a16:creationId xmlns:a16="http://schemas.microsoft.com/office/drawing/2014/main" id="{9BE1A7E9-0148-4A46-BF22-A7D3BEB1192C}"/>
                  </a:ext>
                </a:extLst>
              </p:cNvPr>
              <p:cNvSpPr txBox="1"/>
              <p:nvPr/>
            </p:nvSpPr>
            <p:spPr>
              <a:xfrm>
                <a:off x="2501226" y="5348969"/>
                <a:ext cx="2185534" cy="338554"/>
              </a:xfrm>
              <a:prstGeom prst="rect">
                <a:avLst/>
              </a:prstGeom>
              <a:noFill/>
            </p:spPr>
            <p:txBody>
              <a:bodyPr wrap="none" rtlCol="0">
                <a:spAutoFit/>
              </a:bodyPr>
              <a:lstStyle/>
              <a:p>
                <a:pPr algn="ctr"/>
                <a14:m>
                  <m:oMathPara xmlns:m="http://schemas.openxmlformats.org/officeDocument/2006/math">
                    <m:oMathParaPr>
                      <m:jc m:val="centerGroup"/>
                    </m:oMathParaPr>
                    <m:oMath xmlns:m="http://schemas.openxmlformats.org/officeDocument/2006/math">
                      <m:r>
                        <a:rPr kumimoji="1" lang="en-US" altLang="zh-TW" sz="1600" b="0" i="1" smtClean="0">
                          <a:latin typeface="Cambria Math" panose="02040503050406030204" pitchFamily="18" charset="0"/>
                        </a:rPr>
                        <m:t>𝑋</m:t>
                      </m:r>
                      <m:r>
                        <a:rPr kumimoji="1" lang="en-US" altLang="zh-TW" sz="1600" b="0" i="1" smtClean="0">
                          <a:latin typeface="Cambria Math" panose="02040503050406030204" pitchFamily="18" charset="0"/>
                        </a:rPr>
                        <m:t>1</m:t>
                      </m:r>
                      <m:r>
                        <a:rPr kumimoji="1" lang="en-US" altLang="zh-TW" sz="1600" b="0" i="1" smtClean="0">
                          <a:latin typeface="Cambria Math" panose="02040503050406030204" pitchFamily="18" charset="0"/>
                        </a:rPr>
                        <m:t>×</m:t>
                      </m:r>
                      <m:r>
                        <a:rPr kumimoji="1" lang="en-US" altLang="zh-TW" sz="1600" b="0" i="1" smtClean="0">
                          <a:latin typeface="Cambria Math" panose="02040503050406030204" pitchFamily="18" charset="0"/>
                          <a:ea typeface="Cambria Math" panose="02040503050406030204" pitchFamily="18" charset="0"/>
                        </a:rPr>
                        <m:t>𝑤</m:t>
                      </m:r>
                      <m:r>
                        <a:rPr kumimoji="1" lang="en-US" altLang="zh-TW" sz="1600" b="0" i="1" smtClean="0">
                          <a:latin typeface="Cambria Math" panose="02040503050406030204" pitchFamily="18" charset="0"/>
                          <a:ea typeface="Cambria Math" panose="02040503050406030204" pitchFamily="18" charset="0"/>
                        </a:rPr>
                        <m:t>1</m:t>
                      </m:r>
                      <m:r>
                        <a:rPr kumimoji="1" lang="en-US" altLang="zh-TW" sz="1600" b="0" i="1" smtClean="0">
                          <a:latin typeface="Cambria Math" panose="02040503050406030204" pitchFamily="18" charset="0"/>
                          <a:ea typeface="Cambria Math" panose="02040503050406030204" pitchFamily="18" charset="0"/>
                        </a:rPr>
                        <m:t>+</m:t>
                      </m:r>
                      <m:r>
                        <a:rPr kumimoji="1" lang="en-US" altLang="zh-TW" sz="1600" b="0" i="1" smtClean="0">
                          <a:latin typeface="Cambria Math" panose="02040503050406030204" pitchFamily="18" charset="0"/>
                          <a:ea typeface="Cambria Math" panose="02040503050406030204" pitchFamily="18" charset="0"/>
                        </a:rPr>
                        <m:t>𝑋</m:t>
                      </m:r>
                      <m:r>
                        <a:rPr kumimoji="1" lang="en-US" altLang="zh-TW" sz="1600" b="0" i="1" smtClean="0">
                          <a:latin typeface="Cambria Math" panose="02040503050406030204" pitchFamily="18" charset="0"/>
                          <a:ea typeface="Cambria Math" panose="02040503050406030204" pitchFamily="18" charset="0"/>
                        </a:rPr>
                        <m:t>2</m:t>
                      </m:r>
                      <m:r>
                        <a:rPr kumimoji="1" lang="en-US" altLang="zh-TW" sz="1600" b="0" i="1" smtClean="0">
                          <a:latin typeface="Cambria Math" panose="02040503050406030204" pitchFamily="18" charset="0"/>
                          <a:ea typeface="Cambria Math" panose="02040503050406030204" pitchFamily="18" charset="0"/>
                        </a:rPr>
                        <m:t>×</m:t>
                      </m:r>
                      <m:r>
                        <a:rPr kumimoji="1" lang="en-US" altLang="zh-TW" sz="1600" b="0" i="1" smtClean="0">
                          <a:latin typeface="Cambria Math" panose="02040503050406030204" pitchFamily="18" charset="0"/>
                          <a:ea typeface="Cambria Math" panose="02040503050406030204" pitchFamily="18" charset="0"/>
                        </a:rPr>
                        <m:t>𝑤</m:t>
                      </m:r>
                      <m:r>
                        <a:rPr kumimoji="1" lang="en-US" altLang="zh-TW" sz="1600" b="0" i="1" smtClean="0">
                          <a:latin typeface="Cambria Math" panose="02040503050406030204" pitchFamily="18" charset="0"/>
                          <a:ea typeface="Cambria Math" panose="02040503050406030204" pitchFamily="18" charset="0"/>
                        </a:rPr>
                        <m:t>2</m:t>
                      </m:r>
                      <m:r>
                        <a:rPr kumimoji="1" lang="en-US" altLang="zh-TW" sz="1600" b="0" i="1" smtClean="0">
                          <a:latin typeface="Cambria Math" panose="02040503050406030204" pitchFamily="18" charset="0"/>
                          <a:ea typeface="Cambria Math" panose="02040503050406030204" pitchFamily="18" charset="0"/>
                        </a:rPr>
                        <m:t>=</m:t>
                      </m:r>
                      <m:r>
                        <a:rPr kumimoji="1" lang="en-US" altLang="zh-TW" sz="1600" b="0" i="1" smtClean="0">
                          <a:latin typeface="Cambria Math" panose="02040503050406030204" pitchFamily="18" charset="0"/>
                          <a:ea typeface="Cambria Math" panose="02040503050406030204" pitchFamily="18" charset="0"/>
                        </a:rPr>
                        <m:t>𝑦</m:t>
                      </m:r>
                    </m:oMath>
                  </m:oMathPara>
                </a14:m>
                <a:endParaRPr kumimoji="1" lang="zh-TW" altLang="en-US" sz="1600" dirty="0">
                  <a:latin typeface="Times" pitchFamily="2" charset="0"/>
                </a:endParaRPr>
              </a:p>
            </p:txBody>
          </p:sp>
        </mc:Choice>
        <mc:Fallback xmlns="">
          <p:sp>
            <p:nvSpPr>
              <p:cNvPr id="84" name="文字方塊 83">
                <a:extLst>
                  <a:ext uri="{FF2B5EF4-FFF2-40B4-BE49-F238E27FC236}">
                    <a16:creationId xmlns:a16="http://schemas.microsoft.com/office/drawing/2014/main" id="{9BE1A7E9-0148-4A46-BF22-A7D3BEB1192C}"/>
                  </a:ext>
                </a:extLst>
              </p:cNvPr>
              <p:cNvSpPr txBox="1">
                <a:spLocks noRot="1" noChangeAspect="1" noMove="1" noResize="1" noEditPoints="1" noAdjustHandles="1" noChangeArrowheads="1" noChangeShapeType="1" noTextEdit="1"/>
              </p:cNvSpPr>
              <p:nvPr/>
            </p:nvSpPr>
            <p:spPr>
              <a:xfrm>
                <a:off x="2501226" y="5348969"/>
                <a:ext cx="2185534" cy="338554"/>
              </a:xfrm>
              <a:prstGeom prst="rect">
                <a:avLst/>
              </a:prstGeom>
              <a:blipFill>
                <a:blip r:embed="rId2"/>
                <a:stretch>
                  <a:fillRect b="-3571"/>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3885811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37AFE22-D19C-4A4A-B9C7-BA5881EA8BF9}"/>
              </a:ext>
            </a:extLst>
          </p:cNvPr>
          <p:cNvSpPr>
            <a:spLocks noGrp="1"/>
          </p:cNvSpPr>
          <p:nvPr>
            <p:ph type="title"/>
          </p:nvPr>
        </p:nvSpPr>
        <p:spPr/>
        <p:txBody>
          <a:bodyPr/>
          <a:lstStyle/>
          <a:p>
            <a:pPr algn="ctr"/>
            <a:r>
              <a:rPr lang="en" altLang="zh-TW" dirty="0">
                <a:latin typeface="Times" pitchFamily="2" charset="0"/>
              </a:rPr>
              <a:t>Applications of ML</a:t>
            </a:r>
            <a:endParaRPr kumimoji="1" lang="zh-TW" altLang="en-US" dirty="0">
              <a:latin typeface="Times" pitchFamily="2" charset="0"/>
            </a:endParaRPr>
          </a:p>
        </p:txBody>
      </p:sp>
      <p:sp>
        <p:nvSpPr>
          <p:cNvPr id="4" name="投影片編號版面配置區 3">
            <a:extLst>
              <a:ext uri="{FF2B5EF4-FFF2-40B4-BE49-F238E27FC236}">
                <a16:creationId xmlns:a16="http://schemas.microsoft.com/office/drawing/2014/main" id="{EE5C6A4A-F6B3-8C48-82C2-35538AE7D2ED}"/>
              </a:ext>
            </a:extLst>
          </p:cNvPr>
          <p:cNvSpPr>
            <a:spLocks noGrp="1"/>
          </p:cNvSpPr>
          <p:nvPr>
            <p:ph type="sldNum" sz="quarter" idx="12"/>
          </p:nvPr>
        </p:nvSpPr>
        <p:spPr/>
        <p:txBody>
          <a:bodyPr/>
          <a:lstStyle/>
          <a:p>
            <a:fld id="{020248C0-B2A5-044F-83C2-254167E2BAC8}" type="slidenum">
              <a:rPr kumimoji="1" lang="zh-TW" altLang="en-US" smtClean="0"/>
              <a:t>15</a:t>
            </a:fld>
            <a:endParaRPr kumimoji="1" lang="zh-TW" altLang="en-US" dirty="0"/>
          </a:p>
        </p:txBody>
      </p:sp>
      <p:sp>
        <p:nvSpPr>
          <p:cNvPr id="7" name="內容版面配置區 6">
            <a:extLst>
              <a:ext uri="{FF2B5EF4-FFF2-40B4-BE49-F238E27FC236}">
                <a16:creationId xmlns:a16="http://schemas.microsoft.com/office/drawing/2014/main" id="{128D53D4-6FAD-A54A-9E46-8EFC661E6DE8}"/>
              </a:ext>
            </a:extLst>
          </p:cNvPr>
          <p:cNvSpPr>
            <a:spLocks noGrp="1"/>
          </p:cNvSpPr>
          <p:nvPr>
            <p:ph idx="1"/>
          </p:nvPr>
        </p:nvSpPr>
        <p:spPr/>
        <p:txBody>
          <a:bodyPr>
            <a:noAutofit/>
          </a:bodyPr>
          <a:lstStyle/>
          <a:p>
            <a:pPr>
              <a:lnSpc>
                <a:spcPct val="100000"/>
              </a:lnSpc>
            </a:pPr>
            <a:r>
              <a:rPr lang="en" altLang="zh-TW" dirty="0">
                <a:latin typeface="Times" pitchFamily="2" charset="0"/>
              </a:rPr>
              <a:t>Robotics and Artificial Intelligence </a:t>
            </a:r>
          </a:p>
          <a:p>
            <a:pPr>
              <a:lnSpc>
                <a:spcPct val="100000"/>
              </a:lnSpc>
            </a:pPr>
            <a:r>
              <a:rPr lang="en" altLang="zh-TW" dirty="0">
                <a:latin typeface="Times" pitchFamily="2" charset="0"/>
              </a:rPr>
              <a:t>Web and Social Media: Google uses the </a:t>
            </a:r>
            <a:r>
              <a:rPr lang="en" altLang="zh-TW" dirty="0" err="1">
                <a:solidFill>
                  <a:schemeClr val="accent5">
                    <a:lumMod val="50000"/>
                  </a:schemeClr>
                </a:solidFill>
                <a:latin typeface="Times" pitchFamily="2" charset="0"/>
              </a:rPr>
              <a:t>Naïve</a:t>
            </a:r>
            <a:r>
              <a:rPr lang="en" altLang="zh-TW" dirty="0">
                <a:solidFill>
                  <a:schemeClr val="accent5">
                    <a:lumMod val="50000"/>
                  </a:schemeClr>
                </a:solidFill>
                <a:latin typeface="Times" pitchFamily="2" charset="0"/>
              </a:rPr>
              <a:t> Bayes</a:t>
            </a:r>
            <a:r>
              <a:rPr lang="en" altLang="zh-TW" dirty="0">
                <a:latin typeface="Times" pitchFamily="2" charset="0"/>
              </a:rPr>
              <a:t> algorithm for document categorization. </a:t>
            </a:r>
          </a:p>
          <a:p>
            <a:pPr>
              <a:lnSpc>
                <a:spcPct val="100000"/>
              </a:lnSpc>
            </a:pPr>
            <a:r>
              <a:rPr lang="en" altLang="zh-TW" dirty="0">
                <a:latin typeface="Times" pitchFamily="2" charset="0"/>
              </a:rPr>
              <a:t>Speech Recognition</a:t>
            </a:r>
          </a:p>
          <a:p>
            <a:pPr>
              <a:lnSpc>
                <a:spcPct val="100000"/>
              </a:lnSpc>
            </a:pPr>
            <a:r>
              <a:rPr lang="en" altLang="zh-TW" dirty="0">
                <a:latin typeface="Times" pitchFamily="2" charset="0"/>
              </a:rPr>
              <a:t>Filtering Emails</a:t>
            </a:r>
          </a:p>
          <a:p>
            <a:pPr>
              <a:lnSpc>
                <a:spcPct val="100000"/>
              </a:lnSpc>
            </a:pPr>
            <a:r>
              <a:rPr lang="en" altLang="zh-TW" dirty="0">
                <a:latin typeface="Times" pitchFamily="2" charset="0"/>
              </a:rPr>
              <a:t>Autonomous Vehicles</a:t>
            </a:r>
          </a:p>
          <a:p>
            <a:pPr>
              <a:lnSpc>
                <a:spcPct val="100000"/>
              </a:lnSpc>
            </a:pPr>
            <a:r>
              <a:rPr lang="en" altLang="zh-TW" dirty="0">
                <a:latin typeface="Times" pitchFamily="2" charset="0"/>
              </a:rPr>
              <a:t>Medical Field</a:t>
            </a:r>
          </a:p>
          <a:p>
            <a:pPr>
              <a:lnSpc>
                <a:spcPct val="100000"/>
              </a:lnSpc>
            </a:pPr>
            <a:endParaRPr lang="en" altLang="zh-TW" dirty="0">
              <a:latin typeface="Times" pitchFamily="2" charset="0"/>
            </a:endParaRPr>
          </a:p>
          <a:p>
            <a:pPr>
              <a:lnSpc>
                <a:spcPct val="100000"/>
              </a:lnSpc>
            </a:pPr>
            <a:endParaRPr lang="en" altLang="zh-TW" dirty="0">
              <a:latin typeface="Times" pitchFamily="2" charset="0"/>
            </a:endParaRPr>
          </a:p>
          <a:p>
            <a:pPr>
              <a:lnSpc>
                <a:spcPct val="100000"/>
              </a:lnSpc>
            </a:pPr>
            <a:endParaRPr lang="en" altLang="zh-TW" dirty="0">
              <a:latin typeface="Times" pitchFamily="2" charset="0"/>
            </a:endParaRPr>
          </a:p>
        </p:txBody>
      </p:sp>
    </p:spTree>
    <p:extLst>
      <p:ext uri="{BB962C8B-B14F-4D97-AF65-F5344CB8AC3E}">
        <p14:creationId xmlns:p14="http://schemas.microsoft.com/office/powerpoint/2010/main" val="3262057818"/>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15709</TotalTime>
  <Words>695</Words>
  <Application>Microsoft Office PowerPoint</Application>
  <PresentationFormat>寬螢幕</PresentationFormat>
  <Paragraphs>132</Paragraphs>
  <Slides>15</Slides>
  <Notes>3</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15</vt:i4>
      </vt:variant>
    </vt:vector>
  </HeadingPairs>
  <TitlesOfParts>
    <vt:vector size="21" baseType="lpstr">
      <vt:lpstr>Arial</vt:lpstr>
      <vt:lpstr>Calibri</vt:lpstr>
      <vt:lpstr>Calibri Light</vt:lpstr>
      <vt:lpstr>Cambria Math</vt:lpstr>
      <vt:lpstr>Times</vt:lpstr>
      <vt:lpstr>Office 佈景主題</vt:lpstr>
      <vt:lpstr>Machine Learning from Theory to Algorithms: An Overview </vt:lpstr>
      <vt:lpstr>Abstract(1/2)</vt:lpstr>
      <vt:lpstr>Abstract(2/2)</vt:lpstr>
      <vt:lpstr>Machine Learning</vt:lpstr>
      <vt:lpstr>Supervised learning</vt:lpstr>
      <vt:lpstr>Regression</vt:lpstr>
      <vt:lpstr>Decision Tree</vt:lpstr>
      <vt:lpstr>Naïve Bayes</vt:lpstr>
      <vt:lpstr>Unsupervised learning</vt:lpstr>
      <vt:lpstr>K-Means Clustering</vt:lpstr>
      <vt:lpstr>Reinforcement learning</vt:lpstr>
      <vt:lpstr>Ensemble learning</vt:lpstr>
      <vt:lpstr>Random Forest</vt:lpstr>
      <vt:lpstr>Artificial Neural Network</vt:lpstr>
      <vt:lpstr>Applications of ML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Machine Learning from Theory to Algorithms: An Overview </dc:title>
  <dc:creator>D096050007</dc:creator>
  <cp:lastModifiedBy>健廷 李</cp:lastModifiedBy>
  <cp:revision>96</cp:revision>
  <dcterms:created xsi:type="dcterms:W3CDTF">2022-07-13T07:26:52Z</dcterms:created>
  <dcterms:modified xsi:type="dcterms:W3CDTF">2022-10-31T08:33:26Z</dcterms:modified>
</cp:coreProperties>
</file>