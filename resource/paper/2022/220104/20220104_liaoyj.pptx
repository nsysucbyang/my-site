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1" r:id="rId3"/>
    <p:sldId id="321" r:id="rId4"/>
    <p:sldId id="324" r:id="rId5"/>
    <p:sldId id="308" r:id="rId6"/>
    <p:sldId id="325" r:id="rId7"/>
    <p:sldId id="326" r:id="rId8"/>
    <p:sldId id="328" r:id="rId9"/>
    <p:sldId id="329" r:id="rId10"/>
    <p:sldId id="330" r:id="rId11"/>
    <p:sldId id="331" r:id="rId12"/>
    <p:sldId id="332" r:id="rId13"/>
    <p:sldId id="333" r:id="rId14"/>
    <p:sldId id="335" r:id="rId15"/>
    <p:sldId id="336" r:id="rId16"/>
    <p:sldId id="337" r:id="rId17"/>
    <p:sldId id="338" r:id="rId18"/>
    <p:sldId id="340" r:id="rId19"/>
    <p:sldId id="341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郁儒 廖" initials="郁儒" lastIdx="1" clrIdx="0">
    <p:extLst>
      <p:ext uri="{19B8F6BF-5375-455C-9EA6-DF929625EA0E}">
        <p15:presenceInfo xmlns:p15="http://schemas.microsoft.com/office/powerpoint/2012/main" userId="189a1d031aa848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6FF33"/>
    <a:srgbClr val="F09030"/>
    <a:srgbClr val="000000"/>
    <a:srgbClr val="4472C4"/>
    <a:srgbClr val="FFFF00"/>
    <a:srgbClr val="E2F2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290FA8-A7D4-44E9-ADF4-3783012E1A54}" v="73" dt="2021-07-27T06:09:15.6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34" autoAdjust="0"/>
    <p:restoredTop sz="90000" autoAdjust="0"/>
  </p:normalViewPr>
  <p:slideViewPr>
    <p:cSldViewPr snapToGrid="0">
      <p:cViewPr varScale="1">
        <p:scale>
          <a:sx n="63" d="100"/>
          <a:sy n="63" d="100"/>
        </p:scale>
        <p:origin x="8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郁儒 廖" userId="189a1d031aa848d3" providerId="LiveId" clId="{CE290FA8-A7D4-44E9-ADF4-3783012E1A54}"/>
    <pc:docChg chg="undo custSel addSld delSld modSld sldOrd">
      <pc:chgData name="郁儒 廖" userId="189a1d031aa848d3" providerId="LiveId" clId="{CE290FA8-A7D4-44E9-ADF4-3783012E1A54}" dt="2021-07-27T06:09:43.438" v="630" actId="14100"/>
      <pc:docMkLst>
        <pc:docMk/>
      </pc:docMkLst>
      <pc:sldChg chg="modSp mod">
        <pc:chgData name="郁儒 廖" userId="189a1d031aa848d3" providerId="LiveId" clId="{CE290FA8-A7D4-44E9-ADF4-3783012E1A54}" dt="2021-07-27T05:27:42.104" v="599" actId="20577"/>
        <pc:sldMkLst>
          <pc:docMk/>
          <pc:sldMk cId="1310905560" sldId="256"/>
        </pc:sldMkLst>
        <pc:spChg chg="mod">
          <ac:chgData name="郁儒 廖" userId="189a1d031aa848d3" providerId="LiveId" clId="{CE290FA8-A7D4-44E9-ADF4-3783012E1A54}" dt="2021-07-27T05:26:44.346" v="588"/>
          <ac:spMkLst>
            <pc:docMk/>
            <pc:sldMk cId="1310905560" sldId="256"/>
            <ac:spMk id="2" creationId="{B963378F-50B2-45BD-A6DA-5CB61DB247F9}"/>
          </ac:spMkLst>
        </pc:spChg>
        <pc:spChg chg="mod">
          <ac:chgData name="郁儒 廖" userId="189a1d031aa848d3" providerId="LiveId" clId="{CE290FA8-A7D4-44E9-ADF4-3783012E1A54}" dt="2021-07-27T05:27:09.968" v="592" actId="20577"/>
          <ac:spMkLst>
            <pc:docMk/>
            <pc:sldMk cId="1310905560" sldId="256"/>
            <ac:spMk id="3" creationId="{71E7239B-5619-42E5-947E-7CC9BEF1FE52}"/>
          </ac:spMkLst>
        </pc:spChg>
        <pc:spChg chg="mod">
          <ac:chgData name="郁儒 廖" userId="189a1d031aa848d3" providerId="LiveId" clId="{CE290FA8-A7D4-44E9-ADF4-3783012E1A54}" dt="2021-07-27T05:27:42.104" v="599" actId="20577"/>
          <ac:spMkLst>
            <pc:docMk/>
            <pc:sldMk cId="1310905560" sldId="256"/>
            <ac:spMk id="5" creationId="{E943A7B3-D75F-42BE-987F-B5D29452E318}"/>
          </ac:spMkLst>
        </pc:spChg>
      </pc:sldChg>
      <pc:sldChg chg="del">
        <pc:chgData name="郁儒 廖" userId="189a1d031aa848d3" providerId="LiveId" clId="{CE290FA8-A7D4-44E9-ADF4-3783012E1A54}" dt="2021-07-18T06:04:38.733" v="247" actId="47"/>
        <pc:sldMkLst>
          <pc:docMk/>
          <pc:sldMk cId="2573059498" sldId="258"/>
        </pc:sldMkLst>
      </pc:sldChg>
      <pc:sldChg chg="del">
        <pc:chgData name="郁儒 廖" userId="189a1d031aa848d3" providerId="LiveId" clId="{CE290FA8-A7D4-44E9-ADF4-3783012E1A54}" dt="2021-07-18T06:04:37.419" v="246" actId="47"/>
        <pc:sldMkLst>
          <pc:docMk/>
          <pc:sldMk cId="3515119788" sldId="259"/>
        </pc:sldMkLst>
      </pc:sldChg>
      <pc:sldChg chg="del">
        <pc:chgData name="郁儒 廖" userId="189a1d031aa848d3" providerId="LiveId" clId="{CE290FA8-A7D4-44E9-ADF4-3783012E1A54}" dt="2021-07-18T06:04:30.791" v="242" actId="47"/>
        <pc:sldMkLst>
          <pc:docMk/>
          <pc:sldMk cId="3353010267" sldId="260"/>
        </pc:sldMkLst>
      </pc:sldChg>
      <pc:sldChg chg="del">
        <pc:chgData name="郁儒 廖" userId="189a1d031aa848d3" providerId="LiveId" clId="{CE290FA8-A7D4-44E9-ADF4-3783012E1A54}" dt="2021-07-18T06:04:31.598" v="243" actId="47"/>
        <pc:sldMkLst>
          <pc:docMk/>
          <pc:sldMk cId="3679457579" sldId="261"/>
        </pc:sldMkLst>
      </pc:sldChg>
      <pc:sldChg chg="del">
        <pc:chgData name="郁儒 廖" userId="189a1d031aa848d3" providerId="LiveId" clId="{CE290FA8-A7D4-44E9-ADF4-3783012E1A54}" dt="2021-07-18T06:04:33.411" v="244" actId="47"/>
        <pc:sldMkLst>
          <pc:docMk/>
          <pc:sldMk cId="2166195919" sldId="262"/>
        </pc:sldMkLst>
      </pc:sldChg>
      <pc:sldChg chg="del">
        <pc:chgData name="郁儒 廖" userId="189a1d031aa848d3" providerId="LiveId" clId="{CE290FA8-A7D4-44E9-ADF4-3783012E1A54}" dt="2021-07-18T06:04:39.808" v="248" actId="47"/>
        <pc:sldMkLst>
          <pc:docMk/>
          <pc:sldMk cId="3405566990" sldId="263"/>
        </pc:sldMkLst>
      </pc:sldChg>
      <pc:sldChg chg="del">
        <pc:chgData name="郁儒 廖" userId="189a1d031aa848d3" providerId="LiveId" clId="{CE290FA8-A7D4-44E9-ADF4-3783012E1A54}" dt="2021-07-18T06:04:41.167" v="249" actId="47"/>
        <pc:sldMkLst>
          <pc:docMk/>
          <pc:sldMk cId="1720717751" sldId="264"/>
        </pc:sldMkLst>
      </pc:sldChg>
      <pc:sldChg chg="modSp del mod">
        <pc:chgData name="郁儒 廖" userId="189a1d031aa848d3" providerId="LiveId" clId="{CE290FA8-A7D4-44E9-ADF4-3783012E1A54}" dt="2021-07-17T14:22:50.813" v="10" actId="47"/>
        <pc:sldMkLst>
          <pc:docMk/>
          <pc:sldMk cId="1214235823" sldId="265"/>
        </pc:sldMkLst>
        <pc:spChg chg="mod">
          <ac:chgData name="郁儒 廖" userId="189a1d031aa848d3" providerId="LiveId" clId="{CE290FA8-A7D4-44E9-ADF4-3783012E1A54}" dt="2021-07-17T14:22:47.176" v="9" actId="20577"/>
          <ac:spMkLst>
            <pc:docMk/>
            <pc:sldMk cId="1214235823" sldId="265"/>
            <ac:spMk id="3" creationId="{13A791DE-558D-404E-B9D6-E2E18467D5B7}"/>
          </ac:spMkLst>
        </pc:spChg>
      </pc:sldChg>
      <pc:sldChg chg="del">
        <pc:chgData name="郁儒 廖" userId="189a1d031aa848d3" providerId="LiveId" clId="{CE290FA8-A7D4-44E9-ADF4-3783012E1A54}" dt="2021-07-18T06:04:34.917" v="245" actId="47"/>
        <pc:sldMkLst>
          <pc:docMk/>
          <pc:sldMk cId="436955770" sldId="266"/>
        </pc:sldMkLst>
      </pc:sldChg>
      <pc:sldChg chg="addSp delSp modSp mod">
        <pc:chgData name="郁儒 廖" userId="189a1d031aa848d3" providerId="LiveId" clId="{CE290FA8-A7D4-44E9-ADF4-3783012E1A54}" dt="2021-07-27T06:09:43.438" v="630" actId="14100"/>
        <pc:sldMkLst>
          <pc:docMk/>
          <pc:sldMk cId="241416973" sldId="267"/>
        </pc:sldMkLst>
        <pc:spChg chg="mod">
          <ac:chgData name="郁儒 廖" userId="189a1d031aa848d3" providerId="LiveId" clId="{CE290FA8-A7D4-44E9-ADF4-3783012E1A54}" dt="2021-07-17T14:31:28.777" v="110" actId="20577"/>
          <ac:spMkLst>
            <pc:docMk/>
            <pc:sldMk cId="241416973" sldId="267"/>
            <ac:spMk id="2" creationId="{D6A8277B-EDA6-452C-9F3A-ACBBCEC32FC4}"/>
          </ac:spMkLst>
        </pc:spChg>
        <pc:spChg chg="add mod">
          <ac:chgData name="郁儒 廖" userId="189a1d031aa848d3" providerId="LiveId" clId="{CE290FA8-A7D4-44E9-ADF4-3783012E1A54}" dt="2021-07-27T06:09:38.914" v="628" actId="20577"/>
          <ac:spMkLst>
            <pc:docMk/>
            <pc:sldMk cId="241416973" sldId="267"/>
            <ac:spMk id="4" creationId="{F295903F-D2E5-48CE-8311-2AD281F8E88E}"/>
          </ac:spMkLst>
        </pc:spChg>
        <pc:spChg chg="add del mod">
          <ac:chgData name="郁儒 廖" userId="189a1d031aa848d3" providerId="LiveId" clId="{CE290FA8-A7D4-44E9-ADF4-3783012E1A54}" dt="2021-07-27T06:09:07.376" v="615" actId="478"/>
          <ac:spMkLst>
            <pc:docMk/>
            <pc:sldMk cId="241416973" sldId="267"/>
            <ac:spMk id="10" creationId="{8DA8BF74-FE9D-4519-8620-99AE75A2367E}"/>
          </ac:spMkLst>
        </pc:spChg>
        <pc:spChg chg="add del mod">
          <ac:chgData name="郁儒 廖" userId="189a1d031aa848d3" providerId="LiveId" clId="{CE290FA8-A7D4-44E9-ADF4-3783012E1A54}" dt="2021-07-27T06:09:10.493" v="616" actId="478"/>
          <ac:spMkLst>
            <pc:docMk/>
            <pc:sldMk cId="241416973" sldId="267"/>
            <ac:spMk id="11" creationId="{DCCFAB12-E387-4B75-909B-61F3577D6F05}"/>
          </ac:spMkLst>
        </pc:spChg>
        <pc:picChg chg="del">
          <ac:chgData name="郁儒 廖" userId="189a1d031aa848d3" providerId="LiveId" clId="{CE290FA8-A7D4-44E9-ADF4-3783012E1A54}" dt="2021-07-17T14:25:14.288" v="39" actId="478"/>
          <ac:picMkLst>
            <pc:docMk/>
            <pc:sldMk cId="241416973" sldId="267"/>
            <ac:picMk id="5" creationId="{3407E8DD-85EC-4C6E-A845-8088A23510E7}"/>
          </ac:picMkLst>
        </pc:picChg>
        <pc:picChg chg="del">
          <ac:chgData name="郁儒 廖" userId="189a1d031aa848d3" providerId="LiveId" clId="{CE290FA8-A7D4-44E9-ADF4-3783012E1A54}" dt="2021-07-17T14:25:13.738" v="38" actId="478"/>
          <ac:picMkLst>
            <pc:docMk/>
            <pc:sldMk cId="241416973" sldId="267"/>
            <ac:picMk id="7" creationId="{5C606B4B-5B79-496C-9B21-4C061E6C1E65}"/>
          </ac:picMkLst>
        </pc:picChg>
        <pc:picChg chg="add mod">
          <ac:chgData name="郁儒 廖" userId="189a1d031aa848d3" providerId="LiveId" clId="{CE290FA8-A7D4-44E9-ADF4-3783012E1A54}" dt="2021-07-27T06:09:15.622" v="619" actId="1076"/>
          <ac:picMkLst>
            <pc:docMk/>
            <pc:sldMk cId="241416973" sldId="267"/>
            <ac:picMk id="9" creationId="{8FE30836-4E34-4954-AF9F-42EC74B3FB2D}"/>
          </ac:picMkLst>
        </pc:picChg>
        <pc:picChg chg="add mod modCrop">
          <ac:chgData name="郁儒 廖" userId="189a1d031aa848d3" providerId="LiveId" clId="{CE290FA8-A7D4-44E9-ADF4-3783012E1A54}" dt="2021-07-27T06:09:43.438" v="630" actId="14100"/>
          <ac:picMkLst>
            <pc:docMk/>
            <pc:sldMk cId="241416973" sldId="267"/>
            <ac:picMk id="12" creationId="{C9E48EDE-4C35-494E-8EC4-E4F919E37AD6}"/>
          </ac:picMkLst>
        </pc:picChg>
        <pc:picChg chg="add del mod">
          <ac:chgData name="郁儒 廖" userId="189a1d031aa848d3" providerId="LiveId" clId="{CE290FA8-A7D4-44E9-ADF4-3783012E1A54}" dt="2021-07-27T06:09:04.569" v="613" actId="478"/>
          <ac:picMkLst>
            <pc:docMk/>
            <pc:sldMk cId="241416973" sldId="267"/>
            <ac:picMk id="1026" creationId="{248CCDC8-4F61-4FF3-8C60-E4A53D0FFD5F}"/>
          </ac:picMkLst>
        </pc:picChg>
        <pc:picChg chg="add del">
          <ac:chgData name="郁儒 廖" userId="189a1d031aa848d3" providerId="LiveId" clId="{CE290FA8-A7D4-44E9-ADF4-3783012E1A54}" dt="2021-07-17T14:35:45.190" v="139" actId="478"/>
          <ac:picMkLst>
            <pc:docMk/>
            <pc:sldMk cId="241416973" sldId="267"/>
            <ac:picMk id="1028" creationId="{E7FBCA58-D5BD-4EC5-BD03-9B28EA37243A}"/>
          </ac:picMkLst>
        </pc:picChg>
        <pc:cxnChg chg="add del mod">
          <ac:chgData name="郁儒 廖" userId="189a1d031aa848d3" providerId="LiveId" clId="{CE290FA8-A7D4-44E9-ADF4-3783012E1A54}" dt="2021-07-27T06:09:05.624" v="614" actId="478"/>
          <ac:cxnSpMkLst>
            <pc:docMk/>
            <pc:sldMk cId="241416973" sldId="267"/>
            <ac:cxnSpMk id="8" creationId="{395C5FB2-CB1A-43B2-BF33-8E1FDB248AC7}"/>
          </ac:cxnSpMkLst>
        </pc:cxnChg>
      </pc:sldChg>
      <pc:sldChg chg="addSp delSp modSp add mod">
        <pc:chgData name="郁儒 廖" userId="189a1d031aa848d3" providerId="LiveId" clId="{CE290FA8-A7D4-44E9-ADF4-3783012E1A54}" dt="2021-07-17T14:39:54.916" v="211" actId="1076"/>
        <pc:sldMkLst>
          <pc:docMk/>
          <pc:sldMk cId="3166609206" sldId="268"/>
        </pc:sldMkLst>
        <pc:spChg chg="mod">
          <ac:chgData name="郁儒 廖" userId="189a1d031aa848d3" providerId="LiveId" clId="{CE290FA8-A7D4-44E9-ADF4-3783012E1A54}" dt="2021-07-17T14:39:42.083" v="205" actId="20577"/>
          <ac:spMkLst>
            <pc:docMk/>
            <pc:sldMk cId="3166609206" sldId="268"/>
            <ac:spMk id="4" creationId="{F295903F-D2E5-48CE-8311-2AD281F8E88E}"/>
          </ac:spMkLst>
        </pc:spChg>
        <pc:spChg chg="del">
          <ac:chgData name="郁儒 廖" userId="189a1d031aa848d3" providerId="LiveId" clId="{CE290FA8-A7D4-44E9-ADF4-3783012E1A54}" dt="2021-07-17T14:36:03.655" v="149" actId="478"/>
          <ac:spMkLst>
            <pc:docMk/>
            <pc:sldMk cId="3166609206" sldId="268"/>
            <ac:spMk id="10" creationId="{8DA8BF74-FE9D-4519-8620-99AE75A2367E}"/>
          </ac:spMkLst>
        </pc:spChg>
        <pc:spChg chg="del mod">
          <ac:chgData name="郁儒 廖" userId="189a1d031aa848d3" providerId="LiveId" clId="{CE290FA8-A7D4-44E9-ADF4-3783012E1A54}" dt="2021-07-17T14:36:01.384" v="147" actId="478"/>
          <ac:spMkLst>
            <pc:docMk/>
            <pc:sldMk cId="3166609206" sldId="268"/>
            <ac:spMk id="11" creationId="{DCCFAB12-E387-4B75-909B-61F3577D6F05}"/>
          </ac:spMkLst>
        </pc:spChg>
        <pc:picChg chg="add del mod modCrop">
          <ac:chgData name="郁儒 廖" userId="189a1d031aa848d3" providerId="LiveId" clId="{CE290FA8-A7D4-44E9-ADF4-3783012E1A54}" dt="2021-07-17T14:38:01.120" v="164" actId="478"/>
          <ac:picMkLst>
            <pc:docMk/>
            <pc:sldMk cId="3166609206" sldId="268"/>
            <ac:picMk id="3" creationId="{5B82F403-D953-4A89-B479-DBBE1802B411}"/>
          </ac:picMkLst>
        </pc:picChg>
        <pc:picChg chg="add mod">
          <ac:chgData name="郁儒 廖" userId="189a1d031aa848d3" providerId="LiveId" clId="{CE290FA8-A7D4-44E9-ADF4-3783012E1A54}" dt="2021-07-17T14:39:52.713" v="210" actId="1076"/>
          <ac:picMkLst>
            <pc:docMk/>
            <pc:sldMk cId="3166609206" sldId="268"/>
            <ac:picMk id="5" creationId="{682F1B4C-7056-4721-8D1D-BD7EB72C0217}"/>
          </ac:picMkLst>
        </pc:picChg>
        <pc:picChg chg="add mod">
          <ac:chgData name="郁儒 廖" userId="189a1d031aa848d3" providerId="LiveId" clId="{CE290FA8-A7D4-44E9-ADF4-3783012E1A54}" dt="2021-07-17T14:39:54.916" v="211" actId="1076"/>
          <ac:picMkLst>
            <pc:docMk/>
            <pc:sldMk cId="3166609206" sldId="268"/>
            <ac:picMk id="6" creationId="{9FAC3BD5-CA98-40D5-9C8D-D85D5ABE788D}"/>
          </ac:picMkLst>
        </pc:picChg>
        <pc:picChg chg="del">
          <ac:chgData name="郁儒 廖" userId="189a1d031aa848d3" providerId="LiveId" clId="{CE290FA8-A7D4-44E9-ADF4-3783012E1A54}" dt="2021-07-17T14:35:57.335" v="142" actId="478"/>
          <ac:picMkLst>
            <pc:docMk/>
            <pc:sldMk cId="3166609206" sldId="268"/>
            <ac:picMk id="12" creationId="{C9E48EDE-4C35-494E-8EC4-E4F919E37AD6}"/>
          </ac:picMkLst>
        </pc:picChg>
        <pc:picChg chg="del">
          <ac:chgData name="郁儒 廖" userId="189a1d031aa848d3" providerId="LiveId" clId="{CE290FA8-A7D4-44E9-ADF4-3783012E1A54}" dt="2021-07-17T14:35:59.042" v="144" actId="478"/>
          <ac:picMkLst>
            <pc:docMk/>
            <pc:sldMk cId="3166609206" sldId="268"/>
            <ac:picMk id="1026" creationId="{248CCDC8-4F61-4FF3-8C60-E4A53D0FFD5F}"/>
          </ac:picMkLst>
        </pc:picChg>
        <pc:cxnChg chg="del">
          <ac:chgData name="郁儒 廖" userId="189a1d031aa848d3" providerId="LiveId" clId="{CE290FA8-A7D4-44E9-ADF4-3783012E1A54}" dt="2021-07-17T14:36:02.455" v="148" actId="478"/>
          <ac:cxnSpMkLst>
            <pc:docMk/>
            <pc:sldMk cId="3166609206" sldId="268"/>
            <ac:cxnSpMk id="8" creationId="{395C5FB2-CB1A-43B2-BF33-8E1FDB248AC7}"/>
          </ac:cxnSpMkLst>
        </pc:cxnChg>
      </pc:sldChg>
      <pc:sldChg chg="addSp delSp modSp add mod">
        <pc:chgData name="郁儒 廖" userId="189a1d031aa848d3" providerId="LiveId" clId="{CE290FA8-A7D4-44E9-ADF4-3783012E1A54}" dt="2021-07-24T18:03:51.813" v="388" actId="14100"/>
        <pc:sldMkLst>
          <pc:docMk/>
          <pc:sldMk cId="3730348283" sldId="269"/>
        </pc:sldMkLst>
        <pc:spChg chg="mod">
          <ac:chgData name="郁儒 廖" userId="189a1d031aa848d3" providerId="LiveId" clId="{CE290FA8-A7D4-44E9-ADF4-3783012E1A54}" dt="2021-07-17T14:40:32.535" v="230" actId="20577"/>
          <ac:spMkLst>
            <pc:docMk/>
            <pc:sldMk cId="3730348283" sldId="269"/>
            <ac:spMk id="2" creationId="{D6A8277B-EDA6-452C-9F3A-ACBBCEC32FC4}"/>
          </ac:spMkLst>
        </pc:spChg>
        <pc:spChg chg="add mod">
          <ac:chgData name="郁儒 廖" userId="189a1d031aa848d3" providerId="LiveId" clId="{CE290FA8-A7D4-44E9-ADF4-3783012E1A54}" dt="2021-07-23T11:28:53.612" v="270" actId="1076"/>
          <ac:spMkLst>
            <pc:docMk/>
            <pc:sldMk cId="3730348283" sldId="269"/>
            <ac:spMk id="3" creationId="{77054F84-D25D-409A-A373-1951079F871A}"/>
          </ac:spMkLst>
        </pc:spChg>
        <pc:spChg chg="add mod">
          <ac:chgData name="郁儒 廖" userId="189a1d031aa848d3" providerId="LiveId" clId="{CE290FA8-A7D4-44E9-ADF4-3783012E1A54}" dt="2021-07-24T18:03:51.813" v="388" actId="14100"/>
          <ac:spMkLst>
            <pc:docMk/>
            <pc:sldMk cId="3730348283" sldId="269"/>
            <ac:spMk id="4" creationId="{2E8CACBA-9080-420A-8A43-5AF30B4BE4AD}"/>
          </ac:spMkLst>
        </pc:spChg>
        <pc:spChg chg="del mod">
          <ac:chgData name="郁儒 廖" userId="189a1d031aa848d3" providerId="LiveId" clId="{CE290FA8-A7D4-44E9-ADF4-3783012E1A54}" dt="2021-07-17T14:40:40.212" v="235" actId="478"/>
          <ac:spMkLst>
            <pc:docMk/>
            <pc:sldMk cId="3730348283" sldId="269"/>
            <ac:spMk id="4" creationId="{F295903F-D2E5-48CE-8311-2AD281F8E88E}"/>
          </ac:spMkLst>
        </pc:spChg>
        <pc:spChg chg="add del mod">
          <ac:chgData name="郁儒 廖" userId="189a1d031aa848d3" providerId="LiveId" clId="{CE290FA8-A7D4-44E9-ADF4-3783012E1A54}" dt="2021-07-17T14:41:00.560" v="236"/>
          <ac:spMkLst>
            <pc:docMk/>
            <pc:sldMk cId="3730348283" sldId="269"/>
            <ac:spMk id="7" creationId="{0CA88C01-DCD3-4C79-A03D-3DE3AFEE3134}"/>
          </ac:spMkLst>
        </pc:spChg>
        <pc:picChg chg="del">
          <ac:chgData name="郁儒 廖" userId="189a1d031aa848d3" providerId="LiveId" clId="{CE290FA8-A7D4-44E9-ADF4-3783012E1A54}" dt="2021-07-17T14:40:34.490" v="231" actId="478"/>
          <ac:picMkLst>
            <pc:docMk/>
            <pc:sldMk cId="3730348283" sldId="269"/>
            <ac:picMk id="5" creationId="{682F1B4C-7056-4721-8D1D-BD7EB72C0217}"/>
          </ac:picMkLst>
        </pc:picChg>
        <pc:picChg chg="del mod">
          <ac:chgData name="郁儒 廖" userId="189a1d031aa848d3" providerId="LiveId" clId="{CE290FA8-A7D4-44E9-ADF4-3783012E1A54}" dt="2021-07-17T14:40:35.122" v="233" actId="478"/>
          <ac:picMkLst>
            <pc:docMk/>
            <pc:sldMk cId="3730348283" sldId="269"/>
            <ac:picMk id="6" creationId="{9FAC3BD5-CA98-40D5-9C8D-D85D5ABE788D}"/>
          </ac:picMkLst>
        </pc:picChg>
        <pc:picChg chg="add mod modCrop">
          <ac:chgData name="郁儒 廖" userId="189a1d031aa848d3" providerId="LiveId" clId="{CE290FA8-A7D4-44E9-ADF4-3783012E1A54}" dt="2021-07-23T11:26:54.547" v="252" actId="1076"/>
          <ac:picMkLst>
            <pc:docMk/>
            <pc:sldMk cId="3730348283" sldId="269"/>
            <ac:picMk id="8" creationId="{9F2F42F3-0BD4-4846-959C-F5713662D6D2}"/>
          </ac:picMkLst>
        </pc:picChg>
      </pc:sldChg>
      <pc:sldChg chg="addSp delSp modSp new mod">
        <pc:chgData name="郁儒 廖" userId="189a1d031aa848d3" providerId="LiveId" clId="{CE290FA8-A7D4-44E9-ADF4-3783012E1A54}" dt="2021-07-24T18:02:50.329" v="370" actId="22"/>
        <pc:sldMkLst>
          <pc:docMk/>
          <pc:sldMk cId="612480251" sldId="270"/>
        </pc:sldMkLst>
        <pc:spChg chg="mod">
          <ac:chgData name="郁儒 廖" userId="189a1d031aa848d3" providerId="LiveId" clId="{CE290FA8-A7D4-44E9-ADF4-3783012E1A54}" dt="2021-07-24T18:01:47.888" v="367"/>
          <ac:spMkLst>
            <pc:docMk/>
            <pc:sldMk cId="612480251" sldId="270"/>
            <ac:spMk id="2" creationId="{31EEA96D-6767-4A89-84BF-40B7D6C406DA}"/>
          </ac:spMkLst>
        </pc:spChg>
        <pc:spChg chg="del">
          <ac:chgData name="郁儒 廖" userId="189a1d031aa848d3" providerId="LiveId" clId="{CE290FA8-A7D4-44E9-ADF4-3783012E1A54}" dt="2021-07-24T17:46:07.348" v="272"/>
          <ac:spMkLst>
            <pc:docMk/>
            <pc:sldMk cId="612480251" sldId="270"/>
            <ac:spMk id="3" creationId="{B21077FF-8D2A-4E8F-A8B1-26CEF1D1936B}"/>
          </ac:spMkLst>
        </pc:spChg>
        <pc:spChg chg="add">
          <ac:chgData name="郁儒 廖" userId="189a1d031aa848d3" providerId="LiveId" clId="{CE290FA8-A7D4-44E9-ADF4-3783012E1A54}" dt="2021-07-24T18:02:50.329" v="370" actId="22"/>
          <ac:spMkLst>
            <pc:docMk/>
            <pc:sldMk cId="612480251" sldId="270"/>
            <ac:spMk id="6" creationId="{CD1529A4-63A1-45FB-B291-EDE108FE2E08}"/>
          </ac:spMkLst>
        </pc:spChg>
        <pc:picChg chg="add mod modCrop">
          <ac:chgData name="郁儒 廖" userId="189a1d031aa848d3" providerId="LiveId" clId="{CE290FA8-A7D4-44E9-ADF4-3783012E1A54}" dt="2021-07-24T18:02:19.869" v="369" actId="1076"/>
          <ac:picMkLst>
            <pc:docMk/>
            <pc:sldMk cId="612480251" sldId="270"/>
            <ac:picMk id="4" creationId="{490E72E3-BBC4-4F10-9503-FB8C7DA61056}"/>
          </ac:picMkLst>
        </pc:picChg>
      </pc:sldChg>
      <pc:sldChg chg="addSp delSp modSp add mod">
        <pc:chgData name="郁儒 廖" userId="189a1d031aa848d3" providerId="LiveId" clId="{CE290FA8-A7D4-44E9-ADF4-3783012E1A54}" dt="2021-07-24T18:00:47.661" v="366" actId="1076"/>
        <pc:sldMkLst>
          <pc:docMk/>
          <pc:sldMk cId="1643148301" sldId="271"/>
        </pc:sldMkLst>
        <pc:spChg chg="add del mod">
          <ac:chgData name="郁儒 廖" userId="189a1d031aa848d3" providerId="LiveId" clId="{CE290FA8-A7D4-44E9-ADF4-3783012E1A54}" dt="2021-07-24T17:48:03.412" v="293" actId="478"/>
          <ac:spMkLst>
            <pc:docMk/>
            <pc:sldMk cId="1643148301" sldId="271"/>
            <ac:spMk id="5" creationId="{26529FA3-3B21-41FC-B8C4-CF22A500FB24}"/>
          </ac:spMkLst>
        </pc:spChg>
        <pc:spChg chg="add mod">
          <ac:chgData name="郁儒 廖" userId="189a1d031aa848d3" providerId="LiveId" clId="{CE290FA8-A7D4-44E9-ADF4-3783012E1A54}" dt="2021-07-24T17:54:06.750" v="354" actId="208"/>
          <ac:spMkLst>
            <pc:docMk/>
            <pc:sldMk cId="1643148301" sldId="271"/>
            <ac:spMk id="6" creationId="{D062D2FA-3605-4209-9490-372C5A27D06F}"/>
          </ac:spMkLst>
        </pc:spChg>
        <pc:spChg chg="add mod">
          <ac:chgData name="郁儒 廖" userId="189a1d031aa848d3" providerId="LiveId" clId="{CE290FA8-A7D4-44E9-ADF4-3783012E1A54}" dt="2021-07-24T17:54:20.973" v="356" actId="1076"/>
          <ac:spMkLst>
            <pc:docMk/>
            <pc:sldMk cId="1643148301" sldId="271"/>
            <ac:spMk id="10" creationId="{819D7A24-47F2-4B36-9CFA-969CC90CC346}"/>
          </ac:spMkLst>
        </pc:spChg>
        <pc:spChg chg="add mod">
          <ac:chgData name="郁儒 廖" userId="189a1d031aa848d3" providerId="LiveId" clId="{CE290FA8-A7D4-44E9-ADF4-3783012E1A54}" dt="2021-07-24T18:00:47.661" v="366" actId="1076"/>
          <ac:spMkLst>
            <pc:docMk/>
            <pc:sldMk cId="1643148301" sldId="271"/>
            <ac:spMk id="13" creationId="{07FB3D3F-AF05-4609-B8CE-4FAB7B1E7DD6}"/>
          </ac:spMkLst>
        </pc:spChg>
        <pc:picChg chg="del">
          <ac:chgData name="郁儒 廖" userId="189a1d031aa848d3" providerId="LiveId" clId="{CE290FA8-A7D4-44E9-ADF4-3783012E1A54}" dt="2021-07-24T17:47:57.294" v="290" actId="478"/>
          <ac:picMkLst>
            <pc:docMk/>
            <pc:sldMk cId="1643148301" sldId="271"/>
            <ac:picMk id="4" creationId="{490E72E3-BBC4-4F10-9503-FB8C7DA61056}"/>
          </ac:picMkLst>
        </pc:picChg>
        <pc:picChg chg="add mod">
          <ac:chgData name="郁儒 廖" userId="189a1d031aa848d3" providerId="LiveId" clId="{CE290FA8-A7D4-44E9-ADF4-3783012E1A54}" dt="2021-07-24T17:53:16.909" v="346" actId="1076"/>
          <ac:picMkLst>
            <pc:docMk/>
            <pc:sldMk cId="1643148301" sldId="271"/>
            <ac:picMk id="8" creationId="{8D9D1387-BD00-4E2B-95D5-A495F8D46641}"/>
          </ac:picMkLst>
        </pc:picChg>
        <pc:picChg chg="add mod">
          <ac:chgData name="郁儒 廖" userId="189a1d031aa848d3" providerId="LiveId" clId="{CE290FA8-A7D4-44E9-ADF4-3783012E1A54}" dt="2021-07-24T18:00:30.365" v="362" actId="14100"/>
          <ac:picMkLst>
            <pc:docMk/>
            <pc:sldMk cId="1643148301" sldId="271"/>
            <ac:picMk id="9" creationId="{00422705-6A67-4E13-93DB-0357C07B6811}"/>
          </ac:picMkLst>
        </pc:picChg>
        <pc:picChg chg="add mod">
          <ac:chgData name="郁儒 廖" userId="189a1d031aa848d3" providerId="LiveId" clId="{CE290FA8-A7D4-44E9-ADF4-3783012E1A54}" dt="2021-07-24T18:00:25.084" v="360" actId="1076"/>
          <ac:picMkLst>
            <pc:docMk/>
            <pc:sldMk cId="1643148301" sldId="271"/>
            <ac:picMk id="1026" creationId="{2483219A-00C8-489E-A7F0-1F15452192AA}"/>
          </ac:picMkLst>
        </pc:picChg>
        <pc:picChg chg="add del mod">
          <ac:chgData name="郁儒 廖" userId="189a1d031aa848d3" providerId="LiveId" clId="{CE290FA8-A7D4-44E9-ADF4-3783012E1A54}" dt="2021-07-24T17:48:46.922" v="306" actId="478"/>
          <ac:picMkLst>
            <pc:docMk/>
            <pc:sldMk cId="1643148301" sldId="271"/>
            <ac:picMk id="1028" creationId="{C3390DAD-1C47-458D-BA83-E32470B7D5A3}"/>
          </ac:picMkLst>
        </pc:picChg>
      </pc:sldChg>
      <pc:sldChg chg="addSp delSp modSp new mod">
        <pc:chgData name="郁儒 廖" userId="189a1d031aa848d3" providerId="LiveId" clId="{CE290FA8-A7D4-44E9-ADF4-3783012E1A54}" dt="2021-07-24T17:52:15.037" v="336" actId="1076"/>
        <pc:sldMkLst>
          <pc:docMk/>
          <pc:sldMk cId="1708893990" sldId="272"/>
        </pc:sldMkLst>
        <pc:spChg chg="mod">
          <ac:chgData name="郁儒 廖" userId="189a1d031aa848d3" providerId="LiveId" clId="{CE290FA8-A7D4-44E9-ADF4-3783012E1A54}" dt="2021-07-24T17:51:20.979" v="319" actId="20577"/>
          <ac:spMkLst>
            <pc:docMk/>
            <pc:sldMk cId="1708893990" sldId="272"/>
            <ac:spMk id="2" creationId="{716E27F3-A6FF-4346-A231-DEA8C2F1A6F4}"/>
          </ac:spMkLst>
        </pc:spChg>
        <pc:spChg chg="del">
          <ac:chgData name="郁儒 廖" userId="189a1d031aa848d3" providerId="LiveId" clId="{CE290FA8-A7D4-44E9-ADF4-3783012E1A54}" dt="2021-07-24T17:51:18.819" v="316"/>
          <ac:spMkLst>
            <pc:docMk/>
            <pc:sldMk cId="1708893990" sldId="272"/>
            <ac:spMk id="3" creationId="{EFB150A1-F460-43AD-B8C2-A22B81E6BC5F}"/>
          </ac:spMkLst>
        </pc:spChg>
        <pc:spChg chg="add mod">
          <ac:chgData name="郁儒 廖" userId="189a1d031aa848d3" providerId="LiveId" clId="{CE290FA8-A7D4-44E9-ADF4-3783012E1A54}" dt="2021-07-24T17:52:15.037" v="336" actId="1076"/>
          <ac:spMkLst>
            <pc:docMk/>
            <pc:sldMk cId="1708893990" sldId="272"/>
            <ac:spMk id="4" creationId="{88337500-A4AC-4D18-826D-9F9279AA6B8A}"/>
          </ac:spMkLst>
        </pc:spChg>
        <pc:picChg chg="add mod">
          <ac:chgData name="郁儒 廖" userId="189a1d031aa848d3" providerId="LiveId" clId="{CE290FA8-A7D4-44E9-ADF4-3783012E1A54}" dt="2021-07-24T17:51:29.933" v="320" actId="1076"/>
          <ac:picMkLst>
            <pc:docMk/>
            <pc:sldMk cId="1708893990" sldId="272"/>
            <ac:picMk id="2050" creationId="{CD2C5727-6CF7-4166-B1FD-9A6B05E767B3}"/>
          </ac:picMkLst>
        </pc:picChg>
      </pc:sldChg>
      <pc:sldChg chg="delSp modSp add del ord">
        <pc:chgData name="郁儒 廖" userId="189a1d031aa848d3" providerId="LiveId" clId="{CE290FA8-A7D4-44E9-ADF4-3783012E1A54}" dt="2021-07-24T17:49:53.021" v="313" actId="47"/>
        <pc:sldMkLst>
          <pc:docMk/>
          <pc:sldMk cId="1758154840" sldId="272"/>
        </pc:sldMkLst>
        <pc:picChg chg="del">
          <ac:chgData name="郁儒 廖" userId="189a1d031aa848d3" providerId="LiveId" clId="{CE290FA8-A7D4-44E9-ADF4-3783012E1A54}" dt="2021-07-24T17:48:42.338" v="303" actId="478"/>
          <ac:picMkLst>
            <pc:docMk/>
            <pc:sldMk cId="1758154840" sldId="272"/>
            <ac:picMk id="1026" creationId="{2483219A-00C8-489E-A7F0-1F15452192AA}"/>
          </ac:picMkLst>
        </pc:picChg>
        <pc:picChg chg="mod">
          <ac:chgData name="郁儒 廖" userId="189a1d031aa848d3" providerId="LiveId" clId="{CE290FA8-A7D4-44E9-ADF4-3783012E1A54}" dt="2021-07-24T17:49:04.309" v="311" actId="14100"/>
          <ac:picMkLst>
            <pc:docMk/>
            <pc:sldMk cId="1758154840" sldId="272"/>
            <ac:picMk id="1028" creationId="{C3390DAD-1C47-458D-BA83-E32470B7D5A3}"/>
          </ac:picMkLst>
        </pc:picChg>
      </pc:sldChg>
      <pc:sldChg chg="add ord">
        <pc:chgData name="郁儒 廖" userId="189a1d031aa848d3" providerId="LiveId" clId="{CE290FA8-A7D4-44E9-ADF4-3783012E1A54}" dt="2021-07-24T17:52:37.838" v="339"/>
        <pc:sldMkLst>
          <pc:docMk/>
          <pc:sldMk cId="1569140240" sldId="273"/>
        </pc:sldMkLst>
      </pc:sldChg>
      <pc:sldChg chg="addSp delSp modSp new mod">
        <pc:chgData name="郁儒 廖" userId="189a1d031aa848d3" providerId="LiveId" clId="{CE290FA8-A7D4-44E9-ADF4-3783012E1A54}" dt="2021-07-25T03:07:16.414" v="581" actId="14100"/>
        <pc:sldMkLst>
          <pc:docMk/>
          <pc:sldMk cId="4060451678" sldId="274"/>
        </pc:sldMkLst>
        <pc:spChg chg="mod">
          <ac:chgData name="郁儒 廖" userId="189a1d031aa848d3" providerId="LiveId" clId="{CE290FA8-A7D4-44E9-ADF4-3783012E1A54}" dt="2021-07-24T18:03:05.773" v="380" actId="20577"/>
          <ac:spMkLst>
            <pc:docMk/>
            <pc:sldMk cId="4060451678" sldId="274"/>
            <ac:spMk id="2" creationId="{5F3DBE48-F582-4210-8455-88167B475D2E}"/>
          </ac:spMkLst>
        </pc:spChg>
        <pc:spChg chg="del">
          <ac:chgData name="郁儒 廖" userId="189a1d031aa848d3" providerId="LiveId" clId="{CE290FA8-A7D4-44E9-ADF4-3783012E1A54}" dt="2021-07-24T18:05:33.151" v="389"/>
          <ac:spMkLst>
            <pc:docMk/>
            <pc:sldMk cId="4060451678" sldId="274"/>
            <ac:spMk id="3" creationId="{82A49E8B-872F-48C9-9FBB-8B84A2FFA0EE}"/>
          </ac:spMkLst>
        </pc:spChg>
        <pc:spChg chg="add mod">
          <ac:chgData name="郁儒 廖" userId="189a1d031aa848d3" providerId="LiveId" clId="{CE290FA8-A7D4-44E9-ADF4-3783012E1A54}" dt="2021-07-24T18:10:30.356" v="414" actId="1076"/>
          <ac:spMkLst>
            <pc:docMk/>
            <pc:sldMk cId="4060451678" sldId="274"/>
            <ac:spMk id="5" creationId="{76FE55B1-B35E-43D9-8134-37E5A5237685}"/>
          </ac:spMkLst>
        </pc:spChg>
        <pc:spChg chg="add mod">
          <ac:chgData name="郁儒 廖" userId="189a1d031aa848d3" providerId="LiveId" clId="{CE290FA8-A7D4-44E9-ADF4-3783012E1A54}" dt="2021-07-24T18:10:40.300" v="416" actId="1076"/>
          <ac:spMkLst>
            <pc:docMk/>
            <pc:sldMk cId="4060451678" sldId="274"/>
            <ac:spMk id="10" creationId="{18228516-59B3-4FE2-A6D6-84A751C34D05}"/>
          </ac:spMkLst>
        </pc:spChg>
        <pc:picChg chg="add mod">
          <ac:chgData name="郁儒 廖" userId="189a1d031aa848d3" providerId="LiveId" clId="{CE290FA8-A7D4-44E9-ADF4-3783012E1A54}" dt="2021-07-24T18:10:35.653" v="415" actId="1076"/>
          <ac:picMkLst>
            <pc:docMk/>
            <pc:sldMk cId="4060451678" sldId="274"/>
            <ac:picMk id="4" creationId="{2156ABF1-55AF-4D86-A95D-78E14E556BA9}"/>
          </ac:picMkLst>
        </pc:picChg>
        <pc:picChg chg="add mod">
          <ac:chgData name="郁儒 廖" userId="189a1d031aa848d3" providerId="LiveId" clId="{CE290FA8-A7D4-44E9-ADF4-3783012E1A54}" dt="2021-07-24T18:10:48.517" v="419" actId="1076"/>
          <ac:picMkLst>
            <pc:docMk/>
            <pc:sldMk cId="4060451678" sldId="274"/>
            <ac:picMk id="12" creationId="{210F4CBB-ECC1-41BE-BB2E-63F7D6B8FA8E}"/>
          </ac:picMkLst>
        </pc:picChg>
        <pc:picChg chg="add mod">
          <ac:chgData name="郁儒 廖" userId="189a1d031aa848d3" providerId="LiveId" clId="{CE290FA8-A7D4-44E9-ADF4-3783012E1A54}" dt="2021-07-24T18:12:03.933" v="430" actId="1076"/>
          <ac:picMkLst>
            <pc:docMk/>
            <pc:sldMk cId="4060451678" sldId="274"/>
            <ac:picMk id="22" creationId="{EF213945-2A91-4CDF-9245-4505860F2713}"/>
          </ac:picMkLst>
        </pc:picChg>
        <pc:cxnChg chg="add mod">
          <ac:chgData name="郁儒 廖" userId="189a1d031aa848d3" providerId="LiveId" clId="{CE290FA8-A7D4-44E9-ADF4-3783012E1A54}" dt="2021-07-24T18:10:43.021" v="417" actId="1076"/>
          <ac:cxnSpMkLst>
            <pc:docMk/>
            <pc:sldMk cId="4060451678" sldId="274"/>
            <ac:cxnSpMk id="7" creationId="{6DE49F1A-36EB-4148-B8C6-92BC3E69D765}"/>
          </ac:cxnSpMkLst>
        </pc:cxnChg>
        <pc:cxnChg chg="add mod">
          <ac:chgData name="郁儒 廖" userId="189a1d031aa848d3" providerId="LiveId" clId="{CE290FA8-A7D4-44E9-ADF4-3783012E1A54}" dt="2021-07-24T18:10:46.157" v="418" actId="1076"/>
          <ac:cxnSpMkLst>
            <pc:docMk/>
            <pc:sldMk cId="4060451678" sldId="274"/>
            <ac:cxnSpMk id="8" creationId="{B860984A-1D1A-4AC4-94C7-2809DD1E4C0C}"/>
          </ac:cxnSpMkLst>
        </pc:cxnChg>
        <pc:cxnChg chg="add mod">
          <ac:chgData name="郁儒 廖" userId="189a1d031aa848d3" providerId="LiveId" clId="{CE290FA8-A7D4-44E9-ADF4-3783012E1A54}" dt="2021-07-25T03:07:16.414" v="581" actId="14100"/>
          <ac:cxnSpMkLst>
            <pc:docMk/>
            <pc:sldMk cId="4060451678" sldId="274"/>
            <ac:cxnSpMk id="14" creationId="{0ED46792-2684-4FCF-86E9-EE07AEECF7D3}"/>
          </ac:cxnSpMkLst>
        </pc:cxnChg>
      </pc:sldChg>
      <pc:sldChg chg="addSp delSp modSp add mod">
        <pc:chgData name="郁儒 廖" userId="189a1d031aa848d3" providerId="LiveId" clId="{CE290FA8-A7D4-44E9-ADF4-3783012E1A54}" dt="2021-07-24T18:17:19.363" v="491" actId="478"/>
        <pc:sldMkLst>
          <pc:docMk/>
          <pc:sldMk cId="4088539193" sldId="275"/>
        </pc:sldMkLst>
        <pc:spChg chg="mod">
          <ac:chgData name="郁儒 廖" userId="189a1d031aa848d3" providerId="LiveId" clId="{CE290FA8-A7D4-44E9-ADF4-3783012E1A54}" dt="2021-07-24T18:15:08.763" v="453" actId="20577"/>
          <ac:spMkLst>
            <pc:docMk/>
            <pc:sldMk cId="4088539193" sldId="275"/>
            <ac:spMk id="2" creationId="{5F3DBE48-F582-4210-8455-88167B475D2E}"/>
          </ac:spMkLst>
        </pc:spChg>
        <pc:spChg chg="del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5" creationId="{76FE55B1-B35E-43D9-8134-37E5A5237685}"/>
          </ac:spMkLst>
        </pc:spChg>
        <pc:spChg chg="add del mod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6" creationId="{35F27EF8-2BBB-4FD8-B5F7-BAE78EBC4C40}"/>
          </ac:spMkLst>
        </pc:spChg>
        <pc:spChg chg="del">
          <ac:chgData name="郁儒 廖" userId="189a1d031aa848d3" providerId="LiveId" clId="{CE290FA8-A7D4-44E9-ADF4-3783012E1A54}" dt="2021-07-24T18:13:57.884" v="435" actId="478"/>
          <ac:spMkLst>
            <pc:docMk/>
            <pc:sldMk cId="4088539193" sldId="275"/>
            <ac:spMk id="10" creationId="{18228516-59B3-4FE2-A6D6-84A751C34D05}"/>
          </ac:spMkLst>
        </pc:spChg>
        <pc:spChg chg="add mod">
          <ac:chgData name="郁儒 廖" userId="189a1d031aa848d3" providerId="LiveId" clId="{CE290FA8-A7D4-44E9-ADF4-3783012E1A54}" dt="2021-07-24T18:16:44.013" v="474" actId="14100"/>
          <ac:spMkLst>
            <pc:docMk/>
            <pc:sldMk cId="4088539193" sldId="275"/>
            <ac:spMk id="20" creationId="{A9E9C65A-9533-4F3E-8868-36DA0C1D5308}"/>
          </ac:spMkLst>
        </pc:spChg>
        <pc:spChg chg="add mod">
          <ac:chgData name="郁儒 廖" userId="189a1d031aa848d3" providerId="LiveId" clId="{CE290FA8-A7D4-44E9-ADF4-3783012E1A54}" dt="2021-07-24T18:16:54.395" v="480" actId="20577"/>
          <ac:spMkLst>
            <pc:docMk/>
            <pc:sldMk cId="4088539193" sldId="275"/>
            <ac:spMk id="23" creationId="{12E12CF4-EB5A-435C-902B-52B004EEAAF8}"/>
          </ac:spMkLst>
        </pc:spChg>
        <pc:spChg chg="add mod">
          <ac:chgData name="郁儒 廖" userId="189a1d031aa848d3" providerId="LiveId" clId="{CE290FA8-A7D4-44E9-ADF4-3783012E1A54}" dt="2021-07-24T18:17:08.521" v="489" actId="20577"/>
          <ac:spMkLst>
            <pc:docMk/>
            <pc:sldMk cId="4088539193" sldId="275"/>
            <ac:spMk id="24" creationId="{A8E74644-2461-45A4-8D84-34730FC66438}"/>
          </ac:spMkLst>
        </pc:spChg>
        <pc:picChg chg="del">
          <ac:chgData name="郁儒 廖" userId="189a1d031aa848d3" providerId="LiveId" clId="{CE290FA8-A7D4-44E9-ADF4-3783012E1A54}" dt="2021-07-24T18:13:49.018" v="433" actId="478"/>
          <ac:picMkLst>
            <pc:docMk/>
            <pc:sldMk cId="4088539193" sldId="275"/>
            <ac:picMk id="4" creationId="{2156ABF1-55AF-4D86-A95D-78E14E556BA9}"/>
          </ac:picMkLst>
        </pc:picChg>
        <pc:picChg chg="add del mod">
          <ac:chgData name="郁儒 廖" userId="189a1d031aa848d3" providerId="LiveId" clId="{CE290FA8-A7D4-44E9-ADF4-3783012E1A54}" dt="2021-07-24T18:17:19.363" v="491" actId="478"/>
          <ac:picMkLst>
            <pc:docMk/>
            <pc:sldMk cId="4088539193" sldId="275"/>
            <ac:picMk id="11" creationId="{23427283-8C26-4B6E-A445-C57B1FDB559E}"/>
          </ac:picMkLst>
        </pc:picChg>
        <pc:picChg chg="del">
          <ac:chgData name="郁儒 廖" userId="189a1d031aa848d3" providerId="LiveId" clId="{CE290FA8-A7D4-44E9-ADF4-3783012E1A54}" dt="2021-07-24T18:13:53.049" v="434" actId="478"/>
          <ac:picMkLst>
            <pc:docMk/>
            <pc:sldMk cId="4088539193" sldId="275"/>
            <ac:picMk id="12" creationId="{210F4CBB-ECC1-41BE-BB2E-63F7D6B8FA8E}"/>
          </ac:picMkLst>
        </pc:picChg>
        <pc:picChg chg="add mod">
          <ac:chgData name="郁儒 廖" userId="189a1d031aa848d3" providerId="LiveId" clId="{CE290FA8-A7D4-44E9-ADF4-3783012E1A54}" dt="2021-07-24T18:15:53.165" v="459" actId="1076"/>
          <ac:picMkLst>
            <pc:docMk/>
            <pc:sldMk cId="4088539193" sldId="275"/>
            <ac:picMk id="15" creationId="{7816074C-61F1-48A5-BFA0-2A19A0E2804C}"/>
          </ac:picMkLst>
        </pc:picChg>
        <pc:picChg chg="add mod">
          <ac:chgData name="郁儒 廖" userId="189a1d031aa848d3" providerId="LiveId" clId="{CE290FA8-A7D4-44E9-ADF4-3783012E1A54}" dt="2021-07-24T18:15:55.789" v="460" actId="1076"/>
          <ac:picMkLst>
            <pc:docMk/>
            <pc:sldMk cId="4088539193" sldId="275"/>
            <ac:picMk id="17" creationId="{0AFCE2B6-3338-4E90-9275-8EF897D20035}"/>
          </ac:picMkLst>
        </pc:picChg>
        <pc:picChg chg="add mod">
          <ac:chgData name="郁儒 廖" userId="189a1d031aa848d3" providerId="LiveId" clId="{CE290FA8-A7D4-44E9-ADF4-3783012E1A54}" dt="2021-07-24T18:16:22.773" v="462" actId="1076"/>
          <ac:picMkLst>
            <pc:docMk/>
            <pc:sldMk cId="4088539193" sldId="275"/>
            <ac:picMk id="19" creationId="{AAA49C79-6DB8-494C-9F04-83235636C9D5}"/>
          </ac:picMkLst>
        </pc:picChg>
        <pc:picChg chg="del">
          <ac:chgData name="郁儒 廖" userId="189a1d031aa848d3" providerId="LiveId" clId="{CE290FA8-A7D4-44E9-ADF4-3783012E1A54}" dt="2021-07-24T18:13:57.884" v="435" actId="478"/>
          <ac:picMkLst>
            <pc:docMk/>
            <pc:sldMk cId="4088539193" sldId="275"/>
            <ac:picMk id="22" creationId="{EF213945-2A91-4CDF-9245-4505860F2713}"/>
          </ac:picMkLst>
        </pc:pic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7" creationId="{6DE49F1A-36EB-4148-B8C6-92BC3E69D765}"/>
          </ac:cxnSpMkLst>
        </pc:cxn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8" creationId="{B860984A-1D1A-4AC4-94C7-2809DD1E4C0C}"/>
          </ac:cxnSpMkLst>
        </pc:cxnChg>
        <pc:cxnChg chg="del">
          <ac:chgData name="郁儒 廖" userId="189a1d031aa848d3" providerId="LiveId" clId="{CE290FA8-A7D4-44E9-ADF4-3783012E1A54}" dt="2021-07-24T18:13:57.884" v="435" actId="478"/>
          <ac:cxnSpMkLst>
            <pc:docMk/>
            <pc:sldMk cId="4088539193" sldId="275"/>
            <ac:cxnSpMk id="14" creationId="{0ED46792-2684-4FCF-86E9-EE07AEECF7D3}"/>
          </ac:cxnSpMkLst>
        </pc:cxnChg>
      </pc:sldChg>
      <pc:sldChg chg="addSp delSp modSp add mod">
        <pc:chgData name="郁儒 廖" userId="189a1d031aa848d3" providerId="LiveId" clId="{CE290FA8-A7D4-44E9-ADF4-3783012E1A54}" dt="2021-07-24T18:20:26.635" v="536"/>
        <pc:sldMkLst>
          <pc:docMk/>
          <pc:sldMk cId="895972717" sldId="276"/>
        </pc:sldMkLst>
        <pc:spChg chg="mod">
          <ac:chgData name="郁儒 廖" userId="189a1d031aa848d3" providerId="LiveId" clId="{CE290FA8-A7D4-44E9-ADF4-3783012E1A54}" dt="2021-07-24T18:18:04.609" v="492"/>
          <ac:spMkLst>
            <pc:docMk/>
            <pc:sldMk cId="895972717" sldId="276"/>
            <ac:spMk id="2" creationId="{5F3DBE48-F582-4210-8455-88167B475D2E}"/>
          </ac:spMkLst>
        </pc:spChg>
        <pc:spChg chg="add mod">
          <ac:chgData name="郁儒 廖" userId="189a1d031aa848d3" providerId="LiveId" clId="{CE290FA8-A7D4-44E9-ADF4-3783012E1A54}" dt="2021-07-24T18:20:26.635" v="536"/>
          <ac:spMkLst>
            <pc:docMk/>
            <pc:sldMk cId="895972717" sldId="276"/>
            <ac:spMk id="5" creationId="{2997800A-4C16-41C5-A09B-D4C483B1FF9D}"/>
          </ac:spMkLst>
        </pc:spChg>
        <pc:spChg chg="del">
          <ac:chgData name="郁儒 廖" userId="189a1d031aa848d3" providerId="LiveId" clId="{CE290FA8-A7D4-44E9-ADF4-3783012E1A54}" dt="2021-07-24T18:18:10.396" v="498" actId="478"/>
          <ac:spMkLst>
            <pc:docMk/>
            <pc:sldMk cId="895972717" sldId="276"/>
            <ac:spMk id="20" creationId="{A9E9C65A-9533-4F3E-8868-36DA0C1D5308}"/>
          </ac:spMkLst>
        </pc:spChg>
        <pc:spChg chg="del">
          <ac:chgData name="郁儒 廖" userId="189a1d031aa848d3" providerId="LiveId" clId="{CE290FA8-A7D4-44E9-ADF4-3783012E1A54}" dt="2021-07-24T18:18:09.210" v="497" actId="478"/>
          <ac:spMkLst>
            <pc:docMk/>
            <pc:sldMk cId="895972717" sldId="276"/>
            <ac:spMk id="23" creationId="{12E12CF4-EB5A-435C-902B-52B004EEAAF8}"/>
          </ac:spMkLst>
        </pc:spChg>
        <pc:spChg chg="del">
          <ac:chgData name="郁儒 廖" userId="189a1d031aa848d3" providerId="LiveId" clId="{CE290FA8-A7D4-44E9-ADF4-3783012E1A54}" dt="2021-07-24T18:18:08.157" v="496" actId="478"/>
          <ac:spMkLst>
            <pc:docMk/>
            <pc:sldMk cId="895972717" sldId="276"/>
            <ac:spMk id="24" creationId="{A8E74644-2461-45A4-8D84-34730FC66438}"/>
          </ac:spMkLst>
        </pc:spChg>
        <pc:picChg chg="add mod">
          <ac:chgData name="郁儒 廖" userId="189a1d031aa848d3" providerId="LiveId" clId="{CE290FA8-A7D4-44E9-ADF4-3783012E1A54}" dt="2021-07-24T18:18:30.413" v="502" actId="1076"/>
          <ac:picMkLst>
            <pc:docMk/>
            <pc:sldMk cId="895972717" sldId="276"/>
            <ac:picMk id="4" creationId="{84FC0F8C-F0C8-4FED-879D-7025B28442DF}"/>
          </ac:picMkLst>
        </pc:picChg>
        <pc:picChg chg="mod">
          <ac:chgData name="郁儒 廖" userId="189a1d031aa848d3" providerId="LiveId" clId="{CE290FA8-A7D4-44E9-ADF4-3783012E1A54}" dt="2021-07-24T18:18:36.693" v="504" actId="1076"/>
          <ac:picMkLst>
            <pc:docMk/>
            <pc:sldMk cId="895972717" sldId="276"/>
            <ac:picMk id="11" creationId="{23427283-8C26-4B6E-A445-C57B1FDB559E}"/>
          </ac:picMkLst>
        </pc:picChg>
        <pc:picChg chg="del">
          <ac:chgData name="郁儒 廖" userId="189a1d031aa848d3" providerId="LiveId" clId="{CE290FA8-A7D4-44E9-ADF4-3783012E1A54}" dt="2021-07-24T18:18:06.466" v="494" actId="478"/>
          <ac:picMkLst>
            <pc:docMk/>
            <pc:sldMk cId="895972717" sldId="276"/>
            <ac:picMk id="15" creationId="{7816074C-61F1-48A5-BFA0-2A19A0E2804C}"/>
          </ac:picMkLst>
        </pc:picChg>
        <pc:picChg chg="del">
          <ac:chgData name="郁儒 廖" userId="189a1d031aa848d3" providerId="LiveId" clId="{CE290FA8-A7D4-44E9-ADF4-3783012E1A54}" dt="2021-07-24T18:18:05.896" v="493" actId="478"/>
          <ac:picMkLst>
            <pc:docMk/>
            <pc:sldMk cId="895972717" sldId="276"/>
            <ac:picMk id="17" creationId="{0AFCE2B6-3338-4E90-9275-8EF897D20035}"/>
          </ac:picMkLst>
        </pc:picChg>
        <pc:picChg chg="del">
          <ac:chgData name="郁儒 廖" userId="189a1d031aa848d3" providerId="LiveId" clId="{CE290FA8-A7D4-44E9-ADF4-3783012E1A54}" dt="2021-07-24T18:18:06.958" v="495" actId="478"/>
          <ac:picMkLst>
            <pc:docMk/>
            <pc:sldMk cId="895972717" sldId="276"/>
            <ac:picMk id="19" creationId="{AAA49C79-6DB8-494C-9F04-83235636C9D5}"/>
          </ac:picMkLst>
        </pc:picChg>
      </pc:sldChg>
      <pc:sldChg chg="addSp delSp modSp add mod modShow">
        <pc:chgData name="郁儒 廖" userId="189a1d031aa848d3" providerId="LiveId" clId="{CE290FA8-A7D4-44E9-ADF4-3783012E1A54}" dt="2021-07-27T05:28:19.635" v="608" actId="729"/>
        <pc:sldMkLst>
          <pc:docMk/>
          <pc:sldMk cId="986427882" sldId="277"/>
        </pc:sldMkLst>
        <pc:spChg chg="mod">
          <ac:chgData name="郁儒 廖" userId="189a1d031aa848d3" providerId="LiveId" clId="{CE290FA8-A7D4-44E9-ADF4-3783012E1A54}" dt="2021-07-24T18:23:06.896" v="538"/>
          <ac:spMkLst>
            <pc:docMk/>
            <pc:sldMk cId="986427882" sldId="277"/>
            <ac:spMk id="2" creationId="{5F3DBE48-F582-4210-8455-88167B475D2E}"/>
          </ac:spMkLst>
        </pc:spChg>
        <pc:spChg chg="mod">
          <ac:chgData name="郁儒 廖" userId="189a1d031aa848d3" providerId="LiveId" clId="{CE290FA8-A7D4-44E9-ADF4-3783012E1A54}" dt="2021-07-24T18:23:36.580" v="544" actId="1076"/>
          <ac:spMkLst>
            <pc:docMk/>
            <pc:sldMk cId="986427882" sldId="277"/>
            <ac:spMk id="5" creationId="{2997800A-4C16-41C5-A09B-D4C483B1FF9D}"/>
          </ac:spMkLst>
        </pc:spChg>
        <pc:picChg chg="del">
          <ac:chgData name="郁儒 廖" userId="189a1d031aa848d3" providerId="LiveId" clId="{CE290FA8-A7D4-44E9-ADF4-3783012E1A54}" dt="2021-07-24T18:23:23.957" v="539" actId="478"/>
          <ac:picMkLst>
            <pc:docMk/>
            <pc:sldMk cId="986427882" sldId="277"/>
            <ac:picMk id="4" creationId="{84FC0F8C-F0C8-4FED-879D-7025B28442DF}"/>
          </ac:picMkLst>
        </pc:picChg>
        <pc:picChg chg="add mod">
          <ac:chgData name="郁儒 廖" userId="189a1d031aa848d3" providerId="LiveId" clId="{CE290FA8-A7D4-44E9-ADF4-3783012E1A54}" dt="2021-07-24T18:23:41.364" v="547" actId="1076"/>
          <ac:picMkLst>
            <pc:docMk/>
            <pc:sldMk cId="986427882" sldId="277"/>
            <ac:picMk id="6" creationId="{B6C10702-40EF-4024-8C46-9FE9DE7D1195}"/>
          </ac:picMkLst>
        </pc:picChg>
        <pc:picChg chg="del">
          <ac:chgData name="郁儒 廖" userId="189a1d031aa848d3" providerId="LiveId" clId="{CE290FA8-A7D4-44E9-ADF4-3783012E1A54}" dt="2021-07-24T18:23:24.819" v="540" actId="478"/>
          <ac:picMkLst>
            <pc:docMk/>
            <pc:sldMk cId="986427882" sldId="277"/>
            <ac:picMk id="11" creationId="{23427283-8C26-4B6E-A445-C57B1FDB559E}"/>
          </ac:picMkLst>
        </pc:picChg>
      </pc:sldChg>
      <pc:sldChg chg="addSp delSp modSp add mod modShow">
        <pc:chgData name="郁儒 廖" userId="189a1d031aa848d3" providerId="LiveId" clId="{CE290FA8-A7D4-44E9-ADF4-3783012E1A54}" dt="2021-07-27T05:28:15.834" v="607" actId="729"/>
        <pc:sldMkLst>
          <pc:docMk/>
          <pc:sldMk cId="2549370280" sldId="278"/>
        </pc:sldMkLst>
        <pc:spChg chg="mod">
          <ac:chgData name="郁儒 廖" userId="189a1d031aa848d3" providerId="LiveId" clId="{CE290FA8-A7D4-44E9-ADF4-3783012E1A54}" dt="2021-07-24T18:26:46.629" v="553" actId="20577"/>
          <ac:spMkLst>
            <pc:docMk/>
            <pc:sldMk cId="2549370280" sldId="278"/>
            <ac:spMk id="2" creationId="{5F3DBE48-F582-4210-8455-88167B475D2E}"/>
          </ac:spMkLst>
        </pc:spChg>
        <pc:picChg chg="add mod">
          <ac:chgData name="郁儒 廖" userId="189a1d031aa848d3" providerId="LiveId" clId="{CE290FA8-A7D4-44E9-ADF4-3783012E1A54}" dt="2021-07-24T18:27:11.796" v="560" actId="1076"/>
          <ac:picMkLst>
            <pc:docMk/>
            <pc:sldMk cId="2549370280" sldId="278"/>
            <ac:picMk id="4" creationId="{C9E58167-DC45-4F55-AF9B-4E740B477C38}"/>
          </ac:picMkLst>
        </pc:picChg>
        <pc:picChg chg="del">
          <ac:chgData name="郁儒 廖" userId="189a1d031aa848d3" providerId="LiveId" clId="{CE290FA8-A7D4-44E9-ADF4-3783012E1A54}" dt="2021-07-24T18:26:48.467" v="554" actId="478"/>
          <ac:picMkLst>
            <pc:docMk/>
            <pc:sldMk cId="2549370280" sldId="278"/>
            <ac:picMk id="6" creationId="{B6C10702-40EF-4024-8C46-9FE9DE7D1195}"/>
          </ac:picMkLst>
        </pc:picChg>
      </pc:sldChg>
      <pc:sldChg chg="addSp delSp modSp add del mod modShow">
        <pc:chgData name="郁儒 廖" userId="189a1d031aa848d3" providerId="LiveId" clId="{CE290FA8-A7D4-44E9-ADF4-3783012E1A54}" dt="2021-07-27T06:06:42.266" v="612" actId="47"/>
        <pc:sldMkLst>
          <pc:docMk/>
          <pc:sldMk cId="4289364975" sldId="279"/>
        </pc:sldMkLst>
        <pc:spChg chg="mod">
          <ac:chgData name="郁儒 廖" userId="189a1d031aa848d3" providerId="LiveId" clId="{CE290FA8-A7D4-44E9-ADF4-3783012E1A54}" dt="2021-07-24T18:30:23.203" v="566" actId="20577"/>
          <ac:spMkLst>
            <pc:docMk/>
            <pc:sldMk cId="4289364975" sldId="279"/>
            <ac:spMk id="2" creationId="{5F3DBE48-F582-4210-8455-88167B475D2E}"/>
          </ac:spMkLst>
        </pc:spChg>
        <pc:picChg chg="del">
          <ac:chgData name="郁儒 廖" userId="189a1d031aa848d3" providerId="LiveId" clId="{CE290FA8-A7D4-44E9-ADF4-3783012E1A54}" dt="2021-07-24T18:30:25.880" v="567" actId="478"/>
          <ac:picMkLst>
            <pc:docMk/>
            <pc:sldMk cId="4289364975" sldId="279"/>
            <ac:picMk id="4" creationId="{C9E58167-DC45-4F55-AF9B-4E740B477C38}"/>
          </ac:picMkLst>
        </pc:picChg>
        <pc:picChg chg="add mod">
          <ac:chgData name="郁儒 廖" userId="189a1d031aa848d3" providerId="LiveId" clId="{CE290FA8-A7D4-44E9-ADF4-3783012E1A54}" dt="2021-07-24T18:30:44.948" v="571" actId="1076"/>
          <ac:picMkLst>
            <pc:docMk/>
            <pc:sldMk cId="4289364975" sldId="279"/>
            <ac:picMk id="6" creationId="{9C668F7F-9D09-494C-9EDF-C36E6189F463}"/>
          </ac:picMkLst>
        </pc:picChg>
      </pc:sldChg>
      <pc:sldChg chg="add del mod modShow">
        <pc:chgData name="郁儒 廖" userId="189a1d031aa848d3" providerId="LiveId" clId="{CE290FA8-A7D4-44E9-ADF4-3783012E1A54}" dt="2021-07-27T06:06:38.674" v="611" actId="47"/>
        <pc:sldMkLst>
          <pc:docMk/>
          <pc:sldMk cId="3461190198" sldId="280"/>
        </pc:sldMkLst>
      </pc:sldChg>
      <pc:sldChg chg="modSp new mod">
        <pc:chgData name="郁儒 廖" userId="189a1d031aa848d3" providerId="LiveId" clId="{CE290FA8-A7D4-44E9-ADF4-3783012E1A54}" dt="2021-07-27T05:27:51.573" v="600" actId="5793"/>
        <pc:sldMkLst>
          <pc:docMk/>
          <pc:sldMk cId="1339591712" sldId="281"/>
        </pc:sldMkLst>
        <pc:spChg chg="mod">
          <ac:chgData name="郁儒 廖" userId="189a1d031aa848d3" providerId="LiveId" clId="{CE290FA8-A7D4-44E9-ADF4-3783012E1A54}" dt="2021-07-25T05:53:20.406" v="585"/>
          <ac:spMkLst>
            <pc:docMk/>
            <pc:sldMk cId="1339591712" sldId="281"/>
            <ac:spMk id="2" creationId="{D3BF29CD-F8CF-4F47-92BE-649B84536DD9}"/>
          </ac:spMkLst>
        </pc:spChg>
        <pc:spChg chg="mod">
          <ac:chgData name="郁儒 廖" userId="189a1d031aa848d3" providerId="LiveId" clId="{CE290FA8-A7D4-44E9-ADF4-3783012E1A54}" dt="2021-07-27T05:27:51.573" v="600" actId="5793"/>
          <ac:spMkLst>
            <pc:docMk/>
            <pc:sldMk cId="1339591712" sldId="281"/>
            <ac:spMk id="3" creationId="{5444A68A-3CE0-4A7F-9A14-0740120E091F}"/>
          </ac:spMkLst>
        </pc:spChg>
      </pc:sldChg>
    </pc:docChg>
  </pc:docChgLst>
  <pc:docChgLst>
    <pc:chgData name="郁儒 廖" userId="189a1d031aa848d3" providerId="LiveId" clId="{F7E03734-E1EE-48DE-9C2C-A02502A248C3}"/>
    <pc:docChg chg="undo custSel addSld modSld sldOrd">
      <pc:chgData name="郁儒 廖" userId="189a1d031aa848d3" providerId="LiveId" clId="{F7E03734-E1EE-48DE-9C2C-A02502A248C3}" dt="2021-06-29T06:27:05.226" v="405" actId="20577"/>
      <pc:docMkLst>
        <pc:docMk/>
      </pc:docMkLst>
      <pc:sldChg chg="addSp delSp modSp mod">
        <pc:chgData name="郁儒 廖" userId="189a1d031aa848d3" providerId="LiveId" clId="{F7E03734-E1EE-48DE-9C2C-A02502A248C3}" dt="2021-06-29T06:27:05.226" v="405" actId="20577"/>
        <pc:sldMkLst>
          <pc:docMk/>
          <pc:sldMk cId="1310905560" sldId="256"/>
        </pc:sldMkLst>
        <pc:spChg chg="mod">
          <ac:chgData name="郁儒 廖" userId="189a1d031aa848d3" providerId="LiveId" clId="{F7E03734-E1EE-48DE-9C2C-A02502A248C3}" dt="2021-06-26T16:01:18.582" v="272" actId="1076"/>
          <ac:spMkLst>
            <pc:docMk/>
            <pc:sldMk cId="1310905560" sldId="256"/>
            <ac:spMk id="2" creationId="{B963378F-50B2-45BD-A6DA-5CB61DB247F9}"/>
          </ac:spMkLst>
        </pc:spChg>
        <pc:spChg chg="mod">
          <ac:chgData name="郁儒 廖" userId="189a1d031aa848d3" providerId="LiveId" clId="{F7E03734-E1EE-48DE-9C2C-A02502A248C3}" dt="2021-06-26T16:01:33.256" v="278" actId="1036"/>
          <ac:spMkLst>
            <pc:docMk/>
            <pc:sldMk cId="1310905560" sldId="256"/>
            <ac:spMk id="3" creationId="{71E7239B-5619-42E5-947E-7CC9BEF1FE52}"/>
          </ac:spMkLst>
        </pc:spChg>
        <pc:spChg chg="add del mod">
          <ac:chgData name="郁儒 廖" userId="189a1d031aa848d3" providerId="LiveId" clId="{F7E03734-E1EE-48DE-9C2C-A02502A248C3}" dt="2021-06-26T15:59:48.174" v="258" actId="478"/>
          <ac:spMkLst>
            <pc:docMk/>
            <pc:sldMk cId="1310905560" sldId="256"/>
            <ac:spMk id="4" creationId="{ACE1550D-4A56-4151-A627-51590743053C}"/>
          </ac:spMkLst>
        </pc:spChg>
        <pc:spChg chg="add mod">
          <ac:chgData name="郁儒 廖" userId="189a1d031aa848d3" providerId="LiveId" clId="{F7E03734-E1EE-48DE-9C2C-A02502A248C3}" dt="2021-06-29T06:27:05.226" v="405" actId="20577"/>
          <ac:spMkLst>
            <pc:docMk/>
            <pc:sldMk cId="1310905560" sldId="256"/>
            <ac:spMk id="5" creationId="{E943A7B3-D75F-42BE-987F-B5D29452E318}"/>
          </ac:spMkLst>
        </pc:spChg>
      </pc:sldChg>
      <pc:sldChg chg="modSp mod">
        <pc:chgData name="郁儒 廖" userId="189a1d031aa848d3" providerId="LiveId" clId="{F7E03734-E1EE-48DE-9C2C-A02502A248C3}" dt="2021-06-27T14:20:55.197" v="382" actId="20577"/>
        <pc:sldMkLst>
          <pc:docMk/>
          <pc:sldMk cId="2573059498" sldId="258"/>
        </pc:sldMkLst>
        <pc:spChg chg="mod">
          <ac:chgData name="郁儒 廖" userId="189a1d031aa848d3" providerId="LiveId" clId="{F7E03734-E1EE-48DE-9C2C-A02502A248C3}" dt="2021-06-26T16:03:35.398" v="301" actId="108"/>
          <ac:spMkLst>
            <pc:docMk/>
            <pc:sldMk cId="2573059498" sldId="258"/>
            <ac:spMk id="2" creationId="{47AB24D3-3C1B-4033-BC50-76F4ABFC7748}"/>
          </ac:spMkLst>
        </pc:spChg>
        <pc:spChg chg="mod">
          <ac:chgData name="郁儒 廖" userId="189a1d031aa848d3" providerId="LiveId" clId="{F7E03734-E1EE-48DE-9C2C-A02502A248C3}" dt="2021-06-26T16:04:08.224" v="310" actId="113"/>
          <ac:spMkLst>
            <pc:docMk/>
            <pc:sldMk cId="2573059498" sldId="258"/>
            <ac:spMk id="6" creationId="{0F99D5B4-A2E2-4A60-9E54-A84D4DC5F055}"/>
          </ac:spMkLst>
        </pc:spChg>
        <pc:spChg chg="mod">
          <ac:chgData name="郁儒 廖" userId="189a1d031aa848d3" providerId="LiveId" clId="{F7E03734-E1EE-48DE-9C2C-A02502A248C3}" dt="2021-06-26T16:04:37.092" v="311" actId="2711"/>
          <ac:spMkLst>
            <pc:docMk/>
            <pc:sldMk cId="2573059498" sldId="258"/>
            <ac:spMk id="7" creationId="{54B50B5B-0771-4250-8A8E-75209CA49F4B}"/>
          </ac:spMkLst>
        </pc:spChg>
        <pc:spChg chg="mod">
          <ac:chgData name="郁儒 廖" userId="189a1d031aa848d3" providerId="LiveId" clId="{F7E03734-E1EE-48DE-9C2C-A02502A248C3}" dt="2021-06-27T14:20:55.197" v="382" actId="20577"/>
          <ac:spMkLst>
            <pc:docMk/>
            <pc:sldMk cId="2573059498" sldId="258"/>
            <ac:spMk id="8" creationId="{E88579BE-F294-484D-BDCD-7FD9728485CA}"/>
          </ac:spMkLst>
        </pc:spChg>
        <pc:spChg chg="mod">
          <ac:chgData name="郁儒 廖" userId="189a1d031aa848d3" providerId="LiveId" clId="{F7E03734-E1EE-48DE-9C2C-A02502A248C3}" dt="2021-06-26T16:04:54.375" v="313" actId="2711"/>
          <ac:spMkLst>
            <pc:docMk/>
            <pc:sldMk cId="2573059498" sldId="258"/>
            <ac:spMk id="9" creationId="{25E96A07-4275-4C3A-B0F3-9FAC6D8FED6F}"/>
          </ac:spMkLst>
        </pc:spChg>
        <pc:spChg chg="mod">
          <ac:chgData name="郁儒 廖" userId="189a1d031aa848d3" providerId="LiveId" clId="{F7E03734-E1EE-48DE-9C2C-A02502A248C3}" dt="2021-06-26T16:04:59.061" v="314" actId="2711"/>
          <ac:spMkLst>
            <pc:docMk/>
            <pc:sldMk cId="2573059498" sldId="258"/>
            <ac:spMk id="10" creationId="{DA5D15EC-FB11-4EAF-A240-F4881E5EA7A8}"/>
          </ac:spMkLst>
        </pc:spChg>
      </pc:sldChg>
      <pc:sldChg chg="modSp mod ord">
        <pc:chgData name="郁儒 廖" userId="189a1d031aa848d3" providerId="LiveId" clId="{F7E03734-E1EE-48DE-9C2C-A02502A248C3}" dt="2021-06-27T14:11:18.442" v="322"/>
        <pc:sldMkLst>
          <pc:docMk/>
          <pc:sldMk cId="3515119788" sldId="259"/>
        </pc:sldMkLst>
        <pc:spChg chg="mod">
          <ac:chgData name="郁儒 廖" userId="189a1d031aa848d3" providerId="LiveId" clId="{F7E03734-E1EE-48DE-9C2C-A02502A248C3}" dt="2021-06-26T16:02:09.590" v="281" actId="108"/>
          <ac:spMkLst>
            <pc:docMk/>
            <pc:sldMk cId="3515119788" sldId="259"/>
            <ac:spMk id="2" creationId="{46D4B5A4-2E12-4B48-997F-0A3F6BB8E5EE}"/>
          </ac:spMkLst>
        </pc:spChg>
      </pc:sldChg>
      <pc:sldChg chg="modSp mod">
        <pc:chgData name="郁儒 廖" userId="189a1d031aa848d3" providerId="LiveId" clId="{F7E03734-E1EE-48DE-9C2C-A02502A248C3}" dt="2021-06-27T14:23:26.793" v="384" actId="20577"/>
        <pc:sldMkLst>
          <pc:docMk/>
          <pc:sldMk cId="3353010267" sldId="260"/>
        </pc:sldMkLst>
        <pc:spChg chg="mod">
          <ac:chgData name="郁儒 廖" userId="189a1d031aa848d3" providerId="LiveId" clId="{F7E03734-E1EE-48DE-9C2C-A02502A248C3}" dt="2021-06-27T14:23:26.793" v="384" actId="20577"/>
          <ac:spMkLst>
            <pc:docMk/>
            <pc:sldMk cId="3353010267" sldId="260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7:05.809" v="356" actId="20577"/>
          <ac:spMkLst>
            <pc:docMk/>
            <pc:sldMk cId="3353010267" sldId="260"/>
            <ac:spMk id="6" creationId="{56B442F7-5136-4E93-9FE2-2CAC213991C3}"/>
          </ac:spMkLst>
        </pc:spChg>
        <pc:graphicFrameChg chg="modGraphic">
          <ac:chgData name="郁儒 廖" userId="189a1d031aa848d3" providerId="LiveId" clId="{F7E03734-E1EE-48DE-9C2C-A02502A248C3}" dt="2021-06-27T14:16:58.756" v="353" actId="20577"/>
          <ac:graphicFrameMkLst>
            <pc:docMk/>
            <pc:sldMk cId="3353010267" sldId="260"/>
            <ac:graphicFrameMk id="8" creationId="{006AF39E-8E64-46EE-89F2-035694BC962B}"/>
          </ac:graphicFrameMkLst>
        </pc:graphicFrameChg>
      </pc:sldChg>
      <pc:sldChg chg="addSp delSp modSp mod">
        <pc:chgData name="郁儒 廖" userId="189a1d031aa848d3" providerId="LiveId" clId="{F7E03734-E1EE-48DE-9C2C-A02502A248C3}" dt="2021-06-27T14:23:30.041" v="385" actId="20577"/>
        <pc:sldMkLst>
          <pc:docMk/>
          <pc:sldMk cId="3679457579" sldId="261"/>
        </pc:sldMkLst>
        <pc:spChg chg="del">
          <ac:chgData name="郁儒 廖" userId="189a1d031aa848d3" providerId="LiveId" clId="{F7E03734-E1EE-48DE-9C2C-A02502A248C3}" dt="2021-06-26T16:03:01.460" v="290" actId="478"/>
          <ac:spMkLst>
            <pc:docMk/>
            <pc:sldMk cId="3679457579" sldId="261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49.767" v="350" actId="20577"/>
          <ac:spMkLst>
            <pc:docMk/>
            <pc:sldMk cId="3679457579" sldId="261"/>
            <ac:spMk id="6" creationId="{56B442F7-5136-4E93-9FE2-2CAC213991C3}"/>
          </ac:spMkLst>
        </pc:spChg>
        <pc:spChg chg="add del mod">
          <ac:chgData name="郁儒 廖" userId="189a1d031aa848d3" providerId="LiveId" clId="{F7E03734-E1EE-48DE-9C2C-A02502A248C3}" dt="2021-06-26T16:03:03.573" v="291" actId="478"/>
          <ac:spMkLst>
            <pc:docMk/>
            <pc:sldMk cId="3679457579" sldId="261"/>
            <ac:spMk id="9" creationId="{96B04D9E-B30D-4A69-A4C1-C72C313A1153}"/>
          </ac:spMkLst>
        </pc:spChg>
        <pc:spChg chg="add mod">
          <ac:chgData name="郁儒 廖" userId="189a1d031aa848d3" providerId="LiveId" clId="{F7E03734-E1EE-48DE-9C2C-A02502A248C3}" dt="2021-06-27T14:23:30.041" v="385" actId="20577"/>
          <ac:spMkLst>
            <pc:docMk/>
            <pc:sldMk cId="3679457579" sldId="261"/>
            <ac:spMk id="10" creationId="{31815381-98AE-4F5B-9A6C-08961D44B59B}"/>
          </ac:spMkLst>
        </pc:spChg>
        <pc:graphicFrameChg chg="modGraphic">
          <ac:chgData name="郁儒 廖" userId="189a1d031aa848d3" providerId="LiveId" clId="{F7E03734-E1EE-48DE-9C2C-A02502A248C3}" dt="2021-06-27T14:16:40.230" v="347" actId="20577"/>
          <ac:graphicFrameMkLst>
            <pc:docMk/>
            <pc:sldMk cId="3679457579" sldId="261"/>
            <ac:graphicFrameMk id="8" creationId="{006AF39E-8E64-46EE-89F2-035694BC962B}"/>
          </ac:graphicFrameMkLst>
        </pc:graphicFrameChg>
      </pc:sldChg>
      <pc:sldChg chg="addSp delSp modSp mod">
        <pc:chgData name="郁儒 廖" userId="189a1d031aa848d3" providerId="LiveId" clId="{F7E03734-E1EE-48DE-9C2C-A02502A248C3}" dt="2021-06-27T14:23:34.001" v="386" actId="20577"/>
        <pc:sldMkLst>
          <pc:docMk/>
          <pc:sldMk cId="2166195919" sldId="262"/>
        </pc:sldMkLst>
        <pc:spChg chg="del">
          <ac:chgData name="郁儒 廖" userId="189a1d031aa848d3" providerId="LiveId" clId="{F7E03734-E1EE-48DE-9C2C-A02502A248C3}" dt="2021-06-26T16:03:07.212" v="293" actId="478"/>
          <ac:spMkLst>
            <pc:docMk/>
            <pc:sldMk cId="2166195919" sldId="262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24.522" v="344" actId="20577"/>
          <ac:spMkLst>
            <pc:docMk/>
            <pc:sldMk cId="2166195919" sldId="262"/>
            <ac:spMk id="6" creationId="{56B442F7-5136-4E93-9FE2-2CAC213991C3}"/>
          </ac:spMkLst>
        </pc:spChg>
        <pc:spChg chg="add del mod">
          <ac:chgData name="郁儒 廖" userId="189a1d031aa848d3" providerId="LiveId" clId="{F7E03734-E1EE-48DE-9C2C-A02502A248C3}" dt="2021-06-26T16:03:09.405" v="294" actId="478"/>
          <ac:spMkLst>
            <pc:docMk/>
            <pc:sldMk cId="2166195919" sldId="262"/>
            <ac:spMk id="10" creationId="{70BBB809-686D-4CEC-93AA-D5B3B2B35460}"/>
          </ac:spMkLst>
        </pc:spChg>
        <pc:spChg chg="add mod">
          <ac:chgData name="郁儒 廖" userId="189a1d031aa848d3" providerId="LiveId" clId="{F7E03734-E1EE-48DE-9C2C-A02502A248C3}" dt="2021-06-27T14:23:34.001" v="386" actId="20577"/>
          <ac:spMkLst>
            <pc:docMk/>
            <pc:sldMk cId="2166195919" sldId="262"/>
            <ac:spMk id="11" creationId="{63D33D3B-20F9-481F-AF36-DDE7CAA21EDD}"/>
          </ac:spMkLst>
        </pc:spChg>
        <pc:graphicFrameChg chg="modGraphic">
          <ac:chgData name="郁儒 廖" userId="189a1d031aa848d3" providerId="LiveId" clId="{F7E03734-E1EE-48DE-9C2C-A02502A248C3}" dt="2021-06-27T14:16:17.852" v="342" actId="20577"/>
          <ac:graphicFrameMkLst>
            <pc:docMk/>
            <pc:sldMk cId="2166195919" sldId="262"/>
            <ac:graphicFrameMk id="8" creationId="{006AF39E-8E64-46EE-89F2-035694BC962B}"/>
          </ac:graphicFrameMkLst>
        </pc:graphicFrameChg>
      </pc:sldChg>
      <pc:sldChg chg="addSp delSp modSp new mod">
        <pc:chgData name="郁儒 廖" userId="189a1d031aa848d3" providerId="LiveId" clId="{F7E03734-E1EE-48DE-9C2C-A02502A248C3}" dt="2021-06-27T14:22:51.561" v="383" actId="1076"/>
        <pc:sldMkLst>
          <pc:docMk/>
          <pc:sldMk cId="3405566990" sldId="263"/>
        </pc:sldMkLst>
        <pc:spChg chg="mod">
          <ac:chgData name="郁儒 廖" userId="189a1d031aa848d3" providerId="LiveId" clId="{F7E03734-E1EE-48DE-9C2C-A02502A248C3}" dt="2021-06-26T16:05:32.214" v="315" actId="108"/>
          <ac:spMkLst>
            <pc:docMk/>
            <pc:sldMk cId="3405566990" sldId="263"/>
            <ac:spMk id="2" creationId="{871DA2CC-86CE-43D0-9AA4-0B9F02AB7E2C}"/>
          </ac:spMkLst>
        </pc:spChg>
        <pc:spChg chg="del">
          <ac:chgData name="郁儒 廖" userId="189a1d031aa848d3" providerId="LiveId" clId="{F7E03734-E1EE-48DE-9C2C-A02502A248C3}" dt="2021-06-26T15:06:27.054" v="1"/>
          <ac:spMkLst>
            <pc:docMk/>
            <pc:sldMk cId="3405566990" sldId="263"/>
            <ac:spMk id="3" creationId="{1092DADC-AC3B-4153-8FB2-F51F9B6DF0FB}"/>
          </ac:spMkLst>
        </pc:spChg>
        <pc:spChg chg="add del mod">
          <ac:chgData name="郁儒 廖" userId="189a1d031aa848d3" providerId="LiveId" clId="{F7E03734-E1EE-48DE-9C2C-A02502A248C3}" dt="2021-06-26T15:08:45.936" v="12"/>
          <ac:spMkLst>
            <pc:docMk/>
            <pc:sldMk cId="3405566990" sldId="263"/>
            <ac:spMk id="8" creationId="{328596ED-DC25-421B-9587-A92F160C842A}"/>
          </ac:spMkLst>
        </pc:spChg>
        <pc:picChg chg="add del mod">
          <ac:chgData name="郁儒 廖" userId="189a1d031aa848d3" providerId="LiveId" clId="{F7E03734-E1EE-48DE-9C2C-A02502A248C3}" dt="2021-06-26T15:08:24.112" v="11" actId="478"/>
          <ac:picMkLst>
            <pc:docMk/>
            <pc:sldMk cId="3405566990" sldId="263"/>
            <ac:picMk id="4" creationId="{C149A7D8-DE8D-4A0C-9507-66EB6F680343}"/>
          </ac:picMkLst>
        </pc:picChg>
        <pc:picChg chg="add mod modCrop">
          <ac:chgData name="郁儒 廖" userId="189a1d031aa848d3" providerId="LiveId" clId="{F7E03734-E1EE-48DE-9C2C-A02502A248C3}" dt="2021-06-26T15:09:22.960" v="16" actId="1076"/>
          <ac:picMkLst>
            <pc:docMk/>
            <pc:sldMk cId="3405566990" sldId="263"/>
            <ac:picMk id="6" creationId="{E354104B-0801-4CA0-98FD-552E1846872B}"/>
          </ac:picMkLst>
        </pc:picChg>
        <pc:picChg chg="add mod">
          <ac:chgData name="郁儒 廖" userId="189a1d031aa848d3" providerId="LiveId" clId="{F7E03734-E1EE-48DE-9C2C-A02502A248C3}" dt="2021-06-27T14:22:51.561" v="383" actId="1076"/>
          <ac:picMkLst>
            <pc:docMk/>
            <pc:sldMk cId="3405566990" sldId="263"/>
            <ac:picMk id="10" creationId="{F18BFCA9-F27F-4774-AB88-724DD1ACE7E9}"/>
          </ac:picMkLst>
        </pc:picChg>
        <pc:picChg chg="add del mod modCrop">
          <ac:chgData name="郁儒 廖" userId="189a1d031aa848d3" providerId="LiveId" clId="{F7E03734-E1EE-48DE-9C2C-A02502A248C3}" dt="2021-06-26T15:09:32.831" v="18" actId="478"/>
          <ac:picMkLst>
            <pc:docMk/>
            <pc:sldMk cId="3405566990" sldId="263"/>
            <ac:picMk id="12" creationId="{F6E5B030-3DC8-4FED-84DB-3E594A744DF5}"/>
          </ac:picMkLst>
        </pc:picChg>
      </pc:sldChg>
      <pc:sldChg chg="addSp delSp modSp add mod">
        <pc:chgData name="郁儒 廖" userId="189a1d031aa848d3" providerId="LiveId" clId="{F7E03734-E1EE-48DE-9C2C-A02502A248C3}" dt="2021-06-26T16:05:39.869" v="317" actId="1076"/>
        <pc:sldMkLst>
          <pc:docMk/>
          <pc:sldMk cId="1720717751" sldId="264"/>
        </pc:sldMkLst>
        <pc:spChg chg="mod">
          <ac:chgData name="郁儒 廖" userId="189a1d031aa848d3" providerId="LiveId" clId="{F7E03734-E1EE-48DE-9C2C-A02502A248C3}" dt="2021-06-26T16:05:38.279" v="316" actId="108"/>
          <ac:spMkLst>
            <pc:docMk/>
            <pc:sldMk cId="1720717751" sldId="264"/>
            <ac:spMk id="2" creationId="{871DA2CC-86CE-43D0-9AA4-0B9F02AB7E2C}"/>
          </ac:spMkLst>
        </pc:spChg>
        <pc:spChg chg="add del mod">
          <ac:chgData name="郁儒 廖" userId="189a1d031aa848d3" providerId="LiveId" clId="{F7E03734-E1EE-48DE-9C2C-A02502A248C3}" dt="2021-06-26T15:09:52.239" v="35" actId="478"/>
          <ac:spMkLst>
            <pc:docMk/>
            <pc:sldMk cId="1720717751" sldId="264"/>
            <ac:spMk id="4" creationId="{F31D7F13-9E3B-4905-BD5C-9F756C7A82B5}"/>
          </ac:spMkLst>
        </pc:spChg>
        <pc:picChg chg="del">
          <ac:chgData name="郁儒 廖" userId="189a1d031aa848d3" providerId="LiveId" clId="{F7E03734-E1EE-48DE-9C2C-A02502A248C3}" dt="2021-06-26T15:09:53.321" v="36" actId="478"/>
          <ac:picMkLst>
            <pc:docMk/>
            <pc:sldMk cId="1720717751" sldId="264"/>
            <ac:picMk id="6" creationId="{E354104B-0801-4CA0-98FD-552E1846872B}"/>
          </ac:picMkLst>
        </pc:picChg>
        <pc:picChg chg="del">
          <ac:chgData name="郁儒 廖" userId="189a1d031aa848d3" providerId="LiveId" clId="{F7E03734-E1EE-48DE-9C2C-A02502A248C3}" dt="2021-06-26T15:09:49.855" v="33" actId="478"/>
          <ac:picMkLst>
            <pc:docMk/>
            <pc:sldMk cId="1720717751" sldId="264"/>
            <ac:picMk id="10" creationId="{F18BFCA9-F27F-4774-AB88-724DD1ACE7E9}"/>
          </ac:picMkLst>
        </pc:picChg>
        <pc:picChg chg="mod">
          <ac:chgData name="郁儒 廖" userId="189a1d031aa848d3" providerId="LiveId" clId="{F7E03734-E1EE-48DE-9C2C-A02502A248C3}" dt="2021-06-26T16:05:39.869" v="317" actId="1076"/>
          <ac:picMkLst>
            <pc:docMk/>
            <pc:sldMk cId="1720717751" sldId="264"/>
            <ac:picMk id="12" creationId="{F6E5B030-3DC8-4FED-84DB-3E594A744DF5}"/>
          </ac:picMkLst>
        </pc:picChg>
      </pc:sldChg>
      <pc:sldChg chg="modSp new mod">
        <pc:chgData name="郁儒 廖" userId="189a1d031aa848d3" providerId="LiveId" clId="{F7E03734-E1EE-48DE-9C2C-A02502A248C3}" dt="2021-06-26T16:01:50.347" v="280" actId="2711"/>
        <pc:sldMkLst>
          <pc:docMk/>
          <pc:sldMk cId="1214235823" sldId="265"/>
        </pc:sldMkLst>
        <pc:spChg chg="mod">
          <ac:chgData name="郁儒 廖" userId="189a1d031aa848d3" providerId="LiveId" clId="{F7E03734-E1EE-48DE-9C2C-A02502A248C3}" dt="2021-06-26T16:01:44.347" v="279" actId="2711"/>
          <ac:spMkLst>
            <pc:docMk/>
            <pc:sldMk cId="1214235823" sldId="265"/>
            <ac:spMk id="2" creationId="{C45B4BC6-4778-44D8-BC43-38E9FA09807D}"/>
          </ac:spMkLst>
        </pc:spChg>
        <pc:spChg chg="mod">
          <ac:chgData name="郁儒 廖" userId="189a1d031aa848d3" providerId="LiveId" clId="{F7E03734-E1EE-48DE-9C2C-A02502A248C3}" dt="2021-06-26T16:01:50.347" v="280" actId="2711"/>
          <ac:spMkLst>
            <pc:docMk/>
            <pc:sldMk cId="1214235823" sldId="265"/>
            <ac:spMk id="3" creationId="{13A791DE-558D-404E-B9D6-E2E18467D5B7}"/>
          </ac:spMkLst>
        </pc:spChg>
      </pc:sldChg>
      <pc:sldChg chg="addSp delSp modSp add mod">
        <pc:chgData name="郁儒 廖" userId="189a1d031aa848d3" providerId="LiveId" clId="{F7E03734-E1EE-48DE-9C2C-A02502A248C3}" dt="2021-06-27T14:23:37.521" v="387" actId="20577"/>
        <pc:sldMkLst>
          <pc:docMk/>
          <pc:sldMk cId="436955770" sldId="266"/>
        </pc:sldMkLst>
        <pc:spChg chg="del">
          <ac:chgData name="郁儒 廖" userId="189a1d031aa848d3" providerId="LiveId" clId="{F7E03734-E1EE-48DE-9C2C-A02502A248C3}" dt="2021-06-26T16:03:18.299" v="296" actId="478"/>
          <ac:spMkLst>
            <pc:docMk/>
            <pc:sldMk cId="436955770" sldId="266"/>
            <ac:spMk id="2" creationId="{46D4B5A4-2E12-4B48-997F-0A3F6BB8E5EE}"/>
          </ac:spMkLst>
        </pc:spChg>
        <pc:spChg chg="mod">
          <ac:chgData name="郁儒 廖" userId="189a1d031aa848d3" providerId="LiveId" clId="{F7E03734-E1EE-48DE-9C2C-A02502A248C3}" dt="2021-06-27T14:16:09.160" v="338" actId="20577"/>
          <ac:spMkLst>
            <pc:docMk/>
            <pc:sldMk cId="436955770" sldId="266"/>
            <ac:spMk id="6" creationId="{56B442F7-5136-4E93-9FE2-2CAC213991C3}"/>
          </ac:spMkLst>
        </pc:spChg>
        <pc:spChg chg="mod">
          <ac:chgData name="郁儒 廖" userId="189a1d031aa848d3" providerId="LiveId" clId="{F7E03734-E1EE-48DE-9C2C-A02502A248C3}" dt="2021-06-26T15:57:25.583" v="240" actId="20577"/>
          <ac:spMkLst>
            <pc:docMk/>
            <pc:sldMk cId="436955770" sldId="266"/>
            <ac:spMk id="7" creationId="{3C66C7FC-85B6-4F14-9AE1-6CD346D7F60C}"/>
          </ac:spMkLst>
        </pc:spChg>
        <pc:spChg chg="add del mod">
          <ac:chgData name="郁儒 廖" userId="189a1d031aa848d3" providerId="LiveId" clId="{F7E03734-E1EE-48DE-9C2C-A02502A248C3}" dt="2021-06-26T16:03:19.669" v="297" actId="478"/>
          <ac:spMkLst>
            <pc:docMk/>
            <pc:sldMk cId="436955770" sldId="266"/>
            <ac:spMk id="9" creationId="{EACDEBF3-A8A0-4D6F-ADEF-DF968F522A00}"/>
          </ac:spMkLst>
        </pc:spChg>
        <pc:spChg chg="add mod">
          <ac:chgData name="郁儒 廖" userId="189a1d031aa848d3" providerId="LiveId" clId="{F7E03734-E1EE-48DE-9C2C-A02502A248C3}" dt="2021-06-27T14:23:37.521" v="387" actId="20577"/>
          <ac:spMkLst>
            <pc:docMk/>
            <pc:sldMk cId="436955770" sldId="266"/>
            <ac:spMk id="10" creationId="{1EE41A3C-529C-4A3F-BE05-CD65AF5791C2}"/>
          </ac:spMkLst>
        </pc:spChg>
        <pc:graphicFrameChg chg="modGraphic">
          <ac:chgData name="郁儒 廖" userId="189a1d031aa848d3" providerId="LiveId" clId="{F7E03734-E1EE-48DE-9C2C-A02502A248C3}" dt="2021-06-26T17:36:46.386" v="318" actId="2084"/>
          <ac:graphicFrameMkLst>
            <pc:docMk/>
            <pc:sldMk cId="436955770" sldId="266"/>
            <ac:graphicFrameMk id="8" creationId="{006AF39E-8E64-46EE-89F2-035694BC962B}"/>
          </ac:graphicFrameMkLst>
        </pc:graphicFrameChg>
      </pc:sldChg>
      <pc:sldChg chg="addSp delSp modSp new mod">
        <pc:chgData name="郁儒 廖" userId="189a1d031aa848d3" providerId="LiveId" clId="{F7E03734-E1EE-48DE-9C2C-A02502A248C3}" dt="2021-06-29T05:07:12.884" v="403" actId="1035"/>
        <pc:sldMkLst>
          <pc:docMk/>
          <pc:sldMk cId="241416973" sldId="267"/>
        </pc:sldMkLst>
        <pc:spChg chg="mod">
          <ac:chgData name="郁儒 廖" userId="189a1d031aa848d3" providerId="LiveId" clId="{F7E03734-E1EE-48DE-9C2C-A02502A248C3}" dt="2021-06-27T14:19:51.970" v="374" actId="108"/>
          <ac:spMkLst>
            <pc:docMk/>
            <pc:sldMk cId="241416973" sldId="267"/>
            <ac:spMk id="2" creationId="{D6A8277B-EDA6-452C-9F3A-ACBBCEC32FC4}"/>
          </ac:spMkLst>
        </pc:spChg>
        <pc:spChg chg="del">
          <ac:chgData name="郁儒 廖" userId="189a1d031aa848d3" providerId="LiveId" clId="{F7E03734-E1EE-48DE-9C2C-A02502A248C3}" dt="2021-06-27T14:18:27.624" v="358"/>
          <ac:spMkLst>
            <pc:docMk/>
            <pc:sldMk cId="241416973" sldId="267"/>
            <ac:spMk id="3" creationId="{0CC80AB5-D57B-4FE1-A7E8-BC00F6DC7E0D}"/>
          </ac:spMkLst>
        </pc:spChg>
        <pc:picChg chg="add mod ord">
          <ac:chgData name="郁儒 廖" userId="189a1d031aa848d3" providerId="LiveId" clId="{F7E03734-E1EE-48DE-9C2C-A02502A248C3}" dt="2021-06-27T14:20:08.969" v="380" actId="1076"/>
          <ac:picMkLst>
            <pc:docMk/>
            <pc:sldMk cId="241416973" sldId="267"/>
            <ac:picMk id="5" creationId="{3407E8DD-85EC-4C6E-A845-8088A23510E7}"/>
          </ac:picMkLst>
        </pc:picChg>
        <pc:picChg chg="add mod modCrop">
          <ac:chgData name="郁儒 廖" userId="189a1d031aa848d3" providerId="LiveId" clId="{F7E03734-E1EE-48DE-9C2C-A02502A248C3}" dt="2021-06-29T05:07:12.884" v="403" actId="1035"/>
          <ac:picMkLst>
            <pc:docMk/>
            <pc:sldMk cId="241416973" sldId="267"/>
            <ac:picMk id="7" creationId="{5C606B4B-5B79-496C-9B21-4C061E6C1E6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8093E5-9E32-46CB-9BD1-CF3DC61B1798}" type="datetimeFigureOut">
              <a:rPr lang="zh-TW" altLang="en-US" smtClean="0"/>
              <a:t>2022/1/4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1738E-A880-49BD-B814-06B562C383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6411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2989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948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5525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3525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3772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2222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3260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7866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9384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38178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3637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4397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82288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1847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11777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68071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83816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1738E-A880-49BD-B814-06B562C38314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027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3AABAC-6B8E-458B-87A9-FC95DF0B8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71B5578-F299-4881-8B5B-102DDAA79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84E2F50-9F48-4153-B7FB-AE89C9F8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8BE511-9E7D-4A66-B9D9-10D3819E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5E1956-0432-4163-B095-BE9592A1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3260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724DBA-E9AB-4458-8D72-D1246856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92CF5B-48D0-486D-BDE5-702510CF3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C1CA7C-731F-42D8-9E66-E55ACB51A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B2252B-3157-43F1-BDB9-D5E06E5E1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48BD8F-585C-4901-AAD4-C8A30024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099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F83A60-D16F-4B0A-A2D5-0CF74289D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B30B74-D6CF-41E7-894C-2E9D290BE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F89CFB-10FA-4ABB-BBE0-5D82B4978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B75838-7C4B-414C-AB5A-D6E9CC016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0D81BAC-02FA-43D7-82F7-37BA220AC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255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1A3CAF-2D56-4F31-A4DA-4ACE1AD6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323DF0-8F79-43AF-B6B1-5DDBDE61B2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7CE4B7C-31E0-4994-BDB4-7E3D7D0AA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1FD789-2003-43D6-A165-5FB527BB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C5753D-B95D-4D58-AE0C-17ABA6690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4E2808E-C4E2-4D43-B0F8-AF225F342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698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70C2EE-D1F1-4E59-BC1D-45244DBBB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6272FEA-976A-46B4-80CB-B4F073C06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B90053-F827-46C2-8CA9-C4803CF67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6A95FC0-310C-435C-A28E-2349643C8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2137BD6-A73C-48CF-AF8E-BADAFDA98E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E8CB200-2405-4077-AF2B-BB45D6A8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2022/1/4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53B3E4-697D-4346-A4F6-25009467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3603104-FBBC-47F6-B186-4B034EE5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60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20AB8C-172F-4256-912D-2ABF69676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15EC422-CFDD-4192-8D7B-E749FC8C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2022/1/4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379ACF-F041-4A75-88E9-844E576F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6303947-7C54-46F8-8A6C-9740764B4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95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8F5FEF2-1B25-499E-ADEF-336142F0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2022/1/4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534BB4-23D8-4326-A942-3A40EDC8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862594-5ADB-4578-BBBC-DA6FD707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768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FDC25A-2D74-4FD9-A623-2AC6DA94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FD3C7A-03FA-4F7D-82BE-E415D6064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4373B6B-7224-433D-B944-619CC07EB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5A10749-EBB6-4433-83D9-C9F3F133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51CCFD6-CDD0-4036-9EB5-10A41441A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1ADF89F-1605-4E7C-B65D-735D72BD3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1869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DAEBBF-E5A1-4483-A48B-35A46F4C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515D8BB-761E-470D-BD12-60F8515C3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2DBCFAA-8436-4014-A249-727DD9BA6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A481B0-C03C-4ADD-AF5D-B68095E0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2022/1/4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28C2B1C-0BCE-49C6-9F15-AD78FFE2C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EE5F118-8F1E-4318-9458-203921105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439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8D3A47-B576-4E78-AFD8-969CE5C3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C8E1B31-5433-408D-83C5-7E7E3A0C1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0BA576-DD3F-4D3F-A1E4-8C2C20E3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A458E2-B47E-4BFC-9417-D71FB1D99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4CA44-F054-4C5E-A20D-66475D2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0075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B695474-749B-46ED-8421-5CF8F3E50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5F59AFC-9F25-4896-8342-7C00D9907A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B817EC-97FE-4024-9A6C-38E83AD7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23A0-705C-4784-8939-75A5005BCEE5}" type="datetimeFigureOut">
              <a:rPr lang="zh-TW" altLang="en-US" smtClean="0"/>
              <a:t>2022/1/4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A8F477-E65E-481A-B117-0C96774C7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AA5132-440A-428F-B04E-D89094DD1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2750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08F0E7A-AAF4-41A0-921F-E7CF53951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653E51-E47D-4FA4-BF3A-2EB883BCD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8EF7A0-37CE-4C90-91E0-19707D2A98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423A0-705C-4784-8939-75A5005BCEE5}" type="datetimeFigureOut">
              <a:rPr lang="zh-TW" altLang="en-US" smtClean="0"/>
              <a:t>2022/1/4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FD17EE-A0D2-4BEF-8A28-0945579BA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C8CD83-5395-4058-83B2-77176E37F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5E96E-5A4E-4A33-ACA9-CDB82D96BC1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2199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63378F-50B2-45BD-A6DA-5CB61DB24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5101" y="1792199"/>
            <a:ext cx="10221798" cy="1030293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longest common subsequence of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Thue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-Morse words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E7239B-5619-42E5-947E-7CC9BEF1F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177017"/>
          </a:xfrm>
        </p:spPr>
        <p:txBody>
          <a:bodyPr>
            <a:normAutofit/>
          </a:bodyPr>
          <a:lstStyle/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Joakim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Blikstad</a:t>
            </a:r>
            <a:endParaRPr lang="en-US" altLang="zh-TW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Letters, Volume 164, December 2020</a:t>
            </a: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943A7B3-D75F-42BE-987F-B5D29452E318}"/>
              </a:ext>
            </a:extLst>
          </p:cNvPr>
          <p:cNvSpPr txBox="1">
            <a:spLocks/>
          </p:cNvSpPr>
          <p:nvPr/>
        </p:nvSpPr>
        <p:spPr>
          <a:xfrm>
            <a:off x="9177555" y="5393255"/>
            <a:ext cx="2471956" cy="820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Presenter :</a:t>
            </a:r>
            <a:r>
              <a:rPr lang="zh-TW" altLang="en-US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Yu-Ju Liao</a:t>
            </a:r>
          </a:p>
          <a:p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Date :</a:t>
            </a:r>
            <a:r>
              <a:rPr lang="zh-TW" altLang="en-US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Jun.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04, 2022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905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F29CD-F8CF-4F47-92BE-649B8453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44A68A-3CE0-4A7F-9A14-0740120E0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50944"/>
            <a:ext cx="109728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a(n) of the longest common subsequence of the nth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-Morse word and its bitwise complement is studied. An open problem suggested by Jean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Berstel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2006 is to find a formula for a(n). In this paper we prove new lower bounds on a(n) by explicitly constructing a common subsequence between the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-Morse words and their bitwise complement. We obtain the lower bound a(n) = 2n(1 − o(1)), saying that when n grows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large, the fraction of omitted symbols in the longest common subsequence of the nth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-Morse word and its bitwise complement goes to 0. We further generalize to any prefix of the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-Morse sequence, where we prove similar lower bounds.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591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Thue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-Morse sequence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5CC58F2-1F2E-452A-8A95-E2D7ED3A5C05}"/>
              </a:ext>
            </a:extLst>
          </p:cNvPr>
          <p:cNvSpPr txBox="1"/>
          <p:nvPr/>
        </p:nvSpPr>
        <p:spPr>
          <a:xfrm>
            <a:off x="1133976" y="1757527"/>
            <a:ext cx="932034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Thue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-Morse sequence starts as follows </a:t>
            </a:r>
          </a:p>
          <a:p>
            <a:pPr lvl="1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011010011 0010110 ...</a:t>
            </a:r>
            <a:endParaRPr lang="zh-TW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163042AE-1FB5-4F69-80A9-0792EEEDE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298145"/>
              </p:ext>
            </p:extLst>
          </p:nvPr>
        </p:nvGraphicFramePr>
        <p:xfrm>
          <a:off x="2321754" y="3123731"/>
          <a:ext cx="2429356" cy="2210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4678">
                  <a:extLst>
                    <a:ext uri="{9D8B030D-6E8A-4147-A177-3AD203B41FA5}">
                      <a16:colId xmlns:a16="http://schemas.microsoft.com/office/drawing/2014/main" val="3202885731"/>
                    </a:ext>
                  </a:extLst>
                </a:gridCol>
                <a:gridCol w="1214678">
                  <a:extLst>
                    <a:ext uri="{9D8B030D-6E8A-4147-A177-3AD203B41FA5}">
                      <a16:colId xmlns:a16="http://schemas.microsoft.com/office/drawing/2014/main" val="3315872570"/>
                    </a:ext>
                  </a:extLst>
                </a:gridCol>
              </a:tblGrid>
              <a:tr h="381234">
                <a:tc>
                  <a:txBody>
                    <a:bodyPr/>
                    <a:lstStyle/>
                    <a:p>
                      <a:r>
                        <a:rPr lang="en-US" altLang="zh-TW" dirty="0"/>
                        <a:t>0000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641149"/>
                  </a:ext>
                </a:extLst>
              </a:tr>
              <a:tr h="355964">
                <a:tc>
                  <a:txBody>
                    <a:bodyPr/>
                    <a:lstStyle/>
                    <a:p>
                      <a:r>
                        <a:rPr lang="en-US" altLang="zh-TW" dirty="0"/>
                        <a:t>000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049988"/>
                  </a:ext>
                </a:extLst>
              </a:tr>
              <a:tr h="355964">
                <a:tc>
                  <a:txBody>
                    <a:bodyPr/>
                    <a:lstStyle/>
                    <a:p>
                      <a:r>
                        <a:rPr lang="en-US" altLang="zh-TW" dirty="0"/>
                        <a:t>00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87239"/>
                  </a:ext>
                </a:extLst>
              </a:tr>
              <a:tr h="355964">
                <a:tc>
                  <a:txBody>
                    <a:bodyPr/>
                    <a:lstStyle/>
                    <a:p>
                      <a:r>
                        <a:rPr lang="en-US" altLang="zh-TW" dirty="0"/>
                        <a:t>00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256985"/>
                  </a:ext>
                </a:extLst>
              </a:tr>
              <a:tr h="355964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024210"/>
                  </a:ext>
                </a:extLst>
              </a:tr>
              <a:tr h="355964"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855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29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Thue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-Morse words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93F202A-8D27-41AB-A84B-3A5B4AA0F947}"/>
              </a:ext>
            </a:extLst>
          </p:cNvPr>
          <p:cNvSpPr txBox="1"/>
          <p:nvPr/>
        </p:nvSpPr>
        <p:spPr>
          <a:xfrm>
            <a:off x="1011428" y="1595021"/>
            <a:ext cx="95560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μ denote the morphism on {0, 1} defined by </a:t>
            </a:r>
          </a:p>
          <a:p>
            <a:pPr lvl="1"/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μ(0) = 01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μ(1) = 10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 ≥ 0 then </a:t>
            </a:r>
          </a:p>
          <a:p>
            <a:pPr marL="857250" lvl="1" indent="-400050">
              <a:buAutoNum type="romanLcParenBoth"/>
            </a:pPr>
            <a:r>
              <a:rPr lang="el-GR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TW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= </a:t>
            </a:r>
            <a:r>
              <a:rPr lang="el-GR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TW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 where z denotes taking the bitwise complement of z (i.e., swapping 0s and 1s).</a:t>
            </a:r>
          </a:p>
          <a:p>
            <a:pPr marL="857250" lvl="1" indent="-400050">
              <a:buAutoNum type="romanLcParenBoth"/>
            </a:pPr>
            <a:r>
              <a:rPr lang="el-GR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TW" sz="2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 = </a:t>
            </a:r>
            <a:r>
              <a:rPr lang="el-GR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TW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TW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(0)). </a:t>
            </a:r>
          </a:p>
          <a:p>
            <a:pPr marL="857250" lvl="1" indent="-400050">
              <a:buAutoNum type="romanLcParenBoth" startAt="3"/>
            </a:pP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l-GR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TW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 |  = 2</a:t>
            </a:r>
            <a:r>
              <a:rPr lang="en-US" altLang="zh-TW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TW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00050">
              <a:buAutoNum type="romanLcParenBoth" startAt="3"/>
            </a:pPr>
            <a:r>
              <a:rPr lang="el-GR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TW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n+1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 = </a:t>
            </a:r>
            <a:r>
              <a:rPr lang="el-GR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TW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l-GR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TW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and </a:t>
            </a:r>
            <a:r>
              <a:rPr lang="el-GR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TW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n+1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= </a:t>
            </a:r>
            <a:r>
              <a:rPr lang="el-GR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TW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el-GR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altLang="zh-TW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(0).</a:t>
            </a:r>
            <a:endParaRPr lang="zh-TW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Thue</a:t>
            </a:r>
            <a:r>
              <a:rPr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-Morse words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C7D0B7F-465B-432D-BA5C-DA58FEC4A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592" y="5203173"/>
            <a:ext cx="5747503" cy="1135011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C9F1B4D-ED49-4FD3-8BCA-F0EC5469A86C}"/>
              </a:ext>
            </a:extLst>
          </p:cNvPr>
          <p:cNvSpPr txBox="1"/>
          <p:nvPr/>
        </p:nvSpPr>
        <p:spPr>
          <a:xfrm>
            <a:off x="976667" y="628740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011010011 0010110 ...</a:t>
            </a:r>
            <a:endParaRPr lang="zh-TW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924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a(n),b(n)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74971E1-60EF-43D3-8CC4-76418B68D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326" y="2865652"/>
            <a:ext cx="3638450" cy="3489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5F5CEDF-5DCB-482E-9A60-0137D0CE5FDB}"/>
                  </a:ext>
                </a:extLst>
              </p:cNvPr>
              <p:cNvSpPr txBox="1"/>
              <p:nvPr/>
            </p:nvSpPr>
            <p:spPr>
              <a:xfrm>
                <a:off x="1440217" y="1583604"/>
                <a:ext cx="447574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0110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10011 0010110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1001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01100 1101001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5F5CEDF-5DCB-482E-9A60-0137D0CE5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217" y="1583604"/>
                <a:ext cx="4475747" cy="954107"/>
              </a:xfrm>
              <a:prstGeom prst="rect">
                <a:avLst/>
              </a:prstGeom>
              <a:blipFill>
                <a:blip r:embed="rId4"/>
                <a:stretch>
                  <a:fillRect l="-2725" t="-7051" b="-173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4A4A921-E664-4E7A-B1C3-A386589CB57E}"/>
              </a:ext>
            </a:extLst>
          </p:cNvPr>
          <p:cNvSpPr/>
          <p:nvPr/>
        </p:nvSpPr>
        <p:spPr>
          <a:xfrm>
            <a:off x="1619326" y="3516198"/>
            <a:ext cx="1557507" cy="48076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142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a(n),b(n)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74971E1-60EF-43D3-8CC4-76418B68D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326" y="2865652"/>
            <a:ext cx="3638450" cy="3489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5F5CEDF-5DCB-482E-9A60-0137D0CE5FDB}"/>
                  </a:ext>
                </a:extLst>
              </p:cNvPr>
              <p:cNvSpPr txBox="1"/>
              <p:nvPr/>
            </p:nvSpPr>
            <p:spPr>
              <a:xfrm>
                <a:off x="1440217" y="1583604"/>
                <a:ext cx="447574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1010011 0010110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8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acc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0101100 1101001</a:t>
                </a:r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5F5CEDF-5DCB-482E-9A60-0137D0CE5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217" y="1583604"/>
                <a:ext cx="4475747" cy="954107"/>
              </a:xfrm>
              <a:prstGeom prst="rect">
                <a:avLst/>
              </a:prstGeom>
              <a:blipFill>
                <a:blip r:embed="rId4"/>
                <a:stretch>
                  <a:fillRect l="-2725" t="-7051" b="-173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4A4A921-E664-4E7A-B1C3-A386589CB57E}"/>
              </a:ext>
            </a:extLst>
          </p:cNvPr>
          <p:cNvSpPr/>
          <p:nvPr/>
        </p:nvSpPr>
        <p:spPr>
          <a:xfrm>
            <a:off x="3514114" y="3515806"/>
            <a:ext cx="1557507" cy="480767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667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CS(k)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E42BC45-6165-4538-8975-B8B1F5E08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624" y="1780072"/>
            <a:ext cx="5255569" cy="3470658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E37A544-E521-42FB-BEFE-0171B7A733D1}"/>
              </a:ext>
            </a:extLst>
          </p:cNvPr>
          <p:cNvCxnSpPr/>
          <p:nvPr/>
        </p:nvCxnSpPr>
        <p:spPr>
          <a:xfrm>
            <a:off x="3978111" y="2309567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4DAEDCB-3E21-423E-91D5-E3E68107936F}"/>
              </a:ext>
            </a:extLst>
          </p:cNvPr>
          <p:cNvCxnSpPr/>
          <p:nvPr/>
        </p:nvCxnSpPr>
        <p:spPr>
          <a:xfrm>
            <a:off x="4186408" y="3364571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9D2C6EC3-E52D-4462-B996-96D9ADCC11FC}"/>
              </a:ext>
            </a:extLst>
          </p:cNvPr>
          <p:cNvCxnSpPr/>
          <p:nvPr/>
        </p:nvCxnSpPr>
        <p:spPr>
          <a:xfrm>
            <a:off x="4480210" y="4374810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90C1792-F909-4025-839E-1339B5AFCB99}"/>
              </a:ext>
            </a:extLst>
          </p:cNvPr>
          <p:cNvCxnSpPr/>
          <p:nvPr/>
        </p:nvCxnSpPr>
        <p:spPr>
          <a:xfrm>
            <a:off x="5160511" y="4398979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05512D6-4670-41E3-AB75-ADE881AC1CE5}"/>
              </a:ext>
            </a:extLst>
          </p:cNvPr>
          <p:cNvCxnSpPr/>
          <p:nvPr/>
        </p:nvCxnSpPr>
        <p:spPr>
          <a:xfrm>
            <a:off x="5911937" y="4398979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224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CS(k)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E42BC45-6165-4538-8975-B8B1F5E08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624" y="1780072"/>
            <a:ext cx="5255569" cy="3470658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E37A544-E521-42FB-BEFE-0171B7A733D1}"/>
              </a:ext>
            </a:extLst>
          </p:cNvPr>
          <p:cNvCxnSpPr/>
          <p:nvPr/>
        </p:nvCxnSpPr>
        <p:spPr>
          <a:xfrm>
            <a:off x="3978111" y="2309567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4DAEDCB-3E21-423E-91D5-E3E68107936F}"/>
              </a:ext>
            </a:extLst>
          </p:cNvPr>
          <p:cNvCxnSpPr/>
          <p:nvPr/>
        </p:nvCxnSpPr>
        <p:spPr>
          <a:xfrm>
            <a:off x="4186408" y="3364571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9D2C6EC3-E52D-4462-B996-96D9ADCC11FC}"/>
              </a:ext>
            </a:extLst>
          </p:cNvPr>
          <p:cNvCxnSpPr/>
          <p:nvPr/>
        </p:nvCxnSpPr>
        <p:spPr>
          <a:xfrm>
            <a:off x="4480210" y="4374810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90C1792-F909-4025-839E-1339B5AFCB99}"/>
              </a:ext>
            </a:extLst>
          </p:cNvPr>
          <p:cNvCxnSpPr/>
          <p:nvPr/>
        </p:nvCxnSpPr>
        <p:spPr>
          <a:xfrm>
            <a:off x="5160511" y="4398979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05512D6-4670-41E3-AB75-ADE881AC1CE5}"/>
              </a:ext>
            </a:extLst>
          </p:cNvPr>
          <p:cNvCxnSpPr/>
          <p:nvPr/>
        </p:nvCxnSpPr>
        <p:spPr>
          <a:xfrm>
            <a:off x="5911937" y="4398979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67F15551-1149-4706-B74A-6864BDAC1928}"/>
              </a:ext>
            </a:extLst>
          </p:cNvPr>
          <p:cNvSpPr/>
          <p:nvPr/>
        </p:nvSpPr>
        <p:spPr>
          <a:xfrm>
            <a:off x="4553147" y="3982483"/>
            <a:ext cx="735290" cy="42420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AA555207-150E-4EAB-9030-F770C9E05165}"/>
              </a:ext>
            </a:extLst>
          </p:cNvPr>
          <p:cNvSpPr/>
          <p:nvPr/>
        </p:nvSpPr>
        <p:spPr>
          <a:xfrm>
            <a:off x="5213024" y="4510555"/>
            <a:ext cx="735290" cy="42420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907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CS(k)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E42BC45-6165-4538-8975-B8B1F5E08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624" y="1780072"/>
            <a:ext cx="5255569" cy="3470658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E37A544-E521-42FB-BEFE-0171B7A733D1}"/>
              </a:ext>
            </a:extLst>
          </p:cNvPr>
          <p:cNvCxnSpPr/>
          <p:nvPr/>
        </p:nvCxnSpPr>
        <p:spPr>
          <a:xfrm>
            <a:off x="3978111" y="2309567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4DAEDCB-3E21-423E-91D5-E3E68107936F}"/>
              </a:ext>
            </a:extLst>
          </p:cNvPr>
          <p:cNvCxnSpPr/>
          <p:nvPr/>
        </p:nvCxnSpPr>
        <p:spPr>
          <a:xfrm>
            <a:off x="4186408" y="3364571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9D2C6EC3-E52D-4462-B996-96D9ADCC11FC}"/>
              </a:ext>
            </a:extLst>
          </p:cNvPr>
          <p:cNvCxnSpPr/>
          <p:nvPr/>
        </p:nvCxnSpPr>
        <p:spPr>
          <a:xfrm>
            <a:off x="4480210" y="4374810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90C1792-F909-4025-839E-1339B5AFCB99}"/>
              </a:ext>
            </a:extLst>
          </p:cNvPr>
          <p:cNvCxnSpPr/>
          <p:nvPr/>
        </p:nvCxnSpPr>
        <p:spPr>
          <a:xfrm>
            <a:off x="5160511" y="4398979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05512D6-4670-41E3-AB75-ADE881AC1CE5}"/>
              </a:ext>
            </a:extLst>
          </p:cNvPr>
          <p:cNvCxnSpPr/>
          <p:nvPr/>
        </p:nvCxnSpPr>
        <p:spPr>
          <a:xfrm>
            <a:off x="5911937" y="4380125"/>
            <a:ext cx="150829" cy="226243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67F15551-1149-4706-B74A-6864BDAC1928}"/>
              </a:ext>
            </a:extLst>
          </p:cNvPr>
          <p:cNvSpPr/>
          <p:nvPr/>
        </p:nvSpPr>
        <p:spPr>
          <a:xfrm>
            <a:off x="3874417" y="3982483"/>
            <a:ext cx="735290" cy="42420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AA555207-150E-4EAB-9030-F770C9E05165}"/>
              </a:ext>
            </a:extLst>
          </p:cNvPr>
          <p:cNvSpPr/>
          <p:nvPr/>
        </p:nvSpPr>
        <p:spPr>
          <a:xfrm>
            <a:off x="4534294" y="4510555"/>
            <a:ext cx="735290" cy="42420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AEBDC30-6BB2-402F-BE09-6EF040E35F2F}"/>
              </a:ext>
            </a:extLst>
          </p:cNvPr>
          <p:cNvSpPr/>
          <p:nvPr/>
        </p:nvSpPr>
        <p:spPr>
          <a:xfrm>
            <a:off x="5271150" y="3974628"/>
            <a:ext cx="735290" cy="424206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4CC86451-6B49-4C72-8A7B-DD7BF1836050}"/>
              </a:ext>
            </a:extLst>
          </p:cNvPr>
          <p:cNvSpPr/>
          <p:nvPr/>
        </p:nvSpPr>
        <p:spPr>
          <a:xfrm>
            <a:off x="5895801" y="4510555"/>
            <a:ext cx="735290" cy="424206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0990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f(k)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E42BC45-6165-4538-8975-B8B1F5E08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624" y="1780072"/>
            <a:ext cx="5255569" cy="3470658"/>
          </a:xfrm>
          <a:prstGeom prst="rect">
            <a:avLst/>
          </a:prstGeom>
        </p:spPr>
      </p:pic>
      <p:sp>
        <p:nvSpPr>
          <p:cNvPr id="5" name="橢圓 4">
            <a:extLst>
              <a:ext uri="{FF2B5EF4-FFF2-40B4-BE49-F238E27FC236}">
                <a16:creationId xmlns:a16="http://schemas.microsoft.com/office/drawing/2014/main" id="{798A4C40-7026-4715-889A-BA03435F8AF1}"/>
              </a:ext>
            </a:extLst>
          </p:cNvPr>
          <p:cNvSpPr/>
          <p:nvPr/>
        </p:nvSpPr>
        <p:spPr>
          <a:xfrm>
            <a:off x="4471496" y="3991907"/>
            <a:ext cx="904972" cy="4481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A8D7FB6-E948-449A-91DB-CBE732D9F12B}"/>
              </a:ext>
            </a:extLst>
          </p:cNvPr>
          <p:cNvSpPr/>
          <p:nvPr/>
        </p:nvSpPr>
        <p:spPr>
          <a:xfrm>
            <a:off x="5891088" y="3986849"/>
            <a:ext cx="904972" cy="4481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A62C4D4-E443-4064-8296-9C98ADA2AE85}"/>
              </a:ext>
            </a:extLst>
          </p:cNvPr>
          <p:cNvSpPr txBox="1"/>
          <p:nvPr/>
        </p:nvSpPr>
        <p:spPr>
          <a:xfrm>
            <a:off x="1454206" y="5340114"/>
            <a:ext cx="4468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dirty="0"/>
              <a:t>f (k)</a:t>
            </a:r>
            <a:endParaRPr lang="zh-TW" altLang="en-US" sz="2800" dirty="0"/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8B55B1C1-B9C7-465D-83F6-95491BE0D3D2}"/>
              </a:ext>
            </a:extLst>
          </p:cNvPr>
          <p:cNvGrpSpPr/>
          <p:nvPr/>
        </p:nvGrpSpPr>
        <p:grpSpPr>
          <a:xfrm>
            <a:off x="2061720" y="5849643"/>
            <a:ext cx="3971925" cy="422357"/>
            <a:chOff x="2061720" y="5849643"/>
            <a:chExt cx="3971925" cy="422357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3D18EFFD-2E4B-4A90-B867-2232B4B97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61720" y="5900525"/>
              <a:ext cx="1752600" cy="371475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0090F0C9-7376-49DA-984E-B080981EC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14320" y="5849643"/>
              <a:ext cx="2219325" cy="4000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17323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f(k)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A62C4D4-E443-4064-8296-9C98ADA2AE85}"/>
              </a:ext>
            </a:extLst>
          </p:cNvPr>
          <p:cNvSpPr txBox="1"/>
          <p:nvPr/>
        </p:nvSpPr>
        <p:spPr>
          <a:xfrm>
            <a:off x="1199682" y="1741570"/>
            <a:ext cx="44683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dirty="0"/>
              <a:t>For every integer k ≥ 0,</a:t>
            </a:r>
            <a:endParaRPr lang="zh-TW" altLang="en-US" sz="2800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E2D3368-A4A7-4B5C-862E-BB585B1F3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2445470"/>
            <a:ext cx="4076700" cy="60960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15098883-2C59-4F93-B6D6-49569124540E}"/>
              </a:ext>
            </a:extLst>
          </p:cNvPr>
          <p:cNvSpPr txBox="1"/>
          <p:nvPr/>
        </p:nvSpPr>
        <p:spPr>
          <a:xfrm>
            <a:off x="1331657" y="2991439"/>
            <a:ext cx="60944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altLang="zh-TW" sz="2800" dirty="0"/>
              <a:t>k = 3,	</a:t>
            </a:r>
          </a:p>
          <a:p>
            <a:r>
              <a:rPr lang="en-US" altLang="zh-TW" sz="2800" dirty="0"/>
              <a:t>	</a:t>
            </a:r>
            <a:r>
              <a:rPr lang="el-GR" altLang="zh-TW" sz="2800" dirty="0"/>
              <a:t>μ</a:t>
            </a:r>
            <a:r>
              <a:rPr lang="el-GR" altLang="zh-TW" sz="2800" baseline="30000" dirty="0"/>
              <a:t>4</a:t>
            </a:r>
            <a:r>
              <a:rPr lang="el-GR" altLang="zh-TW" sz="2800" dirty="0"/>
              <a:t>(0) = 0110 1001 1001 0110</a:t>
            </a:r>
          </a:p>
          <a:p>
            <a:r>
              <a:rPr lang="en-US" altLang="zh-TW" sz="2800" dirty="0"/>
              <a:t>	</a:t>
            </a:r>
            <a:r>
              <a:rPr lang="el-GR" altLang="zh-TW" sz="2800" dirty="0"/>
              <a:t>μ</a:t>
            </a:r>
            <a:r>
              <a:rPr lang="el-GR" altLang="zh-TW" sz="2800" baseline="30000" dirty="0"/>
              <a:t>4</a:t>
            </a:r>
            <a:r>
              <a:rPr lang="el-GR" altLang="zh-TW" sz="2800" dirty="0"/>
              <a:t>(1) = 1001 0110 0110 1001</a:t>
            </a:r>
            <a:endParaRPr lang="en-US" altLang="zh-TW" sz="2800" dirty="0"/>
          </a:p>
          <a:p>
            <a:endParaRPr lang="en-US" altLang="zh-TW" sz="28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 dirty="0"/>
              <a:t> </a:t>
            </a:r>
            <a:endParaRPr lang="en-US" altLang="zh-TW" sz="2800" dirty="0"/>
          </a:p>
          <a:p>
            <a:endParaRPr lang="zh-TW" altLang="en-US" sz="2800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B06330E8-D6C0-4FBF-BA03-45686BB1DA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125" y="4670589"/>
            <a:ext cx="51720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28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a(n) = 2</a:t>
            </a:r>
            <a:r>
              <a:rPr lang="pt-BR" altLang="zh-TW" sz="4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(1 − O(n</a:t>
            </a:r>
            <a:r>
              <a:rPr lang="pt-BR" altLang="zh-TW" sz="4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−1</a:t>
            </a:r>
            <a:r>
              <a:rPr lang="pt-BR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A62C4D4-E443-4064-8296-9C98ADA2AE85}"/>
              </a:ext>
            </a:extLst>
          </p:cNvPr>
          <p:cNvSpPr txBox="1"/>
          <p:nvPr/>
        </p:nvSpPr>
        <p:spPr>
          <a:xfrm>
            <a:off x="1199682" y="1741570"/>
            <a:ext cx="446830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|CS(k)| =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 to all n,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22" name="群組 21">
            <a:extLst>
              <a:ext uri="{FF2B5EF4-FFF2-40B4-BE49-F238E27FC236}">
                <a16:creationId xmlns:a16="http://schemas.microsoft.com/office/drawing/2014/main" id="{949FFD57-BB81-4D3C-A337-9F543C9BE6ED}"/>
              </a:ext>
            </a:extLst>
          </p:cNvPr>
          <p:cNvGrpSpPr/>
          <p:nvPr/>
        </p:nvGrpSpPr>
        <p:grpSpPr>
          <a:xfrm>
            <a:off x="3115733" y="1807205"/>
            <a:ext cx="7763463" cy="495300"/>
            <a:chOff x="3254725" y="5598246"/>
            <a:chExt cx="7763463" cy="495300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D3253C63-86C6-49CB-95B4-BA3F6976E31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9843"/>
            <a:stretch/>
          </p:blipFill>
          <p:spPr>
            <a:xfrm>
              <a:off x="3254725" y="5607673"/>
              <a:ext cx="5038725" cy="360673"/>
            </a:xfrm>
            <a:prstGeom prst="rect">
              <a:avLst/>
            </a:prstGeom>
          </p:spPr>
        </p:pic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15DB0113-F774-4B8C-BE8B-93B82A8D0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36888" y="5598246"/>
              <a:ext cx="2781300" cy="495300"/>
            </a:xfrm>
            <a:prstGeom prst="rect">
              <a:avLst/>
            </a:prstGeom>
          </p:spPr>
        </p:pic>
      </p:grpSp>
      <p:pic>
        <p:nvPicPr>
          <p:cNvPr id="24" name="圖片 23">
            <a:extLst>
              <a:ext uri="{FF2B5EF4-FFF2-40B4-BE49-F238E27FC236}">
                <a16:creationId xmlns:a16="http://schemas.microsoft.com/office/drawing/2014/main" id="{D676D0FB-8E21-495D-803F-86D9B116019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1708"/>
          <a:stretch/>
        </p:blipFill>
        <p:spPr>
          <a:xfrm>
            <a:off x="1681163" y="2252367"/>
            <a:ext cx="5581650" cy="89985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DCEDFF2-75EF-49AF-84A0-41BFDBE61EB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485"/>
          <a:stretch/>
        </p:blipFill>
        <p:spPr>
          <a:xfrm>
            <a:off x="2001896" y="3997766"/>
            <a:ext cx="7486650" cy="199699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177F68F-686B-4458-850B-25571726EC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7168" y="6045641"/>
            <a:ext cx="2771775" cy="5143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DEA4EC1-5A1A-4E2A-8721-23A3FB5588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9500" y="5994759"/>
            <a:ext cx="1485900" cy="56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10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b(n) =</a:t>
            </a:r>
            <a:r>
              <a:rPr lang="pt-BR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n(1 − O( 1</a:t>
            </a:r>
            <a:r>
              <a:rPr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BR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logn ))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A62C4D4-E443-4064-8296-9C98ADA2AE85}"/>
                  </a:ext>
                </a:extLst>
              </p:cNvPr>
              <p:cNvSpPr txBox="1"/>
              <p:nvPr/>
            </p:nvSpPr>
            <p:spPr>
              <a:xfrm>
                <a:off x="1199682" y="1741570"/>
                <a:ext cx="11422809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 </a:t>
                </a:r>
                <a:r>
                  <a:rPr lang="en-US" altLang="zh-TW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01101001</a:t>
                </a:r>
                <a:r>
                  <a:rPr lang="en-US" altLang="zh-TW" sz="28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1001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011 …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 &lt; |t| &lt; 16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 &lt;  |t|-8 &lt; 8</a:t>
                </a:r>
              </a:p>
              <a:p>
                <a:pPr marL="914400" lvl="1" indent="-457200">
                  <a:buFont typeface="Arial" panose="020B0604020202020204" pitchFamily="34" charset="0"/>
                  <a:buChar char="•"/>
                </a:pPr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There is at most one block of size 2</a:t>
                </a:r>
                <a:r>
                  <a:rPr lang="en-US" altLang="zh-TW" sz="2800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each 1 ≤ k ≤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  <m:r>
                          <m:rPr>
                            <m:nor/>
                          </m:rPr>
                          <a:rPr lang="en-US" altLang="zh-TW" sz="28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TW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altLang="zh-TW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  <m:r>
                          <m:rPr>
                            <m:nor/>
                          </m:rPr>
                          <a:rPr lang="en-US" altLang="zh-TW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all n ≥ 1, there exists a common subsequence between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altLang="zh-TW" sz="28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TW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altLang="zh-TW" sz="28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e>
                    </m:acc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length at least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A62C4D4-E443-4064-8296-9C98ADA2A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82" y="1741570"/>
                <a:ext cx="11422809" cy="4401205"/>
              </a:xfrm>
              <a:prstGeom prst="rect">
                <a:avLst/>
              </a:prstGeom>
              <a:blipFill>
                <a:blip r:embed="rId3"/>
                <a:stretch>
                  <a:fillRect l="-961" t="-1524" b="-2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10">
            <a:extLst>
              <a:ext uri="{FF2B5EF4-FFF2-40B4-BE49-F238E27FC236}">
                <a16:creationId xmlns:a16="http://schemas.microsoft.com/office/drawing/2014/main" id="{3C8FE5FD-6D4A-4767-9283-763C4A4F12C7}"/>
              </a:ext>
            </a:extLst>
          </p:cNvPr>
          <p:cNvGrpSpPr/>
          <p:nvPr/>
        </p:nvGrpSpPr>
        <p:grpSpPr>
          <a:xfrm>
            <a:off x="2328421" y="3942172"/>
            <a:ext cx="6999849" cy="1085675"/>
            <a:chOff x="1793971" y="4014226"/>
            <a:chExt cx="7138373" cy="1285875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68C6E517-10E0-481C-BE33-E03D2ECBD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93971" y="4014226"/>
              <a:ext cx="4886325" cy="1285875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1DC3F30A-976A-4FF5-B5FD-AD19F0362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12994" y="4190438"/>
              <a:ext cx="2419350" cy="933450"/>
            </a:xfrm>
            <a:prstGeom prst="rect">
              <a:avLst/>
            </a:prstGeom>
          </p:spPr>
        </p:pic>
      </p:grpSp>
      <p:pic>
        <p:nvPicPr>
          <p:cNvPr id="13" name="圖片 12">
            <a:extLst>
              <a:ext uri="{FF2B5EF4-FFF2-40B4-BE49-F238E27FC236}">
                <a16:creationId xmlns:a16="http://schemas.microsoft.com/office/drawing/2014/main" id="{CA5CFE7B-7E61-42C2-83D8-175704EEE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3070" y="5773528"/>
            <a:ext cx="2342315" cy="84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09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Strengthening the analysis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A62C4D4-E443-4064-8296-9C98ADA2AE85}"/>
              </a:ext>
            </a:extLst>
          </p:cNvPr>
          <p:cNvSpPr txBox="1"/>
          <p:nvPr/>
        </p:nvSpPr>
        <p:spPr>
          <a:xfrm>
            <a:off x="1199682" y="1741570"/>
            <a:ext cx="11422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eq(n) = |{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0 ≤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2n − 1 and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+1}|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DCC3F6C-350A-4F01-9042-39194DD45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011" y="2333625"/>
            <a:ext cx="4181475" cy="1095375"/>
          </a:xfrm>
          <a:prstGeom prst="rect">
            <a:avLst/>
          </a:prstGeom>
        </p:spPr>
      </p:pic>
      <p:graphicFrame>
        <p:nvGraphicFramePr>
          <p:cNvPr id="8" name="表格 9">
            <a:extLst>
              <a:ext uri="{FF2B5EF4-FFF2-40B4-BE49-F238E27FC236}">
                <a16:creationId xmlns:a16="http://schemas.microsoft.com/office/drawing/2014/main" id="{23ABBA5F-C886-4D5C-A090-45478219C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122639"/>
              </p:ext>
            </p:extLst>
          </p:nvPr>
        </p:nvGraphicFramePr>
        <p:xfrm>
          <a:off x="8451653" y="2715089"/>
          <a:ext cx="1597320" cy="35044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8660">
                  <a:extLst>
                    <a:ext uri="{9D8B030D-6E8A-4147-A177-3AD203B41FA5}">
                      <a16:colId xmlns:a16="http://schemas.microsoft.com/office/drawing/2014/main" val="4033560852"/>
                    </a:ext>
                  </a:extLst>
                </a:gridCol>
                <a:gridCol w="798660">
                  <a:extLst>
                    <a:ext uri="{9D8B030D-6E8A-4147-A177-3AD203B41FA5}">
                      <a16:colId xmlns:a16="http://schemas.microsoft.com/office/drawing/2014/main" val="3748892743"/>
                    </a:ext>
                  </a:extLst>
                </a:gridCol>
              </a:tblGrid>
              <a:tr h="438051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666517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49502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004714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/>
                        <a:t>100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908166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101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30574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/>
                        <a:t>110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008489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111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453021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/>
                        <a:t>1000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790020"/>
                  </a:ext>
                </a:extLst>
              </a:tr>
            </a:tbl>
          </a:graphicData>
        </a:graphic>
      </p:graphicFrame>
      <p:grpSp>
        <p:nvGrpSpPr>
          <p:cNvPr id="21" name="群組 20">
            <a:extLst>
              <a:ext uri="{FF2B5EF4-FFF2-40B4-BE49-F238E27FC236}">
                <a16:creationId xmlns:a16="http://schemas.microsoft.com/office/drawing/2014/main" id="{5D0C69F1-ECC0-49ED-9E91-7F893ADF2AEF}"/>
              </a:ext>
            </a:extLst>
          </p:cNvPr>
          <p:cNvGrpSpPr/>
          <p:nvPr/>
        </p:nvGrpSpPr>
        <p:grpSpPr>
          <a:xfrm>
            <a:off x="2005362" y="4768255"/>
            <a:ext cx="1753386" cy="738664"/>
            <a:chOff x="1809946" y="5099901"/>
            <a:chExt cx="1753386" cy="738664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11408BFB-E02D-4ED6-B18E-B78E8A4A1425}"/>
                </a:ext>
              </a:extLst>
            </p:cNvPr>
            <p:cNvSpPr txBox="1"/>
            <p:nvPr/>
          </p:nvSpPr>
          <p:spPr>
            <a:xfrm>
              <a:off x="1809946" y="5099901"/>
              <a:ext cx="17533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. . . .0 1 1 1 1</a:t>
              </a:r>
              <a:endPara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F3184FD6-5504-47AC-B460-B12EC014A497}"/>
                </a:ext>
              </a:extLst>
            </p:cNvPr>
            <p:cNvSpPr txBox="1"/>
            <p:nvPr/>
          </p:nvSpPr>
          <p:spPr>
            <a:xfrm>
              <a:off x="2549687" y="546923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2k</a:t>
              </a:r>
              <a:endPara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B1B1E9E2-51FB-4095-9572-26055A480919}"/>
                </a:ext>
              </a:extLst>
            </p:cNvPr>
            <p:cNvCxnSpPr>
              <a:cxnSpLocks/>
            </p:cNvCxnSpPr>
            <p:nvPr/>
          </p:nvCxnSpPr>
          <p:spPr>
            <a:xfrm>
              <a:off x="2422688" y="5442639"/>
              <a:ext cx="810706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3AB03C3B-E1A0-48A3-AC2F-615EFA311825}"/>
              </a:ext>
            </a:extLst>
          </p:cNvPr>
          <p:cNvGrpSpPr/>
          <p:nvPr/>
        </p:nvGrpSpPr>
        <p:grpSpPr>
          <a:xfrm>
            <a:off x="1104753" y="3647882"/>
            <a:ext cx="6455545" cy="1184504"/>
            <a:chOff x="1104753" y="3647882"/>
            <a:chExt cx="6455545" cy="1184504"/>
          </a:xfrm>
        </p:grpSpPr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AD641256-DA3B-4C81-8B52-8D0D40192D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04753" y="3647882"/>
              <a:ext cx="6455545" cy="1184504"/>
            </a:xfrm>
            <a:prstGeom prst="rect">
              <a:avLst/>
            </a:prstGeom>
          </p:spPr>
        </p:pic>
        <p:sp>
          <p:nvSpPr>
            <p:cNvPr id="15" name="矩形: 圓角 14">
              <a:extLst>
                <a:ext uri="{FF2B5EF4-FFF2-40B4-BE49-F238E27FC236}">
                  <a16:creationId xmlns:a16="http://schemas.microsoft.com/office/drawing/2014/main" id="{D32AFCF0-48DF-4DBB-BF87-0D3DAD1EF358}"/>
                </a:ext>
              </a:extLst>
            </p:cNvPr>
            <p:cNvSpPr/>
            <p:nvPr/>
          </p:nvSpPr>
          <p:spPr>
            <a:xfrm>
              <a:off x="3374796" y="3761295"/>
              <a:ext cx="2224726" cy="460689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974C3B5F-B865-444B-8AAA-912FE758F92D}"/>
                </a:ext>
              </a:extLst>
            </p:cNvPr>
            <p:cNvSpPr/>
            <p:nvPr/>
          </p:nvSpPr>
          <p:spPr>
            <a:xfrm>
              <a:off x="1904214" y="4467293"/>
              <a:ext cx="480767" cy="34479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9473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Strengthening the analysis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A62C4D4-E443-4064-8296-9C98ADA2AE85}"/>
              </a:ext>
            </a:extLst>
          </p:cNvPr>
          <p:cNvSpPr txBox="1"/>
          <p:nvPr/>
        </p:nvSpPr>
        <p:spPr>
          <a:xfrm>
            <a:off x="1199682" y="1741570"/>
            <a:ext cx="114228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eq(n) = |{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0 ≤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2n − 1 and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</a:t>
            </a:r>
            <a:r>
              <a:rPr lang="en-US" altLang="zh-TW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+1}|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DCC3F6C-350A-4F01-9042-39194DD45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011" y="2333625"/>
            <a:ext cx="4181475" cy="1095375"/>
          </a:xfrm>
          <a:prstGeom prst="rect">
            <a:avLst/>
          </a:prstGeom>
        </p:spPr>
      </p:pic>
      <p:graphicFrame>
        <p:nvGraphicFramePr>
          <p:cNvPr id="8" name="表格 9">
            <a:extLst>
              <a:ext uri="{FF2B5EF4-FFF2-40B4-BE49-F238E27FC236}">
                <a16:creationId xmlns:a16="http://schemas.microsoft.com/office/drawing/2014/main" id="{23ABBA5F-C886-4D5C-A090-45478219C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007487"/>
              </p:ext>
            </p:extLst>
          </p:nvPr>
        </p:nvGraphicFramePr>
        <p:xfrm>
          <a:off x="8451653" y="2715089"/>
          <a:ext cx="1597320" cy="39424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8660">
                  <a:extLst>
                    <a:ext uri="{9D8B030D-6E8A-4147-A177-3AD203B41FA5}">
                      <a16:colId xmlns:a16="http://schemas.microsoft.com/office/drawing/2014/main" val="4033560852"/>
                    </a:ext>
                  </a:extLst>
                </a:gridCol>
                <a:gridCol w="798660">
                  <a:extLst>
                    <a:ext uri="{9D8B030D-6E8A-4147-A177-3AD203B41FA5}">
                      <a16:colId xmlns:a16="http://schemas.microsoft.com/office/drawing/2014/main" val="3748892743"/>
                    </a:ext>
                  </a:extLst>
                </a:gridCol>
              </a:tblGrid>
              <a:tr h="438051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914189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8666517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49502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/>
                        <a:t>11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9004714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/>
                        <a:t>100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908166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101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330574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/>
                        <a:t>110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008489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111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453021"/>
                  </a:ext>
                </a:extLst>
              </a:tr>
              <a:tr h="438051">
                <a:tc>
                  <a:txBody>
                    <a:bodyPr/>
                    <a:lstStyle/>
                    <a:p>
                      <a:r>
                        <a:rPr lang="en-US" altLang="zh-TW" dirty="0"/>
                        <a:t>1000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790020"/>
                  </a:ext>
                </a:extLst>
              </a:tr>
            </a:tbl>
          </a:graphicData>
        </a:graphic>
      </p:graphicFrame>
      <p:pic>
        <p:nvPicPr>
          <p:cNvPr id="25" name="圖片 24">
            <a:extLst>
              <a:ext uri="{FF2B5EF4-FFF2-40B4-BE49-F238E27FC236}">
                <a16:creationId xmlns:a16="http://schemas.microsoft.com/office/drawing/2014/main" id="{65A9C620-4646-43A8-A468-AE928604C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541" y="5438656"/>
            <a:ext cx="4685525" cy="12188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2445BDD-E7C1-4ED2-81B4-AB1D07F424FB}"/>
                  </a:ext>
                </a:extLst>
              </p:cNvPr>
              <p:cNvSpPr txBox="1"/>
              <p:nvPr/>
            </p:nvSpPr>
            <p:spPr>
              <a:xfrm>
                <a:off x="1199682" y="3741330"/>
                <a:ext cx="6311244" cy="16722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TW" alt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2i+1</a:t>
                </a:r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y</a:t>
                </a:r>
                <a:r>
                  <a:rPr lang="zh-TW" alt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2i+2</a:t>
                </a:r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⇐⇒ t</a:t>
                </a:r>
                <a:r>
                  <a:rPr lang="zh-TW" alt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2i+1</a:t>
                </a:r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zh-TW" altLang="en-US" sz="28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zh-TW" altLang="en-US" sz="28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zh-TW" altLang="en-US" sz="28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+2</m:t>
                        </m:r>
                      </m:e>
                    </m:acc>
                  </m:oMath>
                </a14:m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⇐⇒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zh-TW" altLang="en-US" sz="28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e>
                    </m:acc>
                    <m:r>
                      <a:rPr lang="zh-TW" altLang="en-US" sz="2800" i="1" baseline="-25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zh-TW" altLang="en-US" sz="28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zh-TW" altLang="en-US" sz="28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zh-TW" altLang="en-US" sz="2800" baseline="-25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TW" sz="2800" b="0" i="1" baseline="-250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</m:oMath>
                </a14:m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⇐⇒ t</a:t>
                </a:r>
                <a:r>
                  <a:rPr lang="zh-TW" alt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t</a:t>
                </a:r>
                <a:r>
                  <a:rPr lang="zh-TW" altLang="en-US" sz="28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i+1 </a:t>
                </a:r>
                <a:endParaRPr lang="en-US" altLang="zh-TW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28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every integer k ≥ 1,</a:t>
                </a: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2445BDD-E7C1-4ED2-81B4-AB1D07F42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682" y="3741330"/>
                <a:ext cx="6311244" cy="1672253"/>
              </a:xfrm>
              <a:prstGeom prst="rect">
                <a:avLst/>
              </a:prstGeom>
              <a:blipFill>
                <a:blip r:embed="rId5"/>
                <a:stretch>
                  <a:fillRect l="-1739" t="-4380" b="-94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7377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Strengthening the analysis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2445BDD-E7C1-4ED2-81B4-AB1D07F424FB}"/>
              </a:ext>
            </a:extLst>
          </p:cNvPr>
          <p:cNvSpPr txBox="1"/>
          <p:nvPr/>
        </p:nvSpPr>
        <p:spPr>
          <a:xfrm>
            <a:off x="907451" y="1690688"/>
            <a:ext cx="6311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integer k ≥ 1,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E591F654-7A9F-46B6-948C-AF2E13F116C9}"/>
              </a:ext>
            </a:extLst>
          </p:cNvPr>
          <p:cNvGrpSpPr/>
          <p:nvPr/>
        </p:nvGrpSpPr>
        <p:grpSpPr>
          <a:xfrm>
            <a:off x="1359956" y="2722204"/>
            <a:ext cx="7822545" cy="1413591"/>
            <a:chOff x="1359956" y="2722204"/>
            <a:chExt cx="7822545" cy="1413591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FDB1B002-E183-40D1-A341-17AE0BF74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9956" y="2722204"/>
              <a:ext cx="5858739" cy="1413591"/>
            </a:xfrm>
            <a:prstGeom prst="rect">
              <a:avLst/>
            </a:prstGeom>
          </p:spPr>
        </p:pic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50B95566-0BA8-4A62-918D-EDAD517A7809}"/>
                </a:ext>
              </a:extLst>
            </p:cNvPr>
            <p:cNvSpPr txBox="1"/>
            <p:nvPr/>
          </p:nvSpPr>
          <p:spPr>
            <a:xfrm>
              <a:off x="6814687" y="3539471"/>
              <a:ext cx="23678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,w = log(3)</a:t>
              </a:r>
              <a:endPara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B583FB4-2533-4B82-95EA-90556791112C}"/>
              </a:ext>
            </a:extLst>
          </p:cNvPr>
          <p:cNvSpPr/>
          <p:nvPr/>
        </p:nvSpPr>
        <p:spPr>
          <a:xfrm>
            <a:off x="5052767" y="3429000"/>
            <a:ext cx="3289955" cy="67166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AC2CFF43-7EA1-4F73-9BE3-D47E2A2F2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221" y="4405966"/>
            <a:ext cx="2933700" cy="47625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8055F4DE-F74C-4D26-A517-E0FDF5B79725}"/>
              </a:ext>
            </a:extLst>
          </p:cNvPr>
          <p:cNvSpPr txBox="1"/>
          <p:nvPr/>
        </p:nvSpPr>
        <p:spPr>
          <a:xfrm>
            <a:off x="907451" y="5090474"/>
            <a:ext cx="4456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CS(k)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5BCC230C-5A1A-4FEF-8238-87E3ED81D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7785" y="5314258"/>
            <a:ext cx="5254806" cy="15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343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better construction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2445BDD-E7C1-4ED2-81B4-AB1D07F424FB}"/>
              </a:ext>
            </a:extLst>
          </p:cNvPr>
          <p:cNvSpPr txBox="1"/>
          <p:nvPr/>
        </p:nvSpPr>
        <p:spPr>
          <a:xfrm>
            <a:off x="907451" y="1690688"/>
            <a:ext cx="631124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g(n) = 2</a:t>
            </a:r>
            <a:r>
              <a:rPr lang="pt-BR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a(n)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g(n) = O( √n · 2</a:t>
            </a:r>
            <a:r>
              <a:rPr lang="pt-BR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n−β √n</a:t>
            </a: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26507799-9D25-4DDD-8F2E-B05F5E9F47FE}"/>
              </a:ext>
            </a:extLst>
          </p:cNvPr>
          <p:cNvGrpSpPr/>
          <p:nvPr/>
        </p:nvGrpSpPr>
        <p:grpSpPr>
          <a:xfrm>
            <a:off x="907451" y="2951946"/>
            <a:ext cx="6311244" cy="1515281"/>
            <a:chOff x="907451" y="2951946"/>
            <a:chExt cx="6311244" cy="1515281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667C5304-DAAE-47F2-96DD-DFD19F4ECBD2}"/>
                </a:ext>
              </a:extLst>
            </p:cNvPr>
            <p:cNvSpPr txBox="1"/>
            <p:nvPr/>
          </p:nvSpPr>
          <p:spPr>
            <a:xfrm>
              <a:off x="907451" y="2951946"/>
              <a:ext cx="631124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pt-BR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g(n) = 2</a:t>
              </a:r>
              <a:r>
                <a:rPr lang="pt-BR" altLang="zh-TW" sz="2800" baseline="30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pt-BR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− a(n)</a:t>
              </a:r>
            </a:p>
            <a:p>
              <a:pPr lvl="1"/>
              <a:r>
                <a:rPr lang="pt-BR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</a:p>
          </p:txBody>
        </p:sp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3F1E6C6F-23CB-4ED4-A9ED-3FDF21B08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81250" y="3429000"/>
              <a:ext cx="4446320" cy="1038227"/>
            </a:xfrm>
            <a:prstGeom prst="rect">
              <a:avLst/>
            </a:prstGeom>
          </p:spPr>
        </p:pic>
        <p:sp>
          <p:nvSpPr>
            <p:cNvPr id="5" name="矩形: 圓角 4">
              <a:extLst>
                <a:ext uri="{FF2B5EF4-FFF2-40B4-BE49-F238E27FC236}">
                  <a16:creationId xmlns:a16="http://schemas.microsoft.com/office/drawing/2014/main" id="{414D41DB-E24E-4C61-B86F-407E066017BF}"/>
                </a:ext>
              </a:extLst>
            </p:cNvPr>
            <p:cNvSpPr/>
            <p:nvPr/>
          </p:nvSpPr>
          <p:spPr>
            <a:xfrm>
              <a:off x="5486400" y="4019550"/>
              <a:ext cx="438150" cy="363557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518D187-ACD9-4A57-85BE-CB2631345C3D}"/>
              </a:ext>
            </a:extLst>
          </p:cNvPr>
          <p:cNvSpPr txBox="1"/>
          <p:nvPr/>
        </p:nvSpPr>
        <p:spPr>
          <a:xfrm>
            <a:off x="907451" y="4421061"/>
            <a:ext cx="6311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 ≈ β √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n, 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1E7E21B5-D424-43AA-AB77-2FFDDFF125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212" y="4483049"/>
            <a:ext cx="4986338" cy="207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44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better construction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2445BDD-E7C1-4ED2-81B4-AB1D07F424FB}"/>
              </a:ext>
            </a:extLst>
          </p:cNvPr>
          <p:cNvSpPr txBox="1"/>
          <p:nvPr/>
        </p:nvSpPr>
        <p:spPr>
          <a:xfrm>
            <a:off x="907451" y="1690688"/>
            <a:ext cx="6311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7D90839-A033-4179-AAD4-CBC79D20A054}"/>
              </a:ext>
            </a:extLst>
          </p:cNvPr>
          <p:cNvGrpSpPr/>
          <p:nvPr/>
        </p:nvGrpSpPr>
        <p:grpSpPr>
          <a:xfrm>
            <a:off x="1285875" y="1690688"/>
            <a:ext cx="4585536" cy="3060903"/>
            <a:chOff x="1285875" y="1690688"/>
            <a:chExt cx="4585536" cy="3060903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D414FC01-D623-4A57-BCE5-E556A2E6E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5875" y="1690688"/>
              <a:ext cx="4585536" cy="3060903"/>
            </a:xfrm>
            <a:prstGeom prst="rect">
              <a:avLst/>
            </a:prstGeom>
          </p:spPr>
        </p:pic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3A9C3BC4-89D8-4A35-8177-98A65DFAA286}"/>
                </a:ext>
              </a:extLst>
            </p:cNvPr>
            <p:cNvSpPr/>
            <p:nvPr/>
          </p:nvSpPr>
          <p:spPr>
            <a:xfrm>
              <a:off x="2590800" y="4228371"/>
              <a:ext cx="704850" cy="415722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FBD3A145-3D23-4175-B29F-9F31A72E6A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658" t="68951"/>
          <a:stretch/>
        </p:blipFill>
        <p:spPr>
          <a:xfrm>
            <a:off x="1790700" y="4777151"/>
            <a:ext cx="4305300" cy="6448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15AA017-83E3-4B9B-9F6A-069BF8D92BB3}"/>
                  </a:ext>
                </a:extLst>
              </p:cNvPr>
              <p:cNvSpPr txBox="1"/>
              <p:nvPr/>
            </p:nvSpPr>
            <p:spPr>
              <a:xfrm>
                <a:off x="733425" y="4914900"/>
                <a:ext cx="25622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g(n) </a:t>
                </a:r>
                <a14:m>
                  <m:oMath xmlns:m="http://schemas.openxmlformats.org/officeDocument/2006/math">
                    <m:r>
                      <a:rPr lang="zh-TW" altLang="en-US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15AA017-83E3-4B9B-9F6A-069BF8D92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25" y="4914900"/>
                <a:ext cx="2562225" cy="369332"/>
              </a:xfrm>
              <a:prstGeom prst="rect">
                <a:avLst/>
              </a:prstGeom>
              <a:blipFill>
                <a:blip r:embed="rId5"/>
                <a:stretch>
                  <a:fillRect l="-1425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E2FD7AD5-8B58-4607-BD39-2E2A76465E99}"/>
              </a:ext>
            </a:extLst>
          </p:cNvPr>
          <p:cNvSpPr txBox="1"/>
          <p:nvPr/>
        </p:nvSpPr>
        <p:spPr>
          <a:xfrm>
            <a:off x="1050326" y="5530282"/>
            <a:ext cx="6311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g(n) = O( √n · 2</a:t>
            </a:r>
            <a:r>
              <a:rPr lang="pt-BR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n−β √n</a:t>
            </a: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2937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A8277B-EDA6-452C-9F3A-ACBBCEC32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better construction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2445BDD-E7C1-4ED2-81B4-AB1D07F424FB}"/>
              </a:ext>
            </a:extLst>
          </p:cNvPr>
          <p:cNvSpPr txBox="1"/>
          <p:nvPr/>
        </p:nvSpPr>
        <p:spPr>
          <a:xfrm>
            <a:off x="907451" y="1690688"/>
            <a:ext cx="6311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C7D90839-A033-4179-AAD4-CBC79D20A054}"/>
              </a:ext>
            </a:extLst>
          </p:cNvPr>
          <p:cNvGrpSpPr/>
          <p:nvPr/>
        </p:nvGrpSpPr>
        <p:grpSpPr>
          <a:xfrm>
            <a:off x="1285875" y="1690688"/>
            <a:ext cx="4585536" cy="3060903"/>
            <a:chOff x="1285875" y="1690688"/>
            <a:chExt cx="4585536" cy="3060903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D414FC01-D623-4A57-BCE5-E556A2E6E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5875" y="1690688"/>
              <a:ext cx="4585536" cy="3060903"/>
            </a:xfrm>
            <a:prstGeom prst="rect">
              <a:avLst/>
            </a:prstGeom>
          </p:spPr>
        </p:pic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3A9C3BC4-89D8-4A35-8177-98A65DFAA286}"/>
                </a:ext>
              </a:extLst>
            </p:cNvPr>
            <p:cNvSpPr/>
            <p:nvPr/>
          </p:nvSpPr>
          <p:spPr>
            <a:xfrm>
              <a:off x="2590800" y="4228371"/>
              <a:ext cx="704850" cy="415722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FBD3A145-3D23-4175-B29F-9F31A72E6A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658" t="68951"/>
          <a:stretch/>
        </p:blipFill>
        <p:spPr>
          <a:xfrm>
            <a:off x="1790700" y="4777151"/>
            <a:ext cx="4305300" cy="6448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15AA017-83E3-4B9B-9F6A-069BF8D92BB3}"/>
                  </a:ext>
                </a:extLst>
              </p:cNvPr>
              <p:cNvSpPr txBox="1"/>
              <p:nvPr/>
            </p:nvSpPr>
            <p:spPr>
              <a:xfrm>
                <a:off x="733425" y="4914900"/>
                <a:ext cx="25622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g(n) </a:t>
                </a:r>
                <a14:m>
                  <m:oMath xmlns:m="http://schemas.openxmlformats.org/officeDocument/2006/math">
                    <m:r>
                      <a:rPr lang="zh-TW" altLang="en-US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F15AA017-83E3-4B9B-9F6A-069BF8D92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425" y="4914900"/>
                <a:ext cx="2562225" cy="369332"/>
              </a:xfrm>
              <a:prstGeom prst="rect">
                <a:avLst/>
              </a:prstGeom>
              <a:blipFill>
                <a:blip r:embed="rId5"/>
                <a:stretch>
                  <a:fillRect l="-1425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E2FD7AD5-8B58-4607-BD39-2E2A76465E99}"/>
              </a:ext>
            </a:extLst>
          </p:cNvPr>
          <p:cNvSpPr txBox="1"/>
          <p:nvPr/>
        </p:nvSpPr>
        <p:spPr>
          <a:xfrm>
            <a:off x="1050326" y="5530282"/>
            <a:ext cx="6311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g(n) = O( √n · 2</a:t>
            </a:r>
            <a:r>
              <a:rPr lang="pt-BR" altLang="zh-TW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n−β √n</a:t>
            </a: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69414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9478</TotalTime>
  <Words>790</Words>
  <Application>Microsoft Office PowerPoint</Application>
  <PresentationFormat>寬螢幕</PresentationFormat>
  <Paragraphs>153</Paragraphs>
  <Slides>19</Slides>
  <Notes>18</Notes>
  <HiddenSlides>3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On the longest common subsequence of Thue-Morse words</vt:lpstr>
      <vt:lpstr>Abstract</vt:lpstr>
      <vt:lpstr>Thue-Morse sequence</vt:lpstr>
      <vt:lpstr>Thue-Morse words</vt:lpstr>
      <vt:lpstr>a(n),b(n)</vt:lpstr>
      <vt:lpstr>a(n),b(n)</vt:lpstr>
      <vt:lpstr> CS(k)</vt:lpstr>
      <vt:lpstr> CS(k)</vt:lpstr>
      <vt:lpstr> CS(k)</vt:lpstr>
      <vt:lpstr> f(k)</vt:lpstr>
      <vt:lpstr> f(k)</vt:lpstr>
      <vt:lpstr> a(n) = 2n(1 − O(n−1))</vt:lpstr>
      <vt:lpstr> b(n) =n(1 − O( 1/logn ))</vt:lpstr>
      <vt:lpstr> Strengthening the analysis</vt:lpstr>
      <vt:lpstr> Strengthening the analysis</vt:lpstr>
      <vt:lpstr> Strengthening the analysis</vt:lpstr>
      <vt:lpstr> A better construction</vt:lpstr>
      <vt:lpstr> A better construction</vt:lpstr>
      <vt:lpstr> A better construction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郁儒 廖</dc:creator>
  <cp:lastModifiedBy>pplab</cp:lastModifiedBy>
  <cp:revision>24</cp:revision>
  <dcterms:created xsi:type="dcterms:W3CDTF">2021-06-26T09:28:31Z</dcterms:created>
  <dcterms:modified xsi:type="dcterms:W3CDTF">2022-01-04T11:54:08Z</dcterms:modified>
</cp:coreProperties>
</file>