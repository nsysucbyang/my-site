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5"/>
  </p:notesMasterIdLst>
  <p:sldIdLst>
    <p:sldId id="256" r:id="rId2"/>
    <p:sldId id="258" r:id="rId3"/>
    <p:sldId id="259" r:id="rId4"/>
    <p:sldId id="260" r:id="rId5"/>
    <p:sldId id="261" r:id="rId6"/>
    <p:sldId id="263" r:id="rId7"/>
    <p:sldId id="264" r:id="rId8"/>
    <p:sldId id="265" r:id="rId9"/>
    <p:sldId id="262" r:id="rId10"/>
    <p:sldId id="266" r:id="rId11"/>
    <p:sldId id="268" r:id="rId12"/>
    <p:sldId id="269" r:id="rId13"/>
    <p:sldId id="270" r:id="rId1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淺色樣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6" d="100"/>
          <a:sy n="86" d="100"/>
        </p:scale>
        <p:origin x="533"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E71A6C-2C44-478D-971D-C6B8D23831BB}" type="datetimeFigureOut">
              <a:rPr lang="zh-TW" altLang="en-US" smtClean="0"/>
              <a:t>2022/6/21</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B8E3AD-4DDF-46F0-847C-9E019181D1BB}" type="slidenum">
              <a:rPr lang="zh-TW" altLang="en-US" smtClean="0"/>
              <a:t>‹#›</a:t>
            </a:fld>
            <a:endParaRPr lang="zh-TW" altLang="en-US"/>
          </a:p>
        </p:txBody>
      </p:sp>
    </p:spTree>
    <p:extLst>
      <p:ext uri="{BB962C8B-B14F-4D97-AF65-F5344CB8AC3E}">
        <p14:creationId xmlns:p14="http://schemas.microsoft.com/office/powerpoint/2010/main" val="944395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5F9860-E560-416D-9431-5E47F3244069}"/>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dirty="0"/>
              <a:t>按一下以編輯母片標題樣式</a:t>
            </a:r>
          </a:p>
        </p:txBody>
      </p:sp>
      <p:sp>
        <p:nvSpPr>
          <p:cNvPr id="3" name="副標題 2">
            <a:extLst>
              <a:ext uri="{FF2B5EF4-FFF2-40B4-BE49-F238E27FC236}">
                <a16:creationId xmlns:a16="http://schemas.microsoft.com/office/drawing/2014/main" id="{59134497-E75B-48A4-91DD-EA0D8766ED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dirty="0"/>
              <a:t>按一下以編輯母片子標題樣式</a:t>
            </a:r>
          </a:p>
        </p:txBody>
      </p:sp>
      <p:sp>
        <p:nvSpPr>
          <p:cNvPr id="4" name="日期版面配置區 3">
            <a:extLst>
              <a:ext uri="{FF2B5EF4-FFF2-40B4-BE49-F238E27FC236}">
                <a16:creationId xmlns:a16="http://schemas.microsoft.com/office/drawing/2014/main" id="{D7863F84-58C6-42BD-8450-BB1EF0A0CAB5}"/>
              </a:ext>
            </a:extLst>
          </p:cNvPr>
          <p:cNvSpPr>
            <a:spLocks noGrp="1"/>
          </p:cNvSpPr>
          <p:nvPr>
            <p:ph type="dt" sz="half" idx="10"/>
          </p:nvPr>
        </p:nvSpPr>
        <p:spPr/>
        <p:txBody>
          <a:bodyPr/>
          <a:lstStyle/>
          <a:p>
            <a:fld id="{21B4348C-36CF-493F-87A0-F09F5C79557B}" type="datetime1">
              <a:rPr lang="zh-TW" altLang="en-US" smtClean="0"/>
              <a:t>2022/6/21</a:t>
            </a:fld>
            <a:endParaRPr lang="zh-TW" altLang="en-US"/>
          </a:p>
        </p:txBody>
      </p:sp>
      <p:sp>
        <p:nvSpPr>
          <p:cNvPr id="5" name="頁尾版面配置區 4">
            <a:extLst>
              <a:ext uri="{FF2B5EF4-FFF2-40B4-BE49-F238E27FC236}">
                <a16:creationId xmlns:a16="http://schemas.microsoft.com/office/drawing/2014/main" id="{98432305-1513-4FF2-B137-EE8BE60701C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A45DE15-CC67-477E-9512-252BB1C19B01}"/>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5126107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0FF7CE-2933-4750-A85D-DACE9F916DBC}"/>
              </a:ext>
            </a:extLst>
          </p:cNvPr>
          <p:cNvSpPr>
            <a:spLocks noGrp="1"/>
          </p:cNvSpPr>
          <p:nvPr>
            <p:ph type="title"/>
          </p:nvPr>
        </p:nvSpPr>
        <p:spPr/>
        <p:txBody>
          <a:bodyPr/>
          <a:lstStyle/>
          <a:p>
            <a:r>
              <a:rPr lang="zh-TW" altLang="en-US" dirty="0"/>
              <a:t>按一下以編輯母片標題樣式</a:t>
            </a:r>
          </a:p>
        </p:txBody>
      </p:sp>
      <p:sp>
        <p:nvSpPr>
          <p:cNvPr id="3" name="內容版面配置區 2">
            <a:extLst>
              <a:ext uri="{FF2B5EF4-FFF2-40B4-BE49-F238E27FC236}">
                <a16:creationId xmlns:a16="http://schemas.microsoft.com/office/drawing/2014/main" id="{F3F8675F-A7F4-411C-87FE-AF53DB2321FB}"/>
              </a:ext>
            </a:extLst>
          </p:cNvPr>
          <p:cNvSpPr>
            <a:spLocks noGrp="1"/>
          </p:cNvSpPr>
          <p:nvPr>
            <p:ph idx="1"/>
          </p:nvPr>
        </p:nvSpPr>
        <p:spPr/>
        <p:txBody>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74D891A1-BED0-4372-94A4-FAEA0FDB1AB8}"/>
              </a:ext>
            </a:extLst>
          </p:cNvPr>
          <p:cNvSpPr>
            <a:spLocks noGrp="1"/>
          </p:cNvSpPr>
          <p:nvPr>
            <p:ph type="dt" sz="half" idx="10"/>
          </p:nvPr>
        </p:nvSpPr>
        <p:spPr/>
        <p:txBody>
          <a:bodyPr/>
          <a:lstStyle/>
          <a:p>
            <a:fld id="{9D8D1CB8-68CC-40D0-8B95-D3C3A7ADB4E8}" type="datetime1">
              <a:rPr lang="zh-TW" altLang="en-US" smtClean="0"/>
              <a:t>2022/6/21</a:t>
            </a:fld>
            <a:endParaRPr lang="zh-TW" altLang="en-US"/>
          </a:p>
        </p:txBody>
      </p:sp>
      <p:sp>
        <p:nvSpPr>
          <p:cNvPr id="5" name="頁尾版面配置區 4">
            <a:extLst>
              <a:ext uri="{FF2B5EF4-FFF2-40B4-BE49-F238E27FC236}">
                <a16:creationId xmlns:a16="http://schemas.microsoft.com/office/drawing/2014/main" id="{5ADB4587-43E1-4B31-85FA-4F512D06B04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E62905B-D2C7-4BB5-A1C0-9C466C3C3381}"/>
              </a:ext>
            </a:extLst>
          </p:cNvPr>
          <p:cNvSpPr>
            <a:spLocks noGrp="1"/>
          </p:cNvSpPr>
          <p:nvPr>
            <p:ph type="sldNum" sz="quarter" idx="12"/>
          </p:nvPr>
        </p:nvSpPr>
        <p:spPr/>
        <p:txBody>
          <a:bodyPr/>
          <a:lstStyle>
            <a:lvl1pPr>
              <a:defRPr sz="2400">
                <a:latin typeface="源流明體 M" panose="02020500000000000000" pitchFamily="18" charset="-120"/>
                <a:ea typeface="源流明體 M" panose="02020500000000000000" pitchFamily="18" charset="-120"/>
              </a:defRPr>
            </a:lvl1pPr>
          </a:lstStyle>
          <a:p>
            <a:fld id="{4CD2C34A-D3D3-4A9B-8692-9279E332F0C9}" type="slidenum">
              <a:rPr lang="zh-TW" altLang="en-US" smtClean="0"/>
              <a:pPr/>
              <a:t>‹#›</a:t>
            </a:fld>
            <a:endParaRPr lang="zh-TW" altLang="en-US" dirty="0"/>
          </a:p>
        </p:txBody>
      </p:sp>
    </p:spTree>
    <p:extLst>
      <p:ext uri="{BB962C8B-B14F-4D97-AF65-F5344CB8AC3E}">
        <p14:creationId xmlns:p14="http://schemas.microsoft.com/office/powerpoint/2010/main" val="754709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BCA837B-11EB-4BCD-BB75-016BDBC72001}"/>
              </a:ext>
            </a:extLst>
          </p:cNvPr>
          <p:cNvSpPr>
            <a:spLocks noGrp="1"/>
          </p:cNvSpPr>
          <p:nvPr>
            <p:ph type="title"/>
          </p:nvPr>
        </p:nvSpPr>
        <p:spPr>
          <a:xfrm>
            <a:off x="831850" y="1709738"/>
            <a:ext cx="10515600" cy="2852737"/>
          </a:xfrm>
        </p:spPr>
        <p:txBody>
          <a:bodyPr anchor="b"/>
          <a:lstStyle>
            <a:lvl1pPr>
              <a:defRPr sz="6000"/>
            </a:lvl1pPr>
          </a:lstStyle>
          <a:p>
            <a:r>
              <a:rPr lang="zh-TW" altLang="en-US" dirty="0"/>
              <a:t>按一下以編輯母片標題樣式</a:t>
            </a:r>
          </a:p>
        </p:txBody>
      </p:sp>
      <p:sp>
        <p:nvSpPr>
          <p:cNvPr id="3" name="文字版面配置區 2">
            <a:extLst>
              <a:ext uri="{FF2B5EF4-FFF2-40B4-BE49-F238E27FC236}">
                <a16:creationId xmlns:a16="http://schemas.microsoft.com/office/drawing/2014/main" id="{601CEDA6-E03F-4FC9-9AE0-3165E22F83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dirty="0"/>
              <a:t>按一下以編輯母片文字樣式</a:t>
            </a:r>
          </a:p>
        </p:txBody>
      </p:sp>
      <p:sp>
        <p:nvSpPr>
          <p:cNvPr id="4" name="日期版面配置區 3">
            <a:extLst>
              <a:ext uri="{FF2B5EF4-FFF2-40B4-BE49-F238E27FC236}">
                <a16:creationId xmlns:a16="http://schemas.microsoft.com/office/drawing/2014/main" id="{00B5DA1D-6AE9-48E7-B940-0B03E7173D24}"/>
              </a:ext>
            </a:extLst>
          </p:cNvPr>
          <p:cNvSpPr>
            <a:spLocks noGrp="1"/>
          </p:cNvSpPr>
          <p:nvPr>
            <p:ph type="dt" sz="half" idx="10"/>
          </p:nvPr>
        </p:nvSpPr>
        <p:spPr/>
        <p:txBody>
          <a:bodyPr/>
          <a:lstStyle/>
          <a:p>
            <a:fld id="{5E79369E-9364-4DE1-B777-922645A66F1A}" type="datetime1">
              <a:rPr lang="zh-TW" altLang="en-US" smtClean="0"/>
              <a:t>2022/6/21</a:t>
            </a:fld>
            <a:endParaRPr lang="zh-TW" altLang="en-US"/>
          </a:p>
        </p:txBody>
      </p:sp>
      <p:sp>
        <p:nvSpPr>
          <p:cNvPr id="5" name="頁尾版面配置區 4">
            <a:extLst>
              <a:ext uri="{FF2B5EF4-FFF2-40B4-BE49-F238E27FC236}">
                <a16:creationId xmlns:a16="http://schemas.microsoft.com/office/drawing/2014/main" id="{69AA8402-DA28-4A1A-A558-D9347B92172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39B33D7-3156-4125-A854-05E2F5EC21C9}"/>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2030135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2C2D9AB-19FC-4A41-8B16-512340B33FF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9427EFF3-6358-445E-AB7A-1BC735609739}"/>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E60E9C49-7EE0-48B3-B571-72D3290F1033}"/>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3F1A1EF6-39FE-482A-8143-781B6CB2E38E}"/>
              </a:ext>
            </a:extLst>
          </p:cNvPr>
          <p:cNvSpPr>
            <a:spLocks noGrp="1"/>
          </p:cNvSpPr>
          <p:nvPr>
            <p:ph type="dt" sz="half" idx="10"/>
          </p:nvPr>
        </p:nvSpPr>
        <p:spPr/>
        <p:txBody>
          <a:bodyPr/>
          <a:lstStyle/>
          <a:p>
            <a:fld id="{1551FF31-668F-4AB9-96F0-D30DF02CF383}" type="datetime1">
              <a:rPr lang="zh-TW" altLang="en-US" smtClean="0"/>
              <a:t>2022/6/21</a:t>
            </a:fld>
            <a:endParaRPr lang="zh-TW" altLang="en-US"/>
          </a:p>
        </p:txBody>
      </p:sp>
      <p:sp>
        <p:nvSpPr>
          <p:cNvPr id="6" name="頁尾版面配置區 5">
            <a:extLst>
              <a:ext uri="{FF2B5EF4-FFF2-40B4-BE49-F238E27FC236}">
                <a16:creationId xmlns:a16="http://schemas.microsoft.com/office/drawing/2014/main" id="{589D48EB-695D-48D5-972D-703BA95FA53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0DEBC84-B4B2-48A5-9453-4968DF6013A8}"/>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635305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364652-1B77-4696-A668-DE346840B3F0}"/>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05EA96D6-19BA-4F0C-9D27-5E3C912623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6DD1974A-B943-4208-8541-2CC976952B9C}"/>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7F423B03-A8AF-4A4A-8E8F-F37A0EC215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A68F243B-B7F9-4BFF-961C-9D0B9CDCABF6}"/>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7FF30C15-CFD8-4836-816C-2F7AD002FCA8}"/>
              </a:ext>
            </a:extLst>
          </p:cNvPr>
          <p:cNvSpPr>
            <a:spLocks noGrp="1"/>
          </p:cNvSpPr>
          <p:nvPr>
            <p:ph type="dt" sz="half" idx="10"/>
          </p:nvPr>
        </p:nvSpPr>
        <p:spPr/>
        <p:txBody>
          <a:bodyPr/>
          <a:lstStyle/>
          <a:p>
            <a:fld id="{5015F927-1548-411C-9F0A-7E2338821FD2}" type="datetime1">
              <a:rPr lang="zh-TW" altLang="en-US" smtClean="0"/>
              <a:t>2022/6/21</a:t>
            </a:fld>
            <a:endParaRPr lang="zh-TW" altLang="en-US"/>
          </a:p>
        </p:txBody>
      </p:sp>
      <p:sp>
        <p:nvSpPr>
          <p:cNvPr id="8" name="頁尾版面配置區 7">
            <a:extLst>
              <a:ext uri="{FF2B5EF4-FFF2-40B4-BE49-F238E27FC236}">
                <a16:creationId xmlns:a16="http://schemas.microsoft.com/office/drawing/2014/main" id="{BB75EC47-F26E-4E34-8F29-34396015820A}"/>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F0357AA1-531D-48AF-9CCE-B1E9F1D580E8}"/>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3207383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371D42C-7250-4132-82B5-5BC22B5AA61E}"/>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5A93FF5C-9744-48EF-A3FE-F6AB3634F768}"/>
              </a:ext>
            </a:extLst>
          </p:cNvPr>
          <p:cNvSpPr>
            <a:spLocks noGrp="1"/>
          </p:cNvSpPr>
          <p:nvPr>
            <p:ph type="dt" sz="half" idx="10"/>
          </p:nvPr>
        </p:nvSpPr>
        <p:spPr/>
        <p:txBody>
          <a:bodyPr/>
          <a:lstStyle/>
          <a:p>
            <a:fld id="{E8CD5000-B342-4B97-BFC6-0D5CDADFA95C}" type="datetime1">
              <a:rPr lang="zh-TW" altLang="en-US" smtClean="0"/>
              <a:t>2022/6/21</a:t>
            </a:fld>
            <a:endParaRPr lang="zh-TW" altLang="en-US"/>
          </a:p>
        </p:txBody>
      </p:sp>
      <p:sp>
        <p:nvSpPr>
          <p:cNvPr id="4" name="頁尾版面配置區 3">
            <a:extLst>
              <a:ext uri="{FF2B5EF4-FFF2-40B4-BE49-F238E27FC236}">
                <a16:creationId xmlns:a16="http://schemas.microsoft.com/office/drawing/2014/main" id="{601019B5-97EB-4FAA-B9E0-A8872AE738E1}"/>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33A332F1-DF5D-4F87-97BF-68EBD8F1352C}"/>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958906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B876C78C-4473-4753-A6D0-22BA1F476198}"/>
              </a:ext>
            </a:extLst>
          </p:cNvPr>
          <p:cNvSpPr>
            <a:spLocks noGrp="1"/>
          </p:cNvSpPr>
          <p:nvPr>
            <p:ph type="dt" sz="half" idx="10"/>
          </p:nvPr>
        </p:nvSpPr>
        <p:spPr/>
        <p:txBody>
          <a:bodyPr/>
          <a:lstStyle/>
          <a:p>
            <a:fld id="{F39CF939-D763-48D5-8B03-D0F1129A1E9E}" type="datetime1">
              <a:rPr lang="zh-TW" altLang="en-US" smtClean="0"/>
              <a:t>2022/6/21</a:t>
            </a:fld>
            <a:endParaRPr lang="zh-TW" altLang="en-US"/>
          </a:p>
        </p:txBody>
      </p:sp>
      <p:sp>
        <p:nvSpPr>
          <p:cNvPr id="3" name="頁尾版面配置區 2">
            <a:extLst>
              <a:ext uri="{FF2B5EF4-FFF2-40B4-BE49-F238E27FC236}">
                <a16:creationId xmlns:a16="http://schemas.microsoft.com/office/drawing/2014/main" id="{60A9D2FC-48F6-4EB8-9020-7AACF6C93FB7}"/>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AF61A111-BA32-4DCC-B1B3-F6F29930C813}"/>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2360765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96626C-3788-4FAE-8B9A-B23CC278E365}"/>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B9050D94-23AF-4060-B5E4-D28F7AF294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847E624D-101B-4B1B-A033-653188284A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163E474D-7185-4142-8E1A-C096A190E30D}"/>
              </a:ext>
            </a:extLst>
          </p:cNvPr>
          <p:cNvSpPr>
            <a:spLocks noGrp="1"/>
          </p:cNvSpPr>
          <p:nvPr>
            <p:ph type="dt" sz="half" idx="10"/>
          </p:nvPr>
        </p:nvSpPr>
        <p:spPr/>
        <p:txBody>
          <a:bodyPr/>
          <a:lstStyle/>
          <a:p>
            <a:fld id="{8F3FAF7E-03FF-47C7-BE82-6927213C9CE5}" type="datetime1">
              <a:rPr lang="zh-TW" altLang="en-US" smtClean="0"/>
              <a:t>2022/6/21</a:t>
            </a:fld>
            <a:endParaRPr lang="zh-TW" altLang="en-US"/>
          </a:p>
        </p:txBody>
      </p:sp>
      <p:sp>
        <p:nvSpPr>
          <p:cNvPr id="6" name="頁尾版面配置區 5">
            <a:extLst>
              <a:ext uri="{FF2B5EF4-FFF2-40B4-BE49-F238E27FC236}">
                <a16:creationId xmlns:a16="http://schemas.microsoft.com/office/drawing/2014/main" id="{ED8FD9AE-93F8-4516-981E-888A3585872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7C235FE-7EC6-45BD-AFD3-28E236227C22}"/>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2206267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BEFEB1-3B54-45E8-9090-D0CF4FF911BD}"/>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4CBE35E7-646E-4404-821A-D22E70E0B0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72357CA3-B57C-4FE1-AA0C-39A1BB09A4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7D38B033-98F0-477A-A016-863BD32FF2DC}"/>
              </a:ext>
            </a:extLst>
          </p:cNvPr>
          <p:cNvSpPr>
            <a:spLocks noGrp="1"/>
          </p:cNvSpPr>
          <p:nvPr>
            <p:ph type="dt" sz="half" idx="10"/>
          </p:nvPr>
        </p:nvSpPr>
        <p:spPr/>
        <p:txBody>
          <a:bodyPr/>
          <a:lstStyle/>
          <a:p>
            <a:fld id="{8EFEA15A-BC96-4FDC-81B9-0D28C6E02324}" type="datetime1">
              <a:rPr lang="zh-TW" altLang="en-US" smtClean="0"/>
              <a:t>2022/6/21</a:t>
            </a:fld>
            <a:endParaRPr lang="zh-TW" altLang="en-US"/>
          </a:p>
        </p:txBody>
      </p:sp>
      <p:sp>
        <p:nvSpPr>
          <p:cNvPr id="6" name="頁尾版面配置區 5">
            <a:extLst>
              <a:ext uri="{FF2B5EF4-FFF2-40B4-BE49-F238E27FC236}">
                <a16:creationId xmlns:a16="http://schemas.microsoft.com/office/drawing/2014/main" id="{217603EF-D0A2-4BE2-BB6E-F1E7428564D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C60FDF8-CDA0-4176-93FB-878ED2BD301B}"/>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723221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CE1F33-6DA3-4E3D-A50B-59EF378400A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8453AB78-8699-463C-8D35-0DAE4736C1FD}"/>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B0C9C6C-B437-4A6A-B50E-D76A9DFEF2A5}"/>
              </a:ext>
            </a:extLst>
          </p:cNvPr>
          <p:cNvSpPr>
            <a:spLocks noGrp="1"/>
          </p:cNvSpPr>
          <p:nvPr>
            <p:ph type="dt" sz="half" idx="10"/>
          </p:nvPr>
        </p:nvSpPr>
        <p:spPr/>
        <p:txBody>
          <a:bodyPr/>
          <a:lstStyle/>
          <a:p>
            <a:fld id="{15698257-1A0C-4C00-86B7-D3CBE1E4FDE3}" type="datetime1">
              <a:rPr lang="zh-TW" altLang="en-US" smtClean="0"/>
              <a:t>2022/6/21</a:t>
            </a:fld>
            <a:endParaRPr lang="zh-TW" altLang="en-US"/>
          </a:p>
        </p:txBody>
      </p:sp>
      <p:sp>
        <p:nvSpPr>
          <p:cNvPr id="5" name="頁尾版面配置區 4">
            <a:extLst>
              <a:ext uri="{FF2B5EF4-FFF2-40B4-BE49-F238E27FC236}">
                <a16:creationId xmlns:a16="http://schemas.microsoft.com/office/drawing/2014/main" id="{77009B86-8BAF-49D3-9FBD-AF620355BA0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1B07FA9-F3F7-4DA7-A0F4-66D3B567042B}"/>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724161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C295D24-4D4D-472A-AB73-D1239EA9C15C}"/>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FBDB5D60-51C4-436D-BBDD-F77793327BE6}"/>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6632C48-A4E5-459A-B5AA-57D86A08E29A}"/>
              </a:ext>
            </a:extLst>
          </p:cNvPr>
          <p:cNvSpPr>
            <a:spLocks noGrp="1"/>
          </p:cNvSpPr>
          <p:nvPr>
            <p:ph type="dt" sz="half" idx="10"/>
          </p:nvPr>
        </p:nvSpPr>
        <p:spPr/>
        <p:txBody>
          <a:bodyPr/>
          <a:lstStyle/>
          <a:p>
            <a:fld id="{E3A91720-F347-4FFB-ADA5-0AD2EE56A4E5}" type="datetime1">
              <a:rPr lang="zh-TW" altLang="en-US" smtClean="0"/>
              <a:t>2022/6/21</a:t>
            </a:fld>
            <a:endParaRPr lang="zh-TW" altLang="en-US"/>
          </a:p>
        </p:txBody>
      </p:sp>
      <p:sp>
        <p:nvSpPr>
          <p:cNvPr id="5" name="頁尾版面配置區 4">
            <a:extLst>
              <a:ext uri="{FF2B5EF4-FFF2-40B4-BE49-F238E27FC236}">
                <a16:creationId xmlns:a16="http://schemas.microsoft.com/office/drawing/2014/main" id="{3D1A3D36-B64D-4E79-8824-D40005CB9D0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FCBCD96-2981-4CEB-BF02-CDF1449F88B4}"/>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3023326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0588B45C-60F2-4BCE-B810-D930011E70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dirty="0"/>
              <a:t>按一下以編輯母片標題樣式</a:t>
            </a:r>
          </a:p>
        </p:txBody>
      </p:sp>
      <p:sp>
        <p:nvSpPr>
          <p:cNvPr id="3" name="文字版面配置區 2">
            <a:extLst>
              <a:ext uri="{FF2B5EF4-FFF2-40B4-BE49-F238E27FC236}">
                <a16:creationId xmlns:a16="http://schemas.microsoft.com/office/drawing/2014/main" id="{AC153474-8A42-4461-A925-C46F64482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F2A84AEC-A2FC-47EE-8B0B-6CF68B8386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60A89E-5F59-45C6-916E-2029F486A7DF}" type="datetime1">
              <a:rPr lang="zh-TW" altLang="en-US" smtClean="0"/>
              <a:t>2022/6/21</a:t>
            </a:fld>
            <a:endParaRPr lang="zh-TW" altLang="en-US"/>
          </a:p>
        </p:txBody>
      </p:sp>
      <p:sp>
        <p:nvSpPr>
          <p:cNvPr id="5" name="頁尾版面配置區 4">
            <a:extLst>
              <a:ext uri="{FF2B5EF4-FFF2-40B4-BE49-F238E27FC236}">
                <a16:creationId xmlns:a16="http://schemas.microsoft.com/office/drawing/2014/main" id="{F389F9A5-C535-4FCE-9462-8748EDBDF1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2D0B99F-AC6F-4C56-843B-B3324F7192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117137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143474-6387-4BE8-A4BF-0CDEA67657E1}"/>
              </a:ext>
            </a:extLst>
          </p:cNvPr>
          <p:cNvSpPr>
            <a:spLocks noGrp="1"/>
          </p:cNvSpPr>
          <p:nvPr>
            <p:ph type="ctrTitle"/>
          </p:nvPr>
        </p:nvSpPr>
        <p:spPr>
          <a:xfrm>
            <a:off x="513806" y="1122363"/>
            <a:ext cx="11164389" cy="2387600"/>
          </a:xfrm>
        </p:spPr>
        <p:txBody>
          <a:bodyPr/>
          <a:lstStyle/>
          <a:p>
            <a:r>
              <a:rPr lang="en-US" altLang="zh-TW" dirty="0">
                <a:latin typeface="Times New Roman" panose="02020603050405020304" pitchFamily="18" charset="0"/>
                <a:cs typeface="Times New Roman" panose="02020603050405020304" pitchFamily="18" charset="0"/>
              </a:rPr>
              <a:t>A Filtration Method for Order-Preserving Matching</a:t>
            </a:r>
            <a:endParaRPr lang="zh-TW" altLang="en-US" dirty="0"/>
          </a:p>
        </p:txBody>
      </p:sp>
      <p:sp>
        <p:nvSpPr>
          <p:cNvPr id="3" name="副標題 2">
            <a:extLst>
              <a:ext uri="{FF2B5EF4-FFF2-40B4-BE49-F238E27FC236}">
                <a16:creationId xmlns:a16="http://schemas.microsoft.com/office/drawing/2014/main" id="{92B8BEBC-EA8D-40AC-8B6F-CE2FB945F54D}"/>
              </a:ext>
            </a:extLst>
          </p:cNvPr>
          <p:cNvSpPr>
            <a:spLocks noGrp="1"/>
          </p:cNvSpPr>
          <p:nvPr>
            <p:ph type="subTitle" idx="1"/>
          </p:nvPr>
        </p:nvSpPr>
        <p:spPr/>
        <p:txBody>
          <a:bodyPr>
            <a:normAutofit/>
          </a:bodyPr>
          <a:lstStyle/>
          <a:p>
            <a:r>
              <a:rPr lang="en-US" altLang="zh-TW" sz="2400" dirty="0">
                <a:latin typeface="Times New Roman" panose="02020603050405020304" pitchFamily="18" charset="0"/>
                <a:cs typeface="Times New Roman" panose="02020603050405020304" pitchFamily="18" charset="0"/>
              </a:rPr>
              <a:t>T. Chhabra, J. </a:t>
            </a:r>
            <a:r>
              <a:rPr lang="en-US" altLang="zh-TW" sz="2400" dirty="0" err="1">
                <a:latin typeface="Times New Roman" panose="02020603050405020304" pitchFamily="18" charset="0"/>
                <a:cs typeface="Times New Roman" panose="02020603050405020304" pitchFamily="18" charset="0"/>
              </a:rPr>
              <a:t>Tarhio</a:t>
            </a:r>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Information Processing Letters, Vol. 116, Issue 2, February 2016, </a:t>
            </a:r>
          </a:p>
          <a:p>
            <a:r>
              <a:rPr lang="en-US" altLang="zh-TW" sz="2400" dirty="0">
                <a:latin typeface="Times New Roman" panose="02020603050405020304" pitchFamily="18" charset="0"/>
                <a:cs typeface="Times New Roman" panose="02020603050405020304" pitchFamily="18" charset="0"/>
              </a:rPr>
              <a:t>pp. 71-74, </a:t>
            </a:r>
            <a:endParaRPr lang="zh-TW" altLang="en-US" sz="2400" dirty="0">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D2AB8FE2-23CB-4533-87D5-C2F44C82D244}"/>
              </a:ext>
            </a:extLst>
          </p:cNvPr>
          <p:cNvSpPr txBox="1"/>
          <p:nvPr/>
        </p:nvSpPr>
        <p:spPr>
          <a:xfrm>
            <a:off x="9067060" y="6150114"/>
            <a:ext cx="3124940" cy="707886"/>
          </a:xfrm>
          <a:prstGeom prst="rect">
            <a:avLst/>
          </a:prstGeom>
          <a:noFill/>
        </p:spPr>
        <p:txBody>
          <a:bodyPr wrap="square" rtlCol="0">
            <a:spAutoFit/>
          </a:bodyPr>
          <a:lstStyle/>
          <a:p>
            <a:r>
              <a:rPr lang="en-US" altLang="zh-TW" sz="2000" dirty="0">
                <a:latin typeface="Times New Roman" panose="02020603050405020304" pitchFamily="18" charset="0"/>
                <a:ea typeface="源流明體 M" panose="02020500000000000000" pitchFamily="18" charset="-120"/>
                <a:cs typeface="Times New Roman" panose="02020603050405020304" pitchFamily="18" charset="0"/>
              </a:rPr>
              <a:t>Presenter: Guan-Ting Chen</a:t>
            </a:r>
          </a:p>
          <a:p>
            <a:r>
              <a:rPr lang="en-US" altLang="zh-TW" sz="2000" dirty="0">
                <a:latin typeface="Times New Roman" panose="02020603050405020304" pitchFamily="18" charset="0"/>
                <a:ea typeface="源流明體 M" panose="02020500000000000000" pitchFamily="18" charset="-120"/>
                <a:cs typeface="Times New Roman" panose="02020603050405020304" pitchFamily="18" charset="0"/>
              </a:rPr>
              <a:t>Date: June 21, 2022</a:t>
            </a:r>
          </a:p>
        </p:txBody>
      </p:sp>
    </p:spTree>
    <p:extLst>
      <p:ext uri="{BB962C8B-B14F-4D97-AF65-F5344CB8AC3E}">
        <p14:creationId xmlns:p14="http://schemas.microsoft.com/office/powerpoint/2010/main" val="9928461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24AF41-DCC8-4BFE-B3AA-9D793E863EAC}"/>
              </a:ext>
            </a:extLst>
          </p:cNvPr>
          <p:cNvSpPr>
            <a:spLocks noGrp="1"/>
          </p:cNvSpPr>
          <p:nvPr>
            <p:ph type="title"/>
          </p:nvPr>
        </p:nvSpPr>
        <p:spPr/>
        <p:txBody>
          <a:bodyPr/>
          <a:lstStyle/>
          <a:p>
            <a:r>
              <a:rPr lang="en-US" altLang="zh-TW" dirty="0"/>
              <a:t>Abstract</a:t>
            </a:r>
            <a:endParaRPr lang="zh-TW" altLang="en-US" dirty="0"/>
          </a:p>
        </p:txBody>
      </p:sp>
      <p:sp>
        <p:nvSpPr>
          <p:cNvPr id="3" name="內容版面配置區 2">
            <a:extLst>
              <a:ext uri="{FF2B5EF4-FFF2-40B4-BE49-F238E27FC236}">
                <a16:creationId xmlns:a16="http://schemas.microsoft.com/office/drawing/2014/main" id="{2FBE2A12-C9F0-4093-A018-44F05764C477}"/>
              </a:ext>
            </a:extLst>
          </p:cNvPr>
          <p:cNvSpPr>
            <a:spLocks noGrp="1"/>
          </p:cNvSpPr>
          <p:nvPr>
            <p:ph idx="1"/>
          </p:nvPr>
        </p:nvSpPr>
        <p:spPr/>
        <p:txBody>
          <a:bodyPr>
            <a:normAutofit/>
          </a:bodyPr>
          <a:lstStyle/>
          <a:p>
            <a:pPr marL="0" indent="0">
              <a:buNone/>
            </a:pPr>
            <a:r>
              <a:rPr lang="en-US" altLang="zh-TW" dirty="0"/>
              <a:t>The problem of order-preserving matching has gained attention lately. The text and the pattern consist of numbers. The task is to ﬁnd all the substrings in the text which have the same length and relative order as the pattern. The problem has applications in analysis of time series. </a:t>
            </a:r>
          </a:p>
          <a:p>
            <a:pPr marL="0" indent="0">
              <a:buNone/>
            </a:pPr>
            <a:r>
              <a:rPr lang="en-US" altLang="zh-TW" dirty="0"/>
              <a:t>We present a new sublinear solution based on ﬁltration. Any algorithm for exact string matching can be used as a ﬁltering method. If the ﬁltration algorithm is sublinear, the total method is sublinear on average. We show by practical experiments that the new solution is more eﬃcient than earlier algorithms.</a:t>
            </a:r>
            <a:endParaRPr lang="zh-TW" altLang="en-US" dirty="0"/>
          </a:p>
        </p:txBody>
      </p:sp>
      <p:sp>
        <p:nvSpPr>
          <p:cNvPr id="4" name="投影片編號版面配置區 3">
            <a:extLst>
              <a:ext uri="{FF2B5EF4-FFF2-40B4-BE49-F238E27FC236}">
                <a16:creationId xmlns:a16="http://schemas.microsoft.com/office/drawing/2014/main" id="{B9099A3E-11CF-4D79-A20E-36E8E58CE980}"/>
              </a:ext>
            </a:extLst>
          </p:cNvPr>
          <p:cNvSpPr>
            <a:spLocks noGrp="1"/>
          </p:cNvSpPr>
          <p:nvPr>
            <p:ph type="sldNum" sz="quarter" idx="12"/>
          </p:nvPr>
        </p:nvSpPr>
        <p:spPr/>
        <p:txBody>
          <a:bodyPr/>
          <a:lstStyle/>
          <a:p>
            <a:fld id="{4CD2C34A-D3D3-4A9B-8692-9279E332F0C9}" type="slidenum">
              <a:rPr lang="zh-TW" altLang="en-US" smtClean="0"/>
              <a:t>2</a:t>
            </a:fld>
            <a:endParaRPr lang="zh-TW" altLang="en-US" dirty="0"/>
          </a:p>
        </p:txBody>
      </p:sp>
    </p:spTree>
    <p:extLst>
      <p:ext uri="{BB962C8B-B14F-4D97-AF65-F5344CB8AC3E}">
        <p14:creationId xmlns:p14="http://schemas.microsoft.com/office/powerpoint/2010/main" val="847236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1368854-D193-45F1-A127-77E22B863F79}"/>
              </a:ext>
            </a:extLst>
          </p:cNvPr>
          <p:cNvSpPr>
            <a:spLocks noGrp="1"/>
          </p:cNvSpPr>
          <p:nvPr>
            <p:ph type="title"/>
          </p:nvPr>
        </p:nvSpPr>
        <p:spPr/>
        <p:txBody>
          <a:bodyPr/>
          <a:lstStyle/>
          <a:p>
            <a:r>
              <a:rPr lang="en-US" altLang="zh-TW" dirty="0"/>
              <a:t>Order Preserving Pattern Matching</a:t>
            </a:r>
            <a:endParaRPr lang="zh-TW" altLang="en-US" dirty="0"/>
          </a:p>
        </p:txBody>
      </p:sp>
      <p:sp>
        <p:nvSpPr>
          <p:cNvPr id="4" name="投影片編號版面配置區 3">
            <a:extLst>
              <a:ext uri="{FF2B5EF4-FFF2-40B4-BE49-F238E27FC236}">
                <a16:creationId xmlns:a16="http://schemas.microsoft.com/office/drawing/2014/main" id="{D4B6C1EC-C9D8-42E4-9376-6868169BD2A1}"/>
              </a:ext>
            </a:extLst>
          </p:cNvPr>
          <p:cNvSpPr>
            <a:spLocks noGrp="1"/>
          </p:cNvSpPr>
          <p:nvPr>
            <p:ph type="sldNum" sz="quarter" idx="12"/>
          </p:nvPr>
        </p:nvSpPr>
        <p:spPr/>
        <p:txBody>
          <a:bodyPr/>
          <a:lstStyle/>
          <a:p>
            <a:fld id="{4CD2C34A-D3D3-4A9B-8692-9279E332F0C9}" type="slidenum">
              <a:rPr lang="zh-TW" altLang="en-US" smtClean="0"/>
              <a:pPr/>
              <a:t>3</a:t>
            </a:fld>
            <a:endParaRPr lang="zh-TW" altLang="en-US" dirty="0"/>
          </a:p>
        </p:txBody>
      </p:sp>
      <p:pic>
        <p:nvPicPr>
          <p:cNvPr id="8" name="內容版面配置區 7">
            <a:extLst>
              <a:ext uri="{FF2B5EF4-FFF2-40B4-BE49-F238E27FC236}">
                <a16:creationId xmlns:a16="http://schemas.microsoft.com/office/drawing/2014/main" id="{9F7D31E2-97A9-61E6-7D53-B8274627A2D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35855" y="1825625"/>
            <a:ext cx="6320289" cy="4351338"/>
          </a:xfrm>
        </p:spPr>
      </p:pic>
    </p:spTree>
    <p:extLst>
      <p:ext uri="{BB962C8B-B14F-4D97-AF65-F5344CB8AC3E}">
        <p14:creationId xmlns:p14="http://schemas.microsoft.com/office/powerpoint/2010/main" val="10188831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43B995-4CBB-53DF-9B77-677A9588A4D0}"/>
              </a:ext>
            </a:extLst>
          </p:cNvPr>
          <p:cNvSpPr>
            <a:spLocks noGrp="1"/>
          </p:cNvSpPr>
          <p:nvPr>
            <p:ph type="title"/>
          </p:nvPr>
        </p:nvSpPr>
        <p:spPr/>
        <p:txBody>
          <a:bodyPr/>
          <a:lstStyle/>
          <a:p>
            <a:r>
              <a:rPr lang="en-US" altLang="zh-TW" dirty="0"/>
              <a:t>Order Preserving Pattern Matching</a:t>
            </a:r>
            <a:endParaRPr lang="zh-TW" altLang="en-US" dirty="0"/>
          </a:p>
        </p:txBody>
      </p:sp>
      <p:sp>
        <p:nvSpPr>
          <p:cNvPr id="3" name="內容版面配置區 2">
            <a:extLst>
              <a:ext uri="{FF2B5EF4-FFF2-40B4-BE49-F238E27FC236}">
                <a16:creationId xmlns:a16="http://schemas.microsoft.com/office/drawing/2014/main" id="{DD7C5D2F-4F6B-FEEE-96D8-D59FC2576A67}"/>
              </a:ext>
            </a:extLst>
          </p:cNvPr>
          <p:cNvSpPr>
            <a:spLocks noGrp="1"/>
          </p:cNvSpPr>
          <p:nvPr>
            <p:ph idx="1"/>
          </p:nvPr>
        </p:nvSpPr>
        <p:spPr/>
        <p:txBody>
          <a:bodyPr/>
          <a:lstStyle/>
          <a:p>
            <a:r>
              <a:rPr lang="en-US" altLang="zh-TW" dirty="0"/>
              <a:t>Two Strings</a:t>
            </a:r>
          </a:p>
          <a:p>
            <a:pPr lvl="1"/>
            <a:r>
              <a:rPr lang="en-US" altLang="zh-TW" dirty="0"/>
              <a:t>u = u</a:t>
            </a:r>
            <a:r>
              <a:rPr lang="en-US" altLang="zh-TW" baseline="-25000" dirty="0"/>
              <a:t>1</a:t>
            </a:r>
            <a:r>
              <a:rPr lang="en-US" altLang="zh-TW" dirty="0"/>
              <a:t>u</a:t>
            </a:r>
            <a:r>
              <a:rPr lang="en-US" altLang="zh-TW" baseline="-25000" dirty="0"/>
              <a:t>2</a:t>
            </a:r>
            <a:r>
              <a:rPr lang="en-US" altLang="zh-TW" dirty="0"/>
              <a:t> ··· u</a:t>
            </a:r>
            <a:r>
              <a:rPr lang="en-US" altLang="zh-TW" baseline="-25000" dirty="0"/>
              <a:t>m</a:t>
            </a:r>
          </a:p>
          <a:p>
            <a:pPr lvl="1"/>
            <a:r>
              <a:rPr lang="en-US" altLang="zh-TW" dirty="0"/>
              <a:t>v = v</a:t>
            </a:r>
            <a:r>
              <a:rPr lang="en-US" altLang="zh-TW" baseline="-25000" dirty="0"/>
              <a:t>1</a:t>
            </a:r>
            <a:r>
              <a:rPr lang="en-US" altLang="zh-TW" dirty="0"/>
              <a:t>v</a:t>
            </a:r>
            <a:r>
              <a:rPr lang="en-US" altLang="zh-TW" baseline="-25000" dirty="0"/>
              <a:t>2</a:t>
            </a:r>
            <a:r>
              <a:rPr lang="en-US" altLang="zh-TW" dirty="0"/>
              <a:t> ··· </a:t>
            </a:r>
            <a:r>
              <a:rPr lang="en-US" altLang="zh-TW" dirty="0" err="1"/>
              <a:t>v</a:t>
            </a:r>
            <a:r>
              <a:rPr lang="en-US" altLang="zh-TW" baseline="-25000" dirty="0" err="1"/>
              <a:t>m</a:t>
            </a:r>
            <a:endParaRPr lang="en-US" altLang="zh-TW" baseline="-25000" dirty="0"/>
          </a:p>
          <a:p>
            <a:pPr lvl="1"/>
            <a:endParaRPr lang="en-US" altLang="zh-TW" baseline="-25000" dirty="0"/>
          </a:p>
          <a:p>
            <a:r>
              <a:rPr lang="en-US" altLang="zh-TW" dirty="0"/>
              <a:t> u ≈ v</a:t>
            </a:r>
          </a:p>
          <a:p>
            <a:pPr lvl="1"/>
            <a:r>
              <a:rPr lang="en-US" altLang="zh-TW" dirty="0" err="1"/>
              <a:t>u</a:t>
            </a:r>
            <a:r>
              <a:rPr lang="en-US" altLang="zh-TW" baseline="-25000" dirty="0" err="1"/>
              <a:t>i</a:t>
            </a:r>
            <a:r>
              <a:rPr lang="en-US" altLang="zh-TW" dirty="0"/>
              <a:t> ≤ </a:t>
            </a:r>
            <a:r>
              <a:rPr lang="en-US" altLang="zh-TW" dirty="0" err="1"/>
              <a:t>u</a:t>
            </a:r>
            <a:r>
              <a:rPr lang="en-US" altLang="zh-TW" baseline="-25000" dirty="0" err="1"/>
              <a:t>j</a:t>
            </a:r>
            <a:r>
              <a:rPr lang="en-US" altLang="zh-TW" dirty="0"/>
              <a:t> ⇔ v</a:t>
            </a:r>
            <a:r>
              <a:rPr lang="en-US" altLang="zh-TW" baseline="-25000" dirty="0"/>
              <a:t>i</a:t>
            </a:r>
            <a:r>
              <a:rPr lang="en-US" altLang="zh-TW" dirty="0"/>
              <a:t> ≤ </a:t>
            </a:r>
            <a:r>
              <a:rPr lang="en-US" altLang="zh-TW" dirty="0" err="1"/>
              <a:t>v</a:t>
            </a:r>
            <a:r>
              <a:rPr lang="en-US" altLang="zh-TW" baseline="-25000" dirty="0" err="1"/>
              <a:t>j</a:t>
            </a:r>
            <a:endParaRPr lang="en-US" altLang="zh-TW" baseline="-25000" dirty="0"/>
          </a:p>
        </p:txBody>
      </p:sp>
      <p:sp>
        <p:nvSpPr>
          <p:cNvPr id="4" name="投影片編號版面配置區 3">
            <a:extLst>
              <a:ext uri="{FF2B5EF4-FFF2-40B4-BE49-F238E27FC236}">
                <a16:creationId xmlns:a16="http://schemas.microsoft.com/office/drawing/2014/main" id="{1A57B1B2-441D-C354-751A-18D43E1356D1}"/>
              </a:ext>
            </a:extLst>
          </p:cNvPr>
          <p:cNvSpPr>
            <a:spLocks noGrp="1"/>
          </p:cNvSpPr>
          <p:nvPr>
            <p:ph type="sldNum" sz="quarter" idx="12"/>
          </p:nvPr>
        </p:nvSpPr>
        <p:spPr/>
        <p:txBody>
          <a:bodyPr/>
          <a:lstStyle/>
          <a:p>
            <a:fld id="{4CD2C34A-D3D3-4A9B-8692-9279E332F0C9}" type="slidenum">
              <a:rPr lang="zh-TW" altLang="en-US" smtClean="0"/>
              <a:pPr/>
              <a:t>4</a:t>
            </a:fld>
            <a:endParaRPr lang="zh-TW" altLang="en-US" dirty="0"/>
          </a:p>
        </p:txBody>
      </p:sp>
    </p:spTree>
    <p:extLst>
      <p:ext uri="{BB962C8B-B14F-4D97-AF65-F5344CB8AC3E}">
        <p14:creationId xmlns:p14="http://schemas.microsoft.com/office/powerpoint/2010/main" val="13280411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3F8F1B5-32A7-819C-A55C-4926740C8345}"/>
              </a:ext>
            </a:extLst>
          </p:cNvPr>
          <p:cNvSpPr>
            <a:spLocks noGrp="1"/>
          </p:cNvSpPr>
          <p:nvPr>
            <p:ph type="title"/>
          </p:nvPr>
        </p:nvSpPr>
        <p:spPr/>
        <p:txBody>
          <a:bodyPr/>
          <a:lstStyle/>
          <a:p>
            <a:r>
              <a:rPr lang="en-US" altLang="zh-TW" dirty="0"/>
              <a:t>Encoding</a:t>
            </a:r>
            <a:endParaRPr lang="zh-TW" altLang="en-US" dirty="0"/>
          </a:p>
        </p:txBody>
      </p:sp>
      <p:sp>
        <p:nvSpPr>
          <p:cNvPr id="3" name="內容版面配置區 2">
            <a:extLst>
              <a:ext uri="{FF2B5EF4-FFF2-40B4-BE49-F238E27FC236}">
                <a16:creationId xmlns:a16="http://schemas.microsoft.com/office/drawing/2014/main" id="{9664ED48-2297-CD26-1D68-9ACD03AEF0E5}"/>
              </a:ext>
            </a:extLst>
          </p:cNvPr>
          <p:cNvSpPr>
            <a:spLocks noGrp="1"/>
          </p:cNvSpPr>
          <p:nvPr>
            <p:ph idx="1"/>
          </p:nvPr>
        </p:nvSpPr>
        <p:spPr/>
        <p:txBody>
          <a:bodyPr/>
          <a:lstStyle/>
          <a:p>
            <a:r>
              <a:rPr lang="en-US" altLang="zh-TW" dirty="0"/>
              <a:t>T = 22, 85, 79, 24, 42, 27, 62, 40, 32, 47, 69, 55, 25</a:t>
            </a:r>
          </a:p>
          <a:p>
            <a:r>
              <a:rPr lang="en-US" altLang="zh-TW" dirty="0"/>
              <a:t>P = 10, 22, 15, 30, 20, 18, 27</a:t>
            </a:r>
          </a:p>
          <a:p>
            <a:endParaRPr lang="en-US" altLang="zh-TW" dirty="0"/>
          </a:p>
          <a:p>
            <a:endParaRPr lang="zh-TW" altLang="en-US" dirty="0"/>
          </a:p>
        </p:txBody>
      </p:sp>
      <p:sp>
        <p:nvSpPr>
          <p:cNvPr id="4" name="投影片編號版面配置區 3">
            <a:extLst>
              <a:ext uri="{FF2B5EF4-FFF2-40B4-BE49-F238E27FC236}">
                <a16:creationId xmlns:a16="http://schemas.microsoft.com/office/drawing/2014/main" id="{B055CD95-FF65-A310-877D-12A6295B7053}"/>
              </a:ext>
            </a:extLst>
          </p:cNvPr>
          <p:cNvSpPr>
            <a:spLocks noGrp="1"/>
          </p:cNvSpPr>
          <p:nvPr>
            <p:ph type="sldNum" sz="quarter" idx="12"/>
          </p:nvPr>
        </p:nvSpPr>
        <p:spPr/>
        <p:txBody>
          <a:bodyPr/>
          <a:lstStyle/>
          <a:p>
            <a:fld id="{4CD2C34A-D3D3-4A9B-8692-9279E332F0C9}" type="slidenum">
              <a:rPr lang="zh-TW" altLang="en-US" smtClean="0"/>
              <a:pPr/>
              <a:t>5</a:t>
            </a:fld>
            <a:endParaRPr lang="zh-TW" altLang="en-US" dirty="0"/>
          </a:p>
        </p:txBody>
      </p:sp>
      <p:graphicFrame>
        <p:nvGraphicFramePr>
          <p:cNvPr id="5" name="表格 5">
            <a:extLst>
              <a:ext uri="{FF2B5EF4-FFF2-40B4-BE49-F238E27FC236}">
                <a16:creationId xmlns:a16="http://schemas.microsoft.com/office/drawing/2014/main" id="{9481085E-69F6-8830-EC36-9EC9D1E27CEE}"/>
              </a:ext>
            </a:extLst>
          </p:cNvPr>
          <p:cNvGraphicFramePr>
            <a:graphicFrameLocks noGrp="1"/>
          </p:cNvGraphicFramePr>
          <p:nvPr>
            <p:extLst>
              <p:ext uri="{D42A27DB-BD31-4B8C-83A1-F6EECF244321}">
                <p14:modId xmlns:p14="http://schemas.microsoft.com/office/powerpoint/2010/main" val="3142166427"/>
              </p:ext>
            </p:extLst>
          </p:nvPr>
        </p:nvGraphicFramePr>
        <p:xfrm>
          <a:off x="2124354" y="3429000"/>
          <a:ext cx="7943292" cy="914400"/>
        </p:xfrm>
        <a:graphic>
          <a:graphicData uri="http://schemas.openxmlformats.org/drawingml/2006/table">
            <a:tbl>
              <a:tblPr firstRow="1" bandRow="1">
                <a:tableStyleId>{5940675A-B579-460E-94D1-54222C63F5DA}</a:tableStyleId>
              </a:tblPr>
              <a:tblGrid>
                <a:gridCol w="546417">
                  <a:extLst>
                    <a:ext uri="{9D8B030D-6E8A-4147-A177-3AD203B41FA5}">
                      <a16:colId xmlns:a16="http://schemas.microsoft.com/office/drawing/2014/main" val="1881726139"/>
                    </a:ext>
                  </a:extLst>
                </a:gridCol>
                <a:gridCol w="563880">
                  <a:extLst>
                    <a:ext uri="{9D8B030D-6E8A-4147-A177-3AD203B41FA5}">
                      <a16:colId xmlns:a16="http://schemas.microsoft.com/office/drawing/2014/main" val="1205732894"/>
                    </a:ext>
                  </a:extLst>
                </a:gridCol>
                <a:gridCol w="563880">
                  <a:extLst>
                    <a:ext uri="{9D8B030D-6E8A-4147-A177-3AD203B41FA5}">
                      <a16:colId xmlns:a16="http://schemas.microsoft.com/office/drawing/2014/main" val="123233847"/>
                    </a:ext>
                  </a:extLst>
                </a:gridCol>
                <a:gridCol w="563880">
                  <a:extLst>
                    <a:ext uri="{9D8B030D-6E8A-4147-A177-3AD203B41FA5}">
                      <a16:colId xmlns:a16="http://schemas.microsoft.com/office/drawing/2014/main" val="3151189544"/>
                    </a:ext>
                  </a:extLst>
                </a:gridCol>
                <a:gridCol w="563880">
                  <a:extLst>
                    <a:ext uri="{9D8B030D-6E8A-4147-A177-3AD203B41FA5}">
                      <a16:colId xmlns:a16="http://schemas.microsoft.com/office/drawing/2014/main" val="2824235371"/>
                    </a:ext>
                  </a:extLst>
                </a:gridCol>
                <a:gridCol w="563880">
                  <a:extLst>
                    <a:ext uri="{9D8B030D-6E8A-4147-A177-3AD203B41FA5}">
                      <a16:colId xmlns:a16="http://schemas.microsoft.com/office/drawing/2014/main" val="2184991428"/>
                    </a:ext>
                  </a:extLst>
                </a:gridCol>
                <a:gridCol w="563880">
                  <a:extLst>
                    <a:ext uri="{9D8B030D-6E8A-4147-A177-3AD203B41FA5}">
                      <a16:colId xmlns:a16="http://schemas.microsoft.com/office/drawing/2014/main" val="1405849004"/>
                    </a:ext>
                  </a:extLst>
                </a:gridCol>
                <a:gridCol w="563880">
                  <a:extLst>
                    <a:ext uri="{9D8B030D-6E8A-4147-A177-3AD203B41FA5}">
                      <a16:colId xmlns:a16="http://schemas.microsoft.com/office/drawing/2014/main" val="3474030377"/>
                    </a:ext>
                  </a:extLst>
                </a:gridCol>
                <a:gridCol w="563880">
                  <a:extLst>
                    <a:ext uri="{9D8B030D-6E8A-4147-A177-3AD203B41FA5}">
                      <a16:colId xmlns:a16="http://schemas.microsoft.com/office/drawing/2014/main" val="974438006"/>
                    </a:ext>
                  </a:extLst>
                </a:gridCol>
                <a:gridCol w="563880">
                  <a:extLst>
                    <a:ext uri="{9D8B030D-6E8A-4147-A177-3AD203B41FA5}">
                      <a16:colId xmlns:a16="http://schemas.microsoft.com/office/drawing/2014/main" val="1171207993"/>
                    </a:ext>
                  </a:extLst>
                </a:gridCol>
                <a:gridCol w="563880">
                  <a:extLst>
                    <a:ext uri="{9D8B030D-6E8A-4147-A177-3AD203B41FA5}">
                      <a16:colId xmlns:a16="http://schemas.microsoft.com/office/drawing/2014/main" val="2434801273"/>
                    </a:ext>
                  </a:extLst>
                </a:gridCol>
                <a:gridCol w="563880">
                  <a:extLst>
                    <a:ext uri="{9D8B030D-6E8A-4147-A177-3AD203B41FA5}">
                      <a16:colId xmlns:a16="http://schemas.microsoft.com/office/drawing/2014/main" val="65668750"/>
                    </a:ext>
                  </a:extLst>
                </a:gridCol>
                <a:gridCol w="563880">
                  <a:extLst>
                    <a:ext uri="{9D8B030D-6E8A-4147-A177-3AD203B41FA5}">
                      <a16:colId xmlns:a16="http://schemas.microsoft.com/office/drawing/2014/main" val="2392008171"/>
                    </a:ext>
                  </a:extLst>
                </a:gridCol>
                <a:gridCol w="630315">
                  <a:extLst>
                    <a:ext uri="{9D8B030D-6E8A-4147-A177-3AD203B41FA5}">
                      <a16:colId xmlns:a16="http://schemas.microsoft.com/office/drawing/2014/main" val="2058716959"/>
                    </a:ext>
                  </a:extLst>
                </a:gridCol>
              </a:tblGrid>
              <a:tr h="370840">
                <a:tc>
                  <a:txBody>
                    <a:bodyPr/>
                    <a:lstStyle/>
                    <a:p>
                      <a:pPr algn="ctr"/>
                      <a:r>
                        <a:rPr lang="en-US" altLang="zh-TW" sz="2400" dirty="0">
                          <a:latin typeface="Times New Roman" panose="02020603050405020304" pitchFamily="18" charset="0"/>
                          <a:cs typeface="Times New Roman" panose="02020603050405020304" pitchFamily="18" charset="0"/>
                        </a:rPr>
                        <a:t>T</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69</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25</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396260"/>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T’</a:t>
                      </a: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lnBlToTr w="12700" cap="flat" cmpd="sng" algn="ctr">
                      <a:solidFill>
                        <a:schemeClr val="tx1"/>
                      </a:solidFill>
                      <a:prstDash val="solid"/>
                      <a:round/>
                      <a:headEnd type="none" w="med" len="med"/>
                      <a:tailEnd type="none" w="med" len="med"/>
                    </a:lnBlToTr>
                  </a:tcPr>
                </a:tc>
                <a:extLst>
                  <a:ext uri="{0D108BD9-81ED-4DB2-BD59-A6C34878D82A}">
                    <a16:rowId xmlns:a16="http://schemas.microsoft.com/office/drawing/2014/main" val="2723038942"/>
                  </a:ext>
                </a:extLst>
              </a:tr>
            </a:tbl>
          </a:graphicData>
        </a:graphic>
      </p:graphicFrame>
      <p:graphicFrame>
        <p:nvGraphicFramePr>
          <p:cNvPr id="6" name="表格 6">
            <a:extLst>
              <a:ext uri="{FF2B5EF4-FFF2-40B4-BE49-F238E27FC236}">
                <a16:creationId xmlns:a16="http://schemas.microsoft.com/office/drawing/2014/main" id="{CD9D4CB4-50E1-801E-C875-1889C9A55F9D}"/>
              </a:ext>
            </a:extLst>
          </p:cNvPr>
          <p:cNvGraphicFramePr>
            <a:graphicFrameLocks noGrp="1"/>
          </p:cNvGraphicFramePr>
          <p:nvPr>
            <p:extLst>
              <p:ext uri="{D42A27DB-BD31-4B8C-83A1-F6EECF244321}">
                <p14:modId xmlns:p14="http://schemas.microsoft.com/office/powerpoint/2010/main" val="1009433329"/>
              </p:ext>
            </p:extLst>
          </p:nvPr>
        </p:nvGraphicFramePr>
        <p:xfrm>
          <a:off x="3857148" y="4687984"/>
          <a:ext cx="4477703" cy="914400"/>
        </p:xfrm>
        <a:graphic>
          <a:graphicData uri="http://schemas.openxmlformats.org/drawingml/2006/table">
            <a:tbl>
              <a:tblPr firstRow="1" bandRow="1">
                <a:tableStyleId>{5940675A-B579-460E-94D1-54222C63F5DA}</a:tableStyleId>
              </a:tblPr>
              <a:tblGrid>
                <a:gridCol w="530543">
                  <a:extLst>
                    <a:ext uri="{9D8B030D-6E8A-4147-A177-3AD203B41FA5}">
                      <a16:colId xmlns:a16="http://schemas.microsoft.com/office/drawing/2014/main" val="2116774432"/>
                    </a:ext>
                  </a:extLst>
                </a:gridCol>
                <a:gridCol w="563880">
                  <a:extLst>
                    <a:ext uri="{9D8B030D-6E8A-4147-A177-3AD203B41FA5}">
                      <a16:colId xmlns:a16="http://schemas.microsoft.com/office/drawing/2014/main" val="2065637589"/>
                    </a:ext>
                  </a:extLst>
                </a:gridCol>
                <a:gridCol w="563880">
                  <a:extLst>
                    <a:ext uri="{9D8B030D-6E8A-4147-A177-3AD203B41FA5}">
                      <a16:colId xmlns:a16="http://schemas.microsoft.com/office/drawing/2014/main" val="121263252"/>
                    </a:ext>
                  </a:extLst>
                </a:gridCol>
                <a:gridCol w="563880">
                  <a:extLst>
                    <a:ext uri="{9D8B030D-6E8A-4147-A177-3AD203B41FA5}">
                      <a16:colId xmlns:a16="http://schemas.microsoft.com/office/drawing/2014/main" val="677823877"/>
                    </a:ext>
                  </a:extLst>
                </a:gridCol>
                <a:gridCol w="563880">
                  <a:extLst>
                    <a:ext uri="{9D8B030D-6E8A-4147-A177-3AD203B41FA5}">
                      <a16:colId xmlns:a16="http://schemas.microsoft.com/office/drawing/2014/main" val="987205489"/>
                    </a:ext>
                  </a:extLst>
                </a:gridCol>
                <a:gridCol w="563880">
                  <a:extLst>
                    <a:ext uri="{9D8B030D-6E8A-4147-A177-3AD203B41FA5}">
                      <a16:colId xmlns:a16="http://schemas.microsoft.com/office/drawing/2014/main" val="101014053"/>
                    </a:ext>
                  </a:extLst>
                </a:gridCol>
                <a:gridCol w="563880">
                  <a:extLst>
                    <a:ext uri="{9D8B030D-6E8A-4147-A177-3AD203B41FA5}">
                      <a16:colId xmlns:a16="http://schemas.microsoft.com/office/drawing/2014/main" val="2714948571"/>
                    </a:ext>
                  </a:extLst>
                </a:gridCol>
                <a:gridCol w="563880">
                  <a:extLst>
                    <a:ext uri="{9D8B030D-6E8A-4147-A177-3AD203B41FA5}">
                      <a16:colId xmlns:a16="http://schemas.microsoft.com/office/drawing/2014/main" val="1358036645"/>
                    </a:ext>
                  </a:extLst>
                </a:gridCol>
              </a:tblGrid>
              <a:tr h="370840">
                <a:tc>
                  <a:txBody>
                    <a:bodyPr/>
                    <a:lstStyle/>
                    <a:p>
                      <a:pPr algn="ctr"/>
                      <a:r>
                        <a:rPr lang="en-US" altLang="zh-TW" sz="2400" dirty="0">
                          <a:latin typeface="Times New Roman" panose="02020603050405020304" pitchFamily="18" charset="0"/>
                          <a:cs typeface="Times New Roman" panose="02020603050405020304" pitchFamily="18" charset="0"/>
                        </a:rPr>
                        <a:t>P</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18</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27</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32856661"/>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P’</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lnBlToTr w="12700" cap="flat" cmpd="sng" algn="ctr">
                      <a:solidFill>
                        <a:schemeClr val="tx1"/>
                      </a:solidFill>
                      <a:prstDash val="solid"/>
                      <a:round/>
                      <a:headEnd type="none" w="med" len="med"/>
                      <a:tailEnd type="none" w="med" len="med"/>
                    </a:lnBlToTr>
                  </a:tcPr>
                </a:tc>
                <a:extLst>
                  <a:ext uri="{0D108BD9-81ED-4DB2-BD59-A6C34878D82A}">
                    <a16:rowId xmlns:a16="http://schemas.microsoft.com/office/drawing/2014/main" val="2805850482"/>
                  </a:ext>
                </a:extLst>
              </a:tr>
            </a:tbl>
          </a:graphicData>
        </a:graphic>
      </p:graphicFrame>
    </p:spTree>
    <p:extLst>
      <p:ext uri="{BB962C8B-B14F-4D97-AF65-F5344CB8AC3E}">
        <p14:creationId xmlns:p14="http://schemas.microsoft.com/office/powerpoint/2010/main" val="30742484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BFC42CC-706D-A09E-04F6-B0DD035EBDC8}"/>
              </a:ext>
            </a:extLst>
          </p:cNvPr>
          <p:cNvSpPr>
            <a:spLocks noGrp="1"/>
          </p:cNvSpPr>
          <p:nvPr>
            <p:ph type="title"/>
          </p:nvPr>
        </p:nvSpPr>
        <p:spPr/>
        <p:txBody>
          <a:bodyPr/>
          <a:lstStyle/>
          <a:p>
            <a:r>
              <a:rPr lang="en-US" altLang="zh-TW" dirty="0"/>
              <a:t>Preprocessing</a:t>
            </a:r>
            <a:endParaRPr lang="zh-TW" altLang="en-US" dirty="0"/>
          </a:p>
        </p:txBody>
      </p:sp>
      <p:sp>
        <p:nvSpPr>
          <p:cNvPr id="3" name="內容版面配置區 2">
            <a:extLst>
              <a:ext uri="{FF2B5EF4-FFF2-40B4-BE49-F238E27FC236}">
                <a16:creationId xmlns:a16="http://schemas.microsoft.com/office/drawing/2014/main" id="{BDC20871-9A70-FDFD-E50C-B1AD1C375F9F}"/>
              </a:ext>
            </a:extLst>
          </p:cNvPr>
          <p:cNvSpPr>
            <a:spLocks noGrp="1"/>
          </p:cNvSpPr>
          <p:nvPr>
            <p:ph idx="1"/>
          </p:nvPr>
        </p:nvSpPr>
        <p:spPr/>
        <p:txBody>
          <a:bodyPr/>
          <a:lstStyle/>
          <a:p>
            <a:r>
              <a:rPr lang="en-US" altLang="zh-TW" dirty="0"/>
              <a:t>Auxiliary Table </a:t>
            </a:r>
            <a:r>
              <a:rPr lang="en-US" altLang="zh-TW" b="1" i="1" dirty="0"/>
              <a:t>r</a:t>
            </a:r>
          </a:p>
          <a:p>
            <a:endParaRPr lang="en-US" altLang="zh-TW" b="1" i="1" dirty="0"/>
          </a:p>
          <a:p>
            <a:endParaRPr lang="en-US" altLang="zh-TW" b="1" i="1" dirty="0"/>
          </a:p>
          <a:p>
            <a:pPr marL="0" indent="0">
              <a:buNone/>
            </a:pPr>
            <a:endParaRPr lang="en-US" altLang="zh-TW" b="1" i="1" dirty="0"/>
          </a:p>
          <a:p>
            <a:pPr marL="0" indent="0">
              <a:buNone/>
            </a:pPr>
            <a:endParaRPr lang="en-US" altLang="zh-TW" sz="1200" b="1" i="1" dirty="0"/>
          </a:p>
          <a:p>
            <a:r>
              <a:rPr lang="en-US" altLang="zh-TW" dirty="0"/>
              <a:t>Equalities</a:t>
            </a:r>
            <a:r>
              <a:rPr lang="en-US" altLang="zh-TW" b="1" i="1" dirty="0"/>
              <a:t> E</a:t>
            </a:r>
          </a:p>
          <a:p>
            <a:pPr marL="457200" lvl="1" indent="0">
              <a:buNone/>
            </a:pPr>
            <a:endParaRPr lang="zh-TW" altLang="en-US" b="1" i="1" dirty="0"/>
          </a:p>
        </p:txBody>
      </p:sp>
      <p:sp>
        <p:nvSpPr>
          <p:cNvPr id="4" name="投影片編號版面配置區 3">
            <a:extLst>
              <a:ext uri="{FF2B5EF4-FFF2-40B4-BE49-F238E27FC236}">
                <a16:creationId xmlns:a16="http://schemas.microsoft.com/office/drawing/2014/main" id="{AF6CE9AF-6C6C-8B4C-0522-F51F8EE0F782}"/>
              </a:ext>
            </a:extLst>
          </p:cNvPr>
          <p:cNvSpPr>
            <a:spLocks noGrp="1"/>
          </p:cNvSpPr>
          <p:nvPr>
            <p:ph type="sldNum" sz="quarter" idx="12"/>
          </p:nvPr>
        </p:nvSpPr>
        <p:spPr/>
        <p:txBody>
          <a:bodyPr/>
          <a:lstStyle/>
          <a:p>
            <a:fld id="{4CD2C34A-D3D3-4A9B-8692-9279E332F0C9}" type="slidenum">
              <a:rPr lang="zh-TW" altLang="en-US" smtClean="0"/>
              <a:pPr/>
              <a:t>6</a:t>
            </a:fld>
            <a:endParaRPr lang="zh-TW" altLang="en-US" dirty="0"/>
          </a:p>
        </p:txBody>
      </p:sp>
      <p:graphicFrame>
        <p:nvGraphicFramePr>
          <p:cNvPr id="5" name="表格 6">
            <a:extLst>
              <a:ext uri="{FF2B5EF4-FFF2-40B4-BE49-F238E27FC236}">
                <a16:creationId xmlns:a16="http://schemas.microsoft.com/office/drawing/2014/main" id="{BF4C5FCB-C39F-4349-0E8F-692F99C68D80}"/>
              </a:ext>
            </a:extLst>
          </p:cNvPr>
          <p:cNvGraphicFramePr>
            <a:graphicFrameLocks noGrp="1"/>
          </p:cNvGraphicFramePr>
          <p:nvPr>
            <p:extLst>
              <p:ext uri="{D42A27DB-BD31-4B8C-83A1-F6EECF244321}">
                <p14:modId xmlns:p14="http://schemas.microsoft.com/office/powerpoint/2010/main" val="64121623"/>
              </p:ext>
            </p:extLst>
          </p:nvPr>
        </p:nvGraphicFramePr>
        <p:xfrm>
          <a:off x="3139737" y="2434386"/>
          <a:ext cx="5912525" cy="1371600"/>
        </p:xfrm>
        <a:graphic>
          <a:graphicData uri="http://schemas.openxmlformats.org/drawingml/2006/table">
            <a:tbl>
              <a:tblPr firstRow="1" bandRow="1">
                <a:tableStyleId>{5940675A-B579-460E-94D1-54222C63F5DA}</a:tableStyleId>
              </a:tblPr>
              <a:tblGrid>
                <a:gridCol w="700549">
                  <a:extLst>
                    <a:ext uri="{9D8B030D-6E8A-4147-A177-3AD203B41FA5}">
                      <a16:colId xmlns:a16="http://schemas.microsoft.com/office/drawing/2014/main" val="2116774432"/>
                    </a:ext>
                  </a:extLst>
                </a:gridCol>
                <a:gridCol w="744568">
                  <a:extLst>
                    <a:ext uri="{9D8B030D-6E8A-4147-A177-3AD203B41FA5}">
                      <a16:colId xmlns:a16="http://schemas.microsoft.com/office/drawing/2014/main" val="2065637589"/>
                    </a:ext>
                  </a:extLst>
                </a:gridCol>
                <a:gridCol w="744568">
                  <a:extLst>
                    <a:ext uri="{9D8B030D-6E8A-4147-A177-3AD203B41FA5}">
                      <a16:colId xmlns:a16="http://schemas.microsoft.com/office/drawing/2014/main" val="121263252"/>
                    </a:ext>
                  </a:extLst>
                </a:gridCol>
                <a:gridCol w="744568">
                  <a:extLst>
                    <a:ext uri="{9D8B030D-6E8A-4147-A177-3AD203B41FA5}">
                      <a16:colId xmlns:a16="http://schemas.microsoft.com/office/drawing/2014/main" val="677823877"/>
                    </a:ext>
                  </a:extLst>
                </a:gridCol>
                <a:gridCol w="744568">
                  <a:extLst>
                    <a:ext uri="{9D8B030D-6E8A-4147-A177-3AD203B41FA5}">
                      <a16:colId xmlns:a16="http://schemas.microsoft.com/office/drawing/2014/main" val="987205489"/>
                    </a:ext>
                  </a:extLst>
                </a:gridCol>
                <a:gridCol w="744568">
                  <a:extLst>
                    <a:ext uri="{9D8B030D-6E8A-4147-A177-3AD203B41FA5}">
                      <a16:colId xmlns:a16="http://schemas.microsoft.com/office/drawing/2014/main" val="101014053"/>
                    </a:ext>
                  </a:extLst>
                </a:gridCol>
                <a:gridCol w="744568">
                  <a:extLst>
                    <a:ext uri="{9D8B030D-6E8A-4147-A177-3AD203B41FA5}">
                      <a16:colId xmlns:a16="http://schemas.microsoft.com/office/drawing/2014/main" val="2714948571"/>
                    </a:ext>
                  </a:extLst>
                </a:gridCol>
                <a:gridCol w="744568">
                  <a:extLst>
                    <a:ext uri="{9D8B030D-6E8A-4147-A177-3AD203B41FA5}">
                      <a16:colId xmlns:a16="http://schemas.microsoft.com/office/drawing/2014/main" val="1358036645"/>
                    </a:ext>
                  </a:extLst>
                </a:gridCol>
              </a:tblGrid>
              <a:tr h="370840">
                <a:tc>
                  <a:txBody>
                    <a:bodyPr/>
                    <a:lstStyle/>
                    <a:p>
                      <a:pPr algn="ctr"/>
                      <a:r>
                        <a:rPr lang="en-US" altLang="zh-TW" sz="2400" dirty="0" err="1">
                          <a:latin typeface="Times New Roman" panose="02020603050405020304" pitchFamily="18" charset="0"/>
                          <a:cs typeface="Times New Roman" panose="02020603050405020304" pitchFamily="18" charset="0"/>
                        </a:rPr>
                        <a:t>i</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3577394"/>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P</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22</a:t>
                      </a:r>
                      <a:endParaRPr lang="zh-TW" altLang="en-US" sz="2400" dirty="0">
                        <a:latin typeface="Times New Roman" panose="02020603050405020304" pitchFamily="18" charset="0"/>
                        <a:cs typeface="Times New Roman" panose="02020603050405020304" pitchFamily="18" charset="0"/>
                      </a:endParaRPr>
                    </a:p>
                  </a:txBody>
                  <a:tcPr>
                    <a:solidFill>
                      <a:schemeClr val="accent6">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15</a:t>
                      </a:r>
                      <a:endParaRPr lang="zh-TW" altLang="en-US" sz="2400" dirty="0">
                        <a:latin typeface="Times New Roman" panose="02020603050405020304" pitchFamily="18" charset="0"/>
                        <a:cs typeface="Times New Roman" panose="02020603050405020304" pitchFamily="18" charset="0"/>
                      </a:endParaRPr>
                    </a:p>
                  </a:txBody>
                  <a:tcPr>
                    <a:solidFill>
                      <a:schemeClr val="accent2">
                        <a:lumMod val="60000"/>
                        <a:lumOff val="4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30</a:t>
                      </a:r>
                      <a:endParaRPr lang="zh-TW" altLang="en-US" sz="2400" dirty="0">
                        <a:latin typeface="Times New Roman" panose="02020603050405020304" pitchFamily="18" charset="0"/>
                        <a:cs typeface="Times New Roman" panose="02020603050405020304" pitchFamily="18" charset="0"/>
                      </a:endParaRPr>
                    </a:p>
                  </a:txBody>
                  <a:tcPr>
                    <a:solidFill>
                      <a:schemeClr val="accent1">
                        <a:lumMod val="60000"/>
                        <a:lumOff val="4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20</a:t>
                      </a:r>
                      <a:endParaRPr lang="zh-TW" altLang="en-US" sz="2400" dirty="0">
                        <a:latin typeface="Times New Roman" panose="02020603050405020304" pitchFamily="18" charset="0"/>
                        <a:cs typeface="Times New Roman" panose="02020603050405020304" pitchFamily="18" charset="0"/>
                      </a:endParaRPr>
                    </a:p>
                  </a:txBody>
                  <a:tcPr>
                    <a:solidFill>
                      <a:schemeClr val="accent5">
                        <a:lumMod val="60000"/>
                        <a:lumOff val="4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18</a:t>
                      </a:r>
                      <a:endParaRPr lang="zh-TW" altLang="en-US" sz="2400" dirty="0">
                        <a:latin typeface="Times New Roman" panose="02020603050405020304" pitchFamily="18" charset="0"/>
                        <a:cs typeface="Times New Roman" panose="02020603050405020304" pitchFamily="18" charset="0"/>
                      </a:endParaRPr>
                    </a:p>
                  </a:txBody>
                  <a:tcPr>
                    <a:solidFill>
                      <a:schemeClr val="accent3">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27</a:t>
                      </a:r>
                      <a:endParaRPr lang="zh-TW" altLang="en-US" sz="2400"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532856661"/>
                  </a:ext>
                </a:extLst>
              </a:tr>
              <a:tr h="370840">
                <a:tc>
                  <a:txBody>
                    <a:bodyPr/>
                    <a:lstStyle/>
                    <a:p>
                      <a:pPr algn="ctr"/>
                      <a:r>
                        <a:rPr lang="en-US" altLang="zh-TW" sz="2400" b="1" i="1" dirty="0">
                          <a:latin typeface="Times New Roman" panose="02020603050405020304" pitchFamily="18" charset="0"/>
                          <a:cs typeface="Times New Roman" panose="02020603050405020304" pitchFamily="18" charset="0"/>
                        </a:rPr>
                        <a:t>r</a:t>
                      </a:r>
                      <a:endParaRPr lang="zh-TW" altLang="en-US" sz="2400" b="1" i="1"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solidFill>
                      <a:schemeClr val="accent2">
                        <a:lumMod val="60000"/>
                        <a:lumOff val="4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solidFill>
                      <a:schemeClr val="accent3">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solidFill>
                      <a:schemeClr val="accent5">
                        <a:lumMod val="60000"/>
                        <a:lumOff val="4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solidFill>
                      <a:schemeClr val="accent6">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lnR w="12700" cap="flat" cmpd="sng" algn="ctr">
                      <a:solidFill>
                        <a:schemeClr val="tx1"/>
                      </a:solidFill>
                      <a:prstDash val="solid"/>
                      <a:round/>
                      <a:headEnd type="none" w="med" len="med"/>
                      <a:tailEnd type="none" w="med" len="med"/>
                    </a:lnR>
                    <a:solidFill>
                      <a:schemeClr val="accent6">
                        <a:lumMod val="60000"/>
                        <a:lumOff val="4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ap="flat" cmpd="sng" algn="ctr">
                      <a:noFill/>
                      <a:prstDash val="solid"/>
                      <a:round/>
                      <a:headEnd type="none" w="med" len="med"/>
                      <a:tailEnd type="none" w="med" len="med"/>
                    </a:lnBlToTr>
                    <a:solidFill>
                      <a:schemeClr val="accent1">
                        <a:lumMod val="60000"/>
                        <a:lumOff val="40000"/>
                      </a:schemeClr>
                    </a:solidFill>
                  </a:tcPr>
                </a:tc>
                <a:extLst>
                  <a:ext uri="{0D108BD9-81ED-4DB2-BD59-A6C34878D82A}">
                    <a16:rowId xmlns:a16="http://schemas.microsoft.com/office/drawing/2014/main" val="2805850482"/>
                  </a:ext>
                </a:extLst>
              </a:tr>
            </a:tbl>
          </a:graphicData>
        </a:graphic>
      </p:graphicFrame>
      <p:graphicFrame>
        <p:nvGraphicFramePr>
          <p:cNvPr id="6" name="表格 6">
            <a:extLst>
              <a:ext uri="{FF2B5EF4-FFF2-40B4-BE49-F238E27FC236}">
                <a16:creationId xmlns:a16="http://schemas.microsoft.com/office/drawing/2014/main" id="{F227E3C4-80E3-2268-BD7A-6CE1A5650AC5}"/>
              </a:ext>
            </a:extLst>
          </p:cNvPr>
          <p:cNvGraphicFramePr>
            <a:graphicFrameLocks noGrp="1"/>
          </p:cNvGraphicFramePr>
          <p:nvPr>
            <p:extLst>
              <p:ext uri="{D42A27DB-BD31-4B8C-83A1-F6EECF244321}">
                <p14:modId xmlns:p14="http://schemas.microsoft.com/office/powerpoint/2010/main" val="121704799"/>
              </p:ext>
            </p:extLst>
          </p:nvPr>
        </p:nvGraphicFramePr>
        <p:xfrm>
          <a:off x="3139736" y="4805363"/>
          <a:ext cx="5912525" cy="1371600"/>
        </p:xfrm>
        <a:graphic>
          <a:graphicData uri="http://schemas.openxmlformats.org/drawingml/2006/table">
            <a:tbl>
              <a:tblPr firstRow="1" bandRow="1">
                <a:tableStyleId>{5940675A-B579-460E-94D1-54222C63F5DA}</a:tableStyleId>
              </a:tblPr>
              <a:tblGrid>
                <a:gridCol w="700549">
                  <a:extLst>
                    <a:ext uri="{9D8B030D-6E8A-4147-A177-3AD203B41FA5}">
                      <a16:colId xmlns:a16="http://schemas.microsoft.com/office/drawing/2014/main" val="2116774432"/>
                    </a:ext>
                  </a:extLst>
                </a:gridCol>
                <a:gridCol w="744568">
                  <a:extLst>
                    <a:ext uri="{9D8B030D-6E8A-4147-A177-3AD203B41FA5}">
                      <a16:colId xmlns:a16="http://schemas.microsoft.com/office/drawing/2014/main" val="2065637589"/>
                    </a:ext>
                  </a:extLst>
                </a:gridCol>
                <a:gridCol w="744568">
                  <a:extLst>
                    <a:ext uri="{9D8B030D-6E8A-4147-A177-3AD203B41FA5}">
                      <a16:colId xmlns:a16="http://schemas.microsoft.com/office/drawing/2014/main" val="121263252"/>
                    </a:ext>
                  </a:extLst>
                </a:gridCol>
                <a:gridCol w="744568">
                  <a:extLst>
                    <a:ext uri="{9D8B030D-6E8A-4147-A177-3AD203B41FA5}">
                      <a16:colId xmlns:a16="http://schemas.microsoft.com/office/drawing/2014/main" val="677823877"/>
                    </a:ext>
                  </a:extLst>
                </a:gridCol>
                <a:gridCol w="744568">
                  <a:extLst>
                    <a:ext uri="{9D8B030D-6E8A-4147-A177-3AD203B41FA5}">
                      <a16:colId xmlns:a16="http://schemas.microsoft.com/office/drawing/2014/main" val="987205489"/>
                    </a:ext>
                  </a:extLst>
                </a:gridCol>
                <a:gridCol w="744568">
                  <a:extLst>
                    <a:ext uri="{9D8B030D-6E8A-4147-A177-3AD203B41FA5}">
                      <a16:colId xmlns:a16="http://schemas.microsoft.com/office/drawing/2014/main" val="101014053"/>
                    </a:ext>
                  </a:extLst>
                </a:gridCol>
                <a:gridCol w="744568">
                  <a:extLst>
                    <a:ext uri="{9D8B030D-6E8A-4147-A177-3AD203B41FA5}">
                      <a16:colId xmlns:a16="http://schemas.microsoft.com/office/drawing/2014/main" val="2714948571"/>
                    </a:ext>
                  </a:extLst>
                </a:gridCol>
                <a:gridCol w="744568">
                  <a:extLst>
                    <a:ext uri="{9D8B030D-6E8A-4147-A177-3AD203B41FA5}">
                      <a16:colId xmlns:a16="http://schemas.microsoft.com/office/drawing/2014/main" val="1358036645"/>
                    </a:ext>
                  </a:extLst>
                </a:gridCol>
              </a:tblGrid>
              <a:tr h="370840">
                <a:tc>
                  <a:txBody>
                    <a:bodyPr/>
                    <a:lstStyle/>
                    <a:p>
                      <a:pPr algn="ctr"/>
                      <a:r>
                        <a:rPr lang="en-US" altLang="zh-TW" sz="2400" dirty="0" err="1">
                          <a:latin typeface="Times New Roman" panose="02020603050405020304" pitchFamily="18" charset="0"/>
                          <a:cs typeface="Times New Roman" panose="02020603050405020304" pitchFamily="18" charset="0"/>
                        </a:rPr>
                        <a:t>i</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3577394"/>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P</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22</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15</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20</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20</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18</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27</a:t>
                      </a:r>
                      <a:endParaRPr lang="zh-TW" altLang="en-US" sz="2400"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32856661"/>
                  </a:ext>
                </a:extLst>
              </a:tr>
              <a:tr h="370840">
                <a:tc>
                  <a:txBody>
                    <a:bodyPr/>
                    <a:lstStyle/>
                    <a:p>
                      <a:pPr algn="ctr"/>
                      <a:r>
                        <a:rPr lang="en-US" altLang="zh-TW" sz="2400" b="1" i="1" dirty="0">
                          <a:latin typeface="Times New Roman" panose="02020603050405020304" pitchFamily="18" charset="0"/>
                          <a:cs typeface="Times New Roman" panose="02020603050405020304" pitchFamily="18" charset="0"/>
                        </a:rPr>
                        <a:t>E</a:t>
                      </a:r>
                      <a:endParaRPr lang="zh-TW" altLang="en-US" sz="2400" b="1" i="1"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lnR w="12700" cap="flat" cmpd="sng" algn="ctr">
                      <a:solidFill>
                        <a:schemeClr val="tx1"/>
                      </a:solidFill>
                      <a:prstDash val="solid"/>
                      <a:round/>
                      <a:headEnd type="none" w="med" len="med"/>
                      <a:tailEnd type="none" w="med" len="med"/>
                    </a:lnR>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ap="flat" cmpd="sng" algn="ctr">
                      <a:solidFill>
                        <a:schemeClr val="tx1"/>
                      </a:solidFill>
                      <a:prstDash val="solid"/>
                      <a:round/>
                      <a:headEnd type="none" w="med" len="med"/>
                      <a:tailEnd type="none" w="med" len="med"/>
                    </a:lnBlToTr>
                    <a:noFill/>
                  </a:tcPr>
                </a:tc>
                <a:extLst>
                  <a:ext uri="{0D108BD9-81ED-4DB2-BD59-A6C34878D82A}">
                    <a16:rowId xmlns:a16="http://schemas.microsoft.com/office/drawing/2014/main" val="2805850482"/>
                  </a:ext>
                </a:extLst>
              </a:tr>
            </a:tbl>
          </a:graphicData>
        </a:graphic>
      </p:graphicFrame>
    </p:spTree>
    <p:extLst>
      <p:ext uri="{BB962C8B-B14F-4D97-AF65-F5344CB8AC3E}">
        <p14:creationId xmlns:p14="http://schemas.microsoft.com/office/powerpoint/2010/main" val="40533627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47DBB93-816B-AEB5-DFF1-9370951E416C}"/>
              </a:ext>
            </a:extLst>
          </p:cNvPr>
          <p:cNvSpPr>
            <a:spLocks noGrp="1"/>
          </p:cNvSpPr>
          <p:nvPr>
            <p:ph type="title"/>
          </p:nvPr>
        </p:nvSpPr>
        <p:spPr/>
        <p:txBody>
          <a:bodyPr/>
          <a:lstStyle/>
          <a:p>
            <a:r>
              <a:rPr lang="en-US" altLang="zh-TW" dirty="0"/>
              <a:t>Filtration</a:t>
            </a:r>
            <a:endParaRPr lang="zh-TW" altLang="en-US" dirty="0"/>
          </a:p>
        </p:txBody>
      </p:sp>
      <p:sp>
        <p:nvSpPr>
          <p:cNvPr id="3" name="內容版面配置區 2">
            <a:extLst>
              <a:ext uri="{FF2B5EF4-FFF2-40B4-BE49-F238E27FC236}">
                <a16:creationId xmlns:a16="http://schemas.microsoft.com/office/drawing/2014/main" id="{5AA56250-EC20-3463-6B0E-411EFE6C97BD}"/>
              </a:ext>
            </a:extLst>
          </p:cNvPr>
          <p:cNvSpPr>
            <a:spLocks noGrp="1"/>
          </p:cNvSpPr>
          <p:nvPr>
            <p:ph idx="1"/>
          </p:nvPr>
        </p:nvSpPr>
        <p:spPr/>
        <p:txBody>
          <a:bodyPr/>
          <a:lstStyle/>
          <a:p>
            <a:r>
              <a:rPr lang="en-US" altLang="zh-TW" dirty="0"/>
              <a:t>Need algorithm for exact string matching.</a:t>
            </a:r>
          </a:p>
          <a:p>
            <a:pPr lvl="1"/>
            <a:r>
              <a:rPr lang="en-US" altLang="zh-TW" dirty="0"/>
              <a:t>Example: KMP</a:t>
            </a:r>
            <a:endParaRPr lang="zh-TW" altLang="en-US" dirty="0"/>
          </a:p>
        </p:txBody>
      </p:sp>
      <p:sp>
        <p:nvSpPr>
          <p:cNvPr id="4" name="投影片編號版面配置區 3">
            <a:extLst>
              <a:ext uri="{FF2B5EF4-FFF2-40B4-BE49-F238E27FC236}">
                <a16:creationId xmlns:a16="http://schemas.microsoft.com/office/drawing/2014/main" id="{F9CFD2AB-54BA-1889-AE25-6AE13FF5ADBF}"/>
              </a:ext>
            </a:extLst>
          </p:cNvPr>
          <p:cNvSpPr>
            <a:spLocks noGrp="1"/>
          </p:cNvSpPr>
          <p:nvPr>
            <p:ph type="sldNum" sz="quarter" idx="12"/>
          </p:nvPr>
        </p:nvSpPr>
        <p:spPr/>
        <p:txBody>
          <a:bodyPr/>
          <a:lstStyle/>
          <a:p>
            <a:fld id="{4CD2C34A-D3D3-4A9B-8692-9279E332F0C9}" type="slidenum">
              <a:rPr lang="zh-TW" altLang="en-US" smtClean="0"/>
              <a:pPr/>
              <a:t>7</a:t>
            </a:fld>
            <a:endParaRPr lang="zh-TW" altLang="en-US" dirty="0"/>
          </a:p>
        </p:txBody>
      </p:sp>
      <p:graphicFrame>
        <p:nvGraphicFramePr>
          <p:cNvPr id="5" name="表格 4">
            <a:extLst>
              <a:ext uri="{FF2B5EF4-FFF2-40B4-BE49-F238E27FC236}">
                <a16:creationId xmlns:a16="http://schemas.microsoft.com/office/drawing/2014/main" id="{6FC8F189-EEC9-0612-E311-F6D17139B0BE}"/>
              </a:ext>
            </a:extLst>
          </p:cNvPr>
          <p:cNvGraphicFramePr>
            <a:graphicFrameLocks noGrp="1"/>
          </p:cNvGraphicFramePr>
          <p:nvPr>
            <p:extLst>
              <p:ext uri="{D42A27DB-BD31-4B8C-83A1-F6EECF244321}">
                <p14:modId xmlns:p14="http://schemas.microsoft.com/office/powerpoint/2010/main" val="2823127858"/>
              </p:ext>
            </p:extLst>
          </p:nvPr>
        </p:nvGraphicFramePr>
        <p:xfrm>
          <a:off x="2124354" y="3315494"/>
          <a:ext cx="7943292" cy="2286000"/>
        </p:xfrm>
        <a:graphic>
          <a:graphicData uri="http://schemas.openxmlformats.org/drawingml/2006/table">
            <a:tbl>
              <a:tblPr firstRow="1" bandRow="1">
                <a:tableStyleId>{5940675A-B579-460E-94D1-54222C63F5DA}</a:tableStyleId>
              </a:tblPr>
              <a:tblGrid>
                <a:gridCol w="546417">
                  <a:extLst>
                    <a:ext uri="{9D8B030D-6E8A-4147-A177-3AD203B41FA5}">
                      <a16:colId xmlns:a16="http://schemas.microsoft.com/office/drawing/2014/main" val="1234497051"/>
                    </a:ext>
                  </a:extLst>
                </a:gridCol>
                <a:gridCol w="563880">
                  <a:extLst>
                    <a:ext uri="{9D8B030D-6E8A-4147-A177-3AD203B41FA5}">
                      <a16:colId xmlns:a16="http://schemas.microsoft.com/office/drawing/2014/main" val="2000577347"/>
                    </a:ext>
                  </a:extLst>
                </a:gridCol>
                <a:gridCol w="563880">
                  <a:extLst>
                    <a:ext uri="{9D8B030D-6E8A-4147-A177-3AD203B41FA5}">
                      <a16:colId xmlns:a16="http://schemas.microsoft.com/office/drawing/2014/main" val="3897224634"/>
                    </a:ext>
                  </a:extLst>
                </a:gridCol>
                <a:gridCol w="563880">
                  <a:extLst>
                    <a:ext uri="{9D8B030D-6E8A-4147-A177-3AD203B41FA5}">
                      <a16:colId xmlns:a16="http://schemas.microsoft.com/office/drawing/2014/main" val="1848570191"/>
                    </a:ext>
                  </a:extLst>
                </a:gridCol>
                <a:gridCol w="563880">
                  <a:extLst>
                    <a:ext uri="{9D8B030D-6E8A-4147-A177-3AD203B41FA5}">
                      <a16:colId xmlns:a16="http://schemas.microsoft.com/office/drawing/2014/main" val="1498424111"/>
                    </a:ext>
                  </a:extLst>
                </a:gridCol>
                <a:gridCol w="563880">
                  <a:extLst>
                    <a:ext uri="{9D8B030D-6E8A-4147-A177-3AD203B41FA5}">
                      <a16:colId xmlns:a16="http://schemas.microsoft.com/office/drawing/2014/main" val="2085578582"/>
                    </a:ext>
                  </a:extLst>
                </a:gridCol>
                <a:gridCol w="563880">
                  <a:extLst>
                    <a:ext uri="{9D8B030D-6E8A-4147-A177-3AD203B41FA5}">
                      <a16:colId xmlns:a16="http://schemas.microsoft.com/office/drawing/2014/main" val="3032979119"/>
                    </a:ext>
                  </a:extLst>
                </a:gridCol>
                <a:gridCol w="563880">
                  <a:extLst>
                    <a:ext uri="{9D8B030D-6E8A-4147-A177-3AD203B41FA5}">
                      <a16:colId xmlns:a16="http://schemas.microsoft.com/office/drawing/2014/main" val="1812220698"/>
                    </a:ext>
                  </a:extLst>
                </a:gridCol>
                <a:gridCol w="563880">
                  <a:extLst>
                    <a:ext uri="{9D8B030D-6E8A-4147-A177-3AD203B41FA5}">
                      <a16:colId xmlns:a16="http://schemas.microsoft.com/office/drawing/2014/main" val="3071346913"/>
                    </a:ext>
                  </a:extLst>
                </a:gridCol>
                <a:gridCol w="563880">
                  <a:extLst>
                    <a:ext uri="{9D8B030D-6E8A-4147-A177-3AD203B41FA5}">
                      <a16:colId xmlns:a16="http://schemas.microsoft.com/office/drawing/2014/main" val="3846833954"/>
                    </a:ext>
                  </a:extLst>
                </a:gridCol>
                <a:gridCol w="563880">
                  <a:extLst>
                    <a:ext uri="{9D8B030D-6E8A-4147-A177-3AD203B41FA5}">
                      <a16:colId xmlns:a16="http://schemas.microsoft.com/office/drawing/2014/main" val="2385891155"/>
                    </a:ext>
                  </a:extLst>
                </a:gridCol>
                <a:gridCol w="563880">
                  <a:extLst>
                    <a:ext uri="{9D8B030D-6E8A-4147-A177-3AD203B41FA5}">
                      <a16:colId xmlns:a16="http://schemas.microsoft.com/office/drawing/2014/main" val="855093231"/>
                    </a:ext>
                  </a:extLst>
                </a:gridCol>
                <a:gridCol w="563880">
                  <a:extLst>
                    <a:ext uri="{9D8B030D-6E8A-4147-A177-3AD203B41FA5}">
                      <a16:colId xmlns:a16="http://schemas.microsoft.com/office/drawing/2014/main" val="407637583"/>
                    </a:ext>
                  </a:extLst>
                </a:gridCol>
                <a:gridCol w="630315">
                  <a:extLst>
                    <a:ext uri="{9D8B030D-6E8A-4147-A177-3AD203B41FA5}">
                      <a16:colId xmlns:a16="http://schemas.microsoft.com/office/drawing/2014/main" val="1360001093"/>
                    </a:ext>
                  </a:extLst>
                </a:gridCol>
              </a:tblGrid>
              <a:tr h="370840">
                <a:tc>
                  <a:txBody>
                    <a:bodyPr/>
                    <a:lstStyle/>
                    <a:p>
                      <a:pPr algn="ctr"/>
                      <a:r>
                        <a:rPr lang="en-US" altLang="zh-TW" sz="2400" dirty="0" err="1">
                          <a:latin typeface="Times New Roman" panose="02020603050405020304" pitchFamily="18" charset="0"/>
                          <a:cs typeface="Times New Roman" panose="02020603050405020304" pitchFamily="18" charset="0"/>
                        </a:rPr>
                        <a:t>i</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13</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13245527"/>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T</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69</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25</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98048162"/>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T’</a:t>
                      </a: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lnBlToTr w="12700" cap="flat" cmpd="sng" algn="ctr">
                      <a:solidFill>
                        <a:schemeClr val="tx1"/>
                      </a:solidFill>
                      <a:prstDash val="solid"/>
                      <a:round/>
                      <a:headEnd type="none" w="med" len="med"/>
                      <a:tailEnd type="none" w="med" len="med"/>
                    </a:lnBlToTr>
                  </a:tcPr>
                </a:tc>
                <a:extLst>
                  <a:ext uri="{0D108BD9-81ED-4DB2-BD59-A6C34878D82A}">
                    <a16:rowId xmlns:a16="http://schemas.microsoft.com/office/drawing/2014/main" val="3662644441"/>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P</a:t>
                      </a: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18</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lnBlToTr w="12700" cap="flat" cmpd="sng" algn="ctr">
                      <a:noFill/>
                      <a:prstDash val="solid"/>
                      <a:round/>
                      <a:headEnd type="none" w="med" len="med"/>
                      <a:tailEnd type="none" w="med" len="med"/>
                    </a:lnBlToTr>
                  </a:tcPr>
                </a:tc>
                <a:extLst>
                  <a:ext uri="{0D108BD9-81ED-4DB2-BD59-A6C34878D82A}">
                    <a16:rowId xmlns:a16="http://schemas.microsoft.com/office/drawing/2014/main" val="1549469036"/>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P’</a:t>
                      </a: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lnBlToTr w="12700" cap="flat" cmpd="sng" algn="ctr">
                      <a:solidFill>
                        <a:schemeClr val="tx1"/>
                      </a:solidFill>
                      <a:prstDash val="solid"/>
                      <a:round/>
                      <a:headEnd type="none" w="med" len="med"/>
                      <a:tailEnd type="none" w="med" len="me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lnBlToTr w="12700" cap="flat" cmpd="sng" algn="ctr">
                      <a:noFill/>
                      <a:prstDash val="solid"/>
                      <a:round/>
                      <a:headEnd type="none" w="med" len="med"/>
                      <a:tailEnd type="none" w="med" len="med"/>
                    </a:lnBlToTr>
                    <a:noFill/>
                  </a:tcPr>
                </a:tc>
                <a:extLst>
                  <a:ext uri="{0D108BD9-81ED-4DB2-BD59-A6C34878D82A}">
                    <a16:rowId xmlns:a16="http://schemas.microsoft.com/office/drawing/2014/main" val="299464241"/>
                  </a:ext>
                </a:extLst>
              </a:tr>
            </a:tbl>
          </a:graphicData>
        </a:graphic>
      </p:graphicFrame>
    </p:spTree>
    <p:extLst>
      <p:ext uri="{BB962C8B-B14F-4D97-AF65-F5344CB8AC3E}">
        <p14:creationId xmlns:p14="http://schemas.microsoft.com/office/powerpoint/2010/main" val="1821428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E675BD4-D163-2DF3-C014-62990330E0C4}"/>
              </a:ext>
            </a:extLst>
          </p:cNvPr>
          <p:cNvSpPr>
            <a:spLocks noGrp="1"/>
          </p:cNvSpPr>
          <p:nvPr>
            <p:ph type="title"/>
          </p:nvPr>
        </p:nvSpPr>
        <p:spPr/>
        <p:txBody>
          <a:bodyPr/>
          <a:lstStyle/>
          <a:p>
            <a:r>
              <a:rPr lang="en-US" altLang="zh-TW" dirty="0"/>
              <a:t>Veriﬁcation</a:t>
            </a:r>
            <a:endParaRPr lang="zh-TW" altLang="en-US" dirty="0"/>
          </a:p>
        </p:txBody>
      </p:sp>
      <p:sp>
        <p:nvSpPr>
          <p:cNvPr id="4" name="投影片編號版面配置區 3">
            <a:extLst>
              <a:ext uri="{FF2B5EF4-FFF2-40B4-BE49-F238E27FC236}">
                <a16:creationId xmlns:a16="http://schemas.microsoft.com/office/drawing/2014/main" id="{1FE7080F-5A9F-D054-CEA5-F31F8C261FF2}"/>
              </a:ext>
            </a:extLst>
          </p:cNvPr>
          <p:cNvSpPr>
            <a:spLocks noGrp="1"/>
          </p:cNvSpPr>
          <p:nvPr>
            <p:ph type="sldNum" sz="quarter" idx="12"/>
          </p:nvPr>
        </p:nvSpPr>
        <p:spPr/>
        <p:txBody>
          <a:bodyPr/>
          <a:lstStyle/>
          <a:p>
            <a:fld id="{4CD2C34A-D3D3-4A9B-8692-9279E332F0C9}" type="slidenum">
              <a:rPr lang="zh-TW" altLang="en-US" smtClean="0"/>
              <a:pPr/>
              <a:t>8</a:t>
            </a:fld>
            <a:endParaRPr lang="zh-TW" altLang="en-US" dirty="0"/>
          </a:p>
        </p:txBody>
      </p:sp>
      <p:graphicFrame>
        <p:nvGraphicFramePr>
          <p:cNvPr id="6" name="內容版面配置區 5">
            <a:extLst>
              <a:ext uri="{FF2B5EF4-FFF2-40B4-BE49-F238E27FC236}">
                <a16:creationId xmlns:a16="http://schemas.microsoft.com/office/drawing/2014/main" id="{FC38BE78-2E24-B605-9A63-6919BF384042}"/>
              </a:ext>
            </a:extLst>
          </p:cNvPr>
          <p:cNvGraphicFramePr>
            <a:graphicFrameLocks noGrp="1"/>
          </p:cNvGraphicFramePr>
          <p:nvPr>
            <p:ph idx="1"/>
            <p:extLst>
              <p:ext uri="{D42A27DB-BD31-4B8C-83A1-F6EECF244321}">
                <p14:modId xmlns:p14="http://schemas.microsoft.com/office/powerpoint/2010/main" val="593076241"/>
              </p:ext>
            </p:extLst>
          </p:nvPr>
        </p:nvGraphicFramePr>
        <p:xfrm>
          <a:off x="2450237" y="2352297"/>
          <a:ext cx="6896917" cy="1828800"/>
        </p:xfrm>
        <a:graphic>
          <a:graphicData uri="http://schemas.openxmlformats.org/drawingml/2006/table">
            <a:tbl>
              <a:tblPr firstRow="1" bandRow="1">
                <a:tableStyleId>{5940675A-B579-460E-94D1-54222C63F5DA}</a:tableStyleId>
              </a:tblPr>
              <a:tblGrid>
                <a:gridCol w="1359217">
                  <a:extLst>
                    <a:ext uri="{9D8B030D-6E8A-4147-A177-3AD203B41FA5}">
                      <a16:colId xmlns:a16="http://schemas.microsoft.com/office/drawing/2014/main" val="2807215015"/>
                    </a:ext>
                  </a:extLst>
                </a:gridCol>
                <a:gridCol w="791100">
                  <a:extLst>
                    <a:ext uri="{9D8B030D-6E8A-4147-A177-3AD203B41FA5}">
                      <a16:colId xmlns:a16="http://schemas.microsoft.com/office/drawing/2014/main" val="2997054657"/>
                    </a:ext>
                  </a:extLst>
                </a:gridCol>
                <a:gridCol w="791100">
                  <a:extLst>
                    <a:ext uri="{9D8B030D-6E8A-4147-A177-3AD203B41FA5}">
                      <a16:colId xmlns:a16="http://schemas.microsoft.com/office/drawing/2014/main" val="3180522726"/>
                    </a:ext>
                  </a:extLst>
                </a:gridCol>
                <a:gridCol w="791100">
                  <a:extLst>
                    <a:ext uri="{9D8B030D-6E8A-4147-A177-3AD203B41FA5}">
                      <a16:colId xmlns:a16="http://schemas.microsoft.com/office/drawing/2014/main" val="3941539010"/>
                    </a:ext>
                  </a:extLst>
                </a:gridCol>
                <a:gridCol w="791100">
                  <a:extLst>
                    <a:ext uri="{9D8B030D-6E8A-4147-A177-3AD203B41FA5}">
                      <a16:colId xmlns:a16="http://schemas.microsoft.com/office/drawing/2014/main" val="2527219449"/>
                    </a:ext>
                  </a:extLst>
                </a:gridCol>
                <a:gridCol w="791100">
                  <a:extLst>
                    <a:ext uri="{9D8B030D-6E8A-4147-A177-3AD203B41FA5}">
                      <a16:colId xmlns:a16="http://schemas.microsoft.com/office/drawing/2014/main" val="1342243812"/>
                    </a:ext>
                  </a:extLst>
                </a:gridCol>
                <a:gridCol w="791100">
                  <a:extLst>
                    <a:ext uri="{9D8B030D-6E8A-4147-A177-3AD203B41FA5}">
                      <a16:colId xmlns:a16="http://schemas.microsoft.com/office/drawing/2014/main" val="2855065537"/>
                    </a:ext>
                  </a:extLst>
                </a:gridCol>
                <a:gridCol w="791100">
                  <a:extLst>
                    <a:ext uri="{9D8B030D-6E8A-4147-A177-3AD203B41FA5}">
                      <a16:colId xmlns:a16="http://schemas.microsoft.com/office/drawing/2014/main" val="1387923162"/>
                    </a:ext>
                  </a:extLst>
                </a:gridCol>
              </a:tblGrid>
              <a:tr h="370840">
                <a:tc>
                  <a:txBody>
                    <a:bodyPr/>
                    <a:lstStyle/>
                    <a:p>
                      <a:pPr algn="ctr"/>
                      <a:r>
                        <a:rPr lang="en-US" altLang="zh-TW" sz="2400" dirty="0" err="1">
                          <a:latin typeface="Times New Roman" panose="02020603050405020304" pitchFamily="18" charset="0"/>
                          <a:cs typeface="Times New Roman" panose="02020603050405020304" pitchFamily="18" charset="0"/>
                        </a:rPr>
                        <a:t>i</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30428386"/>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T[4..10]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47</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65608266"/>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T’[4..10]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90550847"/>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P</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18</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27</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09646655"/>
                  </a:ext>
                </a:extLst>
              </a:tr>
            </a:tbl>
          </a:graphicData>
        </a:graphic>
      </p:graphicFrame>
      <p:graphicFrame>
        <p:nvGraphicFramePr>
          <p:cNvPr id="7" name="表格 6">
            <a:extLst>
              <a:ext uri="{FF2B5EF4-FFF2-40B4-BE49-F238E27FC236}">
                <a16:creationId xmlns:a16="http://schemas.microsoft.com/office/drawing/2014/main" id="{31513291-9176-8E0F-6FF6-EEA7354E6085}"/>
              </a:ext>
            </a:extLst>
          </p:cNvPr>
          <p:cNvGraphicFramePr>
            <a:graphicFrameLocks noGrp="1"/>
          </p:cNvGraphicFramePr>
          <p:nvPr>
            <p:extLst>
              <p:ext uri="{D42A27DB-BD31-4B8C-83A1-F6EECF244321}">
                <p14:modId xmlns:p14="http://schemas.microsoft.com/office/powerpoint/2010/main" val="578021770"/>
              </p:ext>
            </p:extLst>
          </p:nvPr>
        </p:nvGraphicFramePr>
        <p:xfrm>
          <a:off x="2450233" y="4582923"/>
          <a:ext cx="6896917" cy="457200"/>
        </p:xfrm>
        <a:graphic>
          <a:graphicData uri="http://schemas.openxmlformats.org/drawingml/2006/table">
            <a:tbl>
              <a:tblPr firstRow="1" bandRow="1">
                <a:tableStyleId>{5940675A-B579-460E-94D1-54222C63F5DA}</a:tableStyleId>
              </a:tblPr>
              <a:tblGrid>
                <a:gridCol w="1349410">
                  <a:extLst>
                    <a:ext uri="{9D8B030D-6E8A-4147-A177-3AD203B41FA5}">
                      <a16:colId xmlns:a16="http://schemas.microsoft.com/office/drawing/2014/main" val="2536322968"/>
                    </a:ext>
                  </a:extLst>
                </a:gridCol>
                <a:gridCol w="792501">
                  <a:extLst>
                    <a:ext uri="{9D8B030D-6E8A-4147-A177-3AD203B41FA5}">
                      <a16:colId xmlns:a16="http://schemas.microsoft.com/office/drawing/2014/main" val="2890961764"/>
                    </a:ext>
                  </a:extLst>
                </a:gridCol>
                <a:gridCol w="792501">
                  <a:extLst>
                    <a:ext uri="{9D8B030D-6E8A-4147-A177-3AD203B41FA5}">
                      <a16:colId xmlns:a16="http://schemas.microsoft.com/office/drawing/2014/main" val="1517312382"/>
                    </a:ext>
                  </a:extLst>
                </a:gridCol>
                <a:gridCol w="792501">
                  <a:extLst>
                    <a:ext uri="{9D8B030D-6E8A-4147-A177-3AD203B41FA5}">
                      <a16:colId xmlns:a16="http://schemas.microsoft.com/office/drawing/2014/main" val="1315235590"/>
                    </a:ext>
                  </a:extLst>
                </a:gridCol>
                <a:gridCol w="792501">
                  <a:extLst>
                    <a:ext uri="{9D8B030D-6E8A-4147-A177-3AD203B41FA5}">
                      <a16:colId xmlns:a16="http://schemas.microsoft.com/office/drawing/2014/main" val="2504611912"/>
                    </a:ext>
                  </a:extLst>
                </a:gridCol>
                <a:gridCol w="792501">
                  <a:extLst>
                    <a:ext uri="{9D8B030D-6E8A-4147-A177-3AD203B41FA5}">
                      <a16:colId xmlns:a16="http://schemas.microsoft.com/office/drawing/2014/main" val="1957685326"/>
                    </a:ext>
                  </a:extLst>
                </a:gridCol>
                <a:gridCol w="792501">
                  <a:extLst>
                    <a:ext uri="{9D8B030D-6E8A-4147-A177-3AD203B41FA5}">
                      <a16:colId xmlns:a16="http://schemas.microsoft.com/office/drawing/2014/main" val="4034291431"/>
                    </a:ext>
                  </a:extLst>
                </a:gridCol>
                <a:gridCol w="792501">
                  <a:extLst>
                    <a:ext uri="{9D8B030D-6E8A-4147-A177-3AD203B41FA5}">
                      <a16:colId xmlns:a16="http://schemas.microsoft.com/office/drawing/2014/main" val="1158108702"/>
                    </a:ext>
                  </a:extLst>
                </a:gridCol>
              </a:tblGrid>
              <a:tr h="370840">
                <a:tc>
                  <a:txBody>
                    <a:bodyPr/>
                    <a:lstStyle/>
                    <a:p>
                      <a:pPr algn="ctr"/>
                      <a:r>
                        <a:rPr lang="en-US" altLang="zh-TW" sz="2400" b="1" i="1" dirty="0">
                          <a:latin typeface="Times New Roman" panose="02020603050405020304" pitchFamily="18" charset="0"/>
                          <a:cs typeface="Times New Roman" panose="02020603050405020304" pitchFamily="18" charset="0"/>
                        </a:rPr>
                        <a:t>r</a:t>
                      </a:r>
                      <a:endParaRPr lang="zh-TW" altLang="en-US" sz="2400" b="1" i="1"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lnR w="12700" cap="flat" cmpd="sng" algn="ctr">
                      <a:solidFill>
                        <a:schemeClr val="tx1"/>
                      </a:solidFill>
                      <a:prstDash val="solid"/>
                      <a:round/>
                      <a:headEnd type="none" w="med" len="med"/>
                      <a:tailEnd type="none" w="med" len="med"/>
                    </a:lnR>
                    <a:noFill/>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995191282"/>
                  </a:ext>
                </a:extLst>
              </a:tr>
            </a:tbl>
          </a:graphicData>
        </a:graphic>
      </p:graphicFrame>
    </p:spTree>
    <p:extLst>
      <p:ext uri="{BB962C8B-B14F-4D97-AF65-F5344CB8AC3E}">
        <p14:creationId xmlns:p14="http://schemas.microsoft.com/office/powerpoint/2010/main" val="700440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E675BD4-D163-2DF3-C014-62990330E0C4}"/>
              </a:ext>
            </a:extLst>
          </p:cNvPr>
          <p:cNvSpPr>
            <a:spLocks noGrp="1"/>
          </p:cNvSpPr>
          <p:nvPr>
            <p:ph type="title"/>
          </p:nvPr>
        </p:nvSpPr>
        <p:spPr/>
        <p:txBody>
          <a:bodyPr/>
          <a:lstStyle/>
          <a:p>
            <a:r>
              <a:rPr lang="en-US" altLang="zh-TW" dirty="0"/>
              <a:t>Veriﬁcation</a:t>
            </a:r>
            <a:endParaRPr lang="zh-TW" altLang="en-US" dirty="0"/>
          </a:p>
        </p:txBody>
      </p:sp>
      <p:sp>
        <p:nvSpPr>
          <p:cNvPr id="3" name="內容版面配置區 2">
            <a:extLst>
              <a:ext uri="{FF2B5EF4-FFF2-40B4-BE49-F238E27FC236}">
                <a16:creationId xmlns:a16="http://schemas.microsoft.com/office/drawing/2014/main" id="{F96089D3-931A-74A9-3976-2FADBC1AAA51}"/>
              </a:ext>
            </a:extLst>
          </p:cNvPr>
          <p:cNvSpPr>
            <a:spLocks noGrp="1"/>
          </p:cNvSpPr>
          <p:nvPr>
            <p:ph idx="1"/>
          </p:nvPr>
        </p:nvSpPr>
        <p:spPr/>
        <p:txBody>
          <a:bodyPr/>
          <a:lstStyle/>
          <a:p>
            <a:r>
              <a:rPr lang="pt-BR" altLang="zh-TW" dirty="0"/>
              <a:t>Mismatch</a:t>
            </a:r>
          </a:p>
          <a:p>
            <a:pPr lvl="1"/>
            <a:r>
              <a:rPr lang="pt-BR" altLang="zh-TW" dirty="0"/>
              <a:t>t</a:t>
            </a:r>
            <a:r>
              <a:rPr lang="pt-BR" altLang="zh-TW" baseline="-25000" dirty="0"/>
              <a:t>j − 1 + r[i]</a:t>
            </a:r>
            <a:r>
              <a:rPr lang="pt-BR" altLang="zh-TW" dirty="0"/>
              <a:t> &gt; t</a:t>
            </a:r>
            <a:r>
              <a:rPr lang="pt-BR" altLang="zh-TW" baseline="-25000" dirty="0"/>
              <a:t>j − 1 + r [i + 1]</a:t>
            </a:r>
          </a:p>
        </p:txBody>
      </p:sp>
      <p:sp>
        <p:nvSpPr>
          <p:cNvPr id="4" name="投影片編號版面配置區 3">
            <a:extLst>
              <a:ext uri="{FF2B5EF4-FFF2-40B4-BE49-F238E27FC236}">
                <a16:creationId xmlns:a16="http://schemas.microsoft.com/office/drawing/2014/main" id="{1FE7080F-5A9F-D054-CEA5-F31F8C261FF2}"/>
              </a:ext>
            </a:extLst>
          </p:cNvPr>
          <p:cNvSpPr>
            <a:spLocks noGrp="1"/>
          </p:cNvSpPr>
          <p:nvPr>
            <p:ph type="sldNum" sz="quarter" idx="12"/>
          </p:nvPr>
        </p:nvSpPr>
        <p:spPr/>
        <p:txBody>
          <a:bodyPr/>
          <a:lstStyle/>
          <a:p>
            <a:fld id="{4CD2C34A-D3D3-4A9B-8692-9279E332F0C9}" type="slidenum">
              <a:rPr lang="zh-TW" altLang="en-US" smtClean="0"/>
              <a:pPr/>
              <a:t>9</a:t>
            </a:fld>
            <a:endParaRPr lang="zh-TW" altLang="en-US" dirty="0"/>
          </a:p>
        </p:txBody>
      </p:sp>
      <p:graphicFrame>
        <p:nvGraphicFramePr>
          <p:cNvPr id="6" name="表格 5">
            <a:extLst>
              <a:ext uri="{FF2B5EF4-FFF2-40B4-BE49-F238E27FC236}">
                <a16:creationId xmlns:a16="http://schemas.microsoft.com/office/drawing/2014/main" id="{18FA36C2-8A31-C437-C598-6E9AABD8162C}"/>
              </a:ext>
            </a:extLst>
          </p:cNvPr>
          <p:cNvGraphicFramePr>
            <a:graphicFrameLocks noGrp="1"/>
          </p:cNvGraphicFramePr>
          <p:nvPr>
            <p:extLst>
              <p:ext uri="{D42A27DB-BD31-4B8C-83A1-F6EECF244321}">
                <p14:modId xmlns:p14="http://schemas.microsoft.com/office/powerpoint/2010/main" val="3095248398"/>
              </p:ext>
            </p:extLst>
          </p:nvPr>
        </p:nvGraphicFramePr>
        <p:xfrm>
          <a:off x="3884452" y="3260794"/>
          <a:ext cx="4423096" cy="1371600"/>
        </p:xfrm>
        <a:graphic>
          <a:graphicData uri="http://schemas.openxmlformats.org/drawingml/2006/table">
            <a:tbl>
              <a:tblPr firstRow="1" bandRow="1">
                <a:tableStyleId>{5940675A-B579-460E-94D1-54222C63F5DA}</a:tableStyleId>
              </a:tblPr>
              <a:tblGrid>
                <a:gridCol w="552887">
                  <a:extLst>
                    <a:ext uri="{9D8B030D-6E8A-4147-A177-3AD203B41FA5}">
                      <a16:colId xmlns:a16="http://schemas.microsoft.com/office/drawing/2014/main" val="2807215015"/>
                    </a:ext>
                  </a:extLst>
                </a:gridCol>
                <a:gridCol w="552887">
                  <a:extLst>
                    <a:ext uri="{9D8B030D-6E8A-4147-A177-3AD203B41FA5}">
                      <a16:colId xmlns:a16="http://schemas.microsoft.com/office/drawing/2014/main" val="2997054657"/>
                    </a:ext>
                  </a:extLst>
                </a:gridCol>
                <a:gridCol w="552887">
                  <a:extLst>
                    <a:ext uri="{9D8B030D-6E8A-4147-A177-3AD203B41FA5}">
                      <a16:colId xmlns:a16="http://schemas.microsoft.com/office/drawing/2014/main" val="3180522726"/>
                    </a:ext>
                  </a:extLst>
                </a:gridCol>
                <a:gridCol w="552887">
                  <a:extLst>
                    <a:ext uri="{9D8B030D-6E8A-4147-A177-3AD203B41FA5}">
                      <a16:colId xmlns:a16="http://schemas.microsoft.com/office/drawing/2014/main" val="3941539010"/>
                    </a:ext>
                  </a:extLst>
                </a:gridCol>
                <a:gridCol w="552887">
                  <a:extLst>
                    <a:ext uri="{9D8B030D-6E8A-4147-A177-3AD203B41FA5}">
                      <a16:colId xmlns:a16="http://schemas.microsoft.com/office/drawing/2014/main" val="2527219449"/>
                    </a:ext>
                  </a:extLst>
                </a:gridCol>
                <a:gridCol w="552887">
                  <a:extLst>
                    <a:ext uri="{9D8B030D-6E8A-4147-A177-3AD203B41FA5}">
                      <a16:colId xmlns:a16="http://schemas.microsoft.com/office/drawing/2014/main" val="1342243812"/>
                    </a:ext>
                  </a:extLst>
                </a:gridCol>
                <a:gridCol w="552887">
                  <a:extLst>
                    <a:ext uri="{9D8B030D-6E8A-4147-A177-3AD203B41FA5}">
                      <a16:colId xmlns:a16="http://schemas.microsoft.com/office/drawing/2014/main" val="2855065537"/>
                    </a:ext>
                  </a:extLst>
                </a:gridCol>
                <a:gridCol w="552887">
                  <a:extLst>
                    <a:ext uri="{9D8B030D-6E8A-4147-A177-3AD203B41FA5}">
                      <a16:colId xmlns:a16="http://schemas.microsoft.com/office/drawing/2014/main" val="1387923162"/>
                    </a:ext>
                  </a:extLst>
                </a:gridCol>
              </a:tblGrid>
              <a:tr h="370840">
                <a:tc>
                  <a:txBody>
                    <a:bodyPr/>
                    <a:lstStyle/>
                    <a:p>
                      <a:pPr algn="ctr"/>
                      <a:r>
                        <a:rPr lang="en-US" altLang="zh-TW" sz="2400" dirty="0" err="1">
                          <a:latin typeface="Times New Roman" panose="02020603050405020304" pitchFamily="18" charset="0"/>
                          <a:cs typeface="Times New Roman" panose="02020603050405020304" pitchFamily="18" charset="0"/>
                        </a:rPr>
                        <a:t>i</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30428386"/>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T</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47</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65608266"/>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P</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rgbClr val="FF0000"/>
                          </a:solidFill>
                          <a:latin typeface="Times New Roman" panose="02020603050405020304" pitchFamily="18" charset="0"/>
                          <a:cs typeface="Times New Roman" panose="02020603050405020304" pitchFamily="18" charset="0"/>
                        </a:rPr>
                        <a:t>12</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18</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27</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09646655"/>
                  </a:ext>
                </a:extLst>
              </a:tr>
            </a:tbl>
          </a:graphicData>
        </a:graphic>
      </p:graphicFrame>
      <p:graphicFrame>
        <p:nvGraphicFramePr>
          <p:cNvPr id="7" name="表格 6">
            <a:extLst>
              <a:ext uri="{FF2B5EF4-FFF2-40B4-BE49-F238E27FC236}">
                <a16:creationId xmlns:a16="http://schemas.microsoft.com/office/drawing/2014/main" id="{93CC492B-55C2-10EA-A1F7-AA18CF2737E8}"/>
              </a:ext>
            </a:extLst>
          </p:cNvPr>
          <p:cNvGraphicFramePr>
            <a:graphicFrameLocks noGrp="1"/>
          </p:cNvGraphicFramePr>
          <p:nvPr>
            <p:extLst>
              <p:ext uri="{D42A27DB-BD31-4B8C-83A1-F6EECF244321}">
                <p14:modId xmlns:p14="http://schemas.microsoft.com/office/powerpoint/2010/main" val="4134723520"/>
              </p:ext>
            </p:extLst>
          </p:nvPr>
        </p:nvGraphicFramePr>
        <p:xfrm>
          <a:off x="3884452" y="4869339"/>
          <a:ext cx="4423096" cy="457200"/>
        </p:xfrm>
        <a:graphic>
          <a:graphicData uri="http://schemas.openxmlformats.org/drawingml/2006/table">
            <a:tbl>
              <a:tblPr firstRow="1" bandRow="1">
                <a:tableStyleId>{5940675A-B579-460E-94D1-54222C63F5DA}</a:tableStyleId>
              </a:tblPr>
              <a:tblGrid>
                <a:gridCol w="552887">
                  <a:extLst>
                    <a:ext uri="{9D8B030D-6E8A-4147-A177-3AD203B41FA5}">
                      <a16:colId xmlns:a16="http://schemas.microsoft.com/office/drawing/2014/main" val="2536322968"/>
                    </a:ext>
                  </a:extLst>
                </a:gridCol>
                <a:gridCol w="552887">
                  <a:extLst>
                    <a:ext uri="{9D8B030D-6E8A-4147-A177-3AD203B41FA5}">
                      <a16:colId xmlns:a16="http://schemas.microsoft.com/office/drawing/2014/main" val="2890961764"/>
                    </a:ext>
                  </a:extLst>
                </a:gridCol>
                <a:gridCol w="552887">
                  <a:extLst>
                    <a:ext uri="{9D8B030D-6E8A-4147-A177-3AD203B41FA5}">
                      <a16:colId xmlns:a16="http://schemas.microsoft.com/office/drawing/2014/main" val="1517312382"/>
                    </a:ext>
                  </a:extLst>
                </a:gridCol>
                <a:gridCol w="552887">
                  <a:extLst>
                    <a:ext uri="{9D8B030D-6E8A-4147-A177-3AD203B41FA5}">
                      <a16:colId xmlns:a16="http://schemas.microsoft.com/office/drawing/2014/main" val="1315235590"/>
                    </a:ext>
                  </a:extLst>
                </a:gridCol>
                <a:gridCol w="552887">
                  <a:extLst>
                    <a:ext uri="{9D8B030D-6E8A-4147-A177-3AD203B41FA5}">
                      <a16:colId xmlns:a16="http://schemas.microsoft.com/office/drawing/2014/main" val="2504611912"/>
                    </a:ext>
                  </a:extLst>
                </a:gridCol>
                <a:gridCol w="552887">
                  <a:extLst>
                    <a:ext uri="{9D8B030D-6E8A-4147-A177-3AD203B41FA5}">
                      <a16:colId xmlns:a16="http://schemas.microsoft.com/office/drawing/2014/main" val="1957685326"/>
                    </a:ext>
                  </a:extLst>
                </a:gridCol>
                <a:gridCol w="552887">
                  <a:extLst>
                    <a:ext uri="{9D8B030D-6E8A-4147-A177-3AD203B41FA5}">
                      <a16:colId xmlns:a16="http://schemas.microsoft.com/office/drawing/2014/main" val="4034291431"/>
                    </a:ext>
                  </a:extLst>
                </a:gridCol>
                <a:gridCol w="552887">
                  <a:extLst>
                    <a:ext uri="{9D8B030D-6E8A-4147-A177-3AD203B41FA5}">
                      <a16:colId xmlns:a16="http://schemas.microsoft.com/office/drawing/2014/main" val="1158108702"/>
                    </a:ext>
                  </a:extLst>
                </a:gridCol>
              </a:tblGrid>
              <a:tr h="370840">
                <a:tc>
                  <a:txBody>
                    <a:bodyPr/>
                    <a:lstStyle/>
                    <a:p>
                      <a:pPr algn="ctr"/>
                      <a:r>
                        <a:rPr lang="en-US" altLang="zh-TW" sz="2400" b="1" i="1" dirty="0">
                          <a:latin typeface="Times New Roman" panose="02020603050405020304" pitchFamily="18" charset="0"/>
                          <a:cs typeface="Times New Roman" panose="02020603050405020304" pitchFamily="18" charset="0"/>
                        </a:rPr>
                        <a:t>r</a:t>
                      </a:r>
                      <a:endParaRPr lang="zh-TW" altLang="en-US" sz="2400" b="1" i="1"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lnR w="12700" cap="flat" cmpd="sng" algn="ctr">
                      <a:solidFill>
                        <a:schemeClr val="tx1"/>
                      </a:solidFill>
                      <a:prstDash val="solid"/>
                      <a:round/>
                      <a:headEnd type="none" w="med" len="med"/>
                      <a:tailEnd type="none" w="med" len="med"/>
                    </a:lnR>
                    <a:noFill/>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995191282"/>
                  </a:ext>
                </a:extLst>
              </a:tr>
            </a:tbl>
          </a:graphicData>
        </a:graphic>
      </p:graphicFrame>
    </p:spTree>
    <p:extLst>
      <p:ext uri="{BB962C8B-B14F-4D97-AF65-F5344CB8AC3E}">
        <p14:creationId xmlns:p14="http://schemas.microsoft.com/office/powerpoint/2010/main" val="66590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E675BD4-D163-2DF3-C014-62990330E0C4}"/>
              </a:ext>
            </a:extLst>
          </p:cNvPr>
          <p:cNvSpPr>
            <a:spLocks noGrp="1"/>
          </p:cNvSpPr>
          <p:nvPr>
            <p:ph type="title"/>
          </p:nvPr>
        </p:nvSpPr>
        <p:spPr/>
        <p:txBody>
          <a:bodyPr/>
          <a:lstStyle/>
          <a:p>
            <a:r>
              <a:rPr lang="en-US" altLang="zh-TW" dirty="0"/>
              <a:t>Veriﬁcation</a:t>
            </a:r>
            <a:endParaRPr lang="zh-TW" altLang="en-US" dirty="0"/>
          </a:p>
        </p:txBody>
      </p:sp>
      <p:sp>
        <p:nvSpPr>
          <p:cNvPr id="3" name="內容版面配置區 2">
            <a:extLst>
              <a:ext uri="{FF2B5EF4-FFF2-40B4-BE49-F238E27FC236}">
                <a16:creationId xmlns:a16="http://schemas.microsoft.com/office/drawing/2014/main" id="{F96089D3-931A-74A9-3976-2FADBC1AAA51}"/>
              </a:ext>
            </a:extLst>
          </p:cNvPr>
          <p:cNvSpPr>
            <a:spLocks noGrp="1"/>
          </p:cNvSpPr>
          <p:nvPr>
            <p:ph idx="1"/>
          </p:nvPr>
        </p:nvSpPr>
        <p:spPr/>
        <p:txBody>
          <a:bodyPr/>
          <a:lstStyle/>
          <a:p>
            <a:r>
              <a:rPr lang="pt-BR" altLang="zh-TW" dirty="0"/>
              <a:t>Mismatch</a:t>
            </a:r>
          </a:p>
          <a:p>
            <a:pPr lvl="1"/>
            <a:r>
              <a:rPr lang="pt-BR" altLang="zh-TW" dirty="0"/>
              <a:t>t</a:t>
            </a:r>
            <a:r>
              <a:rPr lang="pt-BR" altLang="zh-TW" baseline="-25000" dirty="0"/>
              <a:t>j − 1 + r [i]</a:t>
            </a:r>
            <a:r>
              <a:rPr lang="pt-BR" altLang="zh-TW" dirty="0"/>
              <a:t> = t</a:t>
            </a:r>
            <a:r>
              <a:rPr lang="pt-BR" altLang="zh-TW" baseline="-25000" dirty="0"/>
              <a:t>j − 1 + r [i + 1]</a:t>
            </a:r>
            <a:r>
              <a:rPr lang="pt-BR" altLang="zh-TW" dirty="0"/>
              <a:t> and E[i] = 0</a:t>
            </a:r>
          </a:p>
        </p:txBody>
      </p:sp>
      <p:sp>
        <p:nvSpPr>
          <p:cNvPr id="4" name="投影片編號版面配置區 3">
            <a:extLst>
              <a:ext uri="{FF2B5EF4-FFF2-40B4-BE49-F238E27FC236}">
                <a16:creationId xmlns:a16="http://schemas.microsoft.com/office/drawing/2014/main" id="{1FE7080F-5A9F-D054-CEA5-F31F8C261FF2}"/>
              </a:ext>
            </a:extLst>
          </p:cNvPr>
          <p:cNvSpPr>
            <a:spLocks noGrp="1"/>
          </p:cNvSpPr>
          <p:nvPr>
            <p:ph type="sldNum" sz="quarter" idx="12"/>
          </p:nvPr>
        </p:nvSpPr>
        <p:spPr/>
        <p:txBody>
          <a:bodyPr/>
          <a:lstStyle/>
          <a:p>
            <a:fld id="{4CD2C34A-D3D3-4A9B-8692-9279E332F0C9}" type="slidenum">
              <a:rPr lang="zh-TW" altLang="en-US" smtClean="0"/>
              <a:pPr/>
              <a:t>10</a:t>
            </a:fld>
            <a:endParaRPr lang="zh-TW" altLang="en-US" dirty="0"/>
          </a:p>
        </p:txBody>
      </p:sp>
      <p:graphicFrame>
        <p:nvGraphicFramePr>
          <p:cNvPr id="6" name="表格 5">
            <a:extLst>
              <a:ext uri="{FF2B5EF4-FFF2-40B4-BE49-F238E27FC236}">
                <a16:creationId xmlns:a16="http://schemas.microsoft.com/office/drawing/2014/main" id="{18FA36C2-8A31-C437-C598-6E9AABD8162C}"/>
              </a:ext>
            </a:extLst>
          </p:cNvPr>
          <p:cNvGraphicFramePr>
            <a:graphicFrameLocks noGrp="1"/>
          </p:cNvGraphicFramePr>
          <p:nvPr>
            <p:extLst>
              <p:ext uri="{D42A27DB-BD31-4B8C-83A1-F6EECF244321}">
                <p14:modId xmlns:p14="http://schemas.microsoft.com/office/powerpoint/2010/main" val="2316146654"/>
              </p:ext>
            </p:extLst>
          </p:nvPr>
        </p:nvGraphicFramePr>
        <p:xfrm>
          <a:off x="3884452" y="3193463"/>
          <a:ext cx="4423096" cy="1371600"/>
        </p:xfrm>
        <a:graphic>
          <a:graphicData uri="http://schemas.openxmlformats.org/drawingml/2006/table">
            <a:tbl>
              <a:tblPr firstRow="1" bandRow="1">
                <a:tableStyleId>{5940675A-B579-460E-94D1-54222C63F5DA}</a:tableStyleId>
              </a:tblPr>
              <a:tblGrid>
                <a:gridCol w="552887">
                  <a:extLst>
                    <a:ext uri="{9D8B030D-6E8A-4147-A177-3AD203B41FA5}">
                      <a16:colId xmlns:a16="http://schemas.microsoft.com/office/drawing/2014/main" val="2807215015"/>
                    </a:ext>
                  </a:extLst>
                </a:gridCol>
                <a:gridCol w="552887">
                  <a:extLst>
                    <a:ext uri="{9D8B030D-6E8A-4147-A177-3AD203B41FA5}">
                      <a16:colId xmlns:a16="http://schemas.microsoft.com/office/drawing/2014/main" val="2997054657"/>
                    </a:ext>
                  </a:extLst>
                </a:gridCol>
                <a:gridCol w="552887">
                  <a:extLst>
                    <a:ext uri="{9D8B030D-6E8A-4147-A177-3AD203B41FA5}">
                      <a16:colId xmlns:a16="http://schemas.microsoft.com/office/drawing/2014/main" val="3180522726"/>
                    </a:ext>
                  </a:extLst>
                </a:gridCol>
                <a:gridCol w="552887">
                  <a:extLst>
                    <a:ext uri="{9D8B030D-6E8A-4147-A177-3AD203B41FA5}">
                      <a16:colId xmlns:a16="http://schemas.microsoft.com/office/drawing/2014/main" val="3941539010"/>
                    </a:ext>
                  </a:extLst>
                </a:gridCol>
                <a:gridCol w="552887">
                  <a:extLst>
                    <a:ext uri="{9D8B030D-6E8A-4147-A177-3AD203B41FA5}">
                      <a16:colId xmlns:a16="http://schemas.microsoft.com/office/drawing/2014/main" val="2527219449"/>
                    </a:ext>
                  </a:extLst>
                </a:gridCol>
                <a:gridCol w="552887">
                  <a:extLst>
                    <a:ext uri="{9D8B030D-6E8A-4147-A177-3AD203B41FA5}">
                      <a16:colId xmlns:a16="http://schemas.microsoft.com/office/drawing/2014/main" val="1342243812"/>
                    </a:ext>
                  </a:extLst>
                </a:gridCol>
                <a:gridCol w="552887">
                  <a:extLst>
                    <a:ext uri="{9D8B030D-6E8A-4147-A177-3AD203B41FA5}">
                      <a16:colId xmlns:a16="http://schemas.microsoft.com/office/drawing/2014/main" val="2855065537"/>
                    </a:ext>
                  </a:extLst>
                </a:gridCol>
                <a:gridCol w="552887">
                  <a:extLst>
                    <a:ext uri="{9D8B030D-6E8A-4147-A177-3AD203B41FA5}">
                      <a16:colId xmlns:a16="http://schemas.microsoft.com/office/drawing/2014/main" val="1387923162"/>
                    </a:ext>
                  </a:extLst>
                </a:gridCol>
              </a:tblGrid>
              <a:tr h="370840">
                <a:tc>
                  <a:txBody>
                    <a:bodyPr/>
                    <a:lstStyle/>
                    <a:p>
                      <a:pPr algn="ctr"/>
                      <a:r>
                        <a:rPr lang="en-US" altLang="zh-TW" sz="2400" dirty="0" err="1">
                          <a:latin typeface="Times New Roman" panose="02020603050405020304" pitchFamily="18" charset="0"/>
                          <a:cs typeface="Times New Roman" panose="02020603050405020304" pitchFamily="18" charset="0"/>
                        </a:rPr>
                        <a:t>i</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30428386"/>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T</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rgbClr val="FF0000"/>
                          </a:solidFill>
                          <a:latin typeface="Times New Roman" panose="02020603050405020304" pitchFamily="18" charset="0"/>
                          <a:cs typeface="Times New Roman" panose="02020603050405020304" pitchFamily="18" charset="0"/>
                        </a:rPr>
                        <a:t>24</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rgbClr val="FF0000"/>
                          </a:solidFill>
                          <a:latin typeface="Times New Roman" panose="02020603050405020304" pitchFamily="18" charset="0"/>
                          <a:cs typeface="Times New Roman" panose="02020603050405020304" pitchFamily="18" charset="0"/>
                        </a:rPr>
                        <a:t>24</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47</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65608266"/>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P</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chemeClr val="tx1">
                              <a:lumMod val="95000"/>
                              <a:lumOff val="5000"/>
                            </a:schemeClr>
                          </a:solidFill>
                          <a:latin typeface="Times New Roman" panose="02020603050405020304" pitchFamily="18" charset="0"/>
                          <a:cs typeface="Times New Roman" panose="02020603050405020304" pitchFamily="18" charset="0"/>
                        </a:rPr>
                        <a:t>10</a:t>
                      </a:r>
                      <a:endParaRPr lang="zh-TW" altLang="en-US" sz="240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18</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27</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09646655"/>
                  </a:ext>
                </a:extLst>
              </a:tr>
            </a:tbl>
          </a:graphicData>
        </a:graphic>
      </p:graphicFrame>
      <p:graphicFrame>
        <p:nvGraphicFramePr>
          <p:cNvPr id="7" name="表格 6">
            <a:extLst>
              <a:ext uri="{FF2B5EF4-FFF2-40B4-BE49-F238E27FC236}">
                <a16:creationId xmlns:a16="http://schemas.microsoft.com/office/drawing/2014/main" id="{93CC492B-55C2-10EA-A1F7-AA18CF2737E8}"/>
              </a:ext>
            </a:extLst>
          </p:cNvPr>
          <p:cNvGraphicFramePr>
            <a:graphicFrameLocks noGrp="1"/>
          </p:cNvGraphicFramePr>
          <p:nvPr>
            <p:extLst>
              <p:ext uri="{D42A27DB-BD31-4B8C-83A1-F6EECF244321}">
                <p14:modId xmlns:p14="http://schemas.microsoft.com/office/powerpoint/2010/main" val="1162798304"/>
              </p:ext>
            </p:extLst>
          </p:nvPr>
        </p:nvGraphicFramePr>
        <p:xfrm>
          <a:off x="3884452" y="4913813"/>
          <a:ext cx="4423096" cy="914400"/>
        </p:xfrm>
        <a:graphic>
          <a:graphicData uri="http://schemas.openxmlformats.org/drawingml/2006/table">
            <a:tbl>
              <a:tblPr firstRow="1" bandRow="1">
                <a:tableStyleId>{5940675A-B579-460E-94D1-54222C63F5DA}</a:tableStyleId>
              </a:tblPr>
              <a:tblGrid>
                <a:gridCol w="552887">
                  <a:extLst>
                    <a:ext uri="{9D8B030D-6E8A-4147-A177-3AD203B41FA5}">
                      <a16:colId xmlns:a16="http://schemas.microsoft.com/office/drawing/2014/main" val="2536322968"/>
                    </a:ext>
                  </a:extLst>
                </a:gridCol>
                <a:gridCol w="552887">
                  <a:extLst>
                    <a:ext uri="{9D8B030D-6E8A-4147-A177-3AD203B41FA5}">
                      <a16:colId xmlns:a16="http://schemas.microsoft.com/office/drawing/2014/main" val="2890961764"/>
                    </a:ext>
                  </a:extLst>
                </a:gridCol>
                <a:gridCol w="552887">
                  <a:extLst>
                    <a:ext uri="{9D8B030D-6E8A-4147-A177-3AD203B41FA5}">
                      <a16:colId xmlns:a16="http://schemas.microsoft.com/office/drawing/2014/main" val="1517312382"/>
                    </a:ext>
                  </a:extLst>
                </a:gridCol>
                <a:gridCol w="552887">
                  <a:extLst>
                    <a:ext uri="{9D8B030D-6E8A-4147-A177-3AD203B41FA5}">
                      <a16:colId xmlns:a16="http://schemas.microsoft.com/office/drawing/2014/main" val="1315235590"/>
                    </a:ext>
                  </a:extLst>
                </a:gridCol>
                <a:gridCol w="552887">
                  <a:extLst>
                    <a:ext uri="{9D8B030D-6E8A-4147-A177-3AD203B41FA5}">
                      <a16:colId xmlns:a16="http://schemas.microsoft.com/office/drawing/2014/main" val="2504611912"/>
                    </a:ext>
                  </a:extLst>
                </a:gridCol>
                <a:gridCol w="552887">
                  <a:extLst>
                    <a:ext uri="{9D8B030D-6E8A-4147-A177-3AD203B41FA5}">
                      <a16:colId xmlns:a16="http://schemas.microsoft.com/office/drawing/2014/main" val="1957685326"/>
                    </a:ext>
                  </a:extLst>
                </a:gridCol>
                <a:gridCol w="552887">
                  <a:extLst>
                    <a:ext uri="{9D8B030D-6E8A-4147-A177-3AD203B41FA5}">
                      <a16:colId xmlns:a16="http://schemas.microsoft.com/office/drawing/2014/main" val="4034291431"/>
                    </a:ext>
                  </a:extLst>
                </a:gridCol>
                <a:gridCol w="552887">
                  <a:extLst>
                    <a:ext uri="{9D8B030D-6E8A-4147-A177-3AD203B41FA5}">
                      <a16:colId xmlns:a16="http://schemas.microsoft.com/office/drawing/2014/main" val="1158108702"/>
                    </a:ext>
                  </a:extLst>
                </a:gridCol>
              </a:tblGrid>
              <a:tr h="370840">
                <a:tc>
                  <a:txBody>
                    <a:bodyPr/>
                    <a:lstStyle/>
                    <a:p>
                      <a:pPr algn="ctr"/>
                      <a:r>
                        <a:rPr lang="en-US" altLang="zh-TW" sz="2400" b="1" i="1" dirty="0">
                          <a:latin typeface="Times New Roman" panose="02020603050405020304" pitchFamily="18" charset="0"/>
                          <a:cs typeface="Times New Roman" panose="02020603050405020304" pitchFamily="18" charset="0"/>
                        </a:rPr>
                        <a:t>r</a:t>
                      </a:r>
                      <a:endParaRPr lang="zh-TW" altLang="en-US" sz="2400" b="1" i="1"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lnR w="12700" cap="flat" cmpd="sng" algn="ctr">
                      <a:solidFill>
                        <a:schemeClr val="tx1"/>
                      </a:solidFill>
                      <a:prstDash val="solid"/>
                      <a:round/>
                      <a:headEnd type="none" w="med" len="med"/>
                      <a:tailEnd type="none" w="med" len="med"/>
                    </a:lnR>
                    <a:noFill/>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995191282"/>
                  </a:ext>
                </a:extLst>
              </a:tr>
              <a:tr h="370840">
                <a:tc>
                  <a:txBody>
                    <a:bodyPr/>
                    <a:lstStyle/>
                    <a:p>
                      <a:pPr algn="ctr"/>
                      <a:r>
                        <a:rPr lang="en-US" altLang="zh-TW" sz="2400" b="1" i="1" dirty="0">
                          <a:latin typeface="Times New Roman" panose="02020603050405020304" pitchFamily="18" charset="0"/>
                          <a:cs typeface="Times New Roman" panose="02020603050405020304" pitchFamily="18" charset="0"/>
                        </a:rPr>
                        <a:t>E</a:t>
                      </a:r>
                      <a:endParaRPr lang="zh-TW" altLang="en-US" sz="2400" b="1" i="1"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lnR w="12700" cap="flat" cmpd="sng" algn="ctr">
                      <a:solidFill>
                        <a:schemeClr val="tx1"/>
                      </a:solidFill>
                      <a:prstDash val="solid"/>
                      <a:round/>
                      <a:headEnd type="none" w="med" len="med"/>
                      <a:tailEnd type="none" w="med" len="med"/>
                    </a:lnR>
                    <a:no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900201562"/>
                  </a:ext>
                </a:extLst>
              </a:tr>
            </a:tbl>
          </a:graphicData>
        </a:graphic>
      </p:graphicFrame>
    </p:spTree>
    <p:extLst>
      <p:ext uri="{BB962C8B-B14F-4D97-AF65-F5344CB8AC3E}">
        <p14:creationId xmlns:p14="http://schemas.microsoft.com/office/powerpoint/2010/main" val="32058412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E675BD4-D163-2DF3-C014-62990330E0C4}"/>
              </a:ext>
            </a:extLst>
          </p:cNvPr>
          <p:cNvSpPr>
            <a:spLocks noGrp="1"/>
          </p:cNvSpPr>
          <p:nvPr>
            <p:ph type="title"/>
          </p:nvPr>
        </p:nvSpPr>
        <p:spPr/>
        <p:txBody>
          <a:bodyPr/>
          <a:lstStyle/>
          <a:p>
            <a:r>
              <a:rPr lang="en-US" altLang="zh-TW" dirty="0"/>
              <a:t>Veriﬁcation</a:t>
            </a:r>
            <a:endParaRPr lang="zh-TW" altLang="en-US" dirty="0"/>
          </a:p>
        </p:txBody>
      </p:sp>
      <p:sp>
        <p:nvSpPr>
          <p:cNvPr id="3" name="內容版面配置區 2">
            <a:extLst>
              <a:ext uri="{FF2B5EF4-FFF2-40B4-BE49-F238E27FC236}">
                <a16:creationId xmlns:a16="http://schemas.microsoft.com/office/drawing/2014/main" id="{F96089D3-931A-74A9-3976-2FADBC1AAA51}"/>
              </a:ext>
            </a:extLst>
          </p:cNvPr>
          <p:cNvSpPr>
            <a:spLocks noGrp="1"/>
          </p:cNvSpPr>
          <p:nvPr>
            <p:ph idx="1"/>
          </p:nvPr>
        </p:nvSpPr>
        <p:spPr/>
        <p:txBody>
          <a:bodyPr/>
          <a:lstStyle/>
          <a:p>
            <a:r>
              <a:rPr lang="pt-BR" altLang="zh-TW" dirty="0"/>
              <a:t>Mismatch</a:t>
            </a:r>
          </a:p>
          <a:p>
            <a:pPr lvl="1"/>
            <a:r>
              <a:rPr lang="pt-BR" altLang="zh-TW" dirty="0"/>
              <a:t>t</a:t>
            </a:r>
            <a:r>
              <a:rPr lang="pt-BR" altLang="zh-TW" baseline="-25000" dirty="0"/>
              <a:t>j − 1 + r [i]</a:t>
            </a:r>
            <a:r>
              <a:rPr lang="pt-BR" altLang="zh-TW" dirty="0"/>
              <a:t> &lt; t</a:t>
            </a:r>
            <a:r>
              <a:rPr lang="pt-BR" altLang="zh-TW" baseline="-25000" dirty="0"/>
              <a:t>j − 1 + r [i + 1]</a:t>
            </a:r>
            <a:r>
              <a:rPr lang="pt-BR" altLang="zh-TW" dirty="0"/>
              <a:t> and E[i] = 1</a:t>
            </a:r>
          </a:p>
        </p:txBody>
      </p:sp>
      <p:sp>
        <p:nvSpPr>
          <p:cNvPr id="4" name="投影片編號版面配置區 3">
            <a:extLst>
              <a:ext uri="{FF2B5EF4-FFF2-40B4-BE49-F238E27FC236}">
                <a16:creationId xmlns:a16="http://schemas.microsoft.com/office/drawing/2014/main" id="{1FE7080F-5A9F-D054-CEA5-F31F8C261FF2}"/>
              </a:ext>
            </a:extLst>
          </p:cNvPr>
          <p:cNvSpPr>
            <a:spLocks noGrp="1"/>
          </p:cNvSpPr>
          <p:nvPr>
            <p:ph type="sldNum" sz="quarter" idx="12"/>
          </p:nvPr>
        </p:nvSpPr>
        <p:spPr/>
        <p:txBody>
          <a:bodyPr/>
          <a:lstStyle/>
          <a:p>
            <a:fld id="{4CD2C34A-D3D3-4A9B-8692-9279E332F0C9}" type="slidenum">
              <a:rPr lang="zh-TW" altLang="en-US" smtClean="0"/>
              <a:pPr/>
              <a:t>11</a:t>
            </a:fld>
            <a:endParaRPr lang="zh-TW" altLang="en-US" dirty="0"/>
          </a:p>
        </p:txBody>
      </p:sp>
      <p:graphicFrame>
        <p:nvGraphicFramePr>
          <p:cNvPr id="6" name="表格 5">
            <a:extLst>
              <a:ext uri="{FF2B5EF4-FFF2-40B4-BE49-F238E27FC236}">
                <a16:creationId xmlns:a16="http://schemas.microsoft.com/office/drawing/2014/main" id="{18FA36C2-8A31-C437-C598-6E9AABD8162C}"/>
              </a:ext>
            </a:extLst>
          </p:cNvPr>
          <p:cNvGraphicFramePr>
            <a:graphicFrameLocks noGrp="1"/>
          </p:cNvGraphicFramePr>
          <p:nvPr>
            <p:extLst>
              <p:ext uri="{D42A27DB-BD31-4B8C-83A1-F6EECF244321}">
                <p14:modId xmlns:p14="http://schemas.microsoft.com/office/powerpoint/2010/main" val="561238841"/>
              </p:ext>
            </p:extLst>
          </p:nvPr>
        </p:nvGraphicFramePr>
        <p:xfrm>
          <a:off x="3884452" y="3193463"/>
          <a:ext cx="4423096" cy="1371600"/>
        </p:xfrm>
        <a:graphic>
          <a:graphicData uri="http://schemas.openxmlformats.org/drawingml/2006/table">
            <a:tbl>
              <a:tblPr firstRow="1" bandRow="1">
                <a:tableStyleId>{5940675A-B579-460E-94D1-54222C63F5DA}</a:tableStyleId>
              </a:tblPr>
              <a:tblGrid>
                <a:gridCol w="552887">
                  <a:extLst>
                    <a:ext uri="{9D8B030D-6E8A-4147-A177-3AD203B41FA5}">
                      <a16:colId xmlns:a16="http://schemas.microsoft.com/office/drawing/2014/main" val="2807215015"/>
                    </a:ext>
                  </a:extLst>
                </a:gridCol>
                <a:gridCol w="552887">
                  <a:extLst>
                    <a:ext uri="{9D8B030D-6E8A-4147-A177-3AD203B41FA5}">
                      <a16:colId xmlns:a16="http://schemas.microsoft.com/office/drawing/2014/main" val="2997054657"/>
                    </a:ext>
                  </a:extLst>
                </a:gridCol>
                <a:gridCol w="552887">
                  <a:extLst>
                    <a:ext uri="{9D8B030D-6E8A-4147-A177-3AD203B41FA5}">
                      <a16:colId xmlns:a16="http://schemas.microsoft.com/office/drawing/2014/main" val="3180522726"/>
                    </a:ext>
                  </a:extLst>
                </a:gridCol>
                <a:gridCol w="552887">
                  <a:extLst>
                    <a:ext uri="{9D8B030D-6E8A-4147-A177-3AD203B41FA5}">
                      <a16:colId xmlns:a16="http://schemas.microsoft.com/office/drawing/2014/main" val="3941539010"/>
                    </a:ext>
                  </a:extLst>
                </a:gridCol>
                <a:gridCol w="552887">
                  <a:extLst>
                    <a:ext uri="{9D8B030D-6E8A-4147-A177-3AD203B41FA5}">
                      <a16:colId xmlns:a16="http://schemas.microsoft.com/office/drawing/2014/main" val="2527219449"/>
                    </a:ext>
                  </a:extLst>
                </a:gridCol>
                <a:gridCol w="552887">
                  <a:extLst>
                    <a:ext uri="{9D8B030D-6E8A-4147-A177-3AD203B41FA5}">
                      <a16:colId xmlns:a16="http://schemas.microsoft.com/office/drawing/2014/main" val="1342243812"/>
                    </a:ext>
                  </a:extLst>
                </a:gridCol>
                <a:gridCol w="552887">
                  <a:extLst>
                    <a:ext uri="{9D8B030D-6E8A-4147-A177-3AD203B41FA5}">
                      <a16:colId xmlns:a16="http://schemas.microsoft.com/office/drawing/2014/main" val="2855065537"/>
                    </a:ext>
                  </a:extLst>
                </a:gridCol>
                <a:gridCol w="552887">
                  <a:extLst>
                    <a:ext uri="{9D8B030D-6E8A-4147-A177-3AD203B41FA5}">
                      <a16:colId xmlns:a16="http://schemas.microsoft.com/office/drawing/2014/main" val="1387923162"/>
                    </a:ext>
                  </a:extLst>
                </a:gridCol>
              </a:tblGrid>
              <a:tr h="370840">
                <a:tc>
                  <a:txBody>
                    <a:bodyPr/>
                    <a:lstStyle/>
                    <a:p>
                      <a:pPr algn="ctr"/>
                      <a:r>
                        <a:rPr lang="en-US" altLang="zh-TW" sz="2400" dirty="0" err="1">
                          <a:latin typeface="Times New Roman" panose="02020603050405020304" pitchFamily="18" charset="0"/>
                          <a:cs typeface="Times New Roman" panose="02020603050405020304" pitchFamily="18" charset="0"/>
                        </a:rPr>
                        <a:t>i</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30428386"/>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T</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24</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27</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47</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65608266"/>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P</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rgbClr val="FF0000"/>
                          </a:solidFill>
                          <a:latin typeface="Times New Roman" panose="02020603050405020304" pitchFamily="18" charset="0"/>
                          <a:cs typeface="Times New Roman" panose="02020603050405020304" pitchFamily="18" charset="0"/>
                        </a:rPr>
                        <a:t>10</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rgbClr val="FF0000"/>
                          </a:solidFill>
                          <a:latin typeface="Times New Roman" panose="02020603050405020304" pitchFamily="18" charset="0"/>
                          <a:cs typeface="Times New Roman" panose="02020603050405020304" pitchFamily="18" charset="0"/>
                        </a:rPr>
                        <a:t>10</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18</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27</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09646655"/>
                  </a:ext>
                </a:extLst>
              </a:tr>
            </a:tbl>
          </a:graphicData>
        </a:graphic>
      </p:graphicFrame>
      <p:graphicFrame>
        <p:nvGraphicFramePr>
          <p:cNvPr id="7" name="表格 6">
            <a:extLst>
              <a:ext uri="{FF2B5EF4-FFF2-40B4-BE49-F238E27FC236}">
                <a16:creationId xmlns:a16="http://schemas.microsoft.com/office/drawing/2014/main" id="{93CC492B-55C2-10EA-A1F7-AA18CF2737E8}"/>
              </a:ext>
            </a:extLst>
          </p:cNvPr>
          <p:cNvGraphicFramePr>
            <a:graphicFrameLocks noGrp="1"/>
          </p:cNvGraphicFramePr>
          <p:nvPr>
            <p:extLst>
              <p:ext uri="{D42A27DB-BD31-4B8C-83A1-F6EECF244321}">
                <p14:modId xmlns:p14="http://schemas.microsoft.com/office/powerpoint/2010/main" val="595593201"/>
              </p:ext>
            </p:extLst>
          </p:nvPr>
        </p:nvGraphicFramePr>
        <p:xfrm>
          <a:off x="3884452" y="4913813"/>
          <a:ext cx="4423096" cy="914400"/>
        </p:xfrm>
        <a:graphic>
          <a:graphicData uri="http://schemas.openxmlformats.org/drawingml/2006/table">
            <a:tbl>
              <a:tblPr firstRow="1" bandRow="1">
                <a:tableStyleId>{5940675A-B579-460E-94D1-54222C63F5DA}</a:tableStyleId>
              </a:tblPr>
              <a:tblGrid>
                <a:gridCol w="552887">
                  <a:extLst>
                    <a:ext uri="{9D8B030D-6E8A-4147-A177-3AD203B41FA5}">
                      <a16:colId xmlns:a16="http://schemas.microsoft.com/office/drawing/2014/main" val="2536322968"/>
                    </a:ext>
                  </a:extLst>
                </a:gridCol>
                <a:gridCol w="552887">
                  <a:extLst>
                    <a:ext uri="{9D8B030D-6E8A-4147-A177-3AD203B41FA5}">
                      <a16:colId xmlns:a16="http://schemas.microsoft.com/office/drawing/2014/main" val="2890961764"/>
                    </a:ext>
                  </a:extLst>
                </a:gridCol>
                <a:gridCol w="552887">
                  <a:extLst>
                    <a:ext uri="{9D8B030D-6E8A-4147-A177-3AD203B41FA5}">
                      <a16:colId xmlns:a16="http://schemas.microsoft.com/office/drawing/2014/main" val="1517312382"/>
                    </a:ext>
                  </a:extLst>
                </a:gridCol>
                <a:gridCol w="552887">
                  <a:extLst>
                    <a:ext uri="{9D8B030D-6E8A-4147-A177-3AD203B41FA5}">
                      <a16:colId xmlns:a16="http://schemas.microsoft.com/office/drawing/2014/main" val="1315235590"/>
                    </a:ext>
                  </a:extLst>
                </a:gridCol>
                <a:gridCol w="552887">
                  <a:extLst>
                    <a:ext uri="{9D8B030D-6E8A-4147-A177-3AD203B41FA5}">
                      <a16:colId xmlns:a16="http://schemas.microsoft.com/office/drawing/2014/main" val="2504611912"/>
                    </a:ext>
                  </a:extLst>
                </a:gridCol>
                <a:gridCol w="552887">
                  <a:extLst>
                    <a:ext uri="{9D8B030D-6E8A-4147-A177-3AD203B41FA5}">
                      <a16:colId xmlns:a16="http://schemas.microsoft.com/office/drawing/2014/main" val="1957685326"/>
                    </a:ext>
                  </a:extLst>
                </a:gridCol>
                <a:gridCol w="552887">
                  <a:extLst>
                    <a:ext uri="{9D8B030D-6E8A-4147-A177-3AD203B41FA5}">
                      <a16:colId xmlns:a16="http://schemas.microsoft.com/office/drawing/2014/main" val="4034291431"/>
                    </a:ext>
                  </a:extLst>
                </a:gridCol>
                <a:gridCol w="552887">
                  <a:extLst>
                    <a:ext uri="{9D8B030D-6E8A-4147-A177-3AD203B41FA5}">
                      <a16:colId xmlns:a16="http://schemas.microsoft.com/office/drawing/2014/main" val="1158108702"/>
                    </a:ext>
                  </a:extLst>
                </a:gridCol>
              </a:tblGrid>
              <a:tr h="370840">
                <a:tc>
                  <a:txBody>
                    <a:bodyPr/>
                    <a:lstStyle/>
                    <a:p>
                      <a:pPr algn="ctr"/>
                      <a:r>
                        <a:rPr lang="en-US" altLang="zh-TW" sz="2400" b="1" i="1" dirty="0">
                          <a:latin typeface="Times New Roman" panose="02020603050405020304" pitchFamily="18" charset="0"/>
                          <a:cs typeface="Times New Roman" panose="02020603050405020304" pitchFamily="18" charset="0"/>
                        </a:rPr>
                        <a:t>r</a:t>
                      </a:r>
                      <a:endParaRPr lang="zh-TW" altLang="en-US" sz="2400" b="1" i="1"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lnR w="12700" cap="flat" cmpd="sng" algn="ctr">
                      <a:solidFill>
                        <a:schemeClr val="tx1"/>
                      </a:solidFill>
                      <a:prstDash val="solid"/>
                      <a:round/>
                      <a:headEnd type="none" w="med" len="med"/>
                      <a:tailEnd type="none" w="med" len="med"/>
                    </a:lnR>
                    <a:noFill/>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995191282"/>
                  </a:ext>
                </a:extLst>
              </a:tr>
              <a:tr h="370840">
                <a:tc>
                  <a:txBody>
                    <a:bodyPr/>
                    <a:lstStyle/>
                    <a:p>
                      <a:pPr algn="ctr"/>
                      <a:r>
                        <a:rPr lang="en-US" altLang="zh-TW" sz="2400" b="1" i="1" dirty="0">
                          <a:latin typeface="Times New Roman" panose="02020603050405020304" pitchFamily="18" charset="0"/>
                          <a:cs typeface="Times New Roman" panose="02020603050405020304" pitchFamily="18" charset="0"/>
                        </a:rPr>
                        <a:t>E</a:t>
                      </a:r>
                      <a:endParaRPr lang="zh-TW" altLang="en-US" sz="2400" b="1" i="1"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lnR w="12700" cap="flat" cmpd="sng" algn="ctr">
                      <a:solidFill>
                        <a:schemeClr val="tx1"/>
                      </a:solidFill>
                      <a:prstDash val="solid"/>
                      <a:round/>
                      <a:headEnd type="none" w="med" len="med"/>
                      <a:tailEnd type="none" w="med" len="med"/>
                    </a:lnR>
                    <a:no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900201562"/>
                  </a:ext>
                </a:extLst>
              </a:tr>
            </a:tbl>
          </a:graphicData>
        </a:graphic>
      </p:graphicFrame>
    </p:spTree>
    <p:extLst>
      <p:ext uri="{BB962C8B-B14F-4D97-AF65-F5344CB8AC3E}">
        <p14:creationId xmlns:p14="http://schemas.microsoft.com/office/powerpoint/2010/main" val="1740023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B3FC4E7-81BF-D648-CFB0-FAA6C662F022}"/>
              </a:ext>
            </a:extLst>
          </p:cNvPr>
          <p:cNvSpPr>
            <a:spLocks noGrp="1"/>
          </p:cNvSpPr>
          <p:nvPr>
            <p:ph type="title"/>
          </p:nvPr>
        </p:nvSpPr>
        <p:spPr/>
        <p:txBody>
          <a:bodyPr/>
          <a:lstStyle/>
          <a:p>
            <a:r>
              <a:rPr lang="en-US" altLang="zh-TW" dirty="0"/>
              <a:t>Time Complexity</a:t>
            </a:r>
            <a:endParaRPr lang="zh-TW" altLang="en-US" dirty="0"/>
          </a:p>
        </p:txBody>
      </p:sp>
      <p:sp>
        <p:nvSpPr>
          <p:cNvPr id="3" name="內容版面配置區 2">
            <a:extLst>
              <a:ext uri="{FF2B5EF4-FFF2-40B4-BE49-F238E27FC236}">
                <a16:creationId xmlns:a16="http://schemas.microsoft.com/office/drawing/2014/main" id="{81DFA4E6-D9A6-09F1-7F34-8BE76ED9D991}"/>
              </a:ext>
            </a:extLst>
          </p:cNvPr>
          <p:cNvSpPr>
            <a:spLocks noGrp="1"/>
          </p:cNvSpPr>
          <p:nvPr>
            <p:ph idx="1"/>
          </p:nvPr>
        </p:nvSpPr>
        <p:spPr/>
        <p:txBody>
          <a:bodyPr/>
          <a:lstStyle/>
          <a:p>
            <a:r>
              <a:rPr lang="en-US" altLang="zh-TW" dirty="0"/>
              <a:t>Sorting</a:t>
            </a:r>
          </a:p>
          <a:p>
            <a:pPr lvl="1"/>
            <a:r>
              <a:rPr lang="en-US" altLang="zh-TW" i="1" dirty="0"/>
              <a:t>O(</a:t>
            </a:r>
            <a:r>
              <a:rPr lang="en-US" altLang="zh-TW" i="1" dirty="0" err="1"/>
              <a:t>mlogm</a:t>
            </a:r>
            <a:r>
              <a:rPr lang="en-US" altLang="zh-TW" i="1" dirty="0"/>
              <a:t>)</a:t>
            </a:r>
          </a:p>
          <a:p>
            <a:pPr lvl="1"/>
            <a:endParaRPr lang="en-US" altLang="zh-TW" i="1" dirty="0"/>
          </a:p>
          <a:p>
            <a:r>
              <a:rPr lang="en-US" altLang="zh-TW" dirty="0"/>
              <a:t>Total in the worst case</a:t>
            </a:r>
          </a:p>
          <a:p>
            <a:pPr lvl="1"/>
            <a:r>
              <a:rPr lang="en-US" altLang="zh-TW" i="1" dirty="0"/>
              <a:t>O(nm)</a:t>
            </a:r>
            <a:endParaRPr lang="zh-TW" altLang="en-US" i="1" dirty="0"/>
          </a:p>
        </p:txBody>
      </p:sp>
      <p:sp>
        <p:nvSpPr>
          <p:cNvPr id="4" name="投影片編號版面配置區 3">
            <a:extLst>
              <a:ext uri="{FF2B5EF4-FFF2-40B4-BE49-F238E27FC236}">
                <a16:creationId xmlns:a16="http://schemas.microsoft.com/office/drawing/2014/main" id="{5D7277A8-1068-4F90-18BC-E58D815EACC6}"/>
              </a:ext>
            </a:extLst>
          </p:cNvPr>
          <p:cNvSpPr>
            <a:spLocks noGrp="1"/>
          </p:cNvSpPr>
          <p:nvPr>
            <p:ph type="sldNum" sz="quarter" idx="12"/>
          </p:nvPr>
        </p:nvSpPr>
        <p:spPr/>
        <p:txBody>
          <a:bodyPr/>
          <a:lstStyle/>
          <a:p>
            <a:fld id="{4CD2C34A-D3D3-4A9B-8692-9279E332F0C9}" type="slidenum">
              <a:rPr lang="zh-TW" altLang="en-US" smtClean="0"/>
              <a:pPr/>
              <a:t>12</a:t>
            </a:fld>
            <a:endParaRPr lang="zh-TW" altLang="en-US" dirty="0"/>
          </a:p>
        </p:txBody>
      </p:sp>
    </p:spTree>
    <p:extLst>
      <p:ext uri="{BB962C8B-B14F-4D97-AF65-F5344CB8AC3E}">
        <p14:creationId xmlns:p14="http://schemas.microsoft.com/office/powerpoint/2010/main" val="19939097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EAC2755-9EB5-B651-9256-EF0FD9480E45}"/>
              </a:ext>
            </a:extLst>
          </p:cNvPr>
          <p:cNvSpPr>
            <a:spLocks noGrp="1"/>
          </p:cNvSpPr>
          <p:nvPr>
            <p:ph type="title"/>
          </p:nvPr>
        </p:nvSpPr>
        <p:spPr/>
        <p:txBody>
          <a:bodyPr/>
          <a:lstStyle/>
          <a:p>
            <a:r>
              <a:rPr lang="en-US" altLang="zh-TW" dirty="0"/>
              <a:t>Experiments</a:t>
            </a:r>
            <a:endParaRPr lang="zh-TW" altLang="en-US" dirty="0"/>
          </a:p>
        </p:txBody>
      </p:sp>
      <p:sp>
        <p:nvSpPr>
          <p:cNvPr id="4" name="投影片編號版面配置區 3">
            <a:extLst>
              <a:ext uri="{FF2B5EF4-FFF2-40B4-BE49-F238E27FC236}">
                <a16:creationId xmlns:a16="http://schemas.microsoft.com/office/drawing/2014/main" id="{700A1901-8BF0-70F8-E9DB-BBD7849726BA}"/>
              </a:ext>
            </a:extLst>
          </p:cNvPr>
          <p:cNvSpPr>
            <a:spLocks noGrp="1"/>
          </p:cNvSpPr>
          <p:nvPr>
            <p:ph type="sldNum" sz="quarter" idx="12"/>
          </p:nvPr>
        </p:nvSpPr>
        <p:spPr/>
        <p:txBody>
          <a:bodyPr/>
          <a:lstStyle/>
          <a:p>
            <a:fld id="{4CD2C34A-D3D3-4A9B-8692-9279E332F0C9}" type="slidenum">
              <a:rPr lang="zh-TW" altLang="en-US" smtClean="0"/>
              <a:pPr/>
              <a:t>13</a:t>
            </a:fld>
            <a:endParaRPr lang="zh-TW" altLang="en-US" dirty="0"/>
          </a:p>
        </p:txBody>
      </p:sp>
      <p:pic>
        <p:nvPicPr>
          <p:cNvPr id="10" name="內容版面配置區 9">
            <a:extLst>
              <a:ext uri="{FF2B5EF4-FFF2-40B4-BE49-F238E27FC236}">
                <a16:creationId xmlns:a16="http://schemas.microsoft.com/office/drawing/2014/main" id="{1BD07969-0A82-2A18-FC9B-E35E9CCDF776}"/>
              </a:ext>
            </a:extLst>
          </p:cNvPr>
          <p:cNvPicPr>
            <a:picLocks noGrp="1" noChangeAspect="1"/>
          </p:cNvPicPr>
          <p:nvPr>
            <p:ph idx="1"/>
          </p:nvPr>
        </p:nvPicPr>
        <p:blipFill>
          <a:blip r:embed="rId2"/>
          <a:stretch>
            <a:fillRect/>
          </a:stretch>
        </p:blipFill>
        <p:spPr>
          <a:xfrm>
            <a:off x="466412" y="1331650"/>
            <a:ext cx="11259176" cy="5024700"/>
          </a:xfrm>
        </p:spPr>
      </p:pic>
    </p:spTree>
    <p:extLst>
      <p:ext uri="{BB962C8B-B14F-4D97-AF65-F5344CB8AC3E}">
        <p14:creationId xmlns:p14="http://schemas.microsoft.com/office/powerpoint/2010/main" val="1325509363"/>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2122</TotalTime>
  <Words>658</Words>
  <Application>Microsoft Office PowerPoint</Application>
  <PresentationFormat>寬螢幕</PresentationFormat>
  <Paragraphs>356</Paragraphs>
  <Slides>13</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13</vt:i4>
      </vt:variant>
    </vt:vector>
  </HeadingPairs>
  <TitlesOfParts>
    <vt:vector size="18" baseType="lpstr">
      <vt:lpstr>源流明體 M</vt:lpstr>
      <vt:lpstr>Arial</vt:lpstr>
      <vt:lpstr>Calibri</vt:lpstr>
      <vt:lpstr>Times New Roman</vt:lpstr>
      <vt:lpstr>Office 佈景主題</vt:lpstr>
      <vt:lpstr>A Filtration Method for Order-Preserving Matching</vt:lpstr>
      <vt:lpstr>Abstract</vt:lpstr>
      <vt:lpstr>Order Preserving Pattern Matching</vt:lpstr>
      <vt:lpstr>Order Preserving Pattern Matching</vt:lpstr>
      <vt:lpstr>Encoding</vt:lpstr>
      <vt:lpstr>Preprocessing</vt:lpstr>
      <vt:lpstr>Filtration</vt:lpstr>
      <vt:lpstr>Veriﬁcation</vt:lpstr>
      <vt:lpstr>Veriﬁcation</vt:lpstr>
      <vt:lpstr>Veriﬁcation</vt:lpstr>
      <vt:lpstr>Veriﬁcation</vt:lpstr>
      <vt:lpstr>Time Complexity</vt:lpstr>
      <vt:lpstr>Experiments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Ting B</dc:creator>
  <cp:lastModifiedBy>Ting B</cp:lastModifiedBy>
  <cp:revision>287</cp:revision>
  <dcterms:created xsi:type="dcterms:W3CDTF">2022-02-13T12:00:20Z</dcterms:created>
  <dcterms:modified xsi:type="dcterms:W3CDTF">2022-06-21T13:58:15Z</dcterms:modified>
</cp:coreProperties>
</file>