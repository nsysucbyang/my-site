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xml" ContentType="application/vnd.openxmlformats-officedocument.presentationml.notesSlide+xml"/>
  <Override PartName="/ppt/ink/ink3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3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0" r:id="rId5"/>
    <p:sldId id="259" r:id="rId6"/>
    <p:sldId id="261" r:id="rId7"/>
    <p:sldId id="262" r:id="rId8"/>
    <p:sldId id="263"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529" autoAdjust="0"/>
  </p:normalViewPr>
  <p:slideViewPr>
    <p:cSldViewPr snapToGrid="0">
      <p:cViewPr varScale="1">
        <p:scale>
          <a:sx n="97" d="100"/>
          <a:sy n="97" d="100"/>
        </p:scale>
        <p:origin x="105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17T13:00:44.066"/>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0070C0"/>
    </inkml:brush>
  </inkml:definitions>
  <inkml:trace contextRef="#ctx0" brushRef="#br0">4921 4339 0,'0'-17'47,"36"17"-31,-1 17-1,0 1-15,36 17 16,-1-17-16,1 17 16,-1-17-16,1 17 15,-1 18-15,1-18 16,-18 0-16,17 18 16,1-17-16,0-1 15,-19 0-15,19 18 16,0-18-16,-19 1 15,1-19-15,0 19 16,-17-1-16,-1-18 16,18 1-1,0 0-15,0-1 16,-18 19-16,18-19 16,-18 1-16,0-18 15,1 18-15,-1-1 16,0 1-16,1-1 15,-19 1-15,18 0 16,1-1-16,-1 1 16,0 17-16,1-17 15,-1 0-15,0-1 16,-17 1-16,17 0 16,0-1-16,-17-17 15,0 18-15,-1-1 16,1 1-16,-1 0 15,19-1-15,-19 1 16,19 17-16,-1-17 16,0 17-16,0 0 15,1-17-15,-19 17 16,1-17-16,17 0 16,-17 17-16,0 0 15,17 0-15,-17-17 16,17 17-1,-18 1-15,1 17 16,17-1-16,1 1 16,-1 0-16,0 0 15,0 0-15,1 0 16,-19 0-16,19 0 16,-1-18-16,-17 18 15,-1-18-15,1 1 16,0-19-16,-1 19 15,1-1-15,-1-17 16,1-1-16,0 18 16,-1-17-16,1 0 15,0-18-15,-1 17 16,19 1-16,-36 0 16,35-1-16,-18-17 15,1 18-15,17 0 16,18-1-16,-17 18 15,-1-35-15,18 36 16,0-19-16,0 1 16,-1 0-16,1 17 15,0-17-15,18-1 16,-18 1 0,17 17-16,-17-17 15,18-1-15,-1 1 16,1 0-16,17-1 15,0 1-15,-17 0 16,17-1-16,-17 1 16,17-1-16,-35 1 15,17 0-15,-17-18 16,18 17-16,-36-17 16,36 18-16,-18 0 15,-18-18-15,0 0 16,18 0-16,-18 17 15,1-17-15,-1 0 16,0 0-16,0 0 16,-17 0-16,17 0 15,18 0-15,-17 0 16,-1 0-16,0 0 16,18 0-16,-18 0 15,18 0-15,-18 0 16,18 0-16,0 0 15,0 0-15,0 0 16,0 0 0,0 0-16,-18 0 15,0 0-15,18 0 16,-17 0-16,-1 0 16,18 0-16,0 0 15,0 0-15,0 0 16,0 0-16,-18 0 15,0 0-15,0 0 16,18 0-16,-35 0 16,17 0-16,-17 0 15,0 0-15,-1 0 16,1 0 15,-1 0-15,1 0-1,0 0-15,-1 0 16,1 0-16,0 0 16,17 0-16,-17 0 15,-1 0-15,18 0 16,-17 0-16,0 0 16,-1 0-16,1 0 15,0 0-15,-1 0 16,19 0-1,-1 0-15,-18 0 16,19 0-16,-19 0 16,1 0-1,0 0-15,17 0 16,-17 0-16,17 0 16,-18 0-1,1 0 1,0 0-16,-1 0 15,1 0-15,0 0 16,-1 0 0,1 0-16,0 0 15,17 0-15,0 0 16,-17 0-16,-1 0 16,19 0-16,-19 0 15,1 0-15,0 0 16,-1 0-16,1 0 15,0 0 1,-1 0 0,1 0-1,-1 0 17,1 0-1,-18-17-31,18 17 62,-1 0 1,1 0-32,0 0-15,-1-18 15,1 18-15,17 0-16,1 0 15,-19 0-15,1 0 16,-1 0-16,1 0 15</inkml:trace>
  <inkml:trace contextRef="#ctx0" brushRef="#br0" timeOffset="760.14">12823 7232 0,'36'18'47,"-19"-18"-47,19 17 15,-1 1-15,0 17 16,18-35-16,-18 35 15,1-35-15,17 36 16,-36-36-16,19 17 16,-19-17-16,1 18 15,-1-18 63,-17 18-62,0-1 0,-17-17-1,-1 18-15,-17 0 16,-18-1-16,0 1 16,18-1-16,-18 19 15,0-19-15,0 1 16,18 0-16,17-18 15,0 0-15,18 17 16,-17-17 0</inkml:trace>
  <inkml:trace contextRef="#ctx0" brushRef="#br1" timeOffset="10496.43">8678 4516 0,'18'0'16,"0"0"-16,87 0 31,248 0 16,-247 0-47,0 0 15,0 0-15,35 0 16,18 0-16,-18 0 16,0 0-16,18 0 15,17 0-15,-17 0 16,-18 0-16,18 0 15,-18 0-15,0 0 16,-35 0-16,17 0 16,-17 0-16,0 0 15,0 0-15,-1 0 16,1 0-16,-18 0 16,1 0-16,-1 0 15,0 0-15,-17 0 16,-1 0-16,1 0 15,-18 0-15,0 0 16,-1 0-16,1 0 16,-17 0-16,-1 0 15,-17 0-15,-1 0 16,18 0-16,-17 0 16,0 0 15,-1 0-31,1 0 15,0 0 1,-1 0-16,1 0 16,0 0-1,-1 0 1,1 0-16,0 0 16,-1 0-16,1 0 15,-1 0-15,1 0 16,0 0-1,-1 0 32,1 0-15</inkml:trace>
  <inkml:trace contextRef="#ctx0" brushRef="#br1" timeOffset="11632.7">12859 4374 0,'17'0'78,"19"18"-78,17 0 16,0-1-16,-18 1 15,18-18-15,0 18 16,-18-18-16,18 17 16,-36-17-16,19 0 15,-19 18 95,-17 0-79,-17-18-15,-1 0-16,0 17 15,-17-17 1,18 18-16,-19-18 15,1 17-15,0-17 16,-1 0-16,1 18 16,0 0-16,17-18 15,1 17-15,-1-17 16,0 18-16,1-18 16,-1 18-16,0-18 15,1 0-15,-1 17 16,0-17-16,1 18 31</inkml:trace>
  <inkml:trace contextRef="#ctx0" brushRef="#br2" timeOffset="20465.3">12435 2170 0,'36'17'47,"17"-17"-47,0 0 15,17 0-15,1 0 16,17 0-16,0 0 16,18 0-16,17 0 15,1 0 1,-1 0-16,-17 0 15,0 0-15,-18 0 16,0 0-16,1 0 16,-19 0-16,-17 0 15,-18 0-15,-17 0 16,0 0-16,-1 0 16</inkml:trace>
  <inkml:trace contextRef="#ctx0" brushRef="#br2" timeOffset="21585.55">13758 2011 0,'36'17'79,"17"19"-64,17-1-15,1 0 16,-1-17-16,1 17 15,-1 0-15,1 1 16,-18-19-16,-18 1 16,0-18-16,-17 18 15,0-18-15,-54 0 172,19 17-172,-54 1 16,1 0-16,17-1 15,-36 1-15,19-18 16,-1 18-16,1-1 16,17-17-16,0 18 15,-18-1-15,18 1 16,1-18-16,16 0 16,-17 18-16,36-18 15,-19 17-15,19-17 16,17 18-16,-18-18 31</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11.69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11765 9278 0,'18'0'141,"-1"-18"-125,1 18-1,0 0 1,17 0 0,36 0 30,-54 0 1,1 0 47</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15.65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30409 10160 0,'0'-18'125,"18"18"-110,0 0 1,-1 0-1,1-17 1,17 17 47,-17 0-17,0 0-30,-1 0 0,1 0-1,-1 0 1</inkml:trace>
</inkml:ink>
</file>

<file path=ppt/ink/ink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57.28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17621 5309 0,'0'18'0,"0"52"15,0 19-15,0 17 16,0-1-16,-53 477 47,18-440 0,17-195 31,-158-159-47,141 194-31,-1 1 16,1 17-16,18-18 15,-1 18 17,-17 18-17,-1-1-15,1 19 16,17 17-16,1-18 15,-1 18-15,1-18 16,17 0-16,0-17 16,0 17-16,0 18 15,0-35-15,0 17 16,17-17 0,1-1-16,-1-17 15,19 0 1,17 0-1,-18 0-15,0 0 16,-17 0-16,-18-17 16,17 17-16,1-18 15,0 18-15,-1-18 16,1 18-16,0 0 16,-1-17-16,1 17 15,-18-18-15</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5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17745 6403 0,'17'0'62,"1"0"-46,17-18-16,18 18 15,18-17-15,-18-19 16,0 19-16,-1-1 16,-34 0-16,0 1 15,-18-1-15,0 1 16,0-1-1,0-17-15,0 17 16,-18 0 0,0 18 15,1 0-31,-1 0 16,-17 36-16,0-19 15,-18 19-15,17-19 16,1 1-16,0 17 15,0 0-15,17 1 16,-17-1-16,35 0 16,-18 18-1,18-35-15,0 17 16,0-17-16,0 17 16,0-17-16,18-1 15,-1 1 1,1-1-1,17-17 1,18 0-16,-18 0 16,36-35-16,-18 18 15,0-1-15,0 0 16,-18 1-16</inkml:trace>
</inkml:ink>
</file>

<file path=ppt/ink/ink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58.75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18415 6385 0,'0'36'94,"0"-19"-79,-18 18-15,1 18 16,-1-17-16,18 17 16,0-36-16,0 54 31,35-71 31,89-36-30,-71 19-32,105-212 47,-158 211-1,18 36 1,-18 34-31,18-16-16,-1 17 16,-17-18-16,36 18 15,-36-18-15,17 0 16,1-17-16,-18 0 15,0-1-15</inkml:trace>
</inkml:ink>
</file>

<file path=ppt/ink/ink7.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3:59.62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19685 5662 0,'18'0'16,"-18"18"0,0 17-16,0 53 15,0 36-15,0-1 16,0 54-16,0-36 16,0-36-16,0-34 15,17 105 16,-17-140 16,-176-195 0,123 124-31,0-1-16,18 19 15,17 17-15,0 0 16,1 0-16,-1 0 16,18 17-1,-17 1 1,17 0-16,-36 17 16,19 18-16,-1 0 15,0 0-15,18 0 16,-17 0-16,17-36 15,0 18-15,0-17 16,0 0 0,17-1-1,1-17 32,0 0-47,-1 0 16,1 0-16,0 0 15,-1 0-15,1 0 16,-1 0 0,1 0-1,17 0 1,1 0-16</inkml:trace>
</inkml:ink>
</file>

<file path=ppt/ink/ink8.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0.08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20055 6509 0,'0'17'31,"18"36"-31,-18 18 16,18-1-16,-18 19 16,0-19-16,0 1 15,0-18-15,0-18 16,0 0-16,0-17 16,0-71 30,0-18-46,0-34 16,0 16-16</inkml:trace>
</inkml:ink>
</file>

<file path=ppt/ink/ink9.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0.36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20108 5768 0,'0'53'31,"18"17"-31,0 1 16,-1-18-16,-17 0 15,18 0-15,-18-18 16,18-17-16,-18-1 16,0 1-1,17-18 1</inkml:trace>
</inkml:ink>
</file>

<file path=ppt/ink/ink10.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1.03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20391 6385 0,'0'0'0,"17"53"0,-17 18 16,0-18-16,0 35 15,0-18-15,0 19 16,0-36-16,0-18 16,0 0-16,0-17 31,0-71 0,18-35-15,-1-1-16,1 1 15,17 18-15,-17 17 16,0 17-16,-1 1 16,1 18-16,0-1 15,-18 0-15,17 18 16,1-17-16,-1 17 15,1 0 32,0 0-31,-1 35-16,36 18 16,0 17-16,0 1 15,0-1-15,-18 19 16,1-36-16,-1 0 15,-17-1-15,-1-34 16,1 0-16,-18-1 16,17-17 46</inkml:trace>
</inkml:ink>
</file>

<file path=ppt/ink/ink1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1.7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21184 6685 0,'18'0'32,"0"0"-17,-1 0 1,1 0-16,17 0 15,0 0-15,1-18 16,34 1-16,-17-18 16,0-1-16,0 1 15,0-18-15,0 0 16,-18 18-16,0-18 16,-17 18-16,-18 17 15,0-17-15,0 0 16,0 17-1,0 0-15,-18 18 79,-35 18-79,1 17 15,-1 0-15,0 1 16,0-1-16,18 18 15,17-18-15,-17 18 16,17 0-16,0 18 16,18-1-16,0 1 15,0-1-15,0 1 16,18-36-16,0 18 16,-1-35-16,-17 17 15,18-17-15,-18-1 16,18 1-16,-1-1 15,1 1-15,17 0 16,18-1-16,0-17 16,0 0-16,17 0 15,1-17-15,-1-1 16,-17 0-16,0-17 16,0 0-16,0 0 15,-35-1-15,35 1 16</inkml:trace>
</inkml:ink>
</file>

<file path=ppt/ink/ink1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2.28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22807 6526 0,'53'-17'94,"35"17"-94,-17-18 16,17 18-16,-35 0 15,0 0 1,-36 0-16,1 0 16,-18 18 46,-35-1-62</inkml:trace>
</inkml:ink>
</file>

<file path=ppt/ink/ink1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2.60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22701 6950 0,'18'0'32,"17"0"-17,-17 0-15,35 0 16,0 0 0,0-18-16,-18 18 15,18-18-15,-18 18 16,0-17-16,1 17 15,16-18-15,1 18 16,-17 0-16,-1-17 16,-17-1-16,-1 0 15</inkml:trace>
</inkml:ink>
</file>

<file path=ppt/ink/ink1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3.5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23618 5891 0,'0'0'0,"53"18"16,0 0-16,0-1 15,18 19-15,-1-19 16,1 18-16,-1 1 15,89 87 17,-159 18 15,-176 0-1,158-123 17,36-18 15,-1 18-78,36-18 16,0 35-16,18-17 15,-1 17-15,19 0 16,16 0-16,-16 1 16,-19-1-16,-35-17 15,-17-1-15,0-17 16,-1 0-16,-17 18 15,18 0 1,-18-1 0,0 19-16,0-19 15,0 36-15,-18-35 16,-17 17-16,-18 0 16,0 18-16,18-18 15,-18-17-15,0 17 16,0-17-16,18 17 15,-18-17-15,0 0 16,0-1-16,-17 1 16,-1-1-16,1 1 15,17-18 1,0 18-16,35-18 16,0 0-16</inkml:trace>
</inkml:ink>
</file>

<file path=ppt/ink/ink1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04.70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25435 6209 0,'0'0'0,"-53"35"31,36-35-31,-36 212 47,-53 299 0,124-405 15,475-176-15,-334 17-47,-18 17 16,-17-34-16,-36 17 15,-35 18-15,-35-18 16,17 17-16,-35-16 16,0 16-16,0-52 15,0 18-15,-18-19 16,1 1-16,-19 18 15,1-1-15,0 18 16,17 0-16,0 18 16,-17 17-16,0-17 15,0 17-15,17 18 16,0 0-16,1 0 16,-1 0-1,0 0-15,1 0 16,-1 0-16,-17 0 15,0 0 1,-1 18-16,-17 0 16,18-1-16,0 1 15,0 17 1,17-35 0,0 0 30,1 0-30,-1 0-16,-17 0 16,35 18-16,-18-18 15,0 0 1,1 0-16,-18 0 16,17 0-16,0 0 15,1 0-15</inkml:trace>
</inkml:ink>
</file>

<file path=ppt/ink/ink1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51.69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21608 3157 0,'17'0'62,"1"0"-15,0 0-16,-18-17 0,17 17 16,1 0 172</inkml:trace>
</inkml:ink>
</file>

<file path=ppt/ink/ink17.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53.84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28434 3122 0</inkml:trace>
</inkml:ink>
</file>

<file path=ppt/ink/ink18.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4:55.27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33514 3246 0</inkml:trace>
</inkml:ink>
</file>

<file path=ppt/ink/ink19.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5:36.90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21802 0 0,'-18'0'63,"-35"0"-63,0 0 15,-17 18-15,-19 17 16,1 0-16,-18 0 15,-246 159 32,387-123 0,71 35 0,-89-88-31,19-18 31,-19 0-32,19 0-15</inkml:trace>
</inkml:ink>
</file>

<file path=ppt/ink/ink20.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5:37.65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21996 194 0,'0'35'31,"0"-17"-31,0 17 16,-18 0-16,18 18 15,0-35-15,0 17 16,0 1-16,0 34 31,35-52 32,124-124-17,-141 35-46,35-193 47,-53 246-47,0 1 16,-18-1 15,0 18-15,18-18-16,-17 18 15,-1 0 1,0 0 0,1 0-16,-1 0 15,1 0-15,-1 0 16,0 0-16</inkml:trace>
</inkml:ink>
</file>

<file path=ppt/ink/ink2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5:38.91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22490 176 0,'0'36'16,"0"17"0,0 17-16,-36 89 47,36-141-1,0-36 1,18-35-47,158-176 47,-176 211-31,18 18 62,0 35-78,-18 1 16,17 16-16,-17 1 15,18-17-15,0-1 16,-1 0-16,-17-17 15,0 0-15,0-1 16,18-17-16,-18-17 109,0-36-109,17 17 16,1 1-16,0 0 16,-18-1-16,17 19 15,-17-1-15,0 1 32,18 17-1,0 0 0,-1 0 0,1 0-15,-18 17 0,18 1-16,-18-1 15,17 19-15,-17-19 16,0 1-16,0 17 15,0-17-15,0 0 16,18-1 0</inkml:trace>
</inkml:ink>
</file>

<file path=ppt/ink/ink2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5:4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23160 247 0,'17'0'16,"1"0"-1,-18 35-15,18 0 16,-1 36-16,1 0 16,-18-1-16,18 1 15,-18-1-15,17 1 16,-17-36-16,0 0 15,0-17 1,0-53 109,0-18-125,0 0 16,0 18-16,0-36 15,0 36-15,18 0 16,-18 17 0,0-17-16,0-1 15,0 19-15,0-1 16,0 0-16,18 1 15,-18-1-15,17 18 16,-17-18-16,18 18 16,0-17-16,-1 17 15,1-18-15,-1 18 16,1 0-16,17 0 16,1 0-16,17 0 15,-18 0-15,0 18 16,-17-18-16,-1 0 15,1 17-15,0 1 16,-18 0 0,17-18-16,-17 17 15,0 1-15,0 0 16,0-1 0,0 1-16,-17 0 15,-1-1-15,-17 1 16,17 0-16,0-1 15,1-17-15,-1 0 16,18 18 0,-17-18 15,-19 0-15,1 0-16,17-18 15,1 1-15,-1 17 16,0-18-16,1 18 15,-1-18-15,1 1 16,-1 17-16</inkml:trace>
</inkml:ink>
</file>

<file path=ppt/ink/ink2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7:52.7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21749 11977 0,'17'0'31,"1"0"-16,17 0 17,177 0 15,-159 0-32,-18 0-15,-17 0 16,17 0-16,-17 0 15,-1 0-15,1 0 32,0 0 61,-1 0 1,1 0-78</inkml:trace>
</inkml:ink>
</file>

<file path=ppt/ink/ink2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09:38.23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14446 11924 0,'0'0'0,"18"0"16,0 0 0,-1 0-16,1 0 15,17 0-15,0 0 16,89-18 31,-18 18 0,-71 0-1</inkml:trace>
</inkml:ink>
</file>

<file path=ppt/ink/ink2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0:32.40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5750 3828 0,'18'0'78,"17"0"-62,-17 17 0,-1-17-16,19 18 15,-19-18-15,19 18 16,-1-1 31,-17-17 0</inkml:trace>
</inkml:ink>
</file>

<file path=ppt/ink/ink2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0:33.37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5891 6579 0,'18'18'47,"0"-18"-16,-1 0-31,71 18 63,-70-18-63,0 0 0,-1 17 15,1-17-15</inkml:trace>
</inkml:ink>
</file>

<file path=ppt/ink/ink27.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0:34.88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9737 6526 0,'17'18'63,"1"-18"-48,0 0 1,-1 0-16,1 18 16,17-18-1,0 0-15,142 17 47,-107-17 0</inkml:trace>
</inkml:ink>
</file>

<file path=ppt/ink/ink28.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0:36.13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13088 6526 0,'18'0'47,"-1"0"-32,1 0 1,0 0-16,35 0 31,-18 0 16,18 18 15,-36-18-15,1 0-47</inkml:trace>
</inkml:ink>
</file>

<file path=ppt/ink/ink29.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0:37.36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14587 12753 0,'18'0'93,"0"0"-77,-1 18 0,19-18 31</inkml:trace>
</inkml:ink>
</file>

<file path=ppt/ink/ink30.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1:55.28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31962 3157 0,'-18'0'78,"0"0"-47,1 0-15,-19 0 30,1 0 1,18 0-31,-1 0 0</inkml:trace>
</inkml:ink>
</file>

<file path=ppt/ink/ink3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1:56.7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27058 3298 0,'-18'0'78,"1"0"-47,-1 0-15,0 0 46,1 0-46,-1-17 0,-17 17 15,17 0 0</inkml:trace>
</inkml:ink>
</file>

<file path=ppt/ink/ink3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2:50.76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19861 14393 0,'18'0'125,"0"0"-110,-1 0-15,1 0 16,0 0 0,-1 0-16,1 0 15,-1 0 16</inkml:trace>
</inkml:ink>
</file>

<file path=ppt/ink/ink3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2:51.99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27922 14464 0,'0'0'0,"18"0"31,0 0 0,-1 0-15,19 0 31,-19 0-32,1 0 1,-1 0 0,1 0-16,0 0 15,-1 0-15,1-18 16,0 18-16,-1 0 31</inkml:trace>
</inkml:ink>
</file>

<file path=ppt/ink/ink3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18:43.29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5856 6191 0,'18'0'78,"17"0"-78,18 18 16,35 0-16,18 17 15,53-18-15,-1 19 16,54-1-1,-18 0-15,847 36 47,-547-71 0,-53 0 16,35 0-16,-388 0-47,18 0 15,17 0-15,-17 0 16,18 0-16,-18 0 15,-36 0-15,18 0 16,-35 0-16,0 0 16,-18-18-16,1 18 15,-19 0-15,1 0 16,0-17-16,-1 17 31,1 0-15,0 0-1,-1 0 1,1 0 15</inkml:trace>
</inkml:ink>
</file>

<file path=ppt/ink/ink3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2-06-21T11:22:36.23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6773 5521 0,'18'0'156,"0"0"-140,-1 0-16,54 0 31,105 0 0,-123 0-31,0 0 0,-18 0 16,1 0 0,-1 0-16,0 0 15,0 0-15,36 0 32,35 0 14,-53 0 17,0 0-16,-36 0-32,1 0 17,0 0-1,-1 0 0,1 0 16,-1 0-16,1 0 1,0 0-17,-1 0 16,1 0 16,0 0 0,-1 0-16,1 0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527DC-86CB-4527-85F2-14B62CAD0F41}" type="datetimeFigureOut">
              <a:rPr lang="zh-TW" altLang="en-US" smtClean="0"/>
              <a:t>2022/6/21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CC5815-50DC-48E1-88AA-6F10558FDD50}" type="slidenum">
              <a:rPr lang="zh-TW" altLang="en-US" smtClean="0"/>
              <a:t>‹#›</a:t>
            </a:fld>
            <a:endParaRPr lang="zh-TW" altLang="en-US"/>
          </a:p>
        </p:txBody>
      </p:sp>
    </p:spTree>
    <p:extLst>
      <p:ext uri="{BB962C8B-B14F-4D97-AF65-F5344CB8AC3E}">
        <p14:creationId xmlns:p14="http://schemas.microsoft.com/office/powerpoint/2010/main" val="1846427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更公平的分配時間，不能用</a:t>
            </a:r>
            <a:r>
              <a:rPr lang="en-US" altLang="zh-TW" dirty="0"/>
              <a:t>LFT</a:t>
            </a:r>
            <a:r>
              <a:rPr lang="zh-TW" altLang="en-US" dirty="0"/>
              <a:t>是因為</a:t>
            </a:r>
            <a:r>
              <a:rPr lang="en-US" altLang="zh-TW" dirty="0"/>
              <a:t>LFT</a:t>
            </a:r>
            <a:r>
              <a:rPr lang="zh-TW" altLang="en-US" dirty="0"/>
              <a:t>是從後面算過來，前面的</a:t>
            </a:r>
            <a:r>
              <a:rPr lang="en-US" altLang="zh-TW" dirty="0"/>
              <a:t>DEADLINE</a:t>
            </a:r>
            <a:r>
              <a:rPr lang="zh-TW" altLang="en-US" dirty="0"/>
              <a:t>會比較寬鬆</a:t>
            </a:r>
          </a:p>
        </p:txBody>
      </p:sp>
      <p:sp>
        <p:nvSpPr>
          <p:cNvPr id="4" name="投影片編號版面配置區 3"/>
          <p:cNvSpPr>
            <a:spLocks noGrp="1"/>
          </p:cNvSpPr>
          <p:nvPr>
            <p:ph type="sldNum" sz="quarter" idx="5"/>
          </p:nvPr>
        </p:nvSpPr>
        <p:spPr/>
        <p:txBody>
          <a:bodyPr/>
          <a:lstStyle/>
          <a:p>
            <a:fld id="{D5CC5815-50DC-48E1-88AA-6F10558FDD50}" type="slidenum">
              <a:rPr lang="zh-TW" altLang="en-US" smtClean="0"/>
              <a:t>6</a:t>
            </a:fld>
            <a:endParaRPr lang="zh-TW" altLang="en-US"/>
          </a:p>
        </p:txBody>
      </p:sp>
    </p:spTree>
    <p:extLst>
      <p:ext uri="{BB962C8B-B14F-4D97-AF65-F5344CB8AC3E}">
        <p14:creationId xmlns:p14="http://schemas.microsoft.com/office/powerpoint/2010/main" val="2471897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5CC5815-50DC-48E1-88AA-6F10558FDD50}" type="slidenum">
              <a:rPr lang="zh-TW" altLang="en-US" smtClean="0"/>
              <a:t>7</a:t>
            </a:fld>
            <a:endParaRPr lang="zh-TW" altLang="en-US"/>
          </a:p>
        </p:txBody>
      </p:sp>
    </p:spTree>
    <p:extLst>
      <p:ext uri="{BB962C8B-B14F-4D97-AF65-F5344CB8AC3E}">
        <p14:creationId xmlns:p14="http://schemas.microsoft.com/office/powerpoint/2010/main" val="1341544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第二種可能是沒考量到</a:t>
            </a:r>
            <a:r>
              <a:rPr lang="en-US" altLang="zh-TW" dirty="0"/>
              <a:t>communication cost</a:t>
            </a:r>
            <a:r>
              <a:rPr lang="zh-TW" altLang="en-US" dirty="0"/>
              <a:t>所以偏高</a:t>
            </a:r>
          </a:p>
        </p:txBody>
      </p:sp>
      <p:sp>
        <p:nvSpPr>
          <p:cNvPr id="4" name="投影片編號版面配置區 3"/>
          <p:cNvSpPr>
            <a:spLocks noGrp="1"/>
          </p:cNvSpPr>
          <p:nvPr>
            <p:ph type="sldNum" sz="quarter" idx="5"/>
          </p:nvPr>
        </p:nvSpPr>
        <p:spPr/>
        <p:txBody>
          <a:bodyPr/>
          <a:lstStyle/>
          <a:p>
            <a:fld id="{D5CC5815-50DC-48E1-88AA-6F10558FDD50}" type="slidenum">
              <a:rPr lang="zh-TW" altLang="en-US" smtClean="0"/>
              <a:t>8</a:t>
            </a:fld>
            <a:endParaRPr lang="zh-TW" altLang="en-US"/>
          </a:p>
        </p:txBody>
      </p:sp>
    </p:spTree>
    <p:extLst>
      <p:ext uri="{BB962C8B-B14F-4D97-AF65-F5344CB8AC3E}">
        <p14:creationId xmlns:p14="http://schemas.microsoft.com/office/powerpoint/2010/main" val="1570456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29B511-8D11-C2A1-465F-E576C62AB00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355AAB2-4E53-B1DC-621A-2D27DCEB6E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1FF20BD-885D-C12E-B698-76DB4393963F}"/>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D93FEDC2-B120-067D-E893-2E9AD6B353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66DA251-47AC-4084-AF49-DF221D360A18}"/>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1080994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98CCB9-309C-AC2B-2DF2-1D186EC41FF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71C376D-BAAA-7FB8-0F57-5F31C8F743A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A52436E-2DA7-A9EA-6D79-E8C155AFD265}"/>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656A32AF-B936-7873-3A5E-12E370EFD13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57E59-2DF3-651A-8400-734CFEDE8D85}"/>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188954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E9E331-9632-D347-8227-B7B826BFA19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0FCDBCC-5017-6163-6355-5E3D52239A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221CEFC-8E02-CF58-4190-1EFCFDA71826}"/>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23EAEFAD-1271-F0E1-63C8-69318C8C30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9F4907C-BA84-4D8D-07DB-121B76F4BD9A}"/>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385841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4E151C-BFD5-AC1E-239D-824165A22BD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B972B5E-A6A9-C2E2-3B30-2F62A13B3F9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1EFD26E-8552-A16B-CA7F-A80EA4CEAA0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6462BCE-9637-E98D-4475-704C4B29D554}"/>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6" name="頁尾版面配置區 5">
            <a:extLst>
              <a:ext uri="{FF2B5EF4-FFF2-40B4-BE49-F238E27FC236}">
                <a16:creationId xmlns:a16="http://schemas.microsoft.com/office/drawing/2014/main" id="{F49F9D30-1C72-D194-3D7F-1CF5FDC872E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6850F7F-B8F3-0E88-50B3-F0151E04DF61}"/>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2266555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AFBA41-A1AA-2793-7247-80ED778881E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204A260-1A7D-55B6-5026-C5C2527A8A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97B42AC-79B6-25FC-1661-A3D9134A515B}"/>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325B3E3-E135-9185-A412-C79EDFC409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3232DE27-0969-F25E-B40F-A3113B7097B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1016BCF-3CB8-1A03-8E4E-8AE5A82861E2}"/>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8" name="頁尾版面配置區 7">
            <a:extLst>
              <a:ext uri="{FF2B5EF4-FFF2-40B4-BE49-F238E27FC236}">
                <a16:creationId xmlns:a16="http://schemas.microsoft.com/office/drawing/2014/main" id="{3125C23E-4B13-211E-A65C-BE09703D203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25F5CF0-67FA-A6E5-A3A6-5AAFF4618714}"/>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530015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3D5265-95D1-6459-21A1-0E2DA320B94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7D044E3-E979-F723-4170-2C5249656DAB}"/>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4" name="頁尾版面配置區 3">
            <a:extLst>
              <a:ext uri="{FF2B5EF4-FFF2-40B4-BE49-F238E27FC236}">
                <a16:creationId xmlns:a16="http://schemas.microsoft.com/office/drawing/2014/main" id="{858FABF3-A6C8-0345-D434-0AD32900D26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A26F5145-ECB0-9B66-4E23-D77D7A509219}"/>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3641285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E9E2FBC-526D-975A-D21A-4837D078519B}"/>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3" name="頁尾版面配置區 2">
            <a:extLst>
              <a:ext uri="{FF2B5EF4-FFF2-40B4-BE49-F238E27FC236}">
                <a16:creationId xmlns:a16="http://schemas.microsoft.com/office/drawing/2014/main" id="{80F08468-AAC9-D220-A1CC-660794A0497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F2450F2-AF15-3EB9-9A1A-B22E00812CF7}"/>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312651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F938B7-DFA2-D419-7FCC-E649518BA7D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988F14D-3936-20A3-5071-C6385F5247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B1A67DB-E4FC-852F-AF86-6FFBC5EB19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2157D0E-BA3C-6F3D-6298-4356E671E51E}"/>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6" name="頁尾版面配置區 5">
            <a:extLst>
              <a:ext uri="{FF2B5EF4-FFF2-40B4-BE49-F238E27FC236}">
                <a16:creationId xmlns:a16="http://schemas.microsoft.com/office/drawing/2014/main" id="{2B2FACFB-5868-DEAA-8EA5-E4E4AE06838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D482004-F1E9-F9E1-D005-78F4586BD4C2}"/>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344903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6733A1-BAFD-1C6A-9715-34D29DC0CF1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1DFE5CF-1603-7615-0F69-4EA4FDE56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E04ED12-49F3-67D2-1475-579106785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2BFD780-C448-29DC-FBDB-759E5840506E}"/>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6" name="頁尾版面配置區 5">
            <a:extLst>
              <a:ext uri="{FF2B5EF4-FFF2-40B4-BE49-F238E27FC236}">
                <a16:creationId xmlns:a16="http://schemas.microsoft.com/office/drawing/2014/main" id="{C585DBE7-7D65-0350-2699-BEC18245C9B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81B87D8-1EF9-3E1E-8D59-01E1EDD1FA97}"/>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2393443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5718DB-2F1E-6A52-DDB2-412A3CF82B9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51518D8-B8B8-2707-4F0C-61A1EB401DF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C8C2C9A-5FAC-6A43-F015-4AC771802698}"/>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74D3EBEB-78BD-75D6-48B1-09E8D62C328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3DC101-B84E-FD01-182B-4477A10DC692}"/>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2379800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C49FE50-3ACB-A81F-ED82-86D8DA839FA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68D1D71-1898-517C-2240-404BA340147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83DF331-DE92-5DB4-E50F-3D31B3B7A1CF}"/>
              </a:ext>
            </a:extLst>
          </p:cNvPr>
          <p:cNvSpPr>
            <a:spLocks noGrp="1"/>
          </p:cNvSpPr>
          <p:nvPr>
            <p:ph type="dt" sz="half" idx="10"/>
          </p:nvPr>
        </p:nvSpPr>
        <p:spPr/>
        <p:txBody>
          <a:body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A193346C-5CB3-60BC-F89A-43EFFD15BD1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87D48B-35CD-436C-95B4-A50A52457BD0}"/>
              </a:ext>
            </a:extLst>
          </p:cNvPr>
          <p:cNvSpPr>
            <a:spLocks noGrp="1"/>
          </p:cNvSpPr>
          <p:nvPr>
            <p:ph type="sldNum" sz="quarter" idx="12"/>
          </p:nvPr>
        </p:nvSpPr>
        <p:spPr/>
        <p:txBody>
          <a:body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1614994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08C4175-9941-7CCA-FD98-DC8A346BA5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8A62051-3B45-3925-C938-75768B09C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7507-1FD7-DE26-0ADC-9C1DB8D206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58076C-F705-4959-978C-A752D1CF8879}" type="datetimeFigureOut">
              <a:rPr lang="zh-TW" altLang="en-US" smtClean="0"/>
              <a:t>2022/6/21</a:t>
            </a:fld>
            <a:endParaRPr lang="zh-TW" altLang="en-US"/>
          </a:p>
        </p:txBody>
      </p:sp>
      <p:sp>
        <p:nvSpPr>
          <p:cNvPr id="5" name="頁尾版面配置區 4">
            <a:extLst>
              <a:ext uri="{FF2B5EF4-FFF2-40B4-BE49-F238E27FC236}">
                <a16:creationId xmlns:a16="http://schemas.microsoft.com/office/drawing/2014/main" id="{4A55B1B0-C2B3-7D79-D73A-7CECAB8FC7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1895567-26FB-E448-92F2-5F5C94BD2A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4C0BC0-C443-4850-98A5-574F3BE18E78}" type="slidenum">
              <a:rPr lang="zh-TW" altLang="en-US" smtClean="0"/>
              <a:t>‹#›</a:t>
            </a:fld>
            <a:endParaRPr lang="zh-TW" altLang="en-US"/>
          </a:p>
        </p:txBody>
      </p:sp>
    </p:spTree>
    <p:extLst>
      <p:ext uri="{BB962C8B-B14F-4D97-AF65-F5344CB8AC3E}">
        <p14:creationId xmlns:p14="http://schemas.microsoft.com/office/powerpoint/2010/main" val="4057715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6" Type="http://schemas.openxmlformats.org/officeDocument/2006/relationships/image" Target="../media/image15.png"/><Relationship Id="rId21" Type="http://schemas.openxmlformats.org/officeDocument/2006/relationships/customXml" Target="../ink/ink9.xml"/><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7" Type="http://schemas.openxmlformats.org/officeDocument/2006/relationships/customXml" Target="../ink/ink2.xml"/><Relationship Id="rId2" Type="http://schemas.openxmlformats.org/officeDocument/2006/relationships/image" Target="../media/image2.png"/><Relationship Id="rId16" Type="http://schemas.openxmlformats.org/officeDocument/2006/relationships/image" Target="../media/image10.png"/><Relationship Id="rId29" Type="http://schemas.openxmlformats.org/officeDocument/2006/relationships/customXml" Target="../ink/ink13.xml"/><Relationship Id="rId11" Type="http://schemas.openxmlformats.org/officeDocument/2006/relationships/customXml" Target="../ink/ink4.xml"/><Relationship Id="rId24" Type="http://schemas.openxmlformats.org/officeDocument/2006/relationships/image" Target="../media/image14.png"/><Relationship Id="rId32" Type="http://schemas.openxmlformats.org/officeDocument/2006/relationships/image" Target="../media/image18.png"/><Relationship Id="rId37" Type="http://schemas.openxmlformats.org/officeDocument/2006/relationships/customXml" Target="../ink/ink17.xml"/><Relationship Id="rId40" Type="http://schemas.openxmlformats.org/officeDocument/2006/relationships/customXml" Target="../ink/ink19.xml"/><Relationship Id="rId45" Type="http://schemas.openxmlformats.org/officeDocument/2006/relationships/image" Target="../media/image24.png"/><Relationship Id="rId53" Type="http://schemas.openxmlformats.org/officeDocument/2006/relationships/image" Target="../media/image28.png"/><Relationship Id="rId58" Type="http://schemas.openxmlformats.org/officeDocument/2006/relationships/customXml" Target="../ink/ink28.xml"/><Relationship Id="rId66" Type="http://schemas.openxmlformats.org/officeDocument/2006/relationships/customXml" Target="../ink/ink32.xml"/><Relationship Id="rId5" Type="http://schemas.openxmlformats.org/officeDocument/2006/relationships/customXml" Target="../ink/ink1.xml"/><Relationship Id="rId61" Type="http://schemas.openxmlformats.org/officeDocument/2006/relationships/image" Target="../media/image32.png"/><Relationship Id="rId19" Type="http://schemas.openxmlformats.org/officeDocument/2006/relationships/customXml" Target="../ink/ink8.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customXml" Target="../ink/ink12.xml"/><Relationship Id="rId30" Type="http://schemas.openxmlformats.org/officeDocument/2006/relationships/image" Target="../media/image17.png"/><Relationship Id="rId35" Type="http://schemas.openxmlformats.org/officeDocument/2006/relationships/customXml" Target="../ink/ink16.xml"/><Relationship Id="rId43" Type="http://schemas.openxmlformats.org/officeDocument/2006/relationships/image" Target="../media/image23.png"/><Relationship Id="rId48" Type="http://schemas.openxmlformats.org/officeDocument/2006/relationships/customXml" Target="../ink/ink23.xml"/><Relationship Id="rId56" Type="http://schemas.openxmlformats.org/officeDocument/2006/relationships/customXml" Target="../ink/ink27.xml"/><Relationship Id="rId64" Type="http://schemas.openxmlformats.org/officeDocument/2006/relationships/customXml" Target="../ink/ink31.xml"/><Relationship Id="rId69" Type="http://schemas.openxmlformats.org/officeDocument/2006/relationships/image" Target="../media/image36.png"/><Relationship Id="rId8" Type="http://schemas.openxmlformats.org/officeDocument/2006/relationships/image" Target="../media/image6.png"/><Relationship Id="rId51" Type="http://schemas.openxmlformats.org/officeDocument/2006/relationships/image" Target="../media/image27.png"/><Relationship Id="rId3"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1.png"/><Relationship Id="rId46" Type="http://schemas.openxmlformats.org/officeDocument/2006/relationships/customXml" Target="../ink/ink22.xml"/><Relationship Id="rId59" Type="http://schemas.openxmlformats.org/officeDocument/2006/relationships/image" Target="../media/image31.png"/><Relationship Id="rId67" Type="http://schemas.openxmlformats.org/officeDocument/2006/relationships/image" Target="../media/image35.png"/><Relationship Id="rId20" Type="http://schemas.openxmlformats.org/officeDocument/2006/relationships/image" Target="../media/image12.png"/><Relationship Id="rId41" Type="http://schemas.openxmlformats.org/officeDocument/2006/relationships/image" Target="../media/image22.png"/><Relationship Id="rId54" Type="http://schemas.openxmlformats.org/officeDocument/2006/relationships/customXml" Target="../ink/ink26.xml"/><Relationship Id="rId62" Type="http://schemas.openxmlformats.org/officeDocument/2006/relationships/customXml" Target="../ink/ink30.xml"/><Relationship Id="rId1" Type="http://schemas.openxmlformats.org/officeDocument/2006/relationships/slideLayout" Target="../slideLayouts/slideLayout2.xml"/><Relationship Id="rId6" Type="http://schemas.openxmlformats.org/officeDocument/2006/relationships/image" Target="../media/image5.png"/><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6.png"/><Relationship Id="rId36" Type="http://schemas.openxmlformats.org/officeDocument/2006/relationships/image" Target="../media/image20.png"/><Relationship Id="rId49" Type="http://schemas.openxmlformats.org/officeDocument/2006/relationships/image" Target="../media/image26.png"/><Relationship Id="rId57" Type="http://schemas.openxmlformats.org/officeDocument/2006/relationships/image" Target="../media/image30.png"/><Relationship Id="rId10" Type="http://schemas.openxmlformats.org/officeDocument/2006/relationships/image" Target="../media/image7.png"/><Relationship Id="rId31" Type="http://schemas.openxmlformats.org/officeDocument/2006/relationships/customXml" Target="../ink/ink14.xml"/><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4" Type="http://schemas.openxmlformats.org/officeDocument/2006/relationships/image" Target="../media/image4.png"/><Relationship Id="rId9" Type="http://schemas.openxmlformats.org/officeDocument/2006/relationships/customXml" Target="../ink/ink3.xml"/><Relationship Id="rId13" Type="http://schemas.openxmlformats.org/officeDocument/2006/relationships/customXml" Target="../ink/ink5.xml"/><Relationship Id="rId18" Type="http://schemas.openxmlformats.org/officeDocument/2006/relationships/image" Target="../media/image11.png"/><Relationship Id="rId39" Type="http://schemas.openxmlformats.org/officeDocument/2006/relationships/customXml" Target="../ink/ink18.xml"/><Relationship Id="rId34" Type="http://schemas.openxmlformats.org/officeDocument/2006/relationships/image" Target="../media/image19.png"/><Relationship Id="rId50" Type="http://schemas.openxmlformats.org/officeDocument/2006/relationships/customXml" Target="../ink/ink24.xml"/><Relationship Id="rId55"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customXml" Target="../ink/ink34.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14DFE-EBC9-AADE-E1B8-9A49FB4011E3}"/>
              </a:ext>
            </a:extLst>
          </p:cNvPr>
          <p:cNvSpPr>
            <a:spLocks noGrp="1"/>
          </p:cNvSpPr>
          <p:nvPr>
            <p:ph type="ctrTitle"/>
          </p:nvPr>
        </p:nvSpPr>
        <p:spPr/>
        <p:txBody>
          <a:bodyPr>
            <a:normAutofit/>
          </a:bodyPr>
          <a:lstStyle/>
          <a:p>
            <a:r>
              <a:rPr lang="en-US" altLang="zh-TW" sz="4800" dirty="0">
                <a:latin typeface="Times New Roman" panose="02020603050405020304" pitchFamily="18" charset="0"/>
                <a:cs typeface="Times New Roman" panose="02020603050405020304" pitchFamily="18" charset="0"/>
              </a:rPr>
              <a:t>Deadline-constrained workflow scheduling algorithms for Infrastructure as a Service Clouds</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199A7DE-E651-05EB-9F4C-CB66D687CF94}"/>
              </a:ext>
            </a:extLst>
          </p:cNvPr>
          <p:cNvSpPr>
            <a:spLocks noGrp="1"/>
          </p:cNvSpPr>
          <p:nvPr>
            <p:ph type="subTitle" idx="1"/>
          </p:nvPr>
        </p:nvSpPr>
        <p:spPr/>
        <p:txBody>
          <a:bodyPr/>
          <a:lstStyle/>
          <a:p>
            <a:r>
              <a:rPr lang="en-US" altLang="zh-TW" b="0" i="0" dirty="0" err="1">
                <a:effectLst/>
                <a:latin typeface="-apple-system"/>
              </a:rPr>
              <a:t>Saeid</a:t>
            </a:r>
            <a:r>
              <a:rPr lang="en-US" altLang="zh-TW" b="0" i="0" dirty="0">
                <a:effectLst/>
                <a:latin typeface="-apple-system"/>
              </a:rPr>
              <a:t> </a:t>
            </a:r>
            <a:r>
              <a:rPr lang="en-US" altLang="zh-TW" b="0" i="0" dirty="0" err="1">
                <a:effectLst/>
                <a:latin typeface="-apple-system"/>
              </a:rPr>
              <a:t>Abrishami</a:t>
            </a:r>
            <a:r>
              <a:rPr lang="en-US" altLang="zh-TW" b="0" i="0" dirty="0">
                <a:effectLst/>
                <a:latin typeface="-apple-system"/>
              </a:rPr>
              <a:t>, Mahmoud </a:t>
            </a:r>
            <a:r>
              <a:rPr lang="en-US" altLang="zh-TW" b="0" i="0" dirty="0" err="1">
                <a:effectLst/>
                <a:latin typeface="-apple-system"/>
              </a:rPr>
              <a:t>Naghibzadeh</a:t>
            </a:r>
            <a:r>
              <a:rPr lang="en-US" altLang="zh-TW" b="0" i="0" dirty="0">
                <a:effectLst/>
                <a:latin typeface="-apple-system"/>
              </a:rPr>
              <a:t>, Dick H.J. </a:t>
            </a:r>
            <a:r>
              <a:rPr lang="en-US" altLang="zh-TW" b="0" i="0" dirty="0" err="1">
                <a:effectLst/>
                <a:latin typeface="-apple-system"/>
              </a:rPr>
              <a:t>Epema</a:t>
            </a:r>
            <a:endParaRPr lang="en-US" altLang="zh-TW" dirty="0">
              <a:latin typeface="-apple-system"/>
            </a:endParaRPr>
          </a:p>
          <a:p>
            <a:r>
              <a:rPr lang="en-US" altLang="zh-TW" dirty="0">
                <a:latin typeface="-apple-system"/>
              </a:rPr>
              <a:t>Future Generation Computer Systems, Vol. 29, Issue 1, pp. 158- 169, 2013</a:t>
            </a:r>
            <a:endParaRPr lang="zh-TW" altLang="en-US" dirty="0"/>
          </a:p>
        </p:txBody>
      </p:sp>
      <p:sp>
        <p:nvSpPr>
          <p:cNvPr id="4" name="文字方塊 3">
            <a:extLst>
              <a:ext uri="{FF2B5EF4-FFF2-40B4-BE49-F238E27FC236}">
                <a16:creationId xmlns:a16="http://schemas.microsoft.com/office/drawing/2014/main" id="{62C1F575-04B2-F7AC-97BC-66D2404DE757}"/>
              </a:ext>
            </a:extLst>
          </p:cNvPr>
          <p:cNvSpPr txBox="1"/>
          <p:nvPr/>
        </p:nvSpPr>
        <p:spPr>
          <a:xfrm>
            <a:off x="8976220" y="5796793"/>
            <a:ext cx="2986481" cy="923330"/>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r>
              <a:rPr lang="zh-TW" altLang="en-US"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June. 21, 2022</a:t>
            </a:r>
            <a:endParaRPr lang="zh-TW" altLang="en-US" dirty="0">
              <a:latin typeface="Times New Roman" panose="02020603050405020304" pitchFamily="18"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3301044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845653-99AB-46ED-86F4-CE867BCE98ED}"/>
              </a:ext>
            </a:extLst>
          </p:cNvPr>
          <p:cNvSpPr>
            <a:spLocks noGrp="1"/>
          </p:cNvSpPr>
          <p:nvPr>
            <p:ph type="title"/>
          </p:nvPr>
        </p:nvSpPr>
        <p:spPr>
          <a:xfrm>
            <a:off x="838200" y="329266"/>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F58A2F3-0330-4C75-8E1C-CB6ABE9D1C7C}"/>
              </a:ext>
            </a:extLst>
          </p:cNvPr>
          <p:cNvSpPr>
            <a:spLocks noGrp="1"/>
          </p:cNvSpPr>
          <p:nvPr>
            <p:ph idx="1"/>
          </p:nvPr>
        </p:nvSpPr>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The advent of Cloud computing as a new model of service provisioning in distributed systems encourages researchers to investigate its benefits and drawbacks on executing scientific applications such as workflows. One of the most challenging problems in Clouds is workflow scheduling, i.e., the problem of satisfying the QoS requirements of the user as well as minimizing the cost of workflow execution. We have previously designed and analyzed a two-phase scheduling algorithm for utility Grids, called Partial Critical Paths (PCP), which aims to minimize the cost of workflow execution while meeting a </a:t>
            </a:r>
            <a:r>
              <a:rPr lang="en-US" altLang="zh-TW" sz="2400" dirty="0" err="1">
                <a:latin typeface="Times New Roman" panose="02020603050405020304" pitchFamily="18" charset="0"/>
                <a:cs typeface="Times New Roman" panose="02020603050405020304" pitchFamily="18" charset="0"/>
              </a:rPr>
              <a:t>userdefined</a:t>
            </a:r>
            <a:r>
              <a:rPr lang="en-US" altLang="zh-TW" sz="2400" dirty="0">
                <a:latin typeface="Times New Roman" panose="02020603050405020304" pitchFamily="18" charset="0"/>
                <a:cs typeface="Times New Roman" panose="02020603050405020304" pitchFamily="18" charset="0"/>
              </a:rPr>
              <a:t> deadline. However, we believe Clouds are different from utility Grids in three ways: on-demand resource provisioning, homogeneous networks, and the pay-as-you-go pricing model.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926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ABD25F-8741-1655-8389-800973FD2D5F}"/>
              </a:ext>
            </a:extLst>
          </p:cNvPr>
          <p:cNvSpPr>
            <a:spLocks noGrp="1"/>
          </p:cNvSpPr>
          <p:nvPr>
            <p:ph type="title"/>
          </p:nvPr>
        </p:nvSpPr>
        <p:spPr/>
        <p:txBody>
          <a:bodyPr>
            <a:normAutofit/>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p>
        </p:txBody>
      </p:sp>
      <p:sp>
        <p:nvSpPr>
          <p:cNvPr id="3" name="內容版面配置區 2">
            <a:extLst>
              <a:ext uri="{FF2B5EF4-FFF2-40B4-BE49-F238E27FC236}">
                <a16:creationId xmlns:a16="http://schemas.microsoft.com/office/drawing/2014/main" id="{33392083-AFF3-96D0-13C6-1E0EB6076F17}"/>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In this paper, we adapt the PCP algorithm for the Cloud environment and propose two workflow scheduling algorithms: a one-phase algorithm which is called IaaS Cloud Partial Critical Paths (IC-PCP), and a two-phase algorithm which is called IaaS Cloud Partial Critical Paths with Deadline Distribution (IC-PCPD2). Both algorithms have a polynomial time complexity which make them suitable options for scheduling large workflows. The simulation results show that both algorithms have a promising performance, with IC-PCP performing better than IC-PCPD2 in most cases.</a:t>
            </a:r>
            <a:endParaRPr lang="zh-TW" altLang="en-US" sz="2400" dirty="0"/>
          </a:p>
        </p:txBody>
      </p:sp>
    </p:spTree>
    <p:extLst>
      <p:ext uri="{BB962C8B-B14F-4D97-AF65-F5344CB8AC3E}">
        <p14:creationId xmlns:p14="http://schemas.microsoft.com/office/powerpoint/2010/main" val="1188213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F7A5F1-D8C6-D1F5-50AA-54D948D68626}"/>
              </a:ext>
            </a:extLst>
          </p:cNvPr>
          <p:cNvSpPr>
            <a:spLocks noGrp="1"/>
          </p:cNvSpPr>
          <p:nvPr>
            <p:ph type="title"/>
          </p:nvPr>
        </p:nvSpPr>
        <p:spPr/>
        <p:txBody>
          <a:bodyPr/>
          <a:lstStyle/>
          <a:p>
            <a:r>
              <a:rPr lang="en-US" altLang="zh-TW" dirty="0"/>
              <a:t>IC-PCP</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990AC0E-4483-B58A-1B5C-DD8F87716A45}"/>
                  </a:ext>
                </a:extLst>
              </p:cNvPr>
              <p:cNvSpPr>
                <a:spLocks noGrp="1"/>
              </p:cNvSpPr>
              <p:nvPr>
                <p:ph idx="1"/>
              </p:nvPr>
            </p:nvSpPr>
            <p:spPr/>
            <p:txBody>
              <a:bodyPr/>
              <a:lstStyle/>
              <a:p>
                <a:r>
                  <a:rPr lang="en-US" altLang="zh-TW" dirty="0"/>
                  <a:t>EST</a:t>
                </a:r>
              </a:p>
              <a:p>
                <a:r>
                  <a:rPr lang="en-US" altLang="zh-TW" dirty="0"/>
                  <a:t>EFT</a:t>
                </a:r>
              </a:p>
              <a:p>
                <a:r>
                  <a:rPr lang="en-US" altLang="zh-TW" dirty="0"/>
                  <a:t>LFT</a:t>
                </a:r>
              </a:p>
              <a:p>
                <a:endParaRPr lang="en-US" altLang="zh-TW" dirty="0"/>
              </a:p>
              <a:p>
                <a:r>
                  <a:rPr lang="en-US" altLang="zh-TW" dirty="0"/>
                  <a:t>Critical parent</a:t>
                </a:r>
              </a:p>
              <a:p>
                <a:pPr marL="457200" lvl="1" indent="0">
                  <a:buNone/>
                </a:pPr>
                <a:r>
                  <a:rPr lang="en-US" altLang="zh-TW" dirty="0"/>
                  <a:t>Max(EFT(</a:t>
                </a:r>
                <a14:m>
                  <m:oMath xmlns:m="http://schemas.openxmlformats.org/officeDocument/2006/math">
                    <m:sSub>
                      <m:sSubPr>
                        <m:ctrlPr>
                          <a:rPr lang="en-US" altLang="zh-TW" i="1" smtClean="0">
                            <a:solidFill>
                              <a:srgbClr val="836967"/>
                            </a:solidFill>
                            <a:latin typeface="Cambria Math" panose="02040503050406030204" pitchFamily="18" charset="0"/>
                          </a:rPr>
                        </m:ctrlPr>
                      </m:sSubPr>
                      <m:e>
                        <m:r>
                          <a:rPr lang="en-US" altLang="zh-TW" i="1" smtClean="0">
                            <a:latin typeface="Cambria Math" panose="02040503050406030204" pitchFamily="18" charset="0"/>
                          </a:rPr>
                          <m:t>𝑡</m:t>
                        </m:r>
                      </m:e>
                      <m:sub>
                        <m:r>
                          <a:rPr lang="en-US" altLang="zh-TW" i="1" smtClean="0">
                            <a:latin typeface="Cambria Math" panose="02040503050406030204" pitchFamily="18" charset="0"/>
                          </a:rPr>
                          <m:t>𝑃</m:t>
                        </m:r>
                      </m:sub>
                    </m:sSub>
                  </m:oMath>
                </a14:m>
                <a:r>
                  <a:rPr lang="en-US" altLang="zh-TW" dirty="0"/>
                  <a:t>)+TT(</a:t>
                </a:r>
                <a14:m>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𝑒</m:t>
                        </m:r>
                      </m:e>
                      <m:sub>
                        <m:r>
                          <a:rPr lang="en-US" altLang="zh-TW" i="1" smtClean="0">
                            <a:solidFill>
                              <a:schemeClr val="tx1"/>
                            </a:solidFill>
                            <a:latin typeface="Cambria Math" panose="02040503050406030204" pitchFamily="18" charset="0"/>
                          </a:rPr>
                          <m:t>𝑃</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𝑖</m:t>
                        </m:r>
                      </m:sub>
                    </m:sSub>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4990AC0E-4483-B58A-1B5C-DD8F87716A4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00050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C2773E-6465-1516-FDDE-FAF7992C2F85}"/>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D897C499-C430-21CB-604E-4696E6257283}"/>
              </a:ext>
            </a:extLst>
          </p:cNvPr>
          <p:cNvPicPr>
            <a:picLocks noGrp="1" noChangeAspect="1"/>
          </p:cNvPicPr>
          <p:nvPr>
            <p:ph idx="1"/>
          </p:nvPr>
        </p:nvPicPr>
        <p:blipFill>
          <a:blip r:embed="rId2"/>
          <a:stretch>
            <a:fillRect/>
          </a:stretch>
        </p:blipFill>
        <p:spPr>
          <a:xfrm>
            <a:off x="325958" y="161857"/>
            <a:ext cx="6038461" cy="2583383"/>
          </a:xfrm>
        </p:spPr>
      </p:pic>
      <p:pic>
        <p:nvPicPr>
          <p:cNvPr id="7" name="圖片 6">
            <a:extLst>
              <a:ext uri="{FF2B5EF4-FFF2-40B4-BE49-F238E27FC236}">
                <a16:creationId xmlns:a16="http://schemas.microsoft.com/office/drawing/2014/main" id="{3CDFB8EE-32DA-4F7E-7076-61837A671D6B}"/>
              </a:ext>
            </a:extLst>
          </p:cNvPr>
          <p:cNvPicPr>
            <a:picLocks noChangeAspect="1"/>
          </p:cNvPicPr>
          <p:nvPr/>
        </p:nvPicPr>
        <p:blipFill>
          <a:blip r:embed="rId3"/>
          <a:stretch>
            <a:fillRect/>
          </a:stretch>
        </p:blipFill>
        <p:spPr>
          <a:xfrm>
            <a:off x="666360" y="2875986"/>
            <a:ext cx="10515600" cy="4038208"/>
          </a:xfrm>
          <a:prstGeom prst="rect">
            <a:avLst/>
          </a:prstGeom>
        </p:spPr>
      </p:pic>
      <p:pic>
        <p:nvPicPr>
          <p:cNvPr id="10" name="圖片 9">
            <a:extLst>
              <a:ext uri="{FF2B5EF4-FFF2-40B4-BE49-F238E27FC236}">
                <a16:creationId xmlns:a16="http://schemas.microsoft.com/office/drawing/2014/main" id="{D7088C9B-585A-F561-0C7B-16747B8EA5DC}"/>
              </a:ext>
            </a:extLst>
          </p:cNvPr>
          <p:cNvPicPr>
            <a:picLocks noChangeAspect="1"/>
          </p:cNvPicPr>
          <p:nvPr/>
        </p:nvPicPr>
        <p:blipFill>
          <a:blip r:embed="rId4"/>
          <a:stretch>
            <a:fillRect/>
          </a:stretch>
        </p:blipFill>
        <p:spPr>
          <a:xfrm>
            <a:off x="6236674" y="243104"/>
            <a:ext cx="5955326" cy="1447584"/>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筆跡 10">
                <a:extLst>
                  <a:ext uri="{FF2B5EF4-FFF2-40B4-BE49-F238E27FC236}">
                    <a16:creationId xmlns:a16="http://schemas.microsoft.com/office/drawing/2014/main" id="{8058D348-0615-A184-D065-A759E0AECE70}"/>
                  </a:ext>
                </a:extLst>
              </p14:cNvPr>
              <p14:cNvContentPartPr/>
              <p14:nvPr/>
            </p14:nvContentPartPr>
            <p14:xfrm>
              <a:off x="1771560" y="723960"/>
              <a:ext cx="3423240" cy="2032200"/>
            </p14:xfrm>
          </p:contentPart>
        </mc:Choice>
        <mc:Fallback xmlns="">
          <p:pic>
            <p:nvPicPr>
              <p:cNvPr id="11" name="筆跡 10">
                <a:extLst>
                  <a:ext uri="{FF2B5EF4-FFF2-40B4-BE49-F238E27FC236}">
                    <a16:creationId xmlns:a16="http://schemas.microsoft.com/office/drawing/2014/main" id="{8058D348-0615-A184-D065-A759E0AECE70}"/>
                  </a:ext>
                </a:extLst>
              </p:cNvPr>
              <p:cNvPicPr/>
              <p:nvPr/>
            </p:nvPicPr>
            <p:blipFill>
              <a:blip r:embed="rId6"/>
              <a:stretch>
                <a:fillRect/>
              </a:stretch>
            </p:blipFill>
            <p:spPr>
              <a:xfrm>
                <a:off x="1762200" y="714600"/>
                <a:ext cx="3441960" cy="2050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筆跡 2">
                <a:extLst>
                  <a:ext uri="{FF2B5EF4-FFF2-40B4-BE49-F238E27FC236}">
                    <a16:creationId xmlns:a16="http://schemas.microsoft.com/office/drawing/2014/main" id="{8D8F5E94-35A7-4C43-BEC4-19CD6A02CB94}"/>
                  </a:ext>
                </a:extLst>
              </p14:cNvPr>
              <p14:cNvContentPartPr/>
              <p14:nvPr/>
            </p14:nvContentPartPr>
            <p14:xfrm>
              <a:off x="4235400" y="3333600"/>
              <a:ext cx="76680" cy="6840"/>
            </p14:xfrm>
          </p:contentPart>
        </mc:Choice>
        <mc:Fallback>
          <p:pic>
            <p:nvPicPr>
              <p:cNvPr id="3" name="筆跡 2">
                <a:extLst>
                  <a:ext uri="{FF2B5EF4-FFF2-40B4-BE49-F238E27FC236}">
                    <a16:creationId xmlns:a16="http://schemas.microsoft.com/office/drawing/2014/main" id="{8D8F5E94-35A7-4C43-BEC4-19CD6A02CB94}"/>
                  </a:ext>
                </a:extLst>
              </p:cNvPr>
              <p:cNvPicPr/>
              <p:nvPr/>
            </p:nvPicPr>
            <p:blipFill>
              <a:blip r:embed="rId8"/>
              <a:stretch>
                <a:fillRect/>
              </a:stretch>
            </p:blipFill>
            <p:spPr>
              <a:xfrm>
                <a:off x="4219560" y="3270240"/>
                <a:ext cx="1080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筆跡 3">
                <a:extLst>
                  <a:ext uri="{FF2B5EF4-FFF2-40B4-BE49-F238E27FC236}">
                    <a16:creationId xmlns:a16="http://schemas.microsoft.com/office/drawing/2014/main" id="{646AB9AB-0485-89E6-3E7A-D6CAD7025C55}"/>
                  </a:ext>
                </a:extLst>
              </p14:cNvPr>
              <p14:cNvContentPartPr/>
              <p14:nvPr/>
            </p14:nvContentPartPr>
            <p14:xfrm>
              <a:off x="10947240" y="3645000"/>
              <a:ext cx="70200" cy="12960"/>
            </p14:xfrm>
          </p:contentPart>
        </mc:Choice>
        <mc:Fallback>
          <p:pic>
            <p:nvPicPr>
              <p:cNvPr id="4" name="筆跡 3">
                <a:extLst>
                  <a:ext uri="{FF2B5EF4-FFF2-40B4-BE49-F238E27FC236}">
                    <a16:creationId xmlns:a16="http://schemas.microsoft.com/office/drawing/2014/main" id="{646AB9AB-0485-89E6-3E7A-D6CAD7025C55}"/>
                  </a:ext>
                </a:extLst>
              </p:cNvPr>
              <p:cNvPicPr/>
              <p:nvPr/>
            </p:nvPicPr>
            <p:blipFill>
              <a:blip r:embed="rId10"/>
              <a:stretch>
                <a:fillRect/>
              </a:stretch>
            </p:blipFill>
            <p:spPr>
              <a:xfrm>
                <a:off x="10931400" y="3581640"/>
                <a:ext cx="10152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筆跡 5">
                <a:extLst>
                  <a:ext uri="{FF2B5EF4-FFF2-40B4-BE49-F238E27FC236}">
                    <a16:creationId xmlns:a16="http://schemas.microsoft.com/office/drawing/2014/main" id="{59CA7A98-1162-B469-FDF6-DED16968096D}"/>
                  </a:ext>
                </a:extLst>
              </p14:cNvPr>
              <p14:cNvContentPartPr/>
              <p14:nvPr/>
            </p14:nvContentPartPr>
            <p14:xfrm>
              <a:off x="6127920" y="1911240"/>
              <a:ext cx="216000" cy="457560"/>
            </p14:xfrm>
          </p:contentPart>
        </mc:Choice>
        <mc:Fallback>
          <p:pic>
            <p:nvPicPr>
              <p:cNvPr id="6" name="筆跡 5">
                <a:extLst>
                  <a:ext uri="{FF2B5EF4-FFF2-40B4-BE49-F238E27FC236}">
                    <a16:creationId xmlns:a16="http://schemas.microsoft.com/office/drawing/2014/main" id="{59CA7A98-1162-B469-FDF6-DED16968096D}"/>
                  </a:ext>
                </a:extLst>
              </p:cNvPr>
              <p:cNvPicPr/>
              <p:nvPr/>
            </p:nvPicPr>
            <p:blipFill>
              <a:blip r:embed="rId12"/>
              <a:stretch>
                <a:fillRect/>
              </a:stretch>
            </p:blipFill>
            <p:spPr>
              <a:xfrm>
                <a:off x="6112080" y="1847880"/>
                <a:ext cx="247320" cy="584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筆跡 7">
                <a:extLst>
                  <a:ext uri="{FF2B5EF4-FFF2-40B4-BE49-F238E27FC236}">
                    <a16:creationId xmlns:a16="http://schemas.microsoft.com/office/drawing/2014/main" id="{1B472085-F493-7266-0572-99D1426349BC}"/>
                  </a:ext>
                </a:extLst>
              </p14:cNvPr>
              <p14:cNvContentPartPr/>
              <p14:nvPr/>
            </p14:nvContentPartPr>
            <p14:xfrm>
              <a:off x="6381720" y="2209680"/>
              <a:ext cx="159120" cy="190800"/>
            </p14:xfrm>
          </p:contentPart>
        </mc:Choice>
        <mc:Fallback>
          <p:pic>
            <p:nvPicPr>
              <p:cNvPr id="8" name="筆跡 7">
                <a:extLst>
                  <a:ext uri="{FF2B5EF4-FFF2-40B4-BE49-F238E27FC236}">
                    <a16:creationId xmlns:a16="http://schemas.microsoft.com/office/drawing/2014/main" id="{1B472085-F493-7266-0572-99D1426349BC}"/>
                  </a:ext>
                </a:extLst>
              </p:cNvPr>
              <p:cNvPicPr/>
              <p:nvPr/>
            </p:nvPicPr>
            <p:blipFill>
              <a:blip r:embed="rId14"/>
              <a:stretch>
                <a:fillRect/>
              </a:stretch>
            </p:blipFill>
            <p:spPr>
              <a:xfrm>
                <a:off x="6365880" y="2146320"/>
                <a:ext cx="19044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筆跡 8">
                <a:extLst>
                  <a:ext uri="{FF2B5EF4-FFF2-40B4-BE49-F238E27FC236}">
                    <a16:creationId xmlns:a16="http://schemas.microsoft.com/office/drawing/2014/main" id="{9D34D7B6-99E8-07E8-C572-A336C11A23D3}"/>
                  </a:ext>
                </a:extLst>
              </p14:cNvPr>
              <p14:cNvContentPartPr/>
              <p14:nvPr/>
            </p14:nvContentPartPr>
            <p14:xfrm>
              <a:off x="6610320" y="2298600"/>
              <a:ext cx="178200" cy="140040"/>
            </p14:xfrm>
          </p:contentPart>
        </mc:Choice>
        <mc:Fallback>
          <p:pic>
            <p:nvPicPr>
              <p:cNvPr id="9" name="筆跡 8">
                <a:extLst>
                  <a:ext uri="{FF2B5EF4-FFF2-40B4-BE49-F238E27FC236}">
                    <a16:creationId xmlns:a16="http://schemas.microsoft.com/office/drawing/2014/main" id="{9D34D7B6-99E8-07E8-C572-A336C11A23D3}"/>
                  </a:ext>
                </a:extLst>
              </p:cNvPr>
              <p:cNvPicPr/>
              <p:nvPr/>
            </p:nvPicPr>
            <p:blipFill>
              <a:blip r:embed="rId16"/>
              <a:stretch>
                <a:fillRect/>
              </a:stretch>
            </p:blipFill>
            <p:spPr>
              <a:xfrm>
                <a:off x="6594480" y="2235240"/>
                <a:ext cx="20952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筆跡 11">
                <a:extLst>
                  <a:ext uri="{FF2B5EF4-FFF2-40B4-BE49-F238E27FC236}">
                    <a16:creationId xmlns:a16="http://schemas.microsoft.com/office/drawing/2014/main" id="{56417C7C-2C60-72A9-89D4-C86CD534DA19}"/>
                  </a:ext>
                </a:extLst>
              </p14:cNvPr>
              <p14:cNvContentPartPr/>
              <p14:nvPr/>
            </p14:nvContentPartPr>
            <p14:xfrm>
              <a:off x="6915240" y="2038320"/>
              <a:ext cx="184320" cy="470160"/>
            </p14:xfrm>
          </p:contentPart>
        </mc:Choice>
        <mc:Fallback>
          <p:pic>
            <p:nvPicPr>
              <p:cNvPr id="12" name="筆跡 11">
                <a:extLst>
                  <a:ext uri="{FF2B5EF4-FFF2-40B4-BE49-F238E27FC236}">
                    <a16:creationId xmlns:a16="http://schemas.microsoft.com/office/drawing/2014/main" id="{56417C7C-2C60-72A9-89D4-C86CD534DA19}"/>
                  </a:ext>
                </a:extLst>
              </p:cNvPr>
              <p:cNvPicPr/>
              <p:nvPr/>
            </p:nvPicPr>
            <p:blipFill>
              <a:blip r:embed="rId18"/>
              <a:stretch>
                <a:fillRect/>
              </a:stretch>
            </p:blipFill>
            <p:spPr>
              <a:xfrm>
                <a:off x="6899400" y="1974960"/>
                <a:ext cx="215640" cy="596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筆跡 12">
                <a:extLst>
                  <a:ext uri="{FF2B5EF4-FFF2-40B4-BE49-F238E27FC236}">
                    <a16:creationId xmlns:a16="http://schemas.microsoft.com/office/drawing/2014/main" id="{701A2C4C-BDE5-A922-3E32-A950265645CD}"/>
                  </a:ext>
                </a:extLst>
              </p14:cNvPr>
              <p14:cNvContentPartPr/>
              <p14:nvPr/>
            </p14:nvContentPartPr>
            <p14:xfrm>
              <a:off x="7219800" y="2343240"/>
              <a:ext cx="13320" cy="209880"/>
            </p14:xfrm>
          </p:contentPart>
        </mc:Choice>
        <mc:Fallback>
          <p:pic>
            <p:nvPicPr>
              <p:cNvPr id="13" name="筆跡 12">
                <a:extLst>
                  <a:ext uri="{FF2B5EF4-FFF2-40B4-BE49-F238E27FC236}">
                    <a16:creationId xmlns:a16="http://schemas.microsoft.com/office/drawing/2014/main" id="{701A2C4C-BDE5-A922-3E32-A950265645CD}"/>
                  </a:ext>
                </a:extLst>
              </p:cNvPr>
              <p:cNvPicPr/>
              <p:nvPr/>
            </p:nvPicPr>
            <p:blipFill>
              <a:blip r:embed="rId20"/>
              <a:stretch>
                <a:fillRect/>
              </a:stretch>
            </p:blipFill>
            <p:spPr>
              <a:xfrm>
                <a:off x="7203960" y="2279880"/>
                <a:ext cx="446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筆跡 13">
                <a:extLst>
                  <a:ext uri="{FF2B5EF4-FFF2-40B4-BE49-F238E27FC236}">
                    <a16:creationId xmlns:a16="http://schemas.microsoft.com/office/drawing/2014/main" id="{BDBC9EDB-4716-8B32-DE83-67533FA46BFE}"/>
                  </a:ext>
                </a:extLst>
              </p14:cNvPr>
              <p14:cNvContentPartPr/>
              <p14:nvPr/>
            </p14:nvContentPartPr>
            <p14:xfrm>
              <a:off x="7238880" y="2076480"/>
              <a:ext cx="38520" cy="159120"/>
            </p14:xfrm>
          </p:contentPart>
        </mc:Choice>
        <mc:Fallback>
          <p:pic>
            <p:nvPicPr>
              <p:cNvPr id="14" name="筆跡 13">
                <a:extLst>
                  <a:ext uri="{FF2B5EF4-FFF2-40B4-BE49-F238E27FC236}">
                    <a16:creationId xmlns:a16="http://schemas.microsoft.com/office/drawing/2014/main" id="{BDBC9EDB-4716-8B32-DE83-67533FA46BFE}"/>
                  </a:ext>
                </a:extLst>
              </p:cNvPr>
              <p:cNvPicPr/>
              <p:nvPr/>
            </p:nvPicPr>
            <p:blipFill>
              <a:blip r:embed="rId22"/>
              <a:stretch>
                <a:fillRect/>
              </a:stretch>
            </p:blipFill>
            <p:spPr>
              <a:xfrm>
                <a:off x="7223040" y="2013120"/>
                <a:ext cx="6984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筆跡 14">
                <a:extLst>
                  <a:ext uri="{FF2B5EF4-FFF2-40B4-BE49-F238E27FC236}">
                    <a16:creationId xmlns:a16="http://schemas.microsoft.com/office/drawing/2014/main" id="{39669CF7-C606-FE90-F78C-9C8564497BBE}"/>
                  </a:ext>
                </a:extLst>
              </p14:cNvPr>
              <p14:cNvContentPartPr/>
              <p14:nvPr/>
            </p14:nvContentPartPr>
            <p14:xfrm>
              <a:off x="7340760" y="2292480"/>
              <a:ext cx="247680" cy="216000"/>
            </p14:xfrm>
          </p:contentPart>
        </mc:Choice>
        <mc:Fallback>
          <p:pic>
            <p:nvPicPr>
              <p:cNvPr id="15" name="筆跡 14">
                <a:extLst>
                  <a:ext uri="{FF2B5EF4-FFF2-40B4-BE49-F238E27FC236}">
                    <a16:creationId xmlns:a16="http://schemas.microsoft.com/office/drawing/2014/main" id="{39669CF7-C606-FE90-F78C-9C8564497BBE}"/>
                  </a:ext>
                </a:extLst>
              </p:cNvPr>
              <p:cNvPicPr/>
              <p:nvPr/>
            </p:nvPicPr>
            <p:blipFill>
              <a:blip r:embed="rId24"/>
              <a:stretch>
                <a:fillRect/>
              </a:stretch>
            </p:blipFill>
            <p:spPr>
              <a:xfrm>
                <a:off x="7324920" y="2229120"/>
                <a:ext cx="27900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筆跡 15">
                <a:extLst>
                  <a:ext uri="{FF2B5EF4-FFF2-40B4-BE49-F238E27FC236}">
                    <a16:creationId xmlns:a16="http://schemas.microsoft.com/office/drawing/2014/main" id="{9E2C53ED-5F8B-5E31-FD80-3646B5272426}"/>
                  </a:ext>
                </a:extLst>
              </p14:cNvPr>
              <p14:cNvContentPartPr/>
              <p14:nvPr/>
            </p14:nvContentPartPr>
            <p14:xfrm>
              <a:off x="7626240" y="2228760"/>
              <a:ext cx="362520" cy="349560"/>
            </p14:xfrm>
          </p:contentPart>
        </mc:Choice>
        <mc:Fallback>
          <p:pic>
            <p:nvPicPr>
              <p:cNvPr id="16" name="筆跡 15">
                <a:extLst>
                  <a:ext uri="{FF2B5EF4-FFF2-40B4-BE49-F238E27FC236}">
                    <a16:creationId xmlns:a16="http://schemas.microsoft.com/office/drawing/2014/main" id="{9E2C53ED-5F8B-5E31-FD80-3646B5272426}"/>
                  </a:ext>
                </a:extLst>
              </p:cNvPr>
              <p:cNvPicPr/>
              <p:nvPr/>
            </p:nvPicPr>
            <p:blipFill>
              <a:blip r:embed="rId26"/>
              <a:stretch>
                <a:fillRect/>
              </a:stretch>
            </p:blipFill>
            <p:spPr>
              <a:xfrm>
                <a:off x="7610400" y="2165400"/>
                <a:ext cx="39384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筆跡 16">
                <a:extLst>
                  <a:ext uri="{FF2B5EF4-FFF2-40B4-BE49-F238E27FC236}">
                    <a16:creationId xmlns:a16="http://schemas.microsoft.com/office/drawing/2014/main" id="{6925FF29-0376-3CD6-AC58-1B3F8522EC43}"/>
                  </a:ext>
                </a:extLst>
              </p14:cNvPr>
              <p14:cNvContentPartPr/>
              <p14:nvPr/>
            </p14:nvContentPartPr>
            <p14:xfrm>
              <a:off x="8210520" y="2336760"/>
              <a:ext cx="159120" cy="12960"/>
            </p14:xfrm>
          </p:contentPart>
        </mc:Choice>
        <mc:Fallback>
          <p:pic>
            <p:nvPicPr>
              <p:cNvPr id="17" name="筆跡 16">
                <a:extLst>
                  <a:ext uri="{FF2B5EF4-FFF2-40B4-BE49-F238E27FC236}">
                    <a16:creationId xmlns:a16="http://schemas.microsoft.com/office/drawing/2014/main" id="{6925FF29-0376-3CD6-AC58-1B3F8522EC43}"/>
                  </a:ext>
                </a:extLst>
              </p:cNvPr>
              <p:cNvPicPr/>
              <p:nvPr/>
            </p:nvPicPr>
            <p:blipFill>
              <a:blip r:embed="rId28"/>
              <a:stretch>
                <a:fillRect/>
              </a:stretch>
            </p:blipFill>
            <p:spPr>
              <a:xfrm>
                <a:off x="8194680" y="2273400"/>
                <a:ext cx="1904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筆跡 17">
                <a:extLst>
                  <a:ext uri="{FF2B5EF4-FFF2-40B4-BE49-F238E27FC236}">
                    <a16:creationId xmlns:a16="http://schemas.microsoft.com/office/drawing/2014/main" id="{A8C5120D-F66A-2C14-7D9D-E5B2AFEFA999}"/>
                  </a:ext>
                </a:extLst>
              </p14:cNvPr>
              <p14:cNvContentPartPr/>
              <p14:nvPr/>
            </p14:nvContentPartPr>
            <p14:xfrm>
              <a:off x="8172360" y="2457360"/>
              <a:ext cx="228960" cy="45000"/>
            </p14:xfrm>
          </p:contentPart>
        </mc:Choice>
        <mc:Fallback>
          <p:pic>
            <p:nvPicPr>
              <p:cNvPr id="18" name="筆跡 17">
                <a:extLst>
                  <a:ext uri="{FF2B5EF4-FFF2-40B4-BE49-F238E27FC236}">
                    <a16:creationId xmlns:a16="http://schemas.microsoft.com/office/drawing/2014/main" id="{A8C5120D-F66A-2C14-7D9D-E5B2AFEFA999}"/>
                  </a:ext>
                </a:extLst>
              </p:cNvPr>
              <p:cNvPicPr/>
              <p:nvPr/>
            </p:nvPicPr>
            <p:blipFill>
              <a:blip r:embed="rId30"/>
              <a:stretch>
                <a:fillRect/>
              </a:stretch>
            </p:blipFill>
            <p:spPr>
              <a:xfrm>
                <a:off x="8156520" y="2394000"/>
                <a:ext cx="2602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筆跡 18">
                <a:extLst>
                  <a:ext uri="{FF2B5EF4-FFF2-40B4-BE49-F238E27FC236}">
                    <a16:creationId xmlns:a16="http://schemas.microsoft.com/office/drawing/2014/main" id="{29899553-9830-4E7E-4702-F68570628443}"/>
                  </a:ext>
                </a:extLst>
              </p14:cNvPr>
              <p14:cNvContentPartPr/>
              <p14:nvPr/>
            </p14:nvContentPartPr>
            <p14:xfrm>
              <a:off x="8502480" y="2120760"/>
              <a:ext cx="413280" cy="521280"/>
            </p14:xfrm>
          </p:contentPart>
        </mc:Choice>
        <mc:Fallback>
          <p:pic>
            <p:nvPicPr>
              <p:cNvPr id="19" name="筆跡 18">
                <a:extLst>
                  <a:ext uri="{FF2B5EF4-FFF2-40B4-BE49-F238E27FC236}">
                    <a16:creationId xmlns:a16="http://schemas.microsoft.com/office/drawing/2014/main" id="{29899553-9830-4E7E-4702-F68570628443}"/>
                  </a:ext>
                </a:extLst>
              </p:cNvPr>
              <p:cNvPicPr/>
              <p:nvPr/>
            </p:nvPicPr>
            <p:blipFill>
              <a:blip r:embed="rId32"/>
              <a:stretch>
                <a:fillRect/>
              </a:stretch>
            </p:blipFill>
            <p:spPr>
              <a:xfrm>
                <a:off x="8486640" y="2057400"/>
                <a:ext cx="444600" cy="648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筆跡 19">
                <a:extLst>
                  <a:ext uri="{FF2B5EF4-FFF2-40B4-BE49-F238E27FC236}">
                    <a16:creationId xmlns:a16="http://schemas.microsoft.com/office/drawing/2014/main" id="{12306E4F-BE23-4EEC-DC0C-E60E7AD2AF4C}"/>
                  </a:ext>
                </a:extLst>
              </p14:cNvPr>
              <p14:cNvContentPartPr/>
              <p14:nvPr/>
            </p14:nvContentPartPr>
            <p14:xfrm>
              <a:off x="9074160" y="2120760"/>
              <a:ext cx="406800" cy="425880"/>
            </p14:xfrm>
          </p:contentPart>
        </mc:Choice>
        <mc:Fallback>
          <p:pic>
            <p:nvPicPr>
              <p:cNvPr id="20" name="筆跡 19">
                <a:extLst>
                  <a:ext uri="{FF2B5EF4-FFF2-40B4-BE49-F238E27FC236}">
                    <a16:creationId xmlns:a16="http://schemas.microsoft.com/office/drawing/2014/main" id="{12306E4F-BE23-4EEC-DC0C-E60E7AD2AF4C}"/>
                  </a:ext>
                </a:extLst>
              </p:cNvPr>
              <p:cNvPicPr/>
              <p:nvPr/>
            </p:nvPicPr>
            <p:blipFill>
              <a:blip r:embed="rId34"/>
              <a:stretch>
                <a:fillRect/>
              </a:stretch>
            </p:blipFill>
            <p:spPr>
              <a:xfrm>
                <a:off x="9058320" y="2057400"/>
                <a:ext cx="438120" cy="5526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筆跡 20">
                <a:extLst>
                  <a:ext uri="{FF2B5EF4-FFF2-40B4-BE49-F238E27FC236}">
                    <a16:creationId xmlns:a16="http://schemas.microsoft.com/office/drawing/2014/main" id="{8F2C139F-6EB8-E7F5-5720-28C0A2D66073}"/>
                  </a:ext>
                </a:extLst>
              </p14:cNvPr>
              <p14:cNvContentPartPr/>
              <p14:nvPr/>
            </p14:nvContentPartPr>
            <p14:xfrm>
              <a:off x="7778880" y="1130400"/>
              <a:ext cx="32040" cy="6480"/>
            </p14:xfrm>
          </p:contentPart>
        </mc:Choice>
        <mc:Fallback>
          <p:pic>
            <p:nvPicPr>
              <p:cNvPr id="21" name="筆跡 20">
                <a:extLst>
                  <a:ext uri="{FF2B5EF4-FFF2-40B4-BE49-F238E27FC236}">
                    <a16:creationId xmlns:a16="http://schemas.microsoft.com/office/drawing/2014/main" id="{8F2C139F-6EB8-E7F5-5720-28C0A2D66073}"/>
                  </a:ext>
                </a:extLst>
              </p:cNvPr>
              <p:cNvPicPr/>
              <p:nvPr/>
            </p:nvPicPr>
            <p:blipFill>
              <a:blip r:embed="rId36"/>
              <a:stretch>
                <a:fillRect/>
              </a:stretch>
            </p:blipFill>
            <p:spPr>
              <a:xfrm>
                <a:off x="7763040" y="1067040"/>
                <a:ext cx="633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筆跡 21">
                <a:extLst>
                  <a:ext uri="{FF2B5EF4-FFF2-40B4-BE49-F238E27FC236}">
                    <a16:creationId xmlns:a16="http://schemas.microsoft.com/office/drawing/2014/main" id="{E43ED41D-22CF-63B1-BF41-F64DC8DF6CA4}"/>
                  </a:ext>
                </a:extLst>
              </p14:cNvPr>
              <p14:cNvContentPartPr/>
              <p14:nvPr/>
            </p14:nvContentPartPr>
            <p14:xfrm>
              <a:off x="10236240" y="1123920"/>
              <a:ext cx="360" cy="360"/>
            </p14:xfrm>
          </p:contentPart>
        </mc:Choice>
        <mc:Fallback>
          <p:pic>
            <p:nvPicPr>
              <p:cNvPr id="22" name="筆跡 21">
                <a:extLst>
                  <a:ext uri="{FF2B5EF4-FFF2-40B4-BE49-F238E27FC236}">
                    <a16:creationId xmlns:a16="http://schemas.microsoft.com/office/drawing/2014/main" id="{E43ED41D-22CF-63B1-BF41-F64DC8DF6CA4}"/>
                  </a:ext>
                </a:extLst>
              </p:cNvPr>
              <p:cNvPicPr/>
              <p:nvPr/>
            </p:nvPicPr>
            <p:blipFill>
              <a:blip r:embed="rId38"/>
              <a:stretch>
                <a:fillRect/>
              </a:stretch>
            </p:blipFill>
            <p:spPr>
              <a:xfrm>
                <a:off x="10220400" y="1060560"/>
                <a:ext cx="316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筆跡 22">
                <a:extLst>
                  <a:ext uri="{FF2B5EF4-FFF2-40B4-BE49-F238E27FC236}">
                    <a16:creationId xmlns:a16="http://schemas.microsoft.com/office/drawing/2014/main" id="{107A285F-92E4-6D2C-FB20-556589BA7DEE}"/>
                  </a:ext>
                </a:extLst>
              </p14:cNvPr>
              <p14:cNvContentPartPr/>
              <p14:nvPr/>
            </p14:nvContentPartPr>
            <p14:xfrm>
              <a:off x="12065040" y="1168560"/>
              <a:ext cx="360" cy="360"/>
            </p14:xfrm>
          </p:contentPart>
        </mc:Choice>
        <mc:Fallback>
          <p:pic>
            <p:nvPicPr>
              <p:cNvPr id="23" name="筆跡 22">
                <a:extLst>
                  <a:ext uri="{FF2B5EF4-FFF2-40B4-BE49-F238E27FC236}">
                    <a16:creationId xmlns:a16="http://schemas.microsoft.com/office/drawing/2014/main" id="{107A285F-92E4-6D2C-FB20-556589BA7DEE}"/>
                  </a:ext>
                </a:extLst>
              </p:cNvPr>
              <p:cNvPicPr/>
              <p:nvPr/>
            </p:nvPicPr>
            <p:blipFill>
              <a:blip r:embed="rId38"/>
              <a:stretch>
                <a:fillRect/>
              </a:stretch>
            </p:blipFill>
            <p:spPr>
              <a:xfrm>
                <a:off x="12049200" y="1105200"/>
                <a:ext cx="316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筆跡 23">
                <a:extLst>
                  <a:ext uri="{FF2B5EF4-FFF2-40B4-BE49-F238E27FC236}">
                    <a16:creationId xmlns:a16="http://schemas.microsoft.com/office/drawing/2014/main" id="{110AF951-5DF6-9995-00B1-8C9A431BAB87}"/>
                  </a:ext>
                </a:extLst>
              </p14:cNvPr>
              <p14:cNvContentPartPr/>
              <p14:nvPr/>
            </p14:nvContentPartPr>
            <p14:xfrm>
              <a:off x="7550280" y="0"/>
              <a:ext cx="298800" cy="184680"/>
            </p14:xfrm>
          </p:contentPart>
        </mc:Choice>
        <mc:Fallback>
          <p:pic>
            <p:nvPicPr>
              <p:cNvPr id="24" name="筆跡 23">
                <a:extLst>
                  <a:ext uri="{FF2B5EF4-FFF2-40B4-BE49-F238E27FC236}">
                    <a16:creationId xmlns:a16="http://schemas.microsoft.com/office/drawing/2014/main" id="{110AF951-5DF6-9995-00B1-8C9A431BAB87}"/>
                  </a:ext>
                </a:extLst>
              </p:cNvPr>
              <p:cNvPicPr/>
              <p:nvPr/>
            </p:nvPicPr>
            <p:blipFill>
              <a:blip r:embed="rId41"/>
              <a:stretch>
                <a:fillRect/>
              </a:stretch>
            </p:blipFill>
            <p:spPr>
              <a:xfrm>
                <a:off x="7534440" y="-63360"/>
                <a:ext cx="33012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筆跡 24">
                <a:extLst>
                  <a:ext uri="{FF2B5EF4-FFF2-40B4-BE49-F238E27FC236}">
                    <a16:creationId xmlns:a16="http://schemas.microsoft.com/office/drawing/2014/main" id="{8E02C753-DA19-87E4-7718-8A731D3A6094}"/>
                  </a:ext>
                </a:extLst>
              </p14:cNvPr>
              <p14:cNvContentPartPr/>
              <p14:nvPr/>
            </p14:nvContentPartPr>
            <p14:xfrm>
              <a:off x="7912080" y="12600"/>
              <a:ext cx="95760" cy="184680"/>
            </p14:xfrm>
          </p:contentPart>
        </mc:Choice>
        <mc:Fallback>
          <p:pic>
            <p:nvPicPr>
              <p:cNvPr id="25" name="筆跡 24">
                <a:extLst>
                  <a:ext uri="{FF2B5EF4-FFF2-40B4-BE49-F238E27FC236}">
                    <a16:creationId xmlns:a16="http://schemas.microsoft.com/office/drawing/2014/main" id="{8E02C753-DA19-87E4-7718-8A731D3A6094}"/>
                  </a:ext>
                </a:extLst>
              </p:cNvPr>
              <p:cNvPicPr/>
              <p:nvPr/>
            </p:nvPicPr>
            <p:blipFill>
              <a:blip r:embed="rId43"/>
              <a:stretch>
                <a:fillRect/>
              </a:stretch>
            </p:blipFill>
            <p:spPr>
              <a:xfrm>
                <a:off x="7896240" y="-50760"/>
                <a:ext cx="12708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筆跡 25">
                <a:extLst>
                  <a:ext uri="{FF2B5EF4-FFF2-40B4-BE49-F238E27FC236}">
                    <a16:creationId xmlns:a16="http://schemas.microsoft.com/office/drawing/2014/main" id="{BE8EF45C-48E5-BB1F-7905-141AF385C3FE}"/>
                  </a:ext>
                </a:extLst>
              </p14:cNvPr>
              <p14:cNvContentPartPr/>
              <p14:nvPr/>
            </p14:nvContentPartPr>
            <p14:xfrm>
              <a:off x="8083440" y="63360"/>
              <a:ext cx="184680" cy="127440"/>
            </p14:xfrm>
          </p:contentPart>
        </mc:Choice>
        <mc:Fallback>
          <p:pic>
            <p:nvPicPr>
              <p:cNvPr id="26" name="筆跡 25">
                <a:extLst>
                  <a:ext uri="{FF2B5EF4-FFF2-40B4-BE49-F238E27FC236}">
                    <a16:creationId xmlns:a16="http://schemas.microsoft.com/office/drawing/2014/main" id="{BE8EF45C-48E5-BB1F-7905-141AF385C3FE}"/>
                  </a:ext>
                </a:extLst>
              </p:cNvPr>
              <p:cNvPicPr/>
              <p:nvPr/>
            </p:nvPicPr>
            <p:blipFill>
              <a:blip r:embed="rId45"/>
              <a:stretch>
                <a:fillRect/>
              </a:stretch>
            </p:blipFill>
            <p:spPr>
              <a:xfrm>
                <a:off x="8067600" y="0"/>
                <a:ext cx="21600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筆跡 26">
                <a:extLst>
                  <a:ext uri="{FF2B5EF4-FFF2-40B4-BE49-F238E27FC236}">
                    <a16:creationId xmlns:a16="http://schemas.microsoft.com/office/drawing/2014/main" id="{07A5EB5B-AAD4-AED9-DEDB-0DE884EFD07A}"/>
                  </a:ext>
                </a:extLst>
              </p14:cNvPr>
              <p14:cNvContentPartPr/>
              <p14:nvPr/>
            </p14:nvContentPartPr>
            <p14:xfrm>
              <a:off x="8337600" y="88920"/>
              <a:ext cx="203400" cy="209880"/>
            </p14:xfrm>
          </p:contentPart>
        </mc:Choice>
        <mc:Fallback>
          <p:pic>
            <p:nvPicPr>
              <p:cNvPr id="27" name="筆跡 26">
                <a:extLst>
                  <a:ext uri="{FF2B5EF4-FFF2-40B4-BE49-F238E27FC236}">
                    <a16:creationId xmlns:a16="http://schemas.microsoft.com/office/drawing/2014/main" id="{07A5EB5B-AAD4-AED9-DEDB-0DE884EFD07A}"/>
                  </a:ext>
                </a:extLst>
              </p:cNvPr>
              <p:cNvPicPr/>
              <p:nvPr/>
            </p:nvPicPr>
            <p:blipFill>
              <a:blip r:embed="rId47"/>
              <a:stretch>
                <a:fillRect/>
              </a:stretch>
            </p:blipFill>
            <p:spPr>
              <a:xfrm>
                <a:off x="8321760" y="25560"/>
                <a:ext cx="2347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筆跡 27">
                <a:extLst>
                  <a:ext uri="{FF2B5EF4-FFF2-40B4-BE49-F238E27FC236}">
                    <a16:creationId xmlns:a16="http://schemas.microsoft.com/office/drawing/2014/main" id="{333B2E56-8CED-8561-A31E-B8E92A54D063}"/>
                  </a:ext>
                </a:extLst>
              </p14:cNvPr>
              <p14:cNvContentPartPr/>
              <p14:nvPr/>
            </p14:nvContentPartPr>
            <p14:xfrm>
              <a:off x="7829640" y="4311720"/>
              <a:ext cx="190800" cy="360"/>
            </p14:xfrm>
          </p:contentPart>
        </mc:Choice>
        <mc:Fallback>
          <p:pic>
            <p:nvPicPr>
              <p:cNvPr id="28" name="筆跡 27">
                <a:extLst>
                  <a:ext uri="{FF2B5EF4-FFF2-40B4-BE49-F238E27FC236}">
                    <a16:creationId xmlns:a16="http://schemas.microsoft.com/office/drawing/2014/main" id="{333B2E56-8CED-8561-A31E-B8E92A54D063}"/>
                  </a:ext>
                </a:extLst>
              </p:cNvPr>
              <p:cNvPicPr/>
              <p:nvPr/>
            </p:nvPicPr>
            <p:blipFill>
              <a:blip r:embed="rId49"/>
              <a:stretch>
                <a:fillRect/>
              </a:stretch>
            </p:blipFill>
            <p:spPr>
              <a:xfrm>
                <a:off x="7813800" y="4248360"/>
                <a:ext cx="2221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筆跡 28">
                <a:extLst>
                  <a:ext uri="{FF2B5EF4-FFF2-40B4-BE49-F238E27FC236}">
                    <a16:creationId xmlns:a16="http://schemas.microsoft.com/office/drawing/2014/main" id="{8E3D3676-9CEF-798F-66B8-5E99D869002D}"/>
                  </a:ext>
                </a:extLst>
              </p14:cNvPr>
              <p14:cNvContentPartPr/>
              <p14:nvPr/>
            </p14:nvContentPartPr>
            <p14:xfrm>
              <a:off x="5200560" y="4286160"/>
              <a:ext cx="146520" cy="6840"/>
            </p14:xfrm>
          </p:contentPart>
        </mc:Choice>
        <mc:Fallback>
          <p:pic>
            <p:nvPicPr>
              <p:cNvPr id="29" name="筆跡 28">
                <a:extLst>
                  <a:ext uri="{FF2B5EF4-FFF2-40B4-BE49-F238E27FC236}">
                    <a16:creationId xmlns:a16="http://schemas.microsoft.com/office/drawing/2014/main" id="{8E3D3676-9CEF-798F-66B8-5E99D869002D}"/>
                  </a:ext>
                </a:extLst>
              </p:cNvPr>
              <p:cNvPicPr/>
              <p:nvPr/>
            </p:nvPicPr>
            <p:blipFill>
              <a:blip r:embed="rId51"/>
              <a:stretch>
                <a:fillRect/>
              </a:stretch>
            </p:blipFill>
            <p:spPr>
              <a:xfrm>
                <a:off x="5184720" y="4222800"/>
                <a:ext cx="1778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筆跡 29">
                <a:extLst>
                  <a:ext uri="{FF2B5EF4-FFF2-40B4-BE49-F238E27FC236}">
                    <a16:creationId xmlns:a16="http://schemas.microsoft.com/office/drawing/2014/main" id="{56303421-B5BC-4096-FE3B-2B516BF2E210}"/>
                  </a:ext>
                </a:extLst>
              </p14:cNvPr>
              <p14:cNvContentPartPr/>
              <p14:nvPr/>
            </p14:nvContentPartPr>
            <p14:xfrm>
              <a:off x="2070000" y="1378080"/>
              <a:ext cx="83160" cy="25560"/>
            </p14:xfrm>
          </p:contentPart>
        </mc:Choice>
        <mc:Fallback>
          <p:pic>
            <p:nvPicPr>
              <p:cNvPr id="30" name="筆跡 29">
                <a:extLst>
                  <a:ext uri="{FF2B5EF4-FFF2-40B4-BE49-F238E27FC236}">
                    <a16:creationId xmlns:a16="http://schemas.microsoft.com/office/drawing/2014/main" id="{56303421-B5BC-4096-FE3B-2B516BF2E210}"/>
                  </a:ext>
                </a:extLst>
              </p:cNvPr>
              <p:cNvPicPr/>
              <p:nvPr/>
            </p:nvPicPr>
            <p:blipFill>
              <a:blip r:embed="rId53"/>
              <a:stretch>
                <a:fillRect/>
              </a:stretch>
            </p:blipFill>
            <p:spPr>
              <a:xfrm>
                <a:off x="2054160" y="1314720"/>
                <a:ext cx="1144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筆跡 30">
                <a:extLst>
                  <a:ext uri="{FF2B5EF4-FFF2-40B4-BE49-F238E27FC236}">
                    <a16:creationId xmlns:a16="http://schemas.microsoft.com/office/drawing/2014/main" id="{3FEA82EF-D606-1556-0CEF-66DD8FD16AF7}"/>
                  </a:ext>
                </a:extLst>
              </p14:cNvPr>
              <p14:cNvContentPartPr/>
              <p14:nvPr/>
            </p14:nvContentPartPr>
            <p14:xfrm>
              <a:off x="2120760" y="2368440"/>
              <a:ext cx="76680" cy="19440"/>
            </p14:xfrm>
          </p:contentPart>
        </mc:Choice>
        <mc:Fallback>
          <p:pic>
            <p:nvPicPr>
              <p:cNvPr id="31" name="筆跡 30">
                <a:extLst>
                  <a:ext uri="{FF2B5EF4-FFF2-40B4-BE49-F238E27FC236}">
                    <a16:creationId xmlns:a16="http://schemas.microsoft.com/office/drawing/2014/main" id="{3FEA82EF-D606-1556-0CEF-66DD8FD16AF7}"/>
                  </a:ext>
                </a:extLst>
              </p:cNvPr>
              <p:cNvPicPr/>
              <p:nvPr/>
            </p:nvPicPr>
            <p:blipFill>
              <a:blip r:embed="rId55"/>
              <a:stretch>
                <a:fillRect/>
              </a:stretch>
            </p:blipFill>
            <p:spPr>
              <a:xfrm>
                <a:off x="2104920" y="2305080"/>
                <a:ext cx="10800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筆跡 31">
                <a:extLst>
                  <a:ext uri="{FF2B5EF4-FFF2-40B4-BE49-F238E27FC236}">
                    <a16:creationId xmlns:a16="http://schemas.microsoft.com/office/drawing/2014/main" id="{C83209AB-EB13-E110-AAA8-3F047618858B}"/>
                  </a:ext>
                </a:extLst>
              </p14:cNvPr>
              <p14:cNvContentPartPr/>
              <p14:nvPr/>
            </p14:nvContentPartPr>
            <p14:xfrm>
              <a:off x="3505320" y="2349360"/>
              <a:ext cx="146160" cy="19440"/>
            </p14:xfrm>
          </p:contentPart>
        </mc:Choice>
        <mc:Fallback>
          <p:pic>
            <p:nvPicPr>
              <p:cNvPr id="32" name="筆跡 31">
                <a:extLst>
                  <a:ext uri="{FF2B5EF4-FFF2-40B4-BE49-F238E27FC236}">
                    <a16:creationId xmlns:a16="http://schemas.microsoft.com/office/drawing/2014/main" id="{C83209AB-EB13-E110-AAA8-3F047618858B}"/>
                  </a:ext>
                </a:extLst>
              </p:cNvPr>
              <p:cNvPicPr/>
              <p:nvPr/>
            </p:nvPicPr>
            <p:blipFill>
              <a:blip r:embed="rId57"/>
              <a:stretch>
                <a:fillRect/>
              </a:stretch>
            </p:blipFill>
            <p:spPr>
              <a:xfrm>
                <a:off x="3489480" y="2286000"/>
                <a:ext cx="1774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筆跡 32">
                <a:extLst>
                  <a:ext uri="{FF2B5EF4-FFF2-40B4-BE49-F238E27FC236}">
                    <a16:creationId xmlns:a16="http://schemas.microsoft.com/office/drawing/2014/main" id="{99C99D9D-3CA6-2A83-235F-278355E22ACA}"/>
                  </a:ext>
                </a:extLst>
              </p14:cNvPr>
              <p14:cNvContentPartPr/>
              <p14:nvPr/>
            </p14:nvContentPartPr>
            <p14:xfrm>
              <a:off x="4711680" y="2349360"/>
              <a:ext cx="89280" cy="6840"/>
            </p14:xfrm>
          </p:contentPart>
        </mc:Choice>
        <mc:Fallback>
          <p:pic>
            <p:nvPicPr>
              <p:cNvPr id="33" name="筆跡 32">
                <a:extLst>
                  <a:ext uri="{FF2B5EF4-FFF2-40B4-BE49-F238E27FC236}">
                    <a16:creationId xmlns:a16="http://schemas.microsoft.com/office/drawing/2014/main" id="{99C99D9D-3CA6-2A83-235F-278355E22ACA}"/>
                  </a:ext>
                </a:extLst>
              </p:cNvPr>
              <p:cNvPicPr/>
              <p:nvPr/>
            </p:nvPicPr>
            <p:blipFill>
              <a:blip r:embed="rId59"/>
              <a:stretch>
                <a:fillRect/>
              </a:stretch>
            </p:blipFill>
            <p:spPr>
              <a:xfrm>
                <a:off x="4695840" y="2286000"/>
                <a:ext cx="1206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筆跡 33">
                <a:extLst>
                  <a:ext uri="{FF2B5EF4-FFF2-40B4-BE49-F238E27FC236}">
                    <a16:creationId xmlns:a16="http://schemas.microsoft.com/office/drawing/2014/main" id="{4DF0F509-F7A1-1B99-DFFF-FBC384F40019}"/>
                  </a:ext>
                </a:extLst>
              </p14:cNvPr>
              <p14:cNvContentPartPr/>
              <p14:nvPr/>
            </p14:nvContentPartPr>
            <p14:xfrm>
              <a:off x="5251320" y="4591080"/>
              <a:ext cx="32400" cy="6840"/>
            </p14:xfrm>
          </p:contentPart>
        </mc:Choice>
        <mc:Fallback>
          <p:pic>
            <p:nvPicPr>
              <p:cNvPr id="34" name="筆跡 33">
                <a:extLst>
                  <a:ext uri="{FF2B5EF4-FFF2-40B4-BE49-F238E27FC236}">
                    <a16:creationId xmlns:a16="http://schemas.microsoft.com/office/drawing/2014/main" id="{4DF0F509-F7A1-1B99-DFFF-FBC384F40019}"/>
                  </a:ext>
                </a:extLst>
              </p:cNvPr>
              <p:cNvPicPr/>
              <p:nvPr/>
            </p:nvPicPr>
            <p:blipFill>
              <a:blip r:embed="rId61"/>
              <a:stretch>
                <a:fillRect/>
              </a:stretch>
            </p:blipFill>
            <p:spPr>
              <a:xfrm>
                <a:off x="5235480" y="4527720"/>
                <a:ext cx="637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筆跡 34">
                <a:extLst>
                  <a:ext uri="{FF2B5EF4-FFF2-40B4-BE49-F238E27FC236}">
                    <a16:creationId xmlns:a16="http://schemas.microsoft.com/office/drawing/2014/main" id="{54195659-0D9E-8236-F6E8-6ABAA1D32E9F}"/>
                  </a:ext>
                </a:extLst>
              </p14:cNvPr>
              <p14:cNvContentPartPr/>
              <p14:nvPr/>
            </p14:nvContentPartPr>
            <p14:xfrm>
              <a:off x="11449080" y="1136520"/>
              <a:ext cx="57600" cy="360"/>
            </p14:xfrm>
          </p:contentPart>
        </mc:Choice>
        <mc:Fallback>
          <p:pic>
            <p:nvPicPr>
              <p:cNvPr id="35" name="筆跡 34">
                <a:extLst>
                  <a:ext uri="{FF2B5EF4-FFF2-40B4-BE49-F238E27FC236}">
                    <a16:creationId xmlns:a16="http://schemas.microsoft.com/office/drawing/2014/main" id="{54195659-0D9E-8236-F6E8-6ABAA1D32E9F}"/>
                  </a:ext>
                </a:extLst>
              </p:cNvPr>
              <p:cNvPicPr/>
              <p:nvPr/>
            </p:nvPicPr>
            <p:blipFill>
              <a:blip r:embed="rId63"/>
              <a:stretch>
                <a:fillRect/>
              </a:stretch>
            </p:blipFill>
            <p:spPr>
              <a:xfrm>
                <a:off x="11433240" y="1073160"/>
                <a:ext cx="889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6" name="筆跡 35">
                <a:extLst>
                  <a:ext uri="{FF2B5EF4-FFF2-40B4-BE49-F238E27FC236}">
                    <a16:creationId xmlns:a16="http://schemas.microsoft.com/office/drawing/2014/main" id="{20879206-1B81-57AA-848E-DC7BEB8A09C5}"/>
                  </a:ext>
                </a:extLst>
              </p14:cNvPr>
              <p14:cNvContentPartPr/>
              <p14:nvPr/>
            </p14:nvContentPartPr>
            <p14:xfrm>
              <a:off x="9683640" y="1181160"/>
              <a:ext cx="57600" cy="6480"/>
            </p14:xfrm>
          </p:contentPart>
        </mc:Choice>
        <mc:Fallback>
          <p:pic>
            <p:nvPicPr>
              <p:cNvPr id="36" name="筆跡 35">
                <a:extLst>
                  <a:ext uri="{FF2B5EF4-FFF2-40B4-BE49-F238E27FC236}">
                    <a16:creationId xmlns:a16="http://schemas.microsoft.com/office/drawing/2014/main" id="{20879206-1B81-57AA-848E-DC7BEB8A09C5}"/>
                  </a:ext>
                </a:extLst>
              </p:cNvPr>
              <p:cNvPicPr/>
              <p:nvPr/>
            </p:nvPicPr>
            <p:blipFill>
              <a:blip r:embed="rId65"/>
              <a:stretch>
                <a:fillRect/>
              </a:stretch>
            </p:blipFill>
            <p:spPr>
              <a:xfrm>
                <a:off x="9667800" y="1117800"/>
                <a:ext cx="889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7" name="筆跡 36">
                <a:extLst>
                  <a:ext uri="{FF2B5EF4-FFF2-40B4-BE49-F238E27FC236}">
                    <a16:creationId xmlns:a16="http://schemas.microsoft.com/office/drawing/2014/main" id="{ABE17C34-2B22-BB9A-E85E-84207E9C1570}"/>
                  </a:ext>
                </a:extLst>
              </p14:cNvPr>
              <p14:cNvContentPartPr/>
              <p14:nvPr/>
            </p14:nvContentPartPr>
            <p14:xfrm>
              <a:off x="7149960" y="5181480"/>
              <a:ext cx="51120" cy="360"/>
            </p14:xfrm>
          </p:contentPart>
        </mc:Choice>
        <mc:Fallback>
          <p:pic>
            <p:nvPicPr>
              <p:cNvPr id="37" name="筆跡 36">
                <a:extLst>
                  <a:ext uri="{FF2B5EF4-FFF2-40B4-BE49-F238E27FC236}">
                    <a16:creationId xmlns:a16="http://schemas.microsoft.com/office/drawing/2014/main" id="{ABE17C34-2B22-BB9A-E85E-84207E9C1570}"/>
                  </a:ext>
                </a:extLst>
              </p:cNvPr>
              <p:cNvPicPr/>
              <p:nvPr/>
            </p:nvPicPr>
            <p:blipFill>
              <a:blip r:embed="rId67"/>
              <a:stretch>
                <a:fillRect/>
              </a:stretch>
            </p:blipFill>
            <p:spPr>
              <a:xfrm>
                <a:off x="7134120" y="5118120"/>
                <a:ext cx="824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8" name="筆跡 37">
                <a:extLst>
                  <a:ext uri="{FF2B5EF4-FFF2-40B4-BE49-F238E27FC236}">
                    <a16:creationId xmlns:a16="http://schemas.microsoft.com/office/drawing/2014/main" id="{F4D4E861-BDFC-5C42-FA66-EE7D5346F5BB}"/>
                  </a:ext>
                </a:extLst>
              </p14:cNvPr>
              <p14:cNvContentPartPr/>
              <p14:nvPr/>
            </p14:nvContentPartPr>
            <p14:xfrm>
              <a:off x="10051920" y="5200560"/>
              <a:ext cx="89280" cy="6840"/>
            </p14:xfrm>
          </p:contentPart>
        </mc:Choice>
        <mc:Fallback>
          <p:pic>
            <p:nvPicPr>
              <p:cNvPr id="38" name="筆跡 37">
                <a:extLst>
                  <a:ext uri="{FF2B5EF4-FFF2-40B4-BE49-F238E27FC236}">
                    <a16:creationId xmlns:a16="http://schemas.microsoft.com/office/drawing/2014/main" id="{F4D4E861-BDFC-5C42-FA66-EE7D5346F5BB}"/>
                  </a:ext>
                </a:extLst>
              </p:cNvPr>
              <p:cNvPicPr/>
              <p:nvPr/>
            </p:nvPicPr>
            <p:blipFill>
              <a:blip r:embed="rId69"/>
              <a:stretch>
                <a:fillRect/>
              </a:stretch>
            </p:blipFill>
            <p:spPr>
              <a:xfrm>
                <a:off x="10036080" y="5137200"/>
                <a:ext cx="120600" cy="133560"/>
              </a:xfrm>
              <a:prstGeom prst="rect">
                <a:avLst/>
              </a:prstGeom>
            </p:spPr>
          </p:pic>
        </mc:Fallback>
      </mc:AlternateContent>
    </p:spTree>
    <p:extLst>
      <p:ext uri="{BB962C8B-B14F-4D97-AF65-F5344CB8AC3E}">
        <p14:creationId xmlns:p14="http://schemas.microsoft.com/office/powerpoint/2010/main" val="217895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6EB6EF-CBE5-5959-B09B-4651B6B09B2E}"/>
              </a:ext>
            </a:extLst>
          </p:cNvPr>
          <p:cNvSpPr>
            <a:spLocks noGrp="1"/>
          </p:cNvSpPr>
          <p:nvPr>
            <p:ph type="title"/>
          </p:nvPr>
        </p:nvSpPr>
        <p:spPr/>
        <p:txBody>
          <a:bodyPr/>
          <a:lstStyle/>
          <a:p>
            <a:r>
              <a:rPr lang="en-US" altLang="zh-TW" dirty="0"/>
              <a:t>IC-PCP2</a:t>
            </a:r>
            <a:endParaRPr lang="zh-TW" altLang="en-US" dirty="0"/>
          </a:p>
        </p:txBody>
      </p:sp>
      <p:sp>
        <p:nvSpPr>
          <p:cNvPr id="3" name="內容版面配置區 2">
            <a:extLst>
              <a:ext uri="{FF2B5EF4-FFF2-40B4-BE49-F238E27FC236}">
                <a16:creationId xmlns:a16="http://schemas.microsoft.com/office/drawing/2014/main" id="{FA46B388-28B8-EBB3-2AD7-06566A747619}"/>
              </a:ext>
            </a:extLst>
          </p:cNvPr>
          <p:cNvSpPr>
            <a:spLocks noGrp="1"/>
          </p:cNvSpPr>
          <p:nvPr>
            <p:ph idx="1"/>
          </p:nvPr>
        </p:nvSpPr>
        <p:spPr/>
        <p:txBody>
          <a:bodyPr/>
          <a:lstStyle/>
          <a:p>
            <a:r>
              <a:rPr lang="en-US" altLang="zh-TW" dirty="0"/>
              <a:t>Path </a:t>
            </a:r>
            <a:r>
              <a:rPr lang="en-US" altLang="zh-TW" dirty="0" err="1"/>
              <a:t>subdeadline</a:t>
            </a:r>
            <a:r>
              <a:rPr lang="en-US" altLang="zh-TW" dirty="0"/>
              <a:t>(PSD)</a:t>
            </a:r>
            <a:endParaRPr lang="zh-TW" altLang="en-US" dirty="0"/>
          </a:p>
        </p:txBody>
      </p:sp>
      <p:pic>
        <p:nvPicPr>
          <p:cNvPr id="5" name="圖片 4">
            <a:extLst>
              <a:ext uri="{FF2B5EF4-FFF2-40B4-BE49-F238E27FC236}">
                <a16:creationId xmlns:a16="http://schemas.microsoft.com/office/drawing/2014/main" id="{A925DCE4-52DE-2052-08A1-9C64961E555E}"/>
              </a:ext>
            </a:extLst>
          </p:cNvPr>
          <p:cNvPicPr>
            <a:picLocks noChangeAspect="1"/>
          </p:cNvPicPr>
          <p:nvPr/>
        </p:nvPicPr>
        <p:blipFill>
          <a:blip r:embed="rId3"/>
          <a:stretch>
            <a:fillRect/>
          </a:stretch>
        </p:blipFill>
        <p:spPr>
          <a:xfrm>
            <a:off x="1423935" y="2340077"/>
            <a:ext cx="3264952" cy="516073"/>
          </a:xfrm>
          <a:prstGeom prst="rect">
            <a:avLst/>
          </a:prstGeom>
        </p:spPr>
      </p:pic>
      <p:pic>
        <p:nvPicPr>
          <p:cNvPr id="7" name="圖片 6">
            <a:extLst>
              <a:ext uri="{FF2B5EF4-FFF2-40B4-BE49-F238E27FC236}">
                <a16:creationId xmlns:a16="http://schemas.microsoft.com/office/drawing/2014/main" id="{635716E8-D763-B73E-E010-6EF80BE561D0}"/>
              </a:ext>
            </a:extLst>
          </p:cNvPr>
          <p:cNvPicPr>
            <a:picLocks noChangeAspect="1"/>
          </p:cNvPicPr>
          <p:nvPr/>
        </p:nvPicPr>
        <p:blipFill>
          <a:blip r:embed="rId4"/>
          <a:stretch>
            <a:fillRect/>
          </a:stretch>
        </p:blipFill>
        <p:spPr>
          <a:xfrm>
            <a:off x="1504607" y="2951443"/>
            <a:ext cx="4915586" cy="838317"/>
          </a:xfrm>
          <a:prstGeom prst="rect">
            <a:avLst/>
          </a:prstGeom>
        </p:spPr>
      </p:pic>
      <mc:AlternateContent xmlns:mc="http://schemas.openxmlformats.org/markup-compatibility/2006">
        <mc:Choice xmlns:p14="http://schemas.microsoft.com/office/powerpoint/2010/main" Requires="p14">
          <p:contentPart p14:bwMode="auto" r:id="rId5">
            <p14:nvContentPartPr>
              <p14:cNvPr id="4" name="筆跡 3">
                <a:extLst>
                  <a:ext uri="{FF2B5EF4-FFF2-40B4-BE49-F238E27FC236}">
                    <a16:creationId xmlns:a16="http://schemas.microsoft.com/office/drawing/2014/main" id="{AE317108-C3C6-B832-2FB6-17180F69F121}"/>
                  </a:ext>
                </a:extLst>
              </p14:cNvPr>
              <p14:cNvContentPartPr/>
              <p14:nvPr/>
            </p14:nvContentPartPr>
            <p14:xfrm>
              <a:off x="2108160" y="2228760"/>
              <a:ext cx="1657800" cy="95760"/>
            </p14:xfrm>
          </p:contentPart>
        </mc:Choice>
        <mc:Fallback>
          <p:pic>
            <p:nvPicPr>
              <p:cNvPr id="4" name="筆跡 3">
                <a:extLst>
                  <a:ext uri="{FF2B5EF4-FFF2-40B4-BE49-F238E27FC236}">
                    <a16:creationId xmlns:a16="http://schemas.microsoft.com/office/drawing/2014/main" id="{AE317108-C3C6-B832-2FB6-17180F69F121}"/>
                  </a:ext>
                </a:extLst>
              </p:cNvPr>
              <p:cNvPicPr/>
              <p:nvPr/>
            </p:nvPicPr>
            <p:blipFill>
              <a:blip r:embed="rId6"/>
              <a:stretch>
                <a:fillRect/>
              </a:stretch>
            </p:blipFill>
            <p:spPr>
              <a:xfrm>
                <a:off x="2092320" y="2165400"/>
                <a:ext cx="1689120" cy="222480"/>
              </a:xfrm>
              <a:prstGeom prst="rect">
                <a:avLst/>
              </a:prstGeom>
            </p:spPr>
          </p:pic>
        </mc:Fallback>
      </mc:AlternateContent>
    </p:spTree>
    <p:extLst>
      <p:ext uri="{BB962C8B-B14F-4D97-AF65-F5344CB8AC3E}">
        <p14:creationId xmlns:p14="http://schemas.microsoft.com/office/powerpoint/2010/main" val="237054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3D8B37-CDA3-32F3-EC91-336D3C4AA6F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8DDE36B-ADF0-CD37-4501-E380F14F4962}"/>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4AB643D6-4C9E-5741-ECBF-B17688132F3A}"/>
              </a:ext>
            </a:extLst>
          </p:cNvPr>
          <p:cNvPicPr>
            <a:picLocks noChangeAspect="1"/>
          </p:cNvPicPr>
          <p:nvPr/>
        </p:nvPicPr>
        <p:blipFill>
          <a:blip r:embed="rId3"/>
          <a:stretch>
            <a:fillRect/>
          </a:stretch>
        </p:blipFill>
        <p:spPr>
          <a:xfrm>
            <a:off x="0" y="913802"/>
            <a:ext cx="12192000" cy="5757981"/>
          </a:xfrm>
          <a:prstGeom prst="rect">
            <a:avLst/>
          </a:prstGeom>
        </p:spPr>
      </p:pic>
    </p:spTree>
    <p:extLst>
      <p:ext uri="{BB962C8B-B14F-4D97-AF65-F5344CB8AC3E}">
        <p14:creationId xmlns:p14="http://schemas.microsoft.com/office/powerpoint/2010/main" val="515341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DF399A-602A-B426-6FEA-4DA0F18C0838}"/>
              </a:ext>
            </a:extLst>
          </p:cNvPr>
          <p:cNvSpPr>
            <a:spLocks noGrp="1"/>
          </p:cNvSpPr>
          <p:nvPr>
            <p:ph type="title"/>
          </p:nvPr>
        </p:nvSpPr>
        <p:spPr/>
        <p:txBody>
          <a:bodyPr/>
          <a:lstStyle/>
          <a:p>
            <a:r>
              <a:rPr lang="en-US" altLang="zh-TW" dirty="0"/>
              <a:t>Experiment</a:t>
            </a:r>
            <a:endParaRPr lang="zh-TW" altLang="en-US" dirty="0"/>
          </a:p>
        </p:txBody>
      </p:sp>
      <p:pic>
        <p:nvPicPr>
          <p:cNvPr id="9" name="內容版面配置區 8">
            <a:extLst>
              <a:ext uri="{FF2B5EF4-FFF2-40B4-BE49-F238E27FC236}">
                <a16:creationId xmlns:a16="http://schemas.microsoft.com/office/drawing/2014/main" id="{38803FA9-C7C4-6F8F-BAF5-02D9429CB5B7}"/>
              </a:ext>
            </a:extLst>
          </p:cNvPr>
          <p:cNvPicPr>
            <a:picLocks noGrp="1" noChangeAspect="1"/>
          </p:cNvPicPr>
          <p:nvPr>
            <p:ph idx="1"/>
          </p:nvPr>
        </p:nvPicPr>
        <p:blipFill>
          <a:blip r:embed="rId3"/>
          <a:stretch>
            <a:fillRect/>
          </a:stretch>
        </p:blipFill>
        <p:spPr>
          <a:xfrm>
            <a:off x="-231112" y="3980762"/>
            <a:ext cx="8630854" cy="2353003"/>
          </a:xfrm>
        </p:spPr>
      </p:pic>
      <p:pic>
        <p:nvPicPr>
          <p:cNvPr id="11" name="圖片 10">
            <a:extLst>
              <a:ext uri="{FF2B5EF4-FFF2-40B4-BE49-F238E27FC236}">
                <a16:creationId xmlns:a16="http://schemas.microsoft.com/office/drawing/2014/main" id="{1896BAF4-5633-B793-3644-630B4F559A05}"/>
              </a:ext>
            </a:extLst>
          </p:cNvPr>
          <p:cNvPicPr>
            <a:picLocks noChangeAspect="1"/>
          </p:cNvPicPr>
          <p:nvPr/>
        </p:nvPicPr>
        <p:blipFill>
          <a:blip r:embed="rId4"/>
          <a:stretch>
            <a:fillRect/>
          </a:stretch>
        </p:blipFill>
        <p:spPr>
          <a:xfrm>
            <a:off x="-240639" y="1770464"/>
            <a:ext cx="8640381" cy="2391109"/>
          </a:xfrm>
          <a:prstGeom prst="rect">
            <a:avLst/>
          </a:prstGeom>
        </p:spPr>
      </p:pic>
      <p:pic>
        <p:nvPicPr>
          <p:cNvPr id="13" name="圖片 12">
            <a:extLst>
              <a:ext uri="{FF2B5EF4-FFF2-40B4-BE49-F238E27FC236}">
                <a16:creationId xmlns:a16="http://schemas.microsoft.com/office/drawing/2014/main" id="{857F85EC-0B3C-8F01-64A1-161BC0423B48}"/>
              </a:ext>
            </a:extLst>
          </p:cNvPr>
          <p:cNvPicPr>
            <a:picLocks noChangeAspect="1"/>
          </p:cNvPicPr>
          <p:nvPr/>
        </p:nvPicPr>
        <p:blipFill>
          <a:blip r:embed="rId5"/>
          <a:stretch>
            <a:fillRect/>
          </a:stretch>
        </p:blipFill>
        <p:spPr>
          <a:xfrm>
            <a:off x="8399742" y="2824401"/>
            <a:ext cx="3680418" cy="2153170"/>
          </a:xfrm>
          <a:prstGeom prst="rect">
            <a:avLst/>
          </a:prstGeom>
        </p:spPr>
      </p:pic>
      <mc:AlternateContent xmlns:mc="http://schemas.openxmlformats.org/markup-compatibility/2006">
        <mc:Choice xmlns:p14="http://schemas.microsoft.com/office/powerpoint/2010/main" Requires="p14">
          <p:contentPart p14:bwMode="auto" r:id="rId6">
            <p14:nvContentPartPr>
              <p14:cNvPr id="3" name="筆跡 2">
                <a:extLst>
                  <a:ext uri="{FF2B5EF4-FFF2-40B4-BE49-F238E27FC236}">
                    <a16:creationId xmlns:a16="http://schemas.microsoft.com/office/drawing/2014/main" id="{35892249-4E53-9564-EA07-245131E6DEE3}"/>
                  </a:ext>
                </a:extLst>
              </p14:cNvPr>
              <p14:cNvContentPartPr/>
              <p14:nvPr/>
            </p14:nvContentPartPr>
            <p14:xfrm>
              <a:off x="2438280" y="1987560"/>
              <a:ext cx="394200" cy="360"/>
            </p14:xfrm>
          </p:contentPart>
        </mc:Choice>
        <mc:Fallback>
          <p:pic>
            <p:nvPicPr>
              <p:cNvPr id="3" name="筆跡 2">
                <a:extLst>
                  <a:ext uri="{FF2B5EF4-FFF2-40B4-BE49-F238E27FC236}">
                    <a16:creationId xmlns:a16="http://schemas.microsoft.com/office/drawing/2014/main" id="{35892249-4E53-9564-EA07-245131E6DEE3}"/>
                  </a:ext>
                </a:extLst>
              </p:cNvPr>
              <p:cNvPicPr/>
              <p:nvPr/>
            </p:nvPicPr>
            <p:blipFill>
              <a:blip r:embed="rId7"/>
              <a:stretch>
                <a:fillRect/>
              </a:stretch>
            </p:blipFill>
            <p:spPr>
              <a:xfrm>
                <a:off x="2422440" y="1924200"/>
                <a:ext cx="425520" cy="127080"/>
              </a:xfrm>
              <a:prstGeom prst="rect">
                <a:avLst/>
              </a:prstGeom>
            </p:spPr>
          </p:pic>
        </mc:Fallback>
      </mc:AlternateContent>
    </p:spTree>
    <p:extLst>
      <p:ext uri="{BB962C8B-B14F-4D97-AF65-F5344CB8AC3E}">
        <p14:creationId xmlns:p14="http://schemas.microsoft.com/office/powerpoint/2010/main" val="373465422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TotalTime>
  <Words>344</Words>
  <Application>Microsoft Office PowerPoint</Application>
  <PresentationFormat>寬螢幕</PresentationFormat>
  <Paragraphs>24</Paragraphs>
  <Slides>8</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8</vt:i4>
      </vt:variant>
    </vt:vector>
  </HeadingPairs>
  <TitlesOfParts>
    <vt:vector size="15" baseType="lpstr">
      <vt:lpstr>-apple-system</vt:lpstr>
      <vt:lpstr>Arial</vt:lpstr>
      <vt:lpstr>Calibri</vt:lpstr>
      <vt:lpstr>Calibri Light</vt:lpstr>
      <vt:lpstr>Cambria Math</vt:lpstr>
      <vt:lpstr>Times New Roman</vt:lpstr>
      <vt:lpstr>Office 佈景主題</vt:lpstr>
      <vt:lpstr>Deadline-constrained workflow scheduling algorithms for Infrastructure as a Service Clouds</vt:lpstr>
      <vt:lpstr>Abstract(1/2)</vt:lpstr>
      <vt:lpstr>Abstract(2/2)</vt:lpstr>
      <vt:lpstr>IC-PCP</vt:lpstr>
      <vt:lpstr>PowerPoint 簡報</vt:lpstr>
      <vt:lpstr>IC-PCP2</vt:lpstr>
      <vt:lpstr>PowerPoint 簡報</vt:lpstr>
      <vt:lpstr>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Deadline-constrained workflow scheduling algorithms for Infrastructure as a Service Clouds</dc:title>
  <dc:creator>志軒 簡</dc:creator>
  <cp:lastModifiedBy>志軒 簡</cp:lastModifiedBy>
  <cp:revision>3</cp:revision>
  <dcterms:created xsi:type="dcterms:W3CDTF">2022-06-17T06:08:24Z</dcterms:created>
  <dcterms:modified xsi:type="dcterms:W3CDTF">2022-06-21T11:43:42Z</dcterms:modified>
</cp:coreProperties>
</file>