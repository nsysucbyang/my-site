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0" r:id="rId5"/>
    <p:sldId id="261" r:id="rId6"/>
    <p:sldId id="267" r:id="rId7"/>
    <p:sldId id="262" r:id="rId8"/>
    <p:sldId id="264" r:id="rId9"/>
    <p:sldId id="259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4325F-42B9-40E0-8F23-64C1E4B68A45}" v="5" dt="2022-10-29T11:24:40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647" autoAdjust="0"/>
  </p:normalViewPr>
  <p:slideViewPr>
    <p:cSldViewPr snapToGrid="0">
      <p:cViewPr varScale="1">
        <p:scale>
          <a:sx n="88" d="100"/>
          <a:sy n="88" d="100"/>
        </p:scale>
        <p:origin x="147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志軒 簡" userId="5f287045bdc9c0f2" providerId="LiveId" clId="{1ED4325F-42B9-40E0-8F23-64C1E4B68A45}"/>
    <pc:docChg chg="undo custSel addSld delSld modSld sldOrd">
      <pc:chgData name="志軒 簡" userId="5f287045bdc9c0f2" providerId="LiveId" clId="{1ED4325F-42B9-40E0-8F23-64C1E4B68A45}" dt="2022-10-29T11:26:56.023" v="482" actId="14100"/>
      <pc:docMkLst>
        <pc:docMk/>
      </pc:docMkLst>
      <pc:sldChg chg="modSp mod">
        <pc:chgData name="志軒 簡" userId="5f287045bdc9c0f2" providerId="LiveId" clId="{1ED4325F-42B9-40E0-8F23-64C1E4B68A45}" dt="2022-10-28T09:44:17.812" v="39" actId="20577"/>
        <pc:sldMkLst>
          <pc:docMk/>
          <pc:sldMk cId="1385021277" sldId="256"/>
        </pc:sldMkLst>
        <pc:spChg chg="mod">
          <ac:chgData name="志軒 簡" userId="5f287045bdc9c0f2" providerId="LiveId" clId="{1ED4325F-42B9-40E0-8F23-64C1E4B68A45}" dt="2022-10-28T09:41:21.459" v="2"/>
          <ac:spMkLst>
            <pc:docMk/>
            <pc:sldMk cId="1385021277" sldId="256"/>
            <ac:spMk id="2" creationId="{D07390EC-3505-4614-AC8B-E5220F3B9165}"/>
          </ac:spMkLst>
        </pc:spChg>
        <pc:spChg chg="mod">
          <ac:chgData name="志軒 簡" userId="5f287045bdc9c0f2" providerId="LiveId" clId="{1ED4325F-42B9-40E0-8F23-64C1E4B68A45}" dt="2022-10-28T09:44:00.214" v="30"/>
          <ac:spMkLst>
            <pc:docMk/>
            <pc:sldMk cId="1385021277" sldId="256"/>
            <ac:spMk id="3" creationId="{6C88D9F7-F986-E365-FDC2-C6659A6332D8}"/>
          </ac:spMkLst>
        </pc:spChg>
        <pc:spChg chg="mod">
          <ac:chgData name="志軒 簡" userId="5f287045bdc9c0f2" providerId="LiveId" clId="{1ED4325F-42B9-40E0-8F23-64C1E4B68A45}" dt="2022-10-28T09:44:17.812" v="39" actId="20577"/>
          <ac:spMkLst>
            <pc:docMk/>
            <pc:sldMk cId="1385021277" sldId="256"/>
            <ac:spMk id="4" creationId="{B0B04478-59CB-DCC3-9EC8-DF5AE437110D}"/>
          </ac:spMkLst>
        </pc:spChg>
      </pc:sldChg>
      <pc:sldChg chg="modSp mod">
        <pc:chgData name="志軒 簡" userId="5f287045bdc9c0f2" providerId="LiveId" clId="{1ED4325F-42B9-40E0-8F23-64C1E4B68A45}" dt="2022-10-28T09:45:59.828" v="43"/>
        <pc:sldMkLst>
          <pc:docMk/>
          <pc:sldMk cId="1870997777" sldId="257"/>
        </pc:sldMkLst>
        <pc:spChg chg="mod">
          <ac:chgData name="志軒 簡" userId="5f287045bdc9c0f2" providerId="LiveId" clId="{1ED4325F-42B9-40E0-8F23-64C1E4B68A45}" dt="2022-10-28T09:45:59.828" v="43"/>
          <ac:spMkLst>
            <pc:docMk/>
            <pc:sldMk cId="1870997777" sldId="257"/>
            <ac:spMk id="3" creationId="{15458660-DDC9-CFEA-36B1-2389DF33C0E3}"/>
          </ac:spMkLst>
        </pc:spChg>
      </pc:sldChg>
      <pc:sldChg chg="modSp mod">
        <pc:chgData name="志軒 簡" userId="5f287045bdc9c0f2" providerId="LiveId" clId="{1ED4325F-42B9-40E0-8F23-64C1E4B68A45}" dt="2022-10-28T09:46:25.837" v="45" actId="255"/>
        <pc:sldMkLst>
          <pc:docMk/>
          <pc:sldMk cId="3121739123" sldId="258"/>
        </pc:sldMkLst>
        <pc:spChg chg="mod">
          <ac:chgData name="志軒 簡" userId="5f287045bdc9c0f2" providerId="LiveId" clId="{1ED4325F-42B9-40E0-8F23-64C1E4B68A45}" dt="2022-10-28T09:46:25.837" v="45" actId="255"/>
          <ac:spMkLst>
            <pc:docMk/>
            <pc:sldMk cId="3121739123" sldId="258"/>
            <ac:spMk id="3" creationId="{AD20B566-6CC0-DA0E-6E4E-CF625178FFC2}"/>
          </ac:spMkLst>
        </pc:spChg>
      </pc:sldChg>
      <pc:sldChg chg="addSp delSp modSp new mod">
        <pc:chgData name="志軒 簡" userId="5f287045bdc9c0f2" providerId="LiveId" clId="{1ED4325F-42B9-40E0-8F23-64C1E4B68A45}" dt="2022-10-29T11:23:11.702" v="455" actId="1076"/>
        <pc:sldMkLst>
          <pc:docMk/>
          <pc:sldMk cId="1162311497" sldId="259"/>
        </pc:sldMkLst>
        <pc:spChg chg="del">
          <ac:chgData name="志軒 簡" userId="5f287045bdc9c0f2" providerId="LiveId" clId="{1ED4325F-42B9-40E0-8F23-64C1E4B68A45}" dt="2022-10-29T08:51:50.044" v="205" actId="22"/>
          <ac:spMkLst>
            <pc:docMk/>
            <pc:sldMk cId="1162311497" sldId="259"/>
            <ac:spMk id="3" creationId="{DAC13FC5-A313-6B6B-0372-02DF9C5F740A}"/>
          </ac:spMkLst>
        </pc:spChg>
        <pc:picChg chg="add mod">
          <ac:chgData name="志軒 簡" userId="5f287045bdc9c0f2" providerId="LiveId" clId="{1ED4325F-42B9-40E0-8F23-64C1E4B68A45}" dt="2022-10-29T11:23:11.702" v="455" actId="1076"/>
          <ac:picMkLst>
            <pc:docMk/>
            <pc:sldMk cId="1162311497" sldId="259"/>
            <ac:picMk id="5" creationId="{2ACBF427-6C65-24B1-B085-2343251727AF}"/>
          </ac:picMkLst>
        </pc:picChg>
        <pc:picChg chg="add mod ord">
          <ac:chgData name="志軒 簡" userId="5f287045bdc9c0f2" providerId="LiveId" clId="{1ED4325F-42B9-40E0-8F23-64C1E4B68A45}" dt="2022-10-29T08:52:02.282" v="208" actId="1076"/>
          <ac:picMkLst>
            <pc:docMk/>
            <pc:sldMk cId="1162311497" sldId="259"/>
            <ac:picMk id="6" creationId="{3AF91A72-4079-6E87-EF3C-9D0C134B962C}"/>
          </ac:picMkLst>
        </pc:picChg>
      </pc:sldChg>
      <pc:sldChg chg="del">
        <pc:chgData name="志軒 簡" userId="5f287045bdc9c0f2" providerId="LiveId" clId="{1ED4325F-42B9-40E0-8F23-64C1E4B68A45}" dt="2022-10-28T09:46:37.915" v="46" actId="2696"/>
        <pc:sldMkLst>
          <pc:docMk/>
          <pc:sldMk cId="3633912298" sldId="259"/>
        </pc:sldMkLst>
      </pc:sldChg>
      <pc:sldChg chg="del">
        <pc:chgData name="志軒 簡" userId="5f287045bdc9c0f2" providerId="LiveId" clId="{1ED4325F-42B9-40E0-8F23-64C1E4B68A45}" dt="2022-10-28T09:46:43.677" v="47" actId="2696"/>
        <pc:sldMkLst>
          <pc:docMk/>
          <pc:sldMk cId="1279740824" sldId="260"/>
        </pc:sldMkLst>
      </pc:sldChg>
      <pc:sldChg chg="addSp modSp new mod">
        <pc:chgData name="志軒 簡" userId="5f287045bdc9c0f2" providerId="LiveId" clId="{1ED4325F-42B9-40E0-8F23-64C1E4B68A45}" dt="2022-10-28T11:07:06.392" v="122" actId="1076"/>
        <pc:sldMkLst>
          <pc:docMk/>
          <pc:sldMk cId="1617207717" sldId="260"/>
        </pc:sldMkLst>
        <pc:spChg chg="mod">
          <ac:chgData name="志軒 簡" userId="5f287045bdc9c0f2" providerId="LiveId" clId="{1ED4325F-42B9-40E0-8F23-64C1E4B68A45}" dt="2022-10-28T11:04:21.068" v="72" actId="20577"/>
          <ac:spMkLst>
            <pc:docMk/>
            <pc:sldMk cId="1617207717" sldId="260"/>
            <ac:spMk id="2" creationId="{05C2FCD7-AE34-4C4C-E486-9AD23AA1AA93}"/>
          </ac:spMkLst>
        </pc:spChg>
        <pc:spChg chg="mod">
          <ac:chgData name="志軒 簡" userId="5f287045bdc9c0f2" providerId="LiveId" clId="{1ED4325F-42B9-40E0-8F23-64C1E4B68A45}" dt="2022-10-28T11:06:33.369" v="120"/>
          <ac:spMkLst>
            <pc:docMk/>
            <pc:sldMk cId="1617207717" sldId="260"/>
            <ac:spMk id="3" creationId="{A4761569-4ED3-0FE4-917D-4A891081CB5A}"/>
          </ac:spMkLst>
        </pc:spChg>
        <pc:picChg chg="add mod">
          <ac:chgData name="志軒 簡" userId="5f287045bdc9c0f2" providerId="LiveId" clId="{1ED4325F-42B9-40E0-8F23-64C1E4B68A45}" dt="2022-10-28T11:07:06.392" v="122" actId="1076"/>
          <ac:picMkLst>
            <pc:docMk/>
            <pc:sldMk cId="1617207717" sldId="260"/>
            <ac:picMk id="5" creationId="{BFEC867F-F2B1-F0F1-52D4-AFFC3C152258}"/>
          </ac:picMkLst>
        </pc:picChg>
      </pc:sldChg>
      <pc:sldChg chg="del">
        <pc:chgData name="志軒 簡" userId="5f287045bdc9c0f2" providerId="LiveId" clId="{1ED4325F-42B9-40E0-8F23-64C1E4B68A45}" dt="2022-10-28T09:46:49.300" v="49" actId="2696"/>
        <pc:sldMkLst>
          <pc:docMk/>
          <pc:sldMk cId="1525718352" sldId="261"/>
        </pc:sldMkLst>
      </pc:sldChg>
      <pc:sldChg chg="modSp new mod">
        <pc:chgData name="志軒 簡" userId="5f287045bdc9c0f2" providerId="LiveId" clId="{1ED4325F-42B9-40E0-8F23-64C1E4B68A45}" dt="2022-10-28T11:07:55.067" v="151" actId="20577"/>
        <pc:sldMkLst>
          <pc:docMk/>
          <pc:sldMk cId="3920192505" sldId="261"/>
        </pc:sldMkLst>
        <pc:spChg chg="mod">
          <ac:chgData name="志軒 簡" userId="5f287045bdc9c0f2" providerId="LiveId" clId="{1ED4325F-42B9-40E0-8F23-64C1E4B68A45}" dt="2022-10-28T11:07:38.915" v="139" actId="20577"/>
          <ac:spMkLst>
            <pc:docMk/>
            <pc:sldMk cId="3920192505" sldId="261"/>
            <ac:spMk id="2" creationId="{89939F2A-DBA6-15F6-8333-969353952F0B}"/>
          </ac:spMkLst>
        </pc:spChg>
        <pc:spChg chg="mod">
          <ac:chgData name="志軒 簡" userId="5f287045bdc9c0f2" providerId="LiveId" clId="{1ED4325F-42B9-40E0-8F23-64C1E4B68A45}" dt="2022-10-28T11:07:55.067" v="151" actId="20577"/>
          <ac:spMkLst>
            <pc:docMk/>
            <pc:sldMk cId="3920192505" sldId="261"/>
            <ac:spMk id="3" creationId="{EE072351-B334-333D-9AB7-C8E5A3A2988D}"/>
          </ac:spMkLst>
        </pc:spChg>
      </pc:sldChg>
      <pc:sldChg chg="addSp delSp modSp new mod">
        <pc:chgData name="志軒 簡" userId="5f287045bdc9c0f2" providerId="LiveId" clId="{1ED4325F-42B9-40E0-8F23-64C1E4B68A45}" dt="2022-10-29T11:24:31.321" v="462" actId="1076"/>
        <pc:sldMkLst>
          <pc:docMk/>
          <pc:sldMk cId="695519647" sldId="262"/>
        </pc:sldMkLst>
        <pc:spChg chg="mod">
          <ac:chgData name="志軒 簡" userId="5f287045bdc9c0f2" providerId="LiveId" clId="{1ED4325F-42B9-40E0-8F23-64C1E4B68A45}" dt="2022-10-28T11:10:56.517" v="158"/>
          <ac:spMkLst>
            <pc:docMk/>
            <pc:sldMk cId="695519647" sldId="262"/>
            <ac:spMk id="2" creationId="{F5F28218-D855-C700-F020-6AEB55E684E1}"/>
          </ac:spMkLst>
        </pc:spChg>
        <pc:spChg chg="del">
          <ac:chgData name="志軒 簡" userId="5f287045bdc9c0f2" providerId="LiveId" clId="{1ED4325F-42B9-40E0-8F23-64C1E4B68A45}" dt="2022-10-28T11:09:24.024" v="153" actId="22"/>
          <ac:spMkLst>
            <pc:docMk/>
            <pc:sldMk cId="695519647" sldId="262"/>
            <ac:spMk id="3" creationId="{57E5C3D7-96A3-5A54-9C10-A95BEF53171B}"/>
          </ac:spMkLst>
        </pc:spChg>
        <pc:picChg chg="add mod">
          <ac:chgData name="志軒 簡" userId="5f287045bdc9c0f2" providerId="LiveId" clId="{1ED4325F-42B9-40E0-8F23-64C1E4B68A45}" dt="2022-10-29T11:24:31.321" v="462" actId="1076"/>
          <ac:picMkLst>
            <pc:docMk/>
            <pc:sldMk cId="695519647" sldId="262"/>
            <ac:picMk id="3" creationId="{58CD658C-FA1D-32F3-716E-F0329449A91B}"/>
          </ac:picMkLst>
        </pc:picChg>
        <pc:picChg chg="add mod ord">
          <ac:chgData name="志軒 簡" userId="5f287045bdc9c0f2" providerId="LiveId" clId="{1ED4325F-42B9-40E0-8F23-64C1E4B68A45}" dt="2022-10-29T11:23:28.962" v="459" actId="1076"/>
          <ac:picMkLst>
            <pc:docMk/>
            <pc:sldMk cId="695519647" sldId="262"/>
            <ac:picMk id="5" creationId="{09285C73-35CA-9360-FE19-3E2EAC367D33}"/>
          </ac:picMkLst>
        </pc:picChg>
      </pc:sldChg>
      <pc:sldChg chg="del">
        <pc:chgData name="志軒 簡" userId="5f287045bdc9c0f2" providerId="LiveId" clId="{1ED4325F-42B9-40E0-8F23-64C1E4B68A45}" dt="2022-10-28T09:46:52.063" v="50" actId="2696"/>
        <pc:sldMkLst>
          <pc:docMk/>
          <pc:sldMk cId="2751356478" sldId="262"/>
        </pc:sldMkLst>
      </pc:sldChg>
      <pc:sldChg chg="del">
        <pc:chgData name="志軒 簡" userId="5f287045bdc9c0f2" providerId="LiveId" clId="{1ED4325F-42B9-40E0-8F23-64C1E4B68A45}" dt="2022-10-28T09:46:55.078" v="51" actId="2696"/>
        <pc:sldMkLst>
          <pc:docMk/>
          <pc:sldMk cId="2154269897" sldId="263"/>
        </pc:sldMkLst>
      </pc:sldChg>
      <pc:sldChg chg="addSp delSp modSp new mod ord">
        <pc:chgData name="志軒 簡" userId="5f287045bdc9c0f2" providerId="LiveId" clId="{1ED4325F-42B9-40E0-8F23-64C1E4B68A45}" dt="2022-10-29T09:47:54.293" v="429"/>
        <pc:sldMkLst>
          <pc:docMk/>
          <pc:sldMk cId="4005685323" sldId="263"/>
        </pc:sldMkLst>
        <pc:spChg chg="mod">
          <ac:chgData name="志軒 簡" userId="5f287045bdc9c0f2" providerId="LiveId" clId="{1ED4325F-42B9-40E0-8F23-64C1E4B68A45}" dt="2022-10-29T09:35:45.532" v="363" actId="20577"/>
          <ac:spMkLst>
            <pc:docMk/>
            <pc:sldMk cId="4005685323" sldId="263"/>
            <ac:spMk id="2" creationId="{C634AC87-84F3-070D-CBB4-80E13E2C7B3B}"/>
          </ac:spMkLst>
        </pc:spChg>
        <pc:spChg chg="del">
          <ac:chgData name="志軒 簡" userId="5f287045bdc9c0f2" providerId="LiveId" clId="{1ED4325F-42B9-40E0-8F23-64C1E4B68A45}" dt="2022-10-29T08:48:35.132" v="164" actId="3680"/>
          <ac:spMkLst>
            <pc:docMk/>
            <pc:sldMk cId="4005685323" sldId="263"/>
            <ac:spMk id="3" creationId="{2D667799-ABAB-E919-441B-5BC9ED76D544}"/>
          </ac:spMkLst>
        </pc:spChg>
        <pc:spChg chg="add del mod">
          <ac:chgData name="志軒 簡" userId="5f287045bdc9c0f2" providerId="LiveId" clId="{1ED4325F-42B9-40E0-8F23-64C1E4B68A45}" dt="2022-10-29T09:34:07.822" v="343" actId="478"/>
          <ac:spMkLst>
            <pc:docMk/>
            <pc:sldMk cId="4005685323" sldId="263"/>
            <ac:spMk id="6" creationId="{93EE8D30-A66A-4140-6B3E-55CEBF838508}"/>
          </ac:spMkLst>
        </pc:spChg>
        <pc:graphicFrameChg chg="add del mod ord modGraphic">
          <ac:chgData name="志軒 簡" userId="5f287045bdc9c0f2" providerId="LiveId" clId="{1ED4325F-42B9-40E0-8F23-64C1E4B68A45}" dt="2022-10-29T09:45:39.849" v="416" actId="1076"/>
          <ac:graphicFrameMkLst>
            <pc:docMk/>
            <pc:sldMk cId="4005685323" sldId="263"/>
            <ac:graphicFrameMk id="4" creationId="{336E2306-AAC4-EC06-F2F7-233742F21115}"/>
          </ac:graphicFrameMkLst>
        </pc:graphicFrameChg>
        <pc:picChg chg="add mod">
          <ac:chgData name="志軒 簡" userId="5f287045bdc9c0f2" providerId="LiveId" clId="{1ED4325F-42B9-40E0-8F23-64C1E4B68A45}" dt="2022-10-29T09:47:33.878" v="427" actId="1076"/>
          <ac:picMkLst>
            <pc:docMk/>
            <pc:sldMk cId="4005685323" sldId="263"/>
            <ac:picMk id="7" creationId="{172D7A7E-A992-D0FA-C1AF-4556C7AD3B55}"/>
          </ac:picMkLst>
        </pc:picChg>
        <pc:picChg chg="add mod">
          <ac:chgData name="志軒 簡" userId="5f287045bdc9c0f2" providerId="LiveId" clId="{1ED4325F-42B9-40E0-8F23-64C1E4B68A45}" dt="2022-10-29T09:47:30.699" v="426" actId="1076"/>
          <ac:picMkLst>
            <pc:docMk/>
            <pc:sldMk cId="4005685323" sldId="263"/>
            <ac:picMk id="8" creationId="{3E103692-73B9-5530-665F-DB2709C74078}"/>
          </ac:picMkLst>
        </pc:picChg>
      </pc:sldChg>
      <pc:sldChg chg="del">
        <pc:chgData name="志軒 簡" userId="5f287045bdc9c0f2" providerId="LiveId" clId="{1ED4325F-42B9-40E0-8F23-64C1E4B68A45}" dt="2022-10-28T09:47:00.423" v="53" actId="2696"/>
        <pc:sldMkLst>
          <pc:docMk/>
          <pc:sldMk cId="283760916" sldId="264"/>
        </pc:sldMkLst>
      </pc:sldChg>
      <pc:sldChg chg="addSp delSp modSp new mod">
        <pc:chgData name="志軒 簡" userId="5f287045bdc9c0f2" providerId="LiveId" clId="{1ED4325F-42B9-40E0-8F23-64C1E4B68A45}" dt="2022-10-29T09:31:24.879" v="340" actId="1076"/>
        <pc:sldMkLst>
          <pc:docMk/>
          <pc:sldMk cId="2775756452" sldId="264"/>
        </pc:sldMkLst>
        <pc:spChg chg="mod">
          <ac:chgData name="志軒 簡" userId="5f287045bdc9c0f2" providerId="LiveId" clId="{1ED4325F-42B9-40E0-8F23-64C1E4B68A45}" dt="2022-10-29T09:30:38.159" v="337" actId="20577"/>
          <ac:spMkLst>
            <pc:docMk/>
            <pc:sldMk cId="2775756452" sldId="264"/>
            <ac:spMk id="2" creationId="{DA363FBD-FB35-2A17-C854-9F21C9BA1E39}"/>
          </ac:spMkLst>
        </pc:spChg>
        <pc:spChg chg="del">
          <ac:chgData name="志軒 簡" userId="5f287045bdc9c0f2" providerId="LiveId" clId="{1ED4325F-42B9-40E0-8F23-64C1E4B68A45}" dt="2022-10-29T09:30:20.189" v="319" actId="22"/>
          <ac:spMkLst>
            <pc:docMk/>
            <pc:sldMk cId="2775756452" sldId="264"/>
            <ac:spMk id="3" creationId="{0FF9E7CD-4BE6-AF3C-98D9-57CB385B070A}"/>
          </ac:spMkLst>
        </pc:spChg>
        <pc:spChg chg="add del mod">
          <ac:chgData name="志軒 簡" userId="5f287045bdc9c0f2" providerId="LiveId" clId="{1ED4325F-42B9-40E0-8F23-64C1E4B68A45}" dt="2022-10-29T09:31:21.952" v="339" actId="22"/>
          <ac:spMkLst>
            <pc:docMk/>
            <pc:sldMk cId="2775756452" sldId="264"/>
            <ac:spMk id="7" creationId="{8C213315-3F18-7B99-5783-53B3D3032AE9}"/>
          </ac:spMkLst>
        </pc:spChg>
        <pc:picChg chg="add del mod ord">
          <ac:chgData name="志軒 簡" userId="5f287045bdc9c0f2" providerId="LiveId" clId="{1ED4325F-42B9-40E0-8F23-64C1E4B68A45}" dt="2022-10-29T09:30:51.386" v="338" actId="21"/>
          <ac:picMkLst>
            <pc:docMk/>
            <pc:sldMk cId="2775756452" sldId="264"/>
            <ac:picMk id="5" creationId="{4703D4A6-71B1-D5E0-CBCF-AD73C0B5B4D7}"/>
          </ac:picMkLst>
        </pc:picChg>
        <pc:picChg chg="add mod ord">
          <ac:chgData name="志軒 簡" userId="5f287045bdc9c0f2" providerId="LiveId" clId="{1ED4325F-42B9-40E0-8F23-64C1E4B68A45}" dt="2022-10-29T09:31:24.879" v="340" actId="1076"/>
          <ac:picMkLst>
            <pc:docMk/>
            <pc:sldMk cId="2775756452" sldId="264"/>
            <ac:picMk id="9" creationId="{481E7A70-C1AE-45F4-E02D-B9327D051B68}"/>
          </ac:picMkLst>
        </pc:picChg>
      </pc:sldChg>
      <pc:sldChg chg="addSp delSp modSp new mod">
        <pc:chgData name="志軒 簡" userId="5f287045bdc9c0f2" providerId="LiveId" clId="{1ED4325F-42B9-40E0-8F23-64C1E4B68A45}" dt="2022-10-29T09:39:56.648" v="403" actId="1076"/>
        <pc:sldMkLst>
          <pc:docMk/>
          <pc:sldMk cId="2521566274" sldId="265"/>
        </pc:sldMkLst>
        <pc:spChg chg="mod">
          <ac:chgData name="志軒 簡" userId="5f287045bdc9c0f2" providerId="LiveId" clId="{1ED4325F-42B9-40E0-8F23-64C1E4B68A45}" dt="2022-10-29T09:38:58.503" v="400" actId="20577"/>
          <ac:spMkLst>
            <pc:docMk/>
            <pc:sldMk cId="2521566274" sldId="265"/>
            <ac:spMk id="2" creationId="{4E29EF20-662E-CF77-48A8-AB56E7B1BFE9}"/>
          </ac:spMkLst>
        </pc:spChg>
        <pc:spChg chg="del">
          <ac:chgData name="志軒 簡" userId="5f287045bdc9c0f2" providerId="LiveId" clId="{1ED4325F-42B9-40E0-8F23-64C1E4B68A45}" dt="2022-10-29T09:39:50.394" v="401" actId="22"/>
          <ac:spMkLst>
            <pc:docMk/>
            <pc:sldMk cId="2521566274" sldId="265"/>
            <ac:spMk id="3" creationId="{6D60FA18-CE99-47B4-8277-25E978F9E32B}"/>
          </ac:spMkLst>
        </pc:spChg>
        <pc:picChg chg="add mod ord">
          <ac:chgData name="志軒 簡" userId="5f287045bdc9c0f2" providerId="LiveId" clId="{1ED4325F-42B9-40E0-8F23-64C1E4B68A45}" dt="2022-10-29T09:39:56.648" v="403" actId="1076"/>
          <ac:picMkLst>
            <pc:docMk/>
            <pc:sldMk cId="2521566274" sldId="265"/>
            <ac:picMk id="5" creationId="{4ACFA68A-8F57-0E7C-0379-6AEF6A03F82D}"/>
          </ac:picMkLst>
        </pc:picChg>
      </pc:sldChg>
      <pc:sldChg chg="del">
        <pc:chgData name="志軒 簡" userId="5f287045bdc9c0f2" providerId="LiveId" clId="{1ED4325F-42B9-40E0-8F23-64C1E4B68A45}" dt="2022-10-28T09:47:05.182" v="54" actId="2696"/>
        <pc:sldMkLst>
          <pc:docMk/>
          <pc:sldMk cId="2604097150" sldId="265"/>
        </pc:sldMkLst>
      </pc:sldChg>
      <pc:sldChg chg="addSp modSp new mod">
        <pc:chgData name="志軒 簡" userId="5f287045bdc9c0f2" providerId="LiveId" clId="{1ED4325F-42B9-40E0-8F23-64C1E4B68A45}" dt="2022-10-29T11:26:56.023" v="482" actId="14100"/>
        <pc:sldMkLst>
          <pc:docMk/>
          <pc:sldMk cId="1542424633" sldId="266"/>
        </pc:sldMkLst>
        <pc:picChg chg="add mod">
          <ac:chgData name="志軒 簡" userId="5f287045bdc9c0f2" providerId="LiveId" clId="{1ED4325F-42B9-40E0-8F23-64C1E4B68A45}" dt="2022-10-29T11:26:56.023" v="482" actId="14100"/>
          <ac:picMkLst>
            <pc:docMk/>
            <pc:sldMk cId="1542424633" sldId="266"/>
            <ac:picMk id="5" creationId="{BC61D451-DD41-D437-9CA3-FB2F3035D8E7}"/>
          </ac:picMkLst>
        </pc:picChg>
        <pc:picChg chg="add mod">
          <ac:chgData name="志軒 簡" userId="5f287045bdc9c0f2" providerId="LiveId" clId="{1ED4325F-42B9-40E0-8F23-64C1E4B68A45}" dt="2022-10-29T11:26:51.957" v="480" actId="14100"/>
          <ac:picMkLst>
            <pc:docMk/>
            <pc:sldMk cId="1542424633" sldId="266"/>
            <ac:picMk id="7" creationId="{A08D0C05-542A-4C14-FC36-75FC688E3572}"/>
          </ac:picMkLst>
        </pc:picChg>
      </pc:sldChg>
      <pc:sldChg chg="del">
        <pc:chgData name="志軒 簡" userId="5f287045bdc9c0f2" providerId="LiveId" clId="{1ED4325F-42B9-40E0-8F23-64C1E4B68A45}" dt="2022-10-28T09:47:56.604" v="57" actId="2696"/>
        <pc:sldMkLst>
          <pc:docMk/>
          <pc:sldMk cId="2702878889" sldId="266"/>
        </pc:sldMkLst>
      </pc:sldChg>
      <pc:sldChg chg="addSp modSp new mod">
        <pc:chgData name="志軒 簡" userId="5f287045bdc9c0f2" providerId="LiveId" clId="{1ED4325F-42B9-40E0-8F23-64C1E4B68A45}" dt="2022-10-29T11:24:55.614" v="466" actId="1076"/>
        <pc:sldMkLst>
          <pc:docMk/>
          <pc:sldMk cId="2098958104" sldId="267"/>
        </pc:sldMkLst>
        <pc:spChg chg="mod">
          <ac:chgData name="志軒 簡" userId="5f287045bdc9c0f2" providerId="LiveId" clId="{1ED4325F-42B9-40E0-8F23-64C1E4B68A45}" dt="2022-10-29T09:48:20.810" v="442" actId="20577"/>
          <ac:spMkLst>
            <pc:docMk/>
            <pc:sldMk cId="2098958104" sldId="267"/>
            <ac:spMk id="2" creationId="{31009CD8-DFFE-A486-DC9F-E9A66298276B}"/>
          </ac:spMkLst>
        </pc:spChg>
        <pc:spChg chg="mod">
          <ac:chgData name="志軒 簡" userId="5f287045bdc9c0f2" providerId="LiveId" clId="{1ED4325F-42B9-40E0-8F23-64C1E4B68A45}" dt="2022-10-29T11:21:37.563" v="454" actId="20577"/>
          <ac:spMkLst>
            <pc:docMk/>
            <pc:sldMk cId="2098958104" sldId="267"/>
            <ac:spMk id="3" creationId="{BD8CAEAD-36EC-B588-4D40-4058763D6ACD}"/>
          </ac:spMkLst>
        </pc:spChg>
        <pc:picChg chg="add mod">
          <ac:chgData name="志軒 簡" userId="5f287045bdc9c0f2" providerId="LiveId" clId="{1ED4325F-42B9-40E0-8F23-64C1E4B68A45}" dt="2022-10-29T11:24:55.614" v="466" actId="1076"/>
          <ac:picMkLst>
            <pc:docMk/>
            <pc:sldMk cId="2098958104" sldId="267"/>
            <ac:picMk id="4" creationId="{304E357D-48C9-E476-7A59-0017A4199BE4}"/>
          </ac:picMkLst>
        </pc:picChg>
      </pc:sldChg>
      <pc:sldChg chg="del">
        <pc:chgData name="志軒 簡" userId="5f287045bdc9c0f2" providerId="LiveId" clId="{1ED4325F-42B9-40E0-8F23-64C1E4B68A45}" dt="2022-10-28T09:47:51.037" v="55" actId="2696"/>
        <pc:sldMkLst>
          <pc:docMk/>
          <pc:sldMk cId="3407113886" sldId="267"/>
        </pc:sldMkLst>
      </pc:sldChg>
      <pc:sldChg chg="del">
        <pc:chgData name="志軒 簡" userId="5f287045bdc9c0f2" providerId="LiveId" clId="{1ED4325F-42B9-40E0-8F23-64C1E4B68A45}" dt="2022-10-28T09:46:46.592" v="48" actId="2696"/>
        <pc:sldMkLst>
          <pc:docMk/>
          <pc:sldMk cId="94658372" sldId="268"/>
        </pc:sldMkLst>
      </pc:sldChg>
      <pc:sldChg chg="del">
        <pc:chgData name="志軒 簡" userId="5f287045bdc9c0f2" providerId="LiveId" clId="{1ED4325F-42B9-40E0-8F23-64C1E4B68A45}" dt="2022-10-28T09:46:57.787" v="52" actId="2696"/>
        <pc:sldMkLst>
          <pc:docMk/>
          <pc:sldMk cId="2865745047" sldId="269"/>
        </pc:sldMkLst>
      </pc:sldChg>
      <pc:sldChg chg="del">
        <pc:chgData name="志軒 簡" userId="5f287045bdc9c0f2" providerId="LiveId" clId="{1ED4325F-42B9-40E0-8F23-64C1E4B68A45}" dt="2022-10-28T09:47:53.715" v="56" actId="2696"/>
        <pc:sldMkLst>
          <pc:docMk/>
          <pc:sldMk cId="2478206908" sldId="27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8:5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0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2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9:55:2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7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4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09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9:26:34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24575,'10'0'0,"92"-1"0,-1 4 0,144 24 0,-186-14 0,-37-7 0,0-1 0,0-1 0,31 1 0,279-6-1365,-306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9:26:3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24575,'1'12'0,"1"0"0,0 0 0,1 0 0,5 15 0,5 23 0,-5-1 0,2 6 0,5 111 0,-13-139-273,0 0 0,2 0 0,1 0 0,14 45 0,-10-47-6553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9:26:37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24575,'-1'15'0,"0"0"0,-2 0 0,-6 23 0,-4 27 0,8 314 0,7-208 0,-2-112-1365,0-33-5461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6D34A-238D-4485-A40B-F87E86E9258E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64390-0ED7-4C75-BFE1-36BE5D3D43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55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64390-0ED7-4C75-BFE1-36BE5D3D436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2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4ABE8-C94B-E18D-858B-D5BD0B457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CA81801-27CB-33FE-9BBB-35B4A8F85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ADB085-0E96-5673-674A-BC4F5767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31A456-1F52-86D4-BFE3-76ABE85B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DF849C-9AC1-D660-80F3-CABBA22C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8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899BAC-4486-BEF7-ED50-76C27F54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2E3A36-69DA-7675-1A1B-4D2E5918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821D62-ACEA-785E-4FFC-8E12E751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41D5E2-D6EE-E68D-93EB-CCA47810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11382C-634C-3346-3E34-C9DBDEC8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87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A36C7-53F1-0E07-AE4C-737515EF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0F2F28-0C20-E02F-D9F5-F925DC3A0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3F3457-6D4B-1B0D-B443-1D535B4D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A57AC-C319-CF75-1669-B27D371A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D198BE-D8B1-8E13-013A-C67E3615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09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1C669-6150-BD36-BB37-4BEF5D5E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63AE35-8B3A-D343-2183-BAB81EFC2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271FDD-84FF-945B-DE66-2BCCF0B2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2860B6-9AB1-02DB-31C2-8D48D592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995E2A-3CD8-8A87-DC71-C38BF7D4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2CE0F6-D5BF-132D-C7DF-40A33A4B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62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C8182-EBB8-EE7D-8C08-A13FEBAE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CEE536-50FA-581D-B2BE-81FD97BA9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F668FA-86CB-DA15-AB1A-E311480B8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5881DE1-F36F-92A4-FC1C-8AEA2099A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2B3EA3-970C-61D2-A1B8-E1EDEE49C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96277DE-52AE-290B-5D6D-2B1FBCEC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9E9EE01-71CA-9575-4F3B-5E4014D3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A9CFD94-812A-F5B7-A452-671C0AE9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0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4B7F7-64B8-FFE6-EA23-1CA37B4D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139E3A-2C6B-C838-82DD-2046F3CB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8A57213-0BE3-60B7-E7B6-8C1ECA99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1CA4A1-5503-DFDB-78CE-BB6301F6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99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90E34BB-6EB1-BAD1-FC6D-EE971E88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E6D17BE-E03F-39BD-6867-426E8BA1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860872-9876-819D-901A-9794133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26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21EDC-93FA-CEEC-2DC0-296C8A5D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966D3-0321-9530-3BBE-6A172CD7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53AC8E-357E-B12C-959A-68FC689CB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921B7E-E740-F038-426B-5A80531C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99217B-E73E-A066-AFAB-3DB571E2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773783-7C44-3528-705C-820CBFB9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87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05790-6942-CB7A-4284-94709472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42F9CDC-8A00-5D70-4208-2928A6442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9506B2-7081-438F-73C0-5F1938250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FB9D4E-3F43-D3BC-24A8-B5EA2B43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2AE023-8F09-3BE0-F98C-7478FB82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A4E2CE-60C0-A2D3-7563-D84C7AD3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91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DE12D-8D14-DE93-59D0-3BFA90F4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086A79-EF8D-9ED3-294A-0EDB04DF9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790C4-7B71-165D-CED5-B5A3CC60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22FF6-BD27-B989-BD6E-04A8E6F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6AB840-CA5F-FE7D-F5B2-A2A94306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01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EB9134E-AF1E-B42A-2102-7665CE0D6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0DAC8B-1A34-5904-7632-9E9B2121B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E19192-D5C1-DC8D-BAE0-86BDD629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947EDF-FE6F-BF6C-D0EB-476DA14D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C11C2-33BA-4948-8EB8-C09F19D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66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1C5B211-6D25-144F-AF56-36672E6C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C0595F-6EF9-4A8A-CE24-F423A325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73B7A-3877-B4D7-EC9E-AD672F206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33F32-0F6C-4691-9822-F43EC9D63E1A}" type="datetimeFigureOut">
              <a:rPr lang="zh-TW" altLang="en-US" smtClean="0"/>
              <a:t>2022/11/1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50C37F-EF86-75C0-3D9C-8A5C9D823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F84A5E-DB06-195D-E20D-1A9F0FEE1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DDDBD-C5B1-411B-AB10-6930BC6397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47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.png"/><Relationship Id="rId7" Type="http://schemas.openxmlformats.org/officeDocument/2006/relationships/customXml" Target="../ink/ink13.xml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customXml" Target="../ink/ink17.xml"/><Relationship Id="rId5" Type="http://schemas.openxmlformats.org/officeDocument/2006/relationships/customXml" Target="../ink/ink11.xml"/><Relationship Id="rId10" Type="http://schemas.openxmlformats.org/officeDocument/2006/relationships/customXml" Target="../ink/ink16.xml"/><Relationship Id="rId4" Type="http://schemas.openxmlformats.org/officeDocument/2006/relationships/customXml" Target="../ink/ink10.xml"/><Relationship Id="rId9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390EC-3505-4614-AC8B-E5220F3B9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LPOD: A Local Path Based Optimized Scheduling Algorithm for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Deadline-Constrained Big Data Workflows in the Cloud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88D9F7-F986-E365-FDC2-C6659A633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Changxin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Bai,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Shiyong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Ishtiaq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Ahmed,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Dunren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and Aravind Mohan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IEEE International Congress on Big Data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0B04478-59CB-DCC3-9EC8-DF5AE437110D}"/>
              </a:ext>
            </a:extLst>
          </p:cNvPr>
          <p:cNvSpPr txBox="1"/>
          <p:nvPr/>
        </p:nvSpPr>
        <p:spPr>
          <a:xfrm>
            <a:off x="8489576" y="5531224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 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Chih-Hsuan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Chien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altLang="zh-TW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Date: 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2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AA023B-D9C9-363E-0730-DE94BC6B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0B566-6CC0-DA0E-6E4E-CF625178F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based scheduling algorithms have been proven an optimistic strategy with a shorter response time to generate feasible solutions for the workflow scheduling problem. Data-intensive and computation-intensive workflow applications have different characteristics in terms of the ratio between data transfer time and task execution time. Workflow scheduling algorithms in a cloud-based environment should adequately consider the characteristics of the underlying cloud platform such as the on-demand resource provisioning strategy, the practically unlimited compute capacities, the booting times of virtual machines, the homogeneous network and the pay-as-you-go price model to produce an optimal scheduling solution within the deadline constraint of a given workflow.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3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6979C-CA4D-7A66-7CD0-EADF8C54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458660-DDC9-CFEA-36B1-2389DF33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a path based scheduling algorithm, named LPOD, is proposed to find the best workflow schedule solution with minimum monetary cost in a cloud computing environment. A series of case studies have been carefully conducted using synthetic workflows based on DATAVIEW, which is a popular open-source big data workflow management system. The experimental results show that the proposed algorithm is efficient and can generate better workflow schedules than the state-of-the-art algorithms such as IC-PCP and SGX-E2C2D.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14C6884-43A1-9C7D-8226-F364F37CC689}"/>
                  </a:ext>
                </a:extLst>
              </p14:cNvPr>
              <p14:cNvContentPartPr/>
              <p14:nvPr/>
            </p14:nvContentPartPr>
            <p14:xfrm>
              <a:off x="4038000" y="2056834"/>
              <a:ext cx="360" cy="36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14C6884-43A1-9C7D-8226-F364F37CC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9360" y="204819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193D49E-E30D-4396-1462-6B26E4C91EA4}"/>
                  </a:ext>
                </a:extLst>
              </p14:cNvPr>
              <p14:cNvContentPartPr/>
              <p14:nvPr/>
            </p14:nvContentPartPr>
            <p14:xfrm>
              <a:off x="1317120" y="2840554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193D49E-E30D-4396-1462-6B26E4C91E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8120" y="283191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7427822A-2CB3-383F-6BBE-8634DBD84AFE}"/>
                  </a:ext>
                </a:extLst>
              </p14:cNvPr>
              <p14:cNvContentPartPr/>
              <p14:nvPr/>
            </p14:nvContentPartPr>
            <p14:xfrm>
              <a:off x="6106560" y="3766114"/>
              <a:ext cx="360" cy="3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7427822A-2CB3-383F-6BBE-8634DBD84A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7560" y="375711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A5D3166B-5B8B-EFB3-E4B6-2898F7540893}"/>
              </a:ext>
            </a:extLst>
          </p:cNvPr>
          <p:cNvGrpSpPr/>
          <p:nvPr/>
        </p:nvGrpSpPr>
        <p:grpSpPr>
          <a:xfrm>
            <a:off x="5300880" y="3613834"/>
            <a:ext cx="360" cy="360"/>
            <a:chOff x="5300880" y="3613834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5D7B40F-002B-A7ED-478F-04D872073E29}"/>
                    </a:ext>
                  </a:extLst>
                </p14:cNvPr>
                <p14:cNvContentPartPr/>
                <p14:nvPr/>
              </p14:nvContentPartPr>
              <p14:xfrm>
                <a:off x="5300880" y="3613834"/>
                <a:ext cx="360" cy="36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5D7B40F-002B-A7ED-478F-04D872073E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91880" y="36048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866F8720-C858-FC4D-6FF0-E195551DB4EC}"/>
                    </a:ext>
                  </a:extLst>
                </p14:cNvPr>
                <p14:cNvContentPartPr/>
                <p14:nvPr/>
              </p14:nvContentPartPr>
              <p14:xfrm>
                <a:off x="5300880" y="3613834"/>
                <a:ext cx="360" cy="36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866F8720-C858-FC4D-6FF0-E195551DB4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91880" y="36048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5784526-A890-DFB5-87FE-854648E31828}"/>
              </a:ext>
            </a:extLst>
          </p:cNvPr>
          <p:cNvGrpSpPr/>
          <p:nvPr/>
        </p:nvGrpSpPr>
        <p:grpSpPr>
          <a:xfrm>
            <a:off x="2829840" y="3276514"/>
            <a:ext cx="360" cy="360"/>
            <a:chOff x="2829840" y="3276514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F945F91-78E7-9276-0076-3F12380C2EEC}"/>
                    </a:ext>
                  </a:extLst>
                </p14:cNvPr>
                <p14:cNvContentPartPr/>
                <p14:nvPr/>
              </p14:nvContentPartPr>
              <p14:xfrm>
                <a:off x="2829840" y="3276514"/>
                <a:ext cx="360" cy="3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F945F91-78E7-9276-0076-3F12380C2E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20840" y="326751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8B4FBD65-6C62-BAF1-4786-08E31510E505}"/>
                    </a:ext>
                  </a:extLst>
                </p14:cNvPr>
                <p14:cNvContentPartPr/>
                <p14:nvPr/>
              </p14:nvContentPartPr>
              <p14:xfrm>
                <a:off x="2829840" y="3276514"/>
                <a:ext cx="360" cy="36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8B4FBD65-6C62-BAF1-4786-08E31510E5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20840" y="326751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5CBB7311-2A8F-2E11-ED1E-FB59D44057AA}"/>
                  </a:ext>
                </a:extLst>
              </p14:cNvPr>
              <p14:cNvContentPartPr/>
              <p14:nvPr/>
            </p14:nvContentPartPr>
            <p14:xfrm>
              <a:off x="2807880" y="2546794"/>
              <a:ext cx="360" cy="36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5CBB7311-2A8F-2E11-ED1E-FB59D44057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9240" y="253815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99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2FCD7-AE34-4C4C-E486-9AD23AA1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761569-4ED3-0FE4-917D-4A891081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cost with deadline </a:t>
            </a:r>
            <a:r>
              <a:rPr lang="el-GR" altLang="zh-TW" b="0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EC867F-F2B1-F0F1-52D4-AFFC3C152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053" y="3522233"/>
            <a:ext cx="493463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0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939F2A-DBA6-15F6-8333-96935395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072351-B334-333D-9AB7-C8E5A3A29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IC-PCP</a:t>
            </a:r>
          </a:p>
          <a:p>
            <a:r>
              <a:rPr lang="en-US" altLang="zh-TW" dirty="0"/>
              <a:t>SGX-E2C2D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B41E0B42-5F44-2E73-C4BD-57C5C9448E2F}"/>
                  </a:ext>
                </a:extLst>
              </p14:cNvPr>
              <p14:cNvContentPartPr/>
              <p14:nvPr/>
            </p14:nvContentPartPr>
            <p14:xfrm>
              <a:off x="1948200" y="2078794"/>
              <a:ext cx="360" cy="36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B41E0B42-5F44-2E73-C4BD-57C5C9448E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9200" y="206979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80F4C42D-6463-AD96-5160-546DBF0049AC}"/>
              </a:ext>
            </a:extLst>
          </p:cNvPr>
          <p:cNvGrpSpPr/>
          <p:nvPr/>
        </p:nvGrpSpPr>
        <p:grpSpPr>
          <a:xfrm>
            <a:off x="2198760" y="2340154"/>
            <a:ext cx="360" cy="360"/>
            <a:chOff x="2198760" y="2340154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C190A110-4077-B2FD-1C7C-36F962020E43}"/>
                    </a:ext>
                  </a:extLst>
                </p14:cNvPr>
                <p14:cNvContentPartPr/>
                <p14:nvPr/>
              </p14:nvContentPartPr>
              <p14:xfrm>
                <a:off x="2198760" y="2340154"/>
                <a:ext cx="360" cy="36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C190A110-4077-B2FD-1C7C-36F962020E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9760" y="233115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5294107F-FD56-B1CE-491C-5305CBB88069}"/>
                    </a:ext>
                  </a:extLst>
                </p14:cNvPr>
                <p14:cNvContentPartPr/>
                <p14:nvPr/>
              </p14:nvContentPartPr>
              <p14:xfrm>
                <a:off x="2198760" y="2340154"/>
                <a:ext cx="360" cy="36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5294107F-FD56-B1CE-491C-5305CBB880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9760" y="233115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4EB7ED60-F954-5F6A-1E78-8AEBD38F8FA4}"/>
                    </a:ext>
                  </a:extLst>
                </p14:cNvPr>
                <p14:cNvContentPartPr/>
                <p14:nvPr/>
              </p14:nvContentPartPr>
              <p14:xfrm>
                <a:off x="2198760" y="2340154"/>
                <a:ext cx="360" cy="36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4EB7ED60-F954-5F6A-1E78-8AEBD38F8F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9760" y="233115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8DC9700-CF4E-5F4B-4C6B-93F2A7D387A5}"/>
              </a:ext>
            </a:extLst>
          </p:cNvPr>
          <p:cNvGrpSpPr/>
          <p:nvPr/>
        </p:nvGrpSpPr>
        <p:grpSpPr>
          <a:xfrm>
            <a:off x="1512960" y="1828594"/>
            <a:ext cx="360" cy="360"/>
            <a:chOff x="1512960" y="1828594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E6DAD6FC-3616-C3C6-6BC1-C37ABD9FBF28}"/>
                    </a:ext>
                  </a:extLst>
                </p14:cNvPr>
                <p14:cNvContentPartPr/>
                <p14:nvPr/>
              </p14:nvContentPartPr>
              <p14:xfrm>
                <a:off x="1512960" y="1828594"/>
                <a:ext cx="360" cy="36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E6DAD6FC-3616-C3C6-6BC1-C37ABD9FBF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3960" y="18195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5D69D3EB-C576-69CA-957D-8FE3D44F4FB0}"/>
                    </a:ext>
                  </a:extLst>
                </p14:cNvPr>
                <p14:cNvContentPartPr/>
                <p14:nvPr/>
              </p14:nvContentPartPr>
              <p14:xfrm>
                <a:off x="1512960" y="1828594"/>
                <a:ext cx="360" cy="3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5D69D3EB-C576-69CA-957D-8FE3D44F4F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3960" y="18195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DA144A1-C20D-1850-971B-F28B8BA9C9B9}"/>
                  </a:ext>
                </a:extLst>
              </p14:cNvPr>
              <p14:cNvContentPartPr/>
              <p14:nvPr/>
            </p14:nvContentPartPr>
            <p14:xfrm>
              <a:off x="2187600" y="903394"/>
              <a:ext cx="360" cy="36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DA144A1-C20D-1850-971B-F28B8BA9C9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8600" y="89439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61724C8E-4128-74FF-24E8-DB2C4836DB3A}"/>
                  </a:ext>
                </a:extLst>
              </p14:cNvPr>
              <p14:cNvContentPartPr/>
              <p14:nvPr/>
            </p14:nvContentPartPr>
            <p14:xfrm>
              <a:off x="1980960" y="2557594"/>
              <a:ext cx="2160" cy="36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61724C8E-4128-74FF-24E8-DB2C4836DB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2320" y="2548954"/>
                <a:ext cx="19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6BD76988-40A3-288B-B091-610AD82ACF6E}"/>
                  </a:ext>
                </a:extLst>
              </p14:cNvPr>
              <p14:cNvContentPartPr/>
              <p14:nvPr/>
            </p14:nvContentPartPr>
            <p14:xfrm>
              <a:off x="2144040" y="2906074"/>
              <a:ext cx="360" cy="36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6BD76988-40A3-288B-B091-610AD82ACF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5040" y="289743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019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09CD8-DFFE-A486-DC9F-E9A66298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8CAEAD-36EC-B588-4D40-4058763D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Priority Rank</a:t>
            </a:r>
          </a:p>
          <a:p>
            <a:r>
              <a:rPr lang="en-US" altLang="zh-TW" dirty="0"/>
              <a:t>Path assignment</a:t>
            </a:r>
          </a:p>
        </p:txBody>
      </p:sp>
    </p:spTree>
    <p:extLst>
      <p:ext uri="{BB962C8B-B14F-4D97-AF65-F5344CB8AC3E}">
        <p14:creationId xmlns:p14="http://schemas.microsoft.com/office/powerpoint/2010/main" val="209895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28218-D855-C700-F020-6AEB55E6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Priority Rank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9285C73-35CA-9360-FE19-3E2EAC367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513" y="1962515"/>
            <a:ext cx="7779953" cy="1104170"/>
          </a:xfr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8CD658C-FA1D-32F3-716E-F0329449A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637" y="2986670"/>
            <a:ext cx="6583679" cy="386675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25F280A2-DAD7-CF32-C142-BCF8F2E10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4" y="4360461"/>
            <a:ext cx="5456393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1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363FBD-FB35-2A17-C854-9F21C9BA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Billing cycle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481E7A70-C1AE-45F4-E02D-B9327D051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213" y="2736485"/>
            <a:ext cx="7173326" cy="1133633"/>
          </a:xfr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30A72D2C-17C1-C459-EDF3-16E83ED321F4}"/>
              </a:ext>
            </a:extLst>
          </p:cNvPr>
          <p:cNvGrpSpPr/>
          <p:nvPr/>
        </p:nvGrpSpPr>
        <p:grpSpPr>
          <a:xfrm>
            <a:off x="3515640" y="2677114"/>
            <a:ext cx="358560" cy="249840"/>
            <a:chOff x="3515640" y="2677114"/>
            <a:chExt cx="35856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691FFFD-A15B-0F30-0DFD-AF8F8FC893A8}"/>
                    </a:ext>
                  </a:extLst>
                </p14:cNvPr>
                <p14:cNvContentPartPr/>
                <p14:nvPr/>
              </p14:nvContentPartPr>
              <p14:xfrm>
                <a:off x="3515640" y="2677114"/>
                <a:ext cx="358560" cy="230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691FFFD-A15B-0F30-0DFD-AF8F8FC893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07000" y="2668114"/>
                  <a:ext cx="376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17EC502C-C07D-459E-A90A-80F2036BFBF0}"/>
                    </a:ext>
                  </a:extLst>
                </p14:cNvPr>
                <p14:cNvContentPartPr/>
                <p14:nvPr/>
              </p14:nvContentPartPr>
              <p14:xfrm>
                <a:off x="3733440" y="2710234"/>
                <a:ext cx="37440" cy="21672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17EC502C-C07D-459E-A90A-80F2036BFB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24440" y="2701594"/>
                  <a:ext cx="5508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C397A1E0-BF01-91B2-54FE-B06DC2F7AEBE}"/>
                  </a:ext>
                </a:extLst>
              </p14:cNvPr>
              <p14:cNvContentPartPr/>
              <p14:nvPr/>
            </p14:nvContentPartPr>
            <p14:xfrm>
              <a:off x="4070040" y="2677474"/>
              <a:ext cx="11880" cy="28224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C397A1E0-BF01-91B2-54FE-B06DC2F7AE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1400" y="2668474"/>
                <a:ext cx="29520" cy="2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575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9D26D4-10BB-A859-FBF6-74CA19BF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Acccost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CBF427-6C65-24B1-B085-234325172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057" y="2851423"/>
            <a:ext cx="5621881" cy="3301865"/>
          </a:xfrm>
          <a:prstGeom prst="rect">
            <a:avLst/>
          </a:prstGeo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534DE35-2B20-7952-D540-327DBA71A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143" y="2518064"/>
            <a:ext cx="6453214" cy="1241940"/>
          </a:xfrm>
        </p:spPr>
      </p:pic>
    </p:spTree>
    <p:extLst>
      <p:ext uri="{BB962C8B-B14F-4D97-AF65-F5344CB8AC3E}">
        <p14:creationId xmlns:p14="http://schemas.microsoft.com/office/powerpoint/2010/main" val="116231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34AC87-84F3-070D-CBB4-80E13E2C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Path assignment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36E2306-AAC4-EC06-F2F7-233742F21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03756"/>
              </p:ext>
            </p:extLst>
          </p:nvPr>
        </p:nvGraphicFramePr>
        <p:xfrm>
          <a:off x="3420291" y="4026281"/>
          <a:ext cx="8412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481546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755145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278071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2888299"/>
                    </a:ext>
                  </a:extLst>
                </a:gridCol>
              </a:tblGrid>
              <a:tr h="493175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TASK2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TASK6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TASK9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accost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129425"/>
                  </a:ext>
                </a:extLst>
              </a:tr>
              <a:tr h="493175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VM2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489312"/>
                  </a:ext>
                </a:extLst>
              </a:tr>
              <a:tr h="493175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</a:p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29656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172D7A7E-A992-D0FA-C1AF-4556C7AD3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215" y="15479"/>
            <a:ext cx="6035039" cy="3544522"/>
          </a:xfrm>
          <a:prstGeom prst="rect">
            <a:avLst/>
          </a:prstGeom>
        </p:spPr>
      </p:pic>
      <p:pic>
        <p:nvPicPr>
          <p:cNvPr id="8" name="內容版面配置區 5">
            <a:extLst>
              <a:ext uri="{FF2B5EF4-FFF2-40B4-BE49-F238E27FC236}">
                <a16:creationId xmlns:a16="http://schemas.microsoft.com/office/drawing/2014/main" id="{3E103692-73B9-5530-665F-DB2709C74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09" y="1989698"/>
            <a:ext cx="5458587" cy="1524213"/>
          </a:xfrm>
          <a:prstGeom prst="rect">
            <a:avLst/>
          </a:prstGeom>
        </p:spPr>
      </p:pic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F62DA359-0279-376C-9E74-894BF08D8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42090"/>
              </p:ext>
            </p:extLst>
          </p:nvPr>
        </p:nvGraphicFramePr>
        <p:xfrm>
          <a:off x="196596" y="4026281"/>
          <a:ext cx="1751948" cy="190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974">
                  <a:extLst>
                    <a:ext uri="{9D8B030D-6E8A-4147-A177-3AD203B41FA5}">
                      <a16:colId xmlns:a16="http://schemas.microsoft.com/office/drawing/2014/main" val="3869510388"/>
                    </a:ext>
                  </a:extLst>
                </a:gridCol>
                <a:gridCol w="875974">
                  <a:extLst>
                    <a:ext uri="{9D8B030D-6E8A-4147-A177-3AD203B41FA5}">
                      <a16:colId xmlns:a16="http://schemas.microsoft.com/office/drawing/2014/main" val="2647874536"/>
                    </a:ext>
                  </a:extLst>
                </a:gridCol>
              </a:tblGrid>
              <a:tr h="476608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82441"/>
                  </a:ext>
                </a:extLst>
              </a:tr>
              <a:tr h="476608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$5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55661"/>
                  </a:ext>
                </a:extLst>
              </a:tr>
              <a:tr h="476608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$2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53433"/>
                  </a:ext>
                </a:extLst>
              </a:tr>
              <a:tr h="476608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VM3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$1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294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685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29EF20-662E-CF77-48A8-AB56E7B1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Performance evaluation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ACFA68A-8F57-0E7C-0379-6AEF6A03F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030" y="2350041"/>
            <a:ext cx="7425860" cy="1325563"/>
          </a:xfrm>
        </p:spPr>
      </p:pic>
    </p:spTree>
    <p:extLst>
      <p:ext uri="{BB962C8B-B14F-4D97-AF65-F5344CB8AC3E}">
        <p14:creationId xmlns:p14="http://schemas.microsoft.com/office/powerpoint/2010/main" val="2521566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D496E2-0A8B-7F2B-51F2-4EB1DED9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EEEE3D-B65F-992D-F46F-095D87F9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C61D451-DD41-D437-9CA3-FB2F3035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103"/>
            <a:ext cx="12280392" cy="34161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08D0C05-542A-4C14-FC36-75FC688E3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3207"/>
            <a:ext cx="12280392" cy="319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2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5866</TotalTime>
  <Words>307</Words>
  <Application>Microsoft Office PowerPoint</Application>
  <PresentationFormat>寬螢幕</PresentationFormat>
  <Paragraphs>48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佈景主題</vt:lpstr>
      <vt:lpstr>LPOD: A Local Path Based Optimized Scheduling Algorithm for Deadline-Constrained Big Data Workflows in the Cloud</vt:lpstr>
      <vt:lpstr>Abstract (1/2)</vt:lpstr>
      <vt:lpstr>Abstract (2/2)</vt:lpstr>
      <vt:lpstr>Problem</vt:lpstr>
      <vt:lpstr>Related work</vt:lpstr>
      <vt:lpstr>Difference</vt:lpstr>
      <vt:lpstr>Priority Rank</vt:lpstr>
      <vt:lpstr>Billing cycle</vt:lpstr>
      <vt:lpstr>Acccost</vt:lpstr>
      <vt:lpstr>Path assignment</vt:lpstr>
      <vt:lpstr>Performance evaluation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Cost-Effective Deadline-Constrained Dynamic Scheduling Algorithm for Scientific Workflows in a Cloud Environment</dc:title>
  <dc:creator>志軒 簡</dc:creator>
  <cp:lastModifiedBy>志軒 簡</cp:lastModifiedBy>
  <cp:revision>27</cp:revision>
  <dcterms:created xsi:type="dcterms:W3CDTF">2022-06-30T13:07:17Z</dcterms:created>
  <dcterms:modified xsi:type="dcterms:W3CDTF">2022-11-01T10:13:30Z</dcterms:modified>
</cp:coreProperties>
</file>