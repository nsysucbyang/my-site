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2" r:id="rId3"/>
    <p:sldId id="266" r:id="rId4"/>
    <p:sldId id="258" r:id="rId5"/>
    <p:sldId id="289" r:id="rId6"/>
    <p:sldId id="292" r:id="rId7"/>
    <p:sldId id="293" r:id="rId8"/>
    <p:sldId id="296" r:id="rId9"/>
    <p:sldId id="297" r:id="rId10"/>
    <p:sldId id="283" r:id="rId11"/>
    <p:sldId id="287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993" autoAdjust="0"/>
  </p:normalViewPr>
  <p:slideViewPr>
    <p:cSldViewPr>
      <p:cViewPr varScale="1">
        <p:scale>
          <a:sx n="61" d="100"/>
          <a:sy n="61" d="100"/>
        </p:scale>
        <p:origin x="16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C2939-B1A7-4514-8535-C0FA2719FDF5}" type="datetimeFigureOut">
              <a:rPr lang="zh-TW" altLang="en-US" smtClean="0"/>
              <a:pPr/>
              <a:t>2022/2/22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C87CB-DD22-4F6F-BC7E-D0042601E3D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635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時間複雜度</a:t>
            </a:r>
            <a:r>
              <a:rPr lang="en-US" altLang="zh-TW" dirty="0"/>
              <a:t>:sequence</a:t>
            </a:r>
            <a:r>
              <a:rPr lang="zh-TW" altLang="en-US" dirty="0"/>
              <a:t>數量*字母種類*</a:t>
            </a:r>
            <a:r>
              <a:rPr lang="en-US" altLang="zh-TW" dirty="0"/>
              <a:t>sequence</a:t>
            </a:r>
            <a:r>
              <a:rPr lang="zh-TW" altLang="en-US" dirty="0"/>
              <a:t>長度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986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主要是用一個</a:t>
            </a:r>
            <a:r>
              <a:rPr lang="en-US" altLang="zh-TW" dirty="0"/>
              <a:t>hash table </a:t>
            </a:r>
            <a:r>
              <a:rPr lang="zh-TW" altLang="en-US" dirty="0"/>
              <a:t>紀錄總共有哪些點與一個陣列紀錄這些點的</a:t>
            </a:r>
            <a:r>
              <a:rPr lang="en-US" altLang="zh-TW" dirty="0"/>
              <a:t>in-degree</a:t>
            </a:r>
          </a:p>
          <a:p>
            <a:endParaRPr lang="en-US" altLang="zh-TW" dirty="0"/>
          </a:p>
          <a:p>
            <a:r>
              <a:rPr lang="zh-TW" altLang="en-US" dirty="0"/>
              <a:t>從起點開始的拓樸</a:t>
            </a:r>
            <a:endParaRPr lang="en-US" altLang="zh-TW" dirty="0"/>
          </a:p>
          <a:p>
            <a:r>
              <a:rPr lang="zh-TW" altLang="en-US" dirty="0"/>
              <a:t>利用前面的</a:t>
            </a:r>
            <a:r>
              <a:rPr lang="en-US" altLang="zh-TW" dirty="0"/>
              <a:t>indegree</a:t>
            </a:r>
            <a:r>
              <a:rPr lang="zh-TW" altLang="en-US" dirty="0"/>
              <a:t>與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successor tables</a:t>
            </a:r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做完這個步驟我們可以得到每個點屬於哪一個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與他的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precursor</a:t>
            </a:r>
          </a:p>
          <a:p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講解範例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8378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從起點開始的拓樸</a:t>
            </a:r>
            <a:endParaRPr lang="en-US" altLang="zh-TW" dirty="0"/>
          </a:p>
          <a:p>
            <a:r>
              <a:rPr lang="zh-TW" altLang="en-US" dirty="0"/>
              <a:t>利用前面的</a:t>
            </a:r>
            <a:r>
              <a:rPr lang="en-US" altLang="zh-TW" dirty="0"/>
              <a:t>indegree</a:t>
            </a:r>
            <a:r>
              <a:rPr lang="zh-TW" altLang="en-US" dirty="0"/>
              <a:t>與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successor tables</a:t>
            </a:r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做完這個步驟我們可以得到每個點屬於哪一個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與他的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precursor</a:t>
            </a:r>
          </a:p>
          <a:p>
            <a:endParaRPr lang="en-US" altLang="zh-TW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從終點開始的拓樸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我們知道每個點的前一個是誰再加上知道每一個點是屬於哪一層來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找到哪些才是</a:t>
            </a:r>
            <a:r>
              <a:rPr lang="en-US" altLang="zh-TW" dirty="0"/>
              <a:t>critical points (</a:t>
            </a:r>
            <a:r>
              <a:rPr lang="zh-TW" altLang="en-US" dirty="0"/>
              <a:t>使用</a:t>
            </a:r>
            <a:r>
              <a:rPr lang="en-US" altLang="zh-TW" dirty="0"/>
              <a:t>level-1=|MLCS|</a:t>
            </a:r>
            <a:r>
              <a:rPr lang="zh-TW" altLang="en-US" dirty="0"/>
              <a:t>的性質來求</a:t>
            </a:r>
            <a:r>
              <a:rPr lang="en-US" altLang="zh-TW" dirty="0"/>
              <a:t>ex:level2</a:t>
            </a:r>
            <a:r>
              <a:rPr lang="zh-TW" altLang="en-US" dirty="0"/>
              <a:t>要連接</a:t>
            </a:r>
            <a:r>
              <a:rPr lang="en-US" altLang="zh-TW" dirty="0"/>
              <a:t>level3</a:t>
            </a:r>
            <a:r>
              <a:rPr lang="zh-TW" altLang="en-US" dirty="0"/>
              <a:t>，</a:t>
            </a:r>
            <a:r>
              <a:rPr lang="en-US" altLang="zh-TW" dirty="0"/>
              <a:t>level4</a:t>
            </a:r>
            <a:r>
              <a:rPr lang="zh-TW" altLang="en-US" dirty="0"/>
              <a:t>要連</a:t>
            </a:r>
            <a:r>
              <a:rPr lang="en-US" altLang="zh-TW" dirty="0"/>
              <a:t>level5</a:t>
            </a:r>
            <a:r>
              <a:rPr lang="zh-TW" altLang="en-US" dirty="0"/>
              <a:t>，所以看點</a:t>
            </a:r>
            <a:r>
              <a:rPr lang="en-US" altLang="zh-TW" dirty="0"/>
              <a:t>5</a:t>
            </a:r>
            <a:r>
              <a:rPr lang="zh-TW" altLang="en-US" dirty="0"/>
              <a:t>直接連到</a:t>
            </a:r>
            <a:r>
              <a:rPr lang="en-US" altLang="zh-TW" dirty="0"/>
              <a:t>15</a:t>
            </a:r>
            <a:r>
              <a:rPr lang="zh-TW" altLang="en-US" dirty="0"/>
              <a:t>就是有問題的可被刪除。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3836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從終點開始的拓樸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我們知道每個點的前一個是誰再加上知道每一個點是屬於哪一層來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找到哪些才是</a:t>
            </a:r>
            <a:r>
              <a:rPr lang="en-US" altLang="zh-TW" dirty="0"/>
              <a:t>critical points (</a:t>
            </a:r>
            <a:r>
              <a:rPr lang="zh-TW" altLang="en-US" dirty="0"/>
              <a:t>使用</a:t>
            </a:r>
            <a:r>
              <a:rPr lang="en-US" altLang="zh-TW" dirty="0"/>
              <a:t>level-1=|MLCS|</a:t>
            </a:r>
            <a:r>
              <a:rPr lang="zh-TW" altLang="en-US" dirty="0"/>
              <a:t>的性質來求</a:t>
            </a:r>
            <a:r>
              <a:rPr lang="en-US" altLang="zh-TW" dirty="0"/>
              <a:t>ex:level2</a:t>
            </a:r>
            <a:r>
              <a:rPr lang="zh-TW" altLang="en-US" dirty="0"/>
              <a:t>要連接</a:t>
            </a:r>
            <a:r>
              <a:rPr lang="en-US" altLang="zh-TW" dirty="0"/>
              <a:t>level3</a:t>
            </a:r>
            <a:r>
              <a:rPr lang="zh-TW" altLang="en-US" dirty="0"/>
              <a:t>，</a:t>
            </a:r>
            <a:r>
              <a:rPr lang="en-US" altLang="zh-TW" dirty="0"/>
              <a:t>level4</a:t>
            </a:r>
            <a:r>
              <a:rPr lang="zh-TW" altLang="en-US" dirty="0"/>
              <a:t>要連</a:t>
            </a:r>
            <a:r>
              <a:rPr lang="en-US" altLang="zh-TW" dirty="0"/>
              <a:t>level5</a:t>
            </a:r>
            <a:r>
              <a:rPr lang="zh-TW" altLang="en-US" dirty="0"/>
              <a:t>，所以看點</a:t>
            </a:r>
            <a:r>
              <a:rPr lang="en-US" altLang="zh-TW" dirty="0"/>
              <a:t>5</a:t>
            </a:r>
            <a:r>
              <a:rPr lang="zh-TW" altLang="en-US" dirty="0"/>
              <a:t>直接連到</a:t>
            </a:r>
            <a:r>
              <a:rPr lang="en-US" altLang="zh-TW" dirty="0"/>
              <a:t>15</a:t>
            </a:r>
            <a:r>
              <a:rPr lang="zh-TW" altLang="en-US" dirty="0"/>
              <a:t>就是有問題的可被刪除。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5915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234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7581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5 SEQUENCES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zh-TW" altLang="en-US" dirty="0"/>
              <a:t>字母種類分別為</a:t>
            </a:r>
            <a:r>
              <a:rPr lang="en-US" altLang="zh-TW" dirty="0"/>
              <a:t>4</a:t>
            </a:r>
            <a:r>
              <a:rPr lang="zh-TW" altLang="en-US" dirty="0"/>
              <a:t>個與</a:t>
            </a:r>
            <a:r>
              <a:rPr lang="en-US" altLang="zh-TW" dirty="0"/>
              <a:t>20</a:t>
            </a:r>
            <a:r>
              <a:rPr lang="zh-TW" altLang="en-US" dirty="0"/>
              <a:t>個 </a:t>
            </a:r>
            <a:endParaRPr lang="en-US" altLang="zh-TW" dirty="0"/>
          </a:p>
          <a:p>
            <a:r>
              <a:rPr lang="en-US" altLang="zh-TW" dirty="0"/>
              <a:t>sequence</a:t>
            </a:r>
            <a:r>
              <a:rPr lang="zh-TW" altLang="en-US" dirty="0"/>
              <a:t>長度不固定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- </a:t>
            </a:r>
            <a:r>
              <a:rPr lang="zh-TW" altLang="en-US" dirty="0"/>
              <a:t>運行時間超過</a:t>
            </a:r>
            <a:r>
              <a:rPr lang="en-US" altLang="zh-TW" dirty="0"/>
              <a:t>24</a:t>
            </a:r>
            <a:r>
              <a:rPr lang="zh-TW" altLang="en-US" dirty="0"/>
              <a:t>小時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sequence</a:t>
            </a:r>
            <a:r>
              <a:rPr lang="zh-TW" altLang="en-US" dirty="0"/>
              <a:t>長度</a:t>
            </a:r>
            <a:r>
              <a:rPr lang="en-US" altLang="zh-TW" dirty="0"/>
              <a:t>100</a:t>
            </a:r>
            <a:r>
              <a:rPr lang="zh-TW" altLang="en-US" dirty="0"/>
              <a:t> 與 </a:t>
            </a:r>
            <a:r>
              <a:rPr lang="en-US" altLang="zh-TW" dirty="0"/>
              <a:t>250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字母種類分別為</a:t>
            </a:r>
            <a:r>
              <a:rPr lang="en-US" altLang="zh-TW" dirty="0"/>
              <a:t>4</a:t>
            </a:r>
            <a:r>
              <a:rPr lang="zh-TW" altLang="en-US" dirty="0"/>
              <a:t>個與</a:t>
            </a:r>
            <a:r>
              <a:rPr lang="en-US" altLang="zh-TW" dirty="0"/>
              <a:t>20</a:t>
            </a:r>
            <a:r>
              <a:rPr lang="zh-TW" altLang="en-US" dirty="0"/>
              <a:t>個 </a:t>
            </a:r>
            <a:endParaRPr lang="en-US" altLang="zh-TW" dirty="0"/>
          </a:p>
          <a:p>
            <a:r>
              <a:rPr lang="en-US" altLang="zh-TW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Sequence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數量不固定</a:t>
            </a:r>
            <a:endParaRPr lang="en-US" altLang="zh-TW" b="0" i="0" dirty="0"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  <a:p>
            <a:endParaRPr lang="en-US" altLang="zh-TW" dirty="0"/>
          </a:p>
          <a:p>
            <a:r>
              <a:rPr lang="en-US" altLang="zh-TW" dirty="0"/>
              <a:t>+</a:t>
            </a:r>
            <a:r>
              <a:rPr lang="zh-TW" altLang="en-US" dirty="0"/>
              <a:t> 代表</a:t>
            </a:r>
            <a:r>
              <a:rPr lang="en-US" altLang="zh-TW" dirty="0"/>
              <a:t> memory overflow</a:t>
            </a:r>
          </a:p>
          <a:p>
            <a:endParaRPr lang="en-US" altLang="zh-TW" dirty="0"/>
          </a:p>
          <a:p>
            <a:r>
              <a:rPr lang="zh-TW" altLang="en-US" dirty="0"/>
              <a:t>這篇論文提出的方法明顯更適合大規模的</a:t>
            </a:r>
            <a:r>
              <a:rPr lang="en-US" altLang="zh-TW" dirty="0"/>
              <a:t>MLCS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1408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2022/2/22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2022/2/22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2022/2/22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7A5FF-B09D-4861-A15A-3127FCDEB20B}" type="datetimeFigureOut">
              <a:rPr lang="zh-TW" altLang="en-US" smtClean="0"/>
              <a:pPr/>
              <a:t>2022/2/22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020BB-2F3A-40BC-8D8D-94312CEA4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920" y="672353"/>
            <a:ext cx="8671576" cy="2837610"/>
          </a:xfrm>
        </p:spPr>
        <p:txBody>
          <a:bodyPr anchor="t">
            <a:no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Novel Fast and Memory Efficient Parallel MLCS Algorithm for Long and Large-Scale Sequences Alignments</a:t>
            </a:r>
            <a:br>
              <a:rPr lang="en-US" b="1" dirty="0"/>
            </a:br>
            <a:br>
              <a:rPr lang="af-ZA" altLang="zh-TW" sz="4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af-ZA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af-ZA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9014221-E47C-4C31-898A-DB1330B1B844}"/>
              </a:ext>
            </a:extLst>
          </p:cNvPr>
          <p:cNvSpPr txBox="1"/>
          <p:nvPr/>
        </p:nvSpPr>
        <p:spPr>
          <a:xfrm>
            <a:off x="6084168" y="5862481"/>
            <a:ext cx="2775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Presenter:</a:t>
            </a:r>
            <a:r>
              <a:rPr lang="zh-TW" altLang="en-US" dirty="0"/>
              <a:t> </a:t>
            </a:r>
            <a:r>
              <a:rPr lang="en-US" altLang="zh-TW" dirty="0" err="1"/>
              <a:t>Chien</a:t>
            </a:r>
            <a:r>
              <a:rPr lang="en-US" altLang="zh-TW" dirty="0"/>
              <a:t>-Ting Lee</a:t>
            </a:r>
          </a:p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x-none" altLang="zh-TW" dirty="0"/>
              <a:t>Date:</a:t>
            </a:r>
            <a:r>
              <a:rPr lang="zh-TW" altLang="en-US" dirty="0"/>
              <a:t> </a:t>
            </a:r>
            <a:r>
              <a:rPr lang="en-US" altLang="zh-TW" dirty="0"/>
              <a:t>Feb</a:t>
            </a:r>
            <a:r>
              <a:rPr lang="x-none" altLang="zh-TW" dirty="0"/>
              <a:t>. </a:t>
            </a:r>
            <a:r>
              <a:rPr lang="en-US" altLang="zh-TW" dirty="0"/>
              <a:t>22</a:t>
            </a:r>
            <a:r>
              <a:rPr lang="x-none" altLang="zh-TW" dirty="0"/>
              <a:t>, 202</a:t>
            </a:r>
            <a:r>
              <a:rPr lang="en-US" altLang="zh-TW" dirty="0"/>
              <a:t>2</a:t>
            </a:r>
            <a:endParaRPr lang="x-none" altLang="zh-TW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C2097824-8D05-480F-BF6D-DD8BBC3EF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" y="3509962"/>
            <a:ext cx="9144000" cy="207927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Yanni Li,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Yuping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Wang,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Zhensong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Zhang,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Yaxin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Wang,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Ding Ma and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Jianbin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Huang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 IEEE 32nd International Conference on Data Engineering (ICDE)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16-20 May 2016, Helsinki, Finland</a:t>
            </a:r>
            <a:br>
              <a:rPr lang="en-US" altLang="zh-TW" sz="3200" b="0" i="0" dirty="0">
                <a:solidFill>
                  <a:srgbClr val="505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363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usually can be abstracted as a character sequence over a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finite alphabet. With the advent of the era of big data, the increasing 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and size of the sequences from various application fields (e.g., 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sequences) result in the classical NP-hard problem, searching 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Multiple Longest Common Subsequences of multiple sequences 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becoming a research hotspot and facing severe challenges. In this paper, 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firstly reveal that the leading dominant-point-based MLCS 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are very hard to apply to long and large-scale sequences 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alignments. To overcome their defects, based on the proposed problem-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model and parallel topological sorting strategies, we present a 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efficient parallel MLCS algorithm.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comprehensive experiments on the benchmark datasets of both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and biological sequences demonstrate that both the time and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 complexities of the proposed algorithm are only linearly related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dominants from aligned sequences, and that the proposed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greatly outperforms the existing state-of-the-art dominant-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point-based MLCS algorithms, and hence it is very suitable for long</a:t>
            </a:r>
          </a:p>
          <a:p>
            <a:pPr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large-scale sequences alignments.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C991878E-5956-44C1-B7A6-423D426E4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056" y="1628800"/>
            <a:ext cx="3790950" cy="202882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1080865F-B8CC-41B9-89EB-34419A427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4" y="1733550"/>
            <a:ext cx="3905250" cy="204787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Top_MLCS</a:t>
            </a:r>
            <a:r>
              <a:rPr lang="en-US" altLang="zh-TW" dirty="0"/>
              <a:t>(1)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B35589-6359-47F2-BD2B-676475CC9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481" y="1340768"/>
            <a:ext cx="8229600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Preparation of successor tables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53321A3F-9A5B-4A3F-AAF9-1E5AC916D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740" y="3616077"/>
            <a:ext cx="3686175" cy="207645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2D64BBDE-FC39-43CE-B8ED-512FB40144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07" y="5779839"/>
            <a:ext cx="6200775" cy="400050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6EDE7F8C-2FF7-46E7-86C8-2C905C9BBF45}"/>
              </a:ext>
            </a:extLst>
          </p:cNvPr>
          <p:cNvSpPr txBox="1"/>
          <p:nvPr/>
        </p:nvSpPr>
        <p:spPr>
          <a:xfrm>
            <a:off x="5364088" y="4480311"/>
            <a:ext cx="2407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時間複雜度</a:t>
            </a:r>
            <a:r>
              <a:rPr lang="en-US" altLang="zh-TW" dirty="0"/>
              <a:t>:O(d|</a:t>
            </a:r>
            <a:r>
              <a:rPr lang="el-GR" altLang="zh-TW" dirty="0"/>
              <a:t>Σ|</a:t>
            </a:r>
            <a:r>
              <a:rPr lang="en-US" altLang="zh-TW" dirty="0"/>
              <a:t>n)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Top_MLCS</a:t>
            </a:r>
            <a:r>
              <a:rPr lang="en-US" altLang="zh-TW" dirty="0"/>
              <a:t>(2)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B35589-6359-47F2-BD2B-676475CC9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Construction of ICSG.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CB41809-A195-448B-9C14-4BC2143EA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916832"/>
            <a:ext cx="3907783" cy="4270574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FEA445C-D802-480B-B2C3-D8400B6ED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2163936"/>
            <a:ext cx="5476875" cy="153352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716327E5-5556-4BED-96EE-3628ABA6D0C5}"/>
              </a:ext>
            </a:extLst>
          </p:cNvPr>
          <p:cNvSpPr txBox="1"/>
          <p:nvPr/>
        </p:nvSpPr>
        <p:spPr>
          <a:xfrm>
            <a:off x="5364088" y="4480311"/>
            <a:ext cx="2407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時間複雜度</a:t>
            </a:r>
            <a:r>
              <a:rPr lang="en-US" altLang="zh-TW" dirty="0"/>
              <a:t>:O(E)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0206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1BFD3C74-B732-4EA1-AF9E-B2BE68E5F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956" y="1898032"/>
            <a:ext cx="4368477" cy="324019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Top_MLCS</a:t>
            </a:r>
            <a:r>
              <a:rPr lang="en-US" altLang="zh-TW" dirty="0"/>
              <a:t>(3)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B35589-6359-47F2-BD2B-676475CC9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3-1: Optimization of the ICSG.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8FFD109-CC3C-4AEA-A26C-4ED855EAD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1684724"/>
            <a:ext cx="3914775" cy="3429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091C079A-A011-4011-976D-C7BF490B5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3768" y="5195296"/>
            <a:ext cx="5097066" cy="930867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CE7788F4-3A78-448C-ACEA-DFE09BB8B9AD}"/>
              </a:ext>
            </a:extLst>
          </p:cNvPr>
          <p:cNvSpPr txBox="1"/>
          <p:nvPr/>
        </p:nvSpPr>
        <p:spPr>
          <a:xfrm>
            <a:off x="2515194" y="61504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時間複雜度</a:t>
            </a:r>
            <a:r>
              <a:rPr lang="en-US" altLang="zh-TW" dirty="0"/>
              <a:t>:O(V)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2718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7C45E08-03D4-4A76-A441-8835AF3AC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105" y="1852302"/>
            <a:ext cx="4493790" cy="366744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Top_MLCS</a:t>
            </a:r>
            <a:r>
              <a:rPr lang="en-US" altLang="zh-TW" dirty="0"/>
              <a:t>(4)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B35589-6359-47F2-BD2B-676475CC9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3-2: Optimization of the ICSG.</a:t>
            </a: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Obtaining all the MLCSs of T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5D71AE35-3BEE-4CDA-8AA5-7B003B338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1666367"/>
            <a:ext cx="4340605" cy="37186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2C4C1F4-C089-47A2-8D0B-E2FA0E763637}"/>
              </a:ext>
            </a:extLst>
          </p:cNvPr>
          <p:cNvSpPr txBox="1"/>
          <p:nvPr/>
        </p:nvSpPr>
        <p:spPr>
          <a:xfrm>
            <a:off x="2555776" y="521990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時間複雜度</a:t>
            </a:r>
            <a:r>
              <a:rPr lang="en-US" altLang="zh-TW" dirty="0"/>
              <a:t>:O(V)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0241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B7DFD73-0FAA-497D-B5A7-49D04F3DA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593701"/>
            <a:ext cx="8667284" cy="432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52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E071664-CA13-4EB4-AC53-7753A439C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634852"/>
            <a:ext cx="8646635" cy="404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50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0B17D73-E9F3-476F-9F75-86A131C14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340768"/>
            <a:ext cx="5953125" cy="4505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6F6E236-6E9E-4390-B3C9-AD5855B3A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112" y="1334293"/>
            <a:ext cx="58197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80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2009</TotalTime>
  <Words>673</Words>
  <Application>Microsoft Office PowerPoint</Application>
  <PresentationFormat>如螢幕大小 (4:3)</PresentationFormat>
  <Paragraphs>90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Arial</vt:lpstr>
      <vt:lpstr>Calibri</vt:lpstr>
      <vt:lpstr>Tahoma</vt:lpstr>
      <vt:lpstr>Times New Roman</vt:lpstr>
      <vt:lpstr>Office 佈景主題</vt:lpstr>
      <vt:lpstr>A Novel Fast and Memory Efficient Parallel MLCS Algorithm for Long and Large-Scale Sequences Alignments  ​  </vt:lpstr>
      <vt:lpstr>Abstract(1/2)</vt:lpstr>
      <vt:lpstr>Abstract(2/2)</vt:lpstr>
      <vt:lpstr>Top_MLCS(1)</vt:lpstr>
      <vt:lpstr>Top_MLCS(2)</vt:lpstr>
      <vt:lpstr>Top_MLCS(3)</vt:lpstr>
      <vt:lpstr>Top_MLCS(4)</vt:lpstr>
      <vt:lpstr>EXPERIMENTAL RESULTS </vt:lpstr>
      <vt:lpstr>EXPERIMENTAL RESULTS </vt:lpstr>
      <vt:lpstr>EXPERIMENTAL RESULTS </vt:lpstr>
      <vt:lpstr>EXPERIMENTAL RESULTS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李健廷</dc:creator>
  <cp:lastModifiedBy>pplab</cp:lastModifiedBy>
  <cp:revision>169</cp:revision>
  <dcterms:created xsi:type="dcterms:W3CDTF">2022-02-04T17:32:31Z</dcterms:created>
  <dcterms:modified xsi:type="dcterms:W3CDTF">2022-02-22T10:59:57Z</dcterms:modified>
</cp:coreProperties>
</file>