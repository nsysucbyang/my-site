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81" r:id="rId3"/>
    <p:sldId id="332" r:id="rId4"/>
    <p:sldId id="323" r:id="rId5"/>
    <p:sldId id="326" r:id="rId6"/>
    <p:sldId id="321" r:id="rId7"/>
    <p:sldId id="328" r:id="rId8"/>
    <p:sldId id="308" r:id="rId9"/>
    <p:sldId id="329" r:id="rId10"/>
    <p:sldId id="324" r:id="rId11"/>
    <p:sldId id="330" r:id="rId12"/>
    <p:sldId id="327" r:id="rId13"/>
    <p:sldId id="331" r:id="rId14"/>
    <p:sldId id="325" r:id="rId1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郁儒 廖" initials="郁儒" lastIdx="1" clrIdx="0">
    <p:extLst>
      <p:ext uri="{19B8F6BF-5375-455C-9EA6-DF929625EA0E}">
        <p15:presenceInfo xmlns:p15="http://schemas.microsoft.com/office/powerpoint/2012/main" userId="189a1d031aa848d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33"/>
    <a:srgbClr val="F09030"/>
    <a:srgbClr val="000000"/>
    <a:srgbClr val="FFFFFF"/>
    <a:srgbClr val="4472C4"/>
    <a:srgbClr val="FFFF00"/>
    <a:srgbClr val="E2F21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290FA8-A7D4-44E9-ADF4-3783012E1A54}" v="73" dt="2021-07-27T06:09:15.622"/>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淺色樣式 3 - 輔色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34" autoAdjust="0"/>
    <p:restoredTop sz="90000" autoAdjust="0"/>
  </p:normalViewPr>
  <p:slideViewPr>
    <p:cSldViewPr snapToGrid="0">
      <p:cViewPr varScale="1">
        <p:scale>
          <a:sx n="100" d="100"/>
          <a:sy n="100" d="100"/>
        </p:scale>
        <p:origin x="762"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郁儒 廖" userId="189a1d031aa848d3" providerId="LiveId" clId="{CE290FA8-A7D4-44E9-ADF4-3783012E1A54}"/>
    <pc:docChg chg="undo custSel addSld delSld modSld sldOrd">
      <pc:chgData name="郁儒 廖" userId="189a1d031aa848d3" providerId="LiveId" clId="{CE290FA8-A7D4-44E9-ADF4-3783012E1A54}" dt="2021-07-27T06:09:43.438" v="630" actId="14100"/>
      <pc:docMkLst>
        <pc:docMk/>
      </pc:docMkLst>
      <pc:sldChg chg="modSp mod">
        <pc:chgData name="郁儒 廖" userId="189a1d031aa848d3" providerId="LiveId" clId="{CE290FA8-A7D4-44E9-ADF4-3783012E1A54}" dt="2021-07-27T05:27:42.104" v="599" actId="20577"/>
        <pc:sldMkLst>
          <pc:docMk/>
          <pc:sldMk cId="1310905560" sldId="256"/>
        </pc:sldMkLst>
        <pc:spChg chg="mod">
          <ac:chgData name="郁儒 廖" userId="189a1d031aa848d3" providerId="LiveId" clId="{CE290FA8-A7D4-44E9-ADF4-3783012E1A54}" dt="2021-07-27T05:26:44.346" v="588"/>
          <ac:spMkLst>
            <pc:docMk/>
            <pc:sldMk cId="1310905560" sldId="256"/>
            <ac:spMk id="2" creationId="{B963378F-50B2-45BD-A6DA-5CB61DB247F9}"/>
          </ac:spMkLst>
        </pc:spChg>
        <pc:spChg chg="mod">
          <ac:chgData name="郁儒 廖" userId="189a1d031aa848d3" providerId="LiveId" clId="{CE290FA8-A7D4-44E9-ADF4-3783012E1A54}" dt="2021-07-27T05:27:09.968" v="592" actId="20577"/>
          <ac:spMkLst>
            <pc:docMk/>
            <pc:sldMk cId="1310905560" sldId="256"/>
            <ac:spMk id="3" creationId="{71E7239B-5619-42E5-947E-7CC9BEF1FE52}"/>
          </ac:spMkLst>
        </pc:spChg>
        <pc:spChg chg="mod">
          <ac:chgData name="郁儒 廖" userId="189a1d031aa848d3" providerId="LiveId" clId="{CE290FA8-A7D4-44E9-ADF4-3783012E1A54}" dt="2021-07-27T05:27:42.104" v="599" actId="20577"/>
          <ac:spMkLst>
            <pc:docMk/>
            <pc:sldMk cId="1310905560" sldId="256"/>
            <ac:spMk id="5" creationId="{E943A7B3-D75F-42BE-987F-B5D29452E318}"/>
          </ac:spMkLst>
        </pc:spChg>
      </pc:sldChg>
      <pc:sldChg chg="del">
        <pc:chgData name="郁儒 廖" userId="189a1d031aa848d3" providerId="LiveId" clId="{CE290FA8-A7D4-44E9-ADF4-3783012E1A54}" dt="2021-07-18T06:04:38.733" v="247" actId="47"/>
        <pc:sldMkLst>
          <pc:docMk/>
          <pc:sldMk cId="2573059498" sldId="258"/>
        </pc:sldMkLst>
      </pc:sldChg>
      <pc:sldChg chg="del">
        <pc:chgData name="郁儒 廖" userId="189a1d031aa848d3" providerId="LiveId" clId="{CE290FA8-A7D4-44E9-ADF4-3783012E1A54}" dt="2021-07-18T06:04:37.419" v="246" actId="47"/>
        <pc:sldMkLst>
          <pc:docMk/>
          <pc:sldMk cId="3515119788" sldId="259"/>
        </pc:sldMkLst>
      </pc:sldChg>
      <pc:sldChg chg="del">
        <pc:chgData name="郁儒 廖" userId="189a1d031aa848d3" providerId="LiveId" clId="{CE290FA8-A7D4-44E9-ADF4-3783012E1A54}" dt="2021-07-18T06:04:30.791" v="242" actId="47"/>
        <pc:sldMkLst>
          <pc:docMk/>
          <pc:sldMk cId="3353010267" sldId="260"/>
        </pc:sldMkLst>
      </pc:sldChg>
      <pc:sldChg chg="del">
        <pc:chgData name="郁儒 廖" userId="189a1d031aa848d3" providerId="LiveId" clId="{CE290FA8-A7D4-44E9-ADF4-3783012E1A54}" dt="2021-07-18T06:04:31.598" v="243" actId="47"/>
        <pc:sldMkLst>
          <pc:docMk/>
          <pc:sldMk cId="3679457579" sldId="261"/>
        </pc:sldMkLst>
      </pc:sldChg>
      <pc:sldChg chg="del">
        <pc:chgData name="郁儒 廖" userId="189a1d031aa848d3" providerId="LiveId" clId="{CE290FA8-A7D4-44E9-ADF4-3783012E1A54}" dt="2021-07-18T06:04:33.411" v="244" actId="47"/>
        <pc:sldMkLst>
          <pc:docMk/>
          <pc:sldMk cId="2166195919" sldId="262"/>
        </pc:sldMkLst>
      </pc:sldChg>
      <pc:sldChg chg="del">
        <pc:chgData name="郁儒 廖" userId="189a1d031aa848d3" providerId="LiveId" clId="{CE290FA8-A7D4-44E9-ADF4-3783012E1A54}" dt="2021-07-18T06:04:39.808" v="248" actId="47"/>
        <pc:sldMkLst>
          <pc:docMk/>
          <pc:sldMk cId="3405566990" sldId="263"/>
        </pc:sldMkLst>
      </pc:sldChg>
      <pc:sldChg chg="del">
        <pc:chgData name="郁儒 廖" userId="189a1d031aa848d3" providerId="LiveId" clId="{CE290FA8-A7D4-44E9-ADF4-3783012E1A54}" dt="2021-07-18T06:04:41.167" v="249" actId="47"/>
        <pc:sldMkLst>
          <pc:docMk/>
          <pc:sldMk cId="1720717751" sldId="264"/>
        </pc:sldMkLst>
      </pc:sldChg>
      <pc:sldChg chg="modSp del mod">
        <pc:chgData name="郁儒 廖" userId="189a1d031aa848d3" providerId="LiveId" clId="{CE290FA8-A7D4-44E9-ADF4-3783012E1A54}" dt="2021-07-17T14:22:50.813" v="10" actId="47"/>
        <pc:sldMkLst>
          <pc:docMk/>
          <pc:sldMk cId="1214235823" sldId="265"/>
        </pc:sldMkLst>
        <pc:spChg chg="mod">
          <ac:chgData name="郁儒 廖" userId="189a1d031aa848d3" providerId="LiveId" clId="{CE290FA8-A7D4-44E9-ADF4-3783012E1A54}" dt="2021-07-17T14:22:47.176" v="9" actId="20577"/>
          <ac:spMkLst>
            <pc:docMk/>
            <pc:sldMk cId="1214235823" sldId="265"/>
            <ac:spMk id="3" creationId="{13A791DE-558D-404E-B9D6-E2E18467D5B7}"/>
          </ac:spMkLst>
        </pc:spChg>
      </pc:sldChg>
      <pc:sldChg chg="del">
        <pc:chgData name="郁儒 廖" userId="189a1d031aa848d3" providerId="LiveId" clId="{CE290FA8-A7D4-44E9-ADF4-3783012E1A54}" dt="2021-07-18T06:04:34.917" v="245" actId="47"/>
        <pc:sldMkLst>
          <pc:docMk/>
          <pc:sldMk cId="436955770" sldId="266"/>
        </pc:sldMkLst>
      </pc:sldChg>
      <pc:sldChg chg="addSp delSp modSp mod">
        <pc:chgData name="郁儒 廖" userId="189a1d031aa848d3" providerId="LiveId" clId="{CE290FA8-A7D4-44E9-ADF4-3783012E1A54}" dt="2021-07-27T06:09:43.438" v="630" actId="14100"/>
        <pc:sldMkLst>
          <pc:docMk/>
          <pc:sldMk cId="241416973" sldId="267"/>
        </pc:sldMkLst>
        <pc:spChg chg="mod">
          <ac:chgData name="郁儒 廖" userId="189a1d031aa848d3" providerId="LiveId" clId="{CE290FA8-A7D4-44E9-ADF4-3783012E1A54}" dt="2021-07-17T14:31:28.777" v="110" actId="20577"/>
          <ac:spMkLst>
            <pc:docMk/>
            <pc:sldMk cId="241416973" sldId="267"/>
            <ac:spMk id="2" creationId="{D6A8277B-EDA6-452C-9F3A-ACBBCEC32FC4}"/>
          </ac:spMkLst>
        </pc:spChg>
        <pc:spChg chg="add mod">
          <ac:chgData name="郁儒 廖" userId="189a1d031aa848d3" providerId="LiveId" clId="{CE290FA8-A7D4-44E9-ADF4-3783012E1A54}" dt="2021-07-27T06:09:38.914" v="628" actId="20577"/>
          <ac:spMkLst>
            <pc:docMk/>
            <pc:sldMk cId="241416973" sldId="267"/>
            <ac:spMk id="4" creationId="{F295903F-D2E5-48CE-8311-2AD281F8E88E}"/>
          </ac:spMkLst>
        </pc:spChg>
        <pc:spChg chg="add del mod">
          <ac:chgData name="郁儒 廖" userId="189a1d031aa848d3" providerId="LiveId" clId="{CE290FA8-A7D4-44E9-ADF4-3783012E1A54}" dt="2021-07-27T06:09:07.376" v="615" actId="478"/>
          <ac:spMkLst>
            <pc:docMk/>
            <pc:sldMk cId="241416973" sldId="267"/>
            <ac:spMk id="10" creationId="{8DA8BF74-FE9D-4519-8620-99AE75A2367E}"/>
          </ac:spMkLst>
        </pc:spChg>
        <pc:spChg chg="add del mod">
          <ac:chgData name="郁儒 廖" userId="189a1d031aa848d3" providerId="LiveId" clId="{CE290FA8-A7D4-44E9-ADF4-3783012E1A54}" dt="2021-07-27T06:09:10.493" v="616" actId="478"/>
          <ac:spMkLst>
            <pc:docMk/>
            <pc:sldMk cId="241416973" sldId="267"/>
            <ac:spMk id="11" creationId="{DCCFAB12-E387-4B75-909B-61F3577D6F05}"/>
          </ac:spMkLst>
        </pc:spChg>
        <pc:picChg chg="del">
          <ac:chgData name="郁儒 廖" userId="189a1d031aa848d3" providerId="LiveId" clId="{CE290FA8-A7D4-44E9-ADF4-3783012E1A54}" dt="2021-07-17T14:25:14.288" v="39" actId="478"/>
          <ac:picMkLst>
            <pc:docMk/>
            <pc:sldMk cId="241416973" sldId="267"/>
            <ac:picMk id="5" creationId="{3407E8DD-85EC-4C6E-A845-8088A23510E7}"/>
          </ac:picMkLst>
        </pc:picChg>
        <pc:picChg chg="del">
          <ac:chgData name="郁儒 廖" userId="189a1d031aa848d3" providerId="LiveId" clId="{CE290FA8-A7D4-44E9-ADF4-3783012E1A54}" dt="2021-07-17T14:25:13.738" v="38" actId="478"/>
          <ac:picMkLst>
            <pc:docMk/>
            <pc:sldMk cId="241416973" sldId="267"/>
            <ac:picMk id="7" creationId="{5C606B4B-5B79-496C-9B21-4C061E6C1E65}"/>
          </ac:picMkLst>
        </pc:picChg>
        <pc:picChg chg="add mod">
          <ac:chgData name="郁儒 廖" userId="189a1d031aa848d3" providerId="LiveId" clId="{CE290FA8-A7D4-44E9-ADF4-3783012E1A54}" dt="2021-07-27T06:09:15.622" v="619" actId="1076"/>
          <ac:picMkLst>
            <pc:docMk/>
            <pc:sldMk cId="241416973" sldId="267"/>
            <ac:picMk id="9" creationId="{8FE30836-4E34-4954-AF9F-42EC74B3FB2D}"/>
          </ac:picMkLst>
        </pc:picChg>
        <pc:picChg chg="add mod modCrop">
          <ac:chgData name="郁儒 廖" userId="189a1d031aa848d3" providerId="LiveId" clId="{CE290FA8-A7D4-44E9-ADF4-3783012E1A54}" dt="2021-07-27T06:09:43.438" v="630" actId="14100"/>
          <ac:picMkLst>
            <pc:docMk/>
            <pc:sldMk cId="241416973" sldId="267"/>
            <ac:picMk id="12" creationId="{C9E48EDE-4C35-494E-8EC4-E4F919E37AD6}"/>
          </ac:picMkLst>
        </pc:picChg>
        <pc:picChg chg="add del mod">
          <ac:chgData name="郁儒 廖" userId="189a1d031aa848d3" providerId="LiveId" clId="{CE290FA8-A7D4-44E9-ADF4-3783012E1A54}" dt="2021-07-27T06:09:04.569" v="613" actId="478"/>
          <ac:picMkLst>
            <pc:docMk/>
            <pc:sldMk cId="241416973" sldId="267"/>
            <ac:picMk id="1026" creationId="{248CCDC8-4F61-4FF3-8C60-E4A53D0FFD5F}"/>
          </ac:picMkLst>
        </pc:picChg>
        <pc:picChg chg="add del">
          <ac:chgData name="郁儒 廖" userId="189a1d031aa848d3" providerId="LiveId" clId="{CE290FA8-A7D4-44E9-ADF4-3783012E1A54}" dt="2021-07-17T14:35:45.190" v="139" actId="478"/>
          <ac:picMkLst>
            <pc:docMk/>
            <pc:sldMk cId="241416973" sldId="267"/>
            <ac:picMk id="1028" creationId="{E7FBCA58-D5BD-4EC5-BD03-9B28EA37243A}"/>
          </ac:picMkLst>
        </pc:picChg>
        <pc:cxnChg chg="add del mod">
          <ac:chgData name="郁儒 廖" userId="189a1d031aa848d3" providerId="LiveId" clId="{CE290FA8-A7D4-44E9-ADF4-3783012E1A54}" dt="2021-07-27T06:09:05.624" v="614" actId="478"/>
          <ac:cxnSpMkLst>
            <pc:docMk/>
            <pc:sldMk cId="241416973" sldId="267"/>
            <ac:cxnSpMk id="8" creationId="{395C5FB2-CB1A-43B2-BF33-8E1FDB248AC7}"/>
          </ac:cxnSpMkLst>
        </pc:cxnChg>
      </pc:sldChg>
      <pc:sldChg chg="addSp delSp modSp add mod">
        <pc:chgData name="郁儒 廖" userId="189a1d031aa848d3" providerId="LiveId" clId="{CE290FA8-A7D4-44E9-ADF4-3783012E1A54}" dt="2021-07-17T14:39:54.916" v="211" actId="1076"/>
        <pc:sldMkLst>
          <pc:docMk/>
          <pc:sldMk cId="3166609206" sldId="268"/>
        </pc:sldMkLst>
        <pc:spChg chg="mod">
          <ac:chgData name="郁儒 廖" userId="189a1d031aa848d3" providerId="LiveId" clId="{CE290FA8-A7D4-44E9-ADF4-3783012E1A54}" dt="2021-07-17T14:39:42.083" v="205" actId="20577"/>
          <ac:spMkLst>
            <pc:docMk/>
            <pc:sldMk cId="3166609206" sldId="268"/>
            <ac:spMk id="4" creationId="{F295903F-D2E5-48CE-8311-2AD281F8E88E}"/>
          </ac:spMkLst>
        </pc:spChg>
        <pc:spChg chg="del">
          <ac:chgData name="郁儒 廖" userId="189a1d031aa848d3" providerId="LiveId" clId="{CE290FA8-A7D4-44E9-ADF4-3783012E1A54}" dt="2021-07-17T14:36:03.655" v="149" actId="478"/>
          <ac:spMkLst>
            <pc:docMk/>
            <pc:sldMk cId="3166609206" sldId="268"/>
            <ac:spMk id="10" creationId="{8DA8BF74-FE9D-4519-8620-99AE75A2367E}"/>
          </ac:spMkLst>
        </pc:spChg>
        <pc:spChg chg="del mod">
          <ac:chgData name="郁儒 廖" userId="189a1d031aa848d3" providerId="LiveId" clId="{CE290FA8-A7D4-44E9-ADF4-3783012E1A54}" dt="2021-07-17T14:36:01.384" v="147" actId="478"/>
          <ac:spMkLst>
            <pc:docMk/>
            <pc:sldMk cId="3166609206" sldId="268"/>
            <ac:spMk id="11" creationId="{DCCFAB12-E387-4B75-909B-61F3577D6F05}"/>
          </ac:spMkLst>
        </pc:spChg>
        <pc:picChg chg="add del mod modCrop">
          <ac:chgData name="郁儒 廖" userId="189a1d031aa848d3" providerId="LiveId" clId="{CE290FA8-A7D4-44E9-ADF4-3783012E1A54}" dt="2021-07-17T14:38:01.120" v="164" actId="478"/>
          <ac:picMkLst>
            <pc:docMk/>
            <pc:sldMk cId="3166609206" sldId="268"/>
            <ac:picMk id="3" creationId="{5B82F403-D953-4A89-B479-DBBE1802B411}"/>
          </ac:picMkLst>
        </pc:picChg>
        <pc:picChg chg="add mod">
          <ac:chgData name="郁儒 廖" userId="189a1d031aa848d3" providerId="LiveId" clId="{CE290FA8-A7D4-44E9-ADF4-3783012E1A54}" dt="2021-07-17T14:39:52.713" v="210" actId="1076"/>
          <ac:picMkLst>
            <pc:docMk/>
            <pc:sldMk cId="3166609206" sldId="268"/>
            <ac:picMk id="5" creationId="{682F1B4C-7056-4721-8D1D-BD7EB72C0217}"/>
          </ac:picMkLst>
        </pc:picChg>
        <pc:picChg chg="add mod">
          <ac:chgData name="郁儒 廖" userId="189a1d031aa848d3" providerId="LiveId" clId="{CE290FA8-A7D4-44E9-ADF4-3783012E1A54}" dt="2021-07-17T14:39:54.916" v="211" actId="1076"/>
          <ac:picMkLst>
            <pc:docMk/>
            <pc:sldMk cId="3166609206" sldId="268"/>
            <ac:picMk id="6" creationId="{9FAC3BD5-CA98-40D5-9C8D-D85D5ABE788D}"/>
          </ac:picMkLst>
        </pc:picChg>
        <pc:picChg chg="del">
          <ac:chgData name="郁儒 廖" userId="189a1d031aa848d3" providerId="LiveId" clId="{CE290FA8-A7D4-44E9-ADF4-3783012E1A54}" dt="2021-07-17T14:35:57.335" v="142" actId="478"/>
          <ac:picMkLst>
            <pc:docMk/>
            <pc:sldMk cId="3166609206" sldId="268"/>
            <ac:picMk id="12" creationId="{C9E48EDE-4C35-494E-8EC4-E4F919E37AD6}"/>
          </ac:picMkLst>
        </pc:picChg>
        <pc:picChg chg="del">
          <ac:chgData name="郁儒 廖" userId="189a1d031aa848d3" providerId="LiveId" clId="{CE290FA8-A7D4-44E9-ADF4-3783012E1A54}" dt="2021-07-17T14:35:59.042" v="144" actId="478"/>
          <ac:picMkLst>
            <pc:docMk/>
            <pc:sldMk cId="3166609206" sldId="268"/>
            <ac:picMk id="1026" creationId="{248CCDC8-4F61-4FF3-8C60-E4A53D0FFD5F}"/>
          </ac:picMkLst>
        </pc:picChg>
        <pc:cxnChg chg="del">
          <ac:chgData name="郁儒 廖" userId="189a1d031aa848d3" providerId="LiveId" clId="{CE290FA8-A7D4-44E9-ADF4-3783012E1A54}" dt="2021-07-17T14:36:02.455" v="148" actId="478"/>
          <ac:cxnSpMkLst>
            <pc:docMk/>
            <pc:sldMk cId="3166609206" sldId="268"/>
            <ac:cxnSpMk id="8" creationId="{395C5FB2-CB1A-43B2-BF33-8E1FDB248AC7}"/>
          </ac:cxnSpMkLst>
        </pc:cxnChg>
      </pc:sldChg>
      <pc:sldChg chg="addSp delSp modSp add mod">
        <pc:chgData name="郁儒 廖" userId="189a1d031aa848d3" providerId="LiveId" clId="{CE290FA8-A7D4-44E9-ADF4-3783012E1A54}" dt="2021-07-24T18:03:51.813" v="388" actId="14100"/>
        <pc:sldMkLst>
          <pc:docMk/>
          <pc:sldMk cId="3730348283" sldId="269"/>
        </pc:sldMkLst>
        <pc:spChg chg="mod">
          <ac:chgData name="郁儒 廖" userId="189a1d031aa848d3" providerId="LiveId" clId="{CE290FA8-A7D4-44E9-ADF4-3783012E1A54}" dt="2021-07-17T14:40:32.535" v="230" actId="20577"/>
          <ac:spMkLst>
            <pc:docMk/>
            <pc:sldMk cId="3730348283" sldId="269"/>
            <ac:spMk id="2" creationId="{D6A8277B-EDA6-452C-9F3A-ACBBCEC32FC4}"/>
          </ac:spMkLst>
        </pc:spChg>
        <pc:spChg chg="add mod">
          <ac:chgData name="郁儒 廖" userId="189a1d031aa848d3" providerId="LiveId" clId="{CE290FA8-A7D4-44E9-ADF4-3783012E1A54}" dt="2021-07-23T11:28:53.612" v="270" actId="1076"/>
          <ac:spMkLst>
            <pc:docMk/>
            <pc:sldMk cId="3730348283" sldId="269"/>
            <ac:spMk id="3" creationId="{77054F84-D25D-409A-A373-1951079F871A}"/>
          </ac:spMkLst>
        </pc:spChg>
        <pc:spChg chg="add mod">
          <ac:chgData name="郁儒 廖" userId="189a1d031aa848d3" providerId="LiveId" clId="{CE290FA8-A7D4-44E9-ADF4-3783012E1A54}" dt="2021-07-24T18:03:51.813" v="388" actId="14100"/>
          <ac:spMkLst>
            <pc:docMk/>
            <pc:sldMk cId="3730348283" sldId="269"/>
            <ac:spMk id="4" creationId="{2E8CACBA-9080-420A-8A43-5AF30B4BE4AD}"/>
          </ac:spMkLst>
        </pc:spChg>
        <pc:spChg chg="del mod">
          <ac:chgData name="郁儒 廖" userId="189a1d031aa848d3" providerId="LiveId" clId="{CE290FA8-A7D4-44E9-ADF4-3783012E1A54}" dt="2021-07-17T14:40:40.212" v="235" actId="478"/>
          <ac:spMkLst>
            <pc:docMk/>
            <pc:sldMk cId="3730348283" sldId="269"/>
            <ac:spMk id="4" creationId="{F295903F-D2E5-48CE-8311-2AD281F8E88E}"/>
          </ac:spMkLst>
        </pc:spChg>
        <pc:spChg chg="add del mod">
          <ac:chgData name="郁儒 廖" userId="189a1d031aa848d3" providerId="LiveId" clId="{CE290FA8-A7D4-44E9-ADF4-3783012E1A54}" dt="2021-07-17T14:41:00.560" v="236"/>
          <ac:spMkLst>
            <pc:docMk/>
            <pc:sldMk cId="3730348283" sldId="269"/>
            <ac:spMk id="7" creationId="{0CA88C01-DCD3-4C79-A03D-3DE3AFEE3134}"/>
          </ac:spMkLst>
        </pc:spChg>
        <pc:picChg chg="del">
          <ac:chgData name="郁儒 廖" userId="189a1d031aa848d3" providerId="LiveId" clId="{CE290FA8-A7D4-44E9-ADF4-3783012E1A54}" dt="2021-07-17T14:40:34.490" v="231" actId="478"/>
          <ac:picMkLst>
            <pc:docMk/>
            <pc:sldMk cId="3730348283" sldId="269"/>
            <ac:picMk id="5" creationId="{682F1B4C-7056-4721-8D1D-BD7EB72C0217}"/>
          </ac:picMkLst>
        </pc:picChg>
        <pc:picChg chg="del mod">
          <ac:chgData name="郁儒 廖" userId="189a1d031aa848d3" providerId="LiveId" clId="{CE290FA8-A7D4-44E9-ADF4-3783012E1A54}" dt="2021-07-17T14:40:35.122" v="233" actId="478"/>
          <ac:picMkLst>
            <pc:docMk/>
            <pc:sldMk cId="3730348283" sldId="269"/>
            <ac:picMk id="6" creationId="{9FAC3BD5-CA98-40D5-9C8D-D85D5ABE788D}"/>
          </ac:picMkLst>
        </pc:picChg>
        <pc:picChg chg="add mod modCrop">
          <ac:chgData name="郁儒 廖" userId="189a1d031aa848d3" providerId="LiveId" clId="{CE290FA8-A7D4-44E9-ADF4-3783012E1A54}" dt="2021-07-23T11:26:54.547" v="252" actId="1076"/>
          <ac:picMkLst>
            <pc:docMk/>
            <pc:sldMk cId="3730348283" sldId="269"/>
            <ac:picMk id="8" creationId="{9F2F42F3-0BD4-4846-959C-F5713662D6D2}"/>
          </ac:picMkLst>
        </pc:picChg>
      </pc:sldChg>
      <pc:sldChg chg="addSp delSp modSp new mod">
        <pc:chgData name="郁儒 廖" userId="189a1d031aa848d3" providerId="LiveId" clId="{CE290FA8-A7D4-44E9-ADF4-3783012E1A54}" dt="2021-07-24T18:02:50.329" v="370" actId="22"/>
        <pc:sldMkLst>
          <pc:docMk/>
          <pc:sldMk cId="612480251" sldId="270"/>
        </pc:sldMkLst>
        <pc:spChg chg="mod">
          <ac:chgData name="郁儒 廖" userId="189a1d031aa848d3" providerId="LiveId" clId="{CE290FA8-A7D4-44E9-ADF4-3783012E1A54}" dt="2021-07-24T18:01:47.888" v="367"/>
          <ac:spMkLst>
            <pc:docMk/>
            <pc:sldMk cId="612480251" sldId="270"/>
            <ac:spMk id="2" creationId="{31EEA96D-6767-4A89-84BF-40B7D6C406DA}"/>
          </ac:spMkLst>
        </pc:spChg>
        <pc:spChg chg="del">
          <ac:chgData name="郁儒 廖" userId="189a1d031aa848d3" providerId="LiveId" clId="{CE290FA8-A7D4-44E9-ADF4-3783012E1A54}" dt="2021-07-24T17:46:07.348" v="272"/>
          <ac:spMkLst>
            <pc:docMk/>
            <pc:sldMk cId="612480251" sldId="270"/>
            <ac:spMk id="3" creationId="{B21077FF-8D2A-4E8F-A8B1-26CEF1D1936B}"/>
          </ac:spMkLst>
        </pc:spChg>
        <pc:spChg chg="add">
          <ac:chgData name="郁儒 廖" userId="189a1d031aa848d3" providerId="LiveId" clId="{CE290FA8-A7D4-44E9-ADF4-3783012E1A54}" dt="2021-07-24T18:02:50.329" v="370" actId="22"/>
          <ac:spMkLst>
            <pc:docMk/>
            <pc:sldMk cId="612480251" sldId="270"/>
            <ac:spMk id="6" creationId="{CD1529A4-63A1-45FB-B291-EDE108FE2E08}"/>
          </ac:spMkLst>
        </pc:spChg>
        <pc:picChg chg="add mod modCrop">
          <ac:chgData name="郁儒 廖" userId="189a1d031aa848d3" providerId="LiveId" clId="{CE290FA8-A7D4-44E9-ADF4-3783012E1A54}" dt="2021-07-24T18:02:19.869" v="369" actId="1076"/>
          <ac:picMkLst>
            <pc:docMk/>
            <pc:sldMk cId="612480251" sldId="270"/>
            <ac:picMk id="4" creationId="{490E72E3-BBC4-4F10-9503-FB8C7DA61056}"/>
          </ac:picMkLst>
        </pc:picChg>
      </pc:sldChg>
      <pc:sldChg chg="addSp delSp modSp add mod">
        <pc:chgData name="郁儒 廖" userId="189a1d031aa848d3" providerId="LiveId" clId="{CE290FA8-A7D4-44E9-ADF4-3783012E1A54}" dt="2021-07-24T18:00:47.661" v="366" actId="1076"/>
        <pc:sldMkLst>
          <pc:docMk/>
          <pc:sldMk cId="1643148301" sldId="271"/>
        </pc:sldMkLst>
        <pc:spChg chg="add del mod">
          <ac:chgData name="郁儒 廖" userId="189a1d031aa848d3" providerId="LiveId" clId="{CE290FA8-A7D4-44E9-ADF4-3783012E1A54}" dt="2021-07-24T17:48:03.412" v="293" actId="478"/>
          <ac:spMkLst>
            <pc:docMk/>
            <pc:sldMk cId="1643148301" sldId="271"/>
            <ac:spMk id="5" creationId="{26529FA3-3B21-41FC-B8C4-CF22A500FB24}"/>
          </ac:spMkLst>
        </pc:spChg>
        <pc:spChg chg="add mod">
          <ac:chgData name="郁儒 廖" userId="189a1d031aa848d3" providerId="LiveId" clId="{CE290FA8-A7D4-44E9-ADF4-3783012E1A54}" dt="2021-07-24T17:54:06.750" v="354" actId="208"/>
          <ac:spMkLst>
            <pc:docMk/>
            <pc:sldMk cId="1643148301" sldId="271"/>
            <ac:spMk id="6" creationId="{D062D2FA-3605-4209-9490-372C5A27D06F}"/>
          </ac:spMkLst>
        </pc:spChg>
        <pc:spChg chg="add mod">
          <ac:chgData name="郁儒 廖" userId="189a1d031aa848d3" providerId="LiveId" clId="{CE290FA8-A7D4-44E9-ADF4-3783012E1A54}" dt="2021-07-24T17:54:20.973" v="356" actId="1076"/>
          <ac:spMkLst>
            <pc:docMk/>
            <pc:sldMk cId="1643148301" sldId="271"/>
            <ac:spMk id="10" creationId="{819D7A24-47F2-4B36-9CFA-969CC90CC346}"/>
          </ac:spMkLst>
        </pc:spChg>
        <pc:spChg chg="add mod">
          <ac:chgData name="郁儒 廖" userId="189a1d031aa848d3" providerId="LiveId" clId="{CE290FA8-A7D4-44E9-ADF4-3783012E1A54}" dt="2021-07-24T18:00:47.661" v="366" actId="1076"/>
          <ac:spMkLst>
            <pc:docMk/>
            <pc:sldMk cId="1643148301" sldId="271"/>
            <ac:spMk id="13" creationId="{07FB3D3F-AF05-4609-B8CE-4FAB7B1E7DD6}"/>
          </ac:spMkLst>
        </pc:spChg>
        <pc:picChg chg="del">
          <ac:chgData name="郁儒 廖" userId="189a1d031aa848d3" providerId="LiveId" clId="{CE290FA8-A7D4-44E9-ADF4-3783012E1A54}" dt="2021-07-24T17:47:57.294" v="290" actId="478"/>
          <ac:picMkLst>
            <pc:docMk/>
            <pc:sldMk cId="1643148301" sldId="271"/>
            <ac:picMk id="4" creationId="{490E72E3-BBC4-4F10-9503-FB8C7DA61056}"/>
          </ac:picMkLst>
        </pc:picChg>
        <pc:picChg chg="add mod">
          <ac:chgData name="郁儒 廖" userId="189a1d031aa848d3" providerId="LiveId" clId="{CE290FA8-A7D4-44E9-ADF4-3783012E1A54}" dt="2021-07-24T17:53:16.909" v="346" actId="1076"/>
          <ac:picMkLst>
            <pc:docMk/>
            <pc:sldMk cId="1643148301" sldId="271"/>
            <ac:picMk id="8" creationId="{8D9D1387-BD00-4E2B-95D5-A495F8D46641}"/>
          </ac:picMkLst>
        </pc:picChg>
        <pc:picChg chg="add mod">
          <ac:chgData name="郁儒 廖" userId="189a1d031aa848d3" providerId="LiveId" clId="{CE290FA8-A7D4-44E9-ADF4-3783012E1A54}" dt="2021-07-24T18:00:30.365" v="362" actId="14100"/>
          <ac:picMkLst>
            <pc:docMk/>
            <pc:sldMk cId="1643148301" sldId="271"/>
            <ac:picMk id="9" creationId="{00422705-6A67-4E13-93DB-0357C07B6811}"/>
          </ac:picMkLst>
        </pc:picChg>
        <pc:picChg chg="add mod">
          <ac:chgData name="郁儒 廖" userId="189a1d031aa848d3" providerId="LiveId" clId="{CE290FA8-A7D4-44E9-ADF4-3783012E1A54}" dt="2021-07-24T18:00:25.084" v="360" actId="1076"/>
          <ac:picMkLst>
            <pc:docMk/>
            <pc:sldMk cId="1643148301" sldId="271"/>
            <ac:picMk id="1026" creationId="{2483219A-00C8-489E-A7F0-1F15452192AA}"/>
          </ac:picMkLst>
        </pc:picChg>
        <pc:picChg chg="add del mod">
          <ac:chgData name="郁儒 廖" userId="189a1d031aa848d3" providerId="LiveId" clId="{CE290FA8-A7D4-44E9-ADF4-3783012E1A54}" dt="2021-07-24T17:48:46.922" v="306" actId="478"/>
          <ac:picMkLst>
            <pc:docMk/>
            <pc:sldMk cId="1643148301" sldId="271"/>
            <ac:picMk id="1028" creationId="{C3390DAD-1C47-458D-BA83-E32470B7D5A3}"/>
          </ac:picMkLst>
        </pc:picChg>
      </pc:sldChg>
      <pc:sldChg chg="addSp delSp modSp new mod">
        <pc:chgData name="郁儒 廖" userId="189a1d031aa848d3" providerId="LiveId" clId="{CE290FA8-A7D4-44E9-ADF4-3783012E1A54}" dt="2021-07-24T17:52:15.037" v="336" actId="1076"/>
        <pc:sldMkLst>
          <pc:docMk/>
          <pc:sldMk cId="1708893990" sldId="272"/>
        </pc:sldMkLst>
        <pc:spChg chg="mod">
          <ac:chgData name="郁儒 廖" userId="189a1d031aa848d3" providerId="LiveId" clId="{CE290FA8-A7D4-44E9-ADF4-3783012E1A54}" dt="2021-07-24T17:51:20.979" v="319" actId="20577"/>
          <ac:spMkLst>
            <pc:docMk/>
            <pc:sldMk cId="1708893990" sldId="272"/>
            <ac:spMk id="2" creationId="{716E27F3-A6FF-4346-A231-DEA8C2F1A6F4}"/>
          </ac:spMkLst>
        </pc:spChg>
        <pc:spChg chg="del">
          <ac:chgData name="郁儒 廖" userId="189a1d031aa848d3" providerId="LiveId" clId="{CE290FA8-A7D4-44E9-ADF4-3783012E1A54}" dt="2021-07-24T17:51:18.819" v="316"/>
          <ac:spMkLst>
            <pc:docMk/>
            <pc:sldMk cId="1708893990" sldId="272"/>
            <ac:spMk id="3" creationId="{EFB150A1-F460-43AD-B8C2-A22B81E6BC5F}"/>
          </ac:spMkLst>
        </pc:spChg>
        <pc:spChg chg="add mod">
          <ac:chgData name="郁儒 廖" userId="189a1d031aa848d3" providerId="LiveId" clId="{CE290FA8-A7D4-44E9-ADF4-3783012E1A54}" dt="2021-07-24T17:52:15.037" v="336" actId="1076"/>
          <ac:spMkLst>
            <pc:docMk/>
            <pc:sldMk cId="1708893990" sldId="272"/>
            <ac:spMk id="4" creationId="{88337500-A4AC-4D18-826D-9F9279AA6B8A}"/>
          </ac:spMkLst>
        </pc:spChg>
        <pc:picChg chg="add mod">
          <ac:chgData name="郁儒 廖" userId="189a1d031aa848d3" providerId="LiveId" clId="{CE290FA8-A7D4-44E9-ADF4-3783012E1A54}" dt="2021-07-24T17:51:29.933" v="320" actId="1076"/>
          <ac:picMkLst>
            <pc:docMk/>
            <pc:sldMk cId="1708893990" sldId="272"/>
            <ac:picMk id="2050" creationId="{CD2C5727-6CF7-4166-B1FD-9A6B05E767B3}"/>
          </ac:picMkLst>
        </pc:picChg>
      </pc:sldChg>
      <pc:sldChg chg="delSp modSp add del ord">
        <pc:chgData name="郁儒 廖" userId="189a1d031aa848d3" providerId="LiveId" clId="{CE290FA8-A7D4-44E9-ADF4-3783012E1A54}" dt="2021-07-24T17:49:53.021" v="313" actId="47"/>
        <pc:sldMkLst>
          <pc:docMk/>
          <pc:sldMk cId="1758154840" sldId="272"/>
        </pc:sldMkLst>
        <pc:picChg chg="del">
          <ac:chgData name="郁儒 廖" userId="189a1d031aa848d3" providerId="LiveId" clId="{CE290FA8-A7D4-44E9-ADF4-3783012E1A54}" dt="2021-07-24T17:48:42.338" v="303" actId="478"/>
          <ac:picMkLst>
            <pc:docMk/>
            <pc:sldMk cId="1758154840" sldId="272"/>
            <ac:picMk id="1026" creationId="{2483219A-00C8-489E-A7F0-1F15452192AA}"/>
          </ac:picMkLst>
        </pc:picChg>
        <pc:picChg chg="mod">
          <ac:chgData name="郁儒 廖" userId="189a1d031aa848d3" providerId="LiveId" clId="{CE290FA8-A7D4-44E9-ADF4-3783012E1A54}" dt="2021-07-24T17:49:04.309" v="311" actId="14100"/>
          <ac:picMkLst>
            <pc:docMk/>
            <pc:sldMk cId="1758154840" sldId="272"/>
            <ac:picMk id="1028" creationId="{C3390DAD-1C47-458D-BA83-E32470B7D5A3}"/>
          </ac:picMkLst>
        </pc:picChg>
      </pc:sldChg>
      <pc:sldChg chg="add ord">
        <pc:chgData name="郁儒 廖" userId="189a1d031aa848d3" providerId="LiveId" clId="{CE290FA8-A7D4-44E9-ADF4-3783012E1A54}" dt="2021-07-24T17:52:37.838" v="339"/>
        <pc:sldMkLst>
          <pc:docMk/>
          <pc:sldMk cId="1569140240" sldId="273"/>
        </pc:sldMkLst>
      </pc:sldChg>
      <pc:sldChg chg="addSp delSp modSp new mod">
        <pc:chgData name="郁儒 廖" userId="189a1d031aa848d3" providerId="LiveId" clId="{CE290FA8-A7D4-44E9-ADF4-3783012E1A54}" dt="2021-07-25T03:07:16.414" v="581" actId="14100"/>
        <pc:sldMkLst>
          <pc:docMk/>
          <pc:sldMk cId="4060451678" sldId="274"/>
        </pc:sldMkLst>
        <pc:spChg chg="mod">
          <ac:chgData name="郁儒 廖" userId="189a1d031aa848d3" providerId="LiveId" clId="{CE290FA8-A7D4-44E9-ADF4-3783012E1A54}" dt="2021-07-24T18:03:05.773" v="380" actId="20577"/>
          <ac:spMkLst>
            <pc:docMk/>
            <pc:sldMk cId="4060451678" sldId="274"/>
            <ac:spMk id="2" creationId="{5F3DBE48-F582-4210-8455-88167B475D2E}"/>
          </ac:spMkLst>
        </pc:spChg>
        <pc:spChg chg="del">
          <ac:chgData name="郁儒 廖" userId="189a1d031aa848d3" providerId="LiveId" clId="{CE290FA8-A7D4-44E9-ADF4-3783012E1A54}" dt="2021-07-24T18:05:33.151" v="389"/>
          <ac:spMkLst>
            <pc:docMk/>
            <pc:sldMk cId="4060451678" sldId="274"/>
            <ac:spMk id="3" creationId="{82A49E8B-872F-48C9-9FBB-8B84A2FFA0EE}"/>
          </ac:spMkLst>
        </pc:spChg>
        <pc:spChg chg="add mod">
          <ac:chgData name="郁儒 廖" userId="189a1d031aa848d3" providerId="LiveId" clId="{CE290FA8-A7D4-44E9-ADF4-3783012E1A54}" dt="2021-07-24T18:10:30.356" v="414" actId="1076"/>
          <ac:spMkLst>
            <pc:docMk/>
            <pc:sldMk cId="4060451678" sldId="274"/>
            <ac:spMk id="5" creationId="{76FE55B1-B35E-43D9-8134-37E5A5237685}"/>
          </ac:spMkLst>
        </pc:spChg>
        <pc:spChg chg="add mod">
          <ac:chgData name="郁儒 廖" userId="189a1d031aa848d3" providerId="LiveId" clId="{CE290FA8-A7D4-44E9-ADF4-3783012E1A54}" dt="2021-07-24T18:10:40.300" v="416" actId="1076"/>
          <ac:spMkLst>
            <pc:docMk/>
            <pc:sldMk cId="4060451678" sldId="274"/>
            <ac:spMk id="10" creationId="{18228516-59B3-4FE2-A6D6-84A751C34D05}"/>
          </ac:spMkLst>
        </pc:spChg>
        <pc:picChg chg="add mod">
          <ac:chgData name="郁儒 廖" userId="189a1d031aa848d3" providerId="LiveId" clId="{CE290FA8-A7D4-44E9-ADF4-3783012E1A54}" dt="2021-07-24T18:10:35.653" v="415" actId="1076"/>
          <ac:picMkLst>
            <pc:docMk/>
            <pc:sldMk cId="4060451678" sldId="274"/>
            <ac:picMk id="4" creationId="{2156ABF1-55AF-4D86-A95D-78E14E556BA9}"/>
          </ac:picMkLst>
        </pc:picChg>
        <pc:picChg chg="add mod">
          <ac:chgData name="郁儒 廖" userId="189a1d031aa848d3" providerId="LiveId" clId="{CE290FA8-A7D4-44E9-ADF4-3783012E1A54}" dt="2021-07-24T18:10:48.517" v="419" actId="1076"/>
          <ac:picMkLst>
            <pc:docMk/>
            <pc:sldMk cId="4060451678" sldId="274"/>
            <ac:picMk id="12" creationId="{210F4CBB-ECC1-41BE-BB2E-63F7D6B8FA8E}"/>
          </ac:picMkLst>
        </pc:picChg>
        <pc:picChg chg="add mod">
          <ac:chgData name="郁儒 廖" userId="189a1d031aa848d3" providerId="LiveId" clId="{CE290FA8-A7D4-44E9-ADF4-3783012E1A54}" dt="2021-07-24T18:12:03.933" v="430" actId="1076"/>
          <ac:picMkLst>
            <pc:docMk/>
            <pc:sldMk cId="4060451678" sldId="274"/>
            <ac:picMk id="22" creationId="{EF213945-2A91-4CDF-9245-4505860F2713}"/>
          </ac:picMkLst>
        </pc:picChg>
        <pc:cxnChg chg="add mod">
          <ac:chgData name="郁儒 廖" userId="189a1d031aa848d3" providerId="LiveId" clId="{CE290FA8-A7D4-44E9-ADF4-3783012E1A54}" dt="2021-07-24T18:10:43.021" v="417" actId="1076"/>
          <ac:cxnSpMkLst>
            <pc:docMk/>
            <pc:sldMk cId="4060451678" sldId="274"/>
            <ac:cxnSpMk id="7" creationId="{6DE49F1A-36EB-4148-B8C6-92BC3E69D765}"/>
          </ac:cxnSpMkLst>
        </pc:cxnChg>
        <pc:cxnChg chg="add mod">
          <ac:chgData name="郁儒 廖" userId="189a1d031aa848d3" providerId="LiveId" clId="{CE290FA8-A7D4-44E9-ADF4-3783012E1A54}" dt="2021-07-24T18:10:46.157" v="418" actId="1076"/>
          <ac:cxnSpMkLst>
            <pc:docMk/>
            <pc:sldMk cId="4060451678" sldId="274"/>
            <ac:cxnSpMk id="8" creationId="{B860984A-1D1A-4AC4-94C7-2809DD1E4C0C}"/>
          </ac:cxnSpMkLst>
        </pc:cxnChg>
        <pc:cxnChg chg="add mod">
          <ac:chgData name="郁儒 廖" userId="189a1d031aa848d3" providerId="LiveId" clId="{CE290FA8-A7D4-44E9-ADF4-3783012E1A54}" dt="2021-07-25T03:07:16.414" v="581" actId="14100"/>
          <ac:cxnSpMkLst>
            <pc:docMk/>
            <pc:sldMk cId="4060451678" sldId="274"/>
            <ac:cxnSpMk id="14" creationId="{0ED46792-2684-4FCF-86E9-EE07AEECF7D3}"/>
          </ac:cxnSpMkLst>
        </pc:cxnChg>
      </pc:sldChg>
      <pc:sldChg chg="addSp delSp modSp add mod">
        <pc:chgData name="郁儒 廖" userId="189a1d031aa848d3" providerId="LiveId" clId="{CE290FA8-A7D4-44E9-ADF4-3783012E1A54}" dt="2021-07-24T18:17:19.363" v="491" actId="478"/>
        <pc:sldMkLst>
          <pc:docMk/>
          <pc:sldMk cId="4088539193" sldId="275"/>
        </pc:sldMkLst>
        <pc:spChg chg="mod">
          <ac:chgData name="郁儒 廖" userId="189a1d031aa848d3" providerId="LiveId" clId="{CE290FA8-A7D4-44E9-ADF4-3783012E1A54}" dt="2021-07-24T18:15:08.763" v="453" actId="20577"/>
          <ac:spMkLst>
            <pc:docMk/>
            <pc:sldMk cId="4088539193" sldId="275"/>
            <ac:spMk id="2" creationId="{5F3DBE48-F582-4210-8455-88167B475D2E}"/>
          </ac:spMkLst>
        </pc:spChg>
        <pc:spChg chg="del">
          <ac:chgData name="郁儒 廖" userId="189a1d031aa848d3" providerId="LiveId" clId="{CE290FA8-A7D4-44E9-ADF4-3783012E1A54}" dt="2021-07-24T18:13:57.884" v="435" actId="478"/>
          <ac:spMkLst>
            <pc:docMk/>
            <pc:sldMk cId="4088539193" sldId="275"/>
            <ac:spMk id="5" creationId="{76FE55B1-B35E-43D9-8134-37E5A5237685}"/>
          </ac:spMkLst>
        </pc:spChg>
        <pc:spChg chg="add del mod">
          <ac:chgData name="郁儒 廖" userId="189a1d031aa848d3" providerId="LiveId" clId="{CE290FA8-A7D4-44E9-ADF4-3783012E1A54}" dt="2021-07-24T18:13:57.884" v="435" actId="478"/>
          <ac:spMkLst>
            <pc:docMk/>
            <pc:sldMk cId="4088539193" sldId="275"/>
            <ac:spMk id="6" creationId="{35F27EF8-2BBB-4FD8-B5F7-BAE78EBC4C40}"/>
          </ac:spMkLst>
        </pc:spChg>
        <pc:spChg chg="del">
          <ac:chgData name="郁儒 廖" userId="189a1d031aa848d3" providerId="LiveId" clId="{CE290FA8-A7D4-44E9-ADF4-3783012E1A54}" dt="2021-07-24T18:13:57.884" v="435" actId="478"/>
          <ac:spMkLst>
            <pc:docMk/>
            <pc:sldMk cId="4088539193" sldId="275"/>
            <ac:spMk id="10" creationId="{18228516-59B3-4FE2-A6D6-84A751C34D05}"/>
          </ac:spMkLst>
        </pc:spChg>
        <pc:spChg chg="add mod">
          <ac:chgData name="郁儒 廖" userId="189a1d031aa848d3" providerId="LiveId" clId="{CE290FA8-A7D4-44E9-ADF4-3783012E1A54}" dt="2021-07-24T18:16:44.013" v="474" actId="14100"/>
          <ac:spMkLst>
            <pc:docMk/>
            <pc:sldMk cId="4088539193" sldId="275"/>
            <ac:spMk id="20" creationId="{A9E9C65A-9533-4F3E-8868-36DA0C1D5308}"/>
          </ac:spMkLst>
        </pc:spChg>
        <pc:spChg chg="add mod">
          <ac:chgData name="郁儒 廖" userId="189a1d031aa848d3" providerId="LiveId" clId="{CE290FA8-A7D4-44E9-ADF4-3783012E1A54}" dt="2021-07-24T18:16:54.395" v="480" actId="20577"/>
          <ac:spMkLst>
            <pc:docMk/>
            <pc:sldMk cId="4088539193" sldId="275"/>
            <ac:spMk id="23" creationId="{12E12CF4-EB5A-435C-902B-52B004EEAAF8}"/>
          </ac:spMkLst>
        </pc:spChg>
        <pc:spChg chg="add mod">
          <ac:chgData name="郁儒 廖" userId="189a1d031aa848d3" providerId="LiveId" clId="{CE290FA8-A7D4-44E9-ADF4-3783012E1A54}" dt="2021-07-24T18:17:08.521" v="489" actId="20577"/>
          <ac:spMkLst>
            <pc:docMk/>
            <pc:sldMk cId="4088539193" sldId="275"/>
            <ac:spMk id="24" creationId="{A8E74644-2461-45A4-8D84-34730FC66438}"/>
          </ac:spMkLst>
        </pc:spChg>
        <pc:picChg chg="del">
          <ac:chgData name="郁儒 廖" userId="189a1d031aa848d3" providerId="LiveId" clId="{CE290FA8-A7D4-44E9-ADF4-3783012E1A54}" dt="2021-07-24T18:13:49.018" v="433" actId="478"/>
          <ac:picMkLst>
            <pc:docMk/>
            <pc:sldMk cId="4088539193" sldId="275"/>
            <ac:picMk id="4" creationId="{2156ABF1-55AF-4D86-A95D-78E14E556BA9}"/>
          </ac:picMkLst>
        </pc:picChg>
        <pc:picChg chg="add del mod">
          <ac:chgData name="郁儒 廖" userId="189a1d031aa848d3" providerId="LiveId" clId="{CE290FA8-A7D4-44E9-ADF4-3783012E1A54}" dt="2021-07-24T18:17:19.363" v="491" actId="478"/>
          <ac:picMkLst>
            <pc:docMk/>
            <pc:sldMk cId="4088539193" sldId="275"/>
            <ac:picMk id="11" creationId="{23427283-8C26-4B6E-A445-C57B1FDB559E}"/>
          </ac:picMkLst>
        </pc:picChg>
        <pc:picChg chg="del">
          <ac:chgData name="郁儒 廖" userId="189a1d031aa848d3" providerId="LiveId" clId="{CE290FA8-A7D4-44E9-ADF4-3783012E1A54}" dt="2021-07-24T18:13:53.049" v="434" actId="478"/>
          <ac:picMkLst>
            <pc:docMk/>
            <pc:sldMk cId="4088539193" sldId="275"/>
            <ac:picMk id="12" creationId="{210F4CBB-ECC1-41BE-BB2E-63F7D6B8FA8E}"/>
          </ac:picMkLst>
        </pc:picChg>
        <pc:picChg chg="add mod">
          <ac:chgData name="郁儒 廖" userId="189a1d031aa848d3" providerId="LiveId" clId="{CE290FA8-A7D4-44E9-ADF4-3783012E1A54}" dt="2021-07-24T18:15:53.165" v="459" actId="1076"/>
          <ac:picMkLst>
            <pc:docMk/>
            <pc:sldMk cId="4088539193" sldId="275"/>
            <ac:picMk id="15" creationId="{7816074C-61F1-48A5-BFA0-2A19A0E2804C}"/>
          </ac:picMkLst>
        </pc:picChg>
        <pc:picChg chg="add mod">
          <ac:chgData name="郁儒 廖" userId="189a1d031aa848d3" providerId="LiveId" clId="{CE290FA8-A7D4-44E9-ADF4-3783012E1A54}" dt="2021-07-24T18:15:55.789" v="460" actId="1076"/>
          <ac:picMkLst>
            <pc:docMk/>
            <pc:sldMk cId="4088539193" sldId="275"/>
            <ac:picMk id="17" creationId="{0AFCE2B6-3338-4E90-9275-8EF897D20035}"/>
          </ac:picMkLst>
        </pc:picChg>
        <pc:picChg chg="add mod">
          <ac:chgData name="郁儒 廖" userId="189a1d031aa848d3" providerId="LiveId" clId="{CE290FA8-A7D4-44E9-ADF4-3783012E1A54}" dt="2021-07-24T18:16:22.773" v="462" actId="1076"/>
          <ac:picMkLst>
            <pc:docMk/>
            <pc:sldMk cId="4088539193" sldId="275"/>
            <ac:picMk id="19" creationId="{AAA49C79-6DB8-494C-9F04-83235636C9D5}"/>
          </ac:picMkLst>
        </pc:picChg>
        <pc:picChg chg="del">
          <ac:chgData name="郁儒 廖" userId="189a1d031aa848d3" providerId="LiveId" clId="{CE290FA8-A7D4-44E9-ADF4-3783012E1A54}" dt="2021-07-24T18:13:57.884" v="435" actId="478"/>
          <ac:picMkLst>
            <pc:docMk/>
            <pc:sldMk cId="4088539193" sldId="275"/>
            <ac:picMk id="22" creationId="{EF213945-2A91-4CDF-9245-4505860F2713}"/>
          </ac:picMkLst>
        </pc:picChg>
        <pc:cxnChg chg="del">
          <ac:chgData name="郁儒 廖" userId="189a1d031aa848d3" providerId="LiveId" clId="{CE290FA8-A7D4-44E9-ADF4-3783012E1A54}" dt="2021-07-24T18:13:57.884" v="435" actId="478"/>
          <ac:cxnSpMkLst>
            <pc:docMk/>
            <pc:sldMk cId="4088539193" sldId="275"/>
            <ac:cxnSpMk id="7" creationId="{6DE49F1A-36EB-4148-B8C6-92BC3E69D765}"/>
          </ac:cxnSpMkLst>
        </pc:cxnChg>
        <pc:cxnChg chg="del">
          <ac:chgData name="郁儒 廖" userId="189a1d031aa848d3" providerId="LiveId" clId="{CE290FA8-A7D4-44E9-ADF4-3783012E1A54}" dt="2021-07-24T18:13:57.884" v="435" actId="478"/>
          <ac:cxnSpMkLst>
            <pc:docMk/>
            <pc:sldMk cId="4088539193" sldId="275"/>
            <ac:cxnSpMk id="8" creationId="{B860984A-1D1A-4AC4-94C7-2809DD1E4C0C}"/>
          </ac:cxnSpMkLst>
        </pc:cxnChg>
        <pc:cxnChg chg="del">
          <ac:chgData name="郁儒 廖" userId="189a1d031aa848d3" providerId="LiveId" clId="{CE290FA8-A7D4-44E9-ADF4-3783012E1A54}" dt="2021-07-24T18:13:57.884" v="435" actId="478"/>
          <ac:cxnSpMkLst>
            <pc:docMk/>
            <pc:sldMk cId="4088539193" sldId="275"/>
            <ac:cxnSpMk id="14" creationId="{0ED46792-2684-4FCF-86E9-EE07AEECF7D3}"/>
          </ac:cxnSpMkLst>
        </pc:cxnChg>
      </pc:sldChg>
      <pc:sldChg chg="addSp delSp modSp add mod">
        <pc:chgData name="郁儒 廖" userId="189a1d031aa848d3" providerId="LiveId" clId="{CE290FA8-A7D4-44E9-ADF4-3783012E1A54}" dt="2021-07-24T18:20:26.635" v="536"/>
        <pc:sldMkLst>
          <pc:docMk/>
          <pc:sldMk cId="895972717" sldId="276"/>
        </pc:sldMkLst>
        <pc:spChg chg="mod">
          <ac:chgData name="郁儒 廖" userId="189a1d031aa848d3" providerId="LiveId" clId="{CE290FA8-A7D4-44E9-ADF4-3783012E1A54}" dt="2021-07-24T18:18:04.609" v="492"/>
          <ac:spMkLst>
            <pc:docMk/>
            <pc:sldMk cId="895972717" sldId="276"/>
            <ac:spMk id="2" creationId="{5F3DBE48-F582-4210-8455-88167B475D2E}"/>
          </ac:spMkLst>
        </pc:spChg>
        <pc:spChg chg="add mod">
          <ac:chgData name="郁儒 廖" userId="189a1d031aa848d3" providerId="LiveId" clId="{CE290FA8-A7D4-44E9-ADF4-3783012E1A54}" dt="2021-07-24T18:20:26.635" v="536"/>
          <ac:spMkLst>
            <pc:docMk/>
            <pc:sldMk cId="895972717" sldId="276"/>
            <ac:spMk id="5" creationId="{2997800A-4C16-41C5-A09B-D4C483B1FF9D}"/>
          </ac:spMkLst>
        </pc:spChg>
        <pc:spChg chg="del">
          <ac:chgData name="郁儒 廖" userId="189a1d031aa848d3" providerId="LiveId" clId="{CE290FA8-A7D4-44E9-ADF4-3783012E1A54}" dt="2021-07-24T18:18:10.396" v="498" actId="478"/>
          <ac:spMkLst>
            <pc:docMk/>
            <pc:sldMk cId="895972717" sldId="276"/>
            <ac:spMk id="20" creationId="{A9E9C65A-9533-4F3E-8868-36DA0C1D5308}"/>
          </ac:spMkLst>
        </pc:spChg>
        <pc:spChg chg="del">
          <ac:chgData name="郁儒 廖" userId="189a1d031aa848d3" providerId="LiveId" clId="{CE290FA8-A7D4-44E9-ADF4-3783012E1A54}" dt="2021-07-24T18:18:09.210" v="497" actId="478"/>
          <ac:spMkLst>
            <pc:docMk/>
            <pc:sldMk cId="895972717" sldId="276"/>
            <ac:spMk id="23" creationId="{12E12CF4-EB5A-435C-902B-52B004EEAAF8}"/>
          </ac:spMkLst>
        </pc:spChg>
        <pc:spChg chg="del">
          <ac:chgData name="郁儒 廖" userId="189a1d031aa848d3" providerId="LiveId" clId="{CE290FA8-A7D4-44E9-ADF4-3783012E1A54}" dt="2021-07-24T18:18:08.157" v="496" actId="478"/>
          <ac:spMkLst>
            <pc:docMk/>
            <pc:sldMk cId="895972717" sldId="276"/>
            <ac:spMk id="24" creationId="{A8E74644-2461-45A4-8D84-34730FC66438}"/>
          </ac:spMkLst>
        </pc:spChg>
        <pc:picChg chg="add mod">
          <ac:chgData name="郁儒 廖" userId="189a1d031aa848d3" providerId="LiveId" clId="{CE290FA8-A7D4-44E9-ADF4-3783012E1A54}" dt="2021-07-24T18:18:30.413" v="502" actId="1076"/>
          <ac:picMkLst>
            <pc:docMk/>
            <pc:sldMk cId="895972717" sldId="276"/>
            <ac:picMk id="4" creationId="{84FC0F8C-F0C8-4FED-879D-7025B28442DF}"/>
          </ac:picMkLst>
        </pc:picChg>
        <pc:picChg chg="mod">
          <ac:chgData name="郁儒 廖" userId="189a1d031aa848d3" providerId="LiveId" clId="{CE290FA8-A7D4-44E9-ADF4-3783012E1A54}" dt="2021-07-24T18:18:36.693" v="504" actId="1076"/>
          <ac:picMkLst>
            <pc:docMk/>
            <pc:sldMk cId="895972717" sldId="276"/>
            <ac:picMk id="11" creationId="{23427283-8C26-4B6E-A445-C57B1FDB559E}"/>
          </ac:picMkLst>
        </pc:picChg>
        <pc:picChg chg="del">
          <ac:chgData name="郁儒 廖" userId="189a1d031aa848d3" providerId="LiveId" clId="{CE290FA8-A7D4-44E9-ADF4-3783012E1A54}" dt="2021-07-24T18:18:06.466" v="494" actId="478"/>
          <ac:picMkLst>
            <pc:docMk/>
            <pc:sldMk cId="895972717" sldId="276"/>
            <ac:picMk id="15" creationId="{7816074C-61F1-48A5-BFA0-2A19A0E2804C}"/>
          </ac:picMkLst>
        </pc:picChg>
        <pc:picChg chg="del">
          <ac:chgData name="郁儒 廖" userId="189a1d031aa848d3" providerId="LiveId" clId="{CE290FA8-A7D4-44E9-ADF4-3783012E1A54}" dt="2021-07-24T18:18:05.896" v="493" actId="478"/>
          <ac:picMkLst>
            <pc:docMk/>
            <pc:sldMk cId="895972717" sldId="276"/>
            <ac:picMk id="17" creationId="{0AFCE2B6-3338-4E90-9275-8EF897D20035}"/>
          </ac:picMkLst>
        </pc:picChg>
        <pc:picChg chg="del">
          <ac:chgData name="郁儒 廖" userId="189a1d031aa848d3" providerId="LiveId" clId="{CE290FA8-A7D4-44E9-ADF4-3783012E1A54}" dt="2021-07-24T18:18:06.958" v="495" actId="478"/>
          <ac:picMkLst>
            <pc:docMk/>
            <pc:sldMk cId="895972717" sldId="276"/>
            <ac:picMk id="19" creationId="{AAA49C79-6DB8-494C-9F04-83235636C9D5}"/>
          </ac:picMkLst>
        </pc:picChg>
      </pc:sldChg>
      <pc:sldChg chg="addSp delSp modSp add mod modShow">
        <pc:chgData name="郁儒 廖" userId="189a1d031aa848d3" providerId="LiveId" clId="{CE290FA8-A7D4-44E9-ADF4-3783012E1A54}" dt="2021-07-27T05:28:19.635" v="608" actId="729"/>
        <pc:sldMkLst>
          <pc:docMk/>
          <pc:sldMk cId="986427882" sldId="277"/>
        </pc:sldMkLst>
        <pc:spChg chg="mod">
          <ac:chgData name="郁儒 廖" userId="189a1d031aa848d3" providerId="LiveId" clId="{CE290FA8-A7D4-44E9-ADF4-3783012E1A54}" dt="2021-07-24T18:23:06.896" v="538"/>
          <ac:spMkLst>
            <pc:docMk/>
            <pc:sldMk cId="986427882" sldId="277"/>
            <ac:spMk id="2" creationId="{5F3DBE48-F582-4210-8455-88167B475D2E}"/>
          </ac:spMkLst>
        </pc:spChg>
        <pc:spChg chg="mod">
          <ac:chgData name="郁儒 廖" userId="189a1d031aa848d3" providerId="LiveId" clId="{CE290FA8-A7D4-44E9-ADF4-3783012E1A54}" dt="2021-07-24T18:23:36.580" v="544" actId="1076"/>
          <ac:spMkLst>
            <pc:docMk/>
            <pc:sldMk cId="986427882" sldId="277"/>
            <ac:spMk id="5" creationId="{2997800A-4C16-41C5-A09B-D4C483B1FF9D}"/>
          </ac:spMkLst>
        </pc:spChg>
        <pc:picChg chg="del">
          <ac:chgData name="郁儒 廖" userId="189a1d031aa848d3" providerId="LiveId" clId="{CE290FA8-A7D4-44E9-ADF4-3783012E1A54}" dt="2021-07-24T18:23:23.957" v="539" actId="478"/>
          <ac:picMkLst>
            <pc:docMk/>
            <pc:sldMk cId="986427882" sldId="277"/>
            <ac:picMk id="4" creationId="{84FC0F8C-F0C8-4FED-879D-7025B28442DF}"/>
          </ac:picMkLst>
        </pc:picChg>
        <pc:picChg chg="add mod">
          <ac:chgData name="郁儒 廖" userId="189a1d031aa848d3" providerId="LiveId" clId="{CE290FA8-A7D4-44E9-ADF4-3783012E1A54}" dt="2021-07-24T18:23:41.364" v="547" actId="1076"/>
          <ac:picMkLst>
            <pc:docMk/>
            <pc:sldMk cId="986427882" sldId="277"/>
            <ac:picMk id="6" creationId="{B6C10702-40EF-4024-8C46-9FE9DE7D1195}"/>
          </ac:picMkLst>
        </pc:picChg>
        <pc:picChg chg="del">
          <ac:chgData name="郁儒 廖" userId="189a1d031aa848d3" providerId="LiveId" clId="{CE290FA8-A7D4-44E9-ADF4-3783012E1A54}" dt="2021-07-24T18:23:24.819" v="540" actId="478"/>
          <ac:picMkLst>
            <pc:docMk/>
            <pc:sldMk cId="986427882" sldId="277"/>
            <ac:picMk id="11" creationId="{23427283-8C26-4B6E-A445-C57B1FDB559E}"/>
          </ac:picMkLst>
        </pc:picChg>
      </pc:sldChg>
      <pc:sldChg chg="addSp delSp modSp add mod modShow">
        <pc:chgData name="郁儒 廖" userId="189a1d031aa848d3" providerId="LiveId" clId="{CE290FA8-A7D4-44E9-ADF4-3783012E1A54}" dt="2021-07-27T05:28:15.834" v="607" actId="729"/>
        <pc:sldMkLst>
          <pc:docMk/>
          <pc:sldMk cId="2549370280" sldId="278"/>
        </pc:sldMkLst>
        <pc:spChg chg="mod">
          <ac:chgData name="郁儒 廖" userId="189a1d031aa848d3" providerId="LiveId" clId="{CE290FA8-A7D4-44E9-ADF4-3783012E1A54}" dt="2021-07-24T18:26:46.629" v="553" actId="20577"/>
          <ac:spMkLst>
            <pc:docMk/>
            <pc:sldMk cId="2549370280" sldId="278"/>
            <ac:spMk id="2" creationId="{5F3DBE48-F582-4210-8455-88167B475D2E}"/>
          </ac:spMkLst>
        </pc:spChg>
        <pc:picChg chg="add mod">
          <ac:chgData name="郁儒 廖" userId="189a1d031aa848d3" providerId="LiveId" clId="{CE290FA8-A7D4-44E9-ADF4-3783012E1A54}" dt="2021-07-24T18:27:11.796" v="560" actId="1076"/>
          <ac:picMkLst>
            <pc:docMk/>
            <pc:sldMk cId="2549370280" sldId="278"/>
            <ac:picMk id="4" creationId="{C9E58167-DC45-4F55-AF9B-4E740B477C38}"/>
          </ac:picMkLst>
        </pc:picChg>
        <pc:picChg chg="del">
          <ac:chgData name="郁儒 廖" userId="189a1d031aa848d3" providerId="LiveId" clId="{CE290FA8-A7D4-44E9-ADF4-3783012E1A54}" dt="2021-07-24T18:26:48.467" v="554" actId="478"/>
          <ac:picMkLst>
            <pc:docMk/>
            <pc:sldMk cId="2549370280" sldId="278"/>
            <ac:picMk id="6" creationId="{B6C10702-40EF-4024-8C46-9FE9DE7D1195}"/>
          </ac:picMkLst>
        </pc:picChg>
      </pc:sldChg>
      <pc:sldChg chg="addSp delSp modSp add del mod modShow">
        <pc:chgData name="郁儒 廖" userId="189a1d031aa848d3" providerId="LiveId" clId="{CE290FA8-A7D4-44E9-ADF4-3783012E1A54}" dt="2021-07-27T06:06:42.266" v="612" actId="47"/>
        <pc:sldMkLst>
          <pc:docMk/>
          <pc:sldMk cId="4289364975" sldId="279"/>
        </pc:sldMkLst>
        <pc:spChg chg="mod">
          <ac:chgData name="郁儒 廖" userId="189a1d031aa848d3" providerId="LiveId" clId="{CE290FA8-A7D4-44E9-ADF4-3783012E1A54}" dt="2021-07-24T18:30:23.203" v="566" actId="20577"/>
          <ac:spMkLst>
            <pc:docMk/>
            <pc:sldMk cId="4289364975" sldId="279"/>
            <ac:spMk id="2" creationId="{5F3DBE48-F582-4210-8455-88167B475D2E}"/>
          </ac:spMkLst>
        </pc:spChg>
        <pc:picChg chg="del">
          <ac:chgData name="郁儒 廖" userId="189a1d031aa848d3" providerId="LiveId" clId="{CE290FA8-A7D4-44E9-ADF4-3783012E1A54}" dt="2021-07-24T18:30:25.880" v="567" actId="478"/>
          <ac:picMkLst>
            <pc:docMk/>
            <pc:sldMk cId="4289364975" sldId="279"/>
            <ac:picMk id="4" creationId="{C9E58167-DC45-4F55-AF9B-4E740B477C38}"/>
          </ac:picMkLst>
        </pc:picChg>
        <pc:picChg chg="add mod">
          <ac:chgData name="郁儒 廖" userId="189a1d031aa848d3" providerId="LiveId" clId="{CE290FA8-A7D4-44E9-ADF4-3783012E1A54}" dt="2021-07-24T18:30:44.948" v="571" actId="1076"/>
          <ac:picMkLst>
            <pc:docMk/>
            <pc:sldMk cId="4289364975" sldId="279"/>
            <ac:picMk id="6" creationId="{9C668F7F-9D09-494C-9EDF-C36E6189F463}"/>
          </ac:picMkLst>
        </pc:picChg>
      </pc:sldChg>
      <pc:sldChg chg="add del mod modShow">
        <pc:chgData name="郁儒 廖" userId="189a1d031aa848d3" providerId="LiveId" clId="{CE290FA8-A7D4-44E9-ADF4-3783012E1A54}" dt="2021-07-27T06:06:38.674" v="611" actId="47"/>
        <pc:sldMkLst>
          <pc:docMk/>
          <pc:sldMk cId="3461190198" sldId="280"/>
        </pc:sldMkLst>
      </pc:sldChg>
      <pc:sldChg chg="modSp new mod">
        <pc:chgData name="郁儒 廖" userId="189a1d031aa848d3" providerId="LiveId" clId="{CE290FA8-A7D4-44E9-ADF4-3783012E1A54}" dt="2021-07-27T05:27:51.573" v="600" actId="5793"/>
        <pc:sldMkLst>
          <pc:docMk/>
          <pc:sldMk cId="1339591712" sldId="281"/>
        </pc:sldMkLst>
        <pc:spChg chg="mod">
          <ac:chgData name="郁儒 廖" userId="189a1d031aa848d3" providerId="LiveId" clId="{CE290FA8-A7D4-44E9-ADF4-3783012E1A54}" dt="2021-07-25T05:53:20.406" v="585"/>
          <ac:spMkLst>
            <pc:docMk/>
            <pc:sldMk cId="1339591712" sldId="281"/>
            <ac:spMk id="2" creationId="{D3BF29CD-F8CF-4F47-92BE-649B84536DD9}"/>
          </ac:spMkLst>
        </pc:spChg>
        <pc:spChg chg="mod">
          <ac:chgData name="郁儒 廖" userId="189a1d031aa848d3" providerId="LiveId" clId="{CE290FA8-A7D4-44E9-ADF4-3783012E1A54}" dt="2021-07-27T05:27:51.573" v="600" actId="5793"/>
          <ac:spMkLst>
            <pc:docMk/>
            <pc:sldMk cId="1339591712" sldId="281"/>
            <ac:spMk id="3" creationId="{5444A68A-3CE0-4A7F-9A14-0740120E091F}"/>
          </ac:spMkLst>
        </pc:spChg>
      </pc:sldChg>
    </pc:docChg>
  </pc:docChgLst>
  <pc:docChgLst>
    <pc:chgData name="郁儒 廖" userId="189a1d031aa848d3" providerId="LiveId" clId="{F7E03734-E1EE-48DE-9C2C-A02502A248C3}"/>
    <pc:docChg chg="undo custSel addSld modSld sldOrd">
      <pc:chgData name="郁儒 廖" userId="189a1d031aa848d3" providerId="LiveId" clId="{F7E03734-E1EE-48DE-9C2C-A02502A248C3}" dt="2021-06-29T06:27:05.226" v="405" actId="20577"/>
      <pc:docMkLst>
        <pc:docMk/>
      </pc:docMkLst>
      <pc:sldChg chg="addSp delSp modSp mod">
        <pc:chgData name="郁儒 廖" userId="189a1d031aa848d3" providerId="LiveId" clId="{F7E03734-E1EE-48DE-9C2C-A02502A248C3}" dt="2021-06-29T06:27:05.226" v="405" actId="20577"/>
        <pc:sldMkLst>
          <pc:docMk/>
          <pc:sldMk cId="1310905560" sldId="256"/>
        </pc:sldMkLst>
        <pc:spChg chg="mod">
          <ac:chgData name="郁儒 廖" userId="189a1d031aa848d3" providerId="LiveId" clId="{F7E03734-E1EE-48DE-9C2C-A02502A248C3}" dt="2021-06-26T16:01:18.582" v="272" actId="1076"/>
          <ac:spMkLst>
            <pc:docMk/>
            <pc:sldMk cId="1310905560" sldId="256"/>
            <ac:spMk id="2" creationId="{B963378F-50B2-45BD-A6DA-5CB61DB247F9}"/>
          </ac:spMkLst>
        </pc:spChg>
        <pc:spChg chg="mod">
          <ac:chgData name="郁儒 廖" userId="189a1d031aa848d3" providerId="LiveId" clId="{F7E03734-E1EE-48DE-9C2C-A02502A248C3}" dt="2021-06-26T16:01:33.256" v="278" actId="1036"/>
          <ac:spMkLst>
            <pc:docMk/>
            <pc:sldMk cId="1310905560" sldId="256"/>
            <ac:spMk id="3" creationId="{71E7239B-5619-42E5-947E-7CC9BEF1FE52}"/>
          </ac:spMkLst>
        </pc:spChg>
        <pc:spChg chg="add del mod">
          <ac:chgData name="郁儒 廖" userId="189a1d031aa848d3" providerId="LiveId" clId="{F7E03734-E1EE-48DE-9C2C-A02502A248C3}" dt="2021-06-26T15:59:48.174" v="258" actId="478"/>
          <ac:spMkLst>
            <pc:docMk/>
            <pc:sldMk cId="1310905560" sldId="256"/>
            <ac:spMk id="4" creationId="{ACE1550D-4A56-4151-A627-51590743053C}"/>
          </ac:spMkLst>
        </pc:spChg>
        <pc:spChg chg="add mod">
          <ac:chgData name="郁儒 廖" userId="189a1d031aa848d3" providerId="LiveId" clId="{F7E03734-E1EE-48DE-9C2C-A02502A248C3}" dt="2021-06-29T06:27:05.226" v="405" actId="20577"/>
          <ac:spMkLst>
            <pc:docMk/>
            <pc:sldMk cId="1310905560" sldId="256"/>
            <ac:spMk id="5" creationId="{E943A7B3-D75F-42BE-987F-B5D29452E318}"/>
          </ac:spMkLst>
        </pc:spChg>
      </pc:sldChg>
      <pc:sldChg chg="modSp mod">
        <pc:chgData name="郁儒 廖" userId="189a1d031aa848d3" providerId="LiveId" clId="{F7E03734-E1EE-48DE-9C2C-A02502A248C3}" dt="2021-06-27T14:20:55.197" v="382" actId="20577"/>
        <pc:sldMkLst>
          <pc:docMk/>
          <pc:sldMk cId="2573059498" sldId="258"/>
        </pc:sldMkLst>
        <pc:spChg chg="mod">
          <ac:chgData name="郁儒 廖" userId="189a1d031aa848d3" providerId="LiveId" clId="{F7E03734-E1EE-48DE-9C2C-A02502A248C3}" dt="2021-06-26T16:03:35.398" v="301" actId="108"/>
          <ac:spMkLst>
            <pc:docMk/>
            <pc:sldMk cId="2573059498" sldId="258"/>
            <ac:spMk id="2" creationId="{47AB24D3-3C1B-4033-BC50-76F4ABFC7748}"/>
          </ac:spMkLst>
        </pc:spChg>
        <pc:spChg chg="mod">
          <ac:chgData name="郁儒 廖" userId="189a1d031aa848d3" providerId="LiveId" clId="{F7E03734-E1EE-48DE-9C2C-A02502A248C3}" dt="2021-06-26T16:04:08.224" v="310" actId="113"/>
          <ac:spMkLst>
            <pc:docMk/>
            <pc:sldMk cId="2573059498" sldId="258"/>
            <ac:spMk id="6" creationId="{0F99D5B4-A2E2-4A60-9E54-A84D4DC5F055}"/>
          </ac:spMkLst>
        </pc:spChg>
        <pc:spChg chg="mod">
          <ac:chgData name="郁儒 廖" userId="189a1d031aa848d3" providerId="LiveId" clId="{F7E03734-E1EE-48DE-9C2C-A02502A248C3}" dt="2021-06-26T16:04:37.092" v="311" actId="2711"/>
          <ac:spMkLst>
            <pc:docMk/>
            <pc:sldMk cId="2573059498" sldId="258"/>
            <ac:spMk id="7" creationId="{54B50B5B-0771-4250-8A8E-75209CA49F4B}"/>
          </ac:spMkLst>
        </pc:spChg>
        <pc:spChg chg="mod">
          <ac:chgData name="郁儒 廖" userId="189a1d031aa848d3" providerId="LiveId" clId="{F7E03734-E1EE-48DE-9C2C-A02502A248C3}" dt="2021-06-27T14:20:55.197" v="382" actId="20577"/>
          <ac:spMkLst>
            <pc:docMk/>
            <pc:sldMk cId="2573059498" sldId="258"/>
            <ac:spMk id="8" creationId="{E88579BE-F294-484D-BDCD-7FD9728485CA}"/>
          </ac:spMkLst>
        </pc:spChg>
        <pc:spChg chg="mod">
          <ac:chgData name="郁儒 廖" userId="189a1d031aa848d3" providerId="LiveId" clId="{F7E03734-E1EE-48DE-9C2C-A02502A248C3}" dt="2021-06-26T16:04:54.375" v="313" actId="2711"/>
          <ac:spMkLst>
            <pc:docMk/>
            <pc:sldMk cId="2573059498" sldId="258"/>
            <ac:spMk id="9" creationId="{25E96A07-4275-4C3A-B0F3-9FAC6D8FED6F}"/>
          </ac:spMkLst>
        </pc:spChg>
        <pc:spChg chg="mod">
          <ac:chgData name="郁儒 廖" userId="189a1d031aa848d3" providerId="LiveId" clId="{F7E03734-E1EE-48DE-9C2C-A02502A248C3}" dt="2021-06-26T16:04:59.061" v="314" actId="2711"/>
          <ac:spMkLst>
            <pc:docMk/>
            <pc:sldMk cId="2573059498" sldId="258"/>
            <ac:spMk id="10" creationId="{DA5D15EC-FB11-4EAF-A240-F4881E5EA7A8}"/>
          </ac:spMkLst>
        </pc:spChg>
      </pc:sldChg>
      <pc:sldChg chg="modSp mod ord">
        <pc:chgData name="郁儒 廖" userId="189a1d031aa848d3" providerId="LiveId" clId="{F7E03734-E1EE-48DE-9C2C-A02502A248C3}" dt="2021-06-27T14:11:18.442" v="322"/>
        <pc:sldMkLst>
          <pc:docMk/>
          <pc:sldMk cId="3515119788" sldId="259"/>
        </pc:sldMkLst>
        <pc:spChg chg="mod">
          <ac:chgData name="郁儒 廖" userId="189a1d031aa848d3" providerId="LiveId" clId="{F7E03734-E1EE-48DE-9C2C-A02502A248C3}" dt="2021-06-26T16:02:09.590" v="281" actId="108"/>
          <ac:spMkLst>
            <pc:docMk/>
            <pc:sldMk cId="3515119788" sldId="259"/>
            <ac:spMk id="2" creationId="{46D4B5A4-2E12-4B48-997F-0A3F6BB8E5EE}"/>
          </ac:spMkLst>
        </pc:spChg>
      </pc:sldChg>
      <pc:sldChg chg="modSp mod">
        <pc:chgData name="郁儒 廖" userId="189a1d031aa848d3" providerId="LiveId" clId="{F7E03734-E1EE-48DE-9C2C-A02502A248C3}" dt="2021-06-27T14:23:26.793" v="384" actId="20577"/>
        <pc:sldMkLst>
          <pc:docMk/>
          <pc:sldMk cId="3353010267" sldId="260"/>
        </pc:sldMkLst>
        <pc:spChg chg="mod">
          <ac:chgData name="郁儒 廖" userId="189a1d031aa848d3" providerId="LiveId" clId="{F7E03734-E1EE-48DE-9C2C-A02502A248C3}" dt="2021-06-27T14:23:26.793" v="384" actId="20577"/>
          <ac:spMkLst>
            <pc:docMk/>
            <pc:sldMk cId="3353010267" sldId="260"/>
            <ac:spMk id="2" creationId="{46D4B5A4-2E12-4B48-997F-0A3F6BB8E5EE}"/>
          </ac:spMkLst>
        </pc:spChg>
        <pc:spChg chg="mod">
          <ac:chgData name="郁儒 廖" userId="189a1d031aa848d3" providerId="LiveId" clId="{F7E03734-E1EE-48DE-9C2C-A02502A248C3}" dt="2021-06-27T14:17:05.809" v="356" actId="20577"/>
          <ac:spMkLst>
            <pc:docMk/>
            <pc:sldMk cId="3353010267" sldId="260"/>
            <ac:spMk id="6" creationId="{56B442F7-5136-4E93-9FE2-2CAC213991C3}"/>
          </ac:spMkLst>
        </pc:spChg>
        <pc:graphicFrameChg chg="modGraphic">
          <ac:chgData name="郁儒 廖" userId="189a1d031aa848d3" providerId="LiveId" clId="{F7E03734-E1EE-48DE-9C2C-A02502A248C3}" dt="2021-06-27T14:16:58.756" v="353" actId="20577"/>
          <ac:graphicFrameMkLst>
            <pc:docMk/>
            <pc:sldMk cId="3353010267" sldId="260"/>
            <ac:graphicFrameMk id="8" creationId="{006AF39E-8E64-46EE-89F2-035694BC962B}"/>
          </ac:graphicFrameMkLst>
        </pc:graphicFrameChg>
      </pc:sldChg>
      <pc:sldChg chg="addSp delSp modSp mod">
        <pc:chgData name="郁儒 廖" userId="189a1d031aa848d3" providerId="LiveId" clId="{F7E03734-E1EE-48DE-9C2C-A02502A248C3}" dt="2021-06-27T14:23:30.041" v="385" actId="20577"/>
        <pc:sldMkLst>
          <pc:docMk/>
          <pc:sldMk cId="3679457579" sldId="261"/>
        </pc:sldMkLst>
        <pc:spChg chg="del">
          <ac:chgData name="郁儒 廖" userId="189a1d031aa848d3" providerId="LiveId" clId="{F7E03734-E1EE-48DE-9C2C-A02502A248C3}" dt="2021-06-26T16:03:01.460" v="290" actId="478"/>
          <ac:spMkLst>
            <pc:docMk/>
            <pc:sldMk cId="3679457579" sldId="261"/>
            <ac:spMk id="2" creationId="{46D4B5A4-2E12-4B48-997F-0A3F6BB8E5EE}"/>
          </ac:spMkLst>
        </pc:spChg>
        <pc:spChg chg="mod">
          <ac:chgData name="郁儒 廖" userId="189a1d031aa848d3" providerId="LiveId" clId="{F7E03734-E1EE-48DE-9C2C-A02502A248C3}" dt="2021-06-27T14:16:49.767" v="350" actId="20577"/>
          <ac:spMkLst>
            <pc:docMk/>
            <pc:sldMk cId="3679457579" sldId="261"/>
            <ac:spMk id="6" creationId="{56B442F7-5136-4E93-9FE2-2CAC213991C3}"/>
          </ac:spMkLst>
        </pc:spChg>
        <pc:spChg chg="add del mod">
          <ac:chgData name="郁儒 廖" userId="189a1d031aa848d3" providerId="LiveId" clId="{F7E03734-E1EE-48DE-9C2C-A02502A248C3}" dt="2021-06-26T16:03:03.573" v="291" actId="478"/>
          <ac:spMkLst>
            <pc:docMk/>
            <pc:sldMk cId="3679457579" sldId="261"/>
            <ac:spMk id="9" creationId="{96B04D9E-B30D-4A69-A4C1-C72C313A1153}"/>
          </ac:spMkLst>
        </pc:spChg>
        <pc:spChg chg="add mod">
          <ac:chgData name="郁儒 廖" userId="189a1d031aa848d3" providerId="LiveId" clId="{F7E03734-E1EE-48DE-9C2C-A02502A248C3}" dt="2021-06-27T14:23:30.041" v="385" actId="20577"/>
          <ac:spMkLst>
            <pc:docMk/>
            <pc:sldMk cId="3679457579" sldId="261"/>
            <ac:spMk id="10" creationId="{31815381-98AE-4F5B-9A6C-08961D44B59B}"/>
          </ac:spMkLst>
        </pc:spChg>
        <pc:graphicFrameChg chg="modGraphic">
          <ac:chgData name="郁儒 廖" userId="189a1d031aa848d3" providerId="LiveId" clId="{F7E03734-E1EE-48DE-9C2C-A02502A248C3}" dt="2021-06-27T14:16:40.230" v="347" actId="20577"/>
          <ac:graphicFrameMkLst>
            <pc:docMk/>
            <pc:sldMk cId="3679457579" sldId="261"/>
            <ac:graphicFrameMk id="8" creationId="{006AF39E-8E64-46EE-89F2-035694BC962B}"/>
          </ac:graphicFrameMkLst>
        </pc:graphicFrameChg>
      </pc:sldChg>
      <pc:sldChg chg="addSp delSp modSp mod">
        <pc:chgData name="郁儒 廖" userId="189a1d031aa848d3" providerId="LiveId" clId="{F7E03734-E1EE-48DE-9C2C-A02502A248C3}" dt="2021-06-27T14:23:34.001" v="386" actId="20577"/>
        <pc:sldMkLst>
          <pc:docMk/>
          <pc:sldMk cId="2166195919" sldId="262"/>
        </pc:sldMkLst>
        <pc:spChg chg="del">
          <ac:chgData name="郁儒 廖" userId="189a1d031aa848d3" providerId="LiveId" clId="{F7E03734-E1EE-48DE-9C2C-A02502A248C3}" dt="2021-06-26T16:03:07.212" v="293" actId="478"/>
          <ac:spMkLst>
            <pc:docMk/>
            <pc:sldMk cId="2166195919" sldId="262"/>
            <ac:spMk id="2" creationId="{46D4B5A4-2E12-4B48-997F-0A3F6BB8E5EE}"/>
          </ac:spMkLst>
        </pc:spChg>
        <pc:spChg chg="mod">
          <ac:chgData name="郁儒 廖" userId="189a1d031aa848d3" providerId="LiveId" clId="{F7E03734-E1EE-48DE-9C2C-A02502A248C3}" dt="2021-06-27T14:16:24.522" v="344" actId="20577"/>
          <ac:spMkLst>
            <pc:docMk/>
            <pc:sldMk cId="2166195919" sldId="262"/>
            <ac:spMk id="6" creationId="{56B442F7-5136-4E93-9FE2-2CAC213991C3}"/>
          </ac:spMkLst>
        </pc:spChg>
        <pc:spChg chg="add del mod">
          <ac:chgData name="郁儒 廖" userId="189a1d031aa848d3" providerId="LiveId" clId="{F7E03734-E1EE-48DE-9C2C-A02502A248C3}" dt="2021-06-26T16:03:09.405" v="294" actId="478"/>
          <ac:spMkLst>
            <pc:docMk/>
            <pc:sldMk cId="2166195919" sldId="262"/>
            <ac:spMk id="10" creationId="{70BBB809-686D-4CEC-93AA-D5B3B2B35460}"/>
          </ac:spMkLst>
        </pc:spChg>
        <pc:spChg chg="add mod">
          <ac:chgData name="郁儒 廖" userId="189a1d031aa848d3" providerId="LiveId" clId="{F7E03734-E1EE-48DE-9C2C-A02502A248C3}" dt="2021-06-27T14:23:34.001" v="386" actId="20577"/>
          <ac:spMkLst>
            <pc:docMk/>
            <pc:sldMk cId="2166195919" sldId="262"/>
            <ac:spMk id="11" creationId="{63D33D3B-20F9-481F-AF36-DDE7CAA21EDD}"/>
          </ac:spMkLst>
        </pc:spChg>
        <pc:graphicFrameChg chg="modGraphic">
          <ac:chgData name="郁儒 廖" userId="189a1d031aa848d3" providerId="LiveId" clId="{F7E03734-E1EE-48DE-9C2C-A02502A248C3}" dt="2021-06-27T14:16:17.852" v="342" actId="20577"/>
          <ac:graphicFrameMkLst>
            <pc:docMk/>
            <pc:sldMk cId="2166195919" sldId="262"/>
            <ac:graphicFrameMk id="8" creationId="{006AF39E-8E64-46EE-89F2-035694BC962B}"/>
          </ac:graphicFrameMkLst>
        </pc:graphicFrameChg>
      </pc:sldChg>
      <pc:sldChg chg="addSp delSp modSp new mod">
        <pc:chgData name="郁儒 廖" userId="189a1d031aa848d3" providerId="LiveId" clId="{F7E03734-E1EE-48DE-9C2C-A02502A248C3}" dt="2021-06-27T14:22:51.561" v="383" actId="1076"/>
        <pc:sldMkLst>
          <pc:docMk/>
          <pc:sldMk cId="3405566990" sldId="263"/>
        </pc:sldMkLst>
        <pc:spChg chg="mod">
          <ac:chgData name="郁儒 廖" userId="189a1d031aa848d3" providerId="LiveId" clId="{F7E03734-E1EE-48DE-9C2C-A02502A248C3}" dt="2021-06-26T16:05:32.214" v="315" actId="108"/>
          <ac:spMkLst>
            <pc:docMk/>
            <pc:sldMk cId="3405566990" sldId="263"/>
            <ac:spMk id="2" creationId="{871DA2CC-86CE-43D0-9AA4-0B9F02AB7E2C}"/>
          </ac:spMkLst>
        </pc:spChg>
        <pc:spChg chg="del">
          <ac:chgData name="郁儒 廖" userId="189a1d031aa848d3" providerId="LiveId" clId="{F7E03734-E1EE-48DE-9C2C-A02502A248C3}" dt="2021-06-26T15:06:27.054" v="1"/>
          <ac:spMkLst>
            <pc:docMk/>
            <pc:sldMk cId="3405566990" sldId="263"/>
            <ac:spMk id="3" creationId="{1092DADC-AC3B-4153-8FB2-F51F9B6DF0FB}"/>
          </ac:spMkLst>
        </pc:spChg>
        <pc:spChg chg="add del mod">
          <ac:chgData name="郁儒 廖" userId="189a1d031aa848d3" providerId="LiveId" clId="{F7E03734-E1EE-48DE-9C2C-A02502A248C3}" dt="2021-06-26T15:08:45.936" v="12"/>
          <ac:spMkLst>
            <pc:docMk/>
            <pc:sldMk cId="3405566990" sldId="263"/>
            <ac:spMk id="8" creationId="{328596ED-DC25-421B-9587-A92F160C842A}"/>
          </ac:spMkLst>
        </pc:spChg>
        <pc:picChg chg="add del mod">
          <ac:chgData name="郁儒 廖" userId="189a1d031aa848d3" providerId="LiveId" clId="{F7E03734-E1EE-48DE-9C2C-A02502A248C3}" dt="2021-06-26T15:08:24.112" v="11" actId="478"/>
          <ac:picMkLst>
            <pc:docMk/>
            <pc:sldMk cId="3405566990" sldId="263"/>
            <ac:picMk id="4" creationId="{C149A7D8-DE8D-4A0C-9507-66EB6F680343}"/>
          </ac:picMkLst>
        </pc:picChg>
        <pc:picChg chg="add mod modCrop">
          <ac:chgData name="郁儒 廖" userId="189a1d031aa848d3" providerId="LiveId" clId="{F7E03734-E1EE-48DE-9C2C-A02502A248C3}" dt="2021-06-26T15:09:22.960" v="16" actId="1076"/>
          <ac:picMkLst>
            <pc:docMk/>
            <pc:sldMk cId="3405566990" sldId="263"/>
            <ac:picMk id="6" creationId="{E354104B-0801-4CA0-98FD-552E1846872B}"/>
          </ac:picMkLst>
        </pc:picChg>
        <pc:picChg chg="add mod">
          <ac:chgData name="郁儒 廖" userId="189a1d031aa848d3" providerId="LiveId" clId="{F7E03734-E1EE-48DE-9C2C-A02502A248C3}" dt="2021-06-27T14:22:51.561" v="383" actId="1076"/>
          <ac:picMkLst>
            <pc:docMk/>
            <pc:sldMk cId="3405566990" sldId="263"/>
            <ac:picMk id="10" creationId="{F18BFCA9-F27F-4774-AB88-724DD1ACE7E9}"/>
          </ac:picMkLst>
        </pc:picChg>
        <pc:picChg chg="add del mod modCrop">
          <ac:chgData name="郁儒 廖" userId="189a1d031aa848d3" providerId="LiveId" clId="{F7E03734-E1EE-48DE-9C2C-A02502A248C3}" dt="2021-06-26T15:09:32.831" v="18" actId="478"/>
          <ac:picMkLst>
            <pc:docMk/>
            <pc:sldMk cId="3405566990" sldId="263"/>
            <ac:picMk id="12" creationId="{F6E5B030-3DC8-4FED-84DB-3E594A744DF5}"/>
          </ac:picMkLst>
        </pc:picChg>
      </pc:sldChg>
      <pc:sldChg chg="addSp delSp modSp add mod">
        <pc:chgData name="郁儒 廖" userId="189a1d031aa848d3" providerId="LiveId" clId="{F7E03734-E1EE-48DE-9C2C-A02502A248C3}" dt="2021-06-26T16:05:39.869" v="317" actId="1076"/>
        <pc:sldMkLst>
          <pc:docMk/>
          <pc:sldMk cId="1720717751" sldId="264"/>
        </pc:sldMkLst>
        <pc:spChg chg="mod">
          <ac:chgData name="郁儒 廖" userId="189a1d031aa848d3" providerId="LiveId" clId="{F7E03734-E1EE-48DE-9C2C-A02502A248C3}" dt="2021-06-26T16:05:38.279" v="316" actId="108"/>
          <ac:spMkLst>
            <pc:docMk/>
            <pc:sldMk cId="1720717751" sldId="264"/>
            <ac:spMk id="2" creationId="{871DA2CC-86CE-43D0-9AA4-0B9F02AB7E2C}"/>
          </ac:spMkLst>
        </pc:spChg>
        <pc:spChg chg="add del mod">
          <ac:chgData name="郁儒 廖" userId="189a1d031aa848d3" providerId="LiveId" clId="{F7E03734-E1EE-48DE-9C2C-A02502A248C3}" dt="2021-06-26T15:09:52.239" v="35" actId="478"/>
          <ac:spMkLst>
            <pc:docMk/>
            <pc:sldMk cId="1720717751" sldId="264"/>
            <ac:spMk id="4" creationId="{F31D7F13-9E3B-4905-BD5C-9F756C7A82B5}"/>
          </ac:spMkLst>
        </pc:spChg>
        <pc:picChg chg="del">
          <ac:chgData name="郁儒 廖" userId="189a1d031aa848d3" providerId="LiveId" clId="{F7E03734-E1EE-48DE-9C2C-A02502A248C3}" dt="2021-06-26T15:09:53.321" v="36" actId="478"/>
          <ac:picMkLst>
            <pc:docMk/>
            <pc:sldMk cId="1720717751" sldId="264"/>
            <ac:picMk id="6" creationId="{E354104B-0801-4CA0-98FD-552E1846872B}"/>
          </ac:picMkLst>
        </pc:picChg>
        <pc:picChg chg="del">
          <ac:chgData name="郁儒 廖" userId="189a1d031aa848d3" providerId="LiveId" clId="{F7E03734-E1EE-48DE-9C2C-A02502A248C3}" dt="2021-06-26T15:09:49.855" v="33" actId="478"/>
          <ac:picMkLst>
            <pc:docMk/>
            <pc:sldMk cId="1720717751" sldId="264"/>
            <ac:picMk id="10" creationId="{F18BFCA9-F27F-4774-AB88-724DD1ACE7E9}"/>
          </ac:picMkLst>
        </pc:picChg>
        <pc:picChg chg="mod">
          <ac:chgData name="郁儒 廖" userId="189a1d031aa848d3" providerId="LiveId" clId="{F7E03734-E1EE-48DE-9C2C-A02502A248C3}" dt="2021-06-26T16:05:39.869" v="317" actId="1076"/>
          <ac:picMkLst>
            <pc:docMk/>
            <pc:sldMk cId="1720717751" sldId="264"/>
            <ac:picMk id="12" creationId="{F6E5B030-3DC8-4FED-84DB-3E594A744DF5}"/>
          </ac:picMkLst>
        </pc:picChg>
      </pc:sldChg>
      <pc:sldChg chg="modSp new mod">
        <pc:chgData name="郁儒 廖" userId="189a1d031aa848d3" providerId="LiveId" clId="{F7E03734-E1EE-48DE-9C2C-A02502A248C3}" dt="2021-06-26T16:01:50.347" v="280" actId="2711"/>
        <pc:sldMkLst>
          <pc:docMk/>
          <pc:sldMk cId="1214235823" sldId="265"/>
        </pc:sldMkLst>
        <pc:spChg chg="mod">
          <ac:chgData name="郁儒 廖" userId="189a1d031aa848d3" providerId="LiveId" clId="{F7E03734-E1EE-48DE-9C2C-A02502A248C3}" dt="2021-06-26T16:01:44.347" v="279" actId="2711"/>
          <ac:spMkLst>
            <pc:docMk/>
            <pc:sldMk cId="1214235823" sldId="265"/>
            <ac:spMk id="2" creationId="{C45B4BC6-4778-44D8-BC43-38E9FA09807D}"/>
          </ac:spMkLst>
        </pc:spChg>
        <pc:spChg chg="mod">
          <ac:chgData name="郁儒 廖" userId="189a1d031aa848d3" providerId="LiveId" clId="{F7E03734-E1EE-48DE-9C2C-A02502A248C3}" dt="2021-06-26T16:01:50.347" v="280" actId="2711"/>
          <ac:spMkLst>
            <pc:docMk/>
            <pc:sldMk cId="1214235823" sldId="265"/>
            <ac:spMk id="3" creationId="{13A791DE-558D-404E-B9D6-E2E18467D5B7}"/>
          </ac:spMkLst>
        </pc:spChg>
      </pc:sldChg>
      <pc:sldChg chg="addSp delSp modSp add mod">
        <pc:chgData name="郁儒 廖" userId="189a1d031aa848d3" providerId="LiveId" clId="{F7E03734-E1EE-48DE-9C2C-A02502A248C3}" dt="2021-06-27T14:23:37.521" v="387" actId="20577"/>
        <pc:sldMkLst>
          <pc:docMk/>
          <pc:sldMk cId="436955770" sldId="266"/>
        </pc:sldMkLst>
        <pc:spChg chg="del">
          <ac:chgData name="郁儒 廖" userId="189a1d031aa848d3" providerId="LiveId" clId="{F7E03734-E1EE-48DE-9C2C-A02502A248C3}" dt="2021-06-26T16:03:18.299" v="296" actId="478"/>
          <ac:spMkLst>
            <pc:docMk/>
            <pc:sldMk cId="436955770" sldId="266"/>
            <ac:spMk id="2" creationId="{46D4B5A4-2E12-4B48-997F-0A3F6BB8E5EE}"/>
          </ac:spMkLst>
        </pc:spChg>
        <pc:spChg chg="mod">
          <ac:chgData name="郁儒 廖" userId="189a1d031aa848d3" providerId="LiveId" clId="{F7E03734-E1EE-48DE-9C2C-A02502A248C3}" dt="2021-06-27T14:16:09.160" v="338" actId="20577"/>
          <ac:spMkLst>
            <pc:docMk/>
            <pc:sldMk cId="436955770" sldId="266"/>
            <ac:spMk id="6" creationId="{56B442F7-5136-4E93-9FE2-2CAC213991C3}"/>
          </ac:spMkLst>
        </pc:spChg>
        <pc:spChg chg="mod">
          <ac:chgData name="郁儒 廖" userId="189a1d031aa848d3" providerId="LiveId" clId="{F7E03734-E1EE-48DE-9C2C-A02502A248C3}" dt="2021-06-26T15:57:25.583" v="240" actId="20577"/>
          <ac:spMkLst>
            <pc:docMk/>
            <pc:sldMk cId="436955770" sldId="266"/>
            <ac:spMk id="7" creationId="{3C66C7FC-85B6-4F14-9AE1-6CD346D7F60C}"/>
          </ac:spMkLst>
        </pc:spChg>
        <pc:spChg chg="add del mod">
          <ac:chgData name="郁儒 廖" userId="189a1d031aa848d3" providerId="LiveId" clId="{F7E03734-E1EE-48DE-9C2C-A02502A248C3}" dt="2021-06-26T16:03:19.669" v="297" actId="478"/>
          <ac:spMkLst>
            <pc:docMk/>
            <pc:sldMk cId="436955770" sldId="266"/>
            <ac:spMk id="9" creationId="{EACDEBF3-A8A0-4D6F-ADEF-DF968F522A00}"/>
          </ac:spMkLst>
        </pc:spChg>
        <pc:spChg chg="add mod">
          <ac:chgData name="郁儒 廖" userId="189a1d031aa848d3" providerId="LiveId" clId="{F7E03734-E1EE-48DE-9C2C-A02502A248C3}" dt="2021-06-27T14:23:37.521" v="387" actId="20577"/>
          <ac:spMkLst>
            <pc:docMk/>
            <pc:sldMk cId="436955770" sldId="266"/>
            <ac:spMk id="10" creationId="{1EE41A3C-529C-4A3F-BE05-CD65AF5791C2}"/>
          </ac:spMkLst>
        </pc:spChg>
        <pc:graphicFrameChg chg="modGraphic">
          <ac:chgData name="郁儒 廖" userId="189a1d031aa848d3" providerId="LiveId" clId="{F7E03734-E1EE-48DE-9C2C-A02502A248C3}" dt="2021-06-26T17:36:46.386" v="318" actId="2084"/>
          <ac:graphicFrameMkLst>
            <pc:docMk/>
            <pc:sldMk cId="436955770" sldId="266"/>
            <ac:graphicFrameMk id="8" creationId="{006AF39E-8E64-46EE-89F2-035694BC962B}"/>
          </ac:graphicFrameMkLst>
        </pc:graphicFrameChg>
      </pc:sldChg>
      <pc:sldChg chg="addSp delSp modSp new mod">
        <pc:chgData name="郁儒 廖" userId="189a1d031aa848d3" providerId="LiveId" clId="{F7E03734-E1EE-48DE-9C2C-A02502A248C3}" dt="2021-06-29T05:07:12.884" v="403" actId="1035"/>
        <pc:sldMkLst>
          <pc:docMk/>
          <pc:sldMk cId="241416973" sldId="267"/>
        </pc:sldMkLst>
        <pc:spChg chg="mod">
          <ac:chgData name="郁儒 廖" userId="189a1d031aa848d3" providerId="LiveId" clId="{F7E03734-E1EE-48DE-9C2C-A02502A248C3}" dt="2021-06-27T14:19:51.970" v="374" actId="108"/>
          <ac:spMkLst>
            <pc:docMk/>
            <pc:sldMk cId="241416973" sldId="267"/>
            <ac:spMk id="2" creationId="{D6A8277B-EDA6-452C-9F3A-ACBBCEC32FC4}"/>
          </ac:spMkLst>
        </pc:spChg>
        <pc:spChg chg="del">
          <ac:chgData name="郁儒 廖" userId="189a1d031aa848d3" providerId="LiveId" clId="{F7E03734-E1EE-48DE-9C2C-A02502A248C3}" dt="2021-06-27T14:18:27.624" v="358"/>
          <ac:spMkLst>
            <pc:docMk/>
            <pc:sldMk cId="241416973" sldId="267"/>
            <ac:spMk id="3" creationId="{0CC80AB5-D57B-4FE1-A7E8-BC00F6DC7E0D}"/>
          </ac:spMkLst>
        </pc:spChg>
        <pc:picChg chg="add mod ord">
          <ac:chgData name="郁儒 廖" userId="189a1d031aa848d3" providerId="LiveId" clId="{F7E03734-E1EE-48DE-9C2C-A02502A248C3}" dt="2021-06-27T14:20:08.969" v="380" actId="1076"/>
          <ac:picMkLst>
            <pc:docMk/>
            <pc:sldMk cId="241416973" sldId="267"/>
            <ac:picMk id="5" creationId="{3407E8DD-85EC-4C6E-A845-8088A23510E7}"/>
          </ac:picMkLst>
        </pc:picChg>
        <pc:picChg chg="add mod modCrop">
          <ac:chgData name="郁儒 廖" userId="189a1d031aa848d3" providerId="LiveId" clId="{F7E03734-E1EE-48DE-9C2C-A02502A248C3}" dt="2021-06-29T05:07:12.884" v="403" actId="1035"/>
          <ac:picMkLst>
            <pc:docMk/>
            <pc:sldMk cId="241416973" sldId="267"/>
            <ac:picMk id="7" creationId="{5C606B4B-5B79-496C-9B21-4C061E6C1E6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8093E5-9E32-46CB-9BD1-CF3DC61B1798}" type="datetimeFigureOut">
              <a:rPr lang="zh-TW" altLang="en-US" smtClean="0"/>
              <a:t>2022/2/22</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21738E-A880-49BD-B814-06B562C38314}" type="slidenum">
              <a:rPr lang="zh-TW" altLang="en-US" smtClean="0"/>
              <a:t>‹#›</a:t>
            </a:fld>
            <a:endParaRPr lang="zh-TW" altLang="en-US"/>
          </a:p>
        </p:txBody>
      </p:sp>
    </p:spTree>
    <p:extLst>
      <p:ext uri="{BB962C8B-B14F-4D97-AF65-F5344CB8AC3E}">
        <p14:creationId xmlns:p14="http://schemas.microsoft.com/office/powerpoint/2010/main" val="476411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2</a:t>
            </a:fld>
            <a:endParaRPr lang="zh-TW" altLang="en-US"/>
          </a:p>
        </p:txBody>
      </p:sp>
    </p:spTree>
    <p:extLst>
      <p:ext uri="{BB962C8B-B14F-4D97-AF65-F5344CB8AC3E}">
        <p14:creationId xmlns:p14="http://schemas.microsoft.com/office/powerpoint/2010/main" val="40129895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3</a:t>
            </a:fld>
            <a:endParaRPr lang="zh-TW" altLang="en-US"/>
          </a:p>
        </p:txBody>
      </p:sp>
    </p:spTree>
    <p:extLst>
      <p:ext uri="{BB962C8B-B14F-4D97-AF65-F5344CB8AC3E}">
        <p14:creationId xmlns:p14="http://schemas.microsoft.com/office/powerpoint/2010/main" val="2683601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4</a:t>
            </a:fld>
            <a:endParaRPr lang="zh-TW" altLang="en-US"/>
          </a:p>
        </p:txBody>
      </p:sp>
    </p:spTree>
    <p:extLst>
      <p:ext uri="{BB962C8B-B14F-4D97-AF65-F5344CB8AC3E}">
        <p14:creationId xmlns:p14="http://schemas.microsoft.com/office/powerpoint/2010/main" val="19947277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5</a:t>
            </a:fld>
            <a:endParaRPr lang="zh-TW" altLang="en-US"/>
          </a:p>
        </p:txBody>
      </p:sp>
    </p:spTree>
    <p:extLst>
      <p:ext uri="{BB962C8B-B14F-4D97-AF65-F5344CB8AC3E}">
        <p14:creationId xmlns:p14="http://schemas.microsoft.com/office/powerpoint/2010/main" val="38754684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6</a:t>
            </a:fld>
            <a:endParaRPr lang="zh-TW" altLang="en-US"/>
          </a:p>
        </p:txBody>
      </p:sp>
    </p:spTree>
    <p:extLst>
      <p:ext uri="{BB962C8B-B14F-4D97-AF65-F5344CB8AC3E}">
        <p14:creationId xmlns:p14="http://schemas.microsoft.com/office/powerpoint/2010/main" val="24419483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7</a:t>
            </a:fld>
            <a:endParaRPr lang="zh-TW" altLang="en-US"/>
          </a:p>
        </p:txBody>
      </p:sp>
    </p:spTree>
    <p:extLst>
      <p:ext uri="{BB962C8B-B14F-4D97-AF65-F5344CB8AC3E}">
        <p14:creationId xmlns:p14="http://schemas.microsoft.com/office/powerpoint/2010/main" val="18322417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8</a:t>
            </a:fld>
            <a:endParaRPr lang="zh-TW" altLang="en-US"/>
          </a:p>
        </p:txBody>
      </p:sp>
    </p:spTree>
    <p:extLst>
      <p:ext uri="{BB962C8B-B14F-4D97-AF65-F5344CB8AC3E}">
        <p14:creationId xmlns:p14="http://schemas.microsoft.com/office/powerpoint/2010/main" val="38035253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9</a:t>
            </a:fld>
            <a:endParaRPr lang="zh-TW" altLang="en-US"/>
          </a:p>
        </p:txBody>
      </p:sp>
    </p:spTree>
    <p:extLst>
      <p:ext uri="{BB962C8B-B14F-4D97-AF65-F5344CB8AC3E}">
        <p14:creationId xmlns:p14="http://schemas.microsoft.com/office/powerpoint/2010/main" val="16417938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10</a:t>
            </a:fld>
            <a:endParaRPr lang="zh-TW" altLang="en-US"/>
          </a:p>
        </p:txBody>
      </p:sp>
    </p:spTree>
    <p:extLst>
      <p:ext uri="{BB962C8B-B14F-4D97-AF65-F5344CB8AC3E}">
        <p14:creationId xmlns:p14="http://schemas.microsoft.com/office/powerpoint/2010/main" val="807306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11</a:t>
            </a:fld>
            <a:endParaRPr lang="zh-TW" altLang="en-US"/>
          </a:p>
        </p:txBody>
      </p:sp>
    </p:spTree>
    <p:extLst>
      <p:ext uri="{BB962C8B-B14F-4D97-AF65-F5344CB8AC3E}">
        <p14:creationId xmlns:p14="http://schemas.microsoft.com/office/powerpoint/2010/main" val="39834702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12</a:t>
            </a:fld>
            <a:endParaRPr lang="zh-TW" altLang="en-US"/>
          </a:p>
        </p:txBody>
      </p:sp>
    </p:spTree>
    <p:extLst>
      <p:ext uri="{BB962C8B-B14F-4D97-AF65-F5344CB8AC3E}">
        <p14:creationId xmlns:p14="http://schemas.microsoft.com/office/powerpoint/2010/main" val="16744334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13</a:t>
            </a:fld>
            <a:endParaRPr lang="zh-TW" altLang="en-US"/>
          </a:p>
        </p:txBody>
      </p:sp>
    </p:spTree>
    <p:extLst>
      <p:ext uri="{BB962C8B-B14F-4D97-AF65-F5344CB8AC3E}">
        <p14:creationId xmlns:p14="http://schemas.microsoft.com/office/powerpoint/2010/main" val="14309917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14</a:t>
            </a:fld>
            <a:endParaRPr lang="zh-TW" altLang="en-US"/>
          </a:p>
        </p:txBody>
      </p:sp>
    </p:spTree>
    <p:extLst>
      <p:ext uri="{BB962C8B-B14F-4D97-AF65-F5344CB8AC3E}">
        <p14:creationId xmlns:p14="http://schemas.microsoft.com/office/powerpoint/2010/main" val="17200742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63AABAC-6B8E-458B-87A9-FC95DF0B8F57}"/>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C71B5578-F299-4881-8B5B-102DDAA799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A84E2F50-9F48-4153-B7FB-AE89C9F8F345}"/>
              </a:ext>
            </a:extLst>
          </p:cNvPr>
          <p:cNvSpPr>
            <a:spLocks noGrp="1"/>
          </p:cNvSpPr>
          <p:nvPr>
            <p:ph type="dt" sz="half" idx="10"/>
          </p:nvPr>
        </p:nvSpPr>
        <p:spPr/>
        <p:txBody>
          <a:bodyPr/>
          <a:lstStyle/>
          <a:p>
            <a:fld id="{7A2423A0-705C-4784-8939-75A5005BCEE5}" type="datetimeFigureOut">
              <a:rPr lang="zh-TW" altLang="en-US" smtClean="0"/>
              <a:t>2022/2/22</a:t>
            </a:fld>
            <a:endParaRPr lang="zh-TW" altLang="en-US"/>
          </a:p>
        </p:txBody>
      </p:sp>
      <p:sp>
        <p:nvSpPr>
          <p:cNvPr id="5" name="頁尾版面配置區 4">
            <a:extLst>
              <a:ext uri="{FF2B5EF4-FFF2-40B4-BE49-F238E27FC236}">
                <a16:creationId xmlns:a16="http://schemas.microsoft.com/office/drawing/2014/main" id="{FC8BE511-9E7D-4A66-B9D9-10D3819E00C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B5E1956-0432-4163-B095-BE9592A1B4BD}"/>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288326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5724DBA-E9AB-4458-8D72-D12468563E15}"/>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8492CF5B-48D0-486D-BDE5-702510CF3892}"/>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1C1CA7C-731F-42D8-9E66-E55ACB51AD33}"/>
              </a:ext>
            </a:extLst>
          </p:cNvPr>
          <p:cNvSpPr>
            <a:spLocks noGrp="1"/>
          </p:cNvSpPr>
          <p:nvPr>
            <p:ph type="dt" sz="half" idx="10"/>
          </p:nvPr>
        </p:nvSpPr>
        <p:spPr/>
        <p:txBody>
          <a:bodyPr/>
          <a:lstStyle/>
          <a:p>
            <a:fld id="{7A2423A0-705C-4784-8939-75A5005BCEE5}" type="datetimeFigureOut">
              <a:rPr lang="zh-TW" altLang="en-US" smtClean="0"/>
              <a:t>2022/2/22</a:t>
            </a:fld>
            <a:endParaRPr lang="zh-TW" altLang="en-US"/>
          </a:p>
        </p:txBody>
      </p:sp>
      <p:sp>
        <p:nvSpPr>
          <p:cNvPr id="5" name="頁尾版面配置區 4">
            <a:extLst>
              <a:ext uri="{FF2B5EF4-FFF2-40B4-BE49-F238E27FC236}">
                <a16:creationId xmlns:a16="http://schemas.microsoft.com/office/drawing/2014/main" id="{70B2252B-3157-43F1-BDB9-D5E06E5E12B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C48BD8F-585C-4901-AAD4-C8A30024AD36}"/>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1140992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BF83A60-D16F-4B0A-A2D5-0CF74289D201}"/>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F3B30B74-D6CF-41E7-894C-2E9D290BEF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33F89CFB-10FA-4ABB-BBE0-5D82B49781DB}"/>
              </a:ext>
            </a:extLst>
          </p:cNvPr>
          <p:cNvSpPr>
            <a:spLocks noGrp="1"/>
          </p:cNvSpPr>
          <p:nvPr>
            <p:ph type="dt" sz="half" idx="10"/>
          </p:nvPr>
        </p:nvSpPr>
        <p:spPr/>
        <p:txBody>
          <a:bodyPr/>
          <a:lstStyle/>
          <a:p>
            <a:fld id="{7A2423A0-705C-4784-8939-75A5005BCEE5}" type="datetimeFigureOut">
              <a:rPr lang="zh-TW" altLang="en-US" smtClean="0"/>
              <a:t>2022/2/22</a:t>
            </a:fld>
            <a:endParaRPr lang="zh-TW" altLang="en-US"/>
          </a:p>
        </p:txBody>
      </p:sp>
      <p:sp>
        <p:nvSpPr>
          <p:cNvPr id="5" name="頁尾版面配置區 4">
            <a:extLst>
              <a:ext uri="{FF2B5EF4-FFF2-40B4-BE49-F238E27FC236}">
                <a16:creationId xmlns:a16="http://schemas.microsoft.com/office/drawing/2014/main" id="{38B75838-7C4B-414C-AB5A-D6E9CC0163A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0D81BAC-02FA-43D7-82F7-37BA220AC21E}"/>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1923255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C1A3CAF-2D56-4F31-A4DA-4ACE1AD65B52}"/>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5323DF0-8F79-43AF-B6B1-5DDBDE61B2F9}"/>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17CE4B7C-31E0-4994-BDB4-7E3D7D0AA69B}"/>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491FD789-2003-43D6-A165-5FB527BB3D04}"/>
              </a:ext>
            </a:extLst>
          </p:cNvPr>
          <p:cNvSpPr>
            <a:spLocks noGrp="1"/>
          </p:cNvSpPr>
          <p:nvPr>
            <p:ph type="dt" sz="half" idx="10"/>
          </p:nvPr>
        </p:nvSpPr>
        <p:spPr/>
        <p:txBody>
          <a:bodyPr/>
          <a:lstStyle/>
          <a:p>
            <a:fld id="{7A2423A0-705C-4784-8939-75A5005BCEE5}" type="datetimeFigureOut">
              <a:rPr lang="zh-TW" altLang="en-US" smtClean="0"/>
              <a:t>2022/2/22</a:t>
            </a:fld>
            <a:endParaRPr lang="zh-TW" altLang="en-US"/>
          </a:p>
        </p:txBody>
      </p:sp>
      <p:sp>
        <p:nvSpPr>
          <p:cNvPr id="6" name="頁尾版面配置區 5">
            <a:extLst>
              <a:ext uri="{FF2B5EF4-FFF2-40B4-BE49-F238E27FC236}">
                <a16:creationId xmlns:a16="http://schemas.microsoft.com/office/drawing/2014/main" id="{33C5753D-B95D-4D58-AE0C-17ABA6690FFB}"/>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4E2808E-C4E2-4D43-B0F8-AF225F342A16}"/>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1732698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70C2EE-D1F1-4E59-BC1D-45244DBBBC12}"/>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56272FEA-976A-46B4-80CB-B4F073C068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1DB90053-F827-46C2-8CA9-C4803CF676AA}"/>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C6A95FC0-310C-435C-A28E-2349643C89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82137BD6-A73C-48CF-AF8E-BADAFDA98EAB}"/>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CE8CB200-2405-4077-AF2B-BB45D6A8CFBF}"/>
              </a:ext>
            </a:extLst>
          </p:cNvPr>
          <p:cNvSpPr>
            <a:spLocks noGrp="1"/>
          </p:cNvSpPr>
          <p:nvPr>
            <p:ph type="dt" sz="half" idx="10"/>
          </p:nvPr>
        </p:nvSpPr>
        <p:spPr/>
        <p:txBody>
          <a:bodyPr/>
          <a:lstStyle/>
          <a:p>
            <a:fld id="{7A2423A0-705C-4784-8939-75A5005BCEE5}" type="datetimeFigureOut">
              <a:rPr lang="zh-TW" altLang="en-US" smtClean="0"/>
              <a:t>2022/2/22</a:t>
            </a:fld>
            <a:endParaRPr lang="zh-TW" altLang="en-US"/>
          </a:p>
        </p:txBody>
      </p:sp>
      <p:sp>
        <p:nvSpPr>
          <p:cNvPr id="8" name="頁尾版面配置區 7">
            <a:extLst>
              <a:ext uri="{FF2B5EF4-FFF2-40B4-BE49-F238E27FC236}">
                <a16:creationId xmlns:a16="http://schemas.microsoft.com/office/drawing/2014/main" id="{2553B3E4-697D-4346-A4F6-25009467430B}"/>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33603104-FBBC-47F6-B186-4B034EE53F14}"/>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1214607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20AB8C-172F-4256-912D-2ABF696763C3}"/>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215EC422-CFDD-4192-8D7B-E749FC8C9A9C}"/>
              </a:ext>
            </a:extLst>
          </p:cNvPr>
          <p:cNvSpPr>
            <a:spLocks noGrp="1"/>
          </p:cNvSpPr>
          <p:nvPr>
            <p:ph type="dt" sz="half" idx="10"/>
          </p:nvPr>
        </p:nvSpPr>
        <p:spPr/>
        <p:txBody>
          <a:bodyPr/>
          <a:lstStyle/>
          <a:p>
            <a:fld id="{7A2423A0-705C-4784-8939-75A5005BCEE5}" type="datetimeFigureOut">
              <a:rPr lang="zh-TW" altLang="en-US" smtClean="0"/>
              <a:t>2022/2/22</a:t>
            </a:fld>
            <a:endParaRPr lang="zh-TW" altLang="en-US"/>
          </a:p>
        </p:txBody>
      </p:sp>
      <p:sp>
        <p:nvSpPr>
          <p:cNvPr id="4" name="頁尾版面配置區 3">
            <a:extLst>
              <a:ext uri="{FF2B5EF4-FFF2-40B4-BE49-F238E27FC236}">
                <a16:creationId xmlns:a16="http://schemas.microsoft.com/office/drawing/2014/main" id="{6B379ACF-F041-4A75-88E9-844E576F7B2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96303947-7C54-46F8-8A6C-9740764B4EED}"/>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2627959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18F5FEF2-1B25-499E-ADEF-336142F06CF7}"/>
              </a:ext>
            </a:extLst>
          </p:cNvPr>
          <p:cNvSpPr>
            <a:spLocks noGrp="1"/>
          </p:cNvSpPr>
          <p:nvPr>
            <p:ph type="dt" sz="half" idx="10"/>
          </p:nvPr>
        </p:nvSpPr>
        <p:spPr/>
        <p:txBody>
          <a:bodyPr/>
          <a:lstStyle/>
          <a:p>
            <a:fld id="{7A2423A0-705C-4784-8939-75A5005BCEE5}" type="datetimeFigureOut">
              <a:rPr lang="zh-TW" altLang="en-US" smtClean="0"/>
              <a:t>2022/2/22</a:t>
            </a:fld>
            <a:endParaRPr lang="zh-TW" altLang="en-US"/>
          </a:p>
        </p:txBody>
      </p:sp>
      <p:sp>
        <p:nvSpPr>
          <p:cNvPr id="3" name="頁尾版面配置區 2">
            <a:extLst>
              <a:ext uri="{FF2B5EF4-FFF2-40B4-BE49-F238E27FC236}">
                <a16:creationId xmlns:a16="http://schemas.microsoft.com/office/drawing/2014/main" id="{AC534BB4-23D8-4326-A942-3A40EDC88F0B}"/>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9A862594-5ADB-4578-BBBC-DA6FD707FC2B}"/>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2657683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CFDC25A-2D74-4FD9-A623-2AC6DA948692}"/>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78FD3C7A-03FA-4F7D-82BE-E415D6064A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4373B6B-7224-433D-B944-619CC07EB9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55A10749-EBB6-4433-83D9-C9F3F1335DCE}"/>
              </a:ext>
            </a:extLst>
          </p:cNvPr>
          <p:cNvSpPr>
            <a:spLocks noGrp="1"/>
          </p:cNvSpPr>
          <p:nvPr>
            <p:ph type="dt" sz="half" idx="10"/>
          </p:nvPr>
        </p:nvSpPr>
        <p:spPr/>
        <p:txBody>
          <a:bodyPr/>
          <a:lstStyle/>
          <a:p>
            <a:fld id="{7A2423A0-705C-4784-8939-75A5005BCEE5}" type="datetimeFigureOut">
              <a:rPr lang="zh-TW" altLang="en-US" smtClean="0"/>
              <a:t>2022/2/22</a:t>
            </a:fld>
            <a:endParaRPr lang="zh-TW" altLang="en-US"/>
          </a:p>
        </p:txBody>
      </p:sp>
      <p:sp>
        <p:nvSpPr>
          <p:cNvPr id="6" name="頁尾版面配置區 5">
            <a:extLst>
              <a:ext uri="{FF2B5EF4-FFF2-40B4-BE49-F238E27FC236}">
                <a16:creationId xmlns:a16="http://schemas.microsoft.com/office/drawing/2014/main" id="{C51CCFD6-CDD0-4036-9EB5-10A41441ADC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21ADF89F-1605-4E7C-B65D-735D72BD372E}"/>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471869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8DAEBBF-E5A1-4483-A48B-35A46F4C22DE}"/>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9515D8BB-761E-470D-BD12-60F8515C35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12DBCFAA-8436-4014-A249-727DD9BA64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2CA481B0-C03C-4ADD-AF5D-B68095E0207E}"/>
              </a:ext>
            </a:extLst>
          </p:cNvPr>
          <p:cNvSpPr>
            <a:spLocks noGrp="1"/>
          </p:cNvSpPr>
          <p:nvPr>
            <p:ph type="dt" sz="half" idx="10"/>
          </p:nvPr>
        </p:nvSpPr>
        <p:spPr/>
        <p:txBody>
          <a:bodyPr/>
          <a:lstStyle/>
          <a:p>
            <a:fld id="{7A2423A0-705C-4784-8939-75A5005BCEE5}" type="datetimeFigureOut">
              <a:rPr lang="zh-TW" altLang="en-US" smtClean="0"/>
              <a:t>2022/2/22</a:t>
            </a:fld>
            <a:endParaRPr lang="zh-TW" altLang="en-US"/>
          </a:p>
        </p:txBody>
      </p:sp>
      <p:sp>
        <p:nvSpPr>
          <p:cNvPr id="6" name="頁尾版面配置區 5">
            <a:extLst>
              <a:ext uri="{FF2B5EF4-FFF2-40B4-BE49-F238E27FC236}">
                <a16:creationId xmlns:a16="http://schemas.microsoft.com/office/drawing/2014/main" id="{828C2B1C-0BCE-49C6-9F15-AD78FFE2C64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EE5F118-8F1E-4318-9458-2039211056A0}"/>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1634439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8D3A47-B576-4E78-AFD8-969CE5C37500}"/>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7C8E1B31-5433-408D-83C5-7E7E3A0C1D56}"/>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70BA576-DD3F-4D3F-A1E4-8C2C20E3DDF7}"/>
              </a:ext>
            </a:extLst>
          </p:cNvPr>
          <p:cNvSpPr>
            <a:spLocks noGrp="1"/>
          </p:cNvSpPr>
          <p:nvPr>
            <p:ph type="dt" sz="half" idx="10"/>
          </p:nvPr>
        </p:nvSpPr>
        <p:spPr/>
        <p:txBody>
          <a:bodyPr/>
          <a:lstStyle/>
          <a:p>
            <a:fld id="{7A2423A0-705C-4784-8939-75A5005BCEE5}" type="datetimeFigureOut">
              <a:rPr lang="zh-TW" altLang="en-US" smtClean="0"/>
              <a:t>2022/2/22</a:t>
            </a:fld>
            <a:endParaRPr lang="zh-TW" altLang="en-US"/>
          </a:p>
        </p:txBody>
      </p:sp>
      <p:sp>
        <p:nvSpPr>
          <p:cNvPr id="5" name="頁尾版面配置區 4">
            <a:extLst>
              <a:ext uri="{FF2B5EF4-FFF2-40B4-BE49-F238E27FC236}">
                <a16:creationId xmlns:a16="http://schemas.microsoft.com/office/drawing/2014/main" id="{A1A458E2-B47E-4BFC-9417-D71FB1D999A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DF4CA44-F054-4C5E-A20D-66475D27A45C}"/>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12600751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0B695474-749B-46ED-8421-5CF8F3E5060C}"/>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E5F59AFC-9F25-4896-8342-7C00D9907ACA}"/>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2B817EC-97FE-4024-9A6C-38E83AD796E1}"/>
              </a:ext>
            </a:extLst>
          </p:cNvPr>
          <p:cNvSpPr>
            <a:spLocks noGrp="1"/>
          </p:cNvSpPr>
          <p:nvPr>
            <p:ph type="dt" sz="half" idx="10"/>
          </p:nvPr>
        </p:nvSpPr>
        <p:spPr/>
        <p:txBody>
          <a:bodyPr/>
          <a:lstStyle/>
          <a:p>
            <a:fld id="{7A2423A0-705C-4784-8939-75A5005BCEE5}" type="datetimeFigureOut">
              <a:rPr lang="zh-TW" altLang="en-US" smtClean="0"/>
              <a:t>2022/2/22</a:t>
            </a:fld>
            <a:endParaRPr lang="zh-TW" altLang="en-US"/>
          </a:p>
        </p:txBody>
      </p:sp>
      <p:sp>
        <p:nvSpPr>
          <p:cNvPr id="5" name="頁尾版面配置區 4">
            <a:extLst>
              <a:ext uri="{FF2B5EF4-FFF2-40B4-BE49-F238E27FC236}">
                <a16:creationId xmlns:a16="http://schemas.microsoft.com/office/drawing/2014/main" id="{78A8F477-E65E-481A-B117-0C96774C7B8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2AA5132-440A-428F-B04E-D89094DD18A9}"/>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3902750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008F0E7A-AAF4-41A0-921F-E7CF53951E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40653E51-E47D-4FA4-BF3A-2EB883BCD8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4F8EF7A0-37CE-4C90-91E0-19707D2A98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2423A0-705C-4784-8939-75A5005BCEE5}" type="datetimeFigureOut">
              <a:rPr lang="zh-TW" altLang="en-US" smtClean="0"/>
              <a:t>2022/2/22</a:t>
            </a:fld>
            <a:endParaRPr lang="zh-TW" altLang="en-US"/>
          </a:p>
        </p:txBody>
      </p:sp>
      <p:sp>
        <p:nvSpPr>
          <p:cNvPr id="5" name="頁尾版面配置區 4">
            <a:extLst>
              <a:ext uri="{FF2B5EF4-FFF2-40B4-BE49-F238E27FC236}">
                <a16:creationId xmlns:a16="http://schemas.microsoft.com/office/drawing/2014/main" id="{C6FD17EE-A0D2-4BEF-8A28-0945579BA6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D7C8CD83-5395-4058-83B2-77176E37F9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6021998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963378F-50B2-45BD-A6DA-5CB61DB247F9}"/>
              </a:ext>
            </a:extLst>
          </p:cNvPr>
          <p:cNvSpPr>
            <a:spLocks noGrp="1"/>
          </p:cNvSpPr>
          <p:nvPr>
            <p:ph type="ctrTitle"/>
          </p:nvPr>
        </p:nvSpPr>
        <p:spPr>
          <a:xfrm>
            <a:off x="985101" y="1792199"/>
            <a:ext cx="10221798" cy="1030293"/>
          </a:xfrm>
        </p:spPr>
        <p:txBody>
          <a:bodyPr>
            <a:normAutofit fontScale="90000"/>
          </a:bodyPr>
          <a:lstStyle/>
          <a:p>
            <a:r>
              <a:rPr lang="en-US" altLang="zh-TW" sz="2800" dirty="0">
                <a:latin typeface="Times New Roman" panose="02020603050405020304" pitchFamily="18" charset="0"/>
                <a:cs typeface="Times New Roman" panose="02020603050405020304" pitchFamily="18" charset="0"/>
              </a:rPr>
              <a:t>Object Detection for Graphical User Interface: Old Fashioned or</a:t>
            </a:r>
            <a:br>
              <a:rPr lang="en-US" altLang="zh-TW" sz="2800" dirty="0">
                <a:latin typeface="Times New Roman" panose="02020603050405020304" pitchFamily="18" charset="0"/>
                <a:cs typeface="Times New Roman" panose="02020603050405020304" pitchFamily="18" charset="0"/>
              </a:rPr>
            </a:br>
            <a:br>
              <a:rPr lang="en-US" altLang="zh-TW" sz="2800" dirty="0">
                <a:latin typeface="Times New Roman" panose="02020603050405020304" pitchFamily="18" charset="0"/>
                <a:cs typeface="Times New Roman" panose="02020603050405020304" pitchFamily="18" charset="0"/>
              </a:rPr>
            </a:br>
            <a:r>
              <a:rPr lang="en-US" altLang="zh-TW" sz="2800" dirty="0">
                <a:latin typeface="Times New Roman" panose="02020603050405020304" pitchFamily="18" charset="0"/>
                <a:cs typeface="Times New Roman" panose="02020603050405020304" pitchFamily="18" charset="0"/>
              </a:rPr>
              <a:t>Deep Learning or a Combination?</a:t>
            </a:r>
            <a:endParaRPr lang="zh-TW" altLang="en-US" sz="28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71E7239B-5619-42E5-947E-7CC9BEF1FE52}"/>
              </a:ext>
            </a:extLst>
          </p:cNvPr>
          <p:cNvSpPr>
            <a:spLocks noGrp="1"/>
          </p:cNvSpPr>
          <p:nvPr>
            <p:ph type="subTitle" idx="1"/>
          </p:nvPr>
        </p:nvSpPr>
        <p:spPr>
          <a:xfrm>
            <a:off x="1524000" y="3429000"/>
            <a:ext cx="9144000" cy="1177017"/>
          </a:xfrm>
        </p:spPr>
        <p:txBody>
          <a:bodyPr>
            <a:normAutofit/>
          </a:bodyPr>
          <a:lstStyle/>
          <a:p>
            <a:r>
              <a:rPr lang="en-US" altLang="zh-TW" sz="1600" dirty="0" err="1">
                <a:latin typeface="Times New Roman" panose="02020603050405020304" pitchFamily="18" charset="0"/>
                <a:cs typeface="Times New Roman" panose="02020603050405020304" pitchFamily="18" charset="0"/>
              </a:rPr>
              <a:t>Jieshan</a:t>
            </a:r>
            <a:r>
              <a:rPr lang="en-US" altLang="zh-TW" sz="1600" dirty="0">
                <a:latin typeface="Times New Roman" panose="02020603050405020304" pitchFamily="18" charset="0"/>
                <a:cs typeface="Times New Roman" panose="02020603050405020304" pitchFamily="18" charset="0"/>
              </a:rPr>
              <a:t> Chen, Mulong </a:t>
            </a:r>
            <a:r>
              <a:rPr lang="en-US" altLang="zh-TW" sz="1600" dirty="0" err="1">
                <a:latin typeface="Times New Roman" panose="02020603050405020304" pitchFamily="18" charset="0"/>
                <a:cs typeface="Times New Roman" panose="02020603050405020304" pitchFamily="18" charset="0"/>
              </a:rPr>
              <a:t>Xie</a:t>
            </a:r>
            <a:r>
              <a:rPr lang="en-US" altLang="zh-TW" sz="1600" dirty="0">
                <a:latin typeface="Times New Roman" panose="02020603050405020304" pitchFamily="18" charset="0"/>
                <a:cs typeface="Times New Roman" panose="02020603050405020304" pitchFamily="18" charset="0"/>
              </a:rPr>
              <a:t>, </a:t>
            </a:r>
            <a:r>
              <a:rPr lang="en-US" altLang="zh-TW" sz="1600" dirty="0" err="1">
                <a:latin typeface="Times New Roman" panose="02020603050405020304" pitchFamily="18" charset="0"/>
                <a:cs typeface="Times New Roman" panose="02020603050405020304" pitchFamily="18" charset="0"/>
              </a:rPr>
              <a:t>Zhenchang</a:t>
            </a:r>
            <a:r>
              <a:rPr lang="en-US" altLang="zh-TW" sz="1600" dirty="0">
                <a:latin typeface="Times New Roman" panose="02020603050405020304" pitchFamily="18" charset="0"/>
                <a:cs typeface="Times New Roman" panose="02020603050405020304" pitchFamily="18" charset="0"/>
              </a:rPr>
              <a:t> Xing, </a:t>
            </a:r>
            <a:r>
              <a:rPr lang="en-US" altLang="zh-TW" sz="1600" dirty="0" err="1">
                <a:latin typeface="Times New Roman" panose="02020603050405020304" pitchFamily="18" charset="0"/>
                <a:cs typeface="Times New Roman" panose="02020603050405020304" pitchFamily="18" charset="0"/>
              </a:rPr>
              <a:t>Chunyang</a:t>
            </a:r>
            <a:r>
              <a:rPr lang="en-US" altLang="zh-TW" sz="1600" dirty="0">
                <a:latin typeface="Times New Roman" panose="02020603050405020304" pitchFamily="18" charset="0"/>
                <a:cs typeface="Times New Roman" panose="02020603050405020304" pitchFamily="18" charset="0"/>
              </a:rPr>
              <a:t> Chen, </a:t>
            </a:r>
            <a:r>
              <a:rPr lang="en-US" altLang="zh-TW" sz="1600" dirty="0" err="1">
                <a:latin typeface="Times New Roman" panose="02020603050405020304" pitchFamily="18" charset="0"/>
                <a:cs typeface="Times New Roman" panose="02020603050405020304" pitchFamily="18" charset="0"/>
              </a:rPr>
              <a:t>Xiwei</a:t>
            </a:r>
            <a:r>
              <a:rPr lang="en-US" altLang="zh-TW" sz="1600" dirty="0">
                <a:latin typeface="Times New Roman" panose="02020603050405020304" pitchFamily="18" charset="0"/>
                <a:cs typeface="Times New Roman" panose="02020603050405020304" pitchFamily="18" charset="0"/>
              </a:rPr>
              <a:t> Xu, Liming Zhu, </a:t>
            </a:r>
            <a:r>
              <a:rPr lang="en-US" altLang="zh-TW" sz="1600" dirty="0" err="1">
                <a:latin typeface="Times New Roman" panose="02020603050405020304" pitchFamily="18" charset="0"/>
                <a:cs typeface="Times New Roman" panose="02020603050405020304" pitchFamily="18" charset="0"/>
              </a:rPr>
              <a:t>Guoqiang</a:t>
            </a:r>
            <a:r>
              <a:rPr lang="en-US" altLang="zh-TW" sz="1600" dirty="0">
                <a:latin typeface="Times New Roman" panose="02020603050405020304" pitchFamily="18" charset="0"/>
                <a:cs typeface="Times New Roman" panose="02020603050405020304" pitchFamily="18" charset="0"/>
              </a:rPr>
              <a:t> Li</a:t>
            </a:r>
          </a:p>
          <a:p>
            <a:r>
              <a:rPr lang="en-US" altLang="zh-TW" sz="1600" dirty="0">
                <a:latin typeface="Times New Roman" panose="02020603050405020304" pitchFamily="18" charset="0"/>
                <a:cs typeface="Times New Roman" panose="02020603050405020304" pitchFamily="18" charset="0"/>
              </a:rPr>
              <a:t> ESEC/FSE 2020: Proceedings of the 28th ACM Joint Meeting on European Software Engineering Conference and Symposium on the Foundations of Software Engineering, November 2020, Pages 1202–1214</a:t>
            </a:r>
          </a:p>
        </p:txBody>
      </p:sp>
      <p:sp>
        <p:nvSpPr>
          <p:cNvPr id="5" name="副標題 2">
            <a:extLst>
              <a:ext uri="{FF2B5EF4-FFF2-40B4-BE49-F238E27FC236}">
                <a16:creationId xmlns:a16="http://schemas.microsoft.com/office/drawing/2014/main" id="{E943A7B3-D75F-42BE-987F-B5D29452E318}"/>
              </a:ext>
            </a:extLst>
          </p:cNvPr>
          <p:cNvSpPr txBox="1">
            <a:spLocks/>
          </p:cNvSpPr>
          <p:nvPr/>
        </p:nvSpPr>
        <p:spPr>
          <a:xfrm>
            <a:off x="9177555" y="5393255"/>
            <a:ext cx="2471956" cy="8200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sz="1600" dirty="0">
                <a:latin typeface="Times New Roman" panose="02020603050405020304" pitchFamily="18" charset="0"/>
                <a:ea typeface="微軟正黑體" pitchFamily="34" charset="-120"/>
                <a:cs typeface="Times New Roman" panose="02020603050405020304" pitchFamily="18" charset="0"/>
              </a:rPr>
              <a:t>Presenter :</a:t>
            </a:r>
            <a:r>
              <a:rPr lang="zh-TW" altLang="en-US" sz="1600" dirty="0">
                <a:latin typeface="Times New Roman" panose="02020603050405020304" pitchFamily="18" charset="0"/>
                <a:ea typeface="微軟正黑體" pitchFamily="34" charset="-120"/>
                <a:cs typeface="Times New Roman" panose="02020603050405020304" pitchFamily="18" charset="0"/>
              </a:rPr>
              <a:t> </a:t>
            </a:r>
            <a:r>
              <a:rPr lang="en-US" altLang="zh-TW" sz="1600" dirty="0">
                <a:latin typeface="Times New Roman" panose="02020603050405020304" pitchFamily="18" charset="0"/>
                <a:cs typeface="Times New Roman" panose="02020603050405020304" pitchFamily="18" charset="0"/>
              </a:rPr>
              <a:t>Yu-Ju Liao</a:t>
            </a:r>
          </a:p>
          <a:p>
            <a:r>
              <a:rPr lang="en-US" altLang="zh-TW" sz="1600" dirty="0">
                <a:latin typeface="Times New Roman" panose="02020603050405020304" pitchFamily="18" charset="0"/>
                <a:ea typeface="微軟正黑體" pitchFamily="34" charset="-120"/>
                <a:cs typeface="Times New Roman" panose="02020603050405020304" pitchFamily="18" charset="0"/>
              </a:rPr>
              <a:t>Date :</a:t>
            </a:r>
            <a:r>
              <a:rPr lang="zh-TW" altLang="en-US" sz="1600" dirty="0">
                <a:latin typeface="Times New Roman" panose="02020603050405020304" pitchFamily="18" charset="0"/>
                <a:ea typeface="微軟正黑體" pitchFamily="34" charset="-120"/>
                <a:cs typeface="Times New Roman" panose="02020603050405020304" pitchFamily="18" charset="0"/>
              </a:rPr>
              <a:t> </a:t>
            </a:r>
            <a:r>
              <a:rPr lang="en-US" altLang="zh-TW" sz="1600" dirty="0">
                <a:latin typeface="Times New Roman" panose="02020603050405020304" pitchFamily="18" charset="0"/>
                <a:ea typeface="微軟正黑體" pitchFamily="34" charset="-120"/>
                <a:cs typeface="Times New Roman" panose="02020603050405020304" pitchFamily="18" charset="0"/>
              </a:rPr>
              <a:t>Feb.</a:t>
            </a:r>
            <a:r>
              <a:rPr lang="en-US" altLang="zh-TW" sz="1600" dirty="0">
                <a:latin typeface="Times New Roman" panose="02020603050405020304" pitchFamily="18" charset="0"/>
                <a:cs typeface="Times New Roman" panose="02020603050405020304" pitchFamily="18" charset="0"/>
              </a:rPr>
              <a:t> 22, 2022</a:t>
            </a:r>
            <a:endParaRPr lang="zh-TW"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0905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BF29CD-F8CF-4F47-92BE-649B84536DD9}"/>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Abstract(1/2)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444A68A-3CE0-4A7F-9A14-0740120E091F}"/>
              </a:ext>
            </a:extLst>
          </p:cNvPr>
          <p:cNvSpPr>
            <a:spLocks noGrp="1"/>
          </p:cNvSpPr>
          <p:nvPr>
            <p:ph idx="1"/>
          </p:nvPr>
        </p:nvSpPr>
        <p:spPr>
          <a:xfrm>
            <a:off x="430490" y="1690688"/>
            <a:ext cx="11582401" cy="4351338"/>
          </a:xfrm>
        </p:spPr>
        <p:txBody>
          <a:bodyPr>
            <a:noAutofit/>
          </a:bodyPr>
          <a:lstStyle/>
          <a:p>
            <a:pPr marL="0" indent="0">
              <a:buNone/>
            </a:pPr>
            <a:r>
              <a:rPr lang="en-US" altLang="zh-TW" dirty="0">
                <a:latin typeface="Times New Roman" panose="02020603050405020304" pitchFamily="18" charset="0"/>
                <a:cs typeface="Times New Roman" panose="02020603050405020304" pitchFamily="18" charset="0"/>
              </a:rPr>
              <a:t>Detecting Graphical User Interface (GUI) elements in GUI images is a domain-specific object detection task. It supports many software engineering tasks, such as GUI animation and testing, GUI search and code generation. Existing studies for GUI element detection directly borrow the mature methods from computer vision (CV) domain, including old fashioned ones that rely on traditional image processing features (e.g., canny edge, contours), and deep learning models that learn to detect from large-scale GUI data. Unfortunately, these CV methods are not originally designed with the awareness of the unique characteristics of GUIs and GUI elements and the high localization accuracy of the GUI element detection task. </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95917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BF29CD-F8CF-4F47-92BE-649B84536DD9}"/>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Abstract(2/2)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444A68A-3CE0-4A7F-9A14-0740120E091F}"/>
              </a:ext>
            </a:extLst>
          </p:cNvPr>
          <p:cNvSpPr>
            <a:spLocks noGrp="1"/>
          </p:cNvSpPr>
          <p:nvPr>
            <p:ph idx="1"/>
          </p:nvPr>
        </p:nvSpPr>
        <p:spPr>
          <a:xfrm>
            <a:off x="430490" y="1690688"/>
            <a:ext cx="11582401" cy="4351338"/>
          </a:xfrm>
        </p:spPr>
        <p:txBody>
          <a:bodyPr>
            <a:noAutofit/>
          </a:bodyPr>
          <a:lstStyle/>
          <a:p>
            <a:pPr marL="0" indent="0">
              <a:buNone/>
            </a:pPr>
            <a:r>
              <a:rPr lang="en-US" altLang="zh-TW" dirty="0">
                <a:latin typeface="Times New Roman" panose="02020603050405020304" pitchFamily="18" charset="0"/>
                <a:cs typeface="Times New Roman" panose="02020603050405020304" pitchFamily="18" charset="0"/>
              </a:rPr>
              <a:t>We conduct the first large-scale empirical study of seven representative GUI element detection methods on over 50k GUI images to understand the capabilities, limitations and effective designs of these methods. This study not only sheds the light on the technical challenges to be addressed but also informs the design of new GUI element detection methods. We accordingly design a new GUI-specific old-fashioned method for non-text GUI element detection which adopts a novel top-down coarse-to-fine strategy, and incorporate it with the mature deep learning model for GUI text detection. Our evaluation on 25,000 GUI images shows that our method significantly advances the start-of-the-art performance in GUI element detection.</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9601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8277B-EDA6-452C-9F3A-ACBBCEC32FC4}"/>
              </a:ext>
            </a:extLst>
          </p:cNvPr>
          <p:cNvSpPr>
            <a:spLocks noGrp="1"/>
          </p:cNvSpPr>
          <p:nvPr>
            <p:ph type="title"/>
          </p:nvPr>
        </p:nvSpPr>
        <p:spPr/>
        <p:txBody>
          <a:bodyPr/>
          <a:lstStyle/>
          <a:p>
            <a:r>
              <a:rPr lang="en-US" altLang="zh-TW" sz="4400" dirty="0">
                <a:latin typeface="Times New Roman" panose="02020603050405020304" pitchFamily="18" charset="0"/>
                <a:cs typeface="Times New Roman" panose="02020603050405020304" pitchFamily="18" charset="0"/>
              </a:rPr>
              <a:t>User Interface Element Detection (UIED)</a:t>
            </a:r>
          </a:p>
        </p:txBody>
      </p:sp>
      <p:pic>
        <p:nvPicPr>
          <p:cNvPr id="4" name="圖片 3">
            <a:extLst>
              <a:ext uri="{FF2B5EF4-FFF2-40B4-BE49-F238E27FC236}">
                <a16:creationId xmlns:a16="http://schemas.microsoft.com/office/drawing/2014/main" id="{2B319B88-8857-4C04-BF4E-619AFC3147F4}"/>
              </a:ext>
            </a:extLst>
          </p:cNvPr>
          <p:cNvPicPr>
            <a:picLocks noChangeAspect="1"/>
          </p:cNvPicPr>
          <p:nvPr/>
        </p:nvPicPr>
        <p:blipFill>
          <a:blip r:embed="rId3"/>
          <a:stretch>
            <a:fillRect/>
          </a:stretch>
        </p:blipFill>
        <p:spPr>
          <a:xfrm>
            <a:off x="3930993" y="1616075"/>
            <a:ext cx="3352800" cy="4876800"/>
          </a:xfrm>
          <a:prstGeom prst="rect">
            <a:avLst/>
          </a:prstGeom>
        </p:spPr>
      </p:pic>
    </p:spTree>
    <p:extLst>
      <p:ext uri="{BB962C8B-B14F-4D97-AF65-F5344CB8AC3E}">
        <p14:creationId xmlns:p14="http://schemas.microsoft.com/office/powerpoint/2010/main" val="322216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8277B-EDA6-452C-9F3A-ACBBCEC32FC4}"/>
              </a:ext>
            </a:extLst>
          </p:cNvPr>
          <p:cNvSpPr>
            <a:spLocks noGrp="1"/>
          </p:cNvSpPr>
          <p:nvPr>
            <p:ph type="title"/>
          </p:nvPr>
        </p:nvSpPr>
        <p:spPr/>
        <p:txBody>
          <a:bodyPr/>
          <a:lstStyle/>
          <a:p>
            <a:r>
              <a:rPr lang="en-US" altLang="zh-TW" sz="4400" dirty="0">
                <a:latin typeface="Times New Roman" panose="02020603050405020304" pitchFamily="18" charset="0"/>
                <a:cs typeface="Times New Roman" panose="02020603050405020304" pitchFamily="18" charset="0"/>
              </a:rPr>
              <a:t>User Interface Element Detection (UIED)</a:t>
            </a:r>
          </a:p>
        </p:txBody>
      </p:sp>
      <p:sp>
        <p:nvSpPr>
          <p:cNvPr id="5" name="文字方塊 4">
            <a:extLst>
              <a:ext uri="{FF2B5EF4-FFF2-40B4-BE49-F238E27FC236}">
                <a16:creationId xmlns:a16="http://schemas.microsoft.com/office/drawing/2014/main" id="{EABABA2D-C84B-4B35-861F-A51BABE83D9D}"/>
              </a:ext>
            </a:extLst>
          </p:cNvPr>
          <p:cNvSpPr txBox="1"/>
          <p:nvPr/>
        </p:nvSpPr>
        <p:spPr>
          <a:xfrm>
            <a:off x="1218415" y="1760158"/>
            <a:ext cx="6094428" cy="1384995"/>
          </a:xfrm>
          <a:prstGeom prst="rect">
            <a:avLst/>
          </a:prstGeom>
          <a:noFill/>
        </p:spPr>
        <p:txBody>
          <a:bodyPr wrap="square">
            <a:spAutoFit/>
          </a:bodyPr>
          <a:lstStyle/>
          <a:p>
            <a:pPr marL="285750" indent="-285750">
              <a:buFont typeface="Arial" panose="020B0604020202020204" pitchFamily="34" charset="0"/>
              <a:buChar char="•"/>
            </a:pPr>
            <a:r>
              <a:rPr lang="en-US" altLang="zh-TW" sz="2800" dirty="0">
                <a:solidFill>
                  <a:srgbClr val="202124"/>
                </a:solidFill>
                <a:latin typeface="Times New Roman" panose="02020603050405020304" pitchFamily="18" charset="0"/>
                <a:cs typeface="Times New Roman" panose="02020603050405020304" pitchFamily="18" charset="0"/>
              </a:rPr>
              <a:t>A</a:t>
            </a:r>
            <a:r>
              <a:rPr lang="en-US" altLang="zh-TW" sz="2800" b="0" i="0" dirty="0">
                <a:solidFill>
                  <a:srgbClr val="202124"/>
                </a:solidFill>
                <a:effectLst/>
                <a:latin typeface="Times New Roman" panose="02020603050405020304" pitchFamily="18" charset="0"/>
                <a:cs typeface="Times New Roman" panose="02020603050405020304" pitchFamily="18" charset="0"/>
              </a:rPr>
              <a:t>pplication</a:t>
            </a:r>
          </a:p>
          <a:p>
            <a:pPr marL="742950" lvl="1" indent="-285750">
              <a:buFont typeface="Arial" panose="020B0604020202020204" pitchFamily="34" charset="0"/>
              <a:buChar char="•"/>
            </a:pPr>
            <a:r>
              <a:rPr lang="en-US" altLang="zh-TW" sz="2800" dirty="0">
                <a:latin typeface="Times New Roman" panose="02020603050405020304" pitchFamily="18" charset="0"/>
                <a:cs typeface="Times New Roman" panose="02020603050405020304" pitchFamily="18" charset="0"/>
              </a:rPr>
              <a:t>UI2Code</a:t>
            </a:r>
          </a:p>
          <a:p>
            <a:pPr marL="742950" lvl="1" indent="-285750">
              <a:buFont typeface="Arial" panose="020B0604020202020204" pitchFamily="34" charset="0"/>
              <a:buChar char="•"/>
            </a:pPr>
            <a:r>
              <a:rPr lang="en-US" altLang="zh-TW" sz="2800" dirty="0">
                <a:latin typeface="Times New Roman" panose="02020603050405020304" pitchFamily="18" charset="0"/>
                <a:cs typeface="Times New Roman" panose="02020603050405020304" pitchFamily="18" charset="0"/>
              </a:rPr>
              <a:t>robotic GUI automatic testing</a:t>
            </a:r>
            <a:endParaRPr lang="zh-TW"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8985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8277B-EDA6-452C-9F3A-ACBBCEC32FC4}"/>
              </a:ext>
            </a:extLst>
          </p:cNvPr>
          <p:cNvSpPr>
            <a:spLocks noGrp="1"/>
          </p:cNvSpPr>
          <p:nvPr>
            <p:ph type="title"/>
          </p:nvPr>
        </p:nvSpPr>
        <p:spPr/>
        <p:txBody>
          <a:bodyPr/>
          <a:lstStyle/>
          <a:p>
            <a:r>
              <a:rPr lang="en-US" altLang="zh-TW" sz="4400" dirty="0">
                <a:latin typeface="Times New Roman" panose="02020603050405020304" pitchFamily="18" charset="0"/>
                <a:cs typeface="Times New Roman" panose="02020603050405020304" pitchFamily="18" charset="0"/>
              </a:rPr>
              <a:t>Methods in UIED</a:t>
            </a:r>
          </a:p>
        </p:txBody>
      </p:sp>
      <p:pic>
        <p:nvPicPr>
          <p:cNvPr id="10" name="圖片 9">
            <a:extLst>
              <a:ext uri="{FF2B5EF4-FFF2-40B4-BE49-F238E27FC236}">
                <a16:creationId xmlns:a16="http://schemas.microsoft.com/office/drawing/2014/main" id="{C2D0673A-E5EE-4377-8B41-7A01CDC96C4E}"/>
              </a:ext>
            </a:extLst>
          </p:cNvPr>
          <p:cNvPicPr>
            <a:picLocks noChangeAspect="1"/>
          </p:cNvPicPr>
          <p:nvPr/>
        </p:nvPicPr>
        <p:blipFill>
          <a:blip r:embed="rId3"/>
          <a:stretch>
            <a:fillRect/>
          </a:stretch>
        </p:blipFill>
        <p:spPr>
          <a:xfrm>
            <a:off x="559117" y="1580899"/>
            <a:ext cx="11439525" cy="4562475"/>
          </a:xfrm>
          <a:prstGeom prst="rect">
            <a:avLst/>
          </a:prstGeom>
        </p:spPr>
      </p:pic>
    </p:spTree>
    <p:extLst>
      <p:ext uri="{BB962C8B-B14F-4D97-AF65-F5344CB8AC3E}">
        <p14:creationId xmlns:p14="http://schemas.microsoft.com/office/powerpoint/2010/main" val="386829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8277B-EDA6-452C-9F3A-ACBBCEC32FC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GUI element detection</a:t>
            </a:r>
            <a:endParaRPr lang="en-US" altLang="zh-TW" sz="4400"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45FD1709-E6F7-4A45-BA56-94C01714CC9A}"/>
              </a:ext>
            </a:extLst>
          </p:cNvPr>
          <p:cNvPicPr>
            <a:picLocks noChangeAspect="1"/>
          </p:cNvPicPr>
          <p:nvPr/>
        </p:nvPicPr>
        <p:blipFill>
          <a:blip r:embed="rId3"/>
          <a:stretch>
            <a:fillRect/>
          </a:stretch>
        </p:blipFill>
        <p:spPr>
          <a:xfrm>
            <a:off x="1013382" y="1801238"/>
            <a:ext cx="2290392" cy="3576036"/>
          </a:xfrm>
          <a:prstGeom prst="rect">
            <a:avLst/>
          </a:prstGeom>
        </p:spPr>
      </p:pic>
      <p:pic>
        <p:nvPicPr>
          <p:cNvPr id="10" name="圖片 9">
            <a:extLst>
              <a:ext uri="{FF2B5EF4-FFF2-40B4-BE49-F238E27FC236}">
                <a16:creationId xmlns:a16="http://schemas.microsoft.com/office/drawing/2014/main" id="{2E039ADF-0E9E-4428-A500-5D3E93A899B0}"/>
              </a:ext>
            </a:extLst>
          </p:cNvPr>
          <p:cNvPicPr>
            <a:picLocks noChangeAspect="1"/>
          </p:cNvPicPr>
          <p:nvPr/>
        </p:nvPicPr>
        <p:blipFill>
          <a:blip r:embed="rId4"/>
          <a:stretch>
            <a:fillRect/>
          </a:stretch>
        </p:blipFill>
        <p:spPr>
          <a:xfrm>
            <a:off x="4864211" y="1857391"/>
            <a:ext cx="2241694" cy="3576036"/>
          </a:xfrm>
          <a:prstGeom prst="rect">
            <a:avLst/>
          </a:prstGeom>
        </p:spPr>
      </p:pic>
      <p:sp>
        <p:nvSpPr>
          <p:cNvPr id="15" name="箭號: 向右 14">
            <a:extLst>
              <a:ext uri="{FF2B5EF4-FFF2-40B4-BE49-F238E27FC236}">
                <a16:creationId xmlns:a16="http://schemas.microsoft.com/office/drawing/2014/main" id="{14010439-444D-4434-B113-569E43B8C6C5}"/>
              </a:ext>
            </a:extLst>
          </p:cNvPr>
          <p:cNvSpPr/>
          <p:nvPr/>
        </p:nvSpPr>
        <p:spPr>
          <a:xfrm>
            <a:off x="3376703" y="3662378"/>
            <a:ext cx="641023" cy="3022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箭號: 向右 15">
            <a:extLst>
              <a:ext uri="{FF2B5EF4-FFF2-40B4-BE49-F238E27FC236}">
                <a16:creationId xmlns:a16="http://schemas.microsoft.com/office/drawing/2014/main" id="{689D7139-4321-43AE-BEF6-7F89A66A9263}"/>
              </a:ext>
            </a:extLst>
          </p:cNvPr>
          <p:cNvSpPr/>
          <p:nvPr/>
        </p:nvSpPr>
        <p:spPr>
          <a:xfrm>
            <a:off x="7399487" y="3494292"/>
            <a:ext cx="641023" cy="3022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文字方塊 27">
            <a:extLst>
              <a:ext uri="{FF2B5EF4-FFF2-40B4-BE49-F238E27FC236}">
                <a16:creationId xmlns:a16="http://schemas.microsoft.com/office/drawing/2014/main" id="{B6299ECC-562B-49A8-9E76-BA80BD88E6F8}"/>
              </a:ext>
            </a:extLst>
          </p:cNvPr>
          <p:cNvSpPr txBox="1"/>
          <p:nvPr/>
        </p:nvSpPr>
        <p:spPr>
          <a:xfrm>
            <a:off x="4827356" y="5465810"/>
            <a:ext cx="3213154" cy="830997"/>
          </a:xfrm>
          <a:prstGeom prst="rect">
            <a:avLst/>
          </a:prstGeom>
          <a:noFill/>
        </p:spPr>
        <p:txBody>
          <a:bodyPr wrap="square">
            <a:spAutoFit/>
          </a:bodyPr>
          <a:lstStyle/>
          <a:p>
            <a:r>
              <a:rPr lang="en-US" altLang="zh-TW" sz="2400" dirty="0">
                <a:latin typeface="Times New Roman" panose="02020603050405020304" pitchFamily="18" charset="0"/>
                <a:cs typeface="Times New Roman" panose="02020603050405020304" pitchFamily="18" charset="0"/>
              </a:rPr>
              <a:t>block map</a:t>
            </a:r>
          </a:p>
          <a:p>
            <a:r>
              <a:rPr lang="en-US" altLang="zh-TW" sz="2400" dirty="0">
                <a:latin typeface="Times New Roman" panose="02020603050405020304" pitchFamily="18" charset="0"/>
                <a:cs typeface="Times New Roman" panose="02020603050405020304" pitchFamily="18" charset="0"/>
              </a:rPr>
              <a:t>(flood-filling algorithm)</a:t>
            </a:r>
            <a:endParaRPr lang="zh-TW" altLang="en-US" sz="2400" dirty="0">
              <a:latin typeface="Times New Roman" panose="02020603050405020304" pitchFamily="18" charset="0"/>
              <a:cs typeface="Times New Roman" panose="02020603050405020304" pitchFamily="18" charset="0"/>
            </a:endParaRPr>
          </a:p>
        </p:txBody>
      </p:sp>
      <p:grpSp>
        <p:nvGrpSpPr>
          <p:cNvPr id="3" name="群組 2">
            <a:extLst>
              <a:ext uri="{FF2B5EF4-FFF2-40B4-BE49-F238E27FC236}">
                <a16:creationId xmlns:a16="http://schemas.microsoft.com/office/drawing/2014/main" id="{35F17E84-3171-4F76-9F71-C8B033FA5E67}"/>
              </a:ext>
            </a:extLst>
          </p:cNvPr>
          <p:cNvGrpSpPr/>
          <p:nvPr/>
        </p:nvGrpSpPr>
        <p:grpSpPr>
          <a:xfrm>
            <a:off x="8906740" y="1889050"/>
            <a:ext cx="2258999" cy="3714574"/>
            <a:chOff x="6276663" y="1527142"/>
            <a:chExt cx="2258999" cy="3714574"/>
          </a:xfrm>
        </p:grpSpPr>
        <p:pic>
          <p:nvPicPr>
            <p:cNvPr id="17" name="圖片 16">
              <a:extLst>
                <a:ext uri="{FF2B5EF4-FFF2-40B4-BE49-F238E27FC236}">
                  <a16:creationId xmlns:a16="http://schemas.microsoft.com/office/drawing/2014/main" id="{C586F96E-6578-4A63-9FDD-20D6EDC83FE1}"/>
                </a:ext>
              </a:extLst>
            </p:cNvPr>
            <p:cNvPicPr>
              <a:picLocks noChangeAspect="1"/>
            </p:cNvPicPr>
            <p:nvPr/>
          </p:nvPicPr>
          <p:blipFill rotWithShape="1">
            <a:blip r:embed="rId4"/>
            <a:srcRect t="49296" b="10161"/>
            <a:stretch/>
          </p:blipFill>
          <p:spPr>
            <a:xfrm>
              <a:off x="6293968" y="2508695"/>
              <a:ext cx="2241694" cy="1449835"/>
            </a:xfrm>
            <a:prstGeom prst="rect">
              <a:avLst/>
            </a:prstGeom>
          </p:spPr>
        </p:pic>
        <p:pic>
          <p:nvPicPr>
            <p:cNvPr id="18" name="圖片 17">
              <a:extLst>
                <a:ext uri="{FF2B5EF4-FFF2-40B4-BE49-F238E27FC236}">
                  <a16:creationId xmlns:a16="http://schemas.microsoft.com/office/drawing/2014/main" id="{C3927150-889E-43E7-8253-608EC6A9C785}"/>
                </a:ext>
              </a:extLst>
            </p:cNvPr>
            <p:cNvPicPr>
              <a:picLocks noChangeAspect="1"/>
            </p:cNvPicPr>
            <p:nvPr/>
          </p:nvPicPr>
          <p:blipFill rotWithShape="1">
            <a:blip r:embed="rId4"/>
            <a:srcRect t="21644" b="53050"/>
            <a:stretch/>
          </p:blipFill>
          <p:spPr>
            <a:xfrm>
              <a:off x="6276663" y="1527142"/>
              <a:ext cx="2241694" cy="904974"/>
            </a:xfrm>
            <a:prstGeom prst="rect">
              <a:avLst/>
            </a:prstGeom>
          </p:spPr>
        </p:pic>
        <p:pic>
          <p:nvPicPr>
            <p:cNvPr id="22" name="圖片 21">
              <a:extLst>
                <a:ext uri="{FF2B5EF4-FFF2-40B4-BE49-F238E27FC236}">
                  <a16:creationId xmlns:a16="http://schemas.microsoft.com/office/drawing/2014/main" id="{FABC912F-903E-44A0-B24D-B4DAEC1D4DBA}"/>
                </a:ext>
              </a:extLst>
            </p:cNvPr>
            <p:cNvPicPr>
              <a:picLocks noChangeAspect="1"/>
            </p:cNvPicPr>
            <p:nvPr/>
          </p:nvPicPr>
          <p:blipFill rotWithShape="1">
            <a:blip r:embed="rId4"/>
            <a:srcRect t="9437" b="78700"/>
            <a:stretch/>
          </p:blipFill>
          <p:spPr>
            <a:xfrm>
              <a:off x="6293968" y="4035109"/>
              <a:ext cx="2241694" cy="424206"/>
            </a:xfrm>
            <a:prstGeom prst="rect">
              <a:avLst/>
            </a:prstGeom>
          </p:spPr>
        </p:pic>
        <p:pic>
          <p:nvPicPr>
            <p:cNvPr id="24" name="圖片 23">
              <a:extLst>
                <a:ext uri="{FF2B5EF4-FFF2-40B4-BE49-F238E27FC236}">
                  <a16:creationId xmlns:a16="http://schemas.microsoft.com/office/drawing/2014/main" id="{FD5279C0-8ED3-4AF6-82C2-261C69C58AA6}"/>
                </a:ext>
              </a:extLst>
            </p:cNvPr>
            <p:cNvPicPr>
              <a:picLocks noChangeAspect="1"/>
            </p:cNvPicPr>
            <p:nvPr/>
          </p:nvPicPr>
          <p:blipFill rotWithShape="1">
            <a:blip r:embed="rId4"/>
            <a:srcRect b="91548"/>
            <a:stretch/>
          </p:blipFill>
          <p:spPr>
            <a:xfrm>
              <a:off x="6276663" y="4535894"/>
              <a:ext cx="2241694" cy="302233"/>
            </a:xfrm>
            <a:prstGeom prst="rect">
              <a:avLst/>
            </a:prstGeom>
          </p:spPr>
        </p:pic>
        <p:pic>
          <p:nvPicPr>
            <p:cNvPr id="29" name="圖片 28">
              <a:extLst>
                <a:ext uri="{FF2B5EF4-FFF2-40B4-BE49-F238E27FC236}">
                  <a16:creationId xmlns:a16="http://schemas.microsoft.com/office/drawing/2014/main" id="{90CE545C-06BA-41AE-A1E7-C724D2058C66}"/>
                </a:ext>
              </a:extLst>
            </p:cNvPr>
            <p:cNvPicPr>
              <a:picLocks noChangeAspect="1"/>
            </p:cNvPicPr>
            <p:nvPr/>
          </p:nvPicPr>
          <p:blipFill rotWithShape="1">
            <a:blip r:embed="rId4"/>
            <a:srcRect t="89900"/>
            <a:stretch/>
          </p:blipFill>
          <p:spPr>
            <a:xfrm>
              <a:off x="6289888" y="4880520"/>
              <a:ext cx="2241694" cy="361196"/>
            </a:xfrm>
            <a:prstGeom prst="rect">
              <a:avLst/>
            </a:prstGeom>
          </p:spPr>
        </p:pic>
      </p:grpSp>
      <p:sp>
        <p:nvSpPr>
          <p:cNvPr id="31" name="文字方塊 30">
            <a:extLst>
              <a:ext uri="{FF2B5EF4-FFF2-40B4-BE49-F238E27FC236}">
                <a16:creationId xmlns:a16="http://schemas.microsoft.com/office/drawing/2014/main" id="{6B764756-4C22-4398-A63D-950C38A94CEC}"/>
              </a:ext>
            </a:extLst>
          </p:cNvPr>
          <p:cNvSpPr txBox="1"/>
          <p:nvPr/>
        </p:nvSpPr>
        <p:spPr>
          <a:xfrm>
            <a:off x="8906740" y="5680146"/>
            <a:ext cx="2869087" cy="830997"/>
          </a:xfrm>
          <a:prstGeom prst="rect">
            <a:avLst/>
          </a:prstGeom>
          <a:noFill/>
        </p:spPr>
        <p:txBody>
          <a:bodyPr wrap="square">
            <a:spAutoFit/>
          </a:bodyPr>
          <a:lstStyle/>
          <a:p>
            <a:r>
              <a:rPr lang="zh-TW" altLang="en-US" sz="2400" dirty="0">
                <a:latin typeface="Times New Roman" panose="02020603050405020304" pitchFamily="18" charset="0"/>
                <a:cs typeface="Times New Roman" panose="02020603050405020304" pitchFamily="18" charset="0"/>
              </a:rPr>
              <a:t>shape recognition algorithm</a:t>
            </a:r>
          </a:p>
        </p:txBody>
      </p:sp>
    </p:spTree>
    <p:extLst>
      <p:ext uri="{BB962C8B-B14F-4D97-AF65-F5344CB8AC3E}">
        <p14:creationId xmlns:p14="http://schemas.microsoft.com/office/powerpoint/2010/main" val="4077601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8277B-EDA6-452C-9F3A-ACBBCEC32FC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GUI element detection</a:t>
            </a:r>
            <a:endParaRPr lang="en-US" altLang="zh-TW" sz="4400" dirty="0">
              <a:latin typeface="Times New Roman" panose="02020603050405020304" pitchFamily="18" charset="0"/>
              <a:cs typeface="Times New Roman" panose="02020603050405020304" pitchFamily="18" charset="0"/>
            </a:endParaRPr>
          </a:p>
        </p:txBody>
      </p:sp>
      <p:sp>
        <p:nvSpPr>
          <p:cNvPr id="16" name="箭號: 向右 15">
            <a:extLst>
              <a:ext uri="{FF2B5EF4-FFF2-40B4-BE49-F238E27FC236}">
                <a16:creationId xmlns:a16="http://schemas.microsoft.com/office/drawing/2014/main" id="{689D7139-4321-43AE-BEF6-7F89A66A9263}"/>
              </a:ext>
            </a:extLst>
          </p:cNvPr>
          <p:cNvSpPr/>
          <p:nvPr/>
        </p:nvSpPr>
        <p:spPr>
          <a:xfrm>
            <a:off x="4136328" y="3740024"/>
            <a:ext cx="641023" cy="3022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0" name="群組 19">
            <a:extLst>
              <a:ext uri="{FF2B5EF4-FFF2-40B4-BE49-F238E27FC236}">
                <a16:creationId xmlns:a16="http://schemas.microsoft.com/office/drawing/2014/main" id="{FFA92BB2-5794-4A67-A6E8-191AA291E333}"/>
              </a:ext>
            </a:extLst>
          </p:cNvPr>
          <p:cNvGrpSpPr/>
          <p:nvPr/>
        </p:nvGrpSpPr>
        <p:grpSpPr>
          <a:xfrm>
            <a:off x="5015202" y="1715307"/>
            <a:ext cx="2237874" cy="3609975"/>
            <a:chOff x="6891439" y="1958490"/>
            <a:chExt cx="2237874" cy="3609975"/>
          </a:xfrm>
        </p:grpSpPr>
        <p:pic>
          <p:nvPicPr>
            <p:cNvPr id="12" name="圖片 11">
              <a:extLst>
                <a:ext uri="{FF2B5EF4-FFF2-40B4-BE49-F238E27FC236}">
                  <a16:creationId xmlns:a16="http://schemas.microsoft.com/office/drawing/2014/main" id="{DF9E43D2-846F-4E51-8EE1-A01F8E1E950B}"/>
                </a:ext>
              </a:extLst>
            </p:cNvPr>
            <p:cNvPicPr>
              <a:picLocks noChangeAspect="1"/>
            </p:cNvPicPr>
            <p:nvPr/>
          </p:nvPicPr>
          <p:blipFill>
            <a:blip r:embed="rId3"/>
            <a:stretch>
              <a:fillRect/>
            </a:stretch>
          </p:blipFill>
          <p:spPr>
            <a:xfrm>
              <a:off x="6891439" y="1958490"/>
              <a:ext cx="2133600" cy="3609975"/>
            </a:xfrm>
            <a:prstGeom prst="rect">
              <a:avLst/>
            </a:prstGeom>
          </p:spPr>
        </p:pic>
        <p:sp>
          <p:nvSpPr>
            <p:cNvPr id="13" name="矩形: 圓角 12">
              <a:extLst>
                <a:ext uri="{FF2B5EF4-FFF2-40B4-BE49-F238E27FC236}">
                  <a16:creationId xmlns:a16="http://schemas.microsoft.com/office/drawing/2014/main" id="{82CEC41C-44A6-488E-8BB1-1D56FDD81564}"/>
                </a:ext>
              </a:extLst>
            </p:cNvPr>
            <p:cNvSpPr/>
            <p:nvPr/>
          </p:nvSpPr>
          <p:spPr>
            <a:xfrm>
              <a:off x="8696176" y="5111015"/>
              <a:ext cx="288758" cy="423511"/>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矩形: 圓角 18">
              <a:extLst>
                <a:ext uri="{FF2B5EF4-FFF2-40B4-BE49-F238E27FC236}">
                  <a16:creationId xmlns:a16="http://schemas.microsoft.com/office/drawing/2014/main" id="{7A922611-9B55-42E2-8470-9DC4EE366F9C}"/>
                </a:ext>
              </a:extLst>
            </p:cNvPr>
            <p:cNvSpPr/>
            <p:nvPr/>
          </p:nvSpPr>
          <p:spPr>
            <a:xfrm>
              <a:off x="8840555" y="3322995"/>
              <a:ext cx="288758" cy="423511"/>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21" name="箭號: 向右 20">
            <a:extLst>
              <a:ext uri="{FF2B5EF4-FFF2-40B4-BE49-F238E27FC236}">
                <a16:creationId xmlns:a16="http://schemas.microsoft.com/office/drawing/2014/main" id="{47B5899A-D388-46E9-8105-8A6558B34296}"/>
              </a:ext>
            </a:extLst>
          </p:cNvPr>
          <p:cNvSpPr/>
          <p:nvPr/>
        </p:nvSpPr>
        <p:spPr>
          <a:xfrm>
            <a:off x="7318041" y="3740024"/>
            <a:ext cx="641023" cy="3022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3" name="圖片 22">
            <a:extLst>
              <a:ext uri="{FF2B5EF4-FFF2-40B4-BE49-F238E27FC236}">
                <a16:creationId xmlns:a16="http://schemas.microsoft.com/office/drawing/2014/main" id="{35680920-3DB9-4B0A-A161-7854A45561FF}"/>
              </a:ext>
            </a:extLst>
          </p:cNvPr>
          <p:cNvPicPr>
            <a:picLocks noChangeAspect="1"/>
          </p:cNvPicPr>
          <p:nvPr/>
        </p:nvPicPr>
        <p:blipFill>
          <a:blip r:embed="rId4"/>
          <a:stretch>
            <a:fillRect/>
          </a:stretch>
        </p:blipFill>
        <p:spPr>
          <a:xfrm>
            <a:off x="8204754" y="1690688"/>
            <a:ext cx="2259112" cy="3576036"/>
          </a:xfrm>
          <a:prstGeom prst="rect">
            <a:avLst/>
          </a:prstGeom>
        </p:spPr>
      </p:pic>
      <p:sp>
        <p:nvSpPr>
          <p:cNvPr id="25" name="文字方塊 24">
            <a:extLst>
              <a:ext uri="{FF2B5EF4-FFF2-40B4-BE49-F238E27FC236}">
                <a16:creationId xmlns:a16="http://schemas.microsoft.com/office/drawing/2014/main" id="{9A550147-098A-457B-8528-00DF46352618}"/>
              </a:ext>
            </a:extLst>
          </p:cNvPr>
          <p:cNvSpPr txBox="1"/>
          <p:nvPr/>
        </p:nvSpPr>
        <p:spPr>
          <a:xfrm>
            <a:off x="8738911" y="5638449"/>
            <a:ext cx="1428941" cy="369332"/>
          </a:xfrm>
          <a:prstGeom prst="rect">
            <a:avLst/>
          </a:prstGeom>
          <a:noFill/>
        </p:spPr>
        <p:txBody>
          <a:bodyPr wrap="square">
            <a:spAutoFit/>
          </a:bodyPr>
          <a:lstStyle/>
          <a:p>
            <a:r>
              <a:rPr lang="en-US" altLang="zh-TW" dirty="0" err="1"/>
              <a:t>ResNet</a:t>
            </a:r>
            <a:r>
              <a:rPr lang="en-US" altLang="zh-TW" dirty="0"/>
              <a:t> 50</a:t>
            </a:r>
            <a:endParaRPr lang="zh-TW" altLang="en-US" dirty="0"/>
          </a:p>
        </p:txBody>
      </p:sp>
      <p:sp>
        <p:nvSpPr>
          <p:cNvPr id="30" name="文字方塊 29">
            <a:extLst>
              <a:ext uri="{FF2B5EF4-FFF2-40B4-BE49-F238E27FC236}">
                <a16:creationId xmlns:a16="http://schemas.microsoft.com/office/drawing/2014/main" id="{3C94F0A9-3CC9-452A-9856-CC557ED7C9C0}"/>
              </a:ext>
            </a:extLst>
          </p:cNvPr>
          <p:cNvSpPr txBox="1"/>
          <p:nvPr/>
        </p:nvSpPr>
        <p:spPr>
          <a:xfrm>
            <a:off x="5096116" y="5505880"/>
            <a:ext cx="2052686" cy="830997"/>
          </a:xfrm>
          <a:prstGeom prst="rect">
            <a:avLst/>
          </a:prstGeom>
          <a:noFill/>
        </p:spPr>
        <p:txBody>
          <a:bodyPr wrap="square">
            <a:spAutoFit/>
          </a:bodyPr>
          <a:lstStyle/>
          <a:p>
            <a:r>
              <a:rPr lang="en-US" altLang="zh-TW" sz="2400" dirty="0">
                <a:latin typeface="Times New Roman" panose="02020603050405020304" pitchFamily="18" charset="0"/>
                <a:cs typeface="Times New Roman" panose="02020603050405020304" pitchFamily="18" charset="0"/>
              </a:rPr>
              <a:t>binary map</a:t>
            </a:r>
          </a:p>
          <a:p>
            <a:r>
              <a:rPr lang="en-US" altLang="zh-TW" sz="2400" dirty="0">
                <a:latin typeface="Times New Roman" panose="02020603050405020304" pitchFamily="18" charset="0"/>
                <a:cs typeface="Times New Roman" panose="02020603050405020304" pitchFamily="18" charset="0"/>
              </a:rPr>
              <a:t>(</a:t>
            </a:r>
            <a:r>
              <a:rPr lang="en-US" altLang="zh-TW" sz="2400" dirty="0"/>
              <a:t>gradient map</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grpSp>
        <p:nvGrpSpPr>
          <p:cNvPr id="31" name="群組 30">
            <a:extLst>
              <a:ext uri="{FF2B5EF4-FFF2-40B4-BE49-F238E27FC236}">
                <a16:creationId xmlns:a16="http://schemas.microsoft.com/office/drawing/2014/main" id="{E7538B0E-5C3A-4CD3-A65F-4BEF5E88C61C}"/>
              </a:ext>
            </a:extLst>
          </p:cNvPr>
          <p:cNvGrpSpPr/>
          <p:nvPr/>
        </p:nvGrpSpPr>
        <p:grpSpPr>
          <a:xfrm>
            <a:off x="1639478" y="1791306"/>
            <a:ext cx="2258999" cy="3714574"/>
            <a:chOff x="6276663" y="1527142"/>
            <a:chExt cx="2258999" cy="3714574"/>
          </a:xfrm>
        </p:grpSpPr>
        <p:pic>
          <p:nvPicPr>
            <p:cNvPr id="32" name="圖片 31">
              <a:extLst>
                <a:ext uri="{FF2B5EF4-FFF2-40B4-BE49-F238E27FC236}">
                  <a16:creationId xmlns:a16="http://schemas.microsoft.com/office/drawing/2014/main" id="{A4CF3AB9-2918-45E2-9B53-3B063E9B0818}"/>
                </a:ext>
              </a:extLst>
            </p:cNvPr>
            <p:cNvPicPr>
              <a:picLocks noChangeAspect="1"/>
            </p:cNvPicPr>
            <p:nvPr/>
          </p:nvPicPr>
          <p:blipFill rotWithShape="1">
            <a:blip r:embed="rId5"/>
            <a:srcRect t="49296" b="10161"/>
            <a:stretch/>
          </p:blipFill>
          <p:spPr>
            <a:xfrm>
              <a:off x="6293968" y="2508695"/>
              <a:ext cx="2241694" cy="1449835"/>
            </a:xfrm>
            <a:prstGeom prst="rect">
              <a:avLst/>
            </a:prstGeom>
          </p:spPr>
        </p:pic>
        <p:pic>
          <p:nvPicPr>
            <p:cNvPr id="33" name="圖片 32">
              <a:extLst>
                <a:ext uri="{FF2B5EF4-FFF2-40B4-BE49-F238E27FC236}">
                  <a16:creationId xmlns:a16="http://schemas.microsoft.com/office/drawing/2014/main" id="{66B47583-FA43-42FD-A4FA-2B820C611FC2}"/>
                </a:ext>
              </a:extLst>
            </p:cNvPr>
            <p:cNvPicPr>
              <a:picLocks noChangeAspect="1"/>
            </p:cNvPicPr>
            <p:nvPr/>
          </p:nvPicPr>
          <p:blipFill rotWithShape="1">
            <a:blip r:embed="rId5"/>
            <a:srcRect t="21644" b="53050"/>
            <a:stretch/>
          </p:blipFill>
          <p:spPr>
            <a:xfrm>
              <a:off x="6276663" y="1527142"/>
              <a:ext cx="2241694" cy="904974"/>
            </a:xfrm>
            <a:prstGeom prst="rect">
              <a:avLst/>
            </a:prstGeom>
          </p:spPr>
        </p:pic>
        <p:pic>
          <p:nvPicPr>
            <p:cNvPr id="34" name="圖片 33">
              <a:extLst>
                <a:ext uri="{FF2B5EF4-FFF2-40B4-BE49-F238E27FC236}">
                  <a16:creationId xmlns:a16="http://schemas.microsoft.com/office/drawing/2014/main" id="{94E414AC-7799-40FA-ACCC-FDF74E384F14}"/>
                </a:ext>
              </a:extLst>
            </p:cNvPr>
            <p:cNvPicPr>
              <a:picLocks noChangeAspect="1"/>
            </p:cNvPicPr>
            <p:nvPr/>
          </p:nvPicPr>
          <p:blipFill rotWithShape="1">
            <a:blip r:embed="rId5"/>
            <a:srcRect t="9437" b="78700"/>
            <a:stretch/>
          </p:blipFill>
          <p:spPr>
            <a:xfrm>
              <a:off x="6293968" y="4035109"/>
              <a:ext cx="2241694" cy="424206"/>
            </a:xfrm>
            <a:prstGeom prst="rect">
              <a:avLst/>
            </a:prstGeom>
          </p:spPr>
        </p:pic>
        <p:pic>
          <p:nvPicPr>
            <p:cNvPr id="35" name="圖片 34">
              <a:extLst>
                <a:ext uri="{FF2B5EF4-FFF2-40B4-BE49-F238E27FC236}">
                  <a16:creationId xmlns:a16="http://schemas.microsoft.com/office/drawing/2014/main" id="{B559CCC0-4056-469D-9DE2-1D2359E6296A}"/>
                </a:ext>
              </a:extLst>
            </p:cNvPr>
            <p:cNvPicPr>
              <a:picLocks noChangeAspect="1"/>
            </p:cNvPicPr>
            <p:nvPr/>
          </p:nvPicPr>
          <p:blipFill rotWithShape="1">
            <a:blip r:embed="rId5"/>
            <a:srcRect b="91548"/>
            <a:stretch/>
          </p:blipFill>
          <p:spPr>
            <a:xfrm>
              <a:off x="6276663" y="4535894"/>
              <a:ext cx="2241694" cy="302233"/>
            </a:xfrm>
            <a:prstGeom prst="rect">
              <a:avLst/>
            </a:prstGeom>
          </p:spPr>
        </p:pic>
        <p:pic>
          <p:nvPicPr>
            <p:cNvPr id="36" name="圖片 35">
              <a:extLst>
                <a:ext uri="{FF2B5EF4-FFF2-40B4-BE49-F238E27FC236}">
                  <a16:creationId xmlns:a16="http://schemas.microsoft.com/office/drawing/2014/main" id="{9A0866D0-2E4C-4976-A045-77424D45DC04}"/>
                </a:ext>
              </a:extLst>
            </p:cNvPr>
            <p:cNvPicPr>
              <a:picLocks noChangeAspect="1"/>
            </p:cNvPicPr>
            <p:nvPr/>
          </p:nvPicPr>
          <p:blipFill rotWithShape="1">
            <a:blip r:embed="rId5"/>
            <a:srcRect t="89900"/>
            <a:stretch/>
          </p:blipFill>
          <p:spPr>
            <a:xfrm>
              <a:off x="6289888" y="4880520"/>
              <a:ext cx="2241694" cy="361196"/>
            </a:xfrm>
            <a:prstGeom prst="rect">
              <a:avLst/>
            </a:prstGeom>
          </p:spPr>
        </p:pic>
      </p:grpSp>
    </p:spTree>
    <p:extLst>
      <p:ext uri="{BB962C8B-B14F-4D97-AF65-F5344CB8AC3E}">
        <p14:creationId xmlns:p14="http://schemas.microsoft.com/office/powerpoint/2010/main" val="3898142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8277B-EDA6-452C-9F3A-ACBBCEC32FC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GUI element detection</a:t>
            </a:r>
            <a:endParaRPr lang="en-US" altLang="zh-TW" sz="4400"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FC23FC78-74AB-4440-955F-0E914FDDD21C}"/>
              </a:ext>
            </a:extLst>
          </p:cNvPr>
          <p:cNvPicPr>
            <a:picLocks noChangeAspect="1"/>
          </p:cNvPicPr>
          <p:nvPr/>
        </p:nvPicPr>
        <p:blipFill>
          <a:blip r:embed="rId3"/>
          <a:stretch>
            <a:fillRect/>
          </a:stretch>
        </p:blipFill>
        <p:spPr>
          <a:xfrm>
            <a:off x="1628373" y="1352240"/>
            <a:ext cx="8935254" cy="5140635"/>
          </a:xfrm>
          <a:prstGeom prst="rect">
            <a:avLst/>
          </a:prstGeom>
        </p:spPr>
      </p:pic>
    </p:spTree>
    <p:extLst>
      <p:ext uri="{BB962C8B-B14F-4D97-AF65-F5344CB8AC3E}">
        <p14:creationId xmlns:p14="http://schemas.microsoft.com/office/powerpoint/2010/main" val="34607069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8277B-EDA6-452C-9F3A-ACBBCEC32FC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GUI Text Element Detection</a:t>
            </a:r>
            <a:endParaRPr lang="en-US" altLang="zh-TW" sz="4400"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45FD1709-E6F7-4A45-BA56-94C01714CC9A}"/>
              </a:ext>
            </a:extLst>
          </p:cNvPr>
          <p:cNvPicPr>
            <a:picLocks noChangeAspect="1"/>
          </p:cNvPicPr>
          <p:nvPr/>
        </p:nvPicPr>
        <p:blipFill>
          <a:blip r:embed="rId3"/>
          <a:stretch>
            <a:fillRect/>
          </a:stretch>
        </p:blipFill>
        <p:spPr>
          <a:xfrm>
            <a:off x="2235495" y="2058186"/>
            <a:ext cx="2428344" cy="3791424"/>
          </a:xfrm>
          <a:prstGeom prst="rect">
            <a:avLst/>
          </a:prstGeom>
        </p:spPr>
      </p:pic>
      <p:sp>
        <p:nvSpPr>
          <p:cNvPr id="15" name="箭號: 向右 14">
            <a:extLst>
              <a:ext uri="{FF2B5EF4-FFF2-40B4-BE49-F238E27FC236}">
                <a16:creationId xmlns:a16="http://schemas.microsoft.com/office/drawing/2014/main" id="{14010439-444D-4434-B113-569E43B8C6C5}"/>
              </a:ext>
            </a:extLst>
          </p:cNvPr>
          <p:cNvSpPr/>
          <p:nvPr/>
        </p:nvSpPr>
        <p:spPr>
          <a:xfrm>
            <a:off x="5061590" y="3715404"/>
            <a:ext cx="1301503" cy="4769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5" name="圖片 4">
            <a:extLst>
              <a:ext uri="{FF2B5EF4-FFF2-40B4-BE49-F238E27FC236}">
                <a16:creationId xmlns:a16="http://schemas.microsoft.com/office/drawing/2014/main" id="{9AA5FDA9-BE02-4997-9439-20137692CC48}"/>
              </a:ext>
            </a:extLst>
          </p:cNvPr>
          <p:cNvPicPr>
            <a:picLocks noChangeAspect="1"/>
          </p:cNvPicPr>
          <p:nvPr/>
        </p:nvPicPr>
        <p:blipFill>
          <a:blip r:embed="rId4"/>
          <a:stretch>
            <a:fillRect/>
          </a:stretch>
        </p:blipFill>
        <p:spPr>
          <a:xfrm>
            <a:off x="6966175" y="2058186"/>
            <a:ext cx="2422922" cy="3791424"/>
          </a:xfrm>
          <a:prstGeom prst="rect">
            <a:avLst/>
          </a:prstGeom>
        </p:spPr>
      </p:pic>
      <p:sp>
        <p:nvSpPr>
          <p:cNvPr id="6" name="文字方塊 5">
            <a:extLst>
              <a:ext uri="{FF2B5EF4-FFF2-40B4-BE49-F238E27FC236}">
                <a16:creationId xmlns:a16="http://schemas.microsoft.com/office/drawing/2014/main" id="{23730849-5084-42B9-BAC6-467ADC20155E}"/>
              </a:ext>
            </a:extLst>
          </p:cNvPr>
          <p:cNvSpPr txBox="1"/>
          <p:nvPr/>
        </p:nvSpPr>
        <p:spPr>
          <a:xfrm>
            <a:off x="914399" y="1432874"/>
            <a:ext cx="3525625" cy="461665"/>
          </a:xfrm>
          <a:prstGeom prst="rect">
            <a:avLst/>
          </a:prstGeom>
          <a:noFill/>
        </p:spPr>
        <p:txBody>
          <a:bodyPr wrap="square" rtlCol="0">
            <a:spAutoFit/>
          </a:bodyPr>
          <a:lstStyle/>
          <a:p>
            <a:pPr marL="285750" indent="-28575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EAST (deep learning)</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1677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8277B-EDA6-452C-9F3A-ACBBCEC32FC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GUI Text Element Detection</a:t>
            </a:r>
            <a:endParaRPr lang="en-US" altLang="zh-TW" sz="4400"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9AA5FDA9-BE02-4997-9439-20137692CC48}"/>
              </a:ext>
            </a:extLst>
          </p:cNvPr>
          <p:cNvPicPr>
            <a:picLocks noChangeAspect="1"/>
          </p:cNvPicPr>
          <p:nvPr/>
        </p:nvPicPr>
        <p:blipFill>
          <a:blip r:embed="rId3"/>
          <a:stretch>
            <a:fillRect/>
          </a:stretch>
        </p:blipFill>
        <p:spPr>
          <a:xfrm>
            <a:off x="2941162" y="4512194"/>
            <a:ext cx="1499095" cy="2345806"/>
          </a:xfrm>
          <a:prstGeom prst="rect">
            <a:avLst/>
          </a:prstGeom>
        </p:spPr>
      </p:pic>
      <p:pic>
        <p:nvPicPr>
          <p:cNvPr id="7" name="圖片 6">
            <a:extLst>
              <a:ext uri="{FF2B5EF4-FFF2-40B4-BE49-F238E27FC236}">
                <a16:creationId xmlns:a16="http://schemas.microsoft.com/office/drawing/2014/main" id="{5F1DA607-E78D-4B70-A1BB-201D3FE8F8C5}"/>
              </a:ext>
            </a:extLst>
          </p:cNvPr>
          <p:cNvPicPr>
            <a:picLocks noChangeAspect="1"/>
          </p:cNvPicPr>
          <p:nvPr/>
        </p:nvPicPr>
        <p:blipFill>
          <a:blip r:embed="rId4"/>
          <a:stretch>
            <a:fillRect/>
          </a:stretch>
        </p:blipFill>
        <p:spPr>
          <a:xfrm>
            <a:off x="6661169" y="1864032"/>
            <a:ext cx="2895600" cy="4572000"/>
          </a:xfrm>
          <a:prstGeom prst="rect">
            <a:avLst/>
          </a:prstGeom>
        </p:spPr>
      </p:pic>
      <p:pic>
        <p:nvPicPr>
          <p:cNvPr id="9" name="圖片 8">
            <a:extLst>
              <a:ext uri="{FF2B5EF4-FFF2-40B4-BE49-F238E27FC236}">
                <a16:creationId xmlns:a16="http://schemas.microsoft.com/office/drawing/2014/main" id="{FC851C6C-3BFB-4D4A-B2EC-CABB408B6530}"/>
              </a:ext>
            </a:extLst>
          </p:cNvPr>
          <p:cNvPicPr>
            <a:picLocks noChangeAspect="1"/>
          </p:cNvPicPr>
          <p:nvPr/>
        </p:nvPicPr>
        <p:blipFill>
          <a:blip r:embed="rId5"/>
          <a:stretch>
            <a:fillRect/>
          </a:stretch>
        </p:blipFill>
        <p:spPr>
          <a:xfrm>
            <a:off x="2941162" y="1714359"/>
            <a:ext cx="1499095" cy="2372976"/>
          </a:xfrm>
          <a:prstGeom prst="rect">
            <a:avLst/>
          </a:prstGeom>
        </p:spPr>
      </p:pic>
      <p:sp>
        <p:nvSpPr>
          <p:cNvPr id="8" name="箭號: 向右 7">
            <a:extLst>
              <a:ext uri="{FF2B5EF4-FFF2-40B4-BE49-F238E27FC236}">
                <a16:creationId xmlns:a16="http://schemas.microsoft.com/office/drawing/2014/main" id="{0A5B9254-46F6-4289-B900-BB311B528E6B}"/>
              </a:ext>
            </a:extLst>
          </p:cNvPr>
          <p:cNvSpPr/>
          <p:nvPr/>
        </p:nvSpPr>
        <p:spPr>
          <a:xfrm rot="1230560">
            <a:off x="5151529" y="3248270"/>
            <a:ext cx="892635" cy="4601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箭號: 向右 10">
            <a:extLst>
              <a:ext uri="{FF2B5EF4-FFF2-40B4-BE49-F238E27FC236}">
                <a16:creationId xmlns:a16="http://schemas.microsoft.com/office/drawing/2014/main" id="{07B0EBDE-5479-49A2-B94C-8F1E00638566}"/>
              </a:ext>
            </a:extLst>
          </p:cNvPr>
          <p:cNvSpPr/>
          <p:nvPr/>
        </p:nvSpPr>
        <p:spPr>
          <a:xfrm rot="20799812">
            <a:off x="5162812" y="5050360"/>
            <a:ext cx="892635" cy="4601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5317113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8277B-EDA6-452C-9F3A-ACBBCEC32FC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Dataset</a:t>
            </a:r>
            <a:endParaRPr lang="en-US" altLang="zh-TW" sz="4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46CC49D9-F58A-468F-99E9-E1AED4776DEA}"/>
              </a:ext>
            </a:extLst>
          </p:cNvPr>
          <p:cNvSpPr txBox="1"/>
          <p:nvPr/>
        </p:nvSpPr>
        <p:spPr>
          <a:xfrm>
            <a:off x="1064442" y="1771656"/>
            <a:ext cx="5515467" cy="1938992"/>
          </a:xfrm>
          <a:prstGeom prst="rect">
            <a:avLst/>
          </a:prstGeom>
          <a:noFill/>
        </p:spPr>
        <p:txBody>
          <a:bodyPr wrap="square">
            <a:spAutoFit/>
          </a:bodyPr>
          <a:lstStyle/>
          <a:p>
            <a:pPr marL="285750" indent="-285750">
              <a:buFont typeface="Arial" panose="020B0604020202020204" pitchFamily="34" charset="0"/>
              <a:buChar char="•"/>
            </a:pPr>
            <a:r>
              <a:rPr lang="en-US" altLang="zh-TW" sz="2400" dirty="0"/>
              <a:t>Experimental dataset</a:t>
            </a:r>
            <a:r>
              <a:rPr lang="en-US" altLang="zh-TW" sz="2400" dirty="0">
                <a:latin typeface="Times New Roman" panose="02020603050405020304" pitchFamily="18" charset="0"/>
                <a:cs typeface="Times New Roman" panose="02020603050405020304" pitchFamily="18" charset="0"/>
              </a:rPr>
              <a:t> : Rico</a:t>
            </a:r>
          </a:p>
          <a:p>
            <a:pPr marL="285750" indent="-28575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GUIs : 50,524</a:t>
            </a:r>
          </a:p>
          <a:p>
            <a:pPr marL="742950" lvl="1" indent="-285750">
              <a:buFont typeface="Arial" panose="020B0604020202020204" pitchFamily="34" charset="0"/>
              <a:buChar char="•"/>
            </a:pPr>
            <a:r>
              <a:rPr lang="fr-FR" altLang="zh-TW" sz="2400" dirty="0"/>
              <a:t>8,018 Android mobile applications</a:t>
            </a:r>
            <a:endParaRPr lang="en-US" altLang="zh-TW"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GUI elements type : 15</a:t>
            </a:r>
          </a:p>
          <a:p>
            <a:pPr marL="285750" indent="-28575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GUI elements : 923,404</a:t>
            </a:r>
          </a:p>
        </p:txBody>
      </p:sp>
      <p:pic>
        <p:nvPicPr>
          <p:cNvPr id="4" name="圖片 3">
            <a:extLst>
              <a:ext uri="{FF2B5EF4-FFF2-40B4-BE49-F238E27FC236}">
                <a16:creationId xmlns:a16="http://schemas.microsoft.com/office/drawing/2014/main" id="{8A43AB86-008E-4A00-9EAF-87AD091F649B}"/>
              </a:ext>
            </a:extLst>
          </p:cNvPr>
          <p:cNvPicPr>
            <a:picLocks noChangeAspect="1"/>
          </p:cNvPicPr>
          <p:nvPr/>
        </p:nvPicPr>
        <p:blipFill>
          <a:blip r:embed="rId3"/>
          <a:stretch>
            <a:fillRect/>
          </a:stretch>
        </p:blipFill>
        <p:spPr>
          <a:xfrm>
            <a:off x="2617509" y="4116848"/>
            <a:ext cx="7924800" cy="2114550"/>
          </a:xfrm>
          <a:prstGeom prst="rect">
            <a:avLst/>
          </a:prstGeom>
        </p:spPr>
      </p:pic>
    </p:spTree>
    <p:extLst>
      <p:ext uri="{BB962C8B-B14F-4D97-AF65-F5344CB8AC3E}">
        <p14:creationId xmlns:p14="http://schemas.microsoft.com/office/powerpoint/2010/main" val="1391560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8277B-EDA6-452C-9F3A-ACBBCEC32FC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Result</a:t>
            </a:r>
            <a:endParaRPr lang="en-US" altLang="zh-TW" sz="4400" dirty="0">
              <a:latin typeface="Times New Roman" panose="02020603050405020304" pitchFamily="18" charset="0"/>
              <a:cs typeface="Times New Roman" panose="02020603050405020304" pitchFamily="18" charset="0"/>
            </a:endParaRPr>
          </a:p>
        </p:txBody>
      </p:sp>
      <p:pic>
        <p:nvPicPr>
          <p:cNvPr id="8" name="圖片 7">
            <a:extLst>
              <a:ext uri="{FF2B5EF4-FFF2-40B4-BE49-F238E27FC236}">
                <a16:creationId xmlns:a16="http://schemas.microsoft.com/office/drawing/2014/main" id="{66C9D874-A659-48A5-8F41-72DC19392DF1}"/>
              </a:ext>
            </a:extLst>
          </p:cNvPr>
          <p:cNvPicPr>
            <a:picLocks noChangeAspect="1"/>
          </p:cNvPicPr>
          <p:nvPr/>
        </p:nvPicPr>
        <p:blipFill rotWithShape="1">
          <a:blip r:embed="rId3"/>
          <a:srcRect t="33677" b="33883"/>
          <a:stretch/>
        </p:blipFill>
        <p:spPr>
          <a:xfrm>
            <a:off x="4758178" y="1593130"/>
            <a:ext cx="1771584" cy="2224725"/>
          </a:xfrm>
          <a:prstGeom prst="rect">
            <a:avLst/>
          </a:prstGeom>
        </p:spPr>
      </p:pic>
      <p:pic>
        <p:nvPicPr>
          <p:cNvPr id="6" name="圖片 5">
            <a:extLst>
              <a:ext uri="{FF2B5EF4-FFF2-40B4-BE49-F238E27FC236}">
                <a16:creationId xmlns:a16="http://schemas.microsoft.com/office/drawing/2014/main" id="{AE7E0C0E-D0BE-4187-B5CF-A01369EE813E}"/>
              </a:ext>
            </a:extLst>
          </p:cNvPr>
          <p:cNvPicPr>
            <a:picLocks noChangeAspect="1"/>
          </p:cNvPicPr>
          <p:nvPr/>
        </p:nvPicPr>
        <p:blipFill rotWithShape="1">
          <a:blip r:embed="rId3"/>
          <a:srcRect b="66483"/>
          <a:stretch/>
        </p:blipFill>
        <p:spPr>
          <a:xfrm>
            <a:off x="1912397" y="1519286"/>
            <a:ext cx="1771584" cy="2298569"/>
          </a:xfrm>
          <a:prstGeom prst="rect">
            <a:avLst/>
          </a:prstGeom>
        </p:spPr>
      </p:pic>
      <p:pic>
        <p:nvPicPr>
          <p:cNvPr id="7" name="圖片 6">
            <a:extLst>
              <a:ext uri="{FF2B5EF4-FFF2-40B4-BE49-F238E27FC236}">
                <a16:creationId xmlns:a16="http://schemas.microsoft.com/office/drawing/2014/main" id="{8BA42963-A11C-4DC6-9567-3FAE23EF81CA}"/>
              </a:ext>
            </a:extLst>
          </p:cNvPr>
          <p:cNvPicPr>
            <a:picLocks noChangeAspect="1"/>
          </p:cNvPicPr>
          <p:nvPr/>
        </p:nvPicPr>
        <p:blipFill rotWithShape="1">
          <a:blip r:embed="rId3"/>
          <a:srcRect l="-1476" t="66931" r="1476" b="629"/>
          <a:stretch/>
        </p:blipFill>
        <p:spPr>
          <a:xfrm>
            <a:off x="7520329" y="1593130"/>
            <a:ext cx="1771584" cy="2224725"/>
          </a:xfrm>
          <a:prstGeom prst="rect">
            <a:avLst/>
          </a:prstGeom>
        </p:spPr>
      </p:pic>
      <p:pic>
        <p:nvPicPr>
          <p:cNvPr id="5" name="圖片 4">
            <a:extLst>
              <a:ext uri="{FF2B5EF4-FFF2-40B4-BE49-F238E27FC236}">
                <a16:creationId xmlns:a16="http://schemas.microsoft.com/office/drawing/2014/main" id="{136F1FA6-0FCC-4D28-A69A-0228C1E67F09}"/>
              </a:ext>
            </a:extLst>
          </p:cNvPr>
          <p:cNvPicPr>
            <a:picLocks noChangeAspect="1"/>
          </p:cNvPicPr>
          <p:nvPr/>
        </p:nvPicPr>
        <p:blipFill rotWithShape="1">
          <a:blip r:embed="rId4"/>
          <a:srcRect b="66483"/>
          <a:stretch/>
        </p:blipFill>
        <p:spPr>
          <a:xfrm>
            <a:off x="1832400" y="4189429"/>
            <a:ext cx="1851581" cy="2298569"/>
          </a:xfrm>
          <a:prstGeom prst="rect">
            <a:avLst/>
          </a:prstGeom>
        </p:spPr>
      </p:pic>
      <p:pic>
        <p:nvPicPr>
          <p:cNvPr id="11" name="圖片 10">
            <a:extLst>
              <a:ext uri="{FF2B5EF4-FFF2-40B4-BE49-F238E27FC236}">
                <a16:creationId xmlns:a16="http://schemas.microsoft.com/office/drawing/2014/main" id="{63F5D97E-10E7-4DAA-B6A5-511B61F61279}"/>
              </a:ext>
            </a:extLst>
          </p:cNvPr>
          <p:cNvPicPr>
            <a:picLocks noChangeAspect="1"/>
          </p:cNvPicPr>
          <p:nvPr/>
        </p:nvPicPr>
        <p:blipFill rotWithShape="1">
          <a:blip r:embed="rId4"/>
          <a:srcRect l="2546" t="33241" r="-2546" b="33241"/>
          <a:stretch/>
        </p:blipFill>
        <p:spPr>
          <a:xfrm>
            <a:off x="4758178" y="4189429"/>
            <a:ext cx="1851581" cy="2298569"/>
          </a:xfrm>
          <a:prstGeom prst="rect">
            <a:avLst/>
          </a:prstGeom>
        </p:spPr>
      </p:pic>
      <p:pic>
        <p:nvPicPr>
          <p:cNvPr id="12" name="圖片 11">
            <a:extLst>
              <a:ext uri="{FF2B5EF4-FFF2-40B4-BE49-F238E27FC236}">
                <a16:creationId xmlns:a16="http://schemas.microsoft.com/office/drawing/2014/main" id="{16CD8E36-E7C5-40D0-B4A1-12839E793C0B}"/>
              </a:ext>
            </a:extLst>
          </p:cNvPr>
          <p:cNvPicPr>
            <a:picLocks noChangeAspect="1"/>
          </p:cNvPicPr>
          <p:nvPr/>
        </p:nvPicPr>
        <p:blipFill rotWithShape="1">
          <a:blip r:embed="rId4"/>
          <a:srcRect l="2160" t="66482" r="-2160"/>
          <a:stretch/>
        </p:blipFill>
        <p:spPr>
          <a:xfrm>
            <a:off x="7520329" y="4189429"/>
            <a:ext cx="1851581" cy="2298569"/>
          </a:xfrm>
          <a:prstGeom prst="rect">
            <a:avLst/>
          </a:prstGeom>
        </p:spPr>
      </p:pic>
    </p:spTree>
    <p:extLst>
      <p:ext uri="{BB962C8B-B14F-4D97-AF65-F5344CB8AC3E}">
        <p14:creationId xmlns:p14="http://schemas.microsoft.com/office/powerpoint/2010/main" val="778646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8277B-EDA6-452C-9F3A-ACBBCEC32FC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Result</a:t>
            </a:r>
            <a:endParaRPr lang="en-US" altLang="zh-TW" sz="4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46CC49D9-F58A-468F-99E9-E1AED4776DEA}"/>
              </a:ext>
            </a:extLst>
          </p:cNvPr>
          <p:cNvSpPr txBox="1"/>
          <p:nvPr/>
        </p:nvSpPr>
        <p:spPr>
          <a:xfrm>
            <a:off x="1224699" y="2037966"/>
            <a:ext cx="4050486" cy="1569660"/>
          </a:xfrm>
          <a:prstGeom prst="rect">
            <a:avLst/>
          </a:prstGeom>
          <a:noFill/>
        </p:spPr>
        <p:txBody>
          <a:bodyPr wrap="square">
            <a:spAutoFit/>
          </a:bodyPr>
          <a:lstStyle/>
          <a:p>
            <a:pPr marL="285750" indent="-28575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Precision : </a:t>
            </a:r>
            <a:r>
              <a:rPr lang="zh-TW" altLang="en-US" sz="2400" dirty="0">
                <a:latin typeface="Times New Roman" panose="02020603050405020304" pitchFamily="18" charset="0"/>
                <a:cs typeface="Times New Roman" panose="02020603050405020304" pitchFamily="18" charset="0"/>
              </a:rPr>
              <a:t>𝑇𝑃</a:t>
            </a:r>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𝑇𝑃 </a:t>
            </a:r>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𝐹𝑃</a:t>
            </a:r>
            <a:r>
              <a:rPr lang="en-US" altLang="zh-TW" sz="24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Recall :  </a:t>
            </a:r>
            <a:r>
              <a:rPr lang="zh-TW" altLang="en-US" sz="2400" dirty="0">
                <a:latin typeface="Times New Roman" panose="02020603050405020304" pitchFamily="18" charset="0"/>
                <a:cs typeface="Times New Roman" panose="02020603050405020304" pitchFamily="18" charset="0"/>
              </a:rPr>
              <a:t>𝑇𝑃 </a:t>
            </a:r>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𝑇𝑃 </a:t>
            </a:r>
            <a:r>
              <a:rPr lang="en-US" altLang="zh-TW" sz="2400" dirty="0">
                <a:latin typeface="Times New Roman" panose="02020603050405020304" pitchFamily="18" charset="0"/>
                <a:cs typeface="Times New Roman" panose="02020603050405020304" pitchFamily="18" charset="0"/>
              </a:rPr>
              <a:t>+ </a:t>
            </a:r>
            <a:r>
              <a:rPr lang="zh-TW" altLang="en-US" sz="2400" dirty="0">
                <a:latin typeface="Times New Roman" panose="02020603050405020304" pitchFamily="18" charset="0"/>
                <a:cs typeface="Times New Roman" panose="02020603050405020304" pitchFamily="18" charset="0"/>
              </a:rPr>
              <a:t>𝐹𝑁 </a:t>
            </a:r>
            <a:r>
              <a:rPr lang="en-US" altLang="zh-TW" sz="24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zh-TW" altLang="en-US" sz="2400" dirty="0">
                <a:latin typeface="Times New Roman" panose="02020603050405020304" pitchFamily="18" charset="0"/>
                <a:cs typeface="Times New Roman" panose="02020603050405020304" pitchFamily="18" charset="0"/>
              </a:rPr>
              <a:t>𝐹</a:t>
            </a:r>
            <a:r>
              <a:rPr lang="en-US" altLang="zh-TW" sz="2400" dirty="0">
                <a:latin typeface="Times New Roman" panose="02020603050405020304" pitchFamily="18" charset="0"/>
                <a:cs typeface="Times New Roman" panose="02020603050405020304" pitchFamily="18" charset="0"/>
              </a:rPr>
              <a:t>1 = (2×</a:t>
            </a:r>
            <a:r>
              <a:rPr lang="zh-TW" altLang="en-US" sz="2400" dirty="0">
                <a:latin typeface="Times New Roman" panose="02020603050405020304" pitchFamily="18" charset="0"/>
                <a:cs typeface="Times New Roman" panose="02020603050405020304" pitchFamily="18" charset="0"/>
              </a:rPr>
              <a:t>𝑃𝑟𝑒𝑐𝑖𝑠𝑖𝑜𝑛</a:t>
            </a:r>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𝑅𝑒𝑐𝑎𝑙𝑙</a:t>
            </a:r>
            <a:r>
              <a:rPr lang="en-US" altLang="zh-TW" sz="2400" dirty="0">
                <a:latin typeface="Times New Roman" panose="02020603050405020304" pitchFamily="18" charset="0"/>
                <a:cs typeface="Times New Roman" panose="02020603050405020304" pitchFamily="18" charset="0"/>
              </a:rPr>
              <a:t>)</a:t>
            </a:r>
          </a:p>
          <a:p>
            <a:pPr lvl="1"/>
            <a:r>
              <a:rPr lang="en-US" altLang="zh-TW" sz="2400" dirty="0">
                <a:latin typeface="Times New Roman" panose="02020603050405020304" pitchFamily="18" charset="0"/>
                <a:cs typeface="Times New Roman" panose="02020603050405020304" pitchFamily="18" charset="0"/>
              </a:rPr>
              <a:t>/  (</a:t>
            </a:r>
            <a:r>
              <a:rPr lang="zh-TW" altLang="en-US" sz="2400" dirty="0">
                <a:latin typeface="Times New Roman" panose="02020603050405020304" pitchFamily="18" charset="0"/>
                <a:cs typeface="Times New Roman" panose="02020603050405020304" pitchFamily="18" charset="0"/>
              </a:rPr>
              <a:t>𝑃𝑟𝑒𝑐𝑖𝑠𝑖𝑜𝑛</a:t>
            </a:r>
            <a:r>
              <a:rPr lang="en-US" altLang="zh-TW" sz="2400" dirty="0">
                <a:latin typeface="Times New Roman" panose="02020603050405020304" pitchFamily="18" charset="0"/>
                <a:cs typeface="Times New Roman" panose="02020603050405020304" pitchFamily="18" charset="0"/>
              </a:rPr>
              <a:t>+ </a:t>
            </a:r>
            <a:r>
              <a:rPr lang="zh-TW" altLang="en-US" sz="2400" dirty="0">
                <a:latin typeface="Times New Roman" panose="02020603050405020304" pitchFamily="18" charset="0"/>
                <a:cs typeface="Times New Roman" panose="02020603050405020304" pitchFamily="18" charset="0"/>
              </a:rPr>
              <a:t>𝑅𝑒𝑐𝑎𝑙𝑙</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pic>
        <p:nvPicPr>
          <p:cNvPr id="11" name="圖片 10">
            <a:extLst>
              <a:ext uri="{FF2B5EF4-FFF2-40B4-BE49-F238E27FC236}">
                <a16:creationId xmlns:a16="http://schemas.microsoft.com/office/drawing/2014/main" id="{E7AF2759-B536-4125-8EFC-B27F936439D3}"/>
              </a:ext>
            </a:extLst>
          </p:cNvPr>
          <p:cNvPicPr>
            <a:picLocks noChangeAspect="1"/>
          </p:cNvPicPr>
          <p:nvPr/>
        </p:nvPicPr>
        <p:blipFill>
          <a:blip r:embed="rId3"/>
          <a:stretch>
            <a:fillRect/>
          </a:stretch>
        </p:blipFill>
        <p:spPr>
          <a:xfrm>
            <a:off x="5144305" y="1027602"/>
            <a:ext cx="6938501" cy="2482361"/>
          </a:xfrm>
          <a:prstGeom prst="rect">
            <a:avLst/>
          </a:prstGeom>
        </p:spPr>
      </p:pic>
      <p:pic>
        <p:nvPicPr>
          <p:cNvPr id="13" name="圖片 12">
            <a:extLst>
              <a:ext uri="{FF2B5EF4-FFF2-40B4-BE49-F238E27FC236}">
                <a16:creationId xmlns:a16="http://schemas.microsoft.com/office/drawing/2014/main" id="{5DD82ED3-4FF4-465B-AD4C-DC890CA2AA15}"/>
              </a:ext>
            </a:extLst>
          </p:cNvPr>
          <p:cNvPicPr>
            <a:picLocks noChangeAspect="1"/>
          </p:cNvPicPr>
          <p:nvPr/>
        </p:nvPicPr>
        <p:blipFill>
          <a:blip r:embed="rId4"/>
          <a:stretch>
            <a:fillRect/>
          </a:stretch>
        </p:blipFill>
        <p:spPr>
          <a:xfrm>
            <a:off x="5984655" y="4175445"/>
            <a:ext cx="5257800" cy="1819275"/>
          </a:xfrm>
          <a:prstGeom prst="rect">
            <a:avLst/>
          </a:prstGeom>
        </p:spPr>
      </p:pic>
      <p:sp>
        <p:nvSpPr>
          <p:cNvPr id="16" name="文字方塊 15">
            <a:extLst>
              <a:ext uri="{FF2B5EF4-FFF2-40B4-BE49-F238E27FC236}">
                <a16:creationId xmlns:a16="http://schemas.microsoft.com/office/drawing/2014/main" id="{E116A1B3-CAA3-4D36-A030-7924908EDCB4}"/>
              </a:ext>
            </a:extLst>
          </p:cNvPr>
          <p:cNvSpPr txBox="1"/>
          <p:nvPr/>
        </p:nvSpPr>
        <p:spPr>
          <a:xfrm>
            <a:off x="6734684" y="5989967"/>
            <a:ext cx="4162702" cy="369332"/>
          </a:xfrm>
          <a:prstGeom prst="rect">
            <a:avLst/>
          </a:prstGeom>
          <a:noFill/>
        </p:spPr>
        <p:txBody>
          <a:bodyPr wrap="square">
            <a:spAutoFit/>
          </a:bodyPr>
          <a:lstStyle/>
          <a:p>
            <a:r>
              <a:rPr lang="en-US" altLang="zh-TW" dirty="0">
                <a:latin typeface="Times New Roman" panose="02020603050405020304" pitchFamily="18" charset="0"/>
                <a:cs typeface="Times New Roman" panose="02020603050405020304" pitchFamily="18" charset="0"/>
              </a:rPr>
              <a:t>Region classification results for TP regions</a:t>
            </a:r>
            <a:endParaRPr lang="zh-TW" altLang="en-US" dirty="0">
              <a:latin typeface="Times New Roman" panose="02020603050405020304" pitchFamily="18" charset="0"/>
              <a:cs typeface="Times New Roman" panose="02020603050405020304" pitchFamily="18" charset="0"/>
            </a:endParaRPr>
          </a:p>
        </p:txBody>
      </p:sp>
      <p:sp>
        <p:nvSpPr>
          <p:cNvPr id="18" name="文字方塊 17">
            <a:extLst>
              <a:ext uri="{FF2B5EF4-FFF2-40B4-BE49-F238E27FC236}">
                <a16:creationId xmlns:a16="http://schemas.microsoft.com/office/drawing/2014/main" id="{BA7440DF-42D9-4739-970C-A1A423D5368D}"/>
              </a:ext>
            </a:extLst>
          </p:cNvPr>
          <p:cNvSpPr txBox="1"/>
          <p:nvPr/>
        </p:nvSpPr>
        <p:spPr>
          <a:xfrm>
            <a:off x="6544559" y="3507606"/>
            <a:ext cx="6094428" cy="369332"/>
          </a:xfrm>
          <a:prstGeom prst="rect">
            <a:avLst/>
          </a:prstGeom>
          <a:noFill/>
        </p:spPr>
        <p:txBody>
          <a:bodyPr wrap="square">
            <a:spAutoFit/>
          </a:bodyPr>
          <a:lstStyle/>
          <a:p>
            <a:r>
              <a:rPr lang="en-US" altLang="zh-TW" dirty="0">
                <a:latin typeface="Times New Roman" panose="02020603050405020304" pitchFamily="18" charset="0"/>
                <a:cs typeface="Times New Roman" panose="02020603050405020304" pitchFamily="18" charset="0"/>
              </a:rPr>
              <a:t>Overall results of object detection (</a:t>
            </a:r>
            <a:r>
              <a:rPr lang="en-US" altLang="zh-TW" dirty="0" err="1">
                <a:latin typeface="Times New Roman" panose="02020603050405020304" pitchFamily="18" charset="0"/>
                <a:cs typeface="Times New Roman" panose="02020603050405020304" pitchFamily="18" charset="0"/>
              </a:rPr>
              <a:t>IoU</a:t>
            </a:r>
            <a:r>
              <a:rPr lang="en-US" altLang="zh-TW" dirty="0">
                <a:latin typeface="Times New Roman" panose="02020603050405020304" pitchFamily="18" charset="0"/>
                <a:cs typeface="Times New Roman" panose="02020603050405020304" pitchFamily="18" charset="0"/>
              </a:rPr>
              <a:t> &gt; 0.9)</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9814492"/>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11226</TotalTime>
  <Words>508</Words>
  <Application>Microsoft Office PowerPoint</Application>
  <PresentationFormat>寬螢幕</PresentationFormat>
  <Paragraphs>54</Paragraphs>
  <Slides>14</Slides>
  <Notes>13</Notes>
  <HiddenSlides>1</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14</vt:i4>
      </vt:variant>
    </vt:vector>
  </HeadingPairs>
  <TitlesOfParts>
    <vt:vector size="19" baseType="lpstr">
      <vt:lpstr>Arial</vt:lpstr>
      <vt:lpstr>Calibri</vt:lpstr>
      <vt:lpstr>Calibri Light</vt:lpstr>
      <vt:lpstr>Times New Roman</vt:lpstr>
      <vt:lpstr>Office 佈景主題</vt:lpstr>
      <vt:lpstr>Object Detection for Graphical User Interface: Old Fashioned or  Deep Learning or a Combination?</vt:lpstr>
      <vt:lpstr>Abstract(1/2)</vt:lpstr>
      <vt:lpstr>Abstract(2/2)</vt:lpstr>
      <vt:lpstr>User Interface Element Detection (UIED)</vt:lpstr>
      <vt:lpstr>User Interface Element Detection (UIED)</vt:lpstr>
      <vt:lpstr>Methods in UIED</vt:lpstr>
      <vt:lpstr>GUI element detection</vt:lpstr>
      <vt:lpstr>GUI element detection</vt:lpstr>
      <vt:lpstr>GUI element detection</vt:lpstr>
      <vt:lpstr>GUI Text Element Detection</vt:lpstr>
      <vt:lpstr>GUI Text Element Detection</vt:lpstr>
      <vt:lpstr>Dataset</vt:lpstr>
      <vt:lpstr>Result</vt:lpstr>
      <vt:lpstr>Result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郁儒 廖</dc:creator>
  <cp:lastModifiedBy>M093040076</cp:lastModifiedBy>
  <cp:revision>21</cp:revision>
  <dcterms:created xsi:type="dcterms:W3CDTF">2021-06-26T09:28:31Z</dcterms:created>
  <dcterms:modified xsi:type="dcterms:W3CDTF">2022-02-22T10:24:34Z</dcterms:modified>
</cp:coreProperties>
</file>