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62" r:id="rId3"/>
    <p:sldId id="260" r:id="rId4"/>
    <p:sldId id="258" r:id="rId5"/>
    <p:sldId id="266" r:id="rId6"/>
    <p:sldId id="265" r:id="rId7"/>
    <p:sldId id="268" r:id="rId8"/>
    <p:sldId id="269" r:id="rId9"/>
    <p:sldId id="270" r:id="rId10"/>
    <p:sldId id="271" r:id="rId11"/>
    <p:sldId id="272" r:id="rId12"/>
    <p:sldId id="273" r:id="rId13"/>
    <p:sldId id="274" r:id="rId14"/>
    <p:sldId id="267" r:id="rId15"/>
    <p:sldId id="276" r:id="rId16"/>
    <p:sldId id="278" r:id="rId17"/>
    <p:sldId id="263" r:id="rId18"/>
    <p:sldId id="261" r:id="rId19"/>
    <p:sldId id="277" r:id="rId20"/>
    <p:sldId id="275" r:id="rId21"/>
    <p:sldId id="264" r:id="rId2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338" autoAdjust="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wujj\Desktop\tex\&#29237;&#21531;&#30889;&#35542;\excel&#30059;&#22294;\&#35542;&#25991;&#31684;&#20363;CPOP%20LMS%20LOOKHEA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wujj\Desktop\tex\&#29237;&#21531;&#30889;&#35542;\excel&#30059;&#22294;\&#35542;&#25991;&#31684;&#20363;CPOP%20LMS%20LOOKHEAD.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2179971810924018E-2"/>
          <c:y val="4.8620858024149637E-2"/>
          <c:w val="0.89998954115555285"/>
          <c:h val="0.85820143465397913"/>
        </c:manualLayout>
      </c:layout>
      <c:barChart>
        <c:barDir val="col"/>
        <c:grouping val="stacked"/>
        <c:varyColors val="0"/>
        <c:ser>
          <c:idx val="0"/>
          <c:order val="0"/>
          <c:spPr>
            <a:solidFill>
              <a:schemeClr val="accent1"/>
            </a:solidFill>
            <a:ln>
              <a:noFill/>
            </a:ln>
            <a:effectLst/>
          </c:spPr>
          <c:invertIfNegative val="0"/>
          <c:dPt>
            <c:idx val="1"/>
            <c:invertIfNegative val="0"/>
            <c:bubble3D val="0"/>
            <c:spPr>
              <a:noFill/>
              <a:ln>
                <a:noFill/>
              </a:ln>
              <a:effectLst/>
            </c:spPr>
            <c:extLst>
              <c:ext xmlns:c16="http://schemas.microsoft.com/office/drawing/2014/chart" uri="{C3380CC4-5D6E-409C-BE32-E72D297353CC}">
                <c16:uniqueId val="{00000001-E89D-4A38-88A0-21FDCF2C61FD}"/>
              </c:ext>
            </c:extLst>
          </c:dPt>
          <c:dPt>
            <c:idx val="2"/>
            <c:invertIfNegative val="0"/>
            <c:bubble3D val="0"/>
            <c:spPr>
              <a:noFill/>
              <a:ln>
                <a:noFill/>
              </a:ln>
              <a:effectLst/>
            </c:spPr>
            <c:extLst>
              <c:ext xmlns:c16="http://schemas.microsoft.com/office/drawing/2014/chart" uri="{C3380CC4-5D6E-409C-BE32-E72D297353CC}">
                <c16:uniqueId val="{00000003-E89D-4A38-88A0-21FDCF2C61FD}"/>
              </c:ext>
            </c:extLst>
          </c:dPt>
          <c:cat>
            <c:strRef>
              <c:f>工作表1!$F$2:$H$2</c:f>
              <c:strCache>
                <c:ptCount val="3"/>
                <c:pt idx="0">
                  <c:v>p1</c:v>
                </c:pt>
                <c:pt idx="1">
                  <c:v>p2</c:v>
                </c:pt>
                <c:pt idx="2">
                  <c:v>p3</c:v>
                </c:pt>
              </c:strCache>
            </c:strRef>
          </c:cat>
          <c:val>
            <c:numRef>
              <c:f>工作表1!$F$3:$H$3</c:f>
              <c:numCache>
                <c:formatCode>General</c:formatCode>
                <c:ptCount val="3"/>
                <c:pt idx="0">
                  <c:v>7</c:v>
                </c:pt>
                <c:pt idx="1">
                  <c:v>0</c:v>
                </c:pt>
                <c:pt idx="2">
                  <c:v>27</c:v>
                </c:pt>
              </c:numCache>
            </c:numRef>
          </c:val>
          <c:extLst>
            <c:ext xmlns:c16="http://schemas.microsoft.com/office/drawing/2014/chart" uri="{C3380CC4-5D6E-409C-BE32-E72D297353CC}">
              <c16:uniqueId val="{00000004-E89D-4A38-88A0-21FDCF2C61FD}"/>
            </c:ext>
          </c:extLst>
        </c:ser>
        <c:ser>
          <c:idx val="1"/>
          <c:order val="1"/>
          <c:spPr>
            <a:solidFill>
              <a:schemeClr val="accent2"/>
            </a:solidFill>
            <a:ln>
              <a:noFill/>
            </a:ln>
            <a:effectLst/>
          </c:spPr>
          <c:invertIfNegative val="0"/>
          <c:dPt>
            <c:idx val="1"/>
            <c:invertIfNegative val="0"/>
            <c:bubble3D val="0"/>
            <c:spPr>
              <a:solidFill>
                <a:schemeClr val="accent2">
                  <a:lumMod val="40000"/>
                  <a:lumOff val="60000"/>
                </a:schemeClr>
              </a:solidFill>
              <a:ln>
                <a:noFill/>
              </a:ln>
              <a:effectLst/>
            </c:spPr>
            <c:extLst>
              <c:ext xmlns:c16="http://schemas.microsoft.com/office/drawing/2014/chart" uri="{C3380CC4-5D6E-409C-BE32-E72D297353CC}">
                <c16:uniqueId val="{00000006-E89D-4A38-88A0-21FDCF2C61FD}"/>
              </c:ext>
            </c:extLst>
          </c:dPt>
          <c:dPt>
            <c:idx val="2"/>
            <c:invertIfNegative val="0"/>
            <c:bubble3D val="0"/>
            <c:spPr>
              <a:solidFill>
                <a:schemeClr val="accent4">
                  <a:lumMod val="75000"/>
                </a:schemeClr>
              </a:solidFill>
              <a:ln>
                <a:noFill/>
              </a:ln>
              <a:effectLst/>
            </c:spPr>
            <c:extLst>
              <c:ext xmlns:c16="http://schemas.microsoft.com/office/drawing/2014/chart" uri="{C3380CC4-5D6E-409C-BE32-E72D297353CC}">
                <c16:uniqueId val="{00000008-E89D-4A38-88A0-21FDCF2C61FD}"/>
              </c:ext>
            </c:extLst>
          </c:dPt>
          <c:cat>
            <c:strRef>
              <c:f>工作表1!$F$2:$H$2</c:f>
              <c:strCache>
                <c:ptCount val="3"/>
                <c:pt idx="0">
                  <c:v>p1</c:v>
                </c:pt>
                <c:pt idx="1">
                  <c:v>p2</c:v>
                </c:pt>
                <c:pt idx="2">
                  <c:v>p3</c:v>
                </c:pt>
              </c:strCache>
            </c:strRef>
          </c:cat>
          <c:val>
            <c:numRef>
              <c:f>工作表1!$F$4:$H$4</c:f>
              <c:numCache>
                <c:formatCode>General</c:formatCode>
                <c:ptCount val="3"/>
                <c:pt idx="0">
                  <c:v>12</c:v>
                </c:pt>
                <c:pt idx="1">
                  <c:v>0</c:v>
                </c:pt>
                <c:pt idx="2">
                  <c:v>5</c:v>
                </c:pt>
              </c:numCache>
            </c:numRef>
          </c:val>
          <c:extLst>
            <c:ext xmlns:c16="http://schemas.microsoft.com/office/drawing/2014/chart" uri="{C3380CC4-5D6E-409C-BE32-E72D297353CC}">
              <c16:uniqueId val="{00000009-E89D-4A38-88A0-21FDCF2C61FD}"/>
            </c:ext>
          </c:extLst>
        </c:ser>
        <c:ser>
          <c:idx val="2"/>
          <c:order val="2"/>
          <c:spPr>
            <a:solidFill>
              <a:schemeClr val="accent3"/>
            </a:solidFill>
            <a:ln>
              <a:noFill/>
            </a:ln>
            <a:effectLst/>
          </c:spPr>
          <c:invertIfNegative val="0"/>
          <c:dPt>
            <c:idx val="1"/>
            <c:invertIfNegative val="0"/>
            <c:bubble3D val="0"/>
            <c:spPr>
              <a:solidFill>
                <a:schemeClr val="accent5">
                  <a:lumMod val="60000"/>
                  <a:lumOff val="40000"/>
                </a:schemeClr>
              </a:solidFill>
              <a:ln>
                <a:noFill/>
              </a:ln>
              <a:effectLst/>
            </c:spPr>
            <c:extLst>
              <c:ext xmlns:c16="http://schemas.microsoft.com/office/drawing/2014/chart" uri="{C3380CC4-5D6E-409C-BE32-E72D297353CC}">
                <c16:uniqueId val="{0000000B-E89D-4A38-88A0-21FDCF2C61FD}"/>
              </c:ext>
            </c:extLst>
          </c:dPt>
          <c:dPt>
            <c:idx val="2"/>
            <c:invertIfNegative val="0"/>
            <c:bubble3D val="0"/>
            <c:spPr>
              <a:noFill/>
              <a:ln>
                <a:noFill/>
              </a:ln>
              <a:effectLst/>
            </c:spPr>
            <c:extLst>
              <c:ext xmlns:c16="http://schemas.microsoft.com/office/drawing/2014/chart" uri="{C3380CC4-5D6E-409C-BE32-E72D297353CC}">
                <c16:uniqueId val="{0000000D-E89D-4A38-88A0-21FDCF2C61FD}"/>
              </c:ext>
            </c:extLst>
          </c:dPt>
          <c:cat>
            <c:strRef>
              <c:f>工作表1!$F$2:$H$2</c:f>
              <c:strCache>
                <c:ptCount val="3"/>
                <c:pt idx="0">
                  <c:v>p1</c:v>
                </c:pt>
                <c:pt idx="1">
                  <c:v>p2</c:v>
                </c:pt>
                <c:pt idx="2">
                  <c:v>p3</c:v>
                </c:pt>
              </c:strCache>
            </c:strRef>
          </c:cat>
          <c:val>
            <c:numRef>
              <c:f>工作表1!$F$5:$H$5</c:f>
              <c:numCache>
                <c:formatCode>General</c:formatCode>
                <c:ptCount val="3"/>
                <c:pt idx="0">
                  <c:v>11</c:v>
                </c:pt>
                <c:pt idx="1">
                  <c:v>0</c:v>
                </c:pt>
                <c:pt idx="2">
                  <c:v>5</c:v>
                </c:pt>
              </c:numCache>
            </c:numRef>
          </c:val>
          <c:extLst>
            <c:ext xmlns:c16="http://schemas.microsoft.com/office/drawing/2014/chart" uri="{C3380CC4-5D6E-409C-BE32-E72D297353CC}">
              <c16:uniqueId val="{0000000E-E89D-4A38-88A0-21FDCF2C61FD}"/>
            </c:ext>
          </c:extLst>
        </c:ser>
        <c:ser>
          <c:idx val="3"/>
          <c:order val="3"/>
          <c:spPr>
            <a:solidFill>
              <a:schemeClr val="accent4">
                <a:lumMod val="40000"/>
                <a:lumOff val="60000"/>
              </a:schemeClr>
            </a:solidFill>
            <a:ln>
              <a:noFill/>
            </a:ln>
            <a:effectLst/>
          </c:spPr>
          <c:invertIfNegative val="0"/>
          <c:dPt>
            <c:idx val="0"/>
            <c:invertIfNegative val="0"/>
            <c:bubble3D val="0"/>
            <c:spPr>
              <a:solidFill>
                <a:schemeClr val="accent4">
                  <a:lumMod val="40000"/>
                  <a:lumOff val="60000"/>
                </a:schemeClr>
              </a:solidFill>
              <a:ln>
                <a:noFill/>
              </a:ln>
              <a:effectLst/>
            </c:spPr>
            <c:extLst>
              <c:ext xmlns:c16="http://schemas.microsoft.com/office/drawing/2014/chart" uri="{C3380CC4-5D6E-409C-BE32-E72D297353CC}">
                <c16:uniqueId val="{00000010-E89D-4A38-88A0-21FDCF2C61FD}"/>
              </c:ext>
            </c:extLst>
          </c:dPt>
          <c:dPt>
            <c:idx val="1"/>
            <c:invertIfNegative val="0"/>
            <c:bubble3D val="0"/>
            <c:spPr>
              <a:solidFill>
                <a:schemeClr val="accent4">
                  <a:lumMod val="40000"/>
                  <a:lumOff val="60000"/>
                </a:schemeClr>
              </a:solidFill>
              <a:ln>
                <a:noFill/>
              </a:ln>
              <a:effectLst/>
            </c:spPr>
            <c:extLst>
              <c:ext xmlns:c16="http://schemas.microsoft.com/office/drawing/2014/chart" uri="{C3380CC4-5D6E-409C-BE32-E72D297353CC}">
                <c16:uniqueId val="{00000012-E89D-4A38-88A0-21FDCF2C61FD}"/>
              </c:ext>
            </c:extLst>
          </c:dPt>
          <c:dPt>
            <c:idx val="2"/>
            <c:invertIfNegative val="0"/>
            <c:bubble3D val="0"/>
            <c:spPr>
              <a:solidFill>
                <a:schemeClr val="accent4">
                  <a:lumMod val="40000"/>
                  <a:lumOff val="60000"/>
                </a:schemeClr>
              </a:solidFill>
              <a:ln>
                <a:noFill/>
              </a:ln>
              <a:effectLst/>
            </c:spPr>
            <c:extLst>
              <c:ext xmlns:c16="http://schemas.microsoft.com/office/drawing/2014/chart" uri="{C3380CC4-5D6E-409C-BE32-E72D297353CC}">
                <c16:uniqueId val="{00000014-E89D-4A38-88A0-21FDCF2C61FD}"/>
              </c:ext>
            </c:extLst>
          </c:dPt>
          <c:cat>
            <c:strRef>
              <c:f>工作表1!$F$2:$H$2</c:f>
              <c:strCache>
                <c:ptCount val="3"/>
                <c:pt idx="0">
                  <c:v>p1</c:v>
                </c:pt>
                <c:pt idx="1">
                  <c:v>p2</c:v>
                </c:pt>
                <c:pt idx="2">
                  <c:v>p3</c:v>
                </c:pt>
              </c:strCache>
            </c:strRef>
          </c:cat>
          <c:val>
            <c:numRef>
              <c:f>工作表1!$F$6:$H$6</c:f>
              <c:numCache>
                <c:formatCode>General</c:formatCode>
                <c:ptCount val="3"/>
                <c:pt idx="0">
                  <c:v>6</c:v>
                </c:pt>
                <c:pt idx="1">
                  <c:v>0</c:v>
                </c:pt>
                <c:pt idx="2">
                  <c:v>6</c:v>
                </c:pt>
              </c:numCache>
            </c:numRef>
          </c:val>
          <c:extLst>
            <c:ext xmlns:c16="http://schemas.microsoft.com/office/drawing/2014/chart" uri="{C3380CC4-5D6E-409C-BE32-E72D297353CC}">
              <c16:uniqueId val="{00000015-E89D-4A38-88A0-21FDCF2C61FD}"/>
            </c:ext>
          </c:extLst>
        </c:ser>
        <c:ser>
          <c:idx val="4"/>
          <c:order val="4"/>
          <c:spPr>
            <a:solidFill>
              <a:schemeClr val="accent6">
                <a:lumMod val="60000"/>
                <a:lumOff val="40000"/>
              </a:schemeClr>
            </a:solidFill>
            <a:ln>
              <a:noFill/>
            </a:ln>
            <a:effectLst/>
          </c:spPr>
          <c:invertIfNegative val="0"/>
          <c:dPt>
            <c:idx val="1"/>
            <c:invertIfNegative val="0"/>
            <c:bubble3D val="0"/>
            <c:spPr>
              <a:solidFill>
                <a:schemeClr val="accent6">
                  <a:lumMod val="60000"/>
                  <a:lumOff val="40000"/>
                </a:schemeClr>
              </a:solidFill>
              <a:ln>
                <a:noFill/>
              </a:ln>
              <a:effectLst/>
            </c:spPr>
            <c:extLst>
              <c:ext xmlns:c16="http://schemas.microsoft.com/office/drawing/2014/chart" uri="{C3380CC4-5D6E-409C-BE32-E72D297353CC}">
                <c16:uniqueId val="{00000017-E89D-4A38-88A0-21FDCF2C61FD}"/>
              </c:ext>
            </c:extLst>
          </c:dPt>
          <c:cat>
            <c:strRef>
              <c:f>工作表1!$F$2:$H$2</c:f>
              <c:strCache>
                <c:ptCount val="3"/>
                <c:pt idx="0">
                  <c:v>p1</c:v>
                </c:pt>
                <c:pt idx="1">
                  <c:v>p2</c:v>
                </c:pt>
                <c:pt idx="2">
                  <c:v>p3</c:v>
                </c:pt>
              </c:strCache>
            </c:strRef>
          </c:cat>
          <c:val>
            <c:numRef>
              <c:f>工作表1!$F$7:$H$7</c:f>
              <c:numCache>
                <c:formatCode>General</c:formatCode>
                <c:ptCount val="3"/>
                <c:pt idx="0">
                  <c:v>10</c:v>
                </c:pt>
                <c:pt idx="1">
                  <c:v>0</c:v>
                </c:pt>
                <c:pt idx="2">
                  <c:v>7</c:v>
                </c:pt>
              </c:numCache>
            </c:numRef>
          </c:val>
          <c:extLst>
            <c:ext xmlns:c16="http://schemas.microsoft.com/office/drawing/2014/chart" uri="{C3380CC4-5D6E-409C-BE32-E72D297353CC}">
              <c16:uniqueId val="{00000018-E89D-4A38-88A0-21FDCF2C61FD}"/>
            </c:ext>
          </c:extLst>
        </c:ser>
        <c:ser>
          <c:idx val="5"/>
          <c:order val="5"/>
          <c:spPr>
            <a:solidFill>
              <a:srgbClr val="FFFF00"/>
            </a:solidFill>
            <a:ln>
              <a:noFill/>
            </a:ln>
            <a:effectLst/>
          </c:spPr>
          <c:invertIfNegative val="0"/>
          <c:dPt>
            <c:idx val="1"/>
            <c:invertIfNegative val="0"/>
            <c:bubble3D val="0"/>
            <c:spPr>
              <a:solidFill>
                <a:srgbClr val="FFFF00"/>
              </a:solidFill>
              <a:ln>
                <a:noFill/>
              </a:ln>
              <a:effectLst/>
            </c:spPr>
            <c:extLst>
              <c:ext xmlns:c16="http://schemas.microsoft.com/office/drawing/2014/chart" uri="{C3380CC4-5D6E-409C-BE32-E72D297353CC}">
                <c16:uniqueId val="{0000001A-E89D-4A38-88A0-21FDCF2C61FD}"/>
              </c:ext>
            </c:extLst>
          </c:dPt>
          <c:cat>
            <c:strRef>
              <c:f>工作表1!$F$2:$H$2</c:f>
              <c:strCache>
                <c:ptCount val="3"/>
                <c:pt idx="0">
                  <c:v>p1</c:v>
                </c:pt>
                <c:pt idx="1">
                  <c:v>p2</c:v>
                </c:pt>
                <c:pt idx="2">
                  <c:v>p3</c:v>
                </c:pt>
              </c:strCache>
            </c:strRef>
          </c:cat>
          <c:val>
            <c:numRef>
              <c:f>工作表1!$F$8:$H$8</c:f>
              <c:numCache>
                <c:formatCode>General</c:formatCode>
                <c:ptCount val="3"/>
                <c:pt idx="0">
                  <c:v>0</c:v>
                </c:pt>
                <c:pt idx="1">
                  <c:v>0</c:v>
                </c:pt>
                <c:pt idx="2">
                  <c:v>6</c:v>
                </c:pt>
              </c:numCache>
            </c:numRef>
          </c:val>
          <c:extLst>
            <c:ext xmlns:c16="http://schemas.microsoft.com/office/drawing/2014/chart" uri="{C3380CC4-5D6E-409C-BE32-E72D297353CC}">
              <c16:uniqueId val="{0000001B-E89D-4A38-88A0-21FDCF2C61FD}"/>
            </c:ext>
          </c:extLst>
        </c:ser>
        <c:ser>
          <c:idx val="6"/>
          <c:order val="6"/>
          <c:spPr>
            <a:solidFill>
              <a:schemeClr val="accent1">
                <a:lumMod val="60000"/>
              </a:schemeClr>
            </a:solidFill>
            <a:ln>
              <a:noFill/>
            </a:ln>
            <a:effectLst/>
          </c:spPr>
          <c:invertIfNegative val="0"/>
          <c:dPt>
            <c:idx val="0"/>
            <c:invertIfNegative val="0"/>
            <c:bubble3D val="0"/>
            <c:spPr>
              <a:solidFill>
                <a:schemeClr val="accent4">
                  <a:lumMod val="60000"/>
                  <a:lumOff val="40000"/>
                </a:schemeClr>
              </a:solidFill>
              <a:ln>
                <a:noFill/>
              </a:ln>
              <a:effectLst/>
            </c:spPr>
            <c:extLst>
              <c:ext xmlns:c16="http://schemas.microsoft.com/office/drawing/2014/chart" uri="{C3380CC4-5D6E-409C-BE32-E72D297353CC}">
                <c16:uniqueId val="{0000001D-E89D-4A38-88A0-21FDCF2C61FD}"/>
              </c:ext>
            </c:extLst>
          </c:dPt>
          <c:dPt>
            <c:idx val="1"/>
            <c:invertIfNegative val="0"/>
            <c:bubble3D val="0"/>
            <c:spPr>
              <a:solidFill>
                <a:schemeClr val="accent6">
                  <a:lumMod val="60000"/>
                  <a:lumOff val="40000"/>
                </a:schemeClr>
              </a:solidFill>
              <a:ln>
                <a:noFill/>
              </a:ln>
              <a:effectLst/>
            </c:spPr>
            <c:extLst>
              <c:ext xmlns:c16="http://schemas.microsoft.com/office/drawing/2014/chart" uri="{C3380CC4-5D6E-409C-BE32-E72D297353CC}">
                <c16:uniqueId val="{0000001F-E89D-4A38-88A0-21FDCF2C61FD}"/>
              </c:ext>
            </c:extLst>
          </c:dPt>
          <c:cat>
            <c:strRef>
              <c:f>工作表1!$F$2:$H$2</c:f>
              <c:strCache>
                <c:ptCount val="3"/>
                <c:pt idx="0">
                  <c:v>p1</c:v>
                </c:pt>
                <c:pt idx="1">
                  <c:v>p2</c:v>
                </c:pt>
                <c:pt idx="2">
                  <c:v>p3</c:v>
                </c:pt>
              </c:strCache>
            </c:strRef>
          </c:cat>
          <c:val>
            <c:numRef>
              <c:f>工作表1!$F$9:$H$9</c:f>
              <c:numCache>
                <c:formatCode>General</c:formatCode>
                <c:ptCount val="3"/>
                <c:pt idx="0">
                  <c:v>0</c:v>
                </c:pt>
                <c:pt idx="1">
                  <c:v>0</c:v>
                </c:pt>
                <c:pt idx="2">
                  <c:v>4</c:v>
                </c:pt>
              </c:numCache>
            </c:numRef>
          </c:val>
          <c:extLst>
            <c:ext xmlns:c16="http://schemas.microsoft.com/office/drawing/2014/chart" uri="{C3380CC4-5D6E-409C-BE32-E72D297353CC}">
              <c16:uniqueId val="{00000020-E89D-4A38-88A0-21FDCF2C61FD}"/>
            </c:ext>
          </c:extLst>
        </c:ser>
        <c:ser>
          <c:idx val="7"/>
          <c:order val="7"/>
          <c:spPr>
            <a:solidFill>
              <a:schemeClr val="accent2">
                <a:lumMod val="60000"/>
              </a:schemeClr>
            </a:solidFill>
            <a:ln>
              <a:noFill/>
            </a:ln>
            <a:effectLst/>
          </c:spPr>
          <c:invertIfNegative val="0"/>
          <c:cat>
            <c:strRef>
              <c:f>工作表1!$F$2:$H$2</c:f>
              <c:strCache>
                <c:ptCount val="3"/>
                <c:pt idx="0">
                  <c:v>p1</c:v>
                </c:pt>
                <c:pt idx="1">
                  <c:v>p2</c:v>
                </c:pt>
                <c:pt idx="2">
                  <c:v>p3</c:v>
                </c:pt>
              </c:strCache>
            </c:strRef>
          </c:cat>
          <c:val>
            <c:numRef>
              <c:f>工作表1!$F$10:$H$10</c:f>
              <c:numCache>
                <c:formatCode>General</c:formatCode>
                <c:ptCount val="3"/>
                <c:pt idx="0">
                  <c:v>0</c:v>
                </c:pt>
                <c:pt idx="1">
                  <c:v>0</c:v>
                </c:pt>
                <c:pt idx="2">
                  <c:v>10</c:v>
                </c:pt>
              </c:numCache>
            </c:numRef>
          </c:val>
          <c:extLst>
            <c:ext xmlns:c16="http://schemas.microsoft.com/office/drawing/2014/chart" uri="{C3380CC4-5D6E-409C-BE32-E72D297353CC}">
              <c16:uniqueId val="{00000021-E89D-4A38-88A0-21FDCF2C61FD}"/>
            </c:ext>
          </c:extLst>
        </c:ser>
        <c:ser>
          <c:idx val="8"/>
          <c:order val="8"/>
          <c:spPr>
            <a:solidFill>
              <a:schemeClr val="accent3">
                <a:lumMod val="60000"/>
              </a:schemeClr>
            </a:solidFill>
            <a:ln>
              <a:noFill/>
            </a:ln>
            <a:effectLst/>
          </c:spPr>
          <c:invertIfNegative val="0"/>
          <c:cat>
            <c:strRef>
              <c:f>工作表1!$F$2:$H$2</c:f>
              <c:strCache>
                <c:ptCount val="3"/>
                <c:pt idx="0">
                  <c:v>p1</c:v>
                </c:pt>
                <c:pt idx="1">
                  <c:v>p2</c:v>
                </c:pt>
                <c:pt idx="2">
                  <c:v>p3</c:v>
                </c:pt>
              </c:strCache>
            </c:strRef>
          </c:cat>
          <c:val>
            <c:numRef>
              <c:f>工作表1!$F$11:$H$11</c:f>
              <c:numCache>
                <c:formatCode>General</c:formatCode>
                <c:ptCount val="3"/>
                <c:pt idx="0">
                  <c:v>0</c:v>
                </c:pt>
                <c:pt idx="1">
                  <c:v>0</c:v>
                </c:pt>
                <c:pt idx="2">
                  <c:v>15</c:v>
                </c:pt>
              </c:numCache>
            </c:numRef>
          </c:val>
          <c:extLst>
            <c:ext xmlns:c16="http://schemas.microsoft.com/office/drawing/2014/chart" uri="{C3380CC4-5D6E-409C-BE32-E72D297353CC}">
              <c16:uniqueId val="{00000022-E89D-4A38-88A0-21FDCF2C61FD}"/>
            </c:ext>
          </c:extLst>
        </c:ser>
        <c:ser>
          <c:idx val="9"/>
          <c:order val="9"/>
          <c:spPr>
            <a:solidFill>
              <a:schemeClr val="accent4">
                <a:lumMod val="60000"/>
              </a:schemeClr>
            </a:solidFill>
            <a:ln>
              <a:noFill/>
            </a:ln>
            <a:effectLst/>
          </c:spPr>
          <c:invertIfNegative val="0"/>
          <c:cat>
            <c:strRef>
              <c:f>工作表1!$F$2:$H$2</c:f>
              <c:strCache>
                <c:ptCount val="3"/>
                <c:pt idx="0">
                  <c:v>p1</c:v>
                </c:pt>
                <c:pt idx="1">
                  <c:v>p2</c:v>
                </c:pt>
                <c:pt idx="2">
                  <c:v>p3</c:v>
                </c:pt>
              </c:strCache>
            </c:strRef>
          </c:cat>
          <c:val>
            <c:numRef>
              <c:f>工作表1!$F$12:$H$12</c:f>
              <c:numCache>
                <c:formatCode>General</c:formatCode>
                <c:ptCount val="3"/>
                <c:pt idx="0">
                  <c:v>0</c:v>
                </c:pt>
                <c:pt idx="1">
                  <c:v>0</c:v>
                </c:pt>
                <c:pt idx="2">
                  <c:v>0</c:v>
                </c:pt>
              </c:numCache>
            </c:numRef>
          </c:val>
          <c:extLst>
            <c:ext xmlns:c16="http://schemas.microsoft.com/office/drawing/2014/chart" uri="{C3380CC4-5D6E-409C-BE32-E72D297353CC}">
              <c16:uniqueId val="{00000023-E89D-4A38-88A0-21FDCF2C61FD}"/>
            </c:ext>
          </c:extLst>
        </c:ser>
        <c:dLbls>
          <c:showLegendKey val="0"/>
          <c:showVal val="0"/>
          <c:showCatName val="0"/>
          <c:showSerName val="0"/>
          <c:showPercent val="0"/>
          <c:showBubbleSize val="0"/>
        </c:dLbls>
        <c:gapWidth val="150"/>
        <c:overlap val="100"/>
        <c:axId val="1506860511"/>
        <c:axId val="1506862591"/>
      </c:barChart>
      <c:catAx>
        <c:axId val="1506860511"/>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zh-TW"/>
          </a:p>
        </c:txPr>
        <c:crossAx val="1506862591"/>
        <c:crosses val="autoZero"/>
        <c:auto val="1"/>
        <c:lblAlgn val="ctr"/>
        <c:lblOffset val="100"/>
        <c:noMultiLvlLbl val="0"/>
      </c:catAx>
      <c:valAx>
        <c:axId val="150686259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150686051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2179971810924018E-2"/>
          <c:y val="4.8620858024149637E-2"/>
          <c:w val="0.89998954115555285"/>
          <c:h val="0.85820143465397913"/>
        </c:manualLayout>
      </c:layout>
      <c:barChart>
        <c:barDir val="col"/>
        <c:grouping val="stacked"/>
        <c:varyColors val="0"/>
        <c:ser>
          <c:idx val="0"/>
          <c:order val="0"/>
          <c:spPr>
            <a:solidFill>
              <a:schemeClr val="accent1"/>
            </a:solidFill>
            <a:ln>
              <a:noFill/>
            </a:ln>
            <a:effectLst/>
          </c:spPr>
          <c:invertIfNegative val="0"/>
          <c:dPt>
            <c:idx val="1"/>
            <c:invertIfNegative val="0"/>
            <c:bubble3D val="0"/>
            <c:spPr>
              <a:noFill/>
              <a:ln>
                <a:noFill/>
              </a:ln>
              <a:effectLst/>
            </c:spPr>
            <c:extLst>
              <c:ext xmlns:c16="http://schemas.microsoft.com/office/drawing/2014/chart" uri="{C3380CC4-5D6E-409C-BE32-E72D297353CC}">
                <c16:uniqueId val="{00000001-C98F-4CDC-B9BB-7CBC16F1ED0A}"/>
              </c:ext>
            </c:extLst>
          </c:dPt>
          <c:dPt>
            <c:idx val="2"/>
            <c:invertIfNegative val="0"/>
            <c:bubble3D val="0"/>
            <c:spPr>
              <a:noFill/>
              <a:ln>
                <a:noFill/>
              </a:ln>
              <a:effectLst/>
            </c:spPr>
            <c:extLst>
              <c:ext xmlns:c16="http://schemas.microsoft.com/office/drawing/2014/chart" uri="{C3380CC4-5D6E-409C-BE32-E72D297353CC}">
                <c16:uniqueId val="{00000003-C98F-4CDC-B9BB-7CBC16F1ED0A}"/>
              </c:ext>
            </c:extLst>
          </c:dPt>
          <c:cat>
            <c:strRef>
              <c:f>工作表1!$F$2:$H$2</c:f>
              <c:strCache>
                <c:ptCount val="3"/>
                <c:pt idx="0">
                  <c:v>p1</c:v>
                </c:pt>
                <c:pt idx="1">
                  <c:v>p2</c:v>
                </c:pt>
                <c:pt idx="2">
                  <c:v>p3</c:v>
                </c:pt>
              </c:strCache>
            </c:strRef>
          </c:cat>
          <c:val>
            <c:numRef>
              <c:f>工作表1!$F$3:$H$3</c:f>
              <c:numCache>
                <c:formatCode>General</c:formatCode>
                <c:ptCount val="3"/>
                <c:pt idx="0">
                  <c:v>7</c:v>
                </c:pt>
                <c:pt idx="1">
                  <c:v>0</c:v>
                </c:pt>
                <c:pt idx="2">
                  <c:v>27</c:v>
                </c:pt>
              </c:numCache>
            </c:numRef>
          </c:val>
          <c:extLst>
            <c:ext xmlns:c16="http://schemas.microsoft.com/office/drawing/2014/chart" uri="{C3380CC4-5D6E-409C-BE32-E72D297353CC}">
              <c16:uniqueId val="{00000004-C98F-4CDC-B9BB-7CBC16F1ED0A}"/>
            </c:ext>
          </c:extLst>
        </c:ser>
        <c:ser>
          <c:idx val="1"/>
          <c:order val="1"/>
          <c:spPr>
            <a:solidFill>
              <a:schemeClr val="accent2"/>
            </a:solidFill>
            <a:ln>
              <a:noFill/>
            </a:ln>
            <a:effectLst/>
          </c:spPr>
          <c:invertIfNegative val="0"/>
          <c:dPt>
            <c:idx val="1"/>
            <c:invertIfNegative val="0"/>
            <c:bubble3D val="0"/>
            <c:spPr>
              <a:solidFill>
                <a:schemeClr val="accent2">
                  <a:lumMod val="40000"/>
                  <a:lumOff val="60000"/>
                </a:schemeClr>
              </a:solidFill>
              <a:ln>
                <a:noFill/>
              </a:ln>
              <a:effectLst/>
            </c:spPr>
            <c:extLst>
              <c:ext xmlns:c16="http://schemas.microsoft.com/office/drawing/2014/chart" uri="{C3380CC4-5D6E-409C-BE32-E72D297353CC}">
                <c16:uniqueId val="{00000006-C98F-4CDC-B9BB-7CBC16F1ED0A}"/>
              </c:ext>
            </c:extLst>
          </c:dPt>
          <c:dPt>
            <c:idx val="2"/>
            <c:invertIfNegative val="0"/>
            <c:bubble3D val="0"/>
            <c:spPr>
              <a:solidFill>
                <a:schemeClr val="accent4">
                  <a:lumMod val="75000"/>
                </a:schemeClr>
              </a:solidFill>
              <a:ln>
                <a:noFill/>
              </a:ln>
              <a:effectLst/>
            </c:spPr>
            <c:extLst>
              <c:ext xmlns:c16="http://schemas.microsoft.com/office/drawing/2014/chart" uri="{C3380CC4-5D6E-409C-BE32-E72D297353CC}">
                <c16:uniqueId val="{00000008-C98F-4CDC-B9BB-7CBC16F1ED0A}"/>
              </c:ext>
            </c:extLst>
          </c:dPt>
          <c:cat>
            <c:strRef>
              <c:f>工作表1!$F$2:$H$2</c:f>
              <c:strCache>
                <c:ptCount val="3"/>
                <c:pt idx="0">
                  <c:v>p1</c:v>
                </c:pt>
                <c:pt idx="1">
                  <c:v>p2</c:v>
                </c:pt>
                <c:pt idx="2">
                  <c:v>p3</c:v>
                </c:pt>
              </c:strCache>
            </c:strRef>
          </c:cat>
          <c:val>
            <c:numRef>
              <c:f>工作表1!$F$4:$H$4</c:f>
              <c:numCache>
                <c:formatCode>General</c:formatCode>
                <c:ptCount val="3"/>
                <c:pt idx="0">
                  <c:v>12</c:v>
                </c:pt>
                <c:pt idx="1">
                  <c:v>0</c:v>
                </c:pt>
                <c:pt idx="2">
                  <c:v>5</c:v>
                </c:pt>
              </c:numCache>
            </c:numRef>
          </c:val>
          <c:extLst>
            <c:ext xmlns:c16="http://schemas.microsoft.com/office/drawing/2014/chart" uri="{C3380CC4-5D6E-409C-BE32-E72D297353CC}">
              <c16:uniqueId val="{00000009-C98F-4CDC-B9BB-7CBC16F1ED0A}"/>
            </c:ext>
          </c:extLst>
        </c:ser>
        <c:ser>
          <c:idx val="2"/>
          <c:order val="2"/>
          <c:spPr>
            <a:solidFill>
              <a:schemeClr val="accent3"/>
            </a:solidFill>
            <a:ln>
              <a:noFill/>
            </a:ln>
            <a:effectLst/>
          </c:spPr>
          <c:invertIfNegative val="0"/>
          <c:dPt>
            <c:idx val="1"/>
            <c:invertIfNegative val="0"/>
            <c:bubble3D val="0"/>
            <c:spPr>
              <a:solidFill>
                <a:schemeClr val="accent5">
                  <a:lumMod val="60000"/>
                  <a:lumOff val="40000"/>
                </a:schemeClr>
              </a:solidFill>
              <a:ln>
                <a:noFill/>
              </a:ln>
              <a:effectLst/>
            </c:spPr>
            <c:extLst>
              <c:ext xmlns:c16="http://schemas.microsoft.com/office/drawing/2014/chart" uri="{C3380CC4-5D6E-409C-BE32-E72D297353CC}">
                <c16:uniqueId val="{0000000B-C98F-4CDC-B9BB-7CBC16F1ED0A}"/>
              </c:ext>
            </c:extLst>
          </c:dPt>
          <c:dPt>
            <c:idx val="2"/>
            <c:invertIfNegative val="0"/>
            <c:bubble3D val="0"/>
            <c:spPr>
              <a:noFill/>
              <a:ln>
                <a:noFill/>
              </a:ln>
              <a:effectLst/>
            </c:spPr>
            <c:extLst>
              <c:ext xmlns:c16="http://schemas.microsoft.com/office/drawing/2014/chart" uri="{C3380CC4-5D6E-409C-BE32-E72D297353CC}">
                <c16:uniqueId val="{0000000D-C98F-4CDC-B9BB-7CBC16F1ED0A}"/>
              </c:ext>
            </c:extLst>
          </c:dPt>
          <c:cat>
            <c:strRef>
              <c:f>工作表1!$F$2:$H$2</c:f>
              <c:strCache>
                <c:ptCount val="3"/>
                <c:pt idx="0">
                  <c:v>p1</c:v>
                </c:pt>
                <c:pt idx="1">
                  <c:v>p2</c:v>
                </c:pt>
                <c:pt idx="2">
                  <c:v>p3</c:v>
                </c:pt>
              </c:strCache>
            </c:strRef>
          </c:cat>
          <c:val>
            <c:numRef>
              <c:f>工作表1!$F$5:$H$5</c:f>
              <c:numCache>
                <c:formatCode>General</c:formatCode>
                <c:ptCount val="3"/>
                <c:pt idx="0">
                  <c:v>11</c:v>
                </c:pt>
                <c:pt idx="1">
                  <c:v>0</c:v>
                </c:pt>
                <c:pt idx="2">
                  <c:v>5</c:v>
                </c:pt>
              </c:numCache>
            </c:numRef>
          </c:val>
          <c:extLst>
            <c:ext xmlns:c16="http://schemas.microsoft.com/office/drawing/2014/chart" uri="{C3380CC4-5D6E-409C-BE32-E72D297353CC}">
              <c16:uniqueId val="{0000000E-C98F-4CDC-B9BB-7CBC16F1ED0A}"/>
            </c:ext>
          </c:extLst>
        </c:ser>
        <c:ser>
          <c:idx val="3"/>
          <c:order val="3"/>
          <c:spPr>
            <a:solidFill>
              <a:schemeClr val="accent4">
                <a:lumMod val="40000"/>
                <a:lumOff val="60000"/>
              </a:schemeClr>
            </a:solidFill>
            <a:ln>
              <a:noFill/>
            </a:ln>
            <a:effectLst/>
          </c:spPr>
          <c:invertIfNegative val="0"/>
          <c:dPt>
            <c:idx val="0"/>
            <c:invertIfNegative val="0"/>
            <c:bubble3D val="0"/>
            <c:spPr>
              <a:solidFill>
                <a:schemeClr val="accent4">
                  <a:lumMod val="40000"/>
                  <a:lumOff val="60000"/>
                </a:schemeClr>
              </a:solidFill>
              <a:ln>
                <a:noFill/>
              </a:ln>
              <a:effectLst/>
            </c:spPr>
            <c:extLst>
              <c:ext xmlns:c16="http://schemas.microsoft.com/office/drawing/2014/chart" uri="{C3380CC4-5D6E-409C-BE32-E72D297353CC}">
                <c16:uniqueId val="{00000010-C98F-4CDC-B9BB-7CBC16F1ED0A}"/>
              </c:ext>
            </c:extLst>
          </c:dPt>
          <c:dPt>
            <c:idx val="1"/>
            <c:invertIfNegative val="0"/>
            <c:bubble3D val="0"/>
            <c:spPr>
              <a:solidFill>
                <a:schemeClr val="accent4">
                  <a:lumMod val="40000"/>
                  <a:lumOff val="60000"/>
                </a:schemeClr>
              </a:solidFill>
              <a:ln>
                <a:noFill/>
              </a:ln>
              <a:effectLst/>
            </c:spPr>
            <c:extLst>
              <c:ext xmlns:c16="http://schemas.microsoft.com/office/drawing/2014/chart" uri="{C3380CC4-5D6E-409C-BE32-E72D297353CC}">
                <c16:uniqueId val="{00000012-C98F-4CDC-B9BB-7CBC16F1ED0A}"/>
              </c:ext>
            </c:extLst>
          </c:dPt>
          <c:dPt>
            <c:idx val="2"/>
            <c:invertIfNegative val="0"/>
            <c:bubble3D val="0"/>
            <c:spPr>
              <a:solidFill>
                <a:schemeClr val="accent4">
                  <a:lumMod val="40000"/>
                  <a:lumOff val="60000"/>
                </a:schemeClr>
              </a:solidFill>
              <a:ln>
                <a:noFill/>
              </a:ln>
              <a:effectLst/>
            </c:spPr>
            <c:extLst>
              <c:ext xmlns:c16="http://schemas.microsoft.com/office/drawing/2014/chart" uri="{C3380CC4-5D6E-409C-BE32-E72D297353CC}">
                <c16:uniqueId val="{00000014-C98F-4CDC-B9BB-7CBC16F1ED0A}"/>
              </c:ext>
            </c:extLst>
          </c:dPt>
          <c:cat>
            <c:strRef>
              <c:f>工作表1!$F$2:$H$2</c:f>
              <c:strCache>
                <c:ptCount val="3"/>
                <c:pt idx="0">
                  <c:v>p1</c:v>
                </c:pt>
                <c:pt idx="1">
                  <c:v>p2</c:v>
                </c:pt>
                <c:pt idx="2">
                  <c:v>p3</c:v>
                </c:pt>
              </c:strCache>
            </c:strRef>
          </c:cat>
          <c:val>
            <c:numRef>
              <c:f>工作表1!$F$6:$H$6</c:f>
              <c:numCache>
                <c:formatCode>General</c:formatCode>
                <c:ptCount val="3"/>
                <c:pt idx="0">
                  <c:v>6</c:v>
                </c:pt>
                <c:pt idx="1">
                  <c:v>0</c:v>
                </c:pt>
                <c:pt idx="2">
                  <c:v>6</c:v>
                </c:pt>
              </c:numCache>
            </c:numRef>
          </c:val>
          <c:extLst>
            <c:ext xmlns:c16="http://schemas.microsoft.com/office/drawing/2014/chart" uri="{C3380CC4-5D6E-409C-BE32-E72D297353CC}">
              <c16:uniqueId val="{00000015-C98F-4CDC-B9BB-7CBC16F1ED0A}"/>
            </c:ext>
          </c:extLst>
        </c:ser>
        <c:ser>
          <c:idx val="4"/>
          <c:order val="4"/>
          <c:spPr>
            <a:solidFill>
              <a:schemeClr val="accent6">
                <a:lumMod val="60000"/>
                <a:lumOff val="40000"/>
              </a:schemeClr>
            </a:solidFill>
            <a:ln>
              <a:noFill/>
            </a:ln>
            <a:effectLst/>
          </c:spPr>
          <c:invertIfNegative val="0"/>
          <c:dPt>
            <c:idx val="1"/>
            <c:invertIfNegative val="0"/>
            <c:bubble3D val="0"/>
            <c:spPr>
              <a:solidFill>
                <a:schemeClr val="accent6">
                  <a:lumMod val="60000"/>
                  <a:lumOff val="40000"/>
                </a:schemeClr>
              </a:solidFill>
              <a:ln>
                <a:noFill/>
              </a:ln>
              <a:effectLst/>
            </c:spPr>
            <c:extLst>
              <c:ext xmlns:c16="http://schemas.microsoft.com/office/drawing/2014/chart" uri="{C3380CC4-5D6E-409C-BE32-E72D297353CC}">
                <c16:uniqueId val="{00000017-C98F-4CDC-B9BB-7CBC16F1ED0A}"/>
              </c:ext>
            </c:extLst>
          </c:dPt>
          <c:cat>
            <c:strRef>
              <c:f>工作表1!$F$2:$H$2</c:f>
              <c:strCache>
                <c:ptCount val="3"/>
                <c:pt idx="0">
                  <c:v>p1</c:v>
                </c:pt>
                <c:pt idx="1">
                  <c:v>p2</c:v>
                </c:pt>
                <c:pt idx="2">
                  <c:v>p3</c:v>
                </c:pt>
              </c:strCache>
            </c:strRef>
          </c:cat>
          <c:val>
            <c:numRef>
              <c:f>工作表1!$F$7:$H$7</c:f>
              <c:numCache>
                <c:formatCode>General</c:formatCode>
                <c:ptCount val="3"/>
                <c:pt idx="0">
                  <c:v>10</c:v>
                </c:pt>
                <c:pt idx="1">
                  <c:v>0</c:v>
                </c:pt>
                <c:pt idx="2">
                  <c:v>7</c:v>
                </c:pt>
              </c:numCache>
            </c:numRef>
          </c:val>
          <c:extLst>
            <c:ext xmlns:c16="http://schemas.microsoft.com/office/drawing/2014/chart" uri="{C3380CC4-5D6E-409C-BE32-E72D297353CC}">
              <c16:uniqueId val="{00000018-C98F-4CDC-B9BB-7CBC16F1ED0A}"/>
            </c:ext>
          </c:extLst>
        </c:ser>
        <c:ser>
          <c:idx val="5"/>
          <c:order val="5"/>
          <c:spPr>
            <a:solidFill>
              <a:srgbClr val="FFFF00"/>
            </a:solidFill>
            <a:ln>
              <a:noFill/>
            </a:ln>
            <a:effectLst/>
          </c:spPr>
          <c:invertIfNegative val="0"/>
          <c:dPt>
            <c:idx val="1"/>
            <c:invertIfNegative val="0"/>
            <c:bubble3D val="0"/>
            <c:spPr>
              <a:solidFill>
                <a:srgbClr val="FFFF00"/>
              </a:solidFill>
              <a:ln>
                <a:noFill/>
              </a:ln>
              <a:effectLst/>
            </c:spPr>
            <c:extLst>
              <c:ext xmlns:c16="http://schemas.microsoft.com/office/drawing/2014/chart" uri="{C3380CC4-5D6E-409C-BE32-E72D297353CC}">
                <c16:uniqueId val="{0000001A-C98F-4CDC-B9BB-7CBC16F1ED0A}"/>
              </c:ext>
            </c:extLst>
          </c:dPt>
          <c:cat>
            <c:strRef>
              <c:f>工作表1!$F$2:$H$2</c:f>
              <c:strCache>
                <c:ptCount val="3"/>
                <c:pt idx="0">
                  <c:v>p1</c:v>
                </c:pt>
                <c:pt idx="1">
                  <c:v>p2</c:v>
                </c:pt>
                <c:pt idx="2">
                  <c:v>p3</c:v>
                </c:pt>
              </c:strCache>
            </c:strRef>
          </c:cat>
          <c:val>
            <c:numRef>
              <c:f>工作表1!$F$8:$H$8</c:f>
              <c:numCache>
                <c:formatCode>General</c:formatCode>
                <c:ptCount val="3"/>
                <c:pt idx="0">
                  <c:v>0</c:v>
                </c:pt>
                <c:pt idx="1">
                  <c:v>0</c:v>
                </c:pt>
                <c:pt idx="2">
                  <c:v>6</c:v>
                </c:pt>
              </c:numCache>
            </c:numRef>
          </c:val>
          <c:extLst>
            <c:ext xmlns:c16="http://schemas.microsoft.com/office/drawing/2014/chart" uri="{C3380CC4-5D6E-409C-BE32-E72D297353CC}">
              <c16:uniqueId val="{0000001B-C98F-4CDC-B9BB-7CBC16F1ED0A}"/>
            </c:ext>
          </c:extLst>
        </c:ser>
        <c:ser>
          <c:idx val="6"/>
          <c:order val="6"/>
          <c:spPr>
            <a:solidFill>
              <a:schemeClr val="accent1">
                <a:lumMod val="60000"/>
              </a:schemeClr>
            </a:solidFill>
            <a:ln>
              <a:noFill/>
            </a:ln>
            <a:effectLst/>
          </c:spPr>
          <c:invertIfNegative val="0"/>
          <c:dPt>
            <c:idx val="0"/>
            <c:invertIfNegative val="0"/>
            <c:bubble3D val="0"/>
            <c:spPr>
              <a:solidFill>
                <a:schemeClr val="accent4">
                  <a:lumMod val="60000"/>
                  <a:lumOff val="40000"/>
                </a:schemeClr>
              </a:solidFill>
              <a:ln>
                <a:noFill/>
              </a:ln>
              <a:effectLst/>
            </c:spPr>
            <c:extLst>
              <c:ext xmlns:c16="http://schemas.microsoft.com/office/drawing/2014/chart" uri="{C3380CC4-5D6E-409C-BE32-E72D297353CC}">
                <c16:uniqueId val="{0000001D-C98F-4CDC-B9BB-7CBC16F1ED0A}"/>
              </c:ext>
            </c:extLst>
          </c:dPt>
          <c:dPt>
            <c:idx val="1"/>
            <c:invertIfNegative val="0"/>
            <c:bubble3D val="0"/>
            <c:spPr>
              <a:solidFill>
                <a:schemeClr val="accent6">
                  <a:lumMod val="60000"/>
                  <a:lumOff val="40000"/>
                </a:schemeClr>
              </a:solidFill>
              <a:ln>
                <a:noFill/>
              </a:ln>
              <a:effectLst/>
            </c:spPr>
            <c:extLst>
              <c:ext xmlns:c16="http://schemas.microsoft.com/office/drawing/2014/chart" uri="{C3380CC4-5D6E-409C-BE32-E72D297353CC}">
                <c16:uniqueId val="{0000001F-C98F-4CDC-B9BB-7CBC16F1ED0A}"/>
              </c:ext>
            </c:extLst>
          </c:dPt>
          <c:cat>
            <c:strRef>
              <c:f>工作表1!$F$2:$H$2</c:f>
              <c:strCache>
                <c:ptCount val="3"/>
                <c:pt idx="0">
                  <c:v>p1</c:v>
                </c:pt>
                <c:pt idx="1">
                  <c:v>p2</c:v>
                </c:pt>
                <c:pt idx="2">
                  <c:v>p3</c:v>
                </c:pt>
              </c:strCache>
            </c:strRef>
          </c:cat>
          <c:val>
            <c:numRef>
              <c:f>工作表1!$F$9:$H$9</c:f>
              <c:numCache>
                <c:formatCode>General</c:formatCode>
                <c:ptCount val="3"/>
                <c:pt idx="0">
                  <c:v>0</c:v>
                </c:pt>
                <c:pt idx="1">
                  <c:v>0</c:v>
                </c:pt>
                <c:pt idx="2">
                  <c:v>4</c:v>
                </c:pt>
              </c:numCache>
            </c:numRef>
          </c:val>
          <c:extLst>
            <c:ext xmlns:c16="http://schemas.microsoft.com/office/drawing/2014/chart" uri="{C3380CC4-5D6E-409C-BE32-E72D297353CC}">
              <c16:uniqueId val="{00000020-C98F-4CDC-B9BB-7CBC16F1ED0A}"/>
            </c:ext>
          </c:extLst>
        </c:ser>
        <c:ser>
          <c:idx val="7"/>
          <c:order val="7"/>
          <c:spPr>
            <a:solidFill>
              <a:schemeClr val="accent2">
                <a:lumMod val="60000"/>
              </a:schemeClr>
            </a:solidFill>
            <a:ln>
              <a:noFill/>
            </a:ln>
            <a:effectLst/>
          </c:spPr>
          <c:invertIfNegative val="0"/>
          <c:cat>
            <c:strRef>
              <c:f>工作表1!$F$2:$H$2</c:f>
              <c:strCache>
                <c:ptCount val="3"/>
                <c:pt idx="0">
                  <c:v>p1</c:v>
                </c:pt>
                <c:pt idx="1">
                  <c:v>p2</c:v>
                </c:pt>
                <c:pt idx="2">
                  <c:v>p3</c:v>
                </c:pt>
              </c:strCache>
            </c:strRef>
          </c:cat>
          <c:val>
            <c:numRef>
              <c:f>工作表1!$F$10:$H$10</c:f>
              <c:numCache>
                <c:formatCode>General</c:formatCode>
                <c:ptCount val="3"/>
                <c:pt idx="0">
                  <c:v>0</c:v>
                </c:pt>
                <c:pt idx="1">
                  <c:v>0</c:v>
                </c:pt>
                <c:pt idx="2">
                  <c:v>10</c:v>
                </c:pt>
              </c:numCache>
            </c:numRef>
          </c:val>
          <c:extLst>
            <c:ext xmlns:c16="http://schemas.microsoft.com/office/drawing/2014/chart" uri="{C3380CC4-5D6E-409C-BE32-E72D297353CC}">
              <c16:uniqueId val="{00000021-C98F-4CDC-B9BB-7CBC16F1ED0A}"/>
            </c:ext>
          </c:extLst>
        </c:ser>
        <c:ser>
          <c:idx val="8"/>
          <c:order val="8"/>
          <c:spPr>
            <a:solidFill>
              <a:schemeClr val="accent3">
                <a:lumMod val="60000"/>
              </a:schemeClr>
            </a:solidFill>
            <a:ln>
              <a:noFill/>
            </a:ln>
            <a:effectLst/>
          </c:spPr>
          <c:invertIfNegative val="0"/>
          <c:cat>
            <c:strRef>
              <c:f>工作表1!$F$2:$H$2</c:f>
              <c:strCache>
                <c:ptCount val="3"/>
                <c:pt idx="0">
                  <c:v>p1</c:v>
                </c:pt>
                <c:pt idx="1">
                  <c:v>p2</c:v>
                </c:pt>
                <c:pt idx="2">
                  <c:v>p3</c:v>
                </c:pt>
              </c:strCache>
            </c:strRef>
          </c:cat>
          <c:val>
            <c:numRef>
              <c:f>工作表1!$F$11:$H$11</c:f>
              <c:numCache>
                <c:formatCode>General</c:formatCode>
                <c:ptCount val="3"/>
                <c:pt idx="0">
                  <c:v>0</c:v>
                </c:pt>
                <c:pt idx="1">
                  <c:v>0</c:v>
                </c:pt>
                <c:pt idx="2">
                  <c:v>15</c:v>
                </c:pt>
              </c:numCache>
            </c:numRef>
          </c:val>
          <c:extLst>
            <c:ext xmlns:c16="http://schemas.microsoft.com/office/drawing/2014/chart" uri="{C3380CC4-5D6E-409C-BE32-E72D297353CC}">
              <c16:uniqueId val="{00000022-C98F-4CDC-B9BB-7CBC16F1ED0A}"/>
            </c:ext>
          </c:extLst>
        </c:ser>
        <c:ser>
          <c:idx val="9"/>
          <c:order val="9"/>
          <c:spPr>
            <a:solidFill>
              <a:schemeClr val="accent4">
                <a:lumMod val="60000"/>
              </a:schemeClr>
            </a:solidFill>
            <a:ln>
              <a:noFill/>
            </a:ln>
            <a:effectLst/>
          </c:spPr>
          <c:invertIfNegative val="0"/>
          <c:cat>
            <c:strRef>
              <c:f>工作表1!$F$2:$H$2</c:f>
              <c:strCache>
                <c:ptCount val="3"/>
                <c:pt idx="0">
                  <c:v>p1</c:v>
                </c:pt>
                <c:pt idx="1">
                  <c:v>p2</c:v>
                </c:pt>
                <c:pt idx="2">
                  <c:v>p3</c:v>
                </c:pt>
              </c:strCache>
            </c:strRef>
          </c:cat>
          <c:val>
            <c:numRef>
              <c:f>工作表1!$F$12:$H$12</c:f>
              <c:numCache>
                <c:formatCode>General</c:formatCode>
                <c:ptCount val="3"/>
                <c:pt idx="0">
                  <c:v>0</c:v>
                </c:pt>
                <c:pt idx="1">
                  <c:v>0</c:v>
                </c:pt>
                <c:pt idx="2">
                  <c:v>0</c:v>
                </c:pt>
              </c:numCache>
            </c:numRef>
          </c:val>
          <c:extLst>
            <c:ext xmlns:c16="http://schemas.microsoft.com/office/drawing/2014/chart" uri="{C3380CC4-5D6E-409C-BE32-E72D297353CC}">
              <c16:uniqueId val="{00000023-C98F-4CDC-B9BB-7CBC16F1ED0A}"/>
            </c:ext>
          </c:extLst>
        </c:ser>
        <c:dLbls>
          <c:showLegendKey val="0"/>
          <c:showVal val="0"/>
          <c:showCatName val="0"/>
          <c:showSerName val="0"/>
          <c:showPercent val="0"/>
          <c:showBubbleSize val="0"/>
        </c:dLbls>
        <c:gapWidth val="150"/>
        <c:overlap val="100"/>
        <c:axId val="1506860511"/>
        <c:axId val="1506862591"/>
      </c:barChart>
      <c:catAx>
        <c:axId val="1506860511"/>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zh-TW"/>
          </a:p>
        </c:txPr>
        <c:crossAx val="1506862591"/>
        <c:crosses val="autoZero"/>
        <c:auto val="1"/>
        <c:lblAlgn val="ctr"/>
        <c:lblOffset val="100"/>
        <c:noMultiLvlLbl val="0"/>
      </c:catAx>
      <c:valAx>
        <c:axId val="150686259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150686051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D930EF-95CE-4087-BBC2-D35CB968E287}" type="datetimeFigureOut">
              <a:rPr lang="zh-TW" altLang="en-US" smtClean="0"/>
              <a:t>2022/3/16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F6E0DE-C0AB-418F-BE8E-EF6BA27D22DF}" type="slidenum">
              <a:rPr lang="zh-TW" altLang="en-US" smtClean="0"/>
              <a:t>‹#›</a:t>
            </a:fld>
            <a:endParaRPr lang="zh-TW" altLang="en-US"/>
          </a:p>
        </p:txBody>
      </p:sp>
    </p:spTree>
    <p:extLst>
      <p:ext uri="{BB962C8B-B14F-4D97-AF65-F5344CB8AC3E}">
        <p14:creationId xmlns:p14="http://schemas.microsoft.com/office/powerpoint/2010/main" val="3982764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原本的</a:t>
            </a:r>
            <a:r>
              <a:rPr lang="en-US" altLang="zh-TW" dirty="0"/>
              <a:t>node</a:t>
            </a:r>
            <a:r>
              <a:rPr lang="zh-TW" altLang="en-US" dirty="0"/>
              <a:t>都被移走了</a:t>
            </a:r>
            <a:r>
              <a:rPr lang="en-US" altLang="zh-TW" dirty="0"/>
              <a:t>~</a:t>
            </a:r>
            <a:r>
              <a:rPr lang="zh-TW" altLang="en-US" dirty="0"/>
              <a:t>更新</a:t>
            </a:r>
            <a:r>
              <a:rPr lang="en-US" altLang="zh-TW" dirty="0"/>
              <a:t>table~</a:t>
            </a:r>
            <a:r>
              <a:rPr lang="zh-TW" altLang="en-US" dirty="0"/>
              <a:t>看剩下的</a:t>
            </a:r>
            <a:r>
              <a:rPr lang="en-US" altLang="zh-TW" dirty="0"/>
              <a:t>edge~~</a:t>
            </a:r>
            <a:endParaRPr lang="zh-TW" altLang="en-US" dirty="0"/>
          </a:p>
        </p:txBody>
      </p:sp>
      <p:sp>
        <p:nvSpPr>
          <p:cNvPr id="4" name="投影片編號版面配置區 3"/>
          <p:cNvSpPr>
            <a:spLocks noGrp="1"/>
          </p:cNvSpPr>
          <p:nvPr>
            <p:ph type="sldNum" sz="quarter" idx="5"/>
          </p:nvPr>
        </p:nvSpPr>
        <p:spPr/>
        <p:txBody>
          <a:bodyPr/>
          <a:lstStyle/>
          <a:p>
            <a:fld id="{33F6E0DE-C0AB-418F-BE8E-EF6BA27D22DF}" type="slidenum">
              <a:rPr lang="zh-TW" altLang="en-US" smtClean="0"/>
              <a:t>5</a:t>
            </a:fld>
            <a:endParaRPr lang="zh-TW" altLang="en-US"/>
          </a:p>
        </p:txBody>
      </p:sp>
    </p:spTree>
    <p:extLst>
      <p:ext uri="{BB962C8B-B14F-4D97-AF65-F5344CB8AC3E}">
        <p14:creationId xmlns:p14="http://schemas.microsoft.com/office/powerpoint/2010/main" val="1494522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8DA2FE-38A9-43C3-AE3E-3D7DC028C2C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zh-TW" altLang="en-US" dirty="0"/>
          </a:p>
        </p:txBody>
      </p:sp>
      <p:sp>
        <p:nvSpPr>
          <p:cNvPr id="3" name="副標題 2">
            <a:extLst>
              <a:ext uri="{FF2B5EF4-FFF2-40B4-BE49-F238E27FC236}">
                <a16:creationId xmlns:a16="http://schemas.microsoft.com/office/drawing/2014/main" id="{C28DA793-1ED9-4AC5-ADE6-717C6E4412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496CD283-2E6E-45B0-AE40-0E03201963B9}"/>
              </a:ext>
            </a:extLst>
          </p:cNvPr>
          <p:cNvSpPr>
            <a:spLocks noGrp="1"/>
          </p:cNvSpPr>
          <p:nvPr>
            <p:ph type="dt" sz="half" idx="10"/>
          </p:nvPr>
        </p:nvSpPr>
        <p:spPr/>
        <p:txBody>
          <a:bodyPr/>
          <a:lstStyle/>
          <a:p>
            <a:fld id="{F4A2503F-1177-4A4E-8015-3B0661847685}" type="datetimeFigureOut">
              <a:rPr lang="zh-TW" altLang="en-US" smtClean="0"/>
              <a:t>2022/3/16</a:t>
            </a:fld>
            <a:endParaRPr lang="zh-TW" altLang="en-US"/>
          </a:p>
        </p:txBody>
      </p:sp>
      <p:sp>
        <p:nvSpPr>
          <p:cNvPr id="5" name="頁尾版面配置區 4">
            <a:extLst>
              <a:ext uri="{FF2B5EF4-FFF2-40B4-BE49-F238E27FC236}">
                <a16:creationId xmlns:a16="http://schemas.microsoft.com/office/drawing/2014/main" id="{1CBFBBAF-E448-48D6-9C98-4F7ED65D41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D44C46B-486A-4EEB-AE91-FC848E313F0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51876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56184D-7BA3-45BD-B790-90F61BE6AA6A}"/>
              </a:ext>
            </a:extLst>
          </p:cNvPr>
          <p:cNvSpPr>
            <a:spLocks noGrp="1"/>
          </p:cNvSpPr>
          <p:nvPr>
            <p:ph type="title" hasCustomPrompt="1"/>
          </p:nvPr>
        </p:nvSpPr>
        <p:spPr/>
        <p:txBody>
          <a:bodyPr/>
          <a:lstStyle>
            <a:lvl1pPr>
              <a:defRPr>
                <a:latin typeface="Times New Roman" panose="02020603050405020304" pitchFamily="18" charset="0"/>
                <a:cs typeface="Times New Roman" panose="02020603050405020304" pitchFamily="18" charset="0"/>
              </a:defRPr>
            </a:lvl1pPr>
          </a:lstStyle>
          <a:p>
            <a:r>
              <a:rPr lang="en-US" altLang="zh-TW" dirty="0">
                <a:latin typeface="Times New Roman" panose="02020603050405020304" pitchFamily="18" charset="0"/>
                <a:cs typeface="Times New Roman" panose="02020603050405020304" pitchFamily="18" charset="0"/>
              </a:rPr>
              <a:t>tr</a:t>
            </a:r>
            <a:endParaRPr lang="zh-TW" altLang="en-US" dirty="0"/>
          </a:p>
        </p:txBody>
      </p:sp>
      <p:sp>
        <p:nvSpPr>
          <p:cNvPr id="3" name="內容版面配置區 2">
            <a:extLst>
              <a:ext uri="{FF2B5EF4-FFF2-40B4-BE49-F238E27FC236}">
                <a16:creationId xmlns:a16="http://schemas.microsoft.com/office/drawing/2014/main" id="{32E43BFC-2DD2-4C4E-A3DC-B1498A5C7BFE}"/>
              </a:ext>
            </a:extLst>
          </p:cNvPr>
          <p:cNvSpPr>
            <a:spLocks noGrp="1"/>
          </p:cNvSpPr>
          <p:nvPr>
            <p:ph idx="1" hasCustomPrompt="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ltLang="zh-TW" dirty="0" err="1"/>
              <a:t>ti</a:t>
            </a:r>
            <a:endParaRPr lang="zh-TW" altLang="en-US" dirty="0"/>
          </a:p>
        </p:txBody>
      </p:sp>
      <p:sp>
        <p:nvSpPr>
          <p:cNvPr id="4" name="日期版面配置區 3">
            <a:extLst>
              <a:ext uri="{FF2B5EF4-FFF2-40B4-BE49-F238E27FC236}">
                <a16:creationId xmlns:a16="http://schemas.microsoft.com/office/drawing/2014/main" id="{FE2AF72A-38B9-4AAF-8A61-A362036F1EAA}"/>
              </a:ext>
            </a:extLst>
          </p:cNvPr>
          <p:cNvSpPr>
            <a:spLocks noGrp="1"/>
          </p:cNvSpPr>
          <p:nvPr>
            <p:ph type="dt" sz="half" idx="10"/>
          </p:nvPr>
        </p:nvSpPr>
        <p:spPr/>
        <p:txBody>
          <a:bodyPr/>
          <a:lstStyle/>
          <a:p>
            <a:fld id="{F4A2503F-1177-4A4E-8015-3B0661847685}" type="datetimeFigureOut">
              <a:rPr lang="zh-TW" altLang="en-US" smtClean="0"/>
              <a:t>2022/3/16</a:t>
            </a:fld>
            <a:endParaRPr lang="zh-TW" altLang="en-US"/>
          </a:p>
        </p:txBody>
      </p:sp>
      <p:sp>
        <p:nvSpPr>
          <p:cNvPr id="5" name="頁尾版面配置區 4">
            <a:extLst>
              <a:ext uri="{FF2B5EF4-FFF2-40B4-BE49-F238E27FC236}">
                <a16:creationId xmlns:a16="http://schemas.microsoft.com/office/drawing/2014/main" id="{259927B3-B328-427A-B723-042ACF31DE9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4E6C5C-F026-4D4A-9396-A8E02D240B3A}"/>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888124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94A83-2AAB-4A5C-A410-587CB4BA1C7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9E32E77-4D2E-4E74-A383-EA8A4FB5FB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AA91082-4FBD-4622-B1DF-8A9487D073B0}"/>
              </a:ext>
            </a:extLst>
          </p:cNvPr>
          <p:cNvSpPr>
            <a:spLocks noGrp="1"/>
          </p:cNvSpPr>
          <p:nvPr>
            <p:ph type="dt" sz="half" idx="10"/>
          </p:nvPr>
        </p:nvSpPr>
        <p:spPr/>
        <p:txBody>
          <a:bodyPr/>
          <a:lstStyle/>
          <a:p>
            <a:fld id="{F4A2503F-1177-4A4E-8015-3B0661847685}" type="datetimeFigureOut">
              <a:rPr lang="zh-TW" altLang="en-US" smtClean="0"/>
              <a:t>2022/3/16</a:t>
            </a:fld>
            <a:endParaRPr lang="zh-TW" altLang="en-US"/>
          </a:p>
        </p:txBody>
      </p:sp>
      <p:sp>
        <p:nvSpPr>
          <p:cNvPr id="5" name="頁尾版面配置區 4">
            <a:extLst>
              <a:ext uri="{FF2B5EF4-FFF2-40B4-BE49-F238E27FC236}">
                <a16:creationId xmlns:a16="http://schemas.microsoft.com/office/drawing/2014/main" id="{0F5F8BDE-A8F0-4DAC-99B2-50D2C0076B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8DC32A-8949-44F7-81E2-B83CF99B6149}"/>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919968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106E30-2946-483D-B775-554A96368A8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E3A773B-9F35-4E3D-A849-8D0145B8D16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05B11846-CABE-4EAB-BE62-420CD5D066C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9BEC952-B9F4-416C-BB41-8EE327AE64DA}"/>
              </a:ext>
            </a:extLst>
          </p:cNvPr>
          <p:cNvSpPr>
            <a:spLocks noGrp="1"/>
          </p:cNvSpPr>
          <p:nvPr>
            <p:ph type="dt" sz="half" idx="10"/>
          </p:nvPr>
        </p:nvSpPr>
        <p:spPr/>
        <p:txBody>
          <a:bodyPr/>
          <a:lstStyle/>
          <a:p>
            <a:fld id="{F4A2503F-1177-4A4E-8015-3B0661847685}" type="datetimeFigureOut">
              <a:rPr lang="zh-TW" altLang="en-US" smtClean="0"/>
              <a:t>2022/3/16</a:t>
            </a:fld>
            <a:endParaRPr lang="zh-TW" altLang="en-US"/>
          </a:p>
        </p:txBody>
      </p:sp>
      <p:sp>
        <p:nvSpPr>
          <p:cNvPr id="6" name="頁尾版面配置區 5">
            <a:extLst>
              <a:ext uri="{FF2B5EF4-FFF2-40B4-BE49-F238E27FC236}">
                <a16:creationId xmlns:a16="http://schemas.microsoft.com/office/drawing/2014/main" id="{2FE91547-DAC4-4194-9975-1908B4FB91D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8D607A5-83F1-4527-B1B7-BDF1CAEE3F0C}"/>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958607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54347C-74DC-4CB0-AED7-83CE1D00D218}"/>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A4958F8-A4BE-4B24-8356-FDD0A3445D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A0894F9C-30F3-4BB9-B5A6-A3AE00637964}"/>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F35A7371-F775-49D1-9F58-FCB95D2C16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B1B7DB5-49B1-46D6-BF9E-30B3944E8931}"/>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A296A5A-46FE-4924-80F3-7CA1E9542C98}"/>
              </a:ext>
            </a:extLst>
          </p:cNvPr>
          <p:cNvSpPr>
            <a:spLocks noGrp="1"/>
          </p:cNvSpPr>
          <p:nvPr>
            <p:ph type="dt" sz="half" idx="10"/>
          </p:nvPr>
        </p:nvSpPr>
        <p:spPr/>
        <p:txBody>
          <a:bodyPr/>
          <a:lstStyle/>
          <a:p>
            <a:fld id="{F4A2503F-1177-4A4E-8015-3B0661847685}" type="datetimeFigureOut">
              <a:rPr lang="zh-TW" altLang="en-US" smtClean="0"/>
              <a:t>2022/3/16</a:t>
            </a:fld>
            <a:endParaRPr lang="zh-TW" altLang="en-US"/>
          </a:p>
        </p:txBody>
      </p:sp>
      <p:sp>
        <p:nvSpPr>
          <p:cNvPr id="8" name="頁尾版面配置區 7">
            <a:extLst>
              <a:ext uri="{FF2B5EF4-FFF2-40B4-BE49-F238E27FC236}">
                <a16:creationId xmlns:a16="http://schemas.microsoft.com/office/drawing/2014/main" id="{F7C630AC-DFE1-4D71-9917-19247C1F85C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04B8C931-DB59-4526-8001-0E5FDF164AF8}"/>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998037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F63E41-CEC2-4F37-AAEA-7C0C0248FA3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B31E847-1C3E-4C63-AF56-AFC9B011C5D8}"/>
              </a:ext>
            </a:extLst>
          </p:cNvPr>
          <p:cNvSpPr>
            <a:spLocks noGrp="1"/>
          </p:cNvSpPr>
          <p:nvPr>
            <p:ph type="dt" sz="half" idx="10"/>
          </p:nvPr>
        </p:nvSpPr>
        <p:spPr/>
        <p:txBody>
          <a:bodyPr/>
          <a:lstStyle/>
          <a:p>
            <a:fld id="{F4A2503F-1177-4A4E-8015-3B0661847685}" type="datetimeFigureOut">
              <a:rPr lang="zh-TW" altLang="en-US" smtClean="0"/>
              <a:t>2022/3/16</a:t>
            </a:fld>
            <a:endParaRPr lang="zh-TW" altLang="en-US"/>
          </a:p>
        </p:txBody>
      </p:sp>
      <p:sp>
        <p:nvSpPr>
          <p:cNvPr id="4" name="頁尾版面配置區 3">
            <a:extLst>
              <a:ext uri="{FF2B5EF4-FFF2-40B4-BE49-F238E27FC236}">
                <a16:creationId xmlns:a16="http://schemas.microsoft.com/office/drawing/2014/main" id="{75085913-2E3E-4049-A848-946D845AACB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2C93600-AC47-4BCE-9D50-108C888DE3F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253514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E8C1A37-E1DB-4353-B8C2-449B11A093EA}"/>
              </a:ext>
            </a:extLst>
          </p:cNvPr>
          <p:cNvSpPr>
            <a:spLocks noGrp="1"/>
          </p:cNvSpPr>
          <p:nvPr>
            <p:ph type="dt" sz="half" idx="10"/>
          </p:nvPr>
        </p:nvSpPr>
        <p:spPr/>
        <p:txBody>
          <a:bodyPr/>
          <a:lstStyle/>
          <a:p>
            <a:fld id="{F4A2503F-1177-4A4E-8015-3B0661847685}" type="datetimeFigureOut">
              <a:rPr lang="zh-TW" altLang="en-US" smtClean="0"/>
              <a:t>2022/3/16</a:t>
            </a:fld>
            <a:endParaRPr lang="zh-TW" altLang="en-US"/>
          </a:p>
        </p:txBody>
      </p:sp>
      <p:sp>
        <p:nvSpPr>
          <p:cNvPr id="3" name="頁尾版面配置區 2">
            <a:extLst>
              <a:ext uri="{FF2B5EF4-FFF2-40B4-BE49-F238E27FC236}">
                <a16:creationId xmlns:a16="http://schemas.microsoft.com/office/drawing/2014/main" id="{FF3463C6-00AC-42CC-B63E-8629A2782FE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65053A4-6DC4-437D-8D38-E158378EE3C2}"/>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729107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70F7FC-8574-4AD7-9C06-68F6FAE49E6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D36714A-AF50-4099-93D9-86186ED92B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6DBC3B7-42ED-430E-B62F-657278DD7A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EE20C7E-F4DA-42C0-992D-559213079D7E}"/>
              </a:ext>
            </a:extLst>
          </p:cNvPr>
          <p:cNvSpPr>
            <a:spLocks noGrp="1"/>
          </p:cNvSpPr>
          <p:nvPr>
            <p:ph type="dt" sz="half" idx="10"/>
          </p:nvPr>
        </p:nvSpPr>
        <p:spPr/>
        <p:txBody>
          <a:bodyPr/>
          <a:lstStyle/>
          <a:p>
            <a:fld id="{F4A2503F-1177-4A4E-8015-3B0661847685}" type="datetimeFigureOut">
              <a:rPr lang="zh-TW" altLang="en-US" smtClean="0"/>
              <a:t>2022/3/16</a:t>
            </a:fld>
            <a:endParaRPr lang="zh-TW" altLang="en-US"/>
          </a:p>
        </p:txBody>
      </p:sp>
      <p:sp>
        <p:nvSpPr>
          <p:cNvPr id="6" name="頁尾版面配置區 5">
            <a:extLst>
              <a:ext uri="{FF2B5EF4-FFF2-40B4-BE49-F238E27FC236}">
                <a16:creationId xmlns:a16="http://schemas.microsoft.com/office/drawing/2014/main" id="{8143E935-5D8F-4668-9377-D6659857E2C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2B7D27C-5EF8-4572-89F2-8DBEEA27503B}"/>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732207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A067B3-FF39-49E4-9074-9B95C4A0943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6DD7DA6-20A5-4C3D-8DFC-2DB5745622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a:extLst>
              <a:ext uri="{FF2B5EF4-FFF2-40B4-BE49-F238E27FC236}">
                <a16:creationId xmlns:a16="http://schemas.microsoft.com/office/drawing/2014/main" id="{2986B126-0E5E-4052-A79B-6F1CCAFA1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DEA2E1D-5A5F-40CA-A36D-A312BE08442B}"/>
              </a:ext>
            </a:extLst>
          </p:cNvPr>
          <p:cNvSpPr>
            <a:spLocks noGrp="1"/>
          </p:cNvSpPr>
          <p:nvPr>
            <p:ph type="dt" sz="half" idx="10"/>
          </p:nvPr>
        </p:nvSpPr>
        <p:spPr/>
        <p:txBody>
          <a:bodyPr/>
          <a:lstStyle/>
          <a:p>
            <a:fld id="{F4A2503F-1177-4A4E-8015-3B0661847685}" type="datetimeFigureOut">
              <a:rPr lang="zh-TW" altLang="en-US" smtClean="0"/>
              <a:t>2022/3/16</a:t>
            </a:fld>
            <a:endParaRPr lang="zh-TW" altLang="en-US"/>
          </a:p>
        </p:txBody>
      </p:sp>
      <p:sp>
        <p:nvSpPr>
          <p:cNvPr id="6" name="頁尾版面配置區 5">
            <a:extLst>
              <a:ext uri="{FF2B5EF4-FFF2-40B4-BE49-F238E27FC236}">
                <a16:creationId xmlns:a16="http://schemas.microsoft.com/office/drawing/2014/main" id="{EF647EB2-1087-4D45-AAC7-C04A5AEEA5F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BB460F0-2254-479E-BFB4-4D507B459DFB}"/>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882825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E3F87C-0C73-4569-942C-CF6451875A8C}"/>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25398C3-786C-4DCC-95AE-F79AB1877A28}"/>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EB9FB1-20EF-4708-BBDB-3E1BCF2CE040}"/>
              </a:ext>
            </a:extLst>
          </p:cNvPr>
          <p:cNvSpPr>
            <a:spLocks noGrp="1"/>
          </p:cNvSpPr>
          <p:nvPr>
            <p:ph type="dt" sz="half" idx="10"/>
          </p:nvPr>
        </p:nvSpPr>
        <p:spPr/>
        <p:txBody>
          <a:bodyPr/>
          <a:lstStyle/>
          <a:p>
            <a:fld id="{F4A2503F-1177-4A4E-8015-3B0661847685}" type="datetimeFigureOut">
              <a:rPr lang="zh-TW" altLang="en-US" smtClean="0"/>
              <a:t>2022/3/16</a:t>
            </a:fld>
            <a:endParaRPr lang="zh-TW" altLang="en-US"/>
          </a:p>
        </p:txBody>
      </p:sp>
      <p:sp>
        <p:nvSpPr>
          <p:cNvPr id="5" name="頁尾版面配置區 4">
            <a:extLst>
              <a:ext uri="{FF2B5EF4-FFF2-40B4-BE49-F238E27FC236}">
                <a16:creationId xmlns:a16="http://schemas.microsoft.com/office/drawing/2014/main" id="{01F7FD53-A757-40F6-9969-6E0434DA469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DE0B9B2-5181-4FAA-87DA-6AD571741D36}"/>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350597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302A61-0C02-46CD-8DC8-BF935321287E}"/>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TW" altLang="en-US" dirty="0"/>
          </a:p>
        </p:txBody>
      </p:sp>
      <p:sp>
        <p:nvSpPr>
          <p:cNvPr id="3" name="直排文字版面配置區 2">
            <a:extLst>
              <a:ext uri="{FF2B5EF4-FFF2-40B4-BE49-F238E27FC236}">
                <a16:creationId xmlns:a16="http://schemas.microsoft.com/office/drawing/2014/main" id="{806A379B-846E-46F8-BF6E-611A4DA0A940}"/>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BB5C4E5-BA35-4FF8-99C5-98F1A8682EA8}"/>
              </a:ext>
            </a:extLst>
          </p:cNvPr>
          <p:cNvSpPr>
            <a:spLocks noGrp="1"/>
          </p:cNvSpPr>
          <p:nvPr>
            <p:ph type="dt" sz="half" idx="10"/>
          </p:nvPr>
        </p:nvSpPr>
        <p:spPr/>
        <p:txBody>
          <a:bodyPr/>
          <a:lstStyle/>
          <a:p>
            <a:fld id="{F4A2503F-1177-4A4E-8015-3B0661847685}" type="datetimeFigureOut">
              <a:rPr lang="zh-TW" altLang="en-US" smtClean="0"/>
              <a:t>2022/3/16</a:t>
            </a:fld>
            <a:endParaRPr lang="zh-TW" altLang="en-US"/>
          </a:p>
        </p:txBody>
      </p:sp>
      <p:sp>
        <p:nvSpPr>
          <p:cNvPr id="5" name="頁尾版面配置區 4">
            <a:extLst>
              <a:ext uri="{FF2B5EF4-FFF2-40B4-BE49-F238E27FC236}">
                <a16:creationId xmlns:a16="http://schemas.microsoft.com/office/drawing/2014/main" id="{AB141E24-01B9-40CC-8B56-3E2DDCCD7E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7F96409-420B-4CDB-9974-E92F79D38DA4}"/>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442696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B0A74E0-49D5-4C60-9101-23AECDB087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FDEB5E8B-37F4-436E-B651-875A938BC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A1E7728-55AD-4793-A9C1-1F9019CC35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2503F-1177-4A4E-8015-3B0661847685}" type="datetimeFigureOut">
              <a:rPr lang="zh-TW" altLang="en-US" smtClean="0"/>
              <a:t>2022/3/16</a:t>
            </a:fld>
            <a:endParaRPr lang="zh-TW" altLang="en-US"/>
          </a:p>
        </p:txBody>
      </p:sp>
      <p:sp>
        <p:nvSpPr>
          <p:cNvPr id="5" name="頁尾版面配置區 4">
            <a:extLst>
              <a:ext uri="{FF2B5EF4-FFF2-40B4-BE49-F238E27FC236}">
                <a16:creationId xmlns:a16="http://schemas.microsoft.com/office/drawing/2014/main" id="{05280DE3-C4AF-4CC8-91A4-8EB5E22A51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20FD4E5-BD8C-43C9-959E-6AA435F715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069491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標楷體" panose="03000509000000000000" pitchFamily="65" charset="-120"/>
          <a:ea typeface="標楷體" panose="03000509000000000000" pitchFamily="65" charset="-12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jpg"/><Relationship Id="rId5" Type="http://schemas.openxmlformats.org/officeDocument/2006/relationships/image" Target="../media/image2.png"/><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83053A-CC8D-454D-B92C-944C12D93638}"/>
              </a:ext>
            </a:extLst>
          </p:cNvPr>
          <p:cNvSpPr>
            <a:spLocks noGrp="1"/>
          </p:cNvSpPr>
          <p:nvPr>
            <p:ph type="ctrTitle"/>
          </p:nvPr>
        </p:nvSpPr>
        <p:spPr>
          <a:xfrm>
            <a:off x="1639410" y="589703"/>
            <a:ext cx="9144000" cy="2387600"/>
          </a:xfrm>
        </p:spPr>
        <p:txBody>
          <a:bodyPr>
            <a:normAutofit/>
          </a:bodyPr>
          <a:lstStyle/>
          <a:p>
            <a:r>
              <a:rPr lang="en-US" altLang="zh-TW" sz="4000" dirty="0">
                <a:latin typeface="Times New Roman" panose="02020603050405020304" pitchFamily="18" charset="0"/>
                <a:cs typeface="Times New Roman" panose="02020603050405020304" pitchFamily="18" charset="0"/>
              </a:rPr>
              <a:t>Scheduling for heterogeneous systems using constrained critical paths</a:t>
            </a:r>
            <a:endParaRPr lang="zh-TW" altLang="en-US" sz="40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5F758A5A-5857-4E7C-930D-EA56FC5A3499}"/>
              </a:ext>
            </a:extLst>
          </p:cNvPr>
          <p:cNvSpPr>
            <a:spLocks noGrp="1"/>
          </p:cNvSpPr>
          <p:nvPr>
            <p:ph type="subTitle" idx="1"/>
          </p:nvPr>
        </p:nvSpPr>
        <p:spPr/>
        <p:txBody>
          <a:bodyPr>
            <a:normAutofit fontScale="77500" lnSpcReduction="20000"/>
          </a:bodyPr>
          <a:lstStyle/>
          <a:p>
            <a:r>
              <a:rPr lang="en-US" altLang="zh-TW" sz="2800" dirty="0"/>
              <a:t>Minhaj Ahmad Khan</a:t>
            </a:r>
          </a:p>
          <a:p>
            <a:endParaRPr lang="en-US" altLang="zh-TW" sz="2800" dirty="0"/>
          </a:p>
          <a:p>
            <a:pPr algn="ctr" fontAlgn="ctr"/>
            <a:r>
              <a:rPr lang="en-US" altLang="zh-TW" sz="2800" b="0" i="0" u="none" strike="noStrike" dirty="0">
                <a:effectLst/>
                <a:latin typeface="NexusSans"/>
              </a:rPr>
              <a:t>Parallel Computing Volume 38, Issues 4–5</a:t>
            </a:r>
            <a:r>
              <a:rPr lang="en-US" altLang="zh-TW" sz="2800" b="0" i="0" dirty="0">
                <a:effectLst/>
                <a:latin typeface="NexusSans"/>
              </a:rPr>
              <a:t>, April–May 2012, pp 175-193</a:t>
            </a:r>
          </a:p>
          <a:p>
            <a:br>
              <a:rPr lang="en-US" altLang="zh-TW" dirty="0"/>
            </a:br>
            <a:endParaRPr lang="zh-TW" altLang="en-US" dirty="0"/>
          </a:p>
        </p:txBody>
      </p:sp>
      <p:sp>
        <p:nvSpPr>
          <p:cNvPr id="4" name="文字方塊 3">
            <a:extLst>
              <a:ext uri="{FF2B5EF4-FFF2-40B4-BE49-F238E27FC236}">
                <a16:creationId xmlns:a16="http://schemas.microsoft.com/office/drawing/2014/main" id="{5E7A0711-AD0C-4517-BA76-D06D960C23F9}"/>
              </a:ext>
            </a:extLst>
          </p:cNvPr>
          <p:cNvSpPr txBox="1"/>
          <p:nvPr/>
        </p:nvSpPr>
        <p:spPr>
          <a:xfrm>
            <a:off x="8700117" y="5335480"/>
            <a:ext cx="2743200" cy="646331"/>
          </a:xfrm>
          <a:prstGeom prst="rect">
            <a:avLst/>
          </a:prstGeom>
          <a:noFill/>
        </p:spPr>
        <p:txBody>
          <a:bodyPr wrap="square" rtlCol="0">
            <a:spAutoFit/>
          </a:bodyPr>
          <a:lstStyle/>
          <a:p>
            <a:r>
              <a:rPr lang="en-US" altLang="zh-TW" dirty="0"/>
              <a:t>Date: Mar. 16, 2022</a:t>
            </a:r>
          </a:p>
          <a:p>
            <a:r>
              <a:rPr lang="en-US" altLang="zh-TW" dirty="0"/>
              <a:t>Presenter: </a:t>
            </a:r>
            <a:r>
              <a:rPr lang="en-US" altLang="zh-TW" dirty="0" err="1"/>
              <a:t>Jue</a:t>
            </a:r>
            <a:r>
              <a:rPr lang="en-US" altLang="zh-TW" dirty="0"/>
              <a:t>-Jun, Wu</a:t>
            </a:r>
            <a:endParaRPr lang="zh-TW" altLang="en-US" dirty="0"/>
          </a:p>
        </p:txBody>
      </p:sp>
    </p:spTree>
    <p:extLst>
      <p:ext uri="{BB962C8B-B14F-4D97-AF65-F5344CB8AC3E}">
        <p14:creationId xmlns:p14="http://schemas.microsoft.com/office/powerpoint/2010/main" val="55839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483B4B-E523-4236-915D-5053AA970809}"/>
              </a:ext>
            </a:extLst>
          </p:cNvPr>
          <p:cNvSpPr>
            <a:spLocks noGrp="1"/>
          </p:cNvSpPr>
          <p:nvPr>
            <p:ph type="title"/>
          </p:nvPr>
        </p:nvSpPr>
        <p:spPr>
          <a:xfrm>
            <a:off x="838200" y="119743"/>
            <a:ext cx="10515600" cy="1325563"/>
          </a:xfrm>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A2CE3BD9-A135-4CFC-A7EF-CC43D70E3646}"/>
              </a:ext>
            </a:extLst>
          </p:cNvPr>
          <p:cNvSpPr>
            <a:spLocks noGrp="1"/>
          </p:cNvSpPr>
          <p:nvPr>
            <p:ph idx="1"/>
          </p:nvPr>
        </p:nvSpPr>
        <p:spPr>
          <a:xfrm>
            <a:off x="250371" y="1197427"/>
            <a:ext cx="11854543" cy="5845629"/>
          </a:xfrm>
        </p:spPr>
        <p:txBody>
          <a:bodyPr>
            <a:normAutofit fontScale="92500" lnSpcReduction="10000"/>
          </a:bodyPr>
          <a:lstStyle/>
          <a:p>
            <a:pPr marL="0" indent="0" algn="l">
              <a:buNone/>
            </a:pPr>
            <a:r>
              <a:rPr lang="en-US" altLang="zh-TW" b="0" i="0" dirty="0">
                <a:effectLst/>
              </a:rPr>
              <a:t>	A complex computing problem may be efficiently solved on a system with multiple processing elements by dividing its implementation code into several tasks or modules that execute in parallel. The modules may then be assigned to and scheduled on the processing elements so that the total execution time is minimum. Finding an optimal schedule for parallel programs is a non-trivial task and is considered to be NP-complete.</a:t>
            </a:r>
          </a:p>
          <a:p>
            <a:pPr marL="0" indent="0" algn="l">
              <a:buNone/>
            </a:pPr>
            <a:r>
              <a:rPr lang="en-US" altLang="zh-TW" b="0" i="0" dirty="0">
                <a:effectLst/>
              </a:rPr>
              <a:t>	For heterogeneous systems having processors with different characteristics, most of the scheduling algorithms use greedy approach to assign processors to the modules. This paper suggests a novel approach called constrained earliest finish time (CEFT) to provide better schedules for heterogeneous systems using the concept of the </a:t>
            </a:r>
            <a:r>
              <a:rPr lang="en-US" altLang="zh-TW" b="0" i="1" dirty="0">
                <a:effectLst/>
              </a:rPr>
              <a:t>constrained critical paths</a:t>
            </a:r>
            <a:r>
              <a:rPr lang="en-US" altLang="zh-TW" b="0" i="0" dirty="0">
                <a:effectLst/>
              </a:rPr>
              <a:t> (</a:t>
            </a:r>
            <a:r>
              <a:rPr lang="en-US" altLang="zh-TW" b="0" i="1" dirty="0">
                <a:effectLst/>
              </a:rPr>
              <a:t>CCPs</a:t>
            </a:r>
            <a:r>
              <a:rPr lang="en-US" altLang="zh-TW" b="0" i="0" dirty="0">
                <a:effectLst/>
              </a:rPr>
              <a:t>). In contrast to other approaches used for heterogeneous systems, the CEFT strategy takes into account a broader view of the input task graph. Furthermore, the statically generated CCPs may be efficiently scheduled in comparison with other </a:t>
            </a:r>
            <a:r>
              <a:rPr lang="en-US" altLang="zh-TW" b="0" i="0" dirty="0" err="1">
                <a:effectLst/>
              </a:rPr>
              <a:t>approaches.The</a:t>
            </a:r>
            <a:r>
              <a:rPr lang="en-US" altLang="zh-TW" b="0" i="0" dirty="0">
                <a:effectLst/>
              </a:rPr>
              <a:t> experimentation results show that the CEFT scheduling strategy outperforms the well-known HEFT, DLS and LMT strategies by producing shorter schedules for a diverse collection of task graphs.</a:t>
            </a:r>
          </a:p>
          <a:p>
            <a:endParaRPr lang="zh-TW" altLang="en-US" dirty="0"/>
          </a:p>
        </p:txBody>
      </p:sp>
    </p:spTree>
    <p:extLst>
      <p:ext uri="{BB962C8B-B14F-4D97-AF65-F5344CB8AC3E}">
        <p14:creationId xmlns:p14="http://schemas.microsoft.com/office/powerpoint/2010/main" val="1801576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487D4C-635B-45E3-B45F-A56DA66392F9}"/>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D7B0BA6C-D8E6-46BD-910D-8E8C70710BA5}"/>
              </a:ext>
            </a:extLst>
          </p:cNvPr>
          <p:cNvSpPr>
            <a:spLocks noGrp="1"/>
          </p:cNvSpPr>
          <p:nvPr>
            <p:ph idx="1"/>
          </p:nvPr>
        </p:nvSpPr>
        <p:spPr/>
        <p:txBody>
          <a:bodyPr/>
          <a:lstStyle/>
          <a:p>
            <a:r>
              <a:rPr lang="zh-TW" altLang="en-US" dirty="0"/>
              <a:t>對於 </a:t>
            </a:r>
            <a:r>
              <a:rPr lang="en-US" altLang="zh-TW" dirty="0"/>
              <a:t>CCP </a:t>
            </a:r>
            <a:r>
              <a:rPr lang="zh-TW" altLang="en-US" dirty="0"/>
              <a:t>中的所有任務，分配一個處理器。考慮 </a:t>
            </a:r>
            <a:r>
              <a:rPr lang="en-US" altLang="zh-TW" dirty="0"/>
              <a:t>CCP </a:t>
            </a:r>
            <a:r>
              <a:rPr lang="zh-TW" altLang="en-US" dirty="0"/>
              <a:t>中的所有任務不僅可以降低通信成本，還可以從更廣泛的任務圖視圖中受益。這就是為什麼與用於異構系統的其他調度方法相比，它產生更好的調度結果</a:t>
            </a:r>
            <a:endParaRPr lang="en-US" altLang="zh-TW" dirty="0"/>
          </a:p>
          <a:p>
            <a:r>
              <a:rPr lang="en-US" altLang="zh-TW" dirty="0"/>
              <a:t>For all the tasks in a CCP, a single processor is assigned. Consideration of all the tasks in a CCP not only reduces the com- </a:t>
            </a:r>
            <a:r>
              <a:rPr lang="en-US" altLang="zh-TW" dirty="0" err="1"/>
              <a:t>munication</a:t>
            </a:r>
            <a:r>
              <a:rPr lang="en-US" altLang="zh-TW" dirty="0"/>
              <a:t> cost, but also benefits from a broader view of the task graph. This is why, it produces better scheduling results as compared to other scheduling approaches being used for heterogeneous </a:t>
            </a:r>
            <a:r>
              <a:rPr lang="en-US" altLang="zh-TW" dirty="0" err="1"/>
              <a:t>syste</a:t>
            </a:r>
            <a:endParaRPr lang="zh-TW" altLang="en-US" dirty="0"/>
          </a:p>
        </p:txBody>
      </p:sp>
    </p:spTree>
    <p:extLst>
      <p:ext uri="{BB962C8B-B14F-4D97-AF65-F5344CB8AC3E}">
        <p14:creationId xmlns:p14="http://schemas.microsoft.com/office/powerpoint/2010/main" val="656086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AEA180A3-B83F-4C24-8E0F-D2DC7638B2A6}"/>
                  </a:ext>
                </a:extLst>
              </p:cNvPr>
              <p:cNvGraphicFramePr>
                <a:graphicFrameLocks noGrp="1"/>
              </p:cNvGraphicFramePr>
              <p:nvPr>
                <p:ph idx="1"/>
                <p:extLst>
                  <p:ext uri="{D42A27DB-BD31-4B8C-83A1-F6EECF244321}">
                    <p14:modId xmlns:p14="http://schemas.microsoft.com/office/powerpoint/2010/main" val="2869367935"/>
                  </p:ext>
                </p:extLst>
              </p:nvPr>
            </p:nvGraphicFramePr>
            <p:xfrm>
              <a:off x="470517" y="387442"/>
              <a:ext cx="4980372" cy="6183832"/>
            </p:xfrm>
            <a:graphic>
              <a:graphicData uri="http://schemas.openxmlformats.org/drawingml/2006/table">
                <a:tbl>
                  <a:tblPr firstRow="1" bandRow="1">
                    <a:tableStyleId>{5C22544A-7EE6-4342-B048-85BDC9FD1C3A}</a:tableStyleId>
                  </a:tblPr>
                  <a:tblGrid>
                    <a:gridCol w="719091">
                      <a:extLst>
                        <a:ext uri="{9D8B030D-6E8A-4147-A177-3AD203B41FA5}">
                          <a16:colId xmlns:a16="http://schemas.microsoft.com/office/drawing/2014/main" val="396819965"/>
                        </a:ext>
                      </a:extLst>
                    </a:gridCol>
                    <a:gridCol w="452761">
                      <a:extLst>
                        <a:ext uri="{9D8B030D-6E8A-4147-A177-3AD203B41FA5}">
                          <a16:colId xmlns:a16="http://schemas.microsoft.com/office/drawing/2014/main" val="851605323"/>
                        </a:ext>
                      </a:extLst>
                    </a:gridCol>
                    <a:gridCol w="461639">
                      <a:extLst>
                        <a:ext uri="{9D8B030D-6E8A-4147-A177-3AD203B41FA5}">
                          <a16:colId xmlns:a16="http://schemas.microsoft.com/office/drawing/2014/main" val="47958369"/>
                        </a:ext>
                      </a:extLst>
                    </a:gridCol>
                    <a:gridCol w="461639">
                      <a:extLst>
                        <a:ext uri="{9D8B030D-6E8A-4147-A177-3AD203B41FA5}">
                          <a16:colId xmlns:a16="http://schemas.microsoft.com/office/drawing/2014/main" val="3418081263"/>
                        </a:ext>
                      </a:extLst>
                    </a:gridCol>
                    <a:gridCol w="470516">
                      <a:extLst>
                        <a:ext uri="{9D8B030D-6E8A-4147-A177-3AD203B41FA5}">
                          <a16:colId xmlns:a16="http://schemas.microsoft.com/office/drawing/2014/main" val="35406369"/>
                        </a:ext>
                      </a:extLst>
                    </a:gridCol>
                    <a:gridCol w="2414726">
                      <a:extLst>
                        <a:ext uri="{9D8B030D-6E8A-4147-A177-3AD203B41FA5}">
                          <a16:colId xmlns:a16="http://schemas.microsoft.com/office/drawing/2014/main" val="321128535"/>
                        </a:ext>
                      </a:extLst>
                    </a:gridCol>
                  </a:tblGrid>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bar>
                                  <m:barPr>
                                    <m:pos m:val="top"/>
                                    <m:ctrlPr>
                                      <a:rPr lang="en-US" altLang="zh-TW" b="0" i="1" smtClean="0">
                                        <a:solidFill>
                                          <a:schemeClr val="tx1"/>
                                        </a:solidFill>
                                        <a:latin typeface="Cambria Math" panose="02040503050406030204" pitchFamily="18" charset="0"/>
                                        <a:cs typeface="Times New Roman" panose="02020603050405020304" pitchFamily="18" charset="0"/>
                                      </a:rPr>
                                    </m:ctrlPr>
                                  </m:barPr>
                                  <m:e>
                                    <m:r>
                                      <a:rPr lang="en-US" altLang="zh-TW" b="0" i="1" smtClean="0">
                                        <a:solidFill>
                                          <a:schemeClr val="tx1"/>
                                        </a:solidFill>
                                        <a:latin typeface="Cambria Math" panose="02040503050406030204" pitchFamily="18" charset="0"/>
                                        <a:cs typeface="Times New Roman" panose="02020603050405020304" pitchFamily="18" charset="0"/>
                                      </a:rPr>
                                      <m:t>𝑃</m:t>
                                    </m:r>
                                  </m:e>
                                </m:ba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97709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 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solidFill>
                              <a:latin typeface="Times New Roman" panose="02020603050405020304" pitchFamily="18" charset="0"/>
                              <a:cs typeface="Times New Roman" panose="02020603050405020304" pitchFamily="18" charset="0"/>
                            </a:rPr>
                            <a:t>+0+0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897491"/>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14</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38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14</a:t>
                          </a:r>
                          <a:r>
                            <a:rPr lang="en-US" altLang="zh-TW" b="0" dirty="0">
                              <a:solidFill>
                                <a:schemeClr val="tx1"/>
                              </a:solidFill>
                              <a:latin typeface="Times New Roman" panose="02020603050405020304" pitchFamily="18" charset="0"/>
                              <a:cs typeface="Times New Roman" panose="02020603050405020304" pitchFamily="18" charset="0"/>
                            </a:rPr>
                            <a:t>+16+</a:t>
                          </a:r>
                          <a:r>
                            <a:rPr lang="en-US" altLang="zh-TW" b="0" dirty="0">
                              <a:solidFill>
                                <a:schemeClr val="accent1"/>
                              </a:solidFill>
                              <a:latin typeface="Times New Roman" panose="02020603050405020304" pitchFamily="18" charset="0"/>
                              <a:cs typeface="Times New Roman" panose="02020603050405020304" pitchFamily="18" charset="0"/>
                            </a:rPr>
                            <a:t>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425724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15</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28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15</a:t>
                          </a:r>
                          <a:r>
                            <a:rPr lang="en-US" altLang="zh-TW" b="0" dirty="0">
                              <a:solidFill>
                                <a:schemeClr val="tx1"/>
                              </a:solidFill>
                              <a:latin typeface="Times New Roman" panose="02020603050405020304" pitchFamily="18" charset="0"/>
                              <a:cs typeface="Times New Roman" panose="02020603050405020304" pitchFamily="18" charset="0"/>
                            </a:rPr>
                            <a:t>+5+</a:t>
                          </a:r>
                          <a:r>
                            <a:rPr lang="en-US" altLang="zh-TW" b="0" dirty="0">
                              <a:solidFill>
                                <a:schemeClr val="accent1"/>
                              </a:solidFill>
                              <a:latin typeface="Times New Roman" panose="02020603050405020304" pitchFamily="18" charset="0"/>
                              <a:cs typeface="Times New Roman" panose="02020603050405020304" pitchFamily="18" charset="0"/>
                            </a:rPr>
                            <a:t>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86817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10</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62</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+14+</a:t>
                          </a:r>
                          <a:r>
                            <a:rPr lang="en-US" altLang="zh-TW" b="0" dirty="0">
                              <a:solidFill>
                                <a:schemeClr val="accent1"/>
                              </a:solidFill>
                              <a:latin typeface="Times New Roman" panose="02020603050405020304" pitchFamily="18" charset="0"/>
                              <a:cs typeface="Times New Roman" panose="02020603050405020304" pitchFamily="18" charset="0"/>
                            </a:rPr>
                            <a:t>38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4002987"/>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6</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51</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+7+</a:t>
                          </a:r>
                          <a:r>
                            <a:rPr lang="en-US" altLang="zh-TW" b="0" dirty="0">
                              <a:solidFill>
                                <a:schemeClr val="accent1"/>
                              </a:solidFill>
                              <a:latin typeface="Times New Roman" panose="02020603050405020304" pitchFamily="18" charset="0"/>
                              <a:cs typeface="Times New Roman" panose="02020603050405020304" pitchFamily="18" charset="0"/>
                            </a:rPr>
                            <a:t>38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0423242"/>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43</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chemeClr val="accent1"/>
                              </a:solidFill>
                              <a:latin typeface="Times New Roman" panose="02020603050405020304" pitchFamily="18" charset="0"/>
                              <a:cs typeface="Times New Roman" panose="02020603050405020304" pitchFamily="18" charset="0"/>
                            </a:rPr>
                            <a:t>28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383065"/>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47</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+12+</a:t>
                          </a:r>
                          <a:r>
                            <a:rPr lang="en-US" altLang="zh-TW" b="0" dirty="0">
                              <a:solidFill>
                                <a:schemeClr val="accent1"/>
                              </a:solidFill>
                              <a:latin typeface="Times New Roman" panose="02020603050405020304" pitchFamily="18" charset="0"/>
                              <a:cs typeface="Times New Roman" panose="02020603050405020304" pitchFamily="18" charset="0"/>
                            </a:rPr>
                            <a:t>28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54979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12</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88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+14+</a:t>
                          </a:r>
                          <a:r>
                            <a:rPr lang="en-US" altLang="zh-TW" b="0" dirty="0">
                              <a:solidFill>
                                <a:schemeClr val="accent1"/>
                              </a:solidFill>
                              <a:latin typeface="Times New Roman" panose="02020603050405020304" pitchFamily="18" charset="0"/>
                              <a:cs typeface="Times New Roman" panose="02020603050405020304" pitchFamily="18" charset="0"/>
                            </a:rPr>
                            <a:t>62</a:t>
                          </a:r>
                        </a:p>
                        <a:p>
                          <a:r>
                            <a:rPr lang="en-US" altLang="zh-TW" b="0" dirty="0">
                              <a:solidFill>
                                <a:schemeClr val="accent1"/>
                              </a:solidFill>
                              <a:latin typeface="Times New Roman" panose="02020603050405020304" pitchFamily="18" charset="0"/>
                              <a:cs typeface="Times New Roman" panose="02020603050405020304" pitchFamily="18" charset="0"/>
                            </a:rPr>
                            <a:t>78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+15+</a:t>
                          </a:r>
                          <a:r>
                            <a:rPr lang="en-US" altLang="zh-TW" b="0" dirty="0">
                              <a:solidFill>
                                <a:schemeClr val="accent1"/>
                              </a:solidFill>
                              <a:latin typeface="Times New Roman" panose="02020603050405020304" pitchFamily="18" charset="0"/>
                              <a:cs typeface="Times New Roman" panose="02020603050405020304" pitchFamily="18" charset="0"/>
                            </a:rPr>
                            <a:t>51</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6031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67</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solidFill>
                              <a:latin typeface="Times New Roman" panose="02020603050405020304" pitchFamily="18" charset="0"/>
                              <a:cs typeface="Times New Roman" panose="02020603050405020304" pitchFamily="18" charset="0"/>
                            </a:rPr>
                            <a:t>+16+</a:t>
                          </a:r>
                          <a:r>
                            <a:rPr lang="en-US" altLang="zh-TW" b="0" dirty="0">
                              <a:solidFill>
                                <a:schemeClr val="accent1"/>
                              </a:solidFill>
                              <a:latin typeface="Times New Roman" panose="02020603050405020304" pitchFamily="18" charset="0"/>
                              <a:cs typeface="Times New Roman" panose="02020603050405020304" pitchFamily="18" charset="0"/>
                            </a:rPr>
                            <a:t>43</a:t>
                          </a:r>
                        </a:p>
                        <a:p>
                          <a:r>
                            <a:rPr lang="en-US" altLang="zh-TW" b="0" dirty="0">
                              <a:solidFill>
                                <a:schemeClr val="accent1"/>
                              </a:solidFill>
                              <a:latin typeface="Times New Roman" panose="02020603050405020304" pitchFamily="18" charset="0"/>
                              <a:cs typeface="Times New Roman" panose="02020603050405020304" pitchFamily="18" charset="0"/>
                            </a:rPr>
                            <a:t>69</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solidFill>
                              <a:latin typeface="Times New Roman" panose="02020603050405020304" pitchFamily="18" charset="0"/>
                              <a:cs typeface="Times New Roman" panose="02020603050405020304" pitchFamily="18" charset="0"/>
                            </a:rPr>
                            <a:t>+14+</a:t>
                          </a:r>
                          <a:r>
                            <a:rPr lang="en-US" altLang="zh-TW" b="0" dirty="0">
                              <a:solidFill>
                                <a:schemeClr val="accent1"/>
                              </a:solidFill>
                              <a:latin typeface="Times New Roman" panose="02020603050405020304" pitchFamily="18" charset="0"/>
                              <a:cs typeface="Times New Roman" panose="02020603050405020304" pitchFamily="18" charset="0"/>
                            </a:rPr>
                            <a:t>47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3005826"/>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13</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88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13</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chemeClr val="accent1"/>
                              </a:solidFill>
                              <a:latin typeface="Times New Roman" panose="02020603050405020304" pitchFamily="18" charset="0"/>
                              <a:cs typeface="Times New Roman" panose="02020603050405020304" pitchFamily="18" charset="0"/>
                            </a:rPr>
                            <a:t>88</a:t>
                          </a:r>
                        </a:p>
                        <a:p>
                          <a:r>
                            <a:rPr lang="en-US" altLang="zh-TW" b="0" dirty="0">
                              <a:solidFill>
                                <a:schemeClr val="accent1"/>
                              </a:solidFill>
                              <a:latin typeface="Times New Roman" panose="02020603050405020304" pitchFamily="18" charset="0"/>
                              <a:cs typeface="Times New Roman" panose="02020603050405020304" pitchFamily="18" charset="0"/>
                            </a:rPr>
                            <a:t>108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13</a:t>
                          </a:r>
                          <a:r>
                            <a:rPr lang="en-US" altLang="zh-TW" b="0" dirty="0">
                              <a:solidFill>
                                <a:schemeClr val="tx1"/>
                              </a:solidFill>
                              <a:latin typeface="Times New Roman" panose="02020603050405020304" pitchFamily="18" charset="0"/>
                              <a:cs typeface="Times New Roman" panose="02020603050405020304" pitchFamily="18" charset="0"/>
                            </a:rPr>
                            <a:t>+17+</a:t>
                          </a:r>
                          <a:r>
                            <a:rPr lang="en-US" altLang="zh-TW" b="0" dirty="0">
                              <a:solidFill>
                                <a:schemeClr val="accent1"/>
                              </a:solidFill>
                              <a:latin typeface="Times New Roman" panose="02020603050405020304" pitchFamily="18" charset="0"/>
                              <a:cs typeface="Times New Roman" panose="02020603050405020304" pitchFamily="18" charset="0"/>
                            </a:rPr>
                            <a:t>69</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5089494"/>
                      </a:ext>
                    </a:extLst>
                  </a:tr>
                </a:tbl>
              </a:graphicData>
            </a:graphic>
          </p:graphicFrame>
        </mc:Choice>
        <mc:Fallback xmlns="">
          <p:graphicFrame>
            <p:nvGraphicFramePr>
              <p:cNvPr id="4" name="表格 4">
                <a:extLst>
                  <a:ext uri="{FF2B5EF4-FFF2-40B4-BE49-F238E27FC236}">
                    <a16:creationId xmlns:a16="http://schemas.microsoft.com/office/drawing/2014/main" id="{AEA180A3-B83F-4C24-8E0F-D2DC7638B2A6}"/>
                  </a:ext>
                </a:extLst>
              </p:cNvPr>
              <p:cNvGraphicFramePr>
                <a:graphicFrameLocks noGrp="1"/>
              </p:cNvGraphicFramePr>
              <p:nvPr>
                <p:ph idx="1"/>
                <p:extLst>
                  <p:ext uri="{D42A27DB-BD31-4B8C-83A1-F6EECF244321}">
                    <p14:modId xmlns:p14="http://schemas.microsoft.com/office/powerpoint/2010/main" val="2869367935"/>
                  </p:ext>
                </p:extLst>
              </p:nvPr>
            </p:nvGraphicFramePr>
            <p:xfrm>
              <a:off x="470517" y="387442"/>
              <a:ext cx="4980372" cy="6183832"/>
            </p:xfrm>
            <a:graphic>
              <a:graphicData uri="http://schemas.openxmlformats.org/drawingml/2006/table">
                <a:tbl>
                  <a:tblPr firstRow="1" bandRow="1">
                    <a:tableStyleId>{5C22544A-7EE6-4342-B048-85BDC9FD1C3A}</a:tableStyleId>
                  </a:tblPr>
                  <a:tblGrid>
                    <a:gridCol w="719091">
                      <a:extLst>
                        <a:ext uri="{9D8B030D-6E8A-4147-A177-3AD203B41FA5}">
                          <a16:colId xmlns:a16="http://schemas.microsoft.com/office/drawing/2014/main" val="396819965"/>
                        </a:ext>
                      </a:extLst>
                    </a:gridCol>
                    <a:gridCol w="452761">
                      <a:extLst>
                        <a:ext uri="{9D8B030D-6E8A-4147-A177-3AD203B41FA5}">
                          <a16:colId xmlns:a16="http://schemas.microsoft.com/office/drawing/2014/main" val="851605323"/>
                        </a:ext>
                      </a:extLst>
                    </a:gridCol>
                    <a:gridCol w="461639">
                      <a:extLst>
                        <a:ext uri="{9D8B030D-6E8A-4147-A177-3AD203B41FA5}">
                          <a16:colId xmlns:a16="http://schemas.microsoft.com/office/drawing/2014/main" val="47958369"/>
                        </a:ext>
                      </a:extLst>
                    </a:gridCol>
                    <a:gridCol w="461639">
                      <a:extLst>
                        <a:ext uri="{9D8B030D-6E8A-4147-A177-3AD203B41FA5}">
                          <a16:colId xmlns:a16="http://schemas.microsoft.com/office/drawing/2014/main" val="3418081263"/>
                        </a:ext>
                      </a:extLst>
                    </a:gridCol>
                    <a:gridCol w="470516">
                      <a:extLst>
                        <a:ext uri="{9D8B030D-6E8A-4147-A177-3AD203B41FA5}">
                          <a16:colId xmlns:a16="http://schemas.microsoft.com/office/drawing/2014/main" val="35406369"/>
                        </a:ext>
                      </a:extLst>
                    </a:gridCol>
                    <a:gridCol w="2414726">
                      <a:extLst>
                        <a:ext uri="{9D8B030D-6E8A-4147-A177-3AD203B41FA5}">
                          <a16:colId xmlns:a16="http://schemas.microsoft.com/office/drawing/2014/main" val="321128535"/>
                        </a:ext>
                      </a:extLst>
                    </a:gridCol>
                  </a:tblGrid>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448052" t="-5747" r="-518182" b="-1085057"/>
                          </a:stretch>
                        </a:blip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97709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 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solidFill>
                              <a:latin typeface="Times New Roman" panose="02020603050405020304" pitchFamily="18" charset="0"/>
                              <a:cs typeface="Times New Roman" panose="02020603050405020304" pitchFamily="18" charset="0"/>
                            </a:rPr>
                            <a:t>+0+0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897491"/>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14</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38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14</a:t>
                          </a:r>
                          <a:r>
                            <a:rPr lang="en-US" altLang="zh-TW" b="0" dirty="0">
                              <a:solidFill>
                                <a:schemeClr val="tx1"/>
                              </a:solidFill>
                              <a:latin typeface="Times New Roman" panose="02020603050405020304" pitchFamily="18" charset="0"/>
                              <a:cs typeface="Times New Roman" panose="02020603050405020304" pitchFamily="18" charset="0"/>
                            </a:rPr>
                            <a:t>+16+</a:t>
                          </a:r>
                          <a:r>
                            <a:rPr lang="en-US" altLang="zh-TW" b="0" dirty="0">
                              <a:solidFill>
                                <a:schemeClr val="accent1"/>
                              </a:solidFill>
                              <a:latin typeface="Times New Roman" panose="02020603050405020304" pitchFamily="18" charset="0"/>
                              <a:cs typeface="Times New Roman" panose="02020603050405020304" pitchFamily="18" charset="0"/>
                            </a:rPr>
                            <a:t>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425724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15</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28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15</a:t>
                          </a:r>
                          <a:r>
                            <a:rPr lang="en-US" altLang="zh-TW" b="0" dirty="0">
                              <a:solidFill>
                                <a:schemeClr val="tx1"/>
                              </a:solidFill>
                              <a:latin typeface="Times New Roman" panose="02020603050405020304" pitchFamily="18" charset="0"/>
                              <a:cs typeface="Times New Roman" panose="02020603050405020304" pitchFamily="18" charset="0"/>
                            </a:rPr>
                            <a:t>+5+</a:t>
                          </a:r>
                          <a:r>
                            <a:rPr lang="en-US" altLang="zh-TW" b="0" dirty="0">
                              <a:solidFill>
                                <a:schemeClr val="accent1"/>
                              </a:solidFill>
                              <a:latin typeface="Times New Roman" panose="02020603050405020304" pitchFamily="18" charset="0"/>
                              <a:cs typeface="Times New Roman" panose="02020603050405020304" pitchFamily="18" charset="0"/>
                            </a:rPr>
                            <a:t>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86817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10</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62</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+14+</a:t>
                          </a:r>
                          <a:r>
                            <a:rPr lang="en-US" altLang="zh-TW" b="0" dirty="0">
                              <a:solidFill>
                                <a:schemeClr val="accent1"/>
                              </a:solidFill>
                              <a:latin typeface="Times New Roman" panose="02020603050405020304" pitchFamily="18" charset="0"/>
                              <a:cs typeface="Times New Roman" panose="02020603050405020304" pitchFamily="18" charset="0"/>
                            </a:rPr>
                            <a:t>38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4002987"/>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6</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51</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+7+</a:t>
                          </a:r>
                          <a:r>
                            <a:rPr lang="en-US" altLang="zh-TW" b="0" dirty="0">
                              <a:solidFill>
                                <a:schemeClr val="accent1"/>
                              </a:solidFill>
                              <a:latin typeface="Times New Roman" panose="02020603050405020304" pitchFamily="18" charset="0"/>
                              <a:cs typeface="Times New Roman" panose="02020603050405020304" pitchFamily="18" charset="0"/>
                            </a:rPr>
                            <a:t>38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0423242"/>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43</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chemeClr val="accent1"/>
                              </a:solidFill>
                              <a:latin typeface="Times New Roman" panose="02020603050405020304" pitchFamily="18" charset="0"/>
                              <a:cs typeface="Times New Roman" panose="02020603050405020304" pitchFamily="18" charset="0"/>
                            </a:rPr>
                            <a:t>28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383065"/>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47</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+12+</a:t>
                          </a:r>
                          <a:r>
                            <a:rPr lang="en-US" altLang="zh-TW" b="0" dirty="0">
                              <a:solidFill>
                                <a:schemeClr val="accent1"/>
                              </a:solidFill>
                              <a:latin typeface="Times New Roman" panose="02020603050405020304" pitchFamily="18" charset="0"/>
                              <a:cs typeface="Times New Roman" panose="02020603050405020304" pitchFamily="18" charset="0"/>
                            </a:rPr>
                            <a:t>28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549799"/>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12</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88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+14+</a:t>
                          </a:r>
                          <a:r>
                            <a:rPr lang="en-US" altLang="zh-TW" b="0" dirty="0">
                              <a:solidFill>
                                <a:schemeClr val="accent1"/>
                              </a:solidFill>
                              <a:latin typeface="Times New Roman" panose="02020603050405020304" pitchFamily="18" charset="0"/>
                              <a:cs typeface="Times New Roman" panose="02020603050405020304" pitchFamily="18" charset="0"/>
                            </a:rPr>
                            <a:t>62</a:t>
                          </a:r>
                        </a:p>
                        <a:p>
                          <a:r>
                            <a:rPr lang="en-US" altLang="zh-TW" b="0" dirty="0">
                              <a:solidFill>
                                <a:schemeClr val="accent1"/>
                              </a:solidFill>
                              <a:latin typeface="Times New Roman" panose="02020603050405020304" pitchFamily="18" charset="0"/>
                              <a:cs typeface="Times New Roman" panose="02020603050405020304" pitchFamily="18" charset="0"/>
                            </a:rPr>
                            <a:t>78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+15+</a:t>
                          </a:r>
                          <a:r>
                            <a:rPr lang="en-US" altLang="zh-TW" b="0" dirty="0">
                              <a:solidFill>
                                <a:schemeClr val="accent1"/>
                              </a:solidFill>
                              <a:latin typeface="Times New Roman" panose="02020603050405020304" pitchFamily="18" charset="0"/>
                              <a:cs typeface="Times New Roman" panose="02020603050405020304" pitchFamily="18" charset="0"/>
                            </a:rPr>
                            <a:t>51</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603120"/>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67</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solidFill>
                              <a:latin typeface="Times New Roman" panose="02020603050405020304" pitchFamily="18" charset="0"/>
                              <a:cs typeface="Times New Roman" panose="02020603050405020304" pitchFamily="18" charset="0"/>
                            </a:rPr>
                            <a:t>+16+</a:t>
                          </a:r>
                          <a:r>
                            <a:rPr lang="en-US" altLang="zh-TW" b="0" dirty="0">
                              <a:solidFill>
                                <a:schemeClr val="accent1"/>
                              </a:solidFill>
                              <a:latin typeface="Times New Roman" panose="02020603050405020304" pitchFamily="18" charset="0"/>
                              <a:cs typeface="Times New Roman" panose="02020603050405020304" pitchFamily="18" charset="0"/>
                            </a:rPr>
                            <a:t>43</a:t>
                          </a:r>
                        </a:p>
                        <a:p>
                          <a:r>
                            <a:rPr lang="en-US" altLang="zh-TW" b="0" dirty="0">
                              <a:solidFill>
                                <a:schemeClr val="accent1"/>
                              </a:solidFill>
                              <a:latin typeface="Times New Roman" panose="02020603050405020304" pitchFamily="18" charset="0"/>
                              <a:cs typeface="Times New Roman" panose="02020603050405020304" pitchFamily="18" charset="0"/>
                            </a:rPr>
                            <a:t>69</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solidFill>
                              <a:latin typeface="Times New Roman" panose="02020603050405020304" pitchFamily="18" charset="0"/>
                              <a:cs typeface="Times New Roman" panose="02020603050405020304" pitchFamily="18" charset="0"/>
                            </a:rPr>
                            <a:t>+14+</a:t>
                          </a:r>
                          <a:r>
                            <a:rPr lang="en-US" altLang="zh-TW" b="0" dirty="0">
                              <a:solidFill>
                                <a:schemeClr val="accent1"/>
                              </a:solidFill>
                              <a:latin typeface="Times New Roman" panose="02020603050405020304" pitchFamily="18" charset="0"/>
                              <a:cs typeface="Times New Roman" panose="02020603050405020304" pitchFamily="18" charset="0"/>
                            </a:rPr>
                            <a:t>47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3005826"/>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13</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88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13</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chemeClr val="accent1"/>
                              </a:solidFill>
                              <a:latin typeface="Times New Roman" panose="02020603050405020304" pitchFamily="18" charset="0"/>
                              <a:cs typeface="Times New Roman" panose="02020603050405020304" pitchFamily="18" charset="0"/>
                            </a:rPr>
                            <a:t>88</a:t>
                          </a:r>
                        </a:p>
                        <a:p>
                          <a:r>
                            <a:rPr lang="en-US" altLang="zh-TW" b="0" dirty="0">
                              <a:solidFill>
                                <a:schemeClr val="accent1"/>
                              </a:solidFill>
                              <a:latin typeface="Times New Roman" panose="02020603050405020304" pitchFamily="18" charset="0"/>
                              <a:cs typeface="Times New Roman" panose="02020603050405020304" pitchFamily="18" charset="0"/>
                            </a:rPr>
                            <a:t>108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13</a:t>
                          </a:r>
                          <a:r>
                            <a:rPr lang="en-US" altLang="zh-TW" b="0" dirty="0">
                              <a:solidFill>
                                <a:schemeClr val="tx1"/>
                              </a:solidFill>
                              <a:latin typeface="Times New Roman" panose="02020603050405020304" pitchFamily="18" charset="0"/>
                              <a:cs typeface="Times New Roman" panose="02020603050405020304" pitchFamily="18" charset="0"/>
                            </a:rPr>
                            <a:t>+17+</a:t>
                          </a:r>
                          <a:r>
                            <a:rPr lang="en-US" altLang="zh-TW" b="0" dirty="0">
                              <a:solidFill>
                                <a:schemeClr val="accent1"/>
                              </a:solidFill>
                              <a:latin typeface="Times New Roman" panose="02020603050405020304" pitchFamily="18" charset="0"/>
                              <a:cs typeface="Times New Roman" panose="02020603050405020304" pitchFamily="18" charset="0"/>
                            </a:rPr>
                            <a:t>69</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5089494"/>
                      </a:ext>
                    </a:extLst>
                  </a:tr>
                </a:tbl>
              </a:graphicData>
            </a:graphic>
          </p:graphicFrame>
        </mc:Fallback>
      </mc:AlternateContent>
      <p:pic>
        <p:nvPicPr>
          <p:cNvPr id="6" name="圖片 5">
            <a:extLst>
              <a:ext uri="{FF2B5EF4-FFF2-40B4-BE49-F238E27FC236}">
                <a16:creationId xmlns:a16="http://schemas.microsoft.com/office/drawing/2014/main" id="{FE814D6C-6206-44A1-8358-6539A6B2FF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9120" y="387442"/>
            <a:ext cx="3178907" cy="4841440"/>
          </a:xfrm>
          <a:prstGeom prst="rect">
            <a:avLst/>
          </a:prstGeom>
        </p:spPr>
      </p:pic>
      <p:pic>
        <p:nvPicPr>
          <p:cNvPr id="9" name="內容版面配置區 3">
            <a:extLst>
              <a:ext uri="{FF2B5EF4-FFF2-40B4-BE49-F238E27FC236}">
                <a16:creationId xmlns:a16="http://schemas.microsoft.com/office/drawing/2014/main" id="{3FA23D61-DA5D-4D41-91B0-0A565071221D}"/>
              </a:ext>
            </a:extLst>
          </p:cNvPr>
          <p:cNvPicPr>
            <a:picLocks noChangeAspect="1"/>
          </p:cNvPicPr>
          <p:nvPr/>
        </p:nvPicPr>
        <p:blipFill rotWithShape="1">
          <a:blip r:embed="rId4"/>
          <a:srcRect l="28119" t="-8442" r="2207" b="4518"/>
          <a:stretch/>
        </p:blipFill>
        <p:spPr>
          <a:xfrm>
            <a:off x="3165741" y="387442"/>
            <a:ext cx="2129846" cy="509203"/>
          </a:xfrm>
          <a:prstGeom prst="rect">
            <a:avLst/>
          </a:prstGeom>
        </p:spPr>
      </p:pic>
      <p:graphicFrame>
        <p:nvGraphicFramePr>
          <p:cNvPr id="10" name="表格 4">
            <a:extLst>
              <a:ext uri="{FF2B5EF4-FFF2-40B4-BE49-F238E27FC236}">
                <a16:creationId xmlns:a16="http://schemas.microsoft.com/office/drawing/2014/main" id="{4E32AC89-174E-4209-9542-2B895BE17D2E}"/>
              </a:ext>
            </a:extLst>
          </p:cNvPr>
          <p:cNvGraphicFramePr>
            <a:graphicFrameLocks noGrp="1"/>
          </p:cNvGraphicFramePr>
          <p:nvPr>
            <p:extLst>
              <p:ext uri="{D42A27DB-BD31-4B8C-83A1-F6EECF244321}">
                <p14:modId xmlns:p14="http://schemas.microsoft.com/office/powerpoint/2010/main" val="2112758497"/>
              </p:ext>
            </p:extLst>
          </p:nvPr>
        </p:nvGraphicFramePr>
        <p:xfrm>
          <a:off x="9098626" y="642043"/>
          <a:ext cx="2709333" cy="22250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068935881"/>
                    </a:ext>
                  </a:extLst>
                </a:gridCol>
              </a:tblGrid>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Critical Paths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4766944"/>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A-B-D-H-J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1832602"/>
                  </a:ext>
                </a:extLst>
              </a:tr>
              <a:tr h="370840">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8738296"/>
                  </a:ext>
                </a:extLst>
              </a:tr>
              <a:tr h="370840">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5626231"/>
                  </a:ext>
                </a:extLst>
              </a:tr>
              <a:tr h="370840">
                <a:tc>
                  <a:txBody>
                    <a:bodyPr/>
                    <a:lstStyle/>
                    <a:p>
                      <a:endParaRPr lang="zh-TW" altLang="en-US"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32668"/>
                  </a:ext>
                </a:extLst>
              </a:tr>
              <a:tr h="370840">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1380213"/>
                  </a:ext>
                </a:extLst>
              </a:tr>
            </a:tbl>
          </a:graphicData>
        </a:graphic>
      </p:graphicFrame>
    </p:spTree>
    <p:extLst>
      <p:ext uri="{BB962C8B-B14F-4D97-AF65-F5344CB8AC3E}">
        <p14:creationId xmlns:p14="http://schemas.microsoft.com/office/powerpoint/2010/main" val="3560238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AEA180A3-B83F-4C24-8E0F-D2DC7638B2A6}"/>
                  </a:ext>
                </a:extLst>
              </p:cNvPr>
              <p:cNvGraphicFramePr>
                <a:graphicFrameLocks noGrp="1"/>
              </p:cNvGraphicFramePr>
              <p:nvPr>
                <p:ph idx="1"/>
              </p:nvPr>
            </p:nvGraphicFramePr>
            <p:xfrm>
              <a:off x="470517" y="387442"/>
              <a:ext cx="4980372" cy="6183832"/>
            </p:xfrm>
            <a:graphic>
              <a:graphicData uri="http://schemas.openxmlformats.org/drawingml/2006/table">
                <a:tbl>
                  <a:tblPr firstRow="1" bandRow="1">
                    <a:tableStyleId>{5C22544A-7EE6-4342-B048-85BDC9FD1C3A}</a:tableStyleId>
                  </a:tblPr>
                  <a:tblGrid>
                    <a:gridCol w="719091">
                      <a:extLst>
                        <a:ext uri="{9D8B030D-6E8A-4147-A177-3AD203B41FA5}">
                          <a16:colId xmlns:a16="http://schemas.microsoft.com/office/drawing/2014/main" val="396819965"/>
                        </a:ext>
                      </a:extLst>
                    </a:gridCol>
                    <a:gridCol w="452761">
                      <a:extLst>
                        <a:ext uri="{9D8B030D-6E8A-4147-A177-3AD203B41FA5}">
                          <a16:colId xmlns:a16="http://schemas.microsoft.com/office/drawing/2014/main" val="851605323"/>
                        </a:ext>
                      </a:extLst>
                    </a:gridCol>
                    <a:gridCol w="461639">
                      <a:extLst>
                        <a:ext uri="{9D8B030D-6E8A-4147-A177-3AD203B41FA5}">
                          <a16:colId xmlns:a16="http://schemas.microsoft.com/office/drawing/2014/main" val="47958369"/>
                        </a:ext>
                      </a:extLst>
                    </a:gridCol>
                    <a:gridCol w="461639">
                      <a:extLst>
                        <a:ext uri="{9D8B030D-6E8A-4147-A177-3AD203B41FA5}">
                          <a16:colId xmlns:a16="http://schemas.microsoft.com/office/drawing/2014/main" val="3418081263"/>
                        </a:ext>
                      </a:extLst>
                    </a:gridCol>
                    <a:gridCol w="470516">
                      <a:extLst>
                        <a:ext uri="{9D8B030D-6E8A-4147-A177-3AD203B41FA5}">
                          <a16:colId xmlns:a16="http://schemas.microsoft.com/office/drawing/2014/main" val="35406369"/>
                        </a:ext>
                      </a:extLst>
                    </a:gridCol>
                    <a:gridCol w="2414726">
                      <a:extLst>
                        <a:ext uri="{9D8B030D-6E8A-4147-A177-3AD203B41FA5}">
                          <a16:colId xmlns:a16="http://schemas.microsoft.com/office/drawing/2014/main" val="321128535"/>
                        </a:ext>
                      </a:extLst>
                    </a:gridCol>
                  </a:tblGrid>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bar>
                                  <m:barPr>
                                    <m:pos m:val="top"/>
                                    <m:ctrlPr>
                                      <a:rPr lang="en-US" altLang="zh-TW" b="0" i="1" smtClean="0">
                                        <a:solidFill>
                                          <a:schemeClr val="tx1"/>
                                        </a:solidFill>
                                        <a:latin typeface="Cambria Math" panose="02040503050406030204" pitchFamily="18" charset="0"/>
                                        <a:cs typeface="Times New Roman" panose="02020603050405020304" pitchFamily="18" charset="0"/>
                                      </a:rPr>
                                    </m:ctrlPr>
                                  </m:barPr>
                                  <m:e>
                                    <m:r>
                                      <a:rPr lang="en-US" altLang="zh-TW" b="0" i="1" smtClean="0">
                                        <a:solidFill>
                                          <a:schemeClr val="tx1"/>
                                        </a:solidFill>
                                        <a:latin typeface="Cambria Math" panose="02040503050406030204" pitchFamily="18" charset="0"/>
                                        <a:cs typeface="Times New Roman" panose="02020603050405020304" pitchFamily="18" charset="0"/>
                                      </a:rPr>
                                      <m:t>𝑃</m:t>
                                    </m:r>
                                  </m:e>
                                </m:ba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97709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 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solidFill>
                              <a:latin typeface="Times New Roman" panose="02020603050405020304" pitchFamily="18" charset="0"/>
                              <a:cs typeface="Times New Roman" panose="02020603050405020304" pitchFamily="18" charset="0"/>
                            </a:rPr>
                            <a:t>+0+0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897491"/>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14</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38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14</a:t>
                          </a:r>
                          <a:r>
                            <a:rPr lang="en-US" altLang="zh-TW" b="0" dirty="0">
                              <a:solidFill>
                                <a:schemeClr val="tx1"/>
                              </a:solidFill>
                              <a:latin typeface="Times New Roman" panose="02020603050405020304" pitchFamily="18" charset="0"/>
                              <a:cs typeface="Times New Roman" panose="02020603050405020304" pitchFamily="18" charset="0"/>
                            </a:rPr>
                            <a:t>+16+</a:t>
                          </a:r>
                          <a:r>
                            <a:rPr lang="en-US" altLang="zh-TW" b="0" dirty="0">
                              <a:solidFill>
                                <a:schemeClr val="accent1"/>
                              </a:solidFill>
                              <a:latin typeface="Times New Roman" panose="02020603050405020304" pitchFamily="18" charset="0"/>
                              <a:cs typeface="Times New Roman" panose="02020603050405020304" pitchFamily="18" charset="0"/>
                            </a:rPr>
                            <a:t>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425724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15</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28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15</a:t>
                          </a:r>
                          <a:r>
                            <a:rPr lang="en-US" altLang="zh-TW" b="0" dirty="0">
                              <a:solidFill>
                                <a:schemeClr val="tx1"/>
                              </a:solidFill>
                              <a:latin typeface="Times New Roman" panose="02020603050405020304" pitchFamily="18" charset="0"/>
                              <a:cs typeface="Times New Roman" panose="02020603050405020304" pitchFamily="18" charset="0"/>
                            </a:rPr>
                            <a:t>+5+</a:t>
                          </a:r>
                          <a:r>
                            <a:rPr lang="en-US" altLang="zh-TW" b="0" dirty="0">
                              <a:solidFill>
                                <a:schemeClr val="accent1"/>
                              </a:solidFill>
                              <a:latin typeface="Times New Roman" panose="02020603050405020304" pitchFamily="18" charset="0"/>
                              <a:cs typeface="Times New Roman" panose="02020603050405020304" pitchFamily="18" charset="0"/>
                            </a:rPr>
                            <a:t>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86817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10</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62</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+14+</a:t>
                          </a:r>
                          <a:r>
                            <a:rPr lang="en-US" altLang="zh-TW" b="0" dirty="0">
                              <a:solidFill>
                                <a:schemeClr val="accent1"/>
                              </a:solidFill>
                              <a:latin typeface="Times New Roman" panose="02020603050405020304" pitchFamily="18" charset="0"/>
                              <a:cs typeface="Times New Roman" panose="02020603050405020304" pitchFamily="18" charset="0"/>
                            </a:rPr>
                            <a:t>38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4002987"/>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6</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51</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+7+</a:t>
                          </a:r>
                          <a:r>
                            <a:rPr lang="en-US" altLang="zh-TW" b="0" dirty="0">
                              <a:solidFill>
                                <a:schemeClr val="accent1"/>
                              </a:solidFill>
                              <a:latin typeface="Times New Roman" panose="02020603050405020304" pitchFamily="18" charset="0"/>
                              <a:cs typeface="Times New Roman" panose="02020603050405020304" pitchFamily="18" charset="0"/>
                            </a:rPr>
                            <a:t>38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0423242"/>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43</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chemeClr val="accent1"/>
                              </a:solidFill>
                              <a:latin typeface="Times New Roman" panose="02020603050405020304" pitchFamily="18" charset="0"/>
                              <a:cs typeface="Times New Roman" panose="02020603050405020304" pitchFamily="18" charset="0"/>
                            </a:rPr>
                            <a:t>28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383065"/>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47</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+12+</a:t>
                          </a:r>
                          <a:r>
                            <a:rPr lang="en-US" altLang="zh-TW" b="0" dirty="0">
                              <a:solidFill>
                                <a:schemeClr val="accent1"/>
                              </a:solidFill>
                              <a:latin typeface="Times New Roman" panose="02020603050405020304" pitchFamily="18" charset="0"/>
                              <a:cs typeface="Times New Roman" panose="02020603050405020304" pitchFamily="18" charset="0"/>
                            </a:rPr>
                            <a:t>28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54979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12</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88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+14+</a:t>
                          </a:r>
                          <a:r>
                            <a:rPr lang="en-US" altLang="zh-TW" b="0" dirty="0">
                              <a:solidFill>
                                <a:schemeClr val="accent1"/>
                              </a:solidFill>
                              <a:latin typeface="Times New Roman" panose="02020603050405020304" pitchFamily="18" charset="0"/>
                              <a:cs typeface="Times New Roman" panose="02020603050405020304" pitchFamily="18" charset="0"/>
                            </a:rPr>
                            <a:t>62</a:t>
                          </a:r>
                        </a:p>
                        <a:p>
                          <a:r>
                            <a:rPr lang="en-US" altLang="zh-TW" b="0" dirty="0">
                              <a:solidFill>
                                <a:schemeClr val="accent1"/>
                              </a:solidFill>
                              <a:latin typeface="Times New Roman" panose="02020603050405020304" pitchFamily="18" charset="0"/>
                              <a:cs typeface="Times New Roman" panose="02020603050405020304" pitchFamily="18" charset="0"/>
                            </a:rPr>
                            <a:t>78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+15+</a:t>
                          </a:r>
                          <a:r>
                            <a:rPr lang="en-US" altLang="zh-TW" b="0" dirty="0">
                              <a:solidFill>
                                <a:schemeClr val="accent1"/>
                              </a:solidFill>
                              <a:latin typeface="Times New Roman" panose="02020603050405020304" pitchFamily="18" charset="0"/>
                              <a:cs typeface="Times New Roman" panose="02020603050405020304" pitchFamily="18" charset="0"/>
                            </a:rPr>
                            <a:t>51</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6031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67</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solidFill>
                              <a:latin typeface="Times New Roman" panose="02020603050405020304" pitchFamily="18" charset="0"/>
                              <a:cs typeface="Times New Roman" panose="02020603050405020304" pitchFamily="18" charset="0"/>
                            </a:rPr>
                            <a:t>+16+</a:t>
                          </a:r>
                          <a:r>
                            <a:rPr lang="en-US" altLang="zh-TW" b="0" dirty="0">
                              <a:solidFill>
                                <a:schemeClr val="accent1"/>
                              </a:solidFill>
                              <a:latin typeface="Times New Roman" panose="02020603050405020304" pitchFamily="18" charset="0"/>
                              <a:cs typeface="Times New Roman" panose="02020603050405020304" pitchFamily="18" charset="0"/>
                            </a:rPr>
                            <a:t>43</a:t>
                          </a:r>
                        </a:p>
                        <a:p>
                          <a:r>
                            <a:rPr lang="en-US" altLang="zh-TW" b="0" dirty="0">
                              <a:solidFill>
                                <a:schemeClr val="accent1"/>
                              </a:solidFill>
                              <a:latin typeface="Times New Roman" panose="02020603050405020304" pitchFamily="18" charset="0"/>
                              <a:cs typeface="Times New Roman" panose="02020603050405020304" pitchFamily="18" charset="0"/>
                            </a:rPr>
                            <a:t>69</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solidFill>
                              <a:latin typeface="Times New Roman" panose="02020603050405020304" pitchFamily="18" charset="0"/>
                              <a:cs typeface="Times New Roman" panose="02020603050405020304" pitchFamily="18" charset="0"/>
                            </a:rPr>
                            <a:t>+14+</a:t>
                          </a:r>
                          <a:r>
                            <a:rPr lang="en-US" altLang="zh-TW" b="0" dirty="0">
                              <a:solidFill>
                                <a:schemeClr val="accent1"/>
                              </a:solidFill>
                              <a:latin typeface="Times New Roman" panose="02020603050405020304" pitchFamily="18" charset="0"/>
                              <a:cs typeface="Times New Roman" panose="02020603050405020304" pitchFamily="18" charset="0"/>
                            </a:rPr>
                            <a:t>47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3005826"/>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13</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88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13</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chemeClr val="accent1"/>
                              </a:solidFill>
                              <a:latin typeface="Times New Roman" panose="02020603050405020304" pitchFamily="18" charset="0"/>
                              <a:cs typeface="Times New Roman" panose="02020603050405020304" pitchFamily="18" charset="0"/>
                            </a:rPr>
                            <a:t>88</a:t>
                          </a:r>
                        </a:p>
                        <a:p>
                          <a:r>
                            <a:rPr lang="en-US" altLang="zh-TW" b="0" dirty="0">
                              <a:solidFill>
                                <a:schemeClr val="accent1"/>
                              </a:solidFill>
                              <a:latin typeface="Times New Roman" panose="02020603050405020304" pitchFamily="18" charset="0"/>
                              <a:cs typeface="Times New Roman" panose="02020603050405020304" pitchFamily="18" charset="0"/>
                            </a:rPr>
                            <a:t>108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13</a:t>
                          </a:r>
                          <a:r>
                            <a:rPr lang="en-US" altLang="zh-TW" b="0" dirty="0">
                              <a:solidFill>
                                <a:schemeClr val="tx1"/>
                              </a:solidFill>
                              <a:latin typeface="Times New Roman" panose="02020603050405020304" pitchFamily="18" charset="0"/>
                              <a:cs typeface="Times New Roman" panose="02020603050405020304" pitchFamily="18" charset="0"/>
                            </a:rPr>
                            <a:t>+17+</a:t>
                          </a:r>
                          <a:r>
                            <a:rPr lang="en-US" altLang="zh-TW" b="0" dirty="0">
                              <a:solidFill>
                                <a:schemeClr val="accent1"/>
                              </a:solidFill>
                              <a:latin typeface="Times New Roman" panose="02020603050405020304" pitchFamily="18" charset="0"/>
                              <a:cs typeface="Times New Roman" panose="02020603050405020304" pitchFamily="18" charset="0"/>
                            </a:rPr>
                            <a:t>69</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5089494"/>
                      </a:ext>
                    </a:extLst>
                  </a:tr>
                </a:tbl>
              </a:graphicData>
            </a:graphic>
          </p:graphicFrame>
        </mc:Choice>
        <mc:Fallback xmlns="">
          <p:graphicFrame>
            <p:nvGraphicFramePr>
              <p:cNvPr id="4" name="表格 4">
                <a:extLst>
                  <a:ext uri="{FF2B5EF4-FFF2-40B4-BE49-F238E27FC236}">
                    <a16:creationId xmlns:a16="http://schemas.microsoft.com/office/drawing/2014/main" id="{AEA180A3-B83F-4C24-8E0F-D2DC7638B2A6}"/>
                  </a:ext>
                </a:extLst>
              </p:cNvPr>
              <p:cNvGraphicFramePr>
                <a:graphicFrameLocks noGrp="1"/>
              </p:cNvGraphicFramePr>
              <p:nvPr>
                <p:ph idx="1"/>
              </p:nvPr>
            </p:nvGraphicFramePr>
            <p:xfrm>
              <a:off x="470517" y="387442"/>
              <a:ext cx="4980372" cy="6183832"/>
            </p:xfrm>
            <a:graphic>
              <a:graphicData uri="http://schemas.openxmlformats.org/drawingml/2006/table">
                <a:tbl>
                  <a:tblPr firstRow="1" bandRow="1">
                    <a:tableStyleId>{5C22544A-7EE6-4342-B048-85BDC9FD1C3A}</a:tableStyleId>
                  </a:tblPr>
                  <a:tblGrid>
                    <a:gridCol w="719091">
                      <a:extLst>
                        <a:ext uri="{9D8B030D-6E8A-4147-A177-3AD203B41FA5}">
                          <a16:colId xmlns:a16="http://schemas.microsoft.com/office/drawing/2014/main" val="396819965"/>
                        </a:ext>
                      </a:extLst>
                    </a:gridCol>
                    <a:gridCol w="452761">
                      <a:extLst>
                        <a:ext uri="{9D8B030D-6E8A-4147-A177-3AD203B41FA5}">
                          <a16:colId xmlns:a16="http://schemas.microsoft.com/office/drawing/2014/main" val="851605323"/>
                        </a:ext>
                      </a:extLst>
                    </a:gridCol>
                    <a:gridCol w="461639">
                      <a:extLst>
                        <a:ext uri="{9D8B030D-6E8A-4147-A177-3AD203B41FA5}">
                          <a16:colId xmlns:a16="http://schemas.microsoft.com/office/drawing/2014/main" val="47958369"/>
                        </a:ext>
                      </a:extLst>
                    </a:gridCol>
                    <a:gridCol w="461639">
                      <a:extLst>
                        <a:ext uri="{9D8B030D-6E8A-4147-A177-3AD203B41FA5}">
                          <a16:colId xmlns:a16="http://schemas.microsoft.com/office/drawing/2014/main" val="3418081263"/>
                        </a:ext>
                      </a:extLst>
                    </a:gridCol>
                    <a:gridCol w="470516">
                      <a:extLst>
                        <a:ext uri="{9D8B030D-6E8A-4147-A177-3AD203B41FA5}">
                          <a16:colId xmlns:a16="http://schemas.microsoft.com/office/drawing/2014/main" val="35406369"/>
                        </a:ext>
                      </a:extLst>
                    </a:gridCol>
                    <a:gridCol w="2414726">
                      <a:extLst>
                        <a:ext uri="{9D8B030D-6E8A-4147-A177-3AD203B41FA5}">
                          <a16:colId xmlns:a16="http://schemas.microsoft.com/office/drawing/2014/main" val="321128535"/>
                        </a:ext>
                      </a:extLst>
                    </a:gridCol>
                  </a:tblGrid>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448052" t="-5747" r="-518182" b="-1085057"/>
                          </a:stretch>
                        </a:blip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97709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 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solidFill>
                              <a:latin typeface="Times New Roman" panose="02020603050405020304" pitchFamily="18" charset="0"/>
                              <a:cs typeface="Times New Roman" panose="02020603050405020304" pitchFamily="18" charset="0"/>
                            </a:rPr>
                            <a:t>+0+0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897491"/>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14</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38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14</a:t>
                          </a:r>
                          <a:r>
                            <a:rPr lang="en-US" altLang="zh-TW" b="0" dirty="0">
                              <a:solidFill>
                                <a:schemeClr val="tx1"/>
                              </a:solidFill>
                              <a:latin typeface="Times New Roman" panose="02020603050405020304" pitchFamily="18" charset="0"/>
                              <a:cs typeface="Times New Roman" panose="02020603050405020304" pitchFamily="18" charset="0"/>
                            </a:rPr>
                            <a:t>+16+</a:t>
                          </a:r>
                          <a:r>
                            <a:rPr lang="en-US" altLang="zh-TW" b="0" dirty="0">
                              <a:solidFill>
                                <a:schemeClr val="accent1"/>
                              </a:solidFill>
                              <a:latin typeface="Times New Roman" panose="02020603050405020304" pitchFamily="18" charset="0"/>
                              <a:cs typeface="Times New Roman" panose="02020603050405020304" pitchFamily="18" charset="0"/>
                            </a:rPr>
                            <a:t>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425724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15</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28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15</a:t>
                          </a:r>
                          <a:r>
                            <a:rPr lang="en-US" altLang="zh-TW" b="0" dirty="0">
                              <a:solidFill>
                                <a:schemeClr val="tx1"/>
                              </a:solidFill>
                              <a:latin typeface="Times New Roman" panose="02020603050405020304" pitchFamily="18" charset="0"/>
                              <a:cs typeface="Times New Roman" panose="02020603050405020304" pitchFamily="18" charset="0"/>
                            </a:rPr>
                            <a:t>+5+</a:t>
                          </a:r>
                          <a:r>
                            <a:rPr lang="en-US" altLang="zh-TW" b="0" dirty="0">
                              <a:solidFill>
                                <a:schemeClr val="accent1"/>
                              </a:solidFill>
                              <a:latin typeface="Times New Roman" panose="02020603050405020304" pitchFamily="18" charset="0"/>
                              <a:cs typeface="Times New Roman" panose="02020603050405020304" pitchFamily="18" charset="0"/>
                            </a:rPr>
                            <a:t>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86817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10</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62</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+14+</a:t>
                          </a:r>
                          <a:r>
                            <a:rPr lang="en-US" altLang="zh-TW" b="0" dirty="0">
                              <a:solidFill>
                                <a:schemeClr val="accent1"/>
                              </a:solidFill>
                              <a:latin typeface="Times New Roman" panose="02020603050405020304" pitchFamily="18" charset="0"/>
                              <a:cs typeface="Times New Roman" panose="02020603050405020304" pitchFamily="18" charset="0"/>
                            </a:rPr>
                            <a:t>38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4002987"/>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6</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51</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+7+</a:t>
                          </a:r>
                          <a:r>
                            <a:rPr lang="en-US" altLang="zh-TW" b="0" dirty="0">
                              <a:solidFill>
                                <a:schemeClr val="accent1"/>
                              </a:solidFill>
                              <a:latin typeface="Times New Roman" panose="02020603050405020304" pitchFamily="18" charset="0"/>
                              <a:cs typeface="Times New Roman" panose="02020603050405020304" pitchFamily="18" charset="0"/>
                            </a:rPr>
                            <a:t>38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0423242"/>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43</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chemeClr val="accent1"/>
                              </a:solidFill>
                              <a:latin typeface="Times New Roman" panose="02020603050405020304" pitchFamily="18" charset="0"/>
                              <a:cs typeface="Times New Roman" panose="02020603050405020304" pitchFamily="18" charset="0"/>
                            </a:rPr>
                            <a:t>28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383065"/>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47</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+12+</a:t>
                          </a:r>
                          <a:r>
                            <a:rPr lang="en-US" altLang="zh-TW" b="0" dirty="0">
                              <a:solidFill>
                                <a:schemeClr val="accent1"/>
                              </a:solidFill>
                              <a:latin typeface="Times New Roman" panose="02020603050405020304" pitchFamily="18" charset="0"/>
                              <a:cs typeface="Times New Roman" panose="02020603050405020304" pitchFamily="18" charset="0"/>
                            </a:rPr>
                            <a:t>28</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549799"/>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12</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88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+14+</a:t>
                          </a:r>
                          <a:r>
                            <a:rPr lang="en-US" altLang="zh-TW" b="0" dirty="0">
                              <a:solidFill>
                                <a:schemeClr val="accent1"/>
                              </a:solidFill>
                              <a:latin typeface="Times New Roman" panose="02020603050405020304" pitchFamily="18" charset="0"/>
                              <a:cs typeface="Times New Roman" panose="02020603050405020304" pitchFamily="18" charset="0"/>
                            </a:rPr>
                            <a:t>62</a:t>
                          </a:r>
                        </a:p>
                        <a:p>
                          <a:r>
                            <a:rPr lang="en-US" altLang="zh-TW" b="0" dirty="0">
                              <a:solidFill>
                                <a:schemeClr val="accent1"/>
                              </a:solidFill>
                              <a:latin typeface="Times New Roman" panose="02020603050405020304" pitchFamily="18" charset="0"/>
                              <a:cs typeface="Times New Roman" panose="02020603050405020304" pitchFamily="18" charset="0"/>
                            </a:rPr>
                            <a:t>78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+15+</a:t>
                          </a:r>
                          <a:r>
                            <a:rPr lang="en-US" altLang="zh-TW" b="0" dirty="0">
                              <a:solidFill>
                                <a:schemeClr val="accent1"/>
                              </a:solidFill>
                              <a:latin typeface="Times New Roman" panose="02020603050405020304" pitchFamily="18" charset="0"/>
                              <a:cs typeface="Times New Roman" panose="02020603050405020304" pitchFamily="18" charset="0"/>
                            </a:rPr>
                            <a:t>51</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603120"/>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67</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solidFill>
                              <a:latin typeface="Times New Roman" panose="02020603050405020304" pitchFamily="18" charset="0"/>
                              <a:cs typeface="Times New Roman" panose="02020603050405020304" pitchFamily="18" charset="0"/>
                            </a:rPr>
                            <a:t>+16+</a:t>
                          </a:r>
                          <a:r>
                            <a:rPr lang="en-US" altLang="zh-TW" b="0" dirty="0">
                              <a:solidFill>
                                <a:schemeClr val="accent1"/>
                              </a:solidFill>
                              <a:latin typeface="Times New Roman" panose="02020603050405020304" pitchFamily="18" charset="0"/>
                              <a:cs typeface="Times New Roman" panose="02020603050405020304" pitchFamily="18" charset="0"/>
                            </a:rPr>
                            <a:t>43</a:t>
                          </a:r>
                        </a:p>
                        <a:p>
                          <a:r>
                            <a:rPr lang="en-US" altLang="zh-TW" b="0" dirty="0">
                              <a:solidFill>
                                <a:schemeClr val="accent1"/>
                              </a:solidFill>
                              <a:latin typeface="Times New Roman" panose="02020603050405020304" pitchFamily="18" charset="0"/>
                              <a:cs typeface="Times New Roman" panose="02020603050405020304" pitchFamily="18" charset="0"/>
                            </a:rPr>
                            <a:t>69</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solidFill>
                              <a:latin typeface="Times New Roman" panose="02020603050405020304" pitchFamily="18" charset="0"/>
                              <a:cs typeface="Times New Roman" panose="02020603050405020304" pitchFamily="18" charset="0"/>
                            </a:rPr>
                            <a:t>+14+</a:t>
                          </a:r>
                          <a:r>
                            <a:rPr lang="en-US" altLang="zh-TW" b="0" dirty="0">
                              <a:solidFill>
                                <a:schemeClr val="accent1"/>
                              </a:solidFill>
                              <a:latin typeface="Times New Roman" panose="02020603050405020304" pitchFamily="18" charset="0"/>
                              <a:cs typeface="Times New Roman" panose="02020603050405020304" pitchFamily="18" charset="0"/>
                            </a:rPr>
                            <a:t>47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3005826"/>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13</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accent1"/>
                              </a:solidFill>
                              <a:latin typeface="Times New Roman" panose="02020603050405020304" pitchFamily="18" charset="0"/>
                              <a:cs typeface="Times New Roman" panose="02020603050405020304" pitchFamily="18" charset="0"/>
                            </a:rPr>
                            <a:t>88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13</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chemeClr val="accent1"/>
                              </a:solidFill>
                              <a:latin typeface="Times New Roman" panose="02020603050405020304" pitchFamily="18" charset="0"/>
                              <a:cs typeface="Times New Roman" panose="02020603050405020304" pitchFamily="18" charset="0"/>
                            </a:rPr>
                            <a:t>88</a:t>
                          </a:r>
                        </a:p>
                        <a:p>
                          <a:r>
                            <a:rPr lang="en-US" altLang="zh-TW" b="0" dirty="0">
                              <a:solidFill>
                                <a:schemeClr val="accent1"/>
                              </a:solidFill>
                              <a:latin typeface="Times New Roman" panose="02020603050405020304" pitchFamily="18" charset="0"/>
                              <a:cs typeface="Times New Roman" panose="02020603050405020304" pitchFamily="18" charset="0"/>
                            </a:rPr>
                            <a:t>108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FF0000"/>
                              </a:solidFill>
                              <a:latin typeface="Times New Roman" panose="02020603050405020304" pitchFamily="18" charset="0"/>
                              <a:cs typeface="Times New Roman" panose="02020603050405020304" pitchFamily="18" charset="0"/>
                            </a:rPr>
                            <a:t>13</a:t>
                          </a:r>
                          <a:r>
                            <a:rPr lang="en-US" altLang="zh-TW" b="0" dirty="0">
                              <a:solidFill>
                                <a:schemeClr val="tx1"/>
                              </a:solidFill>
                              <a:latin typeface="Times New Roman" panose="02020603050405020304" pitchFamily="18" charset="0"/>
                              <a:cs typeface="Times New Roman" panose="02020603050405020304" pitchFamily="18" charset="0"/>
                            </a:rPr>
                            <a:t>+17+</a:t>
                          </a:r>
                          <a:r>
                            <a:rPr lang="en-US" altLang="zh-TW" b="0" dirty="0">
                              <a:solidFill>
                                <a:schemeClr val="accent1"/>
                              </a:solidFill>
                              <a:latin typeface="Times New Roman" panose="02020603050405020304" pitchFamily="18" charset="0"/>
                              <a:cs typeface="Times New Roman" panose="02020603050405020304" pitchFamily="18" charset="0"/>
                            </a:rPr>
                            <a:t>69</a:t>
                          </a:r>
                          <a:endParaRPr lang="zh-TW" altLang="en-US" b="0" dirty="0">
                            <a:solidFill>
                              <a:schemeClr val="accent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5089494"/>
                      </a:ext>
                    </a:extLst>
                  </a:tr>
                </a:tbl>
              </a:graphicData>
            </a:graphic>
          </p:graphicFrame>
        </mc:Fallback>
      </mc:AlternateContent>
      <p:pic>
        <p:nvPicPr>
          <p:cNvPr id="6" name="圖片 5">
            <a:extLst>
              <a:ext uri="{FF2B5EF4-FFF2-40B4-BE49-F238E27FC236}">
                <a16:creationId xmlns:a16="http://schemas.microsoft.com/office/drawing/2014/main" id="{FE814D6C-6206-44A1-8358-6539A6B2FF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3854" y="286726"/>
            <a:ext cx="3128507" cy="4764681"/>
          </a:xfrm>
          <a:prstGeom prst="rect">
            <a:avLst/>
          </a:prstGeom>
        </p:spPr>
      </p:pic>
      <p:pic>
        <p:nvPicPr>
          <p:cNvPr id="9" name="內容版面配置區 3">
            <a:extLst>
              <a:ext uri="{FF2B5EF4-FFF2-40B4-BE49-F238E27FC236}">
                <a16:creationId xmlns:a16="http://schemas.microsoft.com/office/drawing/2014/main" id="{3FA23D61-DA5D-4D41-91B0-0A565071221D}"/>
              </a:ext>
            </a:extLst>
          </p:cNvPr>
          <p:cNvPicPr>
            <a:picLocks noChangeAspect="1"/>
          </p:cNvPicPr>
          <p:nvPr/>
        </p:nvPicPr>
        <p:blipFill rotWithShape="1">
          <a:blip r:embed="rId5"/>
          <a:srcRect l="28119" t="-8442" r="2207" b="4518"/>
          <a:stretch/>
        </p:blipFill>
        <p:spPr>
          <a:xfrm>
            <a:off x="3165741" y="387442"/>
            <a:ext cx="2129846" cy="509203"/>
          </a:xfrm>
          <a:prstGeom prst="rect">
            <a:avLst/>
          </a:prstGeom>
        </p:spPr>
      </p:pic>
      <p:graphicFrame>
        <p:nvGraphicFramePr>
          <p:cNvPr id="10" name="表格 4">
            <a:extLst>
              <a:ext uri="{FF2B5EF4-FFF2-40B4-BE49-F238E27FC236}">
                <a16:creationId xmlns:a16="http://schemas.microsoft.com/office/drawing/2014/main" id="{4E32AC89-174E-4209-9542-2B895BE17D2E}"/>
              </a:ext>
            </a:extLst>
          </p:cNvPr>
          <p:cNvGraphicFramePr>
            <a:graphicFrameLocks noGrp="1"/>
          </p:cNvGraphicFramePr>
          <p:nvPr>
            <p:extLst>
              <p:ext uri="{D42A27DB-BD31-4B8C-83A1-F6EECF244321}">
                <p14:modId xmlns:p14="http://schemas.microsoft.com/office/powerpoint/2010/main" val="971119093"/>
              </p:ext>
            </p:extLst>
          </p:nvPr>
        </p:nvGraphicFramePr>
        <p:xfrm>
          <a:off x="9082514" y="509126"/>
          <a:ext cx="2709333"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068935881"/>
                    </a:ext>
                  </a:extLst>
                </a:gridCol>
              </a:tblGrid>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Critical Paths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4766944"/>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A-B-D-H-J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1832602"/>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C-G-I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8738296"/>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5626231"/>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32668"/>
                  </a:ext>
                </a:extLst>
              </a:tr>
            </a:tbl>
          </a:graphicData>
        </a:graphic>
      </p:graphicFrame>
      <p:pic>
        <p:nvPicPr>
          <p:cNvPr id="7" name="圖片 6" descr="一張含有 文字, 刻度, 項鍊, 差異 的圖片&#10;&#10;自動產生的描述">
            <a:extLst>
              <a:ext uri="{FF2B5EF4-FFF2-40B4-BE49-F238E27FC236}">
                <a16:creationId xmlns:a16="http://schemas.microsoft.com/office/drawing/2014/main" id="{AF7605A0-DE1B-42B2-8F15-7E829547AC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17971" y="3598105"/>
            <a:ext cx="4474029" cy="2877731"/>
          </a:xfrm>
          <a:prstGeom prst="rect">
            <a:avLst/>
          </a:prstGeom>
        </p:spPr>
      </p:pic>
    </p:spTree>
    <p:extLst>
      <p:ext uri="{BB962C8B-B14F-4D97-AF65-F5344CB8AC3E}">
        <p14:creationId xmlns:p14="http://schemas.microsoft.com/office/powerpoint/2010/main" val="4185126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5DFFA385-D985-47DC-BA87-EA91E7E96E82}"/>
              </a:ext>
            </a:extLst>
          </p:cNvPr>
          <p:cNvGraphicFramePr>
            <a:graphicFrameLocks noGrp="1"/>
          </p:cNvGraphicFramePr>
          <p:nvPr>
            <p:extLst>
              <p:ext uri="{D42A27DB-BD31-4B8C-83A1-F6EECF244321}">
                <p14:modId xmlns:p14="http://schemas.microsoft.com/office/powerpoint/2010/main" val="4170084224"/>
              </p:ext>
            </p:extLst>
          </p:nvPr>
        </p:nvGraphicFramePr>
        <p:xfrm>
          <a:off x="3465486" y="366177"/>
          <a:ext cx="2709333"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068935881"/>
                    </a:ext>
                  </a:extLst>
                </a:gridCol>
              </a:tblGrid>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Critical Paths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4766944"/>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A-B-D-H-J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1832602"/>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C-G-I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8738296"/>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5626231"/>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32668"/>
                  </a:ext>
                </a:extLst>
              </a:tr>
            </a:tbl>
          </a:graphicData>
        </a:graphic>
      </p:graphicFrame>
      <p:pic>
        <p:nvPicPr>
          <p:cNvPr id="5" name="圖片 4">
            <a:extLst>
              <a:ext uri="{FF2B5EF4-FFF2-40B4-BE49-F238E27FC236}">
                <a16:creationId xmlns:a16="http://schemas.microsoft.com/office/drawing/2014/main" id="{B362AE12-BF7B-4E96-8967-CE1706D78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225" y="366177"/>
            <a:ext cx="3128507" cy="4764681"/>
          </a:xfrm>
          <a:prstGeom prst="rect">
            <a:avLst/>
          </a:prstGeom>
        </p:spPr>
      </p:pic>
      <p:graphicFrame>
        <p:nvGraphicFramePr>
          <p:cNvPr id="6" name="表格 5">
            <a:extLst>
              <a:ext uri="{FF2B5EF4-FFF2-40B4-BE49-F238E27FC236}">
                <a16:creationId xmlns:a16="http://schemas.microsoft.com/office/drawing/2014/main" id="{8EE1CED3-801E-4F4B-88B5-30F633115803}"/>
              </a:ext>
            </a:extLst>
          </p:cNvPr>
          <p:cNvGraphicFramePr>
            <a:graphicFrameLocks noGrp="1"/>
          </p:cNvGraphicFramePr>
          <p:nvPr>
            <p:extLst>
              <p:ext uri="{D42A27DB-BD31-4B8C-83A1-F6EECF244321}">
                <p14:modId xmlns:p14="http://schemas.microsoft.com/office/powerpoint/2010/main" val="517021934"/>
              </p:ext>
            </p:extLst>
          </p:nvPr>
        </p:nvGraphicFramePr>
        <p:xfrm>
          <a:off x="3465486" y="3626510"/>
          <a:ext cx="2709333" cy="29667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334791289"/>
                    </a:ext>
                  </a:extLst>
                </a:gridCol>
              </a:tblGrid>
              <a:tr h="370840">
                <a:tc>
                  <a:txBody>
                    <a:bodyPr/>
                    <a:lstStyle/>
                    <a:p>
                      <a:r>
                        <a:rPr lang="en-US" altLang="zh-TW" b="0" dirty="0" err="1">
                          <a:solidFill>
                            <a:schemeClr val="tx1"/>
                          </a:solidFill>
                          <a:latin typeface="Times New Roman" panose="02020603050405020304" pitchFamily="18" charset="0"/>
                          <a:cs typeface="Times New Roman" panose="02020603050405020304" pitchFamily="18" charset="0"/>
                        </a:rPr>
                        <a:t>Constrainted</a:t>
                      </a:r>
                      <a:r>
                        <a:rPr lang="en-US" altLang="zh-TW" b="0" dirty="0">
                          <a:solidFill>
                            <a:schemeClr val="tx1"/>
                          </a:solidFill>
                          <a:latin typeface="Times New Roman" panose="02020603050405020304" pitchFamily="18" charset="0"/>
                          <a:cs typeface="Times New Roman" panose="02020603050405020304" pitchFamily="18" charset="0"/>
                        </a:rPr>
                        <a:t> Critical Paths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737653"/>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A-B-D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553187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6258750"/>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144665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3792682"/>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45846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0702688"/>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7035287"/>
                  </a:ext>
                </a:extLst>
              </a:tr>
            </a:tbl>
          </a:graphicData>
        </a:graphic>
      </p:graphicFrame>
      <p:cxnSp>
        <p:nvCxnSpPr>
          <p:cNvPr id="8" name="直線單箭頭接點 7">
            <a:extLst>
              <a:ext uri="{FF2B5EF4-FFF2-40B4-BE49-F238E27FC236}">
                <a16:creationId xmlns:a16="http://schemas.microsoft.com/office/drawing/2014/main" id="{E4559164-83D0-41E1-80BC-00007C6DB1FC}"/>
              </a:ext>
            </a:extLst>
          </p:cNvPr>
          <p:cNvCxnSpPr/>
          <p:nvPr/>
        </p:nvCxnSpPr>
        <p:spPr>
          <a:xfrm>
            <a:off x="4297636" y="2471057"/>
            <a:ext cx="0" cy="9579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F590AD18-3031-477D-BAEC-47138F1439CF}"/>
              </a:ext>
            </a:extLst>
          </p:cNvPr>
          <p:cNvSpPr txBox="1"/>
          <p:nvPr/>
        </p:nvSpPr>
        <p:spPr>
          <a:xfrm>
            <a:off x="4493581" y="2765362"/>
            <a:ext cx="1460905" cy="369332"/>
          </a:xfrm>
          <a:prstGeom prst="rect">
            <a:avLst/>
          </a:prstGeom>
          <a:noFill/>
        </p:spPr>
        <p:txBody>
          <a:bodyPr wrap="square" rtlCol="0">
            <a:spAutoFit/>
          </a:bodyPr>
          <a:lstStyle/>
          <a:p>
            <a:r>
              <a:rPr lang="en-US" altLang="zh-TW" dirty="0"/>
              <a:t>Round Robin</a:t>
            </a:r>
            <a:endParaRPr lang="zh-TW" altLang="en-US" dirty="0"/>
          </a:p>
        </p:txBody>
      </p:sp>
    </p:spTree>
    <p:extLst>
      <p:ext uri="{BB962C8B-B14F-4D97-AF65-F5344CB8AC3E}">
        <p14:creationId xmlns:p14="http://schemas.microsoft.com/office/powerpoint/2010/main" val="973999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B362AE12-BF7B-4E96-8967-CE1706D78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225" y="366177"/>
            <a:ext cx="3128507" cy="4764681"/>
          </a:xfrm>
          <a:prstGeom prst="rect">
            <a:avLst/>
          </a:prstGeom>
        </p:spPr>
      </p:pic>
      <p:graphicFrame>
        <p:nvGraphicFramePr>
          <p:cNvPr id="6" name="表格 5">
            <a:extLst>
              <a:ext uri="{FF2B5EF4-FFF2-40B4-BE49-F238E27FC236}">
                <a16:creationId xmlns:a16="http://schemas.microsoft.com/office/drawing/2014/main" id="{8EE1CED3-801E-4F4B-88B5-30F633115803}"/>
              </a:ext>
            </a:extLst>
          </p:cNvPr>
          <p:cNvGraphicFramePr>
            <a:graphicFrameLocks noGrp="1"/>
          </p:cNvGraphicFramePr>
          <p:nvPr>
            <p:extLst>
              <p:ext uri="{D42A27DB-BD31-4B8C-83A1-F6EECF244321}">
                <p14:modId xmlns:p14="http://schemas.microsoft.com/office/powerpoint/2010/main" val="1012732768"/>
              </p:ext>
            </p:extLst>
          </p:nvPr>
        </p:nvGraphicFramePr>
        <p:xfrm>
          <a:off x="6308719" y="510663"/>
          <a:ext cx="4935188" cy="2966720"/>
        </p:xfrm>
        <a:graphic>
          <a:graphicData uri="http://schemas.openxmlformats.org/drawingml/2006/table">
            <a:tbl>
              <a:tblPr firstRow="1" bandRow="1">
                <a:tableStyleId>{5C22544A-7EE6-4342-B048-85BDC9FD1C3A}</a:tableStyleId>
              </a:tblPr>
              <a:tblGrid>
                <a:gridCol w="1233797">
                  <a:extLst>
                    <a:ext uri="{9D8B030D-6E8A-4147-A177-3AD203B41FA5}">
                      <a16:colId xmlns:a16="http://schemas.microsoft.com/office/drawing/2014/main" val="2334791289"/>
                    </a:ext>
                  </a:extLst>
                </a:gridCol>
                <a:gridCol w="1233797">
                  <a:extLst>
                    <a:ext uri="{9D8B030D-6E8A-4147-A177-3AD203B41FA5}">
                      <a16:colId xmlns:a16="http://schemas.microsoft.com/office/drawing/2014/main" val="1925998261"/>
                    </a:ext>
                  </a:extLst>
                </a:gridCol>
                <a:gridCol w="1233797">
                  <a:extLst>
                    <a:ext uri="{9D8B030D-6E8A-4147-A177-3AD203B41FA5}">
                      <a16:colId xmlns:a16="http://schemas.microsoft.com/office/drawing/2014/main" val="1327672264"/>
                    </a:ext>
                  </a:extLst>
                </a:gridCol>
                <a:gridCol w="1233797">
                  <a:extLst>
                    <a:ext uri="{9D8B030D-6E8A-4147-A177-3AD203B41FA5}">
                      <a16:colId xmlns:a16="http://schemas.microsoft.com/office/drawing/2014/main" val="2845640227"/>
                    </a:ext>
                  </a:extLst>
                </a:gridCol>
              </a:tblGrid>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CCP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737653"/>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A-B-D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553187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6258750"/>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144665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3792682"/>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45846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0702688"/>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7035287"/>
                  </a:ext>
                </a:extLst>
              </a:tr>
            </a:tbl>
          </a:graphicData>
        </a:graphic>
      </p:graphicFrame>
      <mc:AlternateContent xmlns:mc="http://schemas.openxmlformats.org/markup-compatibility/2006" xmlns:a14="http://schemas.microsoft.com/office/drawing/2010/main">
        <mc:Choice Requires="a14">
          <p:graphicFrame>
            <p:nvGraphicFramePr>
              <p:cNvPr id="10" name="表格 4">
                <a:extLst>
                  <a:ext uri="{FF2B5EF4-FFF2-40B4-BE49-F238E27FC236}">
                    <a16:creationId xmlns:a16="http://schemas.microsoft.com/office/drawing/2014/main" id="{4B203110-1352-4C79-8279-EFFDDD749E88}"/>
                  </a:ext>
                </a:extLst>
              </p:cNvPr>
              <p:cNvGraphicFramePr>
                <a:graphicFrameLocks noGrp="1"/>
              </p:cNvGraphicFramePr>
              <p:nvPr>
                <p:ph idx="1"/>
                <p:extLst>
                  <p:ext uri="{D42A27DB-BD31-4B8C-83A1-F6EECF244321}">
                    <p14:modId xmlns:p14="http://schemas.microsoft.com/office/powerpoint/2010/main" val="1520075842"/>
                  </p:ext>
                </p:extLst>
              </p:nvPr>
            </p:nvGraphicFramePr>
            <p:xfrm>
              <a:off x="3317633" y="494817"/>
              <a:ext cx="2565650" cy="5862439"/>
            </p:xfrm>
            <a:graphic>
              <a:graphicData uri="http://schemas.openxmlformats.org/drawingml/2006/table">
                <a:tbl>
                  <a:tblPr firstRow="1" bandRow="1">
                    <a:tableStyleId>{5C22544A-7EE6-4342-B048-85BDC9FD1C3A}</a:tableStyleId>
                  </a:tblPr>
                  <a:tblGrid>
                    <a:gridCol w="719092">
                      <a:extLst>
                        <a:ext uri="{9D8B030D-6E8A-4147-A177-3AD203B41FA5}">
                          <a16:colId xmlns:a16="http://schemas.microsoft.com/office/drawing/2014/main" val="396819965"/>
                        </a:ext>
                      </a:extLst>
                    </a:gridCol>
                    <a:gridCol w="452762">
                      <a:extLst>
                        <a:ext uri="{9D8B030D-6E8A-4147-A177-3AD203B41FA5}">
                          <a16:colId xmlns:a16="http://schemas.microsoft.com/office/drawing/2014/main" val="851605323"/>
                        </a:ext>
                      </a:extLst>
                    </a:gridCol>
                    <a:gridCol w="461640">
                      <a:extLst>
                        <a:ext uri="{9D8B030D-6E8A-4147-A177-3AD203B41FA5}">
                          <a16:colId xmlns:a16="http://schemas.microsoft.com/office/drawing/2014/main" val="47958369"/>
                        </a:ext>
                      </a:extLst>
                    </a:gridCol>
                    <a:gridCol w="461640">
                      <a:extLst>
                        <a:ext uri="{9D8B030D-6E8A-4147-A177-3AD203B41FA5}">
                          <a16:colId xmlns:a16="http://schemas.microsoft.com/office/drawing/2014/main" val="3418081263"/>
                        </a:ext>
                      </a:extLst>
                    </a:gridCol>
                    <a:gridCol w="470516">
                      <a:extLst>
                        <a:ext uri="{9D8B030D-6E8A-4147-A177-3AD203B41FA5}">
                          <a16:colId xmlns:a16="http://schemas.microsoft.com/office/drawing/2014/main" val="35406369"/>
                        </a:ext>
                      </a:extLst>
                    </a:gridCol>
                  </a:tblGrid>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bar>
                                  <m:barPr>
                                    <m:pos m:val="top"/>
                                    <m:ctrlPr>
                                      <a:rPr lang="en-US" altLang="zh-TW" b="0" i="1" smtClean="0">
                                        <a:solidFill>
                                          <a:schemeClr val="tx1"/>
                                        </a:solidFill>
                                        <a:latin typeface="Cambria Math" panose="02040503050406030204" pitchFamily="18" charset="0"/>
                                        <a:cs typeface="Times New Roman" panose="02020603050405020304" pitchFamily="18" charset="0"/>
                                      </a:rPr>
                                    </m:ctrlPr>
                                  </m:barPr>
                                  <m:e>
                                    <m:r>
                                      <a:rPr lang="en-US" altLang="zh-TW" b="0" i="1" smtClean="0">
                                        <a:solidFill>
                                          <a:schemeClr val="tx1"/>
                                        </a:solidFill>
                                        <a:latin typeface="Cambria Math" panose="02040503050406030204" pitchFamily="18" charset="0"/>
                                        <a:cs typeface="Times New Roman" panose="02020603050405020304" pitchFamily="18" charset="0"/>
                                      </a:rPr>
                                      <m:t>𝑃</m:t>
                                    </m:r>
                                  </m:e>
                                </m:ba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97709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897491"/>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14</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425724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15</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86817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10</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4002987"/>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6</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0423242"/>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383065"/>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54979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12</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6031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3005826"/>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13</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5089494"/>
                      </a:ext>
                    </a:extLst>
                  </a:tr>
                </a:tbl>
              </a:graphicData>
            </a:graphic>
          </p:graphicFrame>
        </mc:Choice>
        <mc:Fallback xmlns="">
          <p:graphicFrame>
            <p:nvGraphicFramePr>
              <p:cNvPr id="10" name="表格 4">
                <a:extLst>
                  <a:ext uri="{FF2B5EF4-FFF2-40B4-BE49-F238E27FC236}">
                    <a16:creationId xmlns:a16="http://schemas.microsoft.com/office/drawing/2014/main" id="{4B203110-1352-4C79-8279-EFFDDD749E88}"/>
                  </a:ext>
                </a:extLst>
              </p:cNvPr>
              <p:cNvGraphicFramePr>
                <a:graphicFrameLocks noGrp="1"/>
              </p:cNvGraphicFramePr>
              <p:nvPr>
                <p:ph idx="1"/>
                <p:extLst>
                  <p:ext uri="{D42A27DB-BD31-4B8C-83A1-F6EECF244321}">
                    <p14:modId xmlns:p14="http://schemas.microsoft.com/office/powerpoint/2010/main" val="1520075842"/>
                  </p:ext>
                </p:extLst>
              </p:nvPr>
            </p:nvGraphicFramePr>
            <p:xfrm>
              <a:off x="3317633" y="494817"/>
              <a:ext cx="2565650" cy="5862439"/>
            </p:xfrm>
            <a:graphic>
              <a:graphicData uri="http://schemas.openxmlformats.org/drawingml/2006/table">
                <a:tbl>
                  <a:tblPr firstRow="1" bandRow="1">
                    <a:tableStyleId>{5C22544A-7EE6-4342-B048-85BDC9FD1C3A}</a:tableStyleId>
                  </a:tblPr>
                  <a:tblGrid>
                    <a:gridCol w="719092">
                      <a:extLst>
                        <a:ext uri="{9D8B030D-6E8A-4147-A177-3AD203B41FA5}">
                          <a16:colId xmlns:a16="http://schemas.microsoft.com/office/drawing/2014/main" val="396819965"/>
                        </a:ext>
                      </a:extLst>
                    </a:gridCol>
                    <a:gridCol w="452762">
                      <a:extLst>
                        <a:ext uri="{9D8B030D-6E8A-4147-A177-3AD203B41FA5}">
                          <a16:colId xmlns:a16="http://schemas.microsoft.com/office/drawing/2014/main" val="851605323"/>
                        </a:ext>
                      </a:extLst>
                    </a:gridCol>
                    <a:gridCol w="461640">
                      <a:extLst>
                        <a:ext uri="{9D8B030D-6E8A-4147-A177-3AD203B41FA5}">
                          <a16:colId xmlns:a16="http://schemas.microsoft.com/office/drawing/2014/main" val="47958369"/>
                        </a:ext>
                      </a:extLst>
                    </a:gridCol>
                    <a:gridCol w="461640">
                      <a:extLst>
                        <a:ext uri="{9D8B030D-6E8A-4147-A177-3AD203B41FA5}">
                          <a16:colId xmlns:a16="http://schemas.microsoft.com/office/drawing/2014/main" val="3418081263"/>
                        </a:ext>
                      </a:extLst>
                    </a:gridCol>
                    <a:gridCol w="470516">
                      <a:extLst>
                        <a:ext uri="{9D8B030D-6E8A-4147-A177-3AD203B41FA5}">
                          <a16:colId xmlns:a16="http://schemas.microsoft.com/office/drawing/2014/main" val="35406369"/>
                        </a:ext>
                      </a:extLst>
                    </a:gridCol>
                  </a:tblGrid>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449351" t="-5747" r="-2597" b="-1008046"/>
                          </a:stretch>
                        </a:blipFill>
                      </a:tcPr>
                    </a:tc>
                    <a:extLst>
                      <a:ext uri="{0D108BD9-81ED-4DB2-BD59-A6C34878D82A}">
                        <a16:rowId xmlns:a16="http://schemas.microsoft.com/office/drawing/2014/main" val="7497709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897491"/>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14</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425724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15</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86817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10</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4002987"/>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6</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0423242"/>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383065"/>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54979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12</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6031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3005826"/>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13</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5089494"/>
                      </a:ext>
                    </a:extLst>
                  </a:tr>
                </a:tbl>
              </a:graphicData>
            </a:graphic>
          </p:graphicFrame>
        </mc:Fallback>
      </mc:AlternateContent>
    </p:spTree>
    <p:extLst>
      <p:ext uri="{BB962C8B-B14F-4D97-AF65-F5344CB8AC3E}">
        <p14:creationId xmlns:p14="http://schemas.microsoft.com/office/powerpoint/2010/main" val="566682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B362AE12-BF7B-4E96-8967-CE1706D78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225" y="366177"/>
            <a:ext cx="3128507" cy="4764681"/>
          </a:xfrm>
          <a:prstGeom prst="rect">
            <a:avLst/>
          </a:prstGeom>
        </p:spPr>
      </p:pic>
      <p:graphicFrame>
        <p:nvGraphicFramePr>
          <p:cNvPr id="6" name="表格 5">
            <a:extLst>
              <a:ext uri="{FF2B5EF4-FFF2-40B4-BE49-F238E27FC236}">
                <a16:creationId xmlns:a16="http://schemas.microsoft.com/office/drawing/2014/main" id="{8EE1CED3-801E-4F4B-88B5-30F633115803}"/>
              </a:ext>
            </a:extLst>
          </p:cNvPr>
          <p:cNvGraphicFramePr>
            <a:graphicFrameLocks noGrp="1"/>
          </p:cNvGraphicFramePr>
          <p:nvPr>
            <p:extLst>
              <p:ext uri="{D42A27DB-BD31-4B8C-83A1-F6EECF244321}">
                <p14:modId xmlns:p14="http://schemas.microsoft.com/office/powerpoint/2010/main" val="2811344324"/>
              </p:ext>
            </p:extLst>
          </p:nvPr>
        </p:nvGraphicFramePr>
        <p:xfrm>
          <a:off x="6308719" y="510663"/>
          <a:ext cx="4935188" cy="2966720"/>
        </p:xfrm>
        <a:graphic>
          <a:graphicData uri="http://schemas.openxmlformats.org/drawingml/2006/table">
            <a:tbl>
              <a:tblPr firstRow="1" bandRow="1">
                <a:tableStyleId>{5C22544A-7EE6-4342-B048-85BDC9FD1C3A}</a:tableStyleId>
              </a:tblPr>
              <a:tblGrid>
                <a:gridCol w="930281">
                  <a:extLst>
                    <a:ext uri="{9D8B030D-6E8A-4147-A177-3AD203B41FA5}">
                      <a16:colId xmlns:a16="http://schemas.microsoft.com/office/drawing/2014/main" val="2334791289"/>
                    </a:ext>
                  </a:extLst>
                </a:gridCol>
                <a:gridCol w="1273629">
                  <a:extLst>
                    <a:ext uri="{9D8B030D-6E8A-4147-A177-3AD203B41FA5}">
                      <a16:colId xmlns:a16="http://schemas.microsoft.com/office/drawing/2014/main" val="1925998261"/>
                    </a:ext>
                  </a:extLst>
                </a:gridCol>
                <a:gridCol w="1338942">
                  <a:extLst>
                    <a:ext uri="{9D8B030D-6E8A-4147-A177-3AD203B41FA5}">
                      <a16:colId xmlns:a16="http://schemas.microsoft.com/office/drawing/2014/main" val="1327672264"/>
                    </a:ext>
                  </a:extLst>
                </a:gridCol>
                <a:gridCol w="1392336">
                  <a:extLst>
                    <a:ext uri="{9D8B030D-6E8A-4147-A177-3AD203B41FA5}">
                      <a16:colId xmlns:a16="http://schemas.microsoft.com/office/drawing/2014/main" val="2845640227"/>
                    </a:ext>
                  </a:extLst>
                </a:gridCol>
              </a:tblGrid>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CCP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737653"/>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A-B-D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28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553187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r>
                        <a:rPr lang="en-US" altLang="zh-TW" b="0" dirty="0">
                          <a:solidFill>
                            <a:srgbClr val="0070C0"/>
                          </a:solidFill>
                          <a:latin typeface="Times New Roman" panose="02020603050405020304" pitchFamily="18" charset="0"/>
                          <a:cs typeface="Times New Roman" panose="02020603050405020304" pitchFamily="18" charset="0"/>
                        </a:rPr>
                        <a:t>18</a:t>
                      </a:r>
                      <a:r>
                        <a:rPr lang="en-US" altLang="zh-TW" b="0" dirty="0">
                          <a:solidFill>
                            <a:schemeClr val="tx1"/>
                          </a:solidFill>
                          <a:latin typeface="Times New Roman" panose="02020603050405020304" pitchFamily="18" charset="0"/>
                          <a:cs typeface="Times New Roman" panose="02020603050405020304" pitchFamily="18" charset="0"/>
                        </a:rPr>
                        <a:t>=46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7+5+</a:t>
                      </a:r>
                      <a:r>
                        <a:rPr lang="en-US" altLang="zh-TW" b="0" dirty="0">
                          <a:solidFill>
                            <a:srgbClr val="0070C0"/>
                          </a:solidFill>
                          <a:latin typeface="Times New Roman" panose="02020603050405020304" pitchFamily="18" charset="0"/>
                          <a:cs typeface="Times New Roman" panose="02020603050405020304" pitchFamily="18" charset="0"/>
                        </a:rPr>
                        <a:t>23</a:t>
                      </a:r>
                      <a:r>
                        <a:rPr lang="en-US" altLang="zh-TW" b="0" dirty="0">
                          <a:solidFill>
                            <a:schemeClr val="tx1"/>
                          </a:solidFill>
                          <a:latin typeface="Times New Roman" panose="02020603050405020304" pitchFamily="18" charset="0"/>
                          <a:cs typeface="Times New Roman" panose="02020603050405020304" pitchFamily="18" charset="0"/>
                        </a:rPr>
                        <a:t>=35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7+5+</a:t>
                      </a:r>
                      <a:r>
                        <a:rPr lang="en-US" altLang="zh-TW" b="0" dirty="0">
                          <a:solidFill>
                            <a:srgbClr val="0070C0"/>
                          </a:solidFill>
                          <a:latin typeface="Times New Roman" panose="02020603050405020304" pitchFamily="18" charset="0"/>
                          <a:cs typeface="Times New Roman" panose="02020603050405020304" pitchFamily="18" charset="0"/>
                        </a:rPr>
                        <a:t>25</a:t>
                      </a:r>
                      <a:r>
                        <a:rPr lang="en-US" altLang="zh-TW" b="0" dirty="0">
                          <a:solidFill>
                            <a:schemeClr val="tx1"/>
                          </a:solidFill>
                          <a:latin typeface="Times New Roman" panose="02020603050405020304" pitchFamily="18" charset="0"/>
                          <a:cs typeface="Times New Roman" panose="02020603050405020304" pitchFamily="18" charset="0"/>
                        </a:rPr>
                        <a:t>=37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6258750"/>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144665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3792682"/>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45846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0702688"/>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7035287"/>
                  </a:ext>
                </a:extLst>
              </a:tr>
            </a:tbl>
          </a:graphicData>
        </a:graphic>
      </p:graphicFrame>
      <p:graphicFrame>
        <p:nvGraphicFramePr>
          <p:cNvPr id="10" name="表格 4">
            <a:extLst>
              <a:ext uri="{FF2B5EF4-FFF2-40B4-BE49-F238E27FC236}">
                <a16:creationId xmlns:a16="http://schemas.microsoft.com/office/drawing/2014/main" id="{4B203110-1352-4C79-8279-EFFDDD749E88}"/>
              </a:ext>
            </a:extLst>
          </p:cNvPr>
          <p:cNvGraphicFramePr>
            <a:graphicFrameLocks noGrp="1"/>
          </p:cNvGraphicFramePr>
          <p:nvPr>
            <p:ph idx="1"/>
            <p:extLst>
              <p:ext uri="{D42A27DB-BD31-4B8C-83A1-F6EECF244321}">
                <p14:modId xmlns:p14="http://schemas.microsoft.com/office/powerpoint/2010/main" val="2452794905"/>
              </p:ext>
            </p:extLst>
          </p:nvPr>
        </p:nvGraphicFramePr>
        <p:xfrm>
          <a:off x="3317633" y="494817"/>
          <a:ext cx="2095134" cy="5862439"/>
        </p:xfrm>
        <a:graphic>
          <a:graphicData uri="http://schemas.openxmlformats.org/drawingml/2006/table">
            <a:tbl>
              <a:tblPr firstRow="1" bandRow="1">
                <a:tableStyleId>{5C22544A-7EE6-4342-B048-85BDC9FD1C3A}</a:tableStyleId>
              </a:tblPr>
              <a:tblGrid>
                <a:gridCol w="719092">
                  <a:extLst>
                    <a:ext uri="{9D8B030D-6E8A-4147-A177-3AD203B41FA5}">
                      <a16:colId xmlns:a16="http://schemas.microsoft.com/office/drawing/2014/main" val="396819965"/>
                    </a:ext>
                  </a:extLst>
                </a:gridCol>
                <a:gridCol w="452762">
                  <a:extLst>
                    <a:ext uri="{9D8B030D-6E8A-4147-A177-3AD203B41FA5}">
                      <a16:colId xmlns:a16="http://schemas.microsoft.com/office/drawing/2014/main" val="851605323"/>
                    </a:ext>
                  </a:extLst>
                </a:gridCol>
                <a:gridCol w="461640">
                  <a:extLst>
                    <a:ext uri="{9D8B030D-6E8A-4147-A177-3AD203B41FA5}">
                      <a16:colId xmlns:a16="http://schemas.microsoft.com/office/drawing/2014/main" val="47958369"/>
                    </a:ext>
                  </a:extLst>
                </a:gridCol>
                <a:gridCol w="461640">
                  <a:extLst>
                    <a:ext uri="{9D8B030D-6E8A-4147-A177-3AD203B41FA5}">
                      <a16:colId xmlns:a16="http://schemas.microsoft.com/office/drawing/2014/main" val="3418081263"/>
                    </a:ext>
                  </a:extLst>
                </a:gridCol>
              </a:tblGrid>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97709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9</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897491"/>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11</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14</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425724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86817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4002987"/>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0423242"/>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9</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383065"/>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54979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14</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6031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3005826"/>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11</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13</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5089494"/>
                  </a:ext>
                </a:extLst>
              </a:tr>
            </a:tbl>
          </a:graphicData>
        </a:graphic>
      </p:graphicFrame>
    </p:spTree>
    <p:extLst>
      <p:ext uri="{BB962C8B-B14F-4D97-AF65-F5344CB8AC3E}">
        <p14:creationId xmlns:p14="http://schemas.microsoft.com/office/powerpoint/2010/main" val="4197785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B362AE12-BF7B-4E96-8967-CE1706D78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3128507" cy="4764681"/>
          </a:xfrm>
          <a:prstGeom prst="rect">
            <a:avLst/>
          </a:prstGeom>
        </p:spPr>
      </p:pic>
      <p:graphicFrame>
        <p:nvGraphicFramePr>
          <p:cNvPr id="6" name="表格 5">
            <a:extLst>
              <a:ext uri="{FF2B5EF4-FFF2-40B4-BE49-F238E27FC236}">
                <a16:creationId xmlns:a16="http://schemas.microsoft.com/office/drawing/2014/main" id="{8EE1CED3-801E-4F4B-88B5-30F633115803}"/>
              </a:ext>
            </a:extLst>
          </p:cNvPr>
          <p:cNvGraphicFramePr>
            <a:graphicFrameLocks noGrp="1"/>
          </p:cNvGraphicFramePr>
          <p:nvPr>
            <p:extLst>
              <p:ext uri="{D42A27DB-BD31-4B8C-83A1-F6EECF244321}">
                <p14:modId xmlns:p14="http://schemas.microsoft.com/office/powerpoint/2010/main" val="1451594856"/>
              </p:ext>
            </p:extLst>
          </p:nvPr>
        </p:nvGraphicFramePr>
        <p:xfrm>
          <a:off x="5829747" y="494817"/>
          <a:ext cx="4935188" cy="2966720"/>
        </p:xfrm>
        <a:graphic>
          <a:graphicData uri="http://schemas.openxmlformats.org/drawingml/2006/table">
            <a:tbl>
              <a:tblPr firstRow="1" bandRow="1">
                <a:tableStyleId>{5C22544A-7EE6-4342-B048-85BDC9FD1C3A}</a:tableStyleId>
              </a:tblPr>
              <a:tblGrid>
                <a:gridCol w="930281">
                  <a:extLst>
                    <a:ext uri="{9D8B030D-6E8A-4147-A177-3AD203B41FA5}">
                      <a16:colId xmlns:a16="http://schemas.microsoft.com/office/drawing/2014/main" val="2334791289"/>
                    </a:ext>
                  </a:extLst>
                </a:gridCol>
                <a:gridCol w="1273629">
                  <a:extLst>
                    <a:ext uri="{9D8B030D-6E8A-4147-A177-3AD203B41FA5}">
                      <a16:colId xmlns:a16="http://schemas.microsoft.com/office/drawing/2014/main" val="1925998261"/>
                    </a:ext>
                  </a:extLst>
                </a:gridCol>
                <a:gridCol w="1338942">
                  <a:extLst>
                    <a:ext uri="{9D8B030D-6E8A-4147-A177-3AD203B41FA5}">
                      <a16:colId xmlns:a16="http://schemas.microsoft.com/office/drawing/2014/main" val="1327672264"/>
                    </a:ext>
                  </a:extLst>
                </a:gridCol>
                <a:gridCol w="1392336">
                  <a:extLst>
                    <a:ext uri="{9D8B030D-6E8A-4147-A177-3AD203B41FA5}">
                      <a16:colId xmlns:a16="http://schemas.microsoft.com/office/drawing/2014/main" val="2845640227"/>
                    </a:ext>
                  </a:extLst>
                </a:gridCol>
              </a:tblGrid>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CCP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737653"/>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A-B-D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553187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r>
                        <a:rPr lang="en-US" altLang="zh-TW" b="0" dirty="0">
                          <a:solidFill>
                            <a:srgbClr val="0070C0"/>
                          </a:solidFill>
                          <a:latin typeface="Times New Roman" panose="02020603050405020304" pitchFamily="18" charset="0"/>
                          <a:cs typeface="Times New Roman" panose="02020603050405020304" pitchFamily="18" charset="0"/>
                        </a:rPr>
                        <a:t>18</a:t>
                      </a:r>
                      <a:r>
                        <a:rPr lang="en-US" altLang="zh-TW" b="0" dirty="0">
                          <a:solidFill>
                            <a:schemeClr val="tx1"/>
                          </a:solidFill>
                          <a:latin typeface="Times New Roman" panose="02020603050405020304" pitchFamily="18" charset="0"/>
                          <a:cs typeface="Times New Roman" panose="02020603050405020304" pitchFamily="18" charset="0"/>
                        </a:rPr>
                        <a:t>=46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+5+</a:t>
                      </a:r>
                      <a:r>
                        <a:rPr lang="en-US" altLang="zh-TW" b="0" dirty="0">
                          <a:solidFill>
                            <a:srgbClr val="0070C0"/>
                          </a:solidFill>
                          <a:latin typeface="Times New Roman" panose="02020603050405020304" pitchFamily="18" charset="0"/>
                          <a:cs typeface="Times New Roman" panose="02020603050405020304" pitchFamily="18" charset="0"/>
                        </a:rPr>
                        <a:t>23</a:t>
                      </a:r>
                      <a:r>
                        <a:rPr lang="en-US" altLang="zh-TW" b="0" dirty="0">
                          <a:solidFill>
                            <a:schemeClr val="tx1"/>
                          </a:solidFill>
                          <a:latin typeface="Times New Roman" panose="02020603050405020304" pitchFamily="18" charset="0"/>
                          <a:cs typeface="Times New Roman" panose="02020603050405020304" pitchFamily="18" charset="0"/>
                        </a:rPr>
                        <a:t>=35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+5+</a:t>
                      </a:r>
                      <a:r>
                        <a:rPr lang="en-US" altLang="zh-TW" b="0" dirty="0">
                          <a:solidFill>
                            <a:srgbClr val="0070C0"/>
                          </a:solidFill>
                          <a:latin typeface="Times New Roman" panose="02020603050405020304" pitchFamily="18" charset="0"/>
                          <a:cs typeface="Times New Roman" panose="02020603050405020304" pitchFamily="18" charset="0"/>
                        </a:rPr>
                        <a:t>25</a:t>
                      </a:r>
                      <a:r>
                        <a:rPr lang="en-US" altLang="zh-TW" b="0" dirty="0">
                          <a:solidFill>
                            <a:schemeClr val="tx1"/>
                          </a:solidFill>
                          <a:latin typeface="Times New Roman" panose="02020603050405020304" pitchFamily="18" charset="0"/>
                          <a:cs typeface="Times New Roman" panose="02020603050405020304" pitchFamily="18" charset="0"/>
                        </a:rPr>
                        <a:t>=37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6258750"/>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27</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rgbClr val="0070C0"/>
                          </a:solidFill>
                          <a:latin typeface="Times New Roman" panose="02020603050405020304" pitchFamily="18" charset="0"/>
                          <a:cs typeface="Times New Roman" panose="02020603050405020304" pitchFamily="18" charset="0"/>
                        </a:rPr>
                        <a:t>9</a:t>
                      </a:r>
                      <a:r>
                        <a:rPr lang="en-US" altLang="zh-TW" b="0" dirty="0">
                          <a:solidFill>
                            <a:schemeClr val="tx1"/>
                          </a:solidFill>
                          <a:latin typeface="Times New Roman" panose="02020603050405020304" pitchFamily="18" charset="0"/>
                          <a:cs typeface="Times New Roman" panose="02020603050405020304" pitchFamily="18" charset="0"/>
                        </a:rPr>
                        <a:t>=44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35+</a:t>
                      </a:r>
                      <a:r>
                        <a:rPr lang="en-US" altLang="zh-TW" b="0" dirty="0">
                          <a:solidFill>
                            <a:srgbClr val="0070C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rgbClr val="FF0000"/>
                          </a:solidFill>
                          <a:latin typeface="Times New Roman" panose="02020603050405020304" pitchFamily="18" charset="0"/>
                          <a:cs typeface="Times New Roman" panose="02020603050405020304" pitchFamily="18" charset="0"/>
                        </a:rPr>
                        <a:t>27</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rgbClr val="0070C0"/>
                          </a:solidFill>
                          <a:latin typeface="Times New Roman" panose="02020603050405020304" pitchFamily="18" charset="0"/>
                          <a:cs typeface="Times New Roman" panose="02020603050405020304" pitchFamily="18" charset="0"/>
                        </a:rPr>
                        <a:t>5</a:t>
                      </a:r>
                      <a:r>
                        <a:rPr lang="en-US" altLang="zh-TW" b="0" dirty="0">
                          <a:solidFill>
                            <a:srgbClr val="FF0000"/>
                          </a:solidFill>
                          <a:latin typeface="Times New Roman" panose="02020603050405020304" pitchFamily="18" charset="0"/>
                          <a:cs typeface="Times New Roman" panose="02020603050405020304" pitchFamily="18" charset="0"/>
                        </a:rPr>
                        <a:t>=40</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249144665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3792682"/>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45846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0702688"/>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7035287"/>
                  </a:ext>
                </a:extLst>
              </a:tr>
            </a:tbl>
          </a:graphicData>
        </a:graphic>
      </p:graphicFrame>
      <p:graphicFrame>
        <p:nvGraphicFramePr>
          <p:cNvPr id="10" name="表格 4">
            <a:extLst>
              <a:ext uri="{FF2B5EF4-FFF2-40B4-BE49-F238E27FC236}">
                <a16:creationId xmlns:a16="http://schemas.microsoft.com/office/drawing/2014/main" id="{4B203110-1352-4C79-8279-EFFDDD749E88}"/>
              </a:ext>
            </a:extLst>
          </p:cNvPr>
          <p:cNvGraphicFramePr>
            <a:graphicFrameLocks noGrp="1"/>
          </p:cNvGraphicFramePr>
          <p:nvPr>
            <p:ph idx="1"/>
          </p:nvPr>
        </p:nvGraphicFramePr>
        <p:xfrm>
          <a:off x="3317633" y="494817"/>
          <a:ext cx="2095134" cy="5862439"/>
        </p:xfrm>
        <a:graphic>
          <a:graphicData uri="http://schemas.openxmlformats.org/drawingml/2006/table">
            <a:tbl>
              <a:tblPr firstRow="1" bandRow="1">
                <a:tableStyleId>{5C22544A-7EE6-4342-B048-85BDC9FD1C3A}</a:tableStyleId>
              </a:tblPr>
              <a:tblGrid>
                <a:gridCol w="719092">
                  <a:extLst>
                    <a:ext uri="{9D8B030D-6E8A-4147-A177-3AD203B41FA5}">
                      <a16:colId xmlns:a16="http://schemas.microsoft.com/office/drawing/2014/main" val="396819965"/>
                    </a:ext>
                  </a:extLst>
                </a:gridCol>
                <a:gridCol w="452762">
                  <a:extLst>
                    <a:ext uri="{9D8B030D-6E8A-4147-A177-3AD203B41FA5}">
                      <a16:colId xmlns:a16="http://schemas.microsoft.com/office/drawing/2014/main" val="851605323"/>
                    </a:ext>
                  </a:extLst>
                </a:gridCol>
                <a:gridCol w="461640">
                  <a:extLst>
                    <a:ext uri="{9D8B030D-6E8A-4147-A177-3AD203B41FA5}">
                      <a16:colId xmlns:a16="http://schemas.microsoft.com/office/drawing/2014/main" val="47958369"/>
                    </a:ext>
                  </a:extLst>
                </a:gridCol>
                <a:gridCol w="461640">
                  <a:extLst>
                    <a:ext uri="{9D8B030D-6E8A-4147-A177-3AD203B41FA5}">
                      <a16:colId xmlns:a16="http://schemas.microsoft.com/office/drawing/2014/main" val="3418081263"/>
                    </a:ext>
                  </a:extLst>
                </a:gridCol>
              </a:tblGrid>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97709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9</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897491"/>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11</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14</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425724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86817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4002987"/>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0423242"/>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9</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383065"/>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54979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14</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6031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3005826"/>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11</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13</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5089494"/>
                  </a:ext>
                </a:extLst>
              </a:tr>
            </a:tbl>
          </a:graphicData>
        </a:graphic>
      </p:graphicFrame>
    </p:spTree>
    <p:extLst>
      <p:ext uri="{BB962C8B-B14F-4D97-AF65-F5344CB8AC3E}">
        <p14:creationId xmlns:p14="http://schemas.microsoft.com/office/powerpoint/2010/main" val="680138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B362AE12-BF7B-4E96-8967-CE1706D78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3128507" cy="4764681"/>
          </a:xfrm>
          <a:prstGeom prst="rect">
            <a:avLst/>
          </a:prstGeom>
        </p:spPr>
      </p:pic>
      <p:graphicFrame>
        <p:nvGraphicFramePr>
          <p:cNvPr id="6" name="表格 5">
            <a:extLst>
              <a:ext uri="{FF2B5EF4-FFF2-40B4-BE49-F238E27FC236}">
                <a16:creationId xmlns:a16="http://schemas.microsoft.com/office/drawing/2014/main" id="{8EE1CED3-801E-4F4B-88B5-30F633115803}"/>
              </a:ext>
            </a:extLst>
          </p:cNvPr>
          <p:cNvGraphicFramePr>
            <a:graphicFrameLocks noGrp="1"/>
          </p:cNvGraphicFramePr>
          <p:nvPr>
            <p:extLst>
              <p:ext uri="{D42A27DB-BD31-4B8C-83A1-F6EECF244321}">
                <p14:modId xmlns:p14="http://schemas.microsoft.com/office/powerpoint/2010/main" val="150916099"/>
              </p:ext>
            </p:extLst>
          </p:nvPr>
        </p:nvGraphicFramePr>
        <p:xfrm>
          <a:off x="5829747" y="494817"/>
          <a:ext cx="4935188" cy="3235960"/>
        </p:xfrm>
        <a:graphic>
          <a:graphicData uri="http://schemas.openxmlformats.org/drawingml/2006/table">
            <a:tbl>
              <a:tblPr firstRow="1" bandRow="1">
                <a:tableStyleId>{5C22544A-7EE6-4342-B048-85BDC9FD1C3A}</a:tableStyleId>
              </a:tblPr>
              <a:tblGrid>
                <a:gridCol w="930281">
                  <a:extLst>
                    <a:ext uri="{9D8B030D-6E8A-4147-A177-3AD203B41FA5}">
                      <a16:colId xmlns:a16="http://schemas.microsoft.com/office/drawing/2014/main" val="2334791289"/>
                    </a:ext>
                  </a:extLst>
                </a:gridCol>
                <a:gridCol w="1273629">
                  <a:extLst>
                    <a:ext uri="{9D8B030D-6E8A-4147-A177-3AD203B41FA5}">
                      <a16:colId xmlns:a16="http://schemas.microsoft.com/office/drawing/2014/main" val="1925998261"/>
                    </a:ext>
                  </a:extLst>
                </a:gridCol>
                <a:gridCol w="1338942">
                  <a:extLst>
                    <a:ext uri="{9D8B030D-6E8A-4147-A177-3AD203B41FA5}">
                      <a16:colId xmlns:a16="http://schemas.microsoft.com/office/drawing/2014/main" val="1327672264"/>
                    </a:ext>
                  </a:extLst>
                </a:gridCol>
                <a:gridCol w="1392336">
                  <a:extLst>
                    <a:ext uri="{9D8B030D-6E8A-4147-A177-3AD203B41FA5}">
                      <a16:colId xmlns:a16="http://schemas.microsoft.com/office/drawing/2014/main" val="2845640227"/>
                    </a:ext>
                  </a:extLst>
                </a:gridCol>
              </a:tblGrid>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CCP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737653"/>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A-B-D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553187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r>
                        <a:rPr lang="en-US" altLang="zh-TW" b="0" dirty="0">
                          <a:solidFill>
                            <a:srgbClr val="0070C0"/>
                          </a:solidFill>
                          <a:latin typeface="Times New Roman" panose="02020603050405020304" pitchFamily="18" charset="0"/>
                          <a:cs typeface="Times New Roman" panose="02020603050405020304" pitchFamily="18" charset="0"/>
                        </a:rPr>
                        <a:t>18</a:t>
                      </a:r>
                      <a:r>
                        <a:rPr lang="en-US" altLang="zh-TW" b="0" dirty="0">
                          <a:solidFill>
                            <a:schemeClr val="tx1"/>
                          </a:solidFill>
                          <a:latin typeface="Times New Roman" panose="02020603050405020304" pitchFamily="18" charset="0"/>
                          <a:cs typeface="Times New Roman" panose="02020603050405020304" pitchFamily="18" charset="0"/>
                        </a:rPr>
                        <a:t>=46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+5+</a:t>
                      </a:r>
                      <a:r>
                        <a:rPr lang="en-US" altLang="zh-TW" b="0" dirty="0">
                          <a:solidFill>
                            <a:srgbClr val="0070C0"/>
                          </a:solidFill>
                          <a:latin typeface="Times New Roman" panose="02020603050405020304" pitchFamily="18" charset="0"/>
                          <a:cs typeface="Times New Roman" panose="02020603050405020304" pitchFamily="18" charset="0"/>
                        </a:rPr>
                        <a:t>23</a:t>
                      </a:r>
                      <a:r>
                        <a:rPr lang="en-US" altLang="zh-TW" b="0" dirty="0">
                          <a:solidFill>
                            <a:schemeClr val="tx1"/>
                          </a:solidFill>
                          <a:latin typeface="Times New Roman" panose="02020603050405020304" pitchFamily="18" charset="0"/>
                          <a:cs typeface="Times New Roman" panose="02020603050405020304" pitchFamily="18" charset="0"/>
                        </a:rPr>
                        <a:t>=35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+5+</a:t>
                      </a:r>
                      <a:r>
                        <a:rPr lang="en-US" altLang="zh-TW" b="0" dirty="0">
                          <a:solidFill>
                            <a:srgbClr val="0070C0"/>
                          </a:solidFill>
                          <a:latin typeface="Times New Roman" panose="02020603050405020304" pitchFamily="18" charset="0"/>
                          <a:cs typeface="Times New Roman" panose="02020603050405020304" pitchFamily="18" charset="0"/>
                        </a:rPr>
                        <a:t>25</a:t>
                      </a:r>
                      <a:r>
                        <a:rPr lang="en-US" altLang="zh-TW" b="0" dirty="0">
                          <a:solidFill>
                            <a:schemeClr val="tx1"/>
                          </a:solidFill>
                          <a:latin typeface="Times New Roman" panose="02020603050405020304" pitchFamily="18" charset="0"/>
                          <a:cs typeface="Times New Roman" panose="02020603050405020304" pitchFamily="18" charset="0"/>
                        </a:rPr>
                        <a:t>=37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6258750"/>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27</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rgbClr val="0070C0"/>
                          </a:solidFill>
                          <a:latin typeface="Times New Roman" panose="02020603050405020304" pitchFamily="18" charset="0"/>
                          <a:cs typeface="Times New Roman" panose="02020603050405020304" pitchFamily="18" charset="0"/>
                        </a:rPr>
                        <a:t>9</a:t>
                      </a:r>
                      <a:r>
                        <a:rPr lang="en-US" altLang="zh-TW" b="0" dirty="0">
                          <a:solidFill>
                            <a:schemeClr val="tx1"/>
                          </a:solidFill>
                          <a:latin typeface="Times New Roman" panose="02020603050405020304" pitchFamily="18" charset="0"/>
                          <a:cs typeface="Times New Roman" panose="02020603050405020304" pitchFamily="18" charset="0"/>
                        </a:rPr>
                        <a:t>=44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35+</a:t>
                      </a:r>
                      <a:r>
                        <a:rPr lang="en-US" altLang="zh-TW" b="0" dirty="0">
                          <a:solidFill>
                            <a:srgbClr val="0070C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rgbClr val="FF0000"/>
                          </a:solidFill>
                          <a:latin typeface="Times New Roman" panose="02020603050405020304" pitchFamily="18" charset="0"/>
                          <a:cs typeface="Times New Roman" panose="02020603050405020304" pitchFamily="18" charset="0"/>
                        </a:rPr>
                        <a:t>27</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rgbClr val="0070C0"/>
                          </a:solidFill>
                          <a:latin typeface="Times New Roman" panose="02020603050405020304" pitchFamily="18" charset="0"/>
                          <a:cs typeface="Times New Roman" panose="02020603050405020304" pitchFamily="18" charset="0"/>
                        </a:rPr>
                        <a:t>5</a:t>
                      </a:r>
                      <a:r>
                        <a:rPr lang="en-US" altLang="zh-TW" b="0" dirty="0">
                          <a:solidFill>
                            <a:srgbClr val="FF0000"/>
                          </a:solidFill>
                          <a:latin typeface="Times New Roman" panose="02020603050405020304" pitchFamily="18" charset="0"/>
                          <a:cs typeface="Times New Roman" panose="02020603050405020304" pitchFamily="18" charset="0"/>
                        </a:rPr>
                        <a:t>=40</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249144665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r>
                        <a:rPr lang="en-US" altLang="zh-TW" b="0" dirty="0">
                          <a:solidFill>
                            <a:srgbClr val="0070C0"/>
                          </a:solidFill>
                          <a:latin typeface="Times New Roman" panose="02020603050405020304" pitchFamily="18" charset="0"/>
                          <a:cs typeface="Times New Roman" panose="02020603050405020304" pitchFamily="18" charset="0"/>
                        </a:rPr>
                        <a:t>5</a:t>
                      </a:r>
                      <a:r>
                        <a:rPr lang="en-US" altLang="zh-TW" b="0" dirty="0">
                          <a:solidFill>
                            <a:schemeClr val="tx1"/>
                          </a:solidFill>
                          <a:latin typeface="Times New Roman" panose="02020603050405020304" pitchFamily="18" charset="0"/>
                          <a:cs typeface="Times New Roman" panose="02020603050405020304" pitchFamily="18" charset="0"/>
                        </a:rPr>
                        <a:t>=33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18+7+</a:t>
                      </a:r>
                      <a:r>
                        <a:rPr lang="en-US" altLang="zh-TW" b="0" dirty="0">
                          <a:solidFill>
                            <a:srgbClr val="0070C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=32</a:t>
                      </a:r>
                    </a:p>
                    <a:p>
                      <a:r>
                        <a:rPr lang="en-US" altLang="zh-TW" b="0" dirty="0">
                          <a:solidFill>
                            <a:schemeClr val="tx1"/>
                          </a:solidFill>
                          <a:latin typeface="Times New Roman" panose="02020603050405020304" pitchFamily="18" charset="0"/>
                          <a:cs typeface="Times New Roman" panose="02020603050405020304" pitchFamily="18" charset="0"/>
                        </a:rPr>
                        <a:t>35+</a:t>
                      </a:r>
                      <a:r>
                        <a:rPr lang="en-US" altLang="zh-TW" b="0" dirty="0">
                          <a:solidFill>
                            <a:srgbClr val="0070C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18+7+</a:t>
                      </a:r>
                      <a:r>
                        <a:rPr lang="en-US" altLang="zh-TW" b="0" dirty="0">
                          <a:solidFill>
                            <a:srgbClr val="0070C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=31</a:t>
                      </a:r>
                    </a:p>
                    <a:p>
                      <a:r>
                        <a:rPr lang="en-US" altLang="zh-TW" b="0" dirty="0">
                          <a:solidFill>
                            <a:schemeClr val="tx1"/>
                          </a:solidFill>
                          <a:latin typeface="Times New Roman" panose="02020603050405020304" pitchFamily="18" charset="0"/>
                          <a:cs typeface="Times New Roman" panose="02020603050405020304" pitchFamily="18" charset="0"/>
                        </a:rPr>
                        <a:t>40+</a:t>
                      </a:r>
                      <a:r>
                        <a:rPr lang="en-US" altLang="zh-TW" b="0" dirty="0">
                          <a:solidFill>
                            <a:srgbClr val="0070C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533792682"/>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45846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0702688"/>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7035287"/>
                  </a:ext>
                </a:extLst>
              </a:tr>
            </a:tbl>
          </a:graphicData>
        </a:graphic>
      </p:graphicFrame>
      <p:graphicFrame>
        <p:nvGraphicFramePr>
          <p:cNvPr id="10" name="表格 4">
            <a:extLst>
              <a:ext uri="{FF2B5EF4-FFF2-40B4-BE49-F238E27FC236}">
                <a16:creationId xmlns:a16="http://schemas.microsoft.com/office/drawing/2014/main" id="{4B203110-1352-4C79-8279-EFFDDD749E88}"/>
              </a:ext>
            </a:extLst>
          </p:cNvPr>
          <p:cNvGraphicFramePr>
            <a:graphicFrameLocks noGrp="1"/>
          </p:cNvGraphicFramePr>
          <p:nvPr>
            <p:ph idx="1"/>
          </p:nvPr>
        </p:nvGraphicFramePr>
        <p:xfrm>
          <a:off x="3317633" y="494817"/>
          <a:ext cx="2095134" cy="5862439"/>
        </p:xfrm>
        <a:graphic>
          <a:graphicData uri="http://schemas.openxmlformats.org/drawingml/2006/table">
            <a:tbl>
              <a:tblPr firstRow="1" bandRow="1">
                <a:tableStyleId>{5C22544A-7EE6-4342-B048-85BDC9FD1C3A}</a:tableStyleId>
              </a:tblPr>
              <a:tblGrid>
                <a:gridCol w="719092">
                  <a:extLst>
                    <a:ext uri="{9D8B030D-6E8A-4147-A177-3AD203B41FA5}">
                      <a16:colId xmlns:a16="http://schemas.microsoft.com/office/drawing/2014/main" val="396819965"/>
                    </a:ext>
                  </a:extLst>
                </a:gridCol>
                <a:gridCol w="452762">
                  <a:extLst>
                    <a:ext uri="{9D8B030D-6E8A-4147-A177-3AD203B41FA5}">
                      <a16:colId xmlns:a16="http://schemas.microsoft.com/office/drawing/2014/main" val="851605323"/>
                    </a:ext>
                  </a:extLst>
                </a:gridCol>
                <a:gridCol w="461640">
                  <a:extLst>
                    <a:ext uri="{9D8B030D-6E8A-4147-A177-3AD203B41FA5}">
                      <a16:colId xmlns:a16="http://schemas.microsoft.com/office/drawing/2014/main" val="47958369"/>
                    </a:ext>
                  </a:extLst>
                </a:gridCol>
                <a:gridCol w="461640">
                  <a:extLst>
                    <a:ext uri="{9D8B030D-6E8A-4147-A177-3AD203B41FA5}">
                      <a16:colId xmlns:a16="http://schemas.microsoft.com/office/drawing/2014/main" val="3418081263"/>
                    </a:ext>
                  </a:extLst>
                </a:gridCol>
              </a:tblGrid>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97709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9</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897491"/>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11</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14</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425724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86817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4002987"/>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0423242"/>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9</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383065"/>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54979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14</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6031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3005826"/>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11</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13</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5089494"/>
                  </a:ext>
                </a:extLst>
              </a:tr>
            </a:tbl>
          </a:graphicData>
        </a:graphic>
      </p:graphicFrame>
    </p:spTree>
    <p:extLst>
      <p:ext uri="{BB962C8B-B14F-4D97-AF65-F5344CB8AC3E}">
        <p14:creationId xmlns:p14="http://schemas.microsoft.com/office/powerpoint/2010/main" val="2974187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B362AE12-BF7B-4E96-8967-CE1706D78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3128507" cy="4764681"/>
          </a:xfrm>
          <a:prstGeom prst="rect">
            <a:avLst/>
          </a:prstGeom>
        </p:spPr>
      </p:pic>
      <p:graphicFrame>
        <p:nvGraphicFramePr>
          <p:cNvPr id="6" name="表格 5">
            <a:extLst>
              <a:ext uri="{FF2B5EF4-FFF2-40B4-BE49-F238E27FC236}">
                <a16:creationId xmlns:a16="http://schemas.microsoft.com/office/drawing/2014/main" id="{8EE1CED3-801E-4F4B-88B5-30F633115803}"/>
              </a:ext>
            </a:extLst>
          </p:cNvPr>
          <p:cNvGraphicFramePr>
            <a:graphicFrameLocks noGrp="1"/>
          </p:cNvGraphicFramePr>
          <p:nvPr>
            <p:extLst>
              <p:ext uri="{D42A27DB-BD31-4B8C-83A1-F6EECF244321}">
                <p14:modId xmlns:p14="http://schemas.microsoft.com/office/powerpoint/2010/main" val="3647159605"/>
              </p:ext>
            </p:extLst>
          </p:nvPr>
        </p:nvGraphicFramePr>
        <p:xfrm>
          <a:off x="5492288" y="494817"/>
          <a:ext cx="6547312" cy="3779520"/>
        </p:xfrm>
        <a:graphic>
          <a:graphicData uri="http://schemas.openxmlformats.org/drawingml/2006/table">
            <a:tbl>
              <a:tblPr firstRow="1" bandRow="1">
                <a:tableStyleId>{5C22544A-7EE6-4342-B048-85BDC9FD1C3A}</a:tableStyleId>
              </a:tblPr>
              <a:tblGrid>
                <a:gridCol w="1038424">
                  <a:extLst>
                    <a:ext uri="{9D8B030D-6E8A-4147-A177-3AD203B41FA5}">
                      <a16:colId xmlns:a16="http://schemas.microsoft.com/office/drawing/2014/main" val="2334791289"/>
                    </a:ext>
                  </a:extLst>
                </a:gridCol>
                <a:gridCol w="817145">
                  <a:extLst>
                    <a:ext uri="{9D8B030D-6E8A-4147-A177-3AD203B41FA5}">
                      <a16:colId xmlns:a16="http://schemas.microsoft.com/office/drawing/2014/main" val="3556044746"/>
                    </a:ext>
                  </a:extLst>
                </a:gridCol>
                <a:gridCol w="1513114">
                  <a:extLst>
                    <a:ext uri="{9D8B030D-6E8A-4147-A177-3AD203B41FA5}">
                      <a16:colId xmlns:a16="http://schemas.microsoft.com/office/drawing/2014/main" val="1925998261"/>
                    </a:ext>
                  </a:extLst>
                </a:gridCol>
                <a:gridCol w="1624439">
                  <a:extLst>
                    <a:ext uri="{9D8B030D-6E8A-4147-A177-3AD203B41FA5}">
                      <a16:colId xmlns:a16="http://schemas.microsoft.com/office/drawing/2014/main" val="1327672264"/>
                    </a:ext>
                  </a:extLst>
                </a:gridCol>
                <a:gridCol w="1554190">
                  <a:extLst>
                    <a:ext uri="{9D8B030D-6E8A-4147-A177-3AD203B41FA5}">
                      <a16:colId xmlns:a16="http://schemas.microsoft.com/office/drawing/2014/main" val="2845640227"/>
                    </a:ext>
                  </a:extLst>
                </a:gridCol>
              </a:tblGrid>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CCP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Check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737653"/>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A-B-D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553187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r>
                        <a:rPr lang="en-US" altLang="zh-TW" b="0" dirty="0">
                          <a:solidFill>
                            <a:srgbClr val="0070C0"/>
                          </a:solidFill>
                          <a:latin typeface="Times New Roman" panose="02020603050405020304" pitchFamily="18" charset="0"/>
                          <a:cs typeface="Times New Roman" panose="02020603050405020304" pitchFamily="18" charset="0"/>
                        </a:rPr>
                        <a:t>18</a:t>
                      </a:r>
                      <a:r>
                        <a:rPr lang="en-US" altLang="zh-TW" b="0" dirty="0">
                          <a:solidFill>
                            <a:schemeClr val="tx1"/>
                          </a:solidFill>
                          <a:latin typeface="Times New Roman" panose="02020603050405020304" pitchFamily="18" charset="0"/>
                          <a:cs typeface="Times New Roman" panose="02020603050405020304" pitchFamily="18" charset="0"/>
                        </a:rPr>
                        <a:t>=46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+5+</a:t>
                      </a:r>
                      <a:r>
                        <a:rPr lang="en-US" altLang="zh-TW" b="0" dirty="0">
                          <a:solidFill>
                            <a:srgbClr val="0070C0"/>
                          </a:solidFill>
                          <a:latin typeface="Times New Roman" panose="02020603050405020304" pitchFamily="18" charset="0"/>
                          <a:cs typeface="Times New Roman" panose="02020603050405020304" pitchFamily="18" charset="0"/>
                        </a:rPr>
                        <a:t>23</a:t>
                      </a:r>
                      <a:r>
                        <a:rPr lang="en-US" altLang="zh-TW" b="0" dirty="0">
                          <a:solidFill>
                            <a:schemeClr val="tx1"/>
                          </a:solidFill>
                          <a:latin typeface="Times New Roman" panose="02020603050405020304" pitchFamily="18" charset="0"/>
                          <a:cs typeface="Times New Roman" panose="02020603050405020304" pitchFamily="18" charset="0"/>
                        </a:rPr>
                        <a:t>=35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+5+</a:t>
                      </a:r>
                      <a:r>
                        <a:rPr lang="en-US" altLang="zh-TW" b="0" dirty="0">
                          <a:solidFill>
                            <a:srgbClr val="0070C0"/>
                          </a:solidFill>
                          <a:latin typeface="Times New Roman" panose="02020603050405020304" pitchFamily="18" charset="0"/>
                          <a:cs typeface="Times New Roman" panose="02020603050405020304" pitchFamily="18" charset="0"/>
                        </a:rPr>
                        <a:t>25</a:t>
                      </a:r>
                      <a:r>
                        <a:rPr lang="en-US" altLang="zh-TW" b="0" dirty="0">
                          <a:solidFill>
                            <a:schemeClr val="tx1"/>
                          </a:solidFill>
                          <a:latin typeface="Times New Roman" panose="02020603050405020304" pitchFamily="18" charset="0"/>
                          <a:cs typeface="Times New Roman" panose="02020603050405020304" pitchFamily="18" charset="0"/>
                        </a:rPr>
                        <a:t>=37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6258750"/>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27</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rgbClr val="0070C0"/>
                          </a:solidFill>
                          <a:latin typeface="Times New Roman" panose="02020603050405020304" pitchFamily="18" charset="0"/>
                          <a:cs typeface="Times New Roman" panose="02020603050405020304" pitchFamily="18" charset="0"/>
                        </a:rPr>
                        <a:t>9</a:t>
                      </a:r>
                      <a:r>
                        <a:rPr lang="en-US" altLang="zh-TW" b="0" dirty="0">
                          <a:solidFill>
                            <a:schemeClr val="tx1"/>
                          </a:solidFill>
                          <a:latin typeface="Times New Roman" panose="02020603050405020304" pitchFamily="18" charset="0"/>
                          <a:cs typeface="Times New Roman" panose="02020603050405020304" pitchFamily="18" charset="0"/>
                        </a:rPr>
                        <a:t>=44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35+</a:t>
                      </a:r>
                      <a:r>
                        <a:rPr lang="en-US" altLang="zh-TW" b="0" dirty="0">
                          <a:solidFill>
                            <a:srgbClr val="0070C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rgbClr val="FF0000"/>
                          </a:solidFill>
                          <a:latin typeface="Times New Roman" panose="02020603050405020304" pitchFamily="18" charset="0"/>
                          <a:cs typeface="Times New Roman" panose="02020603050405020304" pitchFamily="18" charset="0"/>
                        </a:rPr>
                        <a:t>27</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rgbClr val="0070C0"/>
                          </a:solidFill>
                          <a:latin typeface="Times New Roman" panose="02020603050405020304" pitchFamily="18" charset="0"/>
                          <a:cs typeface="Times New Roman" panose="02020603050405020304" pitchFamily="18" charset="0"/>
                        </a:rPr>
                        <a:t>5</a:t>
                      </a:r>
                      <a:r>
                        <a:rPr lang="en-US" altLang="zh-TW" b="0" dirty="0">
                          <a:solidFill>
                            <a:schemeClr val="tx1"/>
                          </a:solidFill>
                          <a:latin typeface="Times New Roman" panose="02020603050405020304" pitchFamily="18" charset="0"/>
                          <a:cs typeface="Times New Roman" panose="02020603050405020304" pitchFamily="18" charset="0"/>
                        </a:rPr>
                        <a:t>=40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249144665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r>
                        <a:rPr lang="en-US" altLang="zh-TW" b="0" dirty="0">
                          <a:solidFill>
                            <a:srgbClr val="0070C0"/>
                          </a:solidFill>
                          <a:latin typeface="Times New Roman" panose="02020603050405020304" pitchFamily="18" charset="0"/>
                          <a:cs typeface="Times New Roman" panose="02020603050405020304" pitchFamily="18" charset="0"/>
                        </a:rPr>
                        <a:t>5</a:t>
                      </a:r>
                      <a:r>
                        <a:rPr lang="en-US" altLang="zh-TW" b="0" dirty="0">
                          <a:solidFill>
                            <a:schemeClr val="tx1"/>
                          </a:solidFill>
                          <a:latin typeface="Times New Roman" panose="02020603050405020304" pitchFamily="18" charset="0"/>
                          <a:cs typeface="Times New Roman" panose="02020603050405020304" pitchFamily="18" charset="0"/>
                        </a:rPr>
                        <a:t>=33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18+7+</a:t>
                      </a:r>
                      <a:r>
                        <a:rPr lang="en-US" altLang="zh-TW" b="0" dirty="0">
                          <a:solidFill>
                            <a:srgbClr val="0070C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=32</a:t>
                      </a:r>
                    </a:p>
                    <a:p>
                      <a:r>
                        <a:rPr lang="en-US" altLang="zh-TW" b="0" dirty="0">
                          <a:solidFill>
                            <a:schemeClr val="tx1"/>
                          </a:solidFill>
                          <a:latin typeface="Times New Roman" panose="02020603050405020304" pitchFamily="18" charset="0"/>
                          <a:cs typeface="Times New Roman" panose="02020603050405020304" pitchFamily="18" charset="0"/>
                        </a:rPr>
                        <a:t>35+</a:t>
                      </a:r>
                      <a:r>
                        <a:rPr lang="en-US" altLang="zh-TW" b="0" dirty="0">
                          <a:solidFill>
                            <a:srgbClr val="0070C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18+7+</a:t>
                      </a:r>
                      <a:r>
                        <a:rPr lang="en-US" altLang="zh-TW" b="0" dirty="0">
                          <a:solidFill>
                            <a:srgbClr val="0070C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=31</a:t>
                      </a:r>
                    </a:p>
                    <a:p>
                      <a:r>
                        <a:rPr lang="en-US" altLang="zh-TW" b="0" dirty="0">
                          <a:solidFill>
                            <a:schemeClr val="tx1"/>
                          </a:solidFill>
                          <a:latin typeface="Times New Roman" panose="02020603050405020304" pitchFamily="18" charset="0"/>
                          <a:cs typeface="Times New Roman" panose="02020603050405020304" pitchFamily="18" charset="0"/>
                        </a:rPr>
                        <a:t>40+</a:t>
                      </a:r>
                      <a:r>
                        <a:rPr lang="en-US" altLang="zh-TW" b="0" dirty="0">
                          <a:solidFill>
                            <a:srgbClr val="0070C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533792682"/>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r>
                        <a:rPr lang="en-US" altLang="zh-TW" b="0" dirty="0">
                          <a:solidFill>
                            <a:srgbClr val="0070C0"/>
                          </a:solidFill>
                          <a:latin typeface="Times New Roman" panose="02020603050405020304" pitchFamily="18" charset="0"/>
                          <a:cs typeface="Times New Roman" panose="02020603050405020304" pitchFamily="18" charset="0"/>
                        </a:rPr>
                        <a:t>14</a:t>
                      </a:r>
                      <a:r>
                        <a:rPr lang="en-US" altLang="zh-TW" b="0" dirty="0">
                          <a:solidFill>
                            <a:schemeClr val="tx1"/>
                          </a:solidFill>
                          <a:latin typeface="Times New Roman" panose="02020603050405020304" pitchFamily="18" charset="0"/>
                          <a:cs typeface="Times New Roman" panose="02020603050405020304" pitchFamily="18" charset="0"/>
                        </a:rPr>
                        <a:t>=42</a:t>
                      </a:r>
                    </a:p>
                    <a:p>
                      <a:r>
                        <a:rPr lang="en-US" altLang="zh-TW" b="0" dirty="0">
                          <a:solidFill>
                            <a:schemeClr val="tx1"/>
                          </a:solidFill>
                          <a:latin typeface="Times New Roman" panose="02020603050405020304" pitchFamily="18" charset="0"/>
                          <a:cs typeface="Times New Roman" panose="02020603050405020304" pitchFamily="18" charset="0"/>
                        </a:rPr>
                        <a:t>31+15+</a:t>
                      </a:r>
                      <a:r>
                        <a:rPr lang="en-US" altLang="zh-TW" b="0" dirty="0">
                          <a:solidFill>
                            <a:srgbClr val="0070C0"/>
                          </a:solidFill>
                          <a:latin typeface="Times New Roman" panose="02020603050405020304" pitchFamily="18" charset="0"/>
                          <a:cs typeface="Times New Roman" panose="02020603050405020304" pitchFamily="18" charset="0"/>
                        </a:rPr>
                        <a:t>14</a:t>
                      </a:r>
                      <a:r>
                        <a:rPr lang="en-US" altLang="zh-TW" b="0" dirty="0">
                          <a:solidFill>
                            <a:schemeClr val="tx1"/>
                          </a:solidFill>
                          <a:latin typeface="Times New Roman" panose="02020603050405020304" pitchFamily="18" charset="0"/>
                          <a:cs typeface="Times New Roman" panose="02020603050405020304" pitchFamily="18" charset="0"/>
                        </a:rPr>
                        <a:t>=60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28+14+</a:t>
                      </a:r>
                      <a:r>
                        <a:rPr lang="en-US" altLang="zh-TW" b="0" dirty="0">
                          <a:solidFill>
                            <a:srgbClr val="0070C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=54</a:t>
                      </a:r>
                    </a:p>
                    <a:p>
                      <a:r>
                        <a:rPr lang="en-US" altLang="zh-TW" b="0" dirty="0">
                          <a:solidFill>
                            <a:schemeClr val="tx1"/>
                          </a:solidFill>
                          <a:latin typeface="Times New Roman" panose="02020603050405020304" pitchFamily="18" charset="0"/>
                          <a:cs typeface="Times New Roman" panose="02020603050405020304" pitchFamily="18" charset="0"/>
                        </a:rPr>
                        <a:t>31+15+</a:t>
                      </a:r>
                      <a:r>
                        <a:rPr lang="en-US" altLang="zh-TW" b="0" dirty="0">
                          <a:solidFill>
                            <a:srgbClr val="0070C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=58</a:t>
                      </a:r>
                    </a:p>
                    <a:p>
                      <a:r>
                        <a:rPr lang="en-US" altLang="zh-TW" b="0" dirty="0">
                          <a:solidFill>
                            <a:schemeClr val="tx1"/>
                          </a:solidFill>
                          <a:latin typeface="Times New Roman" panose="02020603050405020304" pitchFamily="18" charset="0"/>
                          <a:cs typeface="Times New Roman" panose="02020603050405020304" pitchFamily="18" charset="0"/>
                        </a:rPr>
                        <a:t>35+</a:t>
                      </a:r>
                      <a:r>
                        <a:rPr lang="en-US" altLang="zh-TW" b="0" dirty="0">
                          <a:solidFill>
                            <a:srgbClr val="0070C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=47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28+14+</a:t>
                      </a:r>
                      <a:r>
                        <a:rPr lang="en-US" altLang="zh-TW" b="0" dirty="0">
                          <a:solidFill>
                            <a:srgbClr val="0070C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=52</a:t>
                      </a:r>
                    </a:p>
                    <a:p>
                      <a:r>
                        <a:rPr lang="en-US" altLang="zh-TW" b="0" dirty="0">
                          <a:solidFill>
                            <a:schemeClr val="tx1"/>
                          </a:solidFill>
                          <a:latin typeface="Times New Roman" panose="02020603050405020304" pitchFamily="18" charset="0"/>
                          <a:cs typeface="Times New Roman" panose="02020603050405020304" pitchFamily="18" charset="0"/>
                        </a:rPr>
                        <a:t>31+</a:t>
                      </a:r>
                      <a:r>
                        <a:rPr lang="en-US" altLang="zh-TW" b="0" dirty="0">
                          <a:solidFill>
                            <a:srgbClr val="0070C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=41</a:t>
                      </a:r>
                    </a:p>
                    <a:p>
                      <a:r>
                        <a:rPr lang="en-US" altLang="zh-TW" b="0" dirty="0">
                          <a:solidFill>
                            <a:schemeClr val="tx1"/>
                          </a:solidFill>
                          <a:latin typeface="Times New Roman" panose="02020603050405020304" pitchFamily="18" charset="0"/>
                          <a:cs typeface="Times New Roman" panose="02020603050405020304" pitchFamily="18" charset="0"/>
                        </a:rPr>
                        <a:t>40+</a:t>
                      </a:r>
                      <a:r>
                        <a:rPr lang="en-US" altLang="zh-TW" b="0" dirty="0">
                          <a:solidFill>
                            <a:srgbClr val="0070C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=50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63445846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0702688"/>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7035287"/>
                  </a:ext>
                </a:extLst>
              </a:tr>
            </a:tbl>
          </a:graphicData>
        </a:graphic>
      </p:graphicFrame>
      <p:graphicFrame>
        <p:nvGraphicFramePr>
          <p:cNvPr id="10" name="表格 4">
            <a:extLst>
              <a:ext uri="{FF2B5EF4-FFF2-40B4-BE49-F238E27FC236}">
                <a16:creationId xmlns:a16="http://schemas.microsoft.com/office/drawing/2014/main" id="{4B203110-1352-4C79-8279-EFFDDD749E88}"/>
              </a:ext>
            </a:extLst>
          </p:cNvPr>
          <p:cNvGraphicFramePr>
            <a:graphicFrameLocks noGrp="1"/>
          </p:cNvGraphicFramePr>
          <p:nvPr>
            <p:ph idx="1"/>
          </p:nvPr>
        </p:nvGraphicFramePr>
        <p:xfrm>
          <a:off x="3317633" y="494817"/>
          <a:ext cx="2095134" cy="5862439"/>
        </p:xfrm>
        <a:graphic>
          <a:graphicData uri="http://schemas.openxmlformats.org/drawingml/2006/table">
            <a:tbl>
              <a:tblPr firstRow="1" bandRow="1">
                <a:tableStyleId>{5C22544A-7EE6-4342-B048-85BDC9FD1C3A}</a:tableStyleId>
              </a:tblPr>
              <a:tblGrid>
                <a:gridCol w="719092">
                  <a:extLst>
                    <a:ext uri="{9D8B030D-6E8A-4147-A177-3AD203B41FA5}">
                      <a16:colId xmlns:a16="http://schemas.microsoft.com/office/drawing/2014/main" val="396819965"/>
                    </a:ext>
                  </a:extLst>
                </a:gridCol>
                <a:gridCol w="452762">
                  <a:extLst>
                    <a:ext uri="{9D8B030D-6E8A-4147-A177-3AD203B41FA5}">
                      <a16:colId xmlns:a16="http://schemas.microsoft.com/office/drawing/2014/main" val="851605323"/>
                    </a:ext>
                  </a:extLst>
                </a:gridCol>
                <a:gridCol w="461640">
                  <a:extLst>
                    <a:ext uri="{9D8B030D-6E8A-4147-A177-3AD203B41FA5}">
                      <a16:colId xmlns:a16="http://schemas.microsoft.com/office/drawing/2014/main" val="47958369"/>
                    </a:ext>
                  </a:extLst>
                </a:gridCol>
                <a:gridCol w="461640">
                  <a:extLst>
                    <a:ext uri="{9D8B030D-6E8A-4147-A177-3AD203B41FA5}">
                      <a16:colId xmlns:a16="http://schemas.microsoft.com/office/drawing/2014/main" val="3418081263"/>
                    </a:ext>
                  </a:extLst>
                </a:gridCol>
              </a:tblGrid>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97709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9</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897491"/>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11</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14</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425724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86817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4002987"/>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0423242"/>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9</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383065"/>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54979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14</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6031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3005826"/>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11</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13</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5089494"/>
                  </a:ext>
                </a:extLst>
              </a:tr>
            </a:tbl>
          </a:graphicData>
        </a:graphic>
      </p:graphicFrame>
    </p:spTree>
    <p:extLst>
      <p:ext uri="{BB962C8B-B14F-4D97-AF65-F5344CB8AC3E}">
        <p14:creationId xmlns:p14="http://schemas.microsoft.com/office/powerpoint/2010/main" val="1329655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B362AE12-BF7B-4E96-8967-CE1706D78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3128507" cy="4764681"/>
          </a:xfrm>
          <a:prstGeom prst="rect">
            <a:avLst/>
          </a:prstGeom>
        </p:spPr>
      </p:pic>
      <p:graphicFrame>
        <p:nvGraphicFramePr>
          <p:cNvPr id="6" name="表格 5">
            <a:extLst>
              <a:ext uri="{FF2B5EF4-FFF2-40B4-BE49-F238E27FC236}">
                <a16:creationId xmlns:a16="http://schemas.microsoft.com/office/drawing/2014/main" id="{8EE1CED3-801E-4F4B-88B5-30F633115803}"/>
              </a:ext>
            </a:extLst>
          </p:cNvPr>
          <p:cNvGraphicFramePr>
            <a:graphicFrameLocks noGrp="1"/>
          </p:cNvGraphicFramePr>
          <p:nvPr>
            <p:extLst>
              <p:ext uri="{D42A27DB-BD31-4B8C-83A1-F6EECF244321}">
                <p14:modId xmlns:p14="http://schemas.microsoft.com/office/powerpoint/2010/main" val="1426551900"/>
              </p:ext>
            </p:extLst>
          </p:nvPr>
        </p:nvGraphicFramePr>
        <p:xfrm>
          <a:off x="5492288" y="494817"/>
          <a:ext cx="6547312" cy="4323080"/>
        </p:xfrm>
        <a:graphic>
          <a:graphicData uri="http://schemas.openxmlformats.org/drawingml/2006/table">
            <a:tbl>
              <a:tblPr firstRow="1" bandRow="1">
                <a:tableStyleId>{5C22544A-7EE6-4342-B048-85BDC9FD1C3A}</a:tableStyleId>
              </a:tblPr>
              <a:tblGrid>
                <a:gridCol w="1038424">
                  <a:extLst>
                    <a:ext uri="{9D8B030D-6E8A-4147-A177-3AD203B41FA5}">
                      <a16:colId xmlns:a16="http://schemas.microsoft.com/office/drawing/2014/main" val="2334791289"/>
                    </a:ext>
                  </a:extLst>
                </a:gridCol>
                <a:gridCol w="817145">
                  <a:extLst>
                    <a:ext uri="{9D8B030D-6E8A-4147-A177-3AD203B41FA5}">
                      <a16:colId xmlns:a16="http://schemas.microsoft.com/office/drawing/2014/main" val="3556044746"/>
                    </a:ext>
                  </a:extLst>
                </a:gridCol>
                <a:gridCol w="1513114">
                  <a:extLst>
                    <a:ext uri="{9D8B030D-6E8A-4147-A177-3AD203B41FA5}">
                      <a16:colId xmlns:a16="http://schemas.microsoft.com/office/drawing/2014/main" val="1925998261"/>
                    </a:ext>
                  </a:extLst>
                </a:gridCol>
                <a:gridCol w="1624439">
                  <a:extLst>
                    <a:ext uri="{9D8B030D-6E8A-4147-A177-3AD203B41FA5}">
                      <a16:colId xmlns:a16="http://schemas.microsoft.com/office/drawing/2014/main" val="1327672264"/>
                    </a:ext>
                  </a:extLst>
                </a:gridCol>
                <a:gridCol w="1554190">
                  <a:extLst>
                    <a:ext uri="{9D8B030D-6E8A-4147-A177-3AD203B41FA5}">
                      <a16:colId xmlns:a16="http://schemas.microsoft.com/office/drawing/2014/main" val="2845640227"/>
                    </a:ext>
                  </a:extLst>
                </a:gridCol>
              </a:tblGrid>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CCP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Check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737653"/>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A-B-D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553187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r>
                        <a:rPr lang="en-US" altLang="zh-TW" b="0" dirty="0">
                          <a:solidFill>
                            <a:srgbClr val="0070C0"/>
                          </a:solidFill>
                          <a:latin typeface="Times New Roman" panose="02020603050405020304" pitchFamily="18" charset="0"/>
                          <a:cs typeface="Times New Roman" panose="02020603050405020304" pitchFamily="18" charset="0"/>
                        </a:rPr>
                        <a:t>18</a:t>
                      </a:r>
                      <a:r>
                        <a:rPr lang="en-US" altLang="zh-TW" b="0" dirty="0">
                          <a:solidFill>
                            <a:schemeClr val="tx1"/>
                          </a:solidFill>
                          <a:latin typeface="Times New Roman" panose="02020603050405020304" pitchFamily="18" charset="0"/>
                          <a:cs typeface="Times New Roman" panose="02020603050405020304" pitchFamily="18" charset="0"/>
                        </a:rPr>
                        <a:t>=46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+5+</a:t>
                      </a:r>
                      <a:r>
                        <a:rPr lang="en-US" altLang="zh-TW" b="0" dirty="0">
                          <a:solidFill>
                            <a:srgbClr val="0070C0"/>
                          </a:solidFill>
                          <a:latin typeface="Times New Roman" panose="02020603050405020304" pitchFamily="18" charset="0"/>
                          <a:cs typeface="Times New Roman" panose="02020603050405020304" pitchFamily="18" charset="0"/>
                        </a:rPr>
                        <a:t>23</a:t>
                      </a:r>
                      <a:r>
                        <a:rPr lang="en-US" altLang="zh-TW" b="0" dirty="0">
                          <a:solidFill>
                            <a:schemeClr val="tx1"/>
                          </a:solidFill>
                          <a:latin typeface="Times New Roman" panose="02020603050405020304" pitchFamily="18" charset="0"/>
                          <a:cs typeface="Times New Roman" panose="02020603050405020304" pitchFamily="18" charset="0"/>
                        </a:rPr>
                        <a:t>=35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+5+</a:t>
                      </a:r>
                      <a:r>
                        <a:rPr lang="en-US" altLang="zh-TW" b="0" dirty="0">
                          <a:solidFill>
                            <a:srgbClr val="0070C0"/>
                          </a:solidFill>
                          <a:latin typeface="Times New Roman" panose="02020603050405020304" pitchFamily="18" charset="0"/>
                          <a:cs typeface="Times New Roman" panose="02020603050405020304" pitchFamily="18" charset="0"/>
                        </a:rPr>
                        <a:t>25</a:t>
                      </a:r>
                      <a:r>
                        <a:rPr lang="en-US" altLang="zh-TW" b="0" dirty="0">
                          <a:solidFill>
                            <a:schemeClr val="tx1"/>
                          </a:solidFill>
                          <a:latin typeface="Times New Roman" panose="02020603050405020304" pitchFamily="18" charset="0"/>
                          <a:cs typeface="Times New Roman" panose="02020603050405020304" pitchFamily="18" charset="0"/>
                        </a:rPr>
                        <a:t>=37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6258750"/>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27</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rgbClr val="0070C0"/>
                          </a:solidFill>
                          <a:latin typeface="Times New Roman" panose="02020603050405020304" pitchFamily="18" charset="0"/>
                          <a:cs typeface="Times New Roman" panose="02020603050405020304" pitchFamily="18" charset="0"/>
                        </a:rPr>
                        <a:t>9</a:t>
                      </a:r>
                      <a:r>
                        <a:rPr lang="en-US" altLang="zh-TW" b="0" dirty="0">
                          <a:solidFill>
                            <a:schemeClr val="tx1"/>
                          </a:solidFill>
                          <a:latin typeface="Times New Roman" panose="02020603050405020304" pitchFamily="18" charset="0"/>
                          <a:cs typeface="Times New Roman" panose="02020603050405020304" pitchFamily="18" charset="0"/>
                        </a:rPr>
                        <a:t>=44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35+</a:t>
                      </a:r>
                      <a:r>
                        <a:rPr lang="en-US" altLang="zh-TW" b="0" dirty="0">
                          <a:solidFill>
                            <a:srgbClr val="0070C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rgbClr val="FF0000"/>
                          </a:solidFill>
                          <a:latin typeface="Times New Roman" panose="02020603050405020304" pitchFamily="18" charset="0"/>
                          <a:cs typeface="Times New Roman" panose="02020603050405020304" pitchFamily="18" charset="0"/>
                        </a:rPr>
                        <a:t>27</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rgbClr val="0070C0"/>
                          </a:solidFill>
                          <a:latin typeface="Times New Roman" panose="02020603050405020304" pitchFamily="18" charset="0"/>
                          <a:cs typeface="Times New Roman" panose="02020603050405020304" pitchFamily="18" charset="0"/>
                        </a:rPr>
                        <a:t>5</a:t>
                      </a:r>
                      <a:r>
                        <a:rPr lang="en-US" altLang="zh-TW" b="0" dirty="0">
                          <a:solidFill>
                            <a:schemeClr val="tx1"/>
                          </a:solidFill>
                          <a:latin typeface="Times New Roman" panose="02020603050405020304" pitchFamily="18" charset="0"/>
                          <a:cs typeface="Times New Roman" panose="02020603050405020304" pitchFamily="18" charset="0"/>
                        </a:rPr>
                        <a:t>=40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249144665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r>
                        <a:rPr lang="en-US" altLang="zh-TW" b="0" dirty="0">
                          <a:solidFill>
                            <a:srgbClr val="0070C0"/>
                          </a:solidFill>
                          <a:latin typeface="Times New Roman" panose="02020603050405020304" pitchFamily="18" charset="0"/>
                          <a:cs typeface="Times New Roman" panose="02020603050405020304" pitchFamily="18" charset="0"/>
                        </a:rPr>
                        <a:t>5</a:t>
                      </a:r>
                      <a:r>
                        <a:rPr lang="en-US" altLang="zh-TW" b="0" dirty="0">
                          <a:solidFill>
                            <a:schemeClr val="tx1"/>
                          </a:solidFill>
                          <a:latin typeface="Times New Roman" panose="02020603050405020304" pitchFamily="18" charset="0"/>
                          <a:cs typeface="Times New Roman" panose="02020603050405020304" pitchFamily="18" charset="0"/>
                        </a:rPr>
                        <a:t>=33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18+7+</a:t>
                      </a:r>
                      <a:r>
                        <a:rPr lang="en-US" altLang="zh-TW" b="0" dirty="0">
                          <a:solidFill>
                            <a:srgbClr val="0070C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=32</a:t>
                      </a:r>
                    </a:p>
                    <a:p>
                      <a:r>
                        <a:rPr lang="en-US" altLang="zh-TW" b="0" dirty="0">
                          <a:solidFill>
                            <a:schemeClr val="tx1"/>
                          </a:solidFill>
                          <a:latin typeface="Times New Roman" panose="02020603050405020304" pitchFamily="18" charset="0"/>
                          <a:cs typeface="Times New Roman" panose="02020603050405020304" pitchFamily="18" charset="0"/>
                        </a:rPr>
                        <a:t>35+</a:t>
                      </a:r>
                      <a:r>
                        <a:rPr lang="en-US" altLang="zh-TW" b="0" dirty="0">
                          <a:solidFill>
                            <a:srgbClr val="0070C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18+7+</a:t>
                      </a:r>
                      <a:r>
                        <a:rPr lang="en-US" altLang="zh-TW" b="0" dirty="0">
                          <a:solidFill>
                            <a:srgbClr val="0070C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=31</a:t>
                      </a:r>
                    </a:p>
                    <a:p>
                      <a:r>
                        <a:rPr lang="en-US" altLang="zh-TW" b="0" dirty="0">
                          <a:solidFill>
                            <a:schemeClr val="tx1"/>
                          </a:solidFill>
                          <a:latin typeface="Times New Roman" panose="02020603050405020304" pitchFamily="18" charset="0"/>
                          <a:cs typeface="Times New Roman" panose="02020603050405020304" pitchFamily="18" charset="0"/>
                        </a:rPr>
                        <a:t>40+</a:t>
                      </a:r>
                      <a:r>
                        <a:rPr lang="en-US" altLang="zh-TW" b="0" dirty="0">
                          <a:solidFill>
                            <a:srgbClr val="0070C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533792682"/>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r>
                        <a:rPr lang="en-US" altLang="zh-TW" b="0" dirty="0">
                          <a:solidFill>
                            <a:srgbClr val="0070C0"/>
                          </a:solidFill>
                          <a:latin typeface="Times New Roman" panose="02020603050405020304" pitchFamily="18" charset="0"/>
                          <a:cs typeface="Times New Roman" panose="02020603050405020304" pitchFamily="18" charset="0"/>
                        </a:rPr>
                        <a:t>14</a:t>
                      </a:r>
                      <a:r>
                        <a:rPr lang="en-US" altLang="zh-TW" b="0" dirty="0">
                          <a:solidFill>
                            <a:schemeClr val="tx1"/>
                          </a:solidFill>
                          <a:latin typeface="Times New Roman" panose="02020603050405020304" pitchFamily="18" charset="0"/>
                          <a:cs typeface="Times New Roman" panose="02020603050405020304" pitchFamily="18" charset="0"/>
                        </a:rPr>
                        <a:t>=42</a:t>
                      </a:r>
                    </a:p>
                    <a:p>
                      <a:r>
                        <a:rPr lang="en-US" altLang="zh-TW" b="0" dirty="0">
                          <a:solidFill>
                            <a:schemeClr val="tx1"/>
                          </a:solidFill>
                          <a:latin typeface="Times New Roman" panose="02020603050405020304" pitchFamily="18" charset="0"/>
                          <a:cs typeface="Times New Roman" panose="02020603050405020304" pitchFamily="18" charset="0"/>
                        </a:rPr>
                        <a:t>31+15+</a:t>
                      </a:r>
                      <a:r>
                        <a:rPr lang="en-US" altLang="zh-TW" b="0" dirty="0">
                          <a:solidFill>
                            <a:srgbClr val="0070C0"/>
                          </a:solidFill>
                          <a:latin typeface="Times New Roman" panose="02020603050405020304" pitchFamily="18" charset="0"/>
                          <a:cs typeface="Times New Roman" panose="02020603050405020304" pitchFamily="18" charset="0"/>
                        </a:rPr>
                        <a:t>14</a:t>
                      </a:r>
                      <a:r>
                        <a:rPr lang="en-US" altLang="zh-TW" b="0" dirty="0">
                          <a:solidFill>
                            <a:schemeClr val="tx1"/>
                          </a:solidFill>
                          <a:latin typeface="Times New Roman" panose="02020603050405020304" pitchFamily="18" charset="0"/>
                          <a:cs typeface="Times New Roman" panose="02020603050405020304" pitchFamily="18" charset="0"/>
                        </a:rPr>
                        <a:t>=60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28+14+</a:t>
                      </a:r>
                      <a:r>
                        <a:rPr lang="en-US" altLang="zh-TW" b="0" dirty="0">
                          <a:solidFill>
                            <a:srgbClr val="0070C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=54</a:t>
                      </a:r>
                    </a:p>
                    <a:p>
                      <a:r>
                        <a:rPr lang="en-US" altLang="zh-TW" b="0" dirty="0">
                          <a:solidFill>
                            <a:schemeClr val="tx1"/>
                          </a:solidFill>
                          <a:latin typeface="Times New Roman" panose="02020603050405020304" pitchFamily="18" charset="0"/>
                          <a:cs typeface="Times New Roman" panose="02020603050405020304" pitchFamily="18" charset="0"/>
                        </a:rPr>
                        <a:t>31+15+</a:t>
                      </a:r>
                      <a:r>
                        <a:rPr lang="en-US" altLang="zh-TW" b="0" dirty="0">
                          <a:solidFill>
                            <a:srgbClr val="0070C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=58</a:t>
                      </a:r>
                    </a:p>
                    <a:p>
                      <a:r>
                        <a:rPr lang="en-US" altLang="zh-TW" b="0" dirty="0">
                          <a:solidFill>
                            <a:schemeClr val="tx1"/>
                          </a:solidFill>
                          <a:latin typeface="Times New Roman" panose="02020603050405020304" pitchFamily="18" charset="0"/>
                          <a:cs typeface="Times New Roman" panose="02020603050405020304" pitchFamily="18" charset="0"/>
                        </a:rPr>
                        <a:t>35+</a:t>
                      </a:r>
                      <a:r>
                        <a:rPr lang="en-US" altLang="zh-TW" b="0" dirty="0">
                          <a:solidFill>
                            <a:srgbClr val="0070C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=47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28+14+</a:t>
                      </a:r>
                      <a:r>
                        <a:rPr lang="en-US" altLang="zh-TW" b="0" dirty="0">
                          <a:solidFill>
                            <a:srgbClr val="0070C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=52</a:t>
                      </a:r>
                    </a:p>
                    <a:p>
                      <a:r>
                        <a:rPr lang="en-US" altLang="zh-TW" b="0" dirty="0">
                          <a:solidFill>
                            <a:schemeClr val="tx1"/>
                          </a:solidFill>
                          <a:latin typeface="Times New Roman" panose="02020603050405020304" pitchFamily="18" charset="0"/>
                          <a:cs typeface="Times New Roman" panose="02020603050405020304" pitchFamily="18" charset="0"/>
                        </a:rPr>
                        <a:t>31+</a:t>
                      </a:r>
                      <a:r>
                        <a:rPr lang="en-US" altLang="zh-TW" b="0" dirty="0">
                          <a:solidFill>
                            <a:srgbClr val="0070C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=41</a:t>
                      </a:r>
                    </a:p>
                    <a:p>
                      <a:r>
                        <a:rPr lang="en-US" altLang="zh-TW" b="0" dirty="0">
                          <a:solidFill>
                            <a:schemeClr val="tx1"/>
                          </a:solidFill>
                          <a:latin typeface="Times New Roman" panose="02020603050405020304" pitchFamily="18" charset="0"/>
                          <a:cs typeface="Times New Roman" panose="02020603050405020304" pitchFamily="18" charset="0"/>
                        </a:rPr>
                        <a:t>40+</a:t>
                      </a:r>
                      <a:r>
                        <a:rPr lang="en-US" altLang="zh-TW" b="0" dirty="0">
                          <a:solidFill>
                            <a:srgbClr val="0070C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=50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63445846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40+16+</a:t>
                      </a:r>
                      <a:r>
                        <a:rPr lang="en-US" altLang="zh-TW" b="0" dirty="0">
                          <a:solidFill>
                            <a:srgbClr val="0070C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=66</a:t>
                      </a:r>
                    </a:p>
                    <a:p>
                      <a:r>
                        <a:rPr lang="en-US" altLang="zh-TW" b="0" dirty="0">
                          <a:solidFill>
                            <a:schemeClr val="tx1"/>
                          </a:solidFill>
                          <a:latin typeface="Times New Roman" panose="02020603050405020304" pitchFamily="18" charset="0"/>
                          <a:cs typeface="Times New Roman" panose="02020603050405020304" pitchFamily="18" charset="0"/>
                        </a:rPr>
                        <a:t>35+14+</a:t>
                      </a:r>
                      <a:r>
                        <a:rPr lang="en-US" altLang="zh-TW" b="0" dirty="0">
                          <a:solidFill>
                            <a:srgbClr val="0070C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=59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40+16+</a:t>
                      </a:r>
                      <a:r>
                        <a:rPr lang="en-US" altLang="zh-TW" b="0" dirty="0">
                          <a:solidFill>
                            <a:srgbClr val="0070C0"/>
                          </a:solidFill>
                          <a:latin typeface="Times New Roman" panose="02020603050405020304" pitchFamily="18" charset="0"/>
                          <a:cs typeface="Times New Roman" panose="02020603050405020304" pitchFamily="18" charset="0"/>
                        </a:rPr>
                        <a:t>8</a:t>
                      </a:r>
                      <a:r>
                        <a:rPr lang="en-US" altLang="zh-TW" b="0" dirty="0">
                          <a:solidFill>
                            <a:schemeClr val="tx1"/>
                          </a:solidFill>
                          <a:latin typeface="Times New Roman" panose="02020603050405020304" pitchFamily="18" charset="0"/>
                          <a:cs typeface="Times New Roman" panose="02020603050405020304" pitchFamily="18" charset="0"/>
                        </a:rPr>
                        <a:t>=64</a:t>
                      </a:r>
                    </a:p>
                    <a:p>
                      <a:r>
                        <a:rPr lang="en-US" altLang="zh-TW" b="0" dirty="0">
                          <a:solidFill>
                            <a:schemeClr val="tx1"/>
                          </a:solidFill>
                          <a:latin typeface="Times New Roman" panose="02020603050405020304" pitchFamily="18" charset="0"/>
                          <a:cs typeface="Times New Roman" panose="02020603050405020304" pitchFamily="18" charset="0"/>
                        </a:rPr>
                        <a:t>35+</a:t>
                      </a:r>
                      <a:r>
                        <a:rPr lang="en-US" altLang="zh-TW" b="0" dirty="0">
                          <a:solidFill>
                            <a:srgbClr val="0070C0"/>
                          </a:solidFill>
                          <a:latin typeface="Times New Roman" panose="02020603050405020304" pitchFamily="18" charset="0"/>
                          <a:cs typeface="Times New Roman" panose="02020603050405020304" pitchFamily="18" charset="0"/>
                        </a:rPr>
                        <a:t>8</a:t>
                      </a:r>
                      <a:r>
                        <a:rPr lang="en-US" altLang="zh-TW" b="0" dirty="0">
                          <a:solidFill>
                            <a:schemeClr val="tx1"/>
                          </a:solidFill>
                          <a:latin typeface="Times New Roman" panose="02020603050405020304" pitchFamily="18" charset="0"/>
                          <a:cs typeface="Times New Roman" panose="02020603050405020304" pitchFamily="18" charset="0"/>
                        </a:rPr>
                        <a:t>=43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40+</a:t>
                      </a:r>
                      <a:r>
                        <a:rPr lang="en-US" altLang="zh-TW" b="0" dirty="0">
                          <a:solidFill>
                            <a:srgbClr val="0070C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=46</a:t>
                      </a:r>
                    </a:p>
                    <a:p>
                      <a:r>
                        <a:rPr lang="en-US" altLang="zh-TW" b="0" dirty="0">
                          <a:solidFill>
                            <a:schemeClr val="tx1"/>
                          </a:solidFill>
                          <a:latin typeface="Times New Roman" panose="02020603050405020304" pitchFamily="18" charset="0"/>
                          <a:cs typeface="Times New Roman" panose="02020603050405020304" pitchFamily="18" charset="0"/>
                        </a:rPr>
                        <a:t>35+16+</a:t>
                      </a:r>
                      <a:r>
                        <a:rPr lang="en-US" altLang="zh-TW" b="0" dirty="0">
                          <a:solidFill>
                            <a:srgbClr val="0070C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=57</a:t>
                      </a:r>
                    </a:p>
                    <a:p>
                      <a:r>
                        <a:rPr lang="en-US" altLang="zh-TW" b="0" dirty="0">
                          <a:solidFill>
                            <a:schemeClr val="tx1"/>
                          </a:solidFill>
                          <a:latin typeface="Times New Roman" panose="02020603050405020304" pitchFamily="18" charset="0"/>
                          <a:cs typeface="Times New Roman" panose="02020603050405020304" pitchFamily="18" charset="0"/>
                        </a:rPr>
                        <a:t>52+</a:t>
                      </a:r>
                      <a:r>
                        <a:rPr lang="en-US" altLang="zh-TW" b="0" dirty="0">
                          <a:solidFill>
                            <a:srgbClr val="0070C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=58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700702688"/>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7035287"/>
                  </a:ext>
                </a:extLst>
              </a:tr>
            </a:tbl>
          </a:graphicData>
        </a:graphic>
      </p:graphicFrame>
      <p:graphicFrame>
        <p:nvGraphicFramePr>
          <p:cNvPr id="10" name="表格 4">
            <a:extLst>
              <a:ext uri="{FF2B5EF4-FFF2-40B4-BE49-F238E27FC236}">
                <a16:creationId xmlns:a16="http://schemas.microsoft.com/office/drawing/2014/main" id="{4B203110-1352-4C79-8279-EFFDDD749E88}"/>
              </a:ext>
            </a:extLst>
          </p:cNvPr>
          <p:cNvGraphicFramePr>
            <a:graphicFrameLocks noGrp="1"/>
          </p:cNvGraphicFramePr>
          <p:nvPr>
            <p:ph idx="1"/>
          </p:nvPr>
        </p:nvGraphicFramePr>
        <p:xfrm>
          <a:off x="3317633" y="494817"/>
          <a:ext cx="2095134" cy="5862439"/>
        </p:xfrm>
        <a:graphic>
          <a:graphicData uri="http://schemas.openxmlformats.org/drawingml/2006/table">
            <a:tbl>
              <a:tblPr firstRow="1" bandRow="1">
                <a:tableStyleId>{5C22544A-7EE6-4342-B048-85BDC9FD1C3A}</a:tableStyleId>
              </a:tblPr>
              <a:tblGrid>
                <a:gridCol w="719092">
                  <a:extLst>
                    <a:ext uri="{9D8B030D-6E8A-4147-A177-3AD203B41FA5}">
                      <a16:colId xmlns:a16="http://schemas.microsoft.com/office/drawing/2014/main" val="396819965"/>
                    </a:ext>
                  </a:extLst>
                </a:gridCol>
                <a:gridCol w="452762">
                  <a:extLst>
                    <a:ext uri="{9D8B030D-6E8A-4147-A177-3AD203B41FA5}">
                      <a16:colId xmlns:a16="http://schemas.microsoft.com/office/drawing/2014/main" val="851605323"/>
                    </a:ext>
                  </a:extLst>
                </a:gridCol>
                <a:gridCol w="461640">
                  <a:extLst>
                    <a:ext uri="{9D8B030D-6E8A-4147-A177-3AD203B41FA5}">
                      <a16:colId xmlns:a16="http://schemas.microsoft.com/office/drawing/2014/main" val="47958369"/>
                    </a:ext>
                  </a:extLst>
                </a:gridCol>
                <a:gridCol w="461640">
                  <a:extLst>
                    <a:ext uri="{9D8B030D-6E8A-4147-A177-3AD203B41FA5}">
                      <a16:colId xmlns:a16="http://schemas.microsoft.com/office/drawing/2014/main" val="3418081263"/>
                    </a:ext>
                  </a:extLst>
                </a:gridCol>
              </a:tblGrid>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97709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9</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897491"/>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11</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14</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425724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86817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4002987"/>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0423242"/>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9</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383065"/>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54979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14</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6031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3005826"/>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11</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13</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5089494"/>
                  </a:ext>
                </a:extLst>
              </a:tr>
            </a:tbl>
          </a:graphicData>
        </a:graphic>
      </p:graphicFrame>
    </p:spTree>
    <p:extLst>
      <p:ext uri="{BB962C8B-B14F-4D97-AF65-F5344CB8AC3E}">
        <p14:creationId xmlns:p14="http://schemas.microsoft.com/office/powerpoint/2010/main" val="1702721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B362AE12-BF7B-4E96-8967-CE1706D78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3128507" cy="4764681"/>
          </a:xfrm>
          <a:prstGeom prst="rect">
            <a:avLst/>
          </a:prstGeom>
        </p:spPr>
      </p:pic>
      <p:graphicFrame>
        <p:nvGraphicFramePr>
          <p:cNvPr id="6" name="表格 5">
            <a:extLst>
              <a:ext uri="{FF2B5EF4-FFF2-40B4-BE49-F238E27FC236}">
                <a16:creationId xmlns:a16="http://schemas.microsoft.com/office/drawing/2014/main" id="{8EE1CED3-801E-4F4B-88B5-30F633115803}"/>
              </a:ext>
            </a:extLst>
          </p:cNvPr>
          <p:cNvGraphicFramePr>
            <a:graphicFrameLocks noGrp="1"/>
          </p:cNvGraphicFramePr>
          <p:nvPr>
            <p:extLst>
              <p:ext uri="{D42A27DB-BD31-4B8C-83A1-F6EECF244321}">
                <p14:modId xmlns:p14="http://schemas.microsoft.com/office/powerpoint/2010/main" val="3796247448"/>
              </p:ext>
            </p:extLst>
          </p:nvPr>
        </p:nvGraphicFramePr>
        <p:xfrm>
          <a:off x="5492288" y="494817"/>
          <a:ext cx="6547312" cy="4592320"/>
        </p:xfrm>
        <a:graphic>
          <a:graphicData uri="http://schemas.openxmlformats.org/drawingml/2006/table">
            <a:tbl>
              <a:tblPr firstRow="1" bandRow="1">
                <a:tableStyleId>{5C22544A-7EE6-4342-B048-85BDC9FD1C3A}</a:tableStyleId>
              </a:tblPr>
              <a:tblGrid>
                <a:gridCol w="1038424">
                  <a:extLst>
                    <a:ext uri="{9D8B030D-6E8A-4147-A177-3AD203B41FA5}">
                      <a16:colId xmlns:a16="http://schemas.microsoft.com/office/drawing/2014/main" val="2334791289"/>
                    </a:ext>
                  </a:extLst>
                </a:gridCol>
                <a:gridCol w="817145">
                  <a:extLst>
                    <a:ext uri="{9D8B030D-6E8A-4147-A177-3AD203B41FA5}">
                      <a16:colId xmlns:a16="http://schemas.microsoft.com/office/drawing/2014/main" val="3556044746"/>
                    </a:ext>
                  </a:extLst>
                </a:gridCol>
                <a:gridCol w="1502229">
                  <a:extLst>
                    <a:ext uri="{9D8B030D-6E8A-4147-A177-3AD203B41FA5}">
                      <a16:colId xmlns:a16="http://schemas.microsoft.com/office/drawing/2014/main" val="1925998261"/>
                    </a:ext>
                  </a:extLst>
                </a:gridCol>
                <a:gridCol w="1621971">
                  <a:extLst>
                    <a:ext uri="{9D8B030D-6E8A-4147-A177-3AD203B41FA5}">
                      <a16:colId xmlns:a16="http://schemas.microsoft.com/office/drawing/2014/main" val="1327672264"/>
                    </a:ext>
                  </a:extLst>
                </a:gridCol>
                <a:gridCol w="1567543">
                  <a:extLst>
                    <a:ext uri="{9D8B030D-6E8A-4147-A177-3AD203B41FA5}">
                      <a16:colId xmlns:a16="http://schemas.microsoft.com/office/drawing/2014/main" val="2845640227"/>
                    </a:ext>
                  </a:extLst>
                </a:gridCol>
              </a:tblGrid>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CCP</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Check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737653"/>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A-B-D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553187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r>
                        <a:rPr lang="en-US" altLang="zh-TW" b="0" dirty="0">
                          <a:solidFill>
                            <a:srgbClr val="0070C0"/>
                          </a:solidFill>
                          <a:latin typeface="Times New Roman" panose="02020603050405020304" pitchFamily="18" charset="0"/>
                          <a:cs typeface="Times New Roman" panose="02020603050405020304" pitchFamily="18" charset="0"/>
                        </a:rPr>
                        <a:t>18</a:t>
                      </a:r>
                      <a:r>
                        <a:rPr lang="en-US" altLang="zh-TW" b="0" dirty="0">
                          <a:solidFill>
                            <a:schemeClr val="tx1"/>
                          </a:solidFill>
                          <a:latin typeface="Times New Roman" panose="02020603050405020304" pitchFamily="18" charset="0"/>
                          <a:cs typeface="Times New Roman" panose="02020603050405020304" pitchFamily="18" charset="0"/>
                        </a:rPr>
                        <a:t>=46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+5+</a:t>
                      </a:r>
                      <a:r>
                        <a:rPr lang="en-US" altLang="zh-TW" b="0" dirty="0">
                          <a:solidFill>
                            <a:srgbClr val="0070C0"/>
                          </a:solidFill>
                          <a:latin typeface="Times New Roman" panose="02020603050405020304" pitchFamily="18" charset="0"/>
                          <a:cs typeface="Times New Roman" panose="02020603050405020304" pitchFamily="18" charset="0"/>
                        </a:rPr>
                        <a:t>23</a:t>
                      </a:r>
                      <a:r>
                        <a:rPr lang="en-US" altLang="zh-TW" b="0" dirty="0">
                          <a:solidFill>
                            <a:schemeClr val="tx1"/>
                          </a:solidFill>
                          <a:latin typeface="Times New Roman" panose="02020603050405020304" pitchFamily="18" charset="0"/>
                          <a:cs typeface="Times New Roman" panose="02020603050405020304" pitchFamily="18" charset="0"/>
                        </a:rPr>
                        <a:t>=35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+5+</a:t>
                      </a:r>
                      <a:r>
                        <a:rPr lang="en-US" altLang="zh-TW" b="0" dirty="0">
                          <a:solidFill>
                            <a:srgbClr val="0070C0"/>
                          </a:solidFill>
                          <a:latin typeface="Times New Roman" panose="02020603050405020304" pitchFamily="18" charset="0"/>
                          <a:cs typeface="Times New Roman" panose="02020603050405020304" pitchFamily="18" charset="0"/>
                        </a:rPr>
                        <a:t>25</a:t>
                      </a:r>
                      <a:r>
                        <a:rPr lang="en-US" altLang="zh-TW" b="0" dirty="0">
                          <a:solidFill>
                            <a:schemeClr val="tx1"/>
                          </a:solidFill>
                          <a:latin typeface="Times New Roman" panose="02020603050405020304" pitchFamily="18" charset="0"/>
                          <a:cs typeface="Times New Roman" panose="02020603050405020304" pitchFamily="18" charset="0"/>
                        </a:rPr>
                        <a:t>=37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6258750"/>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27</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rgbClr val="0070C0"/>
                          </a:solidFill>
                          <a:latin typeface="Times New Roman" panose="02020603050405020304" pitchFamily="18" charset="0"/>
                          <a:cs typeface="Times New Roman" panose="02020603050405020304" pitchFamily="18" charset="0"/>
                        </a:rPr>
                        <a:t>9</a:t>
                      </a:r>
                      <a:r>
                        <a:rPr lang="en-US" altLang="zh-TW" b="0" dirty="0">
                          <a:solidFill>
                            <a:schemeClr val="tx1"/>
                          </a:solidFill>
                          <a:latin typeface="Times New Roman" panose="02020603050405020304" pitchFamily="18" charset="0"/>
                          <a:cs typeface="Times New Roman" panose="02020603050405020304" pitchFamily="18" charset="0"/>
                        </a:rPr>
                        <a:t>=44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35+</a:t>
                      </a:r>
                      <a:r>
                        <a:rPr lang="en-US" altLang="zh-TW" b="0" dirty="0">
                          <a:solidFill>
                            <a:srgbClr val="0070C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rgbClr val="FF0000"/>
                          </a:solidFill>
                          <a:latin typeface="Times New Roman" panose="02020603050405020304" pitchFamily="18" charset="0"/>
                          <a:cs typeface="Times New Roman" panose="02020603050405020304" pitchFamily="18" charset="0"/>
                        </a:rPr>
                        <a:t>27</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rgbClr val="0070C0"/>
                          </a:solidFill>
                          <a:latin typeface="Times New Roman" panose="02020603050405020304" pitchFamily="18" charset="0"/>
                          <a:cs typeface="Times New Roman" panose="02020603050405020304" pitchFamily="18" charset="0"/>
                        </a:rPr>
                        <a:t>5</a:t>
                      </a:r>
                      <a:r>
                        <a:rPr lang="en-US" altLang="zh-TW" b="0" dirty="0">
                          <a:solidFill>
                            <a:schemeClr val="tx1"/>
                          </a:solidFill>
                          <a:latin typeface="Times New Roman" panose="02020603050405020304" pitchFamily="18" charset="0"/>
                          <a:cs typeface="Times New Roman" panose="02020603050405020304" pitchFamily="18" charset="0"/>
                        </a:rPr>
                        <a:t>=40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249144665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a:t>
                      </a:r>
                      <a:r>
                        <a:rPr lang="en-US" altLang="zh-TW" b="0" dirty="0">
                          <a:solidFill>
                            <a:srgbClr val="0070C0"/>
                          </a:solidFill>
                          <a:latin typeface="Times New Roman" panose="02020603050405020304" pitchFamily="18" charset="0"/>
                          <a:cs typeface="Times New Roman" panose="02020603050405020304" pitchFamily="18" charset="0"/>
                        </a:rPr>
                        <a:t>5</a:t>
                      </a:r>
                      <a:r>
                        <a:rPr lang="en-US" altLang="zh-TW" b="0" dirty="0">
                          <a:solidFill>
                            <a:schemeClr val="tx1"/>
                          </a:solidFill>
                          <a:latin typeface="Times New Roman" panose="02020603050405020304" pitchFamily="18" charset="0"/>
                          <a:cs typeface="Times New Roman" panose="02020603050405020304" pitchFamily="18" charset="0"/>
                        </a:rPr>
                        <a:t>=33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18</a:t>
                      </a:r>
                      <a:r>
                        <a:rPr lang="en-US" altLang="zh-TW" b="0" dirty="0">
                          <a:solidFill>
                            <a:schemeClr val="tx1"/>
                          </a:solidFill>
                          <a:latin typeface="Times New Roman" panose="02020603050405020304" pitchFamily="18" charset="0"/>
                          <a:cs typeface="Times New Roman" panose="02020603050405020304" pitchFamily="18" charset="0"/>
                        </a:rPr>
                        <a:t>+7+</a:t>
                      </a:r>
                      <a:r>
                        <a:rPr lang="en-US" altLang="zh-TW" b="0" dirty="0">
                          <a:solidFill>
                            <a:srgbClr val="0070C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=32</a:t>
                      </a:r>
                    </a:p>
                    <a:p>
                      <a:r>
                        <a:rPr lang="en-US" altLang="zh-TW" b="0" dirty="0">
                          <a:solidFill>
                            <a:schemeClr val="tx1"/>
                          </a:solidFill>
                          <a:latin typeface="Times New Roman" panose="02020603050405020304" pitchFamily="18" charset="0"/>
                          <a:cs typeface="Times New Roman" panose="02020603050405020304" pitchFamily="18" charset="0"/>
                        </a:rPr>
                        <a:t>35+</a:t>
                      </a:r>
                      <a:r>
                        <a:rPr lang="en-US" altLang="zh-TW" b="0" dirty="0">
                          <a:solidFill>
                            <a:srgbClr val="0070C0"/>
                          </a:solidFill>
                          <a:latin typeface="Times New Roman" panose="02020603050405020304" pitchFamily="18" charset="0"/>
                          <a:cs typeface="Times New Roman" panose="02020603050405020304" pitchFamily="18" charset="0"/>
                        </a:rPr>
                        <a:t>7</a:t>
                      </a:r>
                      <a:r>
                        <a:rPr lang="en-US" altLang="zh-TW" b="0" dirty="0">
                          <a:solidFill>
                            <a:schemeClr val="tx1"/>
                          </a:solidFill>
                          <a:latin typeface="Times New Roman" panose="02020603050405020304" pitchFamily="18" charset="0"/>
                          <a:cs typeface="Times New Roman" panose="02020603050405020304" pitchFamily="18" charset="0"/>
                        </a:rPr>
                        <a:t>=42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18</a:t>
                      </a:r>
                      <a:r>
                        <a:rPr lang="en-US" altLang="zh-TW" b="0" dirty="0">
                          <a:solidFill>
                            <a:schemeClr val="tx1"/>
                          </a:solidFill>
                          <a:latin typeface="Times New Roman" panose="02020603050405020304" pitchFamily="18" charset="0"/>
                          <a:cs typeface="Times New Roman" panose="02020603050405020304" pitchFamily="18" charset="0"/>
                        </a:rPr>
                        <a:t>+7+</a:t>
                      </a:r>
                      <a:r>
                        <a:rPr lang="en-US" altLang="zh-TW" b="0" dirty="0">
                          <a:solidFill>
                            <a:srgbClr val="0070C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=31</a:t>
                      </a:r>
                    </a:p>
                    <a:p>
                      <a:r>
                        <a:rPr lang="en-US" altLang="zh-TW" b="0" dirty="0">
                          <a:solidFill>
                            <a:schemeClr val="tx1"/>
                          </a:solidFill>
                          <a:latin typeface="Times New Roman" panose="02020603050405020304" pitchFamily="18" charset="0"/>
                          <a:cs typeface="Times New Roman" panose="02020603050405020304" pitchFamily="18" charset="0"/>
                        </a:rPr>
                        <a:t>40+</a:t>
                      </a:r>
                      <a:r>
                        <a:rPr lang="en-US" altLang="zh-TW" b="0" dirty="0">
                          <a:solidFill>
                            <a:srgbClr val="0070C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=46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533792682"/>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28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14</a:t>
                      </a:r>
                      <a:r>
                        <a:rPr lang="en-US" altLang="zh-TW" b="0" dirty="0">
                          <a:solidFill>
                            <a:schemeClr val="tx1"/>
                          </a:solidFill>
                          <a:latin typeface="Times New Roman" panose="02020603050405020304" pitchFamily="18" charset="0"/>
                          <a:cs typeface="Times New Roman" panose="02020603050405020304" pitchFamily="18" charset="0"/>
                        </a:rPr>
                        <a:t>=42</a:t>
                      </a:r>
                    </a:p>
                    <a:p>
                      <a:r>
                        <a:rPr lang="en-US" altLang="zh-TW" b="0" dirty="0">
                          <a:solidFill>
                            <a:srgbClr val="FF0000"/>
                          </a:solidFill>
                          <a:latin typeface="Times New Roman" panose="02020603050405020304" pitchFamily="18" charset="0"/>
                          <a:cs typeface="Times New Roman" panose="02020603050405020304" pitchFamily="18" charset="0"/>
                        </a:rPr>
                        <a:t>31</a:t>
                      </a:r>
                      <a:r>
                        <a:rPr lang="en-US" altLang="zh-TW" b="0" dirty="0">
                          <a:solidFill>
                            <a:schemeClr val="tx1"/>
                          </a:solidFill>
                          <a:latin typeface="Times New Roman" panose="02020603050405020304" pitchFamily="18" charset="0"/>
                          <a:cs typeface="Times New Roman" panose="02020603050405020304" pitchFamily="18" charset="0"/>
                        </a:rPr>
                        <a:t>+15+</a:t>
                      </a:r>
                      <a:r>
                        <a:rPr lang="en-US" altLang="zh-TW" b="0" dirty="0">
                          <a:solidFill>
                            <a:srgbClr val="0070C0"/>
                          </a:solidFill>
                          <a:latin typeface="Times New Roman" panose="02020603050405020304" pitchFamily="18" charset="0"/>
                          <a:cs typeface="Times New Roman" panose="02020603050405020304" pitchFamily="18" charset="0"/>
                        </a:rPr>
                        <a:t>14</a:t>
                      </a:r>
                      <a:r>
                        <a:rPr lang="en-US" altLang="zh-TW" b="0" dirty="0">
                          <a:solidFill>
                            <a:schemeClr val="tx1"/>
                          </a:solidFill>
                          <a:latin typeface="Times New Roman" panose="02020603050405020304" pitchFamily="18" charset="0"/>
                          <a:cs typeface="Times New Roman" panose="02020603050405020304" pitchFamily="18" charset="0"/>
                        </a:rPr>
                        <a:t>=60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28</a:t>
                      </a:r>
                      <a:r>
                        <a:rPr lang="en-US" altLang="zh-TW" b="0" dirty="0">
                          <a:solidFill>
                            <a:schemeClr val="tx1"/>
                          </a:solidFill>
                          <a:latin typeface="Times New Roman" panose="02020603050405020304" pitchFamily="18" charset="0"/>
                          <a:cs typeface="Times New Roman" panose="02020603050405020304" pitchFamily="18" charset="0"/>
                        </a:rPr>
                        <a:t>+14+</a:t>
                      </a:r>
                      <a:r>
                        <a:rPr lang="en-US" altLang="zh-TW" b="0" dirty="0">
                          <a:solidFill>
                            <a:srgbClr val="0070C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=54</a:t>
                      </a:r>
                    </a:p>
                    <a:p>
                      <a:r>
                        <a:rPr lang="en-US" altLang="zh-TW" b="0" dirty="0">
                          <a:solidFill>
                            <a:srgbClr val="FF0000"/>
                          </a:solidFill>
                          <a:latin typeface="Times New Roman" panose="02020603050405020304" pitchFamily="18" charset="0"/>
                          <a:cs typeface="Times New Roman" panose="02020603050405020304" pitchFamily="18" charset="0"/>
                        </a:rPr>
                        <a:t>31</a:t>
                      </a:r>
                      <a:r>
                        <a:rPr lang="en-US" altLang="zh-TW" b="0" dirty="0">
                          <a:solidFill>
                            <a:schemeClr val="tx1"/>
                          </a:solidFill>
                          <a:latin typeface="Times New Roman" panose="02020603050405020304" pitchFamily="18" charset="0"/>
                          <a:cs typeface="Times New Roman" panose="02020603050405020304" pitchFamily="18" charset="0"/>
                        </a:rPr>
                        <a:t>+15+</a:t>
                      </a:r>
                      <a:r>
                        <a:rPr lang="en-US" altLang="zh-TW" b="0" dirty="0">
                          <a:solidFill>
                            <a:srgbClr val="0070C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=58</a:t>
                      </a:r>
                    </a:p>
                    <a:p>
                      <a:r>
                        <a:rPr lang="en-US" altLang="zh-TW" b="0" dirty="0">
                          <a:solidFill>
                            <a:schemeClr val="tx1"/>
                          </a:solidFill>
                          <a:latin typeface="Times New Roman" panose="02020603050405020304" pitchFamily="18" charset="0"/>
                          <a:cs typeface="Times New Roman" panose="02020603050405020304" pitchFamily="18" charset="0"/>
                        </a:rPr>
                        <a:t>35+</a:t>
                      </a:r>
                      <a:r>
                        <a:rPr lang="en-US" altLang="zh-TW" b="0" dirty="0">
                          <a:solidFill>
                            <a:srgbClr val="0070C0"/>
                          </a:solidFill>
                          <a:latin typeface="Times New Roman" panose="02020603050405020304" pitchFamily="18" charset="0"/>
                          <a:cs typeface="Times New Roman" panose="02020603050405020304" pitchFamily="18" charset="0"/>
                        </a:rPr>
                        <a:t>12</a:t>
                      </a:r>
                      <a:r>
                        <a:rPr lang="en-US" altLang="zh-TW" b="0" dirty="0">
                          <a:solidFill>
                            <a:schemeClr val="tx1"/>
                          </a:solidFill>
                          <a:latin typeface="Times New Roman" panose="02020603050405020304" pitchFamily="18" charset="0"/>
                          <a:cs typeface="Times New Roman" panose="02020603050405020304" pitchFamily="18" charset="0"/>
                        </a:rPr>
                        <a:t>=47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28</a:t>
                      </a:r>
                      <a:r>
                        <a:rPr lang="en-US" altLang="zh-TW" b="0" dirty="0">
                          <a:solidFill>
                            <a:schemeClr val="tx1"/>
                          </a:solidFill>
                          <a:latin typeface="Times New Roman" panose="02020603050405020304" pitchFamily="18" charset="0"/>
                          <a:cs typeface="Times New Roman" panose="02020603050405020304" pitchFamily="18" charset="0"/>
                        </a:rPr>
                        <a:t>+14+</a:t>
                      </a:r>
                      <a:r>
                        <a:rPr lang="en-US" altLang="zh-TW" b="0" dirty="0">
                          <a:solidFill>
                            <a:srgbClr val="0070C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=52</a:t>
                      </a:r>
                    </a:p>
                    <a:p>
                      <a:r>
                        <a:rPr lang="en-US" altLang="zh-TW" b="0" dirty="0">
                          <a:solidFill>
                            <a:srgbClr val="FF0000"/>
                          </a:solidFill>
                          <a:latin typeface="Times New Roman" panose="02020603050405020304" pitchFamily="18" charset="0"/>
                          <a:cs typeface="Times New Roman" panose="02020603050405020304" pitchFamily="18" charset="0"/>
                        </a:rPr>
                        <a:t>31</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=41</a:t>
                      </a:r>
                    </a:p>
                    <a:p>
                      <a:r>
                        <a:rPr lang="en-US" altLang="zh-TW" b="0" dirty="0">
                          <a:solidFill>
                            <a:schemeClr val="tx1"/>
                          </a:solidFill>
                          <a:latin typeface="Times New Roman" panose="02020603050405020304" pitchFamily="18" charset="0"/>
                          <a:cs typeface="Times New Roman" panose="02020603050405020304" pitchFamily="18" charset="0"/>
                        </a:rPr>
                        <a:t>40+</a:t>
                      </a:r>
                      <a:r>
                        <a:rPr lang="en-US" altLang="zh-TW" b="0" dirty="0">
                          <a:solidFill>
                            <a:srgbClr val="0070C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=50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634458467"/>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40</a:t>
                      </a:r>
                      <a:r>
                        <a:rPr lang="en-US" altLang="zh-TW" b="0" dirty="0">
                          <a:solidFill>
                            <a:schemeClr val="tx1"/>
                          </a:solidFill>
                          <a:latin typeface="Times New Roman" panose="02020603050405020304" pitchFamily="18" charset="0"/>
                          <a:cs typeface="Times New Roman" panose="02020603050405020304" pitchFamily="18" charset="0"/>
                        </a:rPr>
                        <a:t>+16+</a:t>
                      </a:r>
                      <a:r>
                        <a:rPr lang="en-US" altLang="zh-TW" b="0" dirty="0">
                          <a:solidFill>
                            <a:srgbClr val="0070C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=66</a:t>
                      </a:r>
                    </a:p>
                    <a:p>
                      <a:r>
                        <a:rPr lang="en-US" altLang="zh-TW" b="0" dirty="0">
                          <a:solidFill>
                            <a:srgbClr val="FF0000"/>
                          </a:solidFill>
                          <a:latin typeface="Times New Roman" panose="02020603050405020304" pitchFamily="18" charset="0"/>
                          <a:cs typeface="Times New Roman" panose="02020603050405020304" pitchFamily="18" charset="0"/>
                        </a:rPr>
                        <a:t>35</a:t>
                      </a:r>
                      <a:r>
                        <a:rPr lang="en-US" altLang="zh-TW" b="0" dirty="0">
                          <a:solidFill>
                            <a:schemeClr val="tx1"/>
                          </a:solidFill>
                          <a:latin typeface="Times New Roman" panose="02020603050405020304" pitchFamily="18" charset="0"/>
                          <a:cs typeface="Times New Roman" panose="02020603050405020304" pitchFamily="18" charset="0"/>
                        </a:rPr>
                        <a:t>+14+</a:t>
                      </a:r>
                      <a:r>
                        <a:rPr lang="en-US" altLang="zh-TW" b="0" dirty="0">
                          <a:solidFill>
                            <a:srgbClr val="0070C0"/>
                          </a:solidFill>
                          <a:latin typeface="Times New Roman" panose="02020603050405020304" pitchFamily="18" charset="0"/>
                          <a:cs typeface="Times New Roman" panose="02020603050405020304" pitchFamily="18" charset="0"/>
                        </a:rPr>
                        <a:t>10</a:t>
                      </a:r>
                      <a:r>
                        <a:rPr lang="en-US" altLang="zh-TW" b="0" dirty="0">
                          <a:solidFill>
                            <a:schemeClr val="tx1"/>
                          </a:solidFill>
                          <a:latin typeface="Times New Roman" panose="02020603050405020304" pitchFamily="18" charset="0"/>
                          <a:cs typeface="Times New Roman" panose="02020603050405020304" pitchFamily="18" charset="0"/>
                        </a:rPr>
                        <a:t>=59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40</a:t>
                      </a:r>
                      <a:r>
                        <a:rPr lang="en-US" altLang="zh-TW" b="0" dirty="0">
                          <a:solidFill>
                            <a:schemeClr val="tx1"/>
                          </a:solidFill>
                          <a:latin typeface="Times New Roman" panose="02020603050405020304" pitchFamily="18" charset="0"/>
                          <a:cs typeface="Times New Roman" panose="02020603050405020304" pitchFamily="18" charset="0"/>
                        </a:rPr>
                        <a:t>+16+</a:t>
                      </a:r>
                      <a:r>
                        <a:rPr lang="en-US" altLang="zh-TW" b="0" dirty="0">
                          <a:solidFill>
                            <a:srgbClr val="0070C0"/>
                          </a:solidFill>
                          <a:latin typeface="Times New Roman" panose="02020603050405020304" pitchFamily="18" charset="0"/>
                          <a:cs typeface="Times New Roman" panose="02020603050405020304" pitchFamily="18" charset="0"/>
                        </a:rPr>
                        <a:t>8</a:t>
                      </a:r>
                      <a:r>
                        <a:rPr lang="en-US" altLang="zh-TW" b="0" dirty="0">
                          <a:solidFill>
                            <a:schemeClr val="tx1"/>
                          </a:solidFill>
                          <a:latin typeface="Times New Roman" panose="02020603050405020304" pitchFamily="18" charset="0"/>
                          <a:cs typeface="Times New Roman" panose="02020603050405020304" pitchFamily="18" charset="0"/>
                        </a:rPr>
                        <a:t>=64</a:t>
                      </a:r>
                    </a:p>
                    <a:p>
                      <a:r>
                        <a:rPr lang="en-US" altLang="zh-TW" b="0" dirty="0">
                          <a:solidFill>
                            <a:srgbClr val="FF0000"/>
                          </a:solidFill>
                          <a:latin typeface="Times New Roman" panose="02020603050405020304" pitchFamily="18" charset="0"/>
                          <a:cs typeface="Times New Roman" panose="02020603050405020304" pitchFamily="18" charset="0"/>
                        </a:rPr>
                        <a:t>35</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8</a:t>
                      </a:r>
                      <a:r>
                        <a:rPr lang="en-US" altLang="zh-TW" b="0" dirty="0">
                          <a:solidFill>
                            <a:schemeClr val="tx1"/>
                          </a:solidFill>
                          <a:latin typeface="Times New Roman" panose="02020603050405020304" pitchFamily="18" charset="0"/>
                          <a:cs typeface="Times New Roman" panose="02020603050405020304" pitchFamily="18" charset="0"/>
                        </a:rPr>
                        <a:t>=43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40</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=46</a:t>
                      </a:r>
                    </a:p>
                    <a:p>
                      <a:r>
                        <a:rPr lang="en-US" altLang="zh-TW" b="0" dirty="0">
                          <a:solidFill>
                            <a:srgbClr val="FF0000"/>
                          </a:solidFill>
                          <a:latin typeface="Times New Roman" panose="02020603050405020304" pitchFamily="18" charset="0"/>
                          <a:cs typeface="Times New Roman" panose="02020603050405020304" pitchFamily="18" charset="0"/>
                        </a:rPr>
                        <a:t>35</a:t>
                      </a:r>
                      <a:r>
                        <a:rPr lang="en-US" altLang="zh-TW" b="0" dirty="0">
                          <a:solidFill>
                            <a:schemeClr val="tx1"/>
                          </a:solidFill>
                          <a:latin typeface="Times New Roman" panose="02020603050405020304" pitchFamily="18" charset="0"/>
                          <a:cs typeface="Times New Roman" panose="02020603050405020304" pitchFamily="18" charset="0"/>
                        </a:rPr>
                        <a:t>+16+</a:t>
                      </a:r>
                      <a:r>
                        <a:rPr lang="en-US" altLang="zh-TW" b="0" dirty="0">
                          <a:solidFill>
                            <a:srgbClr val="0070C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=57</a:t>
                      </a:r>
                    </a:p>
                    <a:p>
                      <a:r>
                        <a:rPr lang="en-US" altLang="zh-TW" b="0" dirty="0">
                          <a:solidFill>
                            <a:schemeClr val="tx1"/>
                          </a:solidFill>
                          <a:latin typeface="Times New Roman" panose="02020603050405020304" pitchFamily="18" charset="0"/>
                          <a:cs typeface="Times New Roman" panose="02020603050405020304" pitchFamily="18" charset="0"/>
                        </a:rPr>
                        <a:t>52+</a:t>
                      </a:r>
                      <a:r>
                        <a:rPr lang="en-US" altLang="zh-TW" b="0" dirty="0">
                          <a:solidFill>
                            <a:srgbClr val="0070C0"/>
                          </a:solidFill>
                          <a:latin typeface="Times New Roman" panose="02020603050405020304" pitchFamily="18" charset="0"/>
                          <a:cs typeface="Times New Roman" panose="02020603050405020304" pitchFamily="18" charset="0"/>
                        </a:rPr>
                        <a:t>6</a:t>
                      </a:r>
                      <a:r>
                        <a:rPr lang="en-US" altLang="zh-TW" b="0" dirty="0">
                          <a:solidFill>
                            <a:schemeClr val="tx1"/>
                          </a:solidFill>
                          <a:latin typeface="Times New Roman" panose="02020603050405020304" pitchFamily="18" charset="0"/>
                          <a:cs typeface="Times New Roman" panose="02020603050405020304" pitchFamily="18" charset="0"/>
                        </a:rPr>
                        <a:t>=58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700702688"/>
                  </a:ext>
                </a:extLst>
              </a:tr>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52</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rgbClr val="0070C0"/>
                          </a:solidFill>
                          <a:latin typeface="Times New Roman" panose="02020603050405020304" pitchFamily="18" charset="0"/>
                          <a:cs typeface="Times New Roman" panose="02020603050405020304" pitchFamily="18" charset="0"/>
                        </a:rPr>
                        <a:t>11</a:t>
                      </a:r>
                      <a:r>
                        <a:rPr lang="en-US" altLang="zh-TW" b="0" dirty="0">
                          <a:solidFill>
                            <a:schemeClr val="tx1"/>
                          </a:solidFill>
                          <a:latin typeface="Times New Roman" panose="02020603050405020304" pitchFamily="18" charset="0"/>
                          <a:cs typeface="Times New Roman" panose="02020603050405020304" pitchFamily="18" charset="0"/>
                        </a:rPr>
                        <a:t>=71</a:t>
                      </a:r>
                    </a:p>
                    <a:p>
                      <a:r>
                        <a:rPr lang="en-US" altLang="zh-TW" b="0" dirty="0">
                          <a:solidFill>
                            <a:srgbClr val="FF0000"/>
                          </a:solidFill>
                          <a:latin typeface="Times New Roman" panose="02020603050405020304" pitchFamily="18" charset="0"/>
                          <a:cs typeface="Times New Roman" panose="02020603050405020304" pitchFamily="18" charset="0"/>
                        </a:rPr>
                        <a:t>58</a:t>
                      </a:r>
                      <a:r>
                        <a:rPr lang="en-US" altLang="zh-TW" b="0" dirty="0">
                          <a:solidFill>
                            <a:schemeClr val="tx1"/>
                          </a:solidFill>
                          <a:latin typeface="Times New Roman" panose="02020603050405020304" pitchFamily="18" charset="0"/>
                          <a:cs typeface="Times New Roman" panose="02020603050405020304" pitchFamily="18" charset="0"/>
                        </a:rPr>
                        <a:t>+17+</a:t>
                      </a:r>
                      <a:r>
                        <a:rPr lang="en-US" altLang="zh-TW" b="0" dirty="0">
                          <a:solidFill>
                            <a:srgbClr val="0070C0"/>
                          </a:solidFill>
                          <a:latin typeface="Times New Roman" panose="02020603050405020304" pitchFamily="18" charset="0"/>
                          <a:cs typeface="Times New Roman" panose="02020603050405020304" pitchFamily="18" charset="0"/>
                        </a:rPr>
                        <a:t>11</a:t>
                      </a:r>
                      <a:r>
                        <a:rPr lang="en-US" altLang="zh-TW" b="0" dirty="0">
                          <a:solidFill>
                            <a:schemeClr val="tx1"/>
                          </a:solidFill>
                          <a:latin typeface="Times New Roman" panose="02020603050405020304" pitchFamily="18" charset="0"/>
                          <a:cs typeface="Times New Roman" panose="02020603050405020304" pitchFamily="18" charset="0"/>
                        </a:rPr>
                        <a:t>=86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52</a:t>
                      </a:r>
                      <a:r>
                        <a:rPr lang="en-US" altLang="zh-TW" b="0" dirty="0">
                          <a:solidFill>
                            <a:schemeClr val="tx1"/>
                          </a:solidFill>
                          <a:latin typeface="Times New Roman" panose="02020603050405020304" pitchFamily="18" charset="0"/>
                          <a:cs typeface="Times New Roman" panose="02020603050405020304" pitchFamily="18" charset="0"/>
                        </a:rPr>
                        <a:t>+8+</a:t>
                      </a:r>
                      <a:r>
                        <a:rPr lang="en-US" altLang="zh-TW" b="0" dirty="0">
                          <a:solidFill>
                            <a:srgbClr val="0070C0"/>
                          </a:solidFill>
                          <a:latin typeface="Times New Roman" panose="02020603050405020304" pitchFamily="18" charset="0"/>
                          <a:cs typeface="Times New Roman" panose="02020603050405020304" pitchFamily="18" charset="0"/>
                        </a:rPr>
                        <a:t>13</a:t>
                      </a:r>
                      <a:r>
                        <a:rPr lang="en-US" altLang="zh-TW" b="0" dirty="0">
                          <a:solidFill>
                            <a:schemeClr val="tx1"/>
                          </a:solidFill>
                          <a:latin typeface="Times New Roman" panose="02020603050405020304" pitchFamily="18" charset="0"/>
                          <a:cs typeface="Times New Roman" panose="02020603050405020304" pitchFamily="18" charset="0"/>
                        </a:rPr>
                        <a:t>=73</a:t>
                      </a:r>
                    </a:p>
                    <a:p>
                      <a:r>
                        <a:rPr lang="en-US" altLang="zh-TW" b="0" dirty="0">
                          <a:solidFill>
                            <a:srgbClr val="FF0000"/>
                          </a:solidFill>
                          <a:latin typeface="Times New Roman" panose="02020603050405020304" pitchFamily="18" charset="0"/>
                          <a:cs typeface="Times New Roman" panose="02020603050405020304" pitchFamily="18" charset="0"/>
                        </a:rPr>
                        <a:t>58</a:t>
                      </a:r>
                      <a:r>
                        <a:rPr lang="en-US" altLang="zh-TW" b="0" dirty="0">
                          <a:solidFill>
                            <a:schemeClr val="tx1"/>
                          </a:solidFill>
                          <a:latin typeface="Times New Roman" panose="02020603050405020304" pitchFamily="18" charset="0"/>
                          <a:cs typeface="Times New Roman" panose="02020603050405020304" pitchFamily="18" charset="0"/>
                        </a:rPr>
                        <a:t>+17+</a:t>
                      </a:r>
                      <a:r>
                        <a:rPr lang="en-US" altLang="zh-TW" b="0" dirty="0">
                          <a:solidFill>
                            <a:srgbClr val="0070C0"/>
                          </a:solidFill>
                          <a:latin typeface="Times New Roman" panose="02020603050405020304" pitchFamily="18" charset="0"/>
                          <a:cs typeface="Times New Roman" panose="02020603050405020304" pitchFamily="18" charset="0"/>
                        </a:rPr>
                        <a:t>13</a:t>
                      </a:r>
                      <a:r>
                        <a:rPr lang="en-US" altLang="zh-TW" b="0" dirty="0">
                          <a:solidFill>
                            <a:schemeClr val="tx1"/>
                          </a:solidFill>
                          <a:latin typeface="Times New Roman" panose="02020603050405020304" pitchFamily="18" charset="0"/>
                          <a:cs typeface="Times New Roman" panose="02020603050405020304" pitchFamily="18" charset="0"/>
                        </a:rPr>
                        <a:t>=88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52</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15</a:t>
                      </a:r>
                      <a:r>
                        <a:rPr lang="en-US" altLang="zh-TW" b="0" dirty="0">
                          <a:solidFill>
                            <a:schemeClr val="tx1"/>
                          </a:solidFill>
                          <a:latin typeface="Times New Roman" panose="02020603050405020304" pitchFamily="18" charset="0"/>
                          <a:cs typeface="Times New Roman" panose="02020603050405020304" pitchFamily="18" charset="0"/>
                        </a:rPr>
                        <a:t>=67</a:t>
                      </a:r>
                    </a:p>
                    <a:p>
                      <a:r>
                        <a:rPr lang="en-US" altLang="zh-TW" b="0" dirty="0">
                          <a:solidFill>
                            <a:srgbClr val="FF0000"/>
                          </a:solidFill>
                          <a:latin typeface="Times New Roman" panose="02020603050405020304" pitchFamily="18" charset="0"/>
                          <a:cs typeface="Times New Roman" panose="02020603050405020304" pitchFamily="18" charset="0"/>
                        </a:rPr>
                        <a:t>58</a:t>
                      </a:r>
                      <a:r>
                        <a:rPr lang="en-US" altLang="zh-TW" b="0" dirty="0">
                          <a:solidFill>
                            <a:schemeClr val="tx1"/>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15</a:t>
                      </a:r>
                      <a:r>
                        <a:rPr lang="en-US" altLang="zh-TW" b="0" dirty="0">
                          <a:solidFill>
                            <a:schemeClr val="tx1"/>
                          </a:solidFill>
                          <a:latin typeface="Times New Roman" panose="02020603050405020304" pitchFamily="18" charset="0"/>
                          <a:cs typeface="Times New Roman" panose="02020603050405020304" pitchFamily="18" charset="0"/>
                        </a:rPr>
                        <a:t>=73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307035287"/>
                  </a:ext>
                </a:extLst>
              </a:tr>
            </a:tbl>
          </a:graphicData>
        </a:graphic>
      </p:graphicFrame>
      <p:graphicFrame>
        <p:nvGraphicFramePr>
          <p:cNvPr id="10" name="表格 4">
            <a:extLst>
              <a:ext uri="{FF2B5EF4-FFF2-40B4-BE49-F238E27FC236}">
                <a16:creationId xmlns:a16="http://schemas.microsoft.com/office/drawing/2014/main" id="{4B203110-1352-4C79-8279-EFFDDD749E88}"/>
              </a:ext>
            </a:extLst>
          </p:cNvPr>
          <p:cNvGraphicFramePr>
            <a:graphicFrameLocks noGrp="1"/>
          </p:cNvGraphicFramePr>
          <p:nvPr>
            <p:ph idx="1"/>
          </p:nvPr>
        </p:nvGraphicFramePr>
        <p:xfrm>
          <a:off x="3317633" y="494817"/>
          <a:ext cx="2095134" cy="5862439"/>
        </p:xfrm>
        <a:graphic>
          <a:graphicData uri="http://schemas.openxmlformats.org/drawingml/2006/table">
            <a:tbl>
              <a:tblPr firstRow="1" bandRow="1">
                <a:tableStyleId>{5C22544A-7EE6-4342-B048-85BDC9FD1C3A}</a:tableStyleId>
              </a:tblPr>
              <a:tblGrid>
                <a:gridCol w="719092">
                  <a:extLst>
                    <a:ext uri="{9D8B030D-6E8A-4147-A177-3AD203B41FA5}">
                      <a16:colId xmlns:a16="http://schemas.microsoft.com/office/drawing/2014/main" val="396819965"/>
                    </a:ext>
                  </a:extLst>
                </a:gridCol>
                <a:gridCol w="452762">
                  <a:extLst>
                    <a:ext uri="{9D8B030D-6E8A-4147-A177-3AD203B41FA5}">
                      <a16:colId xmlns:a16="http://schemas.microsoft.com/office/drawing/2014/main" val="851605323"/>
                    </a:ext>
                  </a:extLst>
                </a:gridCol>
                <a:gridCol w="461640">
                  <a:extLst>
                    <a:ext uri="{9D8B030D-6E8A-4147-A177-3AD203B41FA5}">
                      <a16:colId xmlns:a16="http://schemas.microsoft.com/office/drawing/2014/main" val="47958369"/>
                    </a:ext>
                  </a:extLst>
                </a:gridCol>
                <a:gridCol w="461640">
                  <a:extLst>
                    <a:ext uri="{9D8B030D-6E8A-4147-A177-3AD203B41FA5}">
                      <a16:colId xmlns:a16="http://schemas.microsoft.com/office/drawing/2014/main" val="3418081263"/>
                    </a:ext>
                  </a:extLst>
                </a:gridCol>
              </a:tblGrid>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97709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9</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897491"/>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11</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14</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425724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86817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4002987"/>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0423242"/>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9</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383065"/>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54979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14</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12</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6031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10</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3005826"/>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11</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13</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0070C0"/>
                          </a:solidFill>
                          <a:latin typeface="Times New Roman" panose="02020603050405020304" pitchFamily="18" charset="0"/>
                          <a:cs typeface="Times New Roman" panose="02020603050405020304" pitchFamily="18" charset="0"/>
                        </a:rPr>
                        <a:t>15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5089494"/>
                  </a:ext>
                </a:extLst>
              </a:tr>
            </a:tbl>
          </a:graphicData>
        </a:graphic>
      </p:graphicFrame>
    </p:spTree>
    <p:extLst>
      <p:ext uri="{BB962C8B-B14F-4D97-AF65-F5344CB8AC3E}">
        <p14:creationId xmlns:p14="http://schemas.microsoft.com/office/powerpoint/2010/main" val="1854084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B362AE12-BF7B-4E96-8967-CE1706D78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0368" y="3084068"/>
            <a:ext cx="2473962" cy="3767817"/>
          </a:xfrm>
          <a:prstGeom prst="rect">
            <a:avLst/>
          </a:prstGeom>
        </p:spPr>
      </p:pic>
      <p:graphicFrame>
        <p:nvGraphicFramePr>
          <p:cNvPr id="20" name="圖表 19">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3606449105"/>
              </p:ext>
            </p:extLst>
          </p:nvPr>
        </p:nvGraphicFramePr>
        <p:xfrm>
          <a:off x="6565368" y="31835"/>
          <a:ext cx="5626632" cy="4518394"/>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graphicFrame>
            <p:nvGraphicFramePr>
              <p:cNvPr id="10" name="表格 4">
                <a:extLst>
                  <a:ext uri="{FF2B5EF4-FFF2-40B4-BE49-F238E27FC236}">
                    <a16:creationId xmlns:a16="http://schemas.microsoft.com/office/drawing/2014/main" id="{C92FCE0C-46BF-4779-BC1B-1D6FBDA49572}"/>
                  </a:ext>
                </a:extLst>
              </p:cNvPr>
              <p:cNvGraphicFramePr>
                <a:graphicFrameLocks noGrp="1"/>
              </p:cNvGraphicFramePr>
              <p:nvPr>
                <p:ph idx="1"/>
                <p:extLst>
                  <p:ext uri="{D42A27DB-BD31-4B8C-83A1-F6EECF244321}">
                    <p14:modId xmlns:p14="http://schemas.microsoft.com/office/powerpoint/2010/main" val="2469744934"/>
                  </p:ext>
                </p:extLst>
              </p:nvPr>
            </p:nvGraphicFramePr>
            <p:xfrm>
              <a:off x="72434" y="548683"/>
              <a:ext cx="4748683" cy="6183832"/>
            </p:xfrm>
            <a:graphic>
              <a:graphicData uri="http://schemas.openxmlformats.org/drawingml/2006/table">
                <a:tbl>
                  <a:tblPr firstRow="1" bandRow="1">
                    <a:tableStyleId>{5C22544A-7EE6-4342-B048-85BDC9FD1C3A}</a:tableStyleId>
                  </a:tblPr>
                  <a:tblGrid>
                    <a:gridCol w="807531">
                      <a:extLst>
                        <a:ext uri="{9D8B030D-6E8A-4147-A177-3AD203B41FA5}">
                          <a16:colId xmlns:a16="http://schemas.microsoft.com/office/drawing/2014/main" val="396819965"/>
                        </a:ext>
                      </a:extLst>
                    </a:gridCol>
                    <a:gridCol w="512151">
                      <a:extLst>
                        <a:ext uri="{9D8B030D-6E8A-4147-A177-3AD203B41FA5}">
                          <a16:colId xmlns:a16="http://schemas.microsoft.com/office/drawing/2014/main" val="851605323"/>
                        </a:ext>
                      </a:extLst>
                    </a:gridCol>
                    <a:gridCol w="457200">
                      <a:extLst>
                        <a:ext uri="{9D8B030D-6E8A-4147-A177-3AD203B41FA5}">
                          <a16:colId xmlns:a16="http://schemas.microsoft.com/office/drawing/2014/main" val="47958369"/>
                        </a:ext>
                      </a:extLst>
                    </a:gridCol>
                    <a:gridCol w="478972">
                      <a:extLst>
                        <a:ext uri="{9D8B030D-6E8A-4147-A177-3AD203B41FA5}">
                          <a16:colId xmlns:a16="http://schemas.microsoft.com/office/drawing/2014/main" val="3418081263"/>
                        </a:ext>
                      </a:extLst>
                    </a:gridCol>
                    <a:gridCol w="446314">
                      <a:extLst>
                        <a:ext uri="{9D8B030D-6E8A-4147-A177-3AD203B41FA5}">
                          <a16:colId xmlns:a16="http://schemas.microsoft.com/office/drawing/2014/main" val="35406369"/>
                        </a:ext>
                      </a:extLst>
                    </a:gridCol>
                    <a:gridCol w="2046515">
                      <a:extLst>
                        <a:ext uri="{9D8B030D-6E8A-4147-A177-3AD203B41FA5}">
                          <a16:colId xmlns:a16="http://schemas.microsoft.com/office/drawing/2014/main" val="3463634554"/>
                        </a:ext>
                      </a:extLst>
                    </a:gridCol>
                  </a:tblGrid>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bar>
                                  <m:barPr>
                                    <m:pos m:val="top"/>
                                    <m:ctrlPr>
                                      <a:rPr lang="en-US" altLang="zh-TW" b="0" i="1" smtClean="0">
                                        <a:solidFill>
                                          <a:schemeClr val="tx1"/>
                                        </a:solidFill>
                                        <a:latin typeface="Cambria Math" panose="02040503050406030204" pitchFamily="18" charset="0"/>
                                        <a:cs typeface="Times New Roman" panose="02020603050405020304" pitchFamily="18" charset="0"/>
                                      </a:rPr>
                                    </m:ctrlPr>
                                  </m:barPr>
                                  <m:e>
                                    <m:r>
                                      <a:rPr lang="en-US" altLang="zh-TW" b="0" i="1" smtClean="0">
                                        <a:solidFill>
                                          <a:schemeClr val="tx1"/>
                                        </a:solidFill>
                                        <a:latin typeface="Cambria Math" panose="02040503050406030204" pitchFamily="18" charset="0"/>
                                        <a:cs typeface="Times New Roman" panose="02020603050405020304" pitchFamily="18" charset="0"/>
                                      </a:rPr>
                                      <m:t>𝑃</m:t>
                                    </m:r>
                                  </m:e>
                                </m:bar>
                              </m:oMath>
                            </m:oMathPara>
                          </a14:m>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97709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+16+</a:t>
                          </a:r>
                          <a:r>
                            <a:rPr lang="en-US" altLang="zh-TW" b="0" dirty="0">
                              <a:solidFill>
                                <a:srgbClr val="0070C0"/>
                              </a:solidFill>
                              <a:latin typeface="Times New Roman" panose="02020603050405020304" pitchFamily="18" charset="0"/>
                              <a:cs typeface="Times New Roman" panose="02020603050405020304" pitchFamily="18" charset="0"/>
                            </a:rPr>
                            <a:t>85</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109</a:t>
                          </a:r>
                        </a:p>
                        <a:p>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+5+</a:t>
                          </a:r>
                          <a:r>
                            <a:rPr lang="en-US" altLang="zh-TW" b="0" dirty="0">
                              <a:solidFill>
                                <a:srgbClr val="0070C0"/>
                              </a:solidFill>
                              <a:latin typeface="Times New Roman" panose="02020603050405020304" pitchFamily="18" charset="0"/>
                              <a:cs typeface="Times New Roman" panose="02020603050405020304" pitchFamily="18" charset="0"/>
                            </a:rPr>
                            <a:t>86</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99</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897491"/>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14</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14</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+14+</a:t>
                          </a:r>
                          <a:r>
                            <a:rPr lang="en-US" altLang="zh-TW" b="0" dirty="0">
                              <a:solidFill>
                                <a:srgbClr val="0070C0"/>
                              </a:solidFill>
                              <a:latin typeface="Times New Roman" panose="02020603050405020304" pitchFamily="18" charset="0"/>
                              <a:cs typeface="Times New Roman" panose="02020603050405020304" pitchFamily="18" charset="0"/>
                            </a:rPr>
                            <a:t>57</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85</a:t>
                          </a:r>
                        </a:p>
                        <a:p>
                          <a:r>
                            <a:rPr lang="en-US" altLang="zh-TW" b="0" dirty="0">
                              <a:solidFill>
                                <a:srgbClr val="FF0000"/>
                              </a:solidFill>
                              <a:latin typeface="Times New Roman" panose="02020603050405020304" pitchFamily="18" charset="0"/>
                              <a:cs typeface="Times New Roman" panose="02020603050405020304" pitchFamily="18" charset="0"/>
                            </a:rPr>
                            <a:t>14</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+7+</a:t>
                          </a:r>
                          <a:r>
                            <a:rPr lang="en-US" altLang="zh-TW" b="0" dirty="0">
                              <a:solidFill>
                                <a:srgbClr val="0070C0"/>
                              </a:solidFill>
                              <a:latin typeface="Times New Roman" panose="02020603050405020304" pitchFamily="18" charset="0"/>
                              <a:cs typeface="Times New Roman" panose="02020603050405020304" pitchFamily="18" charset="0"/>
                            </a:rPr>
                            <a:t>54</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75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425724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15</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15</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+8+</a:t>
                          </a:r>
                          <a:r>
                            <a:rPr lang="en-US" altLang="zh-TW" b="0" dirty="0">
                              <a:solidFill>
                                <a:srgbClr val="0070C0"/>
                              </a:solidFill>
                              <a:latin typeface="Times New Roman" panose="02020603050405020304" pitchFamily="18" charset="0"/>
                              <a:cs typeface="Times New Roman" panose="02020603050405020304" pitchFamily="18" charset="0"/>
                            </a:rPr>
                            <a:t>61</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84</a:t>
                          </a:r>
                        </a:p>
                        <a:p>
                          <a:r>
                            <a:rPr lang="en-US" altLang="zh-TW" b="0" dirty="0">
                              <a:solidFill>
                                <a:srgbClr val="FF0000"/>
                              </a:solidFill>
                              <a:latin typeface="Times New Roman" panose="02020603050405020304" pitchFamily="18" charset="0"/>
                              <a:cs typeface="Times New Roman" panose="02020603050405020304" pitchFamily="18" charset="0"/>
                            </a:rPr>
                            <a:t>15</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+12+</a:t>
                          </a:r>
                          <a:r>
                            <a:rPr lang="en-US" altLang="zh-TW" b="0" dirty="0">
                              <a:solidFill>
                                <a:srgbClr val="0070C0"/>
                              </a:solidFill>
                              <a:latin typeface="Times New Roman" panose="02020603050405020304" pitchFamily="18" charset="0"/>
                              <a:cs typeface="Times New Roman" panose="02020603050405020304" pitchFamily="18" charset="0"/>
                            </a:rPr>
                            <a:t>59</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86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86817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10</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10</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+14+</a:t>
                          </a:r>
                          <a:r>
                            <a:rPr lang="en-US" altLang="zh-TW" b="0" dirty="0">
                              <a:solidFill>
                                <a:srgbClr val="0070C0"/>
                              </a:solidFill>
                              <a:latin typeface="Times New Roman" panose="02020603050405020304" pitchFamily="18" charset="0"/>
                              <a:cs typeface="Times New Roman" panose="02020603050405020304" pitchFamily="18" charset="0"/>
                            </a:rPr>
                            <a:t>33</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57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4002987"/>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6</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6</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+15+</a:t>
                          </a:r>
                          <a:r>
                            <a:rPr lang="en-US" altLang="zh-TW" b="0" dirty="0">
                              <a:solidFill>
                                <a:srgbClr val="0070C0"/>
                              </a:solidFill>
                              <a:latin typeface="Times New Roman" panose="02020603050405020304" pitchFamily="18" charset="0"/>
                              <a:cs typeface="Times New Roman" panose="02020603050405020304" pitchFamily="18" charset="0"/>
                            </a:rPr>
                            <a:t>33</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54</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0423242"/>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+16+</a:t>
                          </a:r>
                          <a:r>
                            <a:rPr lang="en-US" altLang="zh-TW" b="0" dirty="0">
                              <a:solidFill>
                                <a:srgbClr val="0070C0"/>
                              </a:solidFill>
                              <a:latin typeface="Times New Roman" panose="02020603050405020304" pitchFamily="18" charset="0"/>
                              <a:cs typeface="Times New Roman" panose="02020603050405020304" pitchFamily="18" charset="0"/>
                            </a:rPr>
                            <a:t>38</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61</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383065"/>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+14+</a:t>
                          </a:r>
                          <a:r>
                            <a:rPr lang="en-US" altLang="zh-TW" b="0" dirty="0">
                              <a:solidFill>
                                <a:srgbClr val="0070C0"/>
                              </a:solidFill>
                              <a:latin typeface="Times New Roman" panose="02020603050405020304" pitchFamily="18" charset="0"/>
                              <a:cs typeface="Times New Roman" panose="02020603050405020304" pitchFamily="18" charset="0"/>
                            </a:rPr>
                            <a:t>38</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59</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54979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12</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12</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+8+</a:t>
                          </a:r>
                          <a:r>
                            <a:rPr lang="en-US" altLang="zh-TW" b="0" dirty="0">
                              <a:solidFill>
                                <a:srgbClr val="0070C0"/>
                              </a:solidFill>
                              <a:latin typeface="Times New Roman" panose="02020603050405020304" pitchFamily="18" charset="0"/>
                              <a:cs typeface="Times New Roman" panose="02020603050405020304" pitchFamily="18" charset="0"/>
                            </a:rPr>
                            <a:t>13</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33</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6031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+17+</a:t>
                          </a:r>
                          <a:r>
                            <a:rPr lang="en-US" altLang="zh-TW" b="0" dirty="0">
                              <a:solidFill>
                                <a:srgbClr val="0070C0"/>
                              </a:solidFill>
                              <a:latin typeface="Times New Roman" panose="02020603050405020304" pitchFamily="18" charset="0"/>
                              <a:cs typeface="Times New Roman" panose="02020603050405020304" pitchFamily="18" charset="0"/>
                            </a:rPr>
                            <a:t>13</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38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3005826"/>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13</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13</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+0+0=</a:t>
                          </a:r>
                          <a:r>
                            <a:rPr lang="en-US" altLang="zh-TW" b="0" dirty="0">
                              <a:solidFill>
                                <a:srgbClr val="0070C0"/>
                              </a:solidFill>
                              <a:latin typeface="Times New Roman" panose="02020603050405020304" pitchFamily="18" charset="0"/>
                              <a:cs typeface="Times New Roman" panose="02020603050405020304" pitchFamily="18" charset="0"/>
                            </a:rPr>
                            <a:t>13</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5089494"/>
                      </a:ext>
                    </a:extLst>
                  </a:tr>
                </a:tbl>
              </a:graphicData>
            </a:graphic>
          </p:graphicFrame>
        </mc:Choice>
        <mc:Fallback xmlns="">
          <p:graphicFrame>
            <p:nvGraphicFramePr>
              <p:cNvPr id="10" name="表格 4">
                <a:extLst>
                  <a:ext uri="{FF2B5EF4-FFF2-40B4-BE49-F238E27FC236}">
                    <a16:creationId xmlns:a16="http://schemas.microsoft.com/office/drawing/2014/main" id="{C92FCE0C-46BF-4779-BC1B-1D6FBDA49572}"/>
                  </a:ext>
                </a:extLst>
              </p:cNvPr>
              <p:cNvGraphicFramePr>
                <a:graphicFrameLocks noGrp="1"/>
              </p:cNvGraphicFramePr>
              <p:nvPr>
                <p:ph idx="1"/>
                <p:extLst>
                  <p:ext uri="{D42A27DB-BD31-4B8C-83A1-F6EECF244321}">
                    <p14:modId xmlns:p14="http://schemas.microsoft.com/office/powerpoint/2010/main" val="2469744934"/>
                  </p:ext>
                </p:extLst>
              </p:nvPr>
            </p:nvGraphicFramePr>
            <p:xfrm>
              <a:off x="72434" y="548683"/>
              <a:ext cx="4748683" cy="6183832"/>
            </p:xfrm>
            <a:graphic>
              <a:graphicData uri="http://schemas.openxmlformats.org/drawingml/2006/table">
                <a:tbl>
                  <a:tblPr firstRow="1" bandRow="1">
                    <a:tableStyleId>{5C22544A-7EE6-4342-B048-85BDC9FD1C3A}</a:tableStyleId>
                  </a:tblPr>
                  <a:tblGrid>
                    <a:gridCol w="807531">
                      <a:extLst>
                        <a:ext uri="{9D8B030D-6E8A-4147-A177-3AD203B41FA5}">
                          <a16:colId xmlns:a16="http://schemas.microsoft.com/office/drawing/2014/main" val="396819965"/>
                        </a:ext>
                      </a:extLst>
                    </a:gridCol>
                    <a:gridCol w="512151">
                      <a:extLst>
                        <a:ext uri="{9D8B030D-6E8A-4147-A177-3AD203B41FA5}">
                          <a16:colId xmlns:a16="http://schemas.microsoft.com/office/drawing/2014/main" val="851605323"/>
                        </a:ext>
                      </a:extLst>
                    </a:gridCol>
                    <a:gridCol w="457200">
                      <a:extLst>
                        <a:ext uri="{9D8B030D-6E8A-4147-A177-3AD203B41FA5}">
                          <a16:colId xmlns:a16="http://schemas.microsoft.com/office/drawing/2014/main" val="47958369"/>
                        </a:ext>
                      </a:extLst>
                    </a:gridCol>
                    <a:gridCol w="478972">
                      <a:extLst>
                        <a:ext uri="{9D8B030D-6E8A-4147-A177-3AD203B41FA5}">
                          <a16:colId xmlns:a16="http://schemas.microsoft.com/office/drawing/2014/main" val="3418081263"/>
                        </a:ext>
                      </a:extLst>
                    </a:gridCol>
                    <a:gridCol w="446314">
                      <a:extLst>
                        <a:ext uri="{9D8B030D-6E8A-4147-A177-3AD203B41FA5}">
                          <a16:colId xmlns:a16="http://schemas.microsoft.com/office/drawing/2014/main" val="35406369"/>
                        </a:ext>
                      </a:extLst>
                    </a:gridCol>
                    <a:gridCol w="2046515">
                      <a:extLst>
                        <a:ext uri="{9D8B030D-6E8A-4147-A177-3AD203B41FA5}">
                          <a16:colId xmlns:a16="http://schemas.microsoft.com/office/drawing/2014/main" val="3463634554"/>
                        </a:ext>
                      </a:extLst>
                    </a:gridCol>
                  </a:tblGrid>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P3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509589" t="-5747" r="-463014" b="-1068966"/>
                          </a:stretch>
                        </a:blipFill>
                      </a:tcPr>
                    </a:tc>
                    <a:tc>
                      <a:txBody>
                        <a:bodyPr/>
                        <a:lstStyle/>
                        <a:p>
                          <a:pP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9770920"/>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A</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+16+</a:t>
                          </a:r>
                          <a:r>
                            <a:rPr lang="en-US" altLang="zh-TW" b="0" dirty="0">
                              <a:solidFill>
                                <a:srgbClr val="0070C0"/>
                              </a:solidFill>
                              <a:latin typeface="Times New Roman" panose="02020603050405020304" pitchFamily="18" charset="0"/>
                              <a:cs typeface="Times New Roman" panose="02020603050405020304" pitchFamily="18" charset="0"/>
                            </a:rPr>
                            <a:t>85</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109</a:t>
                          </a:r>
                        </a:p>
                        <a:p>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+5+</a:t>
                          </a:r>
                          <a:r>
                            <a:rPr lang="en-US" altLang="zh-TW" b="0" dirty="0">
                              <a:solidFill>
                                <a:srgbClr val="0070C0"/>
                              </a:solidFill>
                              <a:latin typeface="Times New Roman" panose="02020603050405020304" pitchFamily="18" charset="0"/>
                              <a:cs typeface="Times New Roman" panose="02020603050405020304" pitchFamily="18" charset="0"/>
                            </a:rPr>
                            <a:t>86</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99</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897491"/>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B</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14</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14</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+14+</a:t>
                          </a:r>
                          <a:r>
                            <a:rPr lang="en-US" altLang="zh-TW" b="0" dirty="0">
                              <a:solidFill>
                                <a:srgbClr val="0070C0"/>
                              </a:solidFill>
                              <a:latin typeface="Times New Roman" panose="02020603050405020304" pitchFamily="18" charset="0"/>
                              <a:cs typeface="Times New Roman" panose="02020603050405020304" pitchFamily="18" charset="0"/>
                            </a:rPr>
                            <a:t>57</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85</a:t>
                          </a:r>
                        </a:p>
                        <a:p>
                          <a:r>
                            <a:rPr lang="en-US" altLang="zh-TW" b="0" dirty="0">
                              <a:solidFill>
                                <a:srgbClr val="FF0000"/>
                              </a:solidFill>
                              <a:latin typeface="Times New Roman" panose="02020603050405020304" pitchFamily="18" charset="0"/>
                              <a:cs typeface="Times New Roman" panose="02020603050405020304" pitchFamily="18" charset="0"/>
                            </a:rPr>
                            <a:t>14</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+7+</a:t>
                          </a:r>
                          <a:r>
                            <a:rPr lang="en-US" altLang="zh-TW" b="0" dirty="0">
                              <a:solidFill>
                                <a:srgbClr val="0070C0"/>
                              </a:solidFill>
                              <a:latin typeface="Times New Roman" panose="02020603050405020304" pitchFamily="18" charset="0"/>
                              <a:cs typeface="Times New Roman" panose="02020603050405020304" pitchFamily="18" charset="0"/>
                            </a:rPr>
                            <a:t>54</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75</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4257240"/>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15</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15</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+8+</a:t>
                          </a:r>
                          <a:r>
                            <a:rPr lang="en-US" altLang="zh-TW" b="0" dirty="0">
                              <a:solidFill>
                                <a:srgbClr val="0070C0"/>
                              </a:solidFill>
                              <a:latin typeface="Times New Roman" panose="02020603050405020304" pitchFamily="18" charset="0"/>
                              <a:cs typeface="Times New Roman" panose="02020603050405020304" pitchFamily="18" charset="0"/>
                            </a:rPr>
                            <a:t>61</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84</a:t>
                          </a:r>
                        </a:p>
                        <a:p>
                          <a:r>
                            <a:rPr lang="en-US" altLang="zh-TW" b="0" dirty="0">
                              <a:solidFill>
                                <a:srgbClr val="FF0000"/>
                              </a:solidFill>
                              <a:latin typeface="Times New Roman" panose="02020603050405020304" pitchFamily="18" charset="0"/>
                              <a:cs typeface="Times New Roman" panose="02020603050405020304" pitchFamily="18" charset="0"/>
                            </a:rPr>
                            <a:t>15</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+12+</a:t>
                          </a:r>
                          <a:r>
                            <a:rPr lang="en-US" altLang="zh-TW" b="0" dirty="0">
                              <a:solidFill>
                                <a:srgbClr val="0070C0"/>
                              </a:solidFill>
                              <a:latin typeface="Times New Roman" panose="02020603050405020304" pitchFamily="18" charset="0"/>
                              <a:cs typeface="Times New Roman" panose="02020603050405020304" pitchFamily="18" charset="0"/>
                            </a:rPr>
                            <a:t>59</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86</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86817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D</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10</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10</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+14+</a:t>
                          </a:r>
                          <a:r>
                            <a:rPr lang="en-US" altLang="zh-TW" b="0" dirty="0">
                              <a:solidFill>
                                <a:srgbClr val="0070C0"/>
                              </a:solidFill>
                              <a:latin typeface="Times New Roman" panose="02020603050405020304" pitchFamily="18" charset="0"/>
                              <a:cs typeface="Times New Roman" panose="02020603050405020304" pitchFamily="18" charset="0"/>
                            </a:rPr>
                            <a:t>33</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57</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4002987"/>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E</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6</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6</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+15+</a:t>
                          </a:r>
                          <a:r>
                            <a:rPr lang="en-US" altLang="zh-TW" b="0" dirty="0">
                              <a:solidFill>
                                <a:srgbClr val="0070C0"/>
                              </a:solidFill>
                              <a:latin typeface="Times New Roman" panose="02020603050405020304" pitchFamily="18" charset="0"/>
                              <a:cs typeface="Times New Roman" panose="02020603050405020304" pitchFamily="18" charset="0"/>
                            </a:rPr>
                            <a:t>33</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54</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0423242"/>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F</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+16+</a:t>
                          </a:r>
                          <a:r>
                            <a:rPr lang="en-US" altLang="zh-TW" b="0" dirty="0">
                              <a:solidFill>
                                <a:srgbClr val="0070C0"/>
                              </a:solidFill>
                              <a:latin typeface="Times New Roman" panose="02020603050405020304" pitchFamily="18" charset="0"/>
                              <a:cs typeface="Times New Roman" panose="02020603050405020304" pitchFamily="18" charset="0"/>
                            </a:rPr>
                            <a:t>38</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61</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383065"/>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G</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7</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+14+</a:t>
                          </a:r>
                          <a:r>
                            <a:rPr lang="en-US" altLang="zh-TW" b="0" dirty="0">
                              <a:solidFill>
                                <a:srgbClr val="0070C0"/>
                              </a:solidFill>
                              <a:latin typeface="Times New Roman" panose="02020603050405020304" pitchFamily="18" charset="0"/>
                              <a:cs typeface="Times New Roman" panose="02020603050405020304" pitchFamily="18" charset="0"/>
                            </a:rPr>
                            <a:t>38</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59</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549799"/>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H</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12</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12</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+8+</a:t>
                          </a:r>
                          <a:r>
                            <a:rPr lang="en-US" altLang="zh-TW" b="0" dirty="0">
                              <a:solidFill>
                                <a:srgbClr val="0070C0"/>
                              </a:solidFill>
                              <a:latin typeface="Times New Roman" panose="02020603050405020304" pitchFamily="18" charset="0"/>
                              <a:cs typeface="Times New Roman" panose="02020603050405020304" pitchFamily="18" charset="0"/>
                            </a:rPr>
                            <a:t>13</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33</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603120"/>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8</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+17+</a:t>
                          </a:r>
                          <a:r>
                            <a:rPr lang="en-US" altLang="zh-TW" b="0" dirty="0">
                              <a:solidFill>
                                <a:srgbClr val="0070C0"/>
                              </a:solidFill>
                              <a:latin typeface="Times New Roman" panose="02020603050405020304" pitchFamily="18" charset="0"/>
                              <a:cs typeface="Times New Roman" panose="02020603050405020304" pitchFamily="18" charset="0"/>
                            </a:rPr>
                            <a:t>13</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TW" b="0" dirty="0">
                              <a:solidFill>
                                <a:srgbClr val="0070C0"/>
                              </a:solidFill>
                              <a:latin typeface="Times New Roman" panose="02020603050405020304" pitchFamily="18" charset="0"/>
                              <a:cs typeface="Times New Roman" panose="02020603050405020304" pitchFamily="18" charset="0"/>
                            </a:rPr>
                            <a:t>38</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3005826"/>
                      </a:ext>
                    </a:extLst>
                  </a:tr>
                  <a:tr h="53294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J</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13</a:t>
                          </a:r>
                          <a:endParaRPr lang="zh-TW" altLang="en-US"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dirty="0">
                              <a:solidFill>
                                <a:srgbClr val="FF0000"/>
                              </a:solidFill>
                              <a:latin typeface="Times New Roman" panose="02020603050405020304" pitchFamily="18" charset="0"/>
                              <a:cs typeface="Times New Roman" panose="02020603050405020304" pitchFamily="18" charset="0"/>
                            </a:rPr>
                            <a:t>13</a:t>
                          </a:r>
                          <a:r>
                            <a:rPr lang="en-US" altLang="zh-TW" b="0" dirty="0">
                              <a:solidFill>
                                <a:schemeClr val="tx1">
                                  <a:lumMod val="95000"/>
                                  <a:lumOff val="5000"/>
                                </a:schemeClr>
                              </a:solidFill>
                              <a:latin typeface="Times New Roman" panose="02020603050405020304" pitchFamily="18" charset="0"/>
                              <a:cs typeface="Times New Roman" panose="02020603050405020304" pitchFamily="18" charset="0"/>
                            </a:rPr>
                            <a:t>+0+0=</a:t>
                          </a:r>
                          <a:r>
                            <a:rPr lang="en-US" altLang="zh-TW" b="0" dirty="0">
                              <a:solidFill>
                                <a:srgbClr val="0070C0"/>
                              </a:solidFill>
                              <a:latin typeface="Times New Roman" panose="02020603050405020304" pitchFamily="18" charset="0"/>
                              <a:cs typeface="Times New Roman" panose="02020603050405020304" pitchFamily="18" charset="0"/>
                            </a:rPr>
                            <a:t>13</a:t>
                          </a:r>
                          <a:endParaRPr lang="zh-TW" altLang="en-US" b="0" dirty="0">
                            <a:solidFill>
                              <a:srgbClr val="0070C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5089494"/>
                      </a:ext>
                    </a:extLst>
                  </a:tr>
                </a:tbl>
              </a:graphicData>
            </a:graphic>
          </p:graphicFrame>
        </mc:Fallback>
      </mc:AlternateContent>
      <p:sp>
        <p:nvSpPr>
          <p:cNvPr id="3" name="文字方塊 2">
            <a:extLst>
              <a:ext uri="{FF2B5EF4-FFF2-40B4-BE49-F238E27FC236}">
                <a16:creationId xmlns:a16="http://schemas.microsoft.com/office/drawing/2014/main" id="{27F6F1CD-2369-480A-9026-3D7B44DC20A4}"/>
              </a:ext>
            </a:extLst>
          </p:cNvPr>
          <p:cNvSpPr txBox="1"/>
          <p:nvPr/>
        </p:nvSpPr>
        <p:spPr>
          <a:xfrm>
            <a:off x="72434" y="125485"/>
            <a:ext cx="1905000"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HEFT</a:t>
            </a:r>
            <a:endParaRPr lang="zh-TW" altLang="en-US" dirty="0">
              <a:latin typeface="Times New Roman" panose="02020603050405020304" pitchFamily="18" charset="0"/>
              <a:cs typeface="Times New Roman" panose="02020603050405020304" pitchFamily="18" charset="0"/>
            </a:endParaRPr>
          </a:p>
        </p:txBody>
      </p:sp>
      <p:pic>
        <p:nvPicPr>
          <p:cNvPr id="11" name="內容版面配置區 3">
            <a:extLst>
              <a:ext uri="{FF2B5EF4-FFF2-40B4-BE49-F238E27FC236}">
                <a16:creationId xmlns:a16="http://schemas.microsoft.com/office/drawing/2014/main" id="{B0B262BE-0C57-409E-9BD0-F53A15A3739A}"/>
              </a:ext>
            </a:extLst>
          </p:cNvPr>
          <p:cNvPicPr>
            <a:picLocks noChangeAspect="1"/>
          </p:cNvPicPr>
          <p:nvPr/>
        </p:nvPicPr>
        <p:blipFill rotWithShape="1">
          <a:blip r:embed="rId5"/>
          <a:srcRect l="28119" t="-8442" r="2207" b="4518"/>
          <a:stretch/>
        </p:blipFill>
        <p:spPr>
          <a:xfrm>
            <a:off x="2775857" y="558435"/>
            <a:ext cx="2129846" cy="509203"/>
          </a:xfrm>
          <a:prstGeom prst="rect">
            <a:avLst/>
          </a:prstGeom>
        </p:spPr>
      </p:pic>
      <p:sp>
        <p:nvSpPr>
          <p:cNvPr id="13" name="文字方塊 12">
            <a:extLst>
              <a:ext uri="{FF2B5EF4-FFF2-40B4-BE49-F238E27FC236}">
                <a16:creationId xmlns:a16="http://schemas.microsoft.com/office/drawing/2014/main" id="{405D67AB-4662-4772-B9D2-ED0BE655257A}"/>
              </a:ext>
            </a:extLst>
          </p:cNvPr>
          <p:cNvSpPr txBox="1"/>
          <p:nvPr/>
        </p:nvSpPr>
        <p:spPr>
          <a:xfrm>
            <a:off x="7696200" y="3788229"/>
            <a:ext cx="359229" cy="369332"/>
          </a:xfrm>
          <a:prstGeom prst="rect">
            <a:avLst/>
          </a:prstGeom>
          <a:noFill/>
        </p:spPr>
        <p:txBody>
          <a:bodyPr wrap="square" rtlCol="0">
            <a:spAutoFit/>
          </a:bodyPr>
          <a:lstStyle/>
          <a:p>
            <a:r>
              <a:rPr lang="en-US" altLang="zh-TW" dirty="0"/>
              <a:t>A</a:t>
            </a:r>
            <a:endParaRPr lang="zh-TW" altLang="en-US" dirty="0"/>
          </a:p>
        </p:txBody>
      </p:sp>
      <p:sp>
        <p:nvSpPr>
          <p:cNvPr id="15" name="文字方塊 14">
            <a:extLst>
              <a:ext uri="{FF2B5EF4-FFF2-40B4-BE49-F238E27FC236}">
                <a16:creationId xmlns:a16="http://schemas.microsoft.com/office/drawing/2014/main" id="{DCF5ADF3-9E91-4FDE-9290-94D7C0B0EB8E}"/>
              </a:ext>
            </a:extLst>
          </p:cNvPr>
          <p:cNvSpPr txBox="1"/>
          <p:nvPr/>
        </p:nvSpPr>
        <p:spPr>
          <a:xfrm>
            <a:off x="7696199" y="3418897"/>
            <a:ext cx="359229" cy="369332"/>
          </a:xfrm>
          <a:prstGeom prst="rect">
            <a:avLst/>
          </a:prstGeom>
          <a:noFill/>
        </p:spPr>
        <p:txBody>
          <a:bodyPr wrap="square" rtlCol="0">
            <a:spAutoFit/>
          </a:bodyPr>
          <a:lstStyle/>
          <a:p>
            <a:r>
              <a:rPr lang="en-US" altLang="zh-TW" dirty="0"/>
              <a:t>C</a:t>
            </a:r>
            <a:endParaRPr lang="zh-TW" altLang="en-US" dirty="0"/>
          </a:p>
        </p:txBody>
      </p:sp>
      <p:sp>
        <p:nvSpPr>
          <p:cNvPr id="16" name="文字方塊 15">
            <a:extLst>
              <a:ext uri="{FF2B5EF4-FFF2-40B4-BE49-F238E27FC236}">
                <a16:creationId xmlns:a16="http://schemas.microsoft.com/office/drawing/2014/main" id="{9F9F2F88-A1E5-40B3-B95F-0DCF2C6E85ED}"/>
              </a:ext>
            </a:extLst>
          </p:cNvPr>
          <p:cNvSpPr txBox="1"/>
          <p:nvPr/>
        </p:nvSpPr>
        <p:spPr>
          <a:xfrm>
            <a:off x="11076856" y="643072"/>
            <a:ext cx="359229" cy="369332"/>
          </a:xfrm>
          <a:prstGeom prst="rect">
            <a:avLst/>
          </a:prstGeom>
          <a:noFill/>
        </p:spPr>
        <p:txBody>
          <a:bodyPr wrap="square" rtlCol="0">
            <a:spAutoFit/>
          </a:bodyPr>
          <a:lstStyle/>
          <a:p>
            <a:r>
              <a:rPr lang="en-US" altLang="zh-TW" dirty="0"/>
              <a:t>J</a:t>
            </a:r>
            <a:endParaRPr lang="zh-TW" altLang="en-US" dirty="0"/>
          </a:p>
        </p:txBody>
      </p:sp>
      <p:sp>
        <p:nvSpPr>
          <p:cNvPr id="17" name="文字方塊 16">
            <a:extLst>
              <a:ext uri="{FF2B5EF4-FFF2-40B4-BE49-F238E27FC236}">
                <a16:creationId xmlns:a16="http://schemas.microsoft.com/office/drawing/2014/main" id="{21D760FB-E1B7-492D-92B6-986FD147EA52}"/>
              </a:ext>
            </a:extLst>
          </p:cNvPr>
          <p:cNvSpPr txBox="1"/>
          <p:nvPr/>
        </p:nvSpPr>
        <p:spPr>
          <a:xfrm>
            <a:off x="7696198" y="2899402"/>
            <a:ext cx="359229" cy="369332"/>
          </a:xfrm>
          <a:prstGeom prst="rect">
            <a:avLst/>
          </a:prstGeom>
          <a:noFill/>
        </p:spPr>
        <p:txBody>
          <a:bodyPr wrap="square" rtlCol="0">
            <a:spAutoFit/>
          </a:bodyPr>
          <a:lstStyle/>
          <a:p>
            <a:r>
              <a:rPr lang="en-US" altLang="zh-TW" dirty="0"/>
              <a:t>B</a:t>
            </a:r>
            <a:endParaRPr lang="zh-TW" altLang="en-US" dirty="0"/>
          </a:p>
        </p:txBody>
      </p:sp>
      <p:sp>
        <p:nvSpPr>
          <p:cNvPr id="18" name="文字方塊 17">
            <a:extLst>
              <a:ext uri="{FF2B5EF4-FFF2-40B4-BE49-F238E27FC236}">
                <a16:creationId xmlns:a16="http://schemas.microsoft.com/office/drawing/2014/main" id="{8E0E147D-45E8-40F9-834B-51634183C8F4}"/>
              </a:ext>
            </a:extLst>
          </p:cNvPr>
          <p:cNvSpPr txBox="1"/>
          <p:nvPr/>
        </p:nvSpPr>
        <p:spPr>
          <a:xfrm>
            <a:off x="7696199" y="2233035"/>
            <a:ext cx="359229" cy="369332"/>
          </a:xfrm>
          <a:prstGeom prst="rect">
            <a:avLst/>
          </a:prstGeom>
          <a:noFill/>
        </p:spPr>
        <p:txBody>
          <a:bodyPr wrap="square" rtlCol="0">
            <a:spAutoFit/>
          </a:bodyPr>
          <a:lstStyle/>
          <a:p>
            <a:r>
              <a:rPr lang="en-US" altLang="zh-TW" dirty="0"/>
              <a:t>D</a:t>
            </a:r>
            <a:endParaRPr lang="zh-TW" altLang="en-US" dirty="0"/>
          </a:p>
        </p:txBody>
      </p:sp>
      <p:sp>
        <p:nvSpPr>
          <p:cNvPr id="19" name="文字方塊 18">
            <a:extLst>
              <a:ext uri="{FF2B5EF4-FFF2-40B4-BE49-F238E27FC236}">
                <a16:creationId xmlns:a16="http://schemas.microsoft.com/office/drawing/2014/main" id="{50B75C5A-3BE0-4CA2-918F-5F9DE1DFF1B8}"/>
              </a:ext>
            </a:extLst>
          </p:cNvPr>
          <p:cNvSpPr txBox="1"/>
          <p:nvPr/>
        </p:nvSpPr>
        <p:spPr>
          <a:xfrm>
            <a:off x="7696198" y="2530070"/>
            <a:ext cx="631373" cy="369332"/>
          </a:xfrm>
          <a:prstGeom prst="rect">
            <a:avLst/>
          </a:prstGeom>
          <a:noFill/>
        </p:spPr>
        <p:txBody>
          <a:bodyPr wrap="square" rtlCol="0">
            <a:spAutoFit/>
          </a:bodyPr>
          <a:lstStyle/>
          <a:p>
            <a:r>
              <a:rPr lang="en-US" altLang="zh-TW" dirty="0"/>
              <a:t>G</a:t>
            </a:r>
            <a:endParaRPr lang="zh-TW" altLang="en-US" dirty="0"/>
          </a:p>
        </p:txBody>
      </p:sp>
      <p:sp>
        <p:nvSpPr>
          <p:cNvPr id="21" name="文字方塊 20">
            <a:extLst>
              <a:ext uri="{FF2B5EF4-FFF2-40B4-BE49-F238E27FC236}">
                <a16:creationId xmlns:a16="http://schemas.microsoft.com/office/drawing/2014/main" id="{520BE7CE-24BB-4AAE-B120-6238D135F125}"/>
              </a:ext>
            </a:extLst>
          </p:cNvPr>
          <p:cNvSpPr txBox="1"/>
          <p:nvPr/>
        </p:nvSpPr>
        <p:spPr>
          <a:xfrm>
            <a:off x="11049001" y="2677886"/>
            <a:ext cx="359229" cy="369332"/>
          </a:xfrm>
          <a:prstGeom prst="rect">
            <a:avLst/>
          </a:prstGeom>
          <a:noFill/>
        </p:spPr>
        <p:txBody>
          <a:bodyPr wrap="square" rtlCol="0">
            <a:spAutoFit/>
          </a:bodyPr>
          <a:lstStyle/>
          <a:p>
            <a:r>
              <a:rPr lang="en-US" altLang="zh-TW" dirty="0"/>
              <a:t>G</a:t>
            </a:r>
            <a:endParaRPr lang="zh-TW" altLang="en-US" dirty="0"/>
          </a:p>
        </p:txBody>
      </p:sp>
      <p:sp>
        <p:nvSpPr>
          <p:cNvPr id="22" name="文字方塊 21">
            <a:extLst>
              <a:ext uri="{FF2B5EF4-FFF2-40B4-BE49-F238E27FC236}">
                <a16:creationId xmlns:a16="http://schemas.microsoft.com/office/drawing/2014/main" id="{259A9F53-6AEB-4822-A3C1-EF50CAA8D923}"/>
              </a:ext>
            </a:extLst>
          </p:cNvPr>
          <p:cNvSpPr txBox="1"/>
          <p:nvPr/>
        </p:nvSpPr>
        <p:spPr>
          <a:xfrm>
            <a:off x="11076856" y="2233035"/>
            <a:ext cx="359229" cy="369332"/>
          </a:xfrm>
          <a:prstGeom prst="rect">
            <a:avLst/>
          </a:prstGeom>
          <a:noFill/>
        </p:spPr>
        <p:txBody>
          <a:bodyPr wrap="square" rtlCol="0">
            <a:spAutoFit/>
          </a:bodyPr>
          <a:lstStyle/>
          <a:p>
            <a:r>
              <a:rPr lang="en-US" altLang="zh-TW" dirty="0"/>
              <a:t>E</a:t>
            </a:r>
            <a:endParaRPr lang="zh-TW" altLang="en-US" dirty="0"/>
          </a:p>
        </p:txBody>
      </p:sp>
      <p:sp>
        <p:nvSpPr>
          <p:cNvPr id="23" name="文字方塊 22">
            <a:extLst>
              <a:ext uri="{FF2B5EF4-FFF2-40B4-BE49-F238E27FC236}">
                <a16:creationId xmlns:a16="http://schemas.microsoft.com/office/drawing/2014/main" id="{BDCFDE87-EB96-464E-B5AF-51A9CB066EDE}"/>
              </a:ext>
            </a:extLst>
          </p:cNvPr>
          <p:cNvSpPr txBox="1"/>
          <p:nvPr/>
        </p:nvSpPr>
        <p:spPr>
          <a:xfrm>
            <a:off x="11078937" y="1673935"/>
            <a:ext cx="299356" cy="369332"/>
          </a:xfrm>
          <a:prstGeom prst="rect">
            <a:avLst/>
          </a:prstGeom>
          <a:noFill/>
        </p:spPr>
        <p:txBody>
          <a:bodyPr wrap="square" rtlCol="0">
            <a:spAutoFit/>
          </a:bodyPr>
          <a:lstStyle/>
          <a:p>
            <a:r>
              <a:rPr lang="en-US" altLang="zh-TW" dirty="0"/>
              <a:t>I</a:t>
            </a:r>
            <a:endParaRPr lang="zh-TW" altLang="en-US" dirty="0"/>
          </a:p>
        </p:txBody>
      </p:sp>
      <p:sp>
        <p:nvSpPr>
          <p:cNvPr id="24" name="文字方塊 23">
            <a:extLst>
              <a:ext uri="{FF2B5EF4-FFF2-40B4-BE49-F238E27FC236}">
                <a16:creationId xmlns:a16="http://schemas.microsoft.com/office/drawing/2014/main" id="{D2806CC4-DDD2-48E4-A403-D1587C8B6923}"/>
              </a:ext>
            </a:extLst>
          </p:cNvPr>
          <p:cNvSpPr txBox="1"/>
          <p:nvPr/>
        </p:nvSpPr>
        <p:spPr>
          <a:xfrm>
            <a:off x="11049000" y="1202172"/>
            <a:ext cx="359229" cy="369332"/>
          </a:xfrm>
          <a:prstGeom prst="rect">
            <a:avLst/>
          </a:prstGeom>
          <a:noFill/>
        </p:spPr>
        <p:txBody>
          <a:bodyPr wrap="square" rtlCol="0">
            <a:spAutoFit/>
          </a:bodyPr>
          <a:lstStyle/>
          <a:p>
            <a:r>
              <a:rPr lang="en-US" altLang="zh-TW" dirty="0"/>
              <a:t>H</a:t>
            </a:r>
            <a:endParaRPr lang="zh-TW" altLang="en-US" dirty="0"/>
          </a:p>
        </p:txBody>
      </p:sp>
    </p:spTree>
    <p:extLst>
      <p:ext uri="{BB962C8B-B14F-4D97-AF65-F5344CB8AC3E}">
        <p14:creationId xmlns:p14="http://schemas.microsoft.com/office/powerpoint/2010/main" val="2299220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1690C9-1B05-4DCA-9B52-C071369D920F}"/>
              </a:ext>
            </a:extLst>
          </p:cNvPr>
          <p:cNvSpPr>
            <a:spLocks noGrp="1"/>
          </p:cNvSpPr>
          <p:nvPr>
            <p:ph type="title"/>
          </p:nvPr>
        </p:nvSpPr>
        <p:spPr>
          <a:xfrm>
            <a:off x="838200" y="20742"/>
            <a:ext cx="10515600" cy="1325563"/>
          </a:xfrm>
        </p:spPr>
        <p:txBody>
          <a:bodyPr/>
          <a:lstStyle/>
          <a:p>
            <a:r>
              <a:rPr lang="en-US" altLang="zh-TW" dirty="0" err="1"/>
              <a:t>Ramdon</a:t>
            </a:r>
            <a:endParaRPr lang="zh-TW" altLang="en-US" dirty="0"/>
          </a:p>
        </p:txBody>
      </p:sp>
      <p:pic>
        <p:nvPicPr>
          <p:cNvPr id="5" name="內容版面配置區 4">
            <a:extLst>
              <a:ext uri="{FF2B5EF4-FFF2-40B4-BE49-F238E27FC236}">
                <a16:creationId xmlns:a16="http://schemas.microsoft.com/office/drawing/2014/main" id="{670A9791-35CC-474F-B538-A691EF44C4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4325" y="3698175"/>
            <a:ext cx="5645158" cy="2684716"/>
          </a:xfrm>
        </p:spPr>
      </p:pic>
      <p:pic>
        <p:nvPicPr>
          <p:cNvPr id="7" name="圖片 6">
            <a:extLst>
              <a:ext uri="{FF2B5EF4-FFF2-40B4-BE49-F238E27FC236}">
                <a16:creationId xmlns:a16="http://schemas.microsoft.com/office/drawing/2014/main" id="{254A0C7B-9AD7-48A3-85D4-32901701EB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2987" y="282488"/>
            <a:ext cx="5781674" cy="2779366"/>
          </a:xfrm>
          <a:prstGeom prst="rect">
            <a:avLst/>
          </a:prstGeom>
        </p:spPr>
      </p:pic>
      <p:pic>
        <p:nvPicPr>
          <p:cNvPr id="9" name="圖片 8">
            <a:extLst>
              <a:ext uri="{FF2B5EF4-FFF2-40B4-BE49-F238E27FC236}">
                <a16:creationId xmlns:a16="http://schemas.microsoft.com/office/drawing/2014/main" id="{7C7DBCDE-50F0-4A61-9828-69A0A74091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2987" y="3698175"/>
            <a:ext cx="5673939" cy="2779366"/>
          </a:xfrm>
          <a:prstGeom prst="rect">
            <a:avLst/>
          </a:prstGeom>
        </p:spPr>
      </p:pic>
      <p:pic>
        <p:nvPicPr>
          <p:cNvPr id="11" name="圖片 10">
            <a:extLst>
              <a:ext uri="{FF2B5EF4-FFF2-40B4-BE49-F238E27FC236}">
                <a16:creationId xmlns:a16="http://schemas.microsoft.com/office/drawing/2014/main" id="{C2D7C77E-3535-4858-B70F-6190CBC140E7}"/>
              </a:ext>
            </a:extLst>
          </p:cNvPr>
          <p:cNvPicPr>
            <a:picLocks noChangeAspect="1"/>
          </p:cNvPicPr>
          <p:nvPr/>
        </p:nvPicPr>
        <p:blipFill>
          <a:blip r:embed="rId5"/>
          <a:stretch>
            <a:fillRect/>
          </a:stretch>
        </p:blipFill>
        <p:spPr>
          <a:xfrm>
            <a:off x="314325" y="1142064"/>
            <a:ext cx="5781675" cy="2105025"/>
          </a:xfrm>
          <a:prstGeom prst="rect">
            <a:avLst/>
          </a:prstGeom>
        </p:spPr>
      </p:pic>
    </p:spTree>
    <p:extLst>
      <p:ext uri="{BB962C8B-B14F-4D97-AF65-F5344CB8AC3E}">
        <p14:creationId xmlns:p14="http://schemas.microsoft.com/office/powerpoint/2010/main" val="446202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內容版面配置區 6" descr="一張含有 文字 的圖片&#10;&#10;自動產生的描述">
            <a:extLst>
              <a:ext uri="{FF2B5EF4-FFF2-40B4-BE49-F238E27FC236}">
                <a16:creationId xmlns:a16="http://schemas.microsoft.com/office/drawing/2014/main" id="{CF0D1921-9D2D-4C16-8EEC-8289EDD4BA7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6695" t="3575" r="15133" b="6113"/>
          <a:stretch/>
        </p:blipFill>
        <p:spPr>
          <a:xfrm>
            <a:off x="250370" y="116484"/>
            <a:ext cx="5747657" cy="4758956"/>
          </a:xfrm>
        </p:spPr>
      </p:pic>
      <p:pic>
        <p:nvPicPr>
          <p:cNvPr id="5" name="圖片 4">
            <a:extLst>
              <a:ext uri="{FF2B5EF4-FFF2-40B4-BE49-F238E27FC236}">
                <a16:creationId xmlns:a16="http://schemas.microsoft.com/office/drawing/2014/main" id="{6DFE1E3E-85E8-42F4-8785-5030E509E1AD}"/>
              </a:ext>
            </a:extLst>
          </p:cNvPr>
          <p:cNvPicPr>
            <a:picLocks noChangeAspect="1"/>
          </p:cNvPicPr>
          <p:nvPr/>
        </p:nvPicPr>
        <p:blipFill>
          <a:blip r:embed="rId3"/>
          <a:stretch>
            <a:fillRect/>
          </a:stretch>
        </p:blipFill>
        <p:spPr>
          <a:xfrm>
            <a:off x="419099" y="5200650"/>
            <a:ext cx="9220200" cy="1657350"/>
          </a:xfrm>
          <a:prstGeom prst="rect">
            <a:avLst/>
          </a:prstGeom>
        </p:spPr>
      </p:pic>
      <p:graphicFrame>
        <p:nvGraphicFramePr>
          <p:cNvPr id="8" name="圖表 7">
            <a:extLst>
              <a:ext uri="{FF2B5EF4-FFF2-40B4-BE49-F238E27FC236}">
                <a16:creationId xmlns:a16="http://schemas.microsoft.com/office/drawing/2014/main" id="{616C3992-EF3A-4DDD-89B4-979E706C9EA1}"/>
              </a:ext>
            </a:extLst>
          </p:cNvPr>
          <p:cNvGraphicFramePr>
            <a:graphicFrameLocks/>
          </p:cNvGraphicFramePr>
          <p:nvPr>
            <p:extLst>
              <p:ext uri="{D42A27DB-BD31-4B8C-83A1-F6EECF244321}">
                <p14:modId xmlns:p14="http://schemas.microsoft.com/office/powerpoint/2010/main" val="3565255983"/>
              </p:ext>
            </p:extLst>
          </p:nvPr>
        </p:nvGraphicFramePr>
        <p:xfrm>
          <a:off x="6565368" y="31835"/>
          <a:ext cx="5626632" cy="451839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80876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603C64-62A7-4E6C-87D3-0CF99175B5D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B70020A3-0474-447A-97AA-752B9CA5FCA0}"/>
              </a:ext>
            </a:extLst>
          </p:cNvPr>
          <p:cNvSpPr>
            <a:spLocks noGrp="1"/>
          </p:cNvSpPr>
          <p:nvPr>
            <p:ph idx="1"/>
          </p:nvPr>
        </p:nvSpPr>
        <p:spPr/>
        <p:txBody>
          <a:bodyPr/>
          <a:lstStyle/>
          <a:p>
            <a:r>
              <a:rPr lang="en-US" altLang="zh-TW" dirty="0"/>
              <a:t>Thanks for listening.</a:t>
            </a:r>
            <a:endParaRPr lang="zh-TW" altLang="en-US" dirty="0"/>
          </a:p>
        </p:txBody>
      </p:sp>
    </p:spTree>
    <p:extLst>
      <p:ext uri="{BB962C8B-B14F-4D97-AF65-F5344CB8AC3E}">
        <p14:creationId xmlns:p14="http://schemas.microsoft.com/office/powerpoint/2010/main" val="447750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A8D02C-68EB-4A66-A165-8E341689E1A8}"/>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CB574D67-280D-4EBE-A7C9-0D70568F313C}"/>
              </a:ext>
            </a:extLst>
          </p:cNvPr>
          <p:cNvSpPr>
            <a:spLocks noGrp="1"/>
          </p:cNvSpPr>
          <p:nvPr>
            <p:ph idx="1"/>
          </p:nvPr>
        </p:nvSpPr>
        <p:spPr/>
        <p:txBody>
          <a:bodyPr/>
          <a:lstStyle/>
          <a:p>
            <a:r>
              <a:rPr lang="en-US" altLang="zh-TW" dirty="0"/>
              <a:t>As future work, we intend to adapt this strategy for various groups of machines. It would require multiple CCPs being considered for assignment to a subset of machines instead of taking into account all the existing machines.</a:t>
            </a:r>
            <a:endParaRPr lang="zh-TW" altLang="en-US" dirty="0"/>
          </a:p>
        </p:txBody>
      </p:sp>
    </p:spTree>
    <p:extLst>
      <p:ext uri="{BB962C8B-B14F-4D97-AF65-F5344CB8AC3E}">
        <p14:creationId xmlns:p14="http://schemas.microsoft.com/office/powerpoint/2010/main" val="3311956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FC649F-F9BE-44C2-B309-46FC529C8A00}"/>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37972836-E417-4743-A484-B23963DDF6C1}"/>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58FFAE4F-BE41-4C91-B76F-B3FA0A30A6E8}"/>
              </a:ext>
            </a:extLst>
          </p:cNvPr>
          <p:cNvPicPr>
            <a:picLocks noChangeAspect="1"/>
          </p:cNvPicPr>
          <p:nvPr/>
        </p:nvPicPr>
        <p:blipFill>
          <a:blip r:embed="rId2"/>
          <a:stretch>
            <a:fillRect/>
          </a:stretch>
        </p:blipFill>
        <p:spPr>
          <a:xfrm>
            <a:off x="3339072" y="3215808"/>
            <a:ext cx="8239125" cy="2828925"/>
          </a:xfrm>
          <a:prstGeom prst="rect">
            <a:avLst/>
          </a:prstGeom>
        </p:spPr>
      </p:pic>
    </p:spTree>
    <p:extLst>
      <p:ext uri="{BB962C8B-B14F-4D97-AF65-F5344CB8AC3E}">
        <p14:creationId xmlns:p14="http://schemas.microsoft.com/office/powerpoint/2010/main" val="28832536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6B451D-67FB-4032-BA0C-FE2D33E09F30}"/>
              </a:ext>
            </a:extLst>
          </p:cNvPr>
          <p:cNvSpPr>
            <a:spLocks noGrp="1"/>
          </p:cNvSpPr>
          <p:nvPr>
            <p:ph type="title"/>
          </p:nvPr>
        </p:nvSpPr>
        <p:spPr/>
        <p:txBody>
          <a:bodyPr/>
          <a:lstStyle/>
          <a:p>
            <a:r>
              <a:rPr lang="en-US" altLang="zh-TW" dirty="0"/>
              <a:t>Fork join graph</a:t>
            </a:r>
            <a:endParaRPr lang="zh-TW" altLang="en-US" dirty="0"/>
          </a:p>
        </p:txBody>
      </p:sp>
      <p:pic>
        <p:nvPicPr>
          <p:cNvPr id="6" name="內容版面配置區 5">
            <a:extLst>
              <a:ext uri="{FF2B5EF4-FFF2-40B4-BE49-F238E27FC236}">
                <a16:creationId xmlns:a16="http://schemas.microsoft.com/office/drawing/2014/main" id="{BADDAA25-DF01-405B-82C8-9CB8176626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823008"/>
            <a:ext cx="3172078" cy="1521303"/>
          </a:xfrm>
        </p:spPr>
      </p:pic>
      <p:pic>
        <p:nvPicPr>
          <p:cNvPr id="8" name="圖片 7">
            <a:extLst>
              <a:ext uri="{FF2B5EF4-FFF2-40B4-BE49-F238E27FC236}">
                <a16:creationId xmlns:a16="http://schemas.microsoft.com/office/drawing/2014/main" id="{7DE6E283-C1A5-4FD3-9C56-5D0E50CBB1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8053" y="2660256"/>
            <a:ext cx="3155894" cy="1537487"/>
          </a:xfrm>
          <a:prstGeom prst="rect">
            <a:avLst/>
          </a:prstGeom>
        </p:spPr>
      </p:pic>
      <p:pic>
        <p:nvPicPr>
          <p:cNvPr id="10" name="圖片 9">
            <a:extLst>
              <a:ext uri="{FF2B5EF4-FFF2-40B4-BE49-F238E27FC236}">
                <a16:creationId xmlns:a16="http://schemas.microsoft.com/office/drawing/2014/main" id="{F63B74E5-5F42-48FF-8AC6-34950CECDF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31940" y="4410705"/>
            <a:ext cx="3188262" cy="1513211"/>
          </a:xfrm>
          <a:prstGeom prst="rect">
            <a:avLst/>
          </a:prstGeom>
        </p:spPr>
      </p:pic>
    </p:spTree>
    <p:extLst>
      <p:ext uri="{BB962C8B-B14F-4D97-AF65-F5344CB8AC3E}">
        <p14:creationId xmlns:p14="http://schemas.microsoft.com/office/powerpoint/2010/main" val="1866229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C5336FD4-190D-4367-80CE-077F05856283}"/>
              </a:ext>
            </a:extLst>
          </p:cNvPr>
          <p:cNvGraphicFramePr>
            <a:graphicFrameLocks noGrp="1"/>
          </p:cNvGraphicFramePr>
          <p:nvPr>
            <p:extLst>
              <p:ext uri="{D42A27DB-BD31-4B8C-83A1-F6EECF244321}">
                <p14:modId xmlns:p14="http://schemas.microsoft.com/office/powerpoint/2010/main" val="2160586682"/>
              </p:ext>
            </p:extLst>
          </p:nvPr>
        </p:nvGraphicFramePr>
        <p:xfrm>
          <a:off x="886781" y="1021507"/>
          <a:ext cx="2709333" cy="22250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068935881"/>
                    </a:ext>
                  </a:extLst>
                </a:gridCol>
              </a:tblGrid>
              <a:tr h="37084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Critical Paths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4766944"/>
                  </a:ext>
                </a:extLst>
              </a:tr>
              <a:tr h="370840">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1832602"/>
                  </a:ext>
                </a:extLst>
              </a:tr>
              <a:tr h="370840">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8738296"/>
                  </a:ext>
                </a:extLst>
              </a:tr>
              <a:tr h="370840">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5626231"/>
                  </a:ext>
                </a:extLst>
              </a:tr>
              <a:tr h="370840">
                <a:tc>
                  <a:txBody>
                    <a:bodyPr/>
                    <a:lstStyle/>
                    <a:p>
                      <a:endParaRPr lang="zh-TW" altLang="en-US"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32668"/>
                  </a:ext>
                </a:extLst>
              </a:tr>
              <a:tr h="370840">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1380213"/>
                  </a:ext>
                </a:extLst>
              </a:tr>
            </a:tbl>
          </a:graphicData>
        </a:graphic>
      </p:graphicFrame>
      <p:graphicFrame>
        <p:nvGraphicFramePr>
          <p:cNvPr id="5" name="表格 4">
            <a:extLst>
              <a:ext uri="{FF2B5EF4-FFF2-40B4-BE49-F238E27FC236}">
                <a16:creationId xmlns:a16="http://schemas.microsoft.com/office/drawing/2014/main" id="{51F345CE-8689-421F-A390-1007A351289D}"/>
              </a:ext>
            </a:extLst>
          </p:cNvPr>
          <p:cNvGraphicFramePr>
            <a:graphicFrameLocks noGrp="1"/>
          </p:cNvGraphicFramePr>
          <p:nvPr>
            <p:extLst>
              <p:ext uri="{D42A27DB-BD31-4B8C-83A1-F6EECF244321}">
                <p14:modId xmlns:p14="http://schemas.microsoft.com/office/powerpoint/2010/main" val="3695990356"/>
              </p:ext>
            </p:extLst>
          </p:nvPr>
        </p:nvGraphicFramePr>
        <p:xfrm>
          <a:off x="1580719" y="3340058"/>
          <a:ext cx="8127999" cy="22250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068935881"/>
                    </a:ext>
                  </a:extLst>
                </a:gridCol>
                <a:gridCol w="2709333">
                  <a:extLst>
                    <a:ext uri="{9D8B030D-6E8A-4147-A177-3AD203B41FA5}">
                      <a16:colId xmlns:a16="http://schemas.microsoft.com/office/drawing/2014/main" val="3743848875"/>
                    </a:ext>
                  </a:extLst>
                </a:gridCol>
                <a:gridCol w="2709333">
                  <a:extLst>
                    <a:ext uri="{9D8B030D-6E8A-4147-A177-3AD203B41FA5}">
                      <a16:colId xmlns:a16="http://schemas.microsoft.com/office/drawing/2014/main" val="3367656063"/>
                    </a:ext>
                  </a:extLst>
                </a:gridCol>
              </a:tblGrid>
              <a:tr h="370840">
                <a:tc>
                  <a:txBody>
                    <a:bodyPr/>
                    <a:lstStyle/>
                    <a:p>
                      <a:r>
                        <a:rPr lang="en-US" altLang="zh-TW" b="0" dirty="0" err="1">
                          <a:solidFill>
                            <a:schemeClr val="tx1"/>
                          </a:solidFill>
                          <a:latin typeface="Times New Roman" panose="02020603050405020304" pitchFamily="18" charset="0"/>
                          <a:cs typeface="Times New Roman" panose="02020603050405020304" pitchFamily="18" charset="0"/>
                        </a:rPr>
                        <a:t>Constrainted</a:t>
                      </a:r>
                      <a:r>
                        <a:rPr lang="en-US" altLang="zh-TW" b="0" dirty="0">
                          <a:solidFill>
                            <a:schemeClr val="tx1"/>
                          </a:solidFill>
                          <a:latin typeface="Times New Roman" panose="02020603050405020304" pitchFamily="18" charset="0"/>
                          <a:cs typeface="Times New Roman" panose="02020603050405020304" pitchFamily="18" charset="0"/>
                        </a:rPr>
                        <a:t> Critical Paths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4766944"/>
                  </a:ext>
                </a:extLst>
              </a:tr>
              <a:tr h="370840">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1832602"/>
                  </a:ext>
                </a:extLst>
              </a:tr>
              <a:tr h="370840">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8738296"/>
                  </a:ext>
                </a:extLst>
              </a:tr>
              <a:tr h="370840">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5626231"/>
                  </a:ext>
                </a:extLst>
              </a:tr>
              <a:tr h="370840">
                <a:tc>
                  <a:txBody>
                    <a:bodyPr/>
                    <a:lstStyle/>
                    <a:p>
                      <a:endParaRPr lang="zh-TW" altLang="en-US"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32668"/>
                  </a:ext>
                </a:extLst>
              </a:tr>
              <a:tr h="370840">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1380213"/>
                  </a:ext>
                </a:extLst>
              </a:tr>
            </a:tbl>
          </a:graphicData>
        </a:graphic>
      </p:graphicFrame>
      <p:pic>
        <p:nvPicPr>
          <p:cNvPr id="6" name="圖片 5" descr="一張含有 文字, 刻度, 項鍊, 差異 的圖片&#10;&#10;自動產生的描述">
            <a:extLst>
              <a:ext uri="{FF2B5EF4-FFF2-40B4-BE49-F238E27FC236}">
                <a16:creationId xmlns:a16="http://schemas.microsoft.com/office/drawing/2014/main" id="{BA65FFBB-1987-40AA-80DF-2586687EF1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8675" y="1292902"/>
            <a:ext cx="4944234" cy="3180170"/>
          </a:xfrm>
          <a:prstGeom prst="rect">
            <a:avLst/>
          </a:prstGeom>
        </p:spPr>
      </p:pic>
    </p:spTree>
    <p:extLst>
      <p:ext uri="{BB962C8B-B14F-4D97-AF65-F5344CB8AC3E}">
        <p14:creationId xmlns:p14="http://schemas.microsoft.com/office/powerpoint/2010/main" val="292255939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報paper範本" id="{69A26A74-F2D4-4C4E-8979-71B91039FD65}" vid="{BF5BF2FF-57E1-4805-99F6-A663F732E577}"/>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報paper範本</Template>
  <TotalTime>4474</TotalTime>
  <Words>1204</Words>
  <Application>Microsoft Office PowerPoint</Application>
  <PresentationFormat>寬螢幕</PresentationFormat>
  <Paragraphs>791</Paragraphs>
  <Slides>21</Slides>
  <Notes>1</Notes>
  <HiddenSlides>5</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21</vt:i4>
      </vt:variant>
    </vt:vector>
  </HeadingPairs>
  <TitlesOfParts>
    <vt:vector size="28" baseType="lpstr">
      <vt:lpstr>NexusSans</vt:lpstr>
      <vt:lpstr>標楷體</vt:lpstr>
      <vt:lpstr>Arial</vt:lpstr>
      <vt:lpstr>Calibri</vt:lpstr>
      <vt:lpstr>Cambria Math</vt:lpstr>
      <vt:lpstr>Times New Roman</vt:lpstr>
      <vt:lpstr>Office 佈景主題</vt:lpstr>
      <vt:lpstr>Scheduling for heterogeneous systems using constrained critical paths</vt:lpstr>
      <vt:lpstr>Abstract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Ramdon</vt:lpstr>
      <vt:lpstr>PowerPoint 簡報</vt:lpstr>
      <vt:lpstr>PowerPoint 簡報</vt:lpstr>
      <vt:lpstr>PowerPoint 簡報</vt:lpstr>
      <vt:lpstr>PowerPoint 簡報</vt:lpstr>
      <vt:lpstr>Fork join graph</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jj wu</dc:creator>
  <cp:lastModifiedBy>pplab</cp:lastModifiedBy>
  <cp:revision>7</cp:revision>
  <dcterms:created xsi:type="dcterms:W3CDTF">2022-03-04T17:30:36Z</dcterms:created>
  <dcterms:modified xsi:type="dcterms:W3CDTF">2022-03-16T10:27:30Z</dcterms:modified>
</cp:coreProperties>
</file>