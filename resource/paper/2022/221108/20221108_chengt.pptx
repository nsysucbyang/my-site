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58" r:id="rId3"/>
    <p:sldId id="259" r:id="rId4"/>
    <p:sldId id="260" r:id="rId5"/>
    <p:sldId id="261" r:id="rId6"/>
    <p:sldId id="262" r:id="rId7"/>
    <p:sldId id="263" r:id="rId8"/>
    <p:sldId id="264" r:id="rId9"/>
    <p:sldId id="269" r:id="rId10"/>
    <p:sldId id="268" r:id="rId11"/>
    <p:sldId id="265" r:id="rId12"/>
    <p:sldId id="266" r:id="rId13"/>
    <p:sldId id="270" r:id="rId14"/>
    <p:sldId id="267"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A7EAEA-ECF0-42F4-83BD-58FEC9126A69}" v="191" dt="2022-11-08T11:49:45.284"/>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ng B" userId="8a6456424c5e7c38" providerId="LiveId" clId="{61A7EAEA-ECF0-42F4-83BD-58FEC9126A69}"/>
    <pc:docChg chg="undo redo custSel addSld delSld modSld sldOrd">
      <pc:chgData name="Ting B" userId="8a6456424c5e7c38" providerId="LiveId" clId="{61A7EAEA-ECF0-42F4-83BD-58FEC9126A69}" dt="2022-11-08T11:50:24.969" v="1109" actId="113"/>
      <pc:docMkLst>
        <pc:docMk/>
      </pc:docMkLst>
      <pc:sldChg chg="modSp mod">
        <pc:chgData name="Ting B" userId="8a6456424c5e7c38" providerId="LiveId" clId="{61A7EAEA-ECF0-42F4-83BD-58FEC9126A69}" dt="2022-11-06T13:30:58.996" v="63" actId="20577"/>
        <pc:sldMkLst>
          <pc:docMk/>
          <pc:sldMk cId="992846163" sldId="256"/>
        </pc:sldMkLst>
        <pc:spChg chg="mod">
          <ac:chgData name="Ting B" userId="8a6456424c5e7c38" providerId="LiveId" clId="{61A7EAEA-ECF0-42F4-83BD-58FEC9126A69}" dt="2022-11-05T19:27:51.647" v="43" actId="20577"/>
          <ac:spMkLst>
            <pc:docMk/>
            <pc:sldMk cId="992846163" sldId="256"/>
            <ac:spMk id="2" creationId="{15143474-6387-4BE8-A4BF-0CDEA67657E1}"/>
          </ac:spMkLst>
        </pc:spChg>
        <pc:spChg chg="mod">
          <ac:chgData name="Ting B" userId="8a6456424c5e7c38" providerId="LiveId" clId="{61A7EAEA-ECF0-42F4-83BD-58FEC9126A69}" dt="2022-11-06T13:30:58.996" v="63" actId="20577"/>
          <ac:spMkLst>
            <pc:docMk/>
            <pc:sldMk cId="992846163" sldId="256"/>
            <ac:spMk id="3" creationId="{92B8BEBC-EA8D-40AC-8B6F-CE2FB945F54D}"/>
          </ac:spMkLst>
        </pc:spChg>
        <pc:spChg chg="mod">
          <ac:chgData name="Ting B" userId="8a6456424c5e7c38" providerId="LiveId" clId="{61A7EAEA-ECF0-42F4-83BD-58FEC9126A69}" dt="2022-11-05T19:28:02.834" v="55" actId="20577"/>
          <ac:spMkLst>
            <pc:docMk/>
            <pc:sldMk cId="992846163" sldId="256"/>
            <ac:spMk id="5" creationId="{D2AB8FE2-23CB-4533-87D5-C2F44C82D244}"/>
          </ac:spMkLst>
        </pc:spChg>
      </pc:sldChg>
      <pc:sldChg chg="addSp delSp modSp mod">
        <pc:chgData name="Ting B" userId="8a6456424c5e7c38" providerId="LiveId" clId="{61A7EAEA-ECF0-42F4-83BD-58FEC9126A69}" dt="2022-11-06T14:47:18.224" v="421" actId="478"/>
        <pc:sldMkLst>
          <pc:docMk/>
          <pc:sldMk cId="847236665" sldId="258"/>
        </pc:sldMkLst>
        <pc:spChg chg="mod">
          <ac:chgData name="Ting B" userId="8a6456424c5e7c38" providerId="LiveId" clId="{61A7EAEA-ECF0-42F4-83BD-58FEC9126A69}" dt="2022-11-05T19:25:44.004" v="16" actId="20577"/>
          <ac:spMkLst>
            <pc:docMk/>
            <pc:sldMk cId="847236665" sldId="258"/>
            <ac:spMk id="3" creationId="{2FBE2A12-C9F0-4093-A018-44F05764C477}"/>
          </ac:spMkLst>
        </pc:spChg>
        <pc:spChg chg="add del">
          <ac:chgData name="Ting B" userId="8a6456424c5e7c38" providerId="LiveId" clId="{61A7EAEA-ECF0-42F4-83BD-58FEC9126A69}" dt="2022-11-06T14:47:18.224" v="421" actId="478"/>
          <ac:spMkLst>
            <pc:docMk/>
            <pc:sldMk cId="847236665" sldId="258"/>
            <ac:spMk id="6" creationId="{4C76CC5B-DA90-1C15-53AB-A7D9C163A42D}"/>
          </ac:spMkLst>
        </pc:spChg>
      </pc:sldChg>
      <pc:sldChg chg="addSp modSp new mod">
        <pc:chgData name="Ting B" userId="8a6456424c5e7c38" providerId="LiveId" clId="{61A7EAEA-ECF0-42F4-83BD-58FEC9126A69}" dt="2022-11-06T13:44:20.393" v="245" actId="14100"/>
        <pc:sldMkLst>
          <pc:docMk/>
          <pc:sldMk cId="3237128436" sldId="259"/>
        </pc:sldMkLst>
        <pc:spChg chg="mod">
          <ac:chgData name="Ting B" userId="8a6456424c5e7c38" providerId="LiveId" clId="{61A7EAEA-ECF0-42F4-83BD-58FEC9126A69}" dt="2022-11-06T13:31:22.898" v="108" actId="20577"/>
          <ac:spMkLst>
            <pc:docMk/>
            <pc:sldMk cId="3237128436" sldId="259"/>
            <ac:spMk id="2" creationId="{46259DE6-7838-C237-DD9E-8EEE8535F737}"/>
          </ac:spMkLst>
        </pc:spChg>
        <pc:spChg chg="mod">
          <ac:chgData name="Ting B" userId="8a6456424c5e7c38" providerId="LiveId" clId="{61A7EAEA-ECF0-42F4-83BD-58FEC9126A69}" dt="2022-11-06T13:36:14.327" v="168" actId="403"/>
          <ac:spMkLst>
            <pc:docMk/>
            <pc:sldMk cId="3237128436" sldId="259"/>
            <ac:spMk id="3" creationId="{77945411-BF61-ED7F-C4C3-C8F28EF0613E}"/>
          </ac:spMkLst>
        </pc:spChg>
        <pc:spChg chg="add mod">
          <ac:chgData name="Ting B" userId="8a6456424c5e7c38" providerId="LiveId" clId="{61A7EAEA-ECF0-42F4-83BD-58FEC9126A69}" dt="2022-11-06T13:44:20.393" v="245" actId="14100"/>
          <ac:spMkLst>
            <pc:docMk/>
            <pc:sldMk cId="3237128436" sldId="259"/>
            <ac:spMk id="7" creationId="{9BE8071A-790D-6735-8157-2F616806A6B4}"/>
          </ac:spMkLst>
        </pc:spChg>
        <pc:picChg chg="add mod modCrop">
          <ac:chgData name="Ting B" userId="8a6456424c5e7c38" providerId="LiveId" clId="{61A7EAEA-ECF0-42F4-83BD-58FEC9126A69}" dt="2022-11-06T13:35:06.829" v="152" actId="1076"/>
          <ac:picMkLst>
            <pc:docMk/>
            <pc:sldMk cId="3237128436" sldId="259"/>
            <ac:picMk id="6" creationId="{48C97C35-2EC3-01B5-7832-702C6DBACE30}"/>
          </ac:picMkLst>
        </pc:picChg>
      </pc:sldChg>
      <pc:sldChg chg="addSp delSp modSp add mod">
        <pc:chgData name="Ting B" userId="8a6456424c5e7c38" providerId="LiveId" clId="{61A7EAEA-ECF0-42F4-83BD-58FEC9126A69}" dt="2022-11-06T14:16:46.451" v="305"/>
        <pc:sldMkLst>
          <pc:docMk/>
          <pc:sldMk cId="1964495182" sldId="260"/>
        </pc:sldMkLst>
        <pc:spChg chg="mod">
          <ac:chgData name="Ting B" userId="8a6456424c5e7c38" providerId="LiveId" clId="{61A7EAEA-ECF0-42F4-83BD-58FEC9126A69}" dt="2022-11-06T13:41:20.580" v="189" actId="20577"/>
          <ac:spMkLst>
            <pc:docMk/>
            <pc:sldMk cId="1964495182" sldId="260"/>
            <ac:spMk id="2" creationId="{46259DE6-7838-C237-DD9E-8EEE8535F737}"/>
          </ac:spMkLst>
        </pc:spChg>
        <pc:spChg chg="add del mod">
          <ac:chgData name="Ting B" userId="8a6456424c5e7c38" providerId="LiveId" clId="{61A7EAEA-ECF0-42F4-83BD-58FEC9126A69}" dt="2022-11-06T13:41:50.278" v="196" actId="3680"/>
          <ac:spMkLst>
            <pc:docMk/>
            <pc:sldMk cId="1964495182" sldId="260"/>
            <ac:spMk id="3" creationId="{77945411-BF61-ED7F-C4C3-C8F28EF0613E}"/>
          </ac:spMkLst>
        </pc:spChg>
        <pc:graphicFrameChg chg="add mod ord modGraphic">
          <ac:chgData name="Ting B" userId="8a6456424c5e7c38" providerId="LiveId" clId="{61A7EAEA-ECF0-42F4-83BD-58FEC9126A69}" dt="2022-11-06T14:16:46.451" v="305"/>
          <ac:graphicFrameMkLst>
            <pc:docMk/>
            <pc:sldMk cId="1964495182" sldId="260"/>
            <ac:graphicFrameMk id="7" creationId="{C5C3B51A-4A6D-03C3-8C3E-D46296ACB827}"/>
          </ac:graphicFrameMkLst>
        </pc:graphicFrameChg>
        <pc:picChg chg="add del mod">
          <ac:chgData name="Ting B" userId="8a6456424c5e7c38" providerId="LiveId" clId="{61A7EAEA-ECF0-42F4-83BD-58FEC9126A69}" dt="2022-11-06T13:41:42.203" v="195"/>
          <ac:picMkLst>
            <pc:docMk/>
            <pc:sldMk cId="1964495182" sldId="260"/>
            <ac:picMk id="5" creationId="{7B22B78E-2724-DE75-892A-21A191BF0B76}"/>
          </ac:picMkLst>
        </pc:picChg>
        <pc:picChg chg="del">
          <ac:chgData name="Ting B" userId="8a6456424c5e7c38" providerId="LiveId" clId="{61A7EAEA-ECF0-42F4-83BD-58FEC9126A69}" dt="2022-11-06T13:41:32.168" v="193" actId="21"/>
          <ac:picMkLst>
            <pc:docMk/>
            <pc:sldMk cId="1964495182" sldId="260"/>
            <ac:picMk id="6" creationId="{48C97C35-2EC3-01B5-7832-702C6DBACE30}"/>
          </ac:picMkLst>
        </pc:picChg>
      </pc:sldChg>
      <pc:sldChg chg="delSp modSp add del mod ord">
        <pc:chgData name="Ting B" userId="8a6456424c5e7c38" providerId="LiveId" clId="{61A7EAEA-ECF0-42F4-83BD-58FEC9126A69}" dt="2022-11-06T13:38:44.915" v="169" actId="47"/>
        <pc:sldMkLst>
          <pc:docMk/>
          <pc:sldMk cId="2202544458" sldId="260"/>
        </pc:sldMkLst>
        <pc:spChg chg="mod">
          <ac:chgData name="Ting B" userId="8a6456424c5e7c38" providerId="LiveId" clId="{61A7EAEA-ECF0-42F4-83BD-58FEC9126A69}" dt="2022-11-06T13:36:10.575" v="167" actId="403"/>
          <ac:spMkLst>
            <pc:docMk/>
            <pc:sldMk cId="2202544458" sldId="260"/>
            <ac:spMk id="3" creationId="{77945411-BF61-ED7F-C4C3-C8F28EF0613E}"/>
          </ac:spMkLst>
        </pc:spChg>
        <pc:picChg chg="del">
          <ac:chgData name="Ting B" userId="8a6456424c5e7c38" providerId="LiveId" clId="{61A7EAEA-ECF0-42F4-83BD-58FEC9126A69}" dt="2022-11-06T13:35:48.566" v="156" actId="478"/>
          <ac:picMkLst>
            <pc:docMk/>
            <pc:sldMk cId="2202544458" sldId="260"/>
            <ac:picMk id="6" creationId="{48C97C35-2EC3-01B5-7832-702C6DBACE30}"/>
          </ac:picMkLst>
        </pc:picChg>
      </pc:sldChg>
      <pc:sldChg chg="addSp delSp modSp new mod">
        <pc:chgData name="Ting B" userId="8a6456424c5e7c38" providerId="LiveId" clId="{61A7EAEA-ECF0-42F4-83BD-58FEC9126A69}" dt="2022-11-07T15:50:39.347" v="942" actId="1076"/>
        <pc:sldMkLst>
          <pc:docMk/>
          <pc:sldMk cId="674744237" sldId="261"/>
        </pc:sldMkLst>
        <pc:spChg chg="mod">
          <ac:chgData name="Ting B" userId="8a6456424c5e7c38" providerId="LiveId" clId="{61A7EAEA-ECF0-42F4-83BD-58FEC9126A69}" dt="2022-11-06T14:11:33.089" v="276" actId="20577"/>
          <ac:spMkLst>
            <pc:docMk/>
            <pc:sldMk cId="674744237" sldId="261"/>
            <ac:spMk id="2" creationId="{7B0DF80B-0BB9-A22A-FABA-DCB1B3307E71}"/>
          </ac:spMkLst>
        </pc:spChg>
        <pc:spChg chg="mod">
          <ac:chgData name="Ting B" userId="8a6456424c5e7c38" providerId="LiveId" clId="{61A7EAEA-ECF0-42F4-83BD-58FEC9126A69}" dt="2022-11-06T14:17:29.825" v="311" actId="20577"/>
          <ac:spMkLst>
            <pc:docMk/>
            <pc:sldMk cId="674744237" sldId="261"/>
            <ac:spMk id="3" creationId="{CC5037A2-0DE1-8F25-7C4A-A7BBC99CCE72}"/>
          </ac:spMkLst>
        </pc:spChg>
        <pc:spChg chg="add del mod">
          <ac:chgData name="Ting B" userId="8a6456424c5e7c38" providerId="LiveId" clId="{61A7EAEA-ECF0-42F4-83BD-58FEC9126A69}" dt="2022-11-06T14:17:00.343" v="307" actId="478"/>
          <ac:spMkLst>
            <pc:docMk/>
            <pc:sldMk cId="674744237" sldId="261"/>
            <ac:spMk id="5" creationId="{DBF5DA6C-9B7A-86FA-B08A-BF4D1674B41A}"/>
          </ac:spMkLst>
        </pc:spChg>
        <pc:spChg chg="add mod">
          <ac:chgData name="Ting B" userId="8a6456424c5e7c38" providerId="LiveId" clId="{61A7EAEA-ECF0-42F4-83BD-58FEC9126A69}" dt="2022-11-06T14:18:19.201" v="316" actId="14100"/>
          <ac:spMkLst>
            <pc:docMk/>
            <pc:sldMk cId="674744237" sldId="261"/>
            <ac:spMk id="6" creationId="{EE9FEA19-19E5-7CBD-64C9-55D70443759E}"/>
          </ac:spMkLst>
        </pc:spChg>
        <pc:spChg chg="add mod">
          <ac:chgData name="Ting B" userId="8a6456424c5e7c38" providerId="LiveId" clId="{61A7EAEA-ECF0-42F4-83BD-58FEC9126A69}" dt="2022-11-07T15:50:39.347" v="942" actId="1076"/>
          <ac:spMkLst>
            <pc:docMk/>
            <pc:sldMk cId="674744237" sldId="261"/>
            <ac:spMk id="7" creationId="{F908ACC1-7ED2-B1A8-6320-BFE084547CE9}"/>
          </ac:spMkLst>
        </pc:spChg>
        <pc:spChg chg="add mod">
          <ac:chgData name="Ting B" userId="8a6456424c5e7c38" providerId="LiveId" clId="{61A7EAEA-ECF0-42F4-83BD-58FEC9126A69}" dt="2022-11-06T14:26:26.866" v="339" actId="14100"/>
          <ac:spMkLst>
            <pc:docMk/>
            <pc:sldMk cId="674744237" sldId="261"/>
            <ac:spMk id="8" creationId="{8F54F88B-4AAE-850F-0C61-412B5265B1D3}"/>
          </ac:spMkLst>
        </pc:spChg>
      </pc:sldChg>
      <pc:sldChg chg="addSp delSp modSp new mod">
        <pc:chgData name="Ting B" userId="8a6456424c5e7c38" providerId="LiveId" clId="{61A7EAEA-ECF0-42F4-83BD-58FEC9126A69}" dt="2022-11-06T15:44:14.976" v="485" actId="1076"/>
        <pc:sldMkLst>
          <pc:docMk/>
          <pc:sldMk cId="2106473112" sldId="262"/>
        </pc:sldMkLst>
        <pc:spChg chg="mod">
          <ac:chgData name="Ting B" userId="8a6456424c5e7c38" providerId="LiveId" clId="{61A7EAEA-ECF0-42F4-83BD-58FEC9126A69}" dt="2022-11-06T14:29:04.302" v="350" actId="20577"/>
          <ac:spMkLst>
            <pc:docMk/>
            <pc:sldMk cId="2106473112" sldId="262"/>
            <ac:spMk id="2" creationId="{872CCFE5-D873-5351-355B-9CA608A85E74}"/>
          </ac:spMkLst>
        </pc:spChg>
        <pc:spChg chg="mod">
          <ac:chgData name="Ting B" userId="8a6456424c5e7c38" providerId="LiveId" clId="{61A7EAEA-ECF0-42F4-83BD-58FEC9126A69}" dt="2022-11-06T14:30:18.539" v="404"/>
          <ac:spMkLst>
            <pc:docMk/>
            <pc:sldMk cId="2106473112" sldId="262"/>
            <ac:spMk id="3" creationId="{2980AB9F-378B-D395-199E-FFC2A5FEEB26}"/>
          </ac:spMkLst>
        </pc:spChg>
        <pc:spChg chg="add del mod">
          <ac:chgData name="Ting B" userId="8a6456424c5e7c38" providerId="LiveId" clId="{61A7EAEA-ECF0-42F4-83BD-58FEC9126A69}" dt="2022-11-06T15:44:11.719" v="484" actId="1076"/>
          <ac:spMkLst>
            <pc:docMk/>
            <pc:sldMk cId="2106473112" sldId="262"/>
            <ac:spMk id="5" creationId="{EA2279C2-EBA0-163E-A57C-3E08558368FD}"/>
          </ac:spMkLst>
        </pc:spChg>
        <pc:spChg chg="add mod">
          <ac:chgData name="Ting B" userId="8a6456424c5e7c38" providerId="LiveId" clId="{61A7EAEA-ECF0-42F4-83BD-58FEC9126A69}" dt="2022-11-06T15:44:14.976" v="485" actId="1076"/>
          <ac:spMkLst>
            <pc:docMk/>
            <pc:sldMk cId="2106473112" sldId="262"/>
            <ac:spMk id="6" creationId="{61B665A8-8A30-28AC-9C15-83BABDAF4015}"/>
          </ac:spMkLst>
        </pc:spChg>
        <pc:spChg chg="add mod">
          <ac:chgData name="Ting B" userId="8a6456424c5e7c38" providerId="LiveId" clId="{61A7EAEA-ECF0-42F4-83BD-58FEC9126A69}" dt="2022-11-06T14:31:42.032" v="420" actId="1076"/>
          <ac:spMkLst>
            <pc:docMk/>
            <pc:sldMk cId="2106473112" sldId="262"/>
            <ac:spMk id="7" creationId="{05C64A95-5F91-6057-9E48-3CA594A67768}"/>
          </ac:spMkLst>
        </pc:spChg>
      </pc:sldChg>
      <pc:sldChg chg="addSp delSp modSp new mod">
        <pc:chgData name="Ting B" userId="8a6456424c5e7c38" providerId="LiveId" clId="{61A7EAEA-ECF0-42F4-83BD-58FEC9126A69}" dt="2022-11-06T15:54:41.780" v="579" actId="207"/>
        <pc:sldMkLst>
          <pc:docMk/>
          <pc:sldMk cId="2571225799" sldId="263"/>
        </pc:sldMkLst>
        <pc:spChg chg="mod">
          <ac:chgData name="Ting B" userId="8a6456424c5e7c38" providerId="LiveId" clId="{61A7EAEA-ECF0-42F4-83BD-58FEC9126A69}" dt="2022-11-06T15:41:47.879" v="442" actId="20577"/>
          <ac:spMkLst>
            <pc:docMk/>
            <pc:sldMk cId="2571225799" sldId="263"/>
            <ac:spMk id="2" creationId="{1A2DA255-3B9E-ADAF-85D0-1E2ADAD067C1}"/>
          </ac:spMkLst>
        </pc:spChg>
        <pc:spChg chg="mod">
          <ac:chgData name="Ting B" userId="8a6456424c5e7c38" providerId="LiveId" clId="{61A7EAEA-ECF0-42F4-83BD-58FEC9126A69}" dt="2022-11-06T15:54:41.780" v="579" actId="207"/>
          <ac:spMkLst>
            <pc:docMk/>
            <pc:sldMk cId="2571225799" sldId="263"/>
            <ac:spMk id="3" creationId="{7B5AB051-E878-AE2D-4484-83ADC3D83264}"/>
          </ac:spMkLst>
        </pc:spChg>
        <pc:spChg chg="add del mod">
          <ac:chgData name="Ting B" userId="8a6456424c5e7c38" providerId="LiveId" clId="{61A7EAEA-ECF0-42F4-83BD-58FEC9126A69}" dt="2022-11-06T15:42:50.678" v="464"/>
          <ac:spMkLst>
            <pc:docMk/>
            <pc:sldMk cId="2571225799" sldId="263"/>
            <ac:spMk id="5" creationId="{1B3A630A-277E-5ABA-BD21-5570C64798A7}"/>
          </ac:spMkLst>
        </pc:spChg>
        <pc:spChg chg="add mod">
          <ac:chgData name="Ting B" userId="8a6456424c5e7c38" providerId="LiveId" clId="{61A7EAEA-ECF0-42F4-83BD-58FEC9126A69}" dt="2022-11-06T15:51:58.276" v="574" actId="121"/>
          <ac:spMkLst>
            <pc:docMk/>
            <pc:sldMk cId="2571225799" sldId="263"/>
            <ac:spMk id="12" creationId="{60BF6893-0273-AE67-FAF9-BDEB4A998C82}"/>
          </ac:spMkLst>
        </pc:spChg>
        <pc:graphicFrameChg chg="add mod modGraphic">
          <ac:chgData name="Ting B" userId="8a6456424c5e7c38" providerId="LiveId" clId="{61A7EAEA-ECF0-42F4-83BD-58FEC9126A69}" dt="2022-11-06T15:54:33.304" v="576" actId="207"/>
          <ac:graphicFrameMkLst>
            <pc:docMk/>
            <pc:sldMk cId="2571225799" sldId="263"/>
            <ac:graphicFrameMk id="6" creationId="{9B5906EC-D541-131E-9D8F-192A17E616F2}"/>
          </ac:graphicFrameMkLst>
        </pc:graphicFrameChg>
        <pc:cxnChg chg="add mod">
          <ac:chgData name="Ting B" userId="8a6456424c5e7c38" providerId="LiveId" clId="{61A7EAEA-ECF0-42F4-83BD-58FEC9126A69}" dt="2022-11-06T15:51:27.463" v="554" actId="14100"/>
          <ac:cxnSpMkLst>
            <pc:docMk/>
            <pc:sldMk cId="2571225799" sldId="263"/>
            <ac:cxnSpMk id="8" creationId="{DBB6BA3B-B3BD-15D1-5135-12BA6596F08A}"/>
          </ac:cxnSpMkLst>
        </pc:cxnChg>
      </pc:sldChg>
      <pc:sldChg chg="addSp delSp modSp new mod">
        <pc:chgData name="Ting B" userId="8a6456424c5e7c38" providerId="LiveId" clId="{61A7EAEA-ECF0-42F4-83BD-58FEC9126A69}" dt="2022-11-06T16:21:43.323" v="597" actId="1076"/>
        <pc:sldMkLst>
          <pc:docMk/>
          <pc:sldMk cId="3511366164" sldId="264"/>
        </pc:sldMkLst>
        <pc:spChg chg="mod">
          <ac:chgData name="Ting B" userId="8a6456424c5e7c38" providerId="LiveId" clId="{61A7EAEA-ECF0-42F4-83BD-58FEC9126A69}" dt="2022-11-06T15:56:51.457" v="581"/>
          <ac:spMkLst>
            <pc:docMk/>
            <pc:sldMk cId="3511366164" sldId="264"/>
            <ac:spMk id="2" creationId="{49A6BE65-680C-76AA-98BD-617B7EE8256E}"/>
          </ac:spMkLst>
        </pc:spChg>
        <pc:spChg chg="del">
          <ac:chgData name="Ting B" userId="8a6456424c5e7c38" providerId="LiveId" clId="{61A7EAEA-ECF0-42F4-83BD-58FEC9126A69}" dt="2022-11-06T16:03:44.240" v="582" actId="22"/>
          <ac:spMkLst>
            <pc:docMk/>
            <pc:sldMk cId="3511366164" sldId="264"/>
            <ac:spMk id="3" creationId="{59A365C5-75A5-B4C0-F543-1BBFD3909695}"/>
          </ac:spMkLst>
        </pc:spChg>
        <pc:picChg chg="add mod ord modCrop">
          <ac:chgData name="Ting B" userId="8a6456424c5e7c38" providerId="LiveId" clId="{61A7EAEA-ECF0-42F4-83BD-58FEC9126A69}" dt="2022-11-06T16:21:43.323" v="597" actId="1076"/>
          <ac:picMkLst>
            <pc:docMk/>
            <pc:sldMk cId="3511366164" sldId="264"/>
            <ac:picMk id="6" creationId="{635C6482-704C-51BF-641E-4184C6A6CA92}"/>
          </ac:picMkLst>
        </pc:picChg>
      </pc:sldChg>
      <pc:sldChg chg="addSp delSp modSp new mod">
        <pc:chgData name="Ting B" userId="8a6456424c5e7c38" providerId="LiveId" clId="{61A7EAEA-ECF0-42F4-83BD-58FEC9126A69}" dt="2022-11-06T16:21:36.028" v="596" actId="1076"/>
        <pc:sldMkLst>
          <pc:docMk/>
          <pc:sldMk cId="2819932686" sldId="265"/>
        </pc:sldMkLst>
        <pc:spChg chg="mod">
          <ac:chgData name="Ting B" userId="8a6456424c5e7c38" providerId="LiveId" clId="{61A7EAEA-ECF0-42F4-83BD-58FEC9126A69}" dt="2022-11-06T16:06:29.488" v="592"/>
          <ac:spMkLst>
            <pc:docMk/>
            <pc:sldMk cId="2819932686" sldId="265"/>
            <ac:spMk id="2" creationId="{F011B1EA-D437-3BED-1BD1-91A68DF0DDAE}"/>
          </ac:spMkLst>
        </pc:spChg>
        <pc:spChg chg="del">
          <ac:chgData name="Ting B" userId="8a6456424c5e7c38" providerId="LiveId" clId="{61A7EAEA-ECF0-42F4-83BD-58FEC9126A69}" dt="2022-11-06T16:06:20.341" v="591" actId="22"/>
          <ac:spMkLst>
            <pc:docMk/>
            <pc:sldMk cId="2819932686" sldId="265"/>
            <ac:spMk id="3" creationId="{30230AFC-A140-8A01-95C1-35B0A42DB47E}"/>
          </ac:spMkLst>
        </pc:spChg>
        <pc:picChg chg="add mod ord">
          <ac:chgData name="Ting B" userId="8a6456424c5e7c38" providerId="LiveId" clId="{61A7EAEA-ECF0-42F4-83BD-58FEC9126A69}" dt="2022-11-06T16:21:36.028" v="596" actId="1076"/>
          <ac:picMkLst>
            <pc:docMk/>
            <pc:sldMk cId="2819932686" sldId="265"/>
            <ac:picMk id="6" creationId="{7BAD4927-2B44-E7A1-C3AC-575E0CCC7538}"/>
          </ac:picMkLst>
        </pc:picChg>
      </pc:sldChg>
      <pc:sldChg chg="addSp modSp add mod">
        <pc:chgData name="Ting B" userId="8a6456424c5e7c38" providerId="LiveId" clId="{61A7EAEA-ECF0-42F4-83BD-58FEC9126A69}" dt="2022-11-06T16:21:27.692" v="595" actId="1076"/>
        <pc:sldMkLst>
          <pc:docMk/>
          <pc:sldMk cId="594652095" sldId="266"/>
        </pc:sldMkLst>
        <pc:picChg chg="add mod">
          <ac:chgData name="Ting B" userId="8a6456424c5e7c38" providerId="LiveId" clId="{61A7EAEA-ECF0-42F4-83BD-58FEC9126A69}" dt="2022-11-06T16:21:27.692" v="595" actId="1076"/>
          <ac:picMkLst>
            <pc:docMk/>
            <pc:sldMk cId="594652095" sldId="266"/>
            <ac:picMk id="5" creationId="{457D8070-D5BF-3FCE-ABC3-C2DE139782A8}"/>
          </ac:picMkLst>
        </pc:picChg>
      </pc:sldChg>
      <pc:sldChg chg="addSp modSp new mod">
        <pc:chgData name="Ting B" userId="8a6456424c5e7c38" providerId="LiveId" clId="{61A7EAEA-ECF0-42F4-83BD-58FEC9126A69}" dt="2022-11-08T11:50:24.969" v="1109" actId="113"/>
        <pc:sldMkLst>
          <pc:docMk/>
          <pc:sldMk cId="3697027499" sldId="267"/>
        </pc:sldMkLst>
        <pc:spChg chg="mod">
          <ac:chgData name="Ting B" userId="8a6456424c5e7c38" providerId="LiveId" clId="{61A7EAEA-ECF0-42F4-83BD-58FEC9126A69}" dt="2022-11-06T16:22:46.403" v="613" actId="20577"/>
          <ac:spMkLst>
            <pc:docMk/>
            <pc:sldMk cId="3697027499" sldId="267"/>
            <ac:spMk id="2" creationId="{6682B337-B225-C06C-BD5C-0CC800E8BB3F}"/>
          </ac:spMkLst>
        </pc:spChg>
        <pc:spChg chg="mod">
          <ac:chgData name="Ting B" userId="8a6456424c5e7c38" providerId="LiveId" clId="{61A7EAEA-ECF0-42F4-83BD-58FEC9126A69}" dt="2022-11-08T11:50:24.969" v="1109" actId="113"/>
          <ac:spMkLst>
            <pc:docMk/>
            <pc:sldMk cId="3697027499" sldId="267"/>
            <ac:spMk id="3" creationId="{A6171F1D-1E50-1DEB-EC54-A0C7BDBEB1E6}"/>
          </ac:spMkLst>
        </pc:spChg>
        <pc:spChg chg="add mod">
          <ac:chgData name="Ting B" userId="8a6456424c5e7c38" providerId="LiveId" clId="{61A7EAEA-ECF0-42F4-83BD-58FEC9126A69}" dt="2022-11-08T11:50:15.621" v="1108" actId="1036"/>
          <ac:spMkLst>
            <pc:docMk/>
            <pc:sldMk cId="3697027499" sldId="267"/>
            <ac:spMk id="7" creationId="{224710D8-3459-89C0-1965-B6B02E2C6AD1}"/>
          </ac:spMkLst>
        </pc:spChg>
        <pc:graphicFrameChg chg="add mod modGraphic">
          <ac:chgData name="Ting B" userId="8a6456424c5e7c38" providerId="LiveId" clId="{61A7EAEA-ECF0-42F4-83BD-58FEC9126A69}" dt="2022-11-08T11:50:06.923" v="1081" actId="1076"/>
          <ac:graphicFrameMkLst>
            <pc:docMk/>
            <pc:sldMk cId="3697027499" sldId="267"/>
            <ac:graphicFrameMk id="5" creationId="{867FF233-B49E-33EC-3C8E-5CD48C9D8E17}"/>
          </ac:graphicFrameMkLst>
        </pc:graphicFrameChg>
      </pc:sldChg>
      <pc:sldChg chg="addSp delSp modSp new mod">
        <pc:chgData name="Ting B" userId="8a6456424c5e7c38" providerId="LiveId" clId="{61A7EAEA-ECF0-42F4-83BD-58FEC9126A69}" dt="2022-11-07T15:49:03.202" v="906" actId="20577"/>
        <pc:sldMkLst>
          <pc:docMk/>
          <pc:sldMk cId="3321855965" sldId="268"/>
        </pc:sldMkLst>
        <pc:spChg chg="mod">
          <ac:chgData name="Ting B" userId="8a6456424c5e7c38" providerId="LiveId" clId="{61A7EAEA-ECF0-42F4-83BD-58FEC9126A69}" dt="2022-11-07T15:43:40.813" v="862" actId="20577"/>
          <ac:spMkLst>
            <pc:docMk/>
            <pc:sldMk cId="3321855965" sldId="268"/>
            <ac:spMk id="2" creationId="{E367C149-4251-1DD6-A33A-9117150ECCF5}"/>
          </ac:spMkLst>
        </pc:spChg>
        <pc:spChg chg="del">
          <ac:chgData name="Ting B" userId="8a6456424c5e7c38" providerId="LiveId" clId="{61A7EAEA-ECF0-42F4-83BD-58FEC9126A69}" dt="2022-11-07T15:33:20.118" v="721" actId="3680"/>
          <ac:spMkLst>
            <pc:docMk/>
            <pc:sldMk cId="3321855965" sldId="268"/>
            <ac:spMk id="3" creationId="{F968821D-7FC0-EF90-55BD-A265A4F7D978}"/>
          </ac:spMkLst>
        </pc:spChg>
        <pc:spChg chg="add del mod">
          <ac:chgData name="Ting B" userId="8a6456424c5e7c38" providerId="LiveId" clId="{61A7EAEA-ECF0-42F4-83BD-58FEC9126A69}" dt="2022-11-07T15:33:35.055" v="725" actId="3680"/>
          <ac:spMkLst>
            <pc:docMk/>
            <pc:sldMk cId="3321855965" sldId="268"/>
            <ac:spMk id="7" creationId="{F2AC2CE5-FAA4-CEB6-DF1B-3E7A2199014E}"/>
          </ac:spMkLst>
        </pc:spChg>
        <pc:spChg chg="add mod">
          <ac:chgData name="Ting B" userId="8a6456424c5e7c38" providerId="LiveId" clId="{61A7EAEA-ECF0-42F4-83BD-58FEC9126A69}" dt="2022-11-07T15:42:08.222" v="846" actId="1076"/>
          <ac:spMkLst>
            <pc:docMk/>
            <pc:sldMk cId="3321855965" sldId="268"/>
            <ac:spMk id="10" creationId="{43D820A9-117A-815F-4A4E-F01704B7B462}"/>
          </ac:spMkLst>
        </pc:spChg>
        <pc:spChg chg="add mod">
          <ac:chgData name="Ting B" userId="8a6456424c5e7c38" providerId="LiveId" clId="{61A7EAEA-ECF0-42F4-83BD-58FEC9126A69}" dt="2022-11-07T15:39:23.995" v="820" actId="688"/>
          <ac:spMkLst>
            <pc:docMk/>
            <pc:sldMk cId="3321855965" sldId="268"/>
            <ac:spMk id="14" creationId="{FAF70E2C-A228-5FF8-884B-3C02CFE639BA}"/>
          </ac:spMkLst>
        </pc:spChg>
        <pc:spChg chg="add del mod">
          <ac:chgData name="Ting B" userId="8a6456424c5e7c38" providerId="LiveId" clId="{61A7EAEA-ECF0-42F4-83BD-58FEC9126A69}" dt="2022-11-07T15:44:44.500" v="866" actId="478"/>
          <ac:spMkLst>
            <pc:docMk/>
            <pc:sldMk cId="3321855965" sldId="268"/>
            <ac:spMk id="18" creationId="{0DCC380B-C452-8F96-D8D9-C1418AA3FA85}"/>
          </ac:spMkLst>
        </pc:spChg>
        <pc:graphicFrameChg chg="add del mod ord modGraphic">
          <ac:chgData name="Ting B" userId="8a6456424c5e7c38" providerId="LiveId" clId="{61A7EAEA-ECF0-42F4-83BD-58FEC9126A69}" dt="2022-11-07T15:33:30.366" v="724" actId="478"/>
          <ac:graphicFrameMkLst>
            <pc:docMk/>
            <pc:sldMk cId="3321855965" sldId="268"/>
            <ac:graphicFrameMk id="5" creationId="{76E88F83-3DD7-F741-B347-03A23A6D0F92}"/>
          </ac:graphicFrameMkLst>
        </pc:graphicFrameChg>
        <pc:graphicFrameChg chg="add del mod ord modGraphic">
          <ac:chgData name="Ting B" userId="8a6456424c5e7c38" providerId="LiveId" clId="{61A7EAEA-ECF0-42F4-83BD-58FEC9126A69}" dt="2022-11-07T15:44:41.821" v="865" actId="478"/>
          <ac:graphicFrameMkLst>
            <pc:docMk/>
            <pc:sldMk cId="3321855965" sldId="268"/>
            <ac:graphicFrameMk id="8" creationId="{5483CCF5-A84D-C9CC-12BD-75F3416B55E9}"/>
          </ac:graphicFrameMkLst>
        </pc:graphicFrameChg>
        <pc:graphicFrameChg chg="add mod modGraphic">
          <ac:chgData name="Ting B" userId="8a6456424c5e7c38" providerId="LiveId" clId="{61A7EAEA-ECF0-42F4-83BD-58FEC9126A69}" dt="2022-11-07T15:45:19.697" v="869" actId="2084"/>
          <ac:graphicFrameMkLst>
            <pc:docMk/>
            <pc:sldMk cId="3321855965" sldId="268"/>
            <ac:graphicFrameMk id="9" creationId="{E70D9A7A-5709-5723-8EBE-B25509FCE201}"/>
          </ac:graphicFrameMkLst>
        </pc:graphicFrameChg>
        <pc:graphicFrameChg chg="add del mod">
          <ac:chgData name="Ting B" userId="8a6456424c5e7c38" providerId="LiveId" clId="{61A7EAEA-ECF0-42F4-83BD-58FEC9126A69}" dt="2022-11-07T15:37:32.800" v="799" actId="478"/>
          <ac:graphicFrameMkLst>
            <pc:docMk/>
            <pc:sldMk cId="3321855965" sldId="268"/>
            <ac:graphicFrameMk id="11" creationId="{6067D0DC-82AD-1FA3-B01C-2F0838BE807C}"/>
          </ac:graphicFrameMkLst>
        </pc:graphicFrameChg>
        <pc:graphicFrameChg chg="add del mod modGraphic">
          <ac:chgData name="Ting B" userId="8a6456424c5e7c38" providerId="LiveId" clId="{61A7EAEA-ECF0-42F4-83BD-58FEC9126A69}" dt="2022-11-07T15:45:56.654" v="873" actId="478"/>
          <ac:graphicFrameMkLst>
            <pc:docMk/>
            <pc:sldMk cId="3321855965" sldId="268"/>
            <ac:graphicFrameMk id="12" creationId="{67E4DC9F-EBA1-44A2-915A-124DE34E0EAC}"/>
          </ac:graphicFrameMkLst>
        </pc:graphicFrameChg>
        <pc:graphicFrameChg chg="add mod modGraphic">
          <ac:chgData name="Ting B" userId="8a6456424c5e7c38" providerId="LiveId" clId="{61A7EAEA-ECF0-42F4-83BD-58FEC9126A69}" dt="2022-11-07T15:46:36.910" v="884" actId="2084"/>
          <ac:graphicFrameMkLst>
            <pc:docMk/>
            <pc:sldMk cId="3321855965" sldId="268"/>
            <ac:graphicFrameMk id="13" creationId="{1C3B38DF-E101-4830-7D41-4045177E435F}"/>
          </ac:graphicFrameMkLst>
        </pc:graphicFrameChg>
        <pc:graphicFrameChg chg="add del mod modGraphic">
          <ac:chgData name="Ting B" userId="8a6456424c5e7c38" providerId="LiveId" clId="{61A7EAEA-ECF0-42F4-83BD-58FEC9126A69}" dt="2022-11-07T15:45:59.287" v="875" actId="478"/>
          <ac:graphicFrameMkLst>
            <pc:docMk/>
            <pc:sldMk cId="3321855965" sldId="268"/>
            <ac:graphicFrameMk id="15" creationId="{6DB6532C-1061-3161-A250-5977D7D8B46C}"/>
          </ac:graphicFrameMkLst>
        </pc:graphicFrameChg>
        <pc:graphicFrameChg chg="add del mod modGraphic">
          <ac:chgData name="Ting B" userId="8a6456424c5e7c38" providerId="LiveId" clId="{61A7EAEA-ECF0-42F4-83BD-58FEC9126A69}" dt="2022-11-07T15:48:41.735" v="902" actId="478"/>
          <ac:graphicFrameMkLst>
            <pc:docMk/>
            <pc:sldMk cId="3321855965" sldId="268"/>
            <ac:graphicFrameMk id="16" creationId="{A20234D3-F694-84AF-252F-146AD0C8F52D}"/>
          </ac:graphicFrameMkLst>
        </pc:graphicFrameChg>
        <pc:graphicFrameChg chg="add mod modGraphic">
          <ac:chgData name="Ting B" userId="8a6456424c5e7c38" providerId="LiveId" clId="{61A7EAEA-ECF0-42F4-83BD-58FEC9126A69}" dt="2022-11-07T15:49:03.202" v="906" actId="20577"/>
          <ac:graphicFrameMkLst>
            <pc:docMk/>
            <pc:sldMk cId="3321855965" sldId="268"/>
            <ac:graphicFrameMk id="19" creationId="{F8D32224-50B5-0FD2-74E5-71554FC0C57C}"/>
          </ac:graphicFrameMkLst>
        </pc:graphicFrameChg>
        <pc:graphicFrameChg chg="add mod modGraphic">
          <ac:chgData name="Ting B" userId="8a6456424c5e7c38" providerId="LiveId" clId="{61A7EAEA-ECF0-42F4-83BD-58FEC9126A69}" dt="2022-11-07T15:46:34.615" v="883" actId="207"/>
          <ac:graphicFrameMkLst>
            <pc:docMk/>
            <pc:sldMk cId="3321855965" sldId="268"/>
            <ac:graphicFrameMk id="20" creationId="{88A86487-972E-D291-83ED-319140E0630C}"/>
          </ac:graphicFrameMkLst>
        </pc:graphicFrameChg>
      </pc:sldChg>
      <pc:sldChg chg="add ord">
        <pc:chgData name="Ting B" userId="8a6456424c5e7c38" providerId="LiveId" clId="{61A7EAEA-ECF0-42F4-83BD-58FEC9126A69}" dt="2022-11-07T15:44:37.081" v="864"/>
        <pc:sldMkLst>
          <pc:docMk/>
          <pc:sldMk cId="3997896978" sldId="269"/>
        </pc:sldMkLst>
      </pc:sldChg>
      <pc:sldChg chg="addSp delSp modSp new mod">
        <pc:chgData name="Ting B" userId="8a6456424c5e7c38" providerId="LiveId" clId="{61A7EAEA-ECF0-42F4-83BD-58FEC9126A69}" dt="2022-11-07T16:04:54.699" v="1038" actId="1076"/>
        <pc:sldMkLst>
          <pc:docMk/>
          <pc:sldMk cId="1261876731" sldId="270"/>
        </pc:sldMkLst>
        <pc:spChg chg="mod">
          <ac:chgData name="Ting B" userId="8a6456424c5e7c38" providerId="LiveId" clId="{61A7EAEA-ECF0-42F4-83BD-58FEC9126A69}" dt="2022-11-07T16:01:17.221" v="991" actId="20577"/>
          <ac:spMkLst>
            <pc:docMk/>
            <pc:sldMk cId="1261876731" sldId="270"/>
            <ac:spMk id="2" creationId="{D00C06F8-D6E3-5349-91B5-C49DC2EEFF0C}"/>
          </ac:spMkLst>
        </pc:spChg>
        <pc:spChg chg="del mod">
          <ac:chgData name="Ting B" userId="8a6456424c5e7c38" providerId="LiveId" clId="{61A7EAEA-ECF0-42F4-83BD-58FEC9126A69}" dt="2022-11-07T16:02:42.672" v="996"/>
          <ac:spMkLst>
            <pc:docMk/>
            <pc:sldMk cId="1261876731" sldId="270"/>
            <ac:spMk id="3" creationId="{DFE45EF2-BD5F-F864-CD4A-8B53F1025407}"/>
          </ac:spMkLst>
        </pc:spChg>
        <pc:spChg chg="add del mod">
          <ac:chgData name="Ting B" userId="8a6456424c5e7c38" providerId="LiveId" clId="{61A7EAEA-ECF0-42F4-83BD-58FEC9126A69}" dt="2022-11-07T16:04:01.372" v="1028" actId="478"/>
          <ac:spMkLst>
            <pc:docMk/>
            <pc:sldMk cId="1261876731" sldId="270"/>
            <ac:spMk id="10" creationId="{B8FBA5A6-DB7F-C8DF-2632-935074829523}"/>
          </ac:spMkLst>
        </pc:spChg>
        <pc:spChg chg="add mod">
          <ac:chgData name="Ting B" userId="8a6456424c5e7c38" providerId="LiveId" clId="{61A7EAEA-ECF0-42F4-83BD-58FEC9126A69}" dt="2022-11-07T16:04:54.699" v="1038" actId="1076"/>
          <ac:spMkLst>
            <pc:docMk/>
            <pc:sldMk cId="1261876731" sldId="270"/>
            <ac:spMk id="11" creationId="{D586B096-DDEE-7089-F533-EDC174364C20}"/>
          </ac:spMkLst>
        </pc:spChg>
        <pc:graphicFrameChg chg="add del mod">
          <ac:chgData name="Ting B" userId="8a6456424c5e7c38" providerId="LiveId" clId="{61A7EAEA-ECF0-42F4-83BD-58FEC9126A69}" dt="2022-11-07T16:02:39.536" v="993"/>
          <ac:graphicFrameMkLst>
            <pc:docMk/>
            <pc:sldMk cId="1261876731" sldId="270"/>
            <ac:graphicFrameMk id="5" creationId="{D496DD95-B6E0-A2BE-F507-53C8698DCC80}"/>
          </ac:graphicFrameMkLst>
        </pc:graphicFrameChg>
        <pc:graphicFrameChg chg="add del mod">
          <ac:chgData name="Ting B" userId="8a6456424c5e7c38" providerId="LiveId" clId="{61A7EAEA-ECF0-42F4-83BD-58FEC9126A69}" dt="2022-11-07T16:03:59.485" v="1027" actId="478"/>
          <ac:graphicFrameMkLst>
            <pc:docMk/>
            <pc:sldMk cId="1261876731" sldId="270"/>
            <ac:graphicFrameMk id="6" creationId="{78AEE390-DC70-9BD8-49FB-342C08153E8F}"/>
          </ac:graphicFrameMkLst>
        </pc:graphicFrameChg>
        <pc:graphicFrameChg chg="add mod modGraphic">
          <ac:chgData name="Ting B" userId="8a6456424c5e7c38" providerId="LiveId" clId="{61A7EAEA-ECF0-42F4-83BD-58FEC9126A69}" dt="2022-11-07T16:03:39.892" v="1024"/>
          <ac:graphicFrameMkLst>
            <pc:docMk/>
            <pc:sldMk cId="1261876731" sldId="270"/>
            <ac:graphicFrameMk id="7" creationId="{F1D34A58-52FA-C5B0-54F8-7872BE6DEE0E}"/>
          </ac:graphicFrameMkLst>
        </pc:graphicFrameChg>
        <pc:graphicFrameChg chg="add mod modGraphic">
          <ac:chgData name="Ting B" userId="8a6456424c5e7c38" providerId="LiveId" clId="{61A7EAEA-ECF0-42F4-83BD-58FEC9126A69}" dt="2022-11-07T16:04:39.468" v="1036" actId="207"/>
          <ac:graphicFrameMkLst>
            <pc:docMk/>
            <pc:sldMk cId="1261876731" sldId="270"/>
            <ac:graphicFrameMk id="8" creationId="{D36FFD82-EAF4-27A7-7BCF-0EBE156F5D5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2022/11/8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DB8E3AD-4DDF-46F0-847C-9E019181D1BB}" type="slidenum">
              <a:rPr lang="zh-TW" altLang="en-US" smtClean="0"/>
              <a:t>7</a:t>
            </a:fld>
            <a:endParaRPr lang="zh-TW" altLang="en-US"/>
          </a:p>
        </p:txBody>
      </p:sp>
    </p:spTree>
    <p:extLst>
      <p:ext uri="{BB962C8B-B14F-4D97-AF65-F5344CB8AC3E}">
        <p14:creationId xmlns:p14="http://schemas.microsoft.com/office/powerpoint/2010/main" val="159086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2022/11/8</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2022/11/8</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2022/11/8</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2022/11/8</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2022/11/8</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2022/11/8</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2022/11/8</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2022/11/8</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2022/11/8</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2022/11/8</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2022/11/8</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2022/11/8</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p:txBody>
          <a:bodyPr>
            <a:normAutofit fontScale="90000"/>
          </a:bodyPr>
          <a:lstStyle/>
          <a:p>
            <a:r>
              <a:rPr lang="en-US" altLang="zh-TW" dirty="0"/>
              <a:t>An Algorithm For Solving the Longest Increasing Circular Subsequence Problem</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lstStyle/>
          <a:p>
            <a:r>
              <a:rPr lang="en-US" altLang="zh-TW" dirty="0"/>
              <a:t>S. </a:t>
            </a:r>
            <a:r>
              <a:rPr lang="en-US" altLang="zh-TW" dirty="0" err="1"/>
              <a:t>Deorowicz</a:t>
            </a:r>
            <a:r>
              <a:rPr lang="en-US" altLang="zh-TW" dirty="0"/>
              <a:t>,</a:t>
            </a:r>
          </a:p>
          <a:p>
            <a:r>
              <a:rPr lang="en-US" altLang="zh-TW" dirty="0"/>
              <a:t>Information Processing Letters, Vol. 109, 2009, pp. 630~634</a:t>
            </a:r>
            <a:endParaRPr lang="zh-TW" altLang="en-US" dirty="0"/>
          </a:p>
        </p:txBody>
      </p:sp>
      <p:sp>
        <p:nvSpPr>
          <p:cNvPr id="5" name="文字方塊 4">
            <a:extLst>
              <a:ext uri="{FF2B5EF4-FFF2-40B4-BE49-F238E27FC236}">
                <a16:creationId xmlns:a16="http://schemas.microsoft.com/office/drawing/2014/main" id="{D2AB8FE2-23CB-4533-87D5-C2F44C82D244}"/>
              </a:ext>
            </a:extLst>
          </p:cNvPr>
          <p:cNvSpPr txBox="1"/>
          <p:nvPr/>
        </p:nvSpPr>
        <p:spPr>
          <a:xfrm>
            <a:off x="9474926" y="6211669"/>
            <a:ext cx="2717074" cy="646331"/>
          </a:xfrm>
          <a:prstGeom prst="rect">
            <a:avLst/>
          </a:prstGeom>
          <a:noFill/>
        </p:spPr>
        <p:txBody>
          <a:bodyPr wrap="square" rtlCol="0">
            <a:spAutoFit/>
          </a:bodyPr>
          <a:lstStyle/>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Date: Nov</a:t>
            </a:r>
            <a:r>
              <a:rPr lang="en-US" altLang="zh-TW">
                <a:latin typeface="Times New Roman" panose="02020603050405020304" pitchFamily="18" charset="0"/>
                <a:ea typeface="源流明體 M" panose="02020500000000000000" pitchFamily="18" charset="-120"/>
                <a:cs typeface="Times New Roman" panose="02020603050405020304" pitchFamily="18" charset="0"/>
              </a:rPr>
              <a:t>. 8, </a:t>
            </a:r>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2022</a:t>
            </a:r>
          </a:p>
        </p:txBody>
      </p:sp>
    </p:spTree>
    <p:extLst>
      <p:ext uri="{BB962C8B-B14F-4D97-AF65-F5344CB8AC3E}">
        <p14:creationId xmlns:p14="http://schemas.microsoft.com/office/powerpoint/2010/main" val="99284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p:txBody>
              <a:bodyPr>
                <a:normAutofit/>
              </a:bodyPr>
              <a:lstStyle/>
              <a:p>
                <a:pPr marL="0" indent="0">
                  <a:buNone/>
                </a:pPr>
                <a:r>
                  <a:rPr lang="en-US" altLang="zh-TW" sz="2400" dirty="0"/>
                  <a:t>A hybrid algorithm solving the longest increasing circular subsequence (LICS) problem, based on a cover representation of the sequence, is presented. The simplest way of finding LICS is to execute an </a:t>
                </a:r>
                <a14:m>
                  <m:oMath xmlns:m="http://schemas.openxmlformats.org/officeDocument/2006/math">
                    <m:r>
                      <a:rPr lang="en-US" altLang="zh-TW" sz="2400" i="1" dirty="0" smtClean="0">
                        <a:latin typeface="Cambria Math" panose="02040503050406030204" pitchFamily="18" charset="0"/>
                      </a:rPr>
                      <m:t>𝑂</m:t>
                    </m:r>
                    <m:r>
                      <a:rPr lang="en-US" altLang="zh-TW" sz="2400" i="1" dirty="0" smtClean="0">
                        <a:latin typeface="Cambria Math" panose="02040503050406030204" pitchFamily="18" charset="0"/>
                      </a:rPr>
                      <m:t>(</m:t>
                    </m:r>
                    <m:r>
                      <a:rPr lang="en-US" altLang="zh-TW" sz="2400" i="1" dirty="0" smtClean="0">
                        <a:latin typeface="Cambria Math" panose="02040503050406030204" pitchFamily="18" charset="0"/>
                      </a:rPr>
                      <m:t>𝑛</m:t>
                    </m:r>
                    <m:r>
                      <a:rPr lang="en-US" altLang="zh-TW" sz="2400" i="1" dirty="0" smtClean="0">
                        <a:latin typeface="Cambria Math" panose="02040503050406030204" pitchFamily="18" charset="0"/>
                      </a:rPr>
                      <m:t> </m:t>
                    </m:r>
                    <m:r>
                      <m:rPr>
                        <m:sty m:val="p"/>
                      </m:rPr>
                      <a:rPr lang="en-US" altLang="zh-TW" sz="2400" i="1" dirty="0" smtClean="0">
                        <a:latin typeface="Cambria Math" panose="02040503050406030204" pitchFamily="18" charset="0"/>
                      </a:rPr>
                      <m:t>log</m:t>
                    </m:r>
                    <m:r>
                      <a:rPr lang="en-US" altLang="zh-TW" sz="2400" i="1" dirty="0" smtClean="0">
                        <a:latin typeface="Cambria Math" panose="02040503050406030204" pitchFamily="18" charset="0"/>
                      </a:rPr>
                      <m:t>⁡</m:t>
                    </m:r>
                    <m:r>
                      <m:rPr>
                        <m:sty m:val="p"/>
                      </m:rPr>
                      <a:rPr lang="en-US" altLang="zh-TW" sz="2400" i="1" dirty="0" err="1" smtClean="0">
                        <a:latin typeface="Cambria Math" panose="02040503050406030204" pitchFamily="18" charset="0"/>
                      </a:rPr>
                      <m:t>log</m:t>
                    </m:r>
                    <m:r>
                      <a:rPr lang="en-US" altLang="zh-TW" sz="2400" i="1" dirty="0" smtClean="0">
                        <a:latin typeface="Cambria Math" panose="02040503050406030204" pitchFamily="18" charset="0"/>
                      </a:rPr>
                      <m:t>⁡</m:t>
                    </m:r>
                    <m:r>
                      <a:rPr lang="en-US" altLang="zh-TW" sz="2400" i="1" dirty="0" smtClean="0">
                        <a:latin typeface="Cambria Math" panose="02040503050406030204" pitchFamily="18" charset="0"/>
                      </a:rPr>
                      <m:t>𝑛</m:t>
                    </m:r>
                    <m:r>
                      <a:rPr lang="en-US" altLang="zh-TW" sz="2400" i="1" dirty="0" smtClean="0">
                        <a:latin typeface="Cambria Math" panose="02040503050406030204" pitchFamily="18" charset="0"/>
                      </a:rPr>
                      <m:t>)</m:t>
                    </m:r>
                  </m:oMath>
                </a14:m>
                <a:r>
                  <a:rPr lang="en-US" altLang="zh-TW" sz="2400" dirty="0"/>
                  <a:t>-time LIS-computing algorithm n times, and take a longest subsequence, which needs </a:t>
                </a:r>
                <a14:m>
                  <m:oMath xmlns:m="http://schemas.openxmlformats.org/officeDocument/2006/math">
                    <m:r>
                      <a:rPr lang="en-US" altLang="zh-TW" sz="2400" i="1" dirty="0" smtClean="0">
                        <a:latin typeface="Cambria Math" panose="02040503050406030204" pitchFamily="18" charset="0"/>
                      </a:rPr>
                      <m:t>𝑂</m:t>
                    </m:r>
                    <m:d>
                      <m:dPr>
                        <m:ctrlPr>
                          <a:rPr lang="en-US" altLang="zh-TW" sz="2400" i="1" dirty="0" smtClean="0">
                            <a:latin typeface="Cambria Math" panose="02040503050406030204" pitchFamily="18" charset="0"/>
                          </a:rPr>
                        </m:ctrlPr>
                      </m:dPr>
                      <m:e>
                        <m:sSup>
                          <m:sSupPr>
                            <m:ctrlPr>
                              <a:rPr lang="en-US" altLang="zh-TW" sz="2400" b="0" i="1" dirty="0" smtClean="0">
                                <a:latin typeface="Cambria Math" panose="02040503050406030204" pitchFamily="18" charset="0"/>
                              </a:rPr>
                            </m:ctrlPr>
                          </m:sSupPr>
                          <m:e>
                            <m:r>
                              <a:rPr lang="en-US" altLang="zh-TW" sz="2400" i="1" dirty="0" smtClean="0">
                                <a:latin typeface="Cambria Math" panose="02040503050406030204" pitchFamily="18" charset="0"/>
                              </a:rPr>
                              <m:t>𝑛</m:t>
                            </m:r>
                          </m:e>
                          <m:sup>
                            <m:r>
                              <a:rPr lang="en-US" altLang="zh-TW" sz="2400" b="0" i="1" dirty="0" smtClean="0">
                                <a:latin typeface="Cambria Math" panose="02040503050406030204" pitchFamily="18" charset="0"/>
                              </a:rPr>
                              <m:t>2</m:t>
                            </m:r>
                          </m:sup>
                        </m:sSup>
                        <m:func>
                          <m:funcPr>
                            <m:ctrlPr>
                              <a:rPr lang="en-US" altLang="zh-TW" sz="2400" b="0" i="1" dirty="0" smtClean="0">
                                <a:latin typeface="Cambria Math" panose="02040503050406030204" pitchFamily="18" charset="0"/>
                              </a:rPr>
                            </m:ctrlPr>
                          </m:funcPr>
                          <m:fName>
                            <m:r>
                              <m:rPr>
                                <m:sty m:val="p"/>
                              </m:rPr>
                              <a:rPr lang="en-US" altLang="zh-TW" sz="2400" i="0" dirty="0" smtClean="0">
                                <a:latin typeface="Cambria Math" panose="02040503050406030204" pitchFamily="18" charset="0"/>
                              </a:rPr>
                              <m:t>log</m:t>
                            </m:r>
                          </m:fName>
                          <m:e>
                            <m:func>
                              <m:funcPr>
                                <m:ctrlPr>
                                  <a:rPr lang="en-US" altLang="zh-TW" sz="2400" b="0" i="1" dirty="0" smtClean="0">
                                    <a:latin typeface="Cambria Math" panose="02040503050406030204" pitchFamily="18" charset="0"/>
                                  </a:rPr>
                                </m:ctrlPr>
                              </m:funcPr>
                              <m:fName>
                                <m:r>
                                  <m:rPr>
                                    <m:sty m:val="p"/>
                                  </m:rPr>
                                  <a:rPr lang="en-US" altLang="zh-TW" sz="2400" i="0" dirty="0" err="1" smtClean="0">
                                    <a:latin typeface="Cambria Math" panose="02040503050406030204" pitchFamily="18" charset="0"/>
                                  </a:rPr>
                                  <m:t>log</m:t>
                                </m:r>
                              </m:fName>
                              <m:e>
                                <m:r>
                                  <a:rPr lang="en-US" altLang="zh-TW" sz="2400" b="0" i="1" dirty="0" smtClean="0">
                                    <a:latin typeface="Cambria Math" panose="02040503050406030204" pitchFamily="18" charset="0"/>
                                  </a:rPr>
                                  <m:t>𝑛</m:t>
                                </m:r>
                              </m:e>
                            </m:func>
                          </m:e>
                        </m:func>
                      </m:e>
                    </m:d>
                  </m:oMath>
                </a14:m>
                <a:r>
                  <a:rPr lang="en-US" altLang="zh-TW" sz="2400" dirty="0"/>
                  <a:t>time. </a:t>
                </a:r>
                <a:r>
                  <a:rPr lang="en-US" altLang="zh-TW" sz="2400" dirty="0" err="1"/>
                  <a:t>Gusfield</a:t>
                </a:r>
                <a:r>
                  <a:rPr lang="en-US" altLang="zh-TW" sz="2400" dirty="0"/>
                  <a:t> presents a simple algorithm computing an LIS, which splits the elements of sequence S into an ordered set of decreasing subsequences (lists) called a cover C(S). The cover-making (CM) algorithm for S works with each successive element of S (starting from s1) extending the leftmost possible decreasing list of the cover or starting a new list if no list can be extended. The CM algorithm works on the successive symbols of sequence S, so it computes at first C(S'), which is obviously the same as C(R(S')).</a:t>
                </a:r>
                <a:endParaRPr lang="zh-TW" altLang="en-US" sz="2400" dirty="0"/>
              </a:p>
            </p:txBody>
          </p:sp>
        </mc:Choice>
        <mc:Fallback xmlns="">
          <p:sp>
            <p:nvSpPr>
              <p:cNvPr id="3" name="內容版面配置區 2">
                <a:extLst>
                  <a:ext uri="{FF2B5EF4-FFF2-40B4-BE49-F238E27FC236}">
                    <a16:creationId xmlns:a16="http://schemas.microsoft.com/office/drawing/2014/main" id="{2FBE2A12-C9F0-4093-A018-44F05764C477}"/>
                  </a:ext>
                </a:extLst>
              </p:cNvPr>
              <p:cNvSpPr>
                <a:spLocks noGrp="1" noRot="1" noChangeAspect="1" noMove="1" noResize="1" noEditPoints="1" noAdjustHandles="1" noChangeArrowheads="1" noChangeShapeType="1" noTextEdit="1"/>
              </p:cNvSpPr>
              <p:nvPr>
                <p:ph idx="1"/>
              </p:nvPr>
            </p:nvSpPr>
            <p:spPr>
              <a:blipFill>
                <a:blip r:embed="rId2"/>
                <a:stretch>
                  <a:fillRect l="-928" t="-1961" r="-226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259DE6-7838-C237-DD9E-8EEE8535F737}"/>
              </a:ext>
            </a:extLst>
          </p:cNvPr>
          <p:cNvSpPr>
            <a:spLocks noGrp="1"/>
          </p:cNvSpPr>
          <p:nvPr>
            <p:ph type="title"/>
          </p:nvPr>
        </p:nvSpPr>
        <p:spPr/>
        <p:txBody>
          <a:bodyPr/>
          <a:lstStyle/>
          <a:p>
            <a:r>
              <a:rPr lang="en-US" altLang="zh-TW" dirty="0"/>
              <a:t>Longest Increasing Subsequence</a:t>
            </a:r>
            <a:endParaRPr lang="zh-TW" altLang="en-US" dirty="0"/>
          </a:p>
        </p:txBody>
      </p:sp>
      <p:sp>
        <p:nvSpPr>
          <p:cNvPr id="3" name="內容版面配置區 2">
            <a:extLst>
              <a:ext uri="{FF2B5EF4-FFF2-40B4-BE49-F238E27FC236}">
                <a16:creationId xmlns:a16="http://schemas.microsoft.com/office/drawing/2014/main" id="{77945411-BF61-ED7F-C4C3-C8F28EF0613E}"/>
              </a:ext>
            </a:extLst>
          </p:cNvPr>
          <p:cNvSpPr>
            <a:spLocks noGrp="1"/>
          </p:cNvSpPr>
          <p:nvPr>
            <p:ph idx="1"/>
          </p:nvPr>
        </p:nvSpPr>
        <p:spPr/>
        <p:txBody>
          <a:bodyPr/>
          <a:lstStyle/>
          <a:p>
            <a:r>
              <a:rPr lang="en-US" altLang="zh-TW" dirty="0"/>
              <a:t>S</a:t>
            </a:r>
          </a:p>
          <a:p>
            <a:pPr lvl="1"/>
            <a:r>
              <a:rPr lang="en-US" altLang="zh-TW" sz="2800" dirty="0"/>
              <a:t>4 6 2 8 1 3 12 9 5 7 11 10</a:t>
            </a:r>
            <a:endParaRPr lang="zh-TW" altLang="en-US" sz="2800" dirty="0"/>
          </a:p>
        </p:txBody>
      </p:sp>
      <p:sp>
        <p:nvSpPr>
          <p:cNvPr id="4" name="投影片編號版面配置區 3">
            <a:extLst>
              <a:ext uri="{FF2B5EF4-FFF2-40B4-BE49-F238E27FC236}">
                <a16:creationId xmlns:a16="http://schemas.microsoft.com/office/drawing/2014/main" id="{EAF4C989-3878-E1F4-0D3E-FAB03655E488}"/>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pic>
        <p:nvPicPr>
          <p:cNvPr id="6" name="圖片 5">
            <a:extLst>
              <a:ext uri="{FF2B5EF4-FFF2-40B4-BE49-F238E27FC236}">
                <a16:creationId xmlns:a16="http://schemas.microsoft.com/office/drawing/2014/main" id="{48C97C35-2EC3-01B5-7832-702C6DBACE30}"/>
              </a:ext>
            </a:extLst>
          </p:cNvPr>
          <p:cNvPicPr>
            <a:picLocks noChangeAspect="1"/>
          </p:cNvPicPr>
          <p:nvPr/>
        </p:nvPicPr>
        <p:blipFill rotWithShape="1">
          <a:blip r:embed="rId2"/>
          <a:srcRect l="1031"/>
          <a:stretch/>
        </p:blipFill>
        <p:spPr>
          <a:xfrm>
            <a:off x="838200" y="3285673"/>
            <a:ext cx="10515600" cy="2261685"/>
          </a:xfrm>
          <a:prstGeom prst="rect">
            <a:avLst/>
          </a:prstGeom>
        </p:spPr>
      </p:pic>
      <p:sp>
        <p:nvSpPr>
          <p:cNvPr id="7" name="矩形 6">
            <a:extLst>
              <a:ext uri="{FF2B5EF4-FFF2-40B4-BE49-F238E27FC236}">
                <a16:creationId xmlns:a16="http://schemas.microsoft.com/office/drawing/2014/main" id="{9BE8071A-790D-6735-8157-2F616806A6B4}"/>
              </a:ext>
            </a:extLst>
          </p:cNvPr>
          <p:cNvSpPr/>
          <p:nvPr/>
        </p:nvSpPr>
        <p:spPr>
          <a:xfrm>
            <a:off x="9596846" y="4511040"/>
            <a:ext cx="1756954" cy="10363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3712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259DE6-7838-C237-DD9E-8EEE8535F737}"/>
              </a:ext>
            </a:extLst>
          </p:cNvPr>
          <p:cNvSpPr>
            <a:spLocks noGrp="1"/>
          </p:cNvSpPr>
          <p:nvPr>
            <p:ph type="title"/>
          </p:nvPr>
        </p:nvSpPr>
        <p:spPr/>
        <p:txBody>
          <a:bodyPr/>
          <a:lstStyle/>
          <a:p>
            <a:r>
              <a:rPr lang="en-US" altLang="zh-TW" dirty="0"/>
              <a:t>Greedy Cover</a:t>
            </a:r>
            <a:endParaRPr lang="zh-TW" altLang="en-US" dirty="0"/>
          </a:p>
        </p:txBody>
      </p:sp>
      <p:graphicFrame>
        <p:nvGraphicFramePr>
          <p:cNvPr id="7" name="表格 7">
            <a:extLst>
              <a:ext uri="{FF2B5EF4-FFF2-40B4-BE49-F238E27FC236}">
                <a16:creationId xmlns:a16="http://schemas.microsoft.com/office/drawing/2014/main" id="{C5C3B51A-4A6D-03C3-8C3E-D46296ACB827}"/>
              </a:ext>
            </a:extLst>
          </p:cNvPr>
          <p:cNvGraphicFramePr>
            <a:graphicFrameLocks noGrp="1"/>
          </p:cNvGraphicFramePr>
          <p:nvPr>
            <p:ph idx="1"/>
            <p:extLst>
              <p:ext uri="{D42A27DB-BD31-4B8C-83A1-F6EECF244321}">
                <p14:modId xmlns:p14="http://schemas.microsoft.com/office/powerpoint/2010/main" val="728330188"/>
              </p:ext>
            </p:extLst>
          </p:nvPr>
        </p:nvGraphicFramePr>
        <p:xfrm>
          <a:off x="2704012" y="2334057"/>
          <a:ext cx="6783975" cy="3378924"/>
        </p:xfrm>
        <a:graphic>
          <a:graphicData uri="http://schemas.openxmlformats.org/drawingml/2006/table">
            <a:tbl>
              <a:tblPr firstRow="1" bandRow="1">
                <a:tableStyleId>{5940675A-B579-460E-94D1-54222C63F5DA}</a:tableStyleId>
              </a:tblPr>
              <a:tblGrid>
                <a:gridCol w="1356795">
                  <a:extLst>
                    <a:ext uri="{9D8B030D-6E8A-4147-A177-3AD203B41FA5}">
                      <a16:colId xmlns:a16="http://schemas.microsoft.com/office/drawing/2014/main" val="710509897"/>
                    </a:ext>
                  </a:extLst>
                </a:gridCol>
                <a:gridCol w="1356795">
                  <a:extLst>
                    <a:ext uri="{9D8B030D-6E8A-4147-A177-3AD203B41FA5}">
                      <a16:colId xmlns:a16="http://schemas.microsoft.com/office/drawing/2014/main" val="1697380943"/>
                    </a:ext>
                  </a:extLst>
                </a:gridCol>
                <a:gridCol w="1356795">
                  <a:extLst>
                    <a:ext uri="{9D8B030D-6E8A-4147-A177-3AD203B41FA5}">
                      <a16:colId xmlns:a16="http://schemas.microsoft.com/office/drawing/2014/main" val="909230751"/>
                    </a:ext>
                  </a:extLst>
                </a:gridCol>
                <a:gridCol w="1356795">
                  <a:extLst>
                    <a:ext uri="{9D8B030D-6E8A-4147-A177-3AD203B41FA5}">
                      <a16:colId xmlns:a16="http://schemas.microsoft.com/office/drawing/2014/main" val="437616143"/>
                    </a:ext>
                  </a:extLst>
                </a:gridCol>
                <a:gridCol w="1356795">
                  <a:extLst>
                    <a:ext uri="{9D8B030D-6E8A-4147-A177-3AD203B41FA5}">
                      <a16:colId xmlns:a16="http://schemas.microsoft.com/office/drawing/2014/main" val="2192065076"/>
                    </a:ext>
                  </a:extLst>
                </a:gridCol>
              </a:tblGrid>
              <a:tr h="844731">
                <a:tc>
                  <a:txBody>
                    <a:bodyPr/>
                    <a:lstStyle/>
                    <a:p>
                      <a:pPr algn="ctr"/>
                      <a:r>
                        <a:rPr lang="en-US" altLang="zh-TW" sz="2800" b="1" dirty="0">
                          <a:latin typeface="Times New Roman" panose="02020603050405020304" pitchFamily="18" charset="0"/>
                          <a:cs typeface="Times New Roman" panose="02020603050405020304" pitchFamily="18" charset="0"/>
                        </a:rPr>
                        <a:t>C[1]</a:t>
                      </a:r>
                      <a:endParaRPr lang="zh-TW" altLang="en-US" sz="28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b="1" dirty="0">
                          <a:latin typeface="Times New Roman" panose="02020603050405020304" pitchFamily="18" charset="0"/>
                          <a:cs typeface="Times New Roman" panose="02020603050405020304" pitchFamily="18" charset="0"/>
                        </a:rPr>
                        <a:t>C[2]</a:t>
                      </a:r>
                      <a:endParaRPr lang="zh-TW" altLang="en-US" sz="28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b="1" dirty="0">
                          <a:latin typeface="Times New Roman" panose="02020603050405020304" pitchFamily="18" charset="0"/>
                          <a:cs typeface="Times New Roman" panose="02020603050405020304" pitchFamily="18" charset="0"/>
                        </a:rPr>
                        <a:t>C[3]</a:t>
                      </a:r>
                      <a:endParaRPr lang="zh-TW" altLang="en-US" sz="28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b="1" dirty="0">
                          <a:latin typeface="Times New Roman" panose="02020603050405020304" pitchFamily="18" charset="0"/>
                          <a:cs typeface="Times New Roman" panose="02020603050405020304" pitchFamily="18" charset="0"/>
                        </a:rPr>
                        <a:t>C[4]</a:t>
                      </a:r>
                      <a:endParaRPr lang="zh-TW" altLang="en-US" sz="2800" b="1"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b="1" dirty="0">
                          <a:latin typeface="Times New Roman" panose="02020603050405020304" pitchFamily="18" charset="0"/>
                          <a:cs typeface="Times New Roman" panose="02020603050405020304" pitchFamily="18" charset="0"/>
                        </a:rPr>
                        <a:t>C[5]</a:t>
                      </a:r>
                      <a:endParaRPr lang="zh-TW" altLang="en-US" sz="28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94384092"/>
                  </a:ext>
                </a:extLst>
              </a:tr>
              <a:tr h="844731">
                <a:tc>
                  <a:txBody>
                    <a:bodyPr/>
                    <a:lstStyle/>
                    <a:p>
                      <a:pPr algn="ctr"/>
                      <a:r>
                        <a:rPr lang="en-US" altLang="zh-TW" sz="2800" dirty="0">
                          <a:latin typeface="Times New Roman" panose="02020603050405020304" pitchFamily="18" charset="0"/>
                          <a:cs typeface="Times New Roman" panose="02020603050405020304" pitchFamily="18" charset="0"/>
                        </a:rPr>
                        <a:t>4</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6</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8</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12</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11</a:t>
                      </a:r>
                      <a:endParaRPr lang="zh-TW" alt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41362537"/>
                  </a:ext>
                </a:extLst>
              </a:tr>
              <a:tr h="844731">
                <a:tc>
                  <a:txBody>
                    <a:bodyPr/>
                    <a:lstStyle/>
                    <a:p>
                      <a:pPr algn="ctr"/>
                      <a:r>
                        <a:rPr lang="en-US" altLang="zh-TW" sz="2800" dirty="0">
                          <a:latin typeface="Times New Roman" panose="02020603050405020304" pitchFamily="18" charset="0"/>
                          <a:cs typeface="Times New Roman" panose="02020603050405020304" pitchFamily="18" charset="0"/>
                        </a:rPr>
                        <a:t>2</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3</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5</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9</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800" dirty="0">
                          <a:latin typeface="Times New Roman" panose="02020603050405020304" pitchFamily="18" charset="0"/>
                          <a:cs typeface="Times New Roman" panose="02020603050405020304" pitchFamily="18" charset="0"/>
                        </a:rPr>
                        <a:t>10</a:t>
                      </a:r>
                      <a:endParaRPr lang="zh-TW" altLang="en-US"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3416021"/>
                  </a:ext>
                </a:extLst>
              </a:tr>
              <a:tr h="844731">
                <a:tc>
                  <a:txBody>
                    <a:bodyPr/>
                    <a:lstStyle/>
                    <a:p>
                      <a:pPr algn="ctr"/>
                      <a:r>
                        <a:rPr lang="en-US" altLang="zh-TW" sz="2800" dirty="0">
                          <a:latin typeface="Times New Roman" panose="02020603050405020304" pitchFamily="18" charset="0"/>
                          <a:cs typeface="Times New Roman" panose="02020603050405020304" pitchFamily="18" charset="0"/>
                        </a:rPr>
                        <a:t>1</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800" dirty="0">
                        <a:latin typeface="Times New Roman" panose="02020603050405020304" pitchFamily="18" charset="0"/>
                        <a:cs typeface="Times New Roman" panose="02020603050405020304" pitchFamily="18" charset="0"/>
                      </a:endParaRP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endParaRPr lang="zh-TW" altLang="en-US" sz="28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n-US" altLang="zh-TW" sz="2800" dirty="0">
                          <a:latin typeface="Times New Roman" panose="02020603050405020304" pitchFamily="18" charset="0"/>
                          <a:cs typeface="Times New Roman" panose="02020603050405020304" pitchFamily="18" charset="0"/>
                        </a:rPr>
                        <a:t>7</a:t>
                      </a:r>
                      <a:endParaRPr lang="zh-TW" altLang="en-US" sz="28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800" dirty="0">
                        <a:latin typeface="Times New Roman" panose="02020603050405020304" pitchFamily="18" charset="0"/>
                        <a:cs typeface="Times New Roman" panose="02020603050405020304" pitchFamily="18" charset="0"/>
                      </a:endParaRP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476587892"/>
                  </a:ext>
                </a:extLst>
              </a:tr>
            </a:tbl>
          </a:graphicData>
        </a:graphic>
      </p:graphicFrame>
      <p:sp>
        <p:nvSpPr>
          <p:cNvPr id="4" name="投影片編號版面配置區 3">
            <a:extLst>
              <a:ext uri="{FF2B5EF4-FFF2-40B4-BE49-F238E27FC236}">
                <a16:creationId xmlns:a16="http://schemas.microsoft.com/office/drawing/2014/main" id="{EAF4C989-3878-E1F4-0D3E-FAB03655E488}"/>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p:spTree>
    <p:extLst>
      <p:ext uri="{BB962C8B-B14F-4D97-AF65-F5344CB8AC3E}">
        <p14:creationId xmlns:p14="http://schemas.microsoft.com/office/powerpoint/2010/main" val="1964495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0DF80B-0BB9-A22A-FABA-DCB1B3307E71}"/>
              </a:ext>
            </a:extLst>
          </p:cNvPr>
          <p:cNvSpPr>
            <a:spLocks noGrp="1"/>
          </p:cNvSpPr>
          <p:nvPr>
            <p:ph type="title"/>
          </p:nvPr>
        </p:nvSpPr>
        <p:spPr/>
        <p:txBody>
          <a:bodyPr/>
          <a:lstStyle/>
          <a:p>
            <a:r>
              <a:rPr lang="en-US" altLang="zh-TW" dirty="0"/>
              <a:t>Longest Increasing Circular Subsequence</a:t>
            </a:r>
            <a:endParaRPr lang="zh-TW" altLang="en-US" dirty="0"/>
          </a:p>
        </p:txBody>
      </p:sp>
      <p:sp>
        <p:nvSpPr>
          <p:cNvPr id="3" name="內容版面配置區 2">
            <a:extLst>
              <a:ext uri="{FF2B5EF4-FFF2-40B4-BE49-F238E27FC236}">
                <a16:creationId xmlns:a16="http://schemas.microsoft.com/office/drawing/2014/main" id="{CC5037A2-0DE1-8F25-7C4A-A7BBC99CCE72}"/>
              </a:ext>
            </a:extLst>
          </p:cNvPr>
          <p:cNvSpPr>
            <a:spLocks noGrp="1"/>
          </p:cNvSpPr>
          <p:nvPr>
            <p:ph idx="1"/>
          </p:nvPr>
        </p:nvSpPr>
        <p:spPr/>
        <p:txBody>
          <a:bodyPr/>
          <a:lstStyle/>
          <a:p>
            <a:r>
              <a:rPr lang="en-US" altLang="zh-TW" dirty="0"/>
              <a:t>S</a:t>
            </a:r>
          </a:p>
          <a:p>
            <a:pPr lvl="1"/>
            <a:r>
              <a:rPr lang="en-US" altLang="zh-TW" sz="2800" dirty="0"/>
              <a:t>4 6 2 8 1 3 12 9 5 7 11 10 4 6 2 8 1 3 12 9 5 7 11 10</a:t>
            </a:r>
          </a:p>
          <a:p>
            <a:pPr lvl="1"/>
            <a:endParaRPr lang="en-US" altLang="zh-TW" sz="2800" dirty="0"/>
          </a:p>
        </p:txBody>
      </p:sp>
      <p:sp>
        <p:nvSpPr>
          <p:cNvPr id="4" name="投影片編號版面配置區 3">
            <a:extLst>
              <a:ext uri="{FF2B5EF4-FFF2-40B4-BE49-F238E27FC236}">
                <a16:creationId xmlns:a16="http://schemas.microsoft.com/office/drawing/2014/main" id="{6B12C1BC-8549-CBE9-CD7A-855DF7A27A7D}"/>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sp>
        <p:nvSpPr>
          <p:cNvPr id="6" name="矩形 5">
            <a:extLst>
              <a:ext uri="{FF2B5EF4-FFF2-40B4-BE49-F238E27FC236}">
                <a16:creationId xmlns:a16="http://schemas.microsoft.com/office/drawing/2014/main" id="{EE9FEA19-19E5-7CBD-64C9-55D70443759E}"/>
              </a:ext>
            </a:extLst>
          </p:cNvPr>
          <p:cNvSpPr/>
          <p:nvPr/>
        </p:nvSpPr>
        <p:spPr>
          <a:xfrm>
            <a:off x="3596640" y="2333897"/>
            <a:ext cx="3709851" cy="3309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F908ACC1-7ED2-B1A8-6320-BFE084547CE9}"/>
              </a:ext>
            </a:extLst>
          </p:cNvPr>
          <p:cNvSpPr txBox="1"/>
          <p:nvPr/>
        </p:nvSpPr>
        <p:spPr>
          <a:xfrm>
            <a:off x="3010987" y="3568282"/>
            <a:ext cx="4881156" cy="954107"/>
          </a:xfrm>
          <a:prstGeom prst="rect">
            <a:avLst/>
          </a:prstGeom>
          <a:noFill/>
        </p:spPr>
        <p:txBody>
          <a:bodyPr wrap="square" rtlCol="0">
            <a:spAutoFit/>
          </a:bodyPr>
          <a:lstStyle/>
          <a:p>
            <a:pPr algn="ctr"/>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4 6 8 12</a:t>
            </a:r>
          </a:p>
          <a:p>
            <a:pPr algn="ctr"/>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Increasing Circular Subsequence</a:t>
            </a:r>
            <a:endParaRPr lang="zh-TW" altLang="en-US" sz="2800" dirty="0">
              <a:latin typeface="Times New Roman" panose="02020603050405020304" pitchFamily="18" charset="0"/>
              <a:ea typeface="源流明體 M" panose="02020500000000000000" pitchFamily="18" charset="-120"/>
              <a:cs typeface="Times New Roman" panose="02020603050405020304" pitchFamily="18" charset="0"/>
            </a:endParaRPr>
          </a:p>
        </p:txBody>
      </p:sp>
      <p:sp>
        <p:nvSpPr>
          <p:cNvPr id="8" name="箭號: 向下 7">
            <a:extLst>
              <a:ext uri="{FF2B5EF4-FFF2-40B4-BE49-F238E27FC236}">
                <a16:creationId xmlns:a16="http://schemas.microsoft.com/office/drawing/2014/main" id="{8F54F88B-4AAE-850F-0C61-412B5265B1D3}"/>
              </a:ext>
            </a:extLst>
          </p:cNvPr>
          <p:cNvSpPr/>
          <p:nvPr/>
        </p:nvSpPr>
        <p:spPr>
          <a:xfrm>
            <a:off x="5281748" y="2799760"/>
            <a:ext cx="339634" cy="6292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74744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2CCFE5-D873-5351-355B-9CA608A85E74}"/>
              </a:ext>
            </a:extLst>
          </p:cNvPr>
          <p:cNvSpPr>
            <a:spLocks noGrp="1"/>
          </p:cNvSpPr>
          <p:nvPr>
            <p:ph type="title"/>
          </p:nvPr>
        </p:nvSpPr>
        <p:spPr/>
        <p:txBody>
          <a:bodyPr/>
          <a:lstStyle/>
          <a:p>
            <a:r>
              <a:rPr lang="en-US" altLang="zh-TW" dirty="0"/>
              <a:t>Algorithm</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980AB9F-378B-D395-199E-FFC2A5FEEB26}"/>
                  </a:ext>
                </a:extLst>
              </p:cNvPr>
              <p:cNvSpPr>
                <a:spLocks noGrp="1"/>
              </p:cNvSpPr>
              <p:nvPr>
                <p:ph idx="1"/>
              </p:nvPr>
            </p:nvSpPr>
            <p:spPr/>
            <p:txBody>
              <a:bodyPr/>
              <a:lstStyle/>
              <a:p>
                <a:r>
                  <a:rPr lang="en-US" altLang="zh-TW" dirty="0"/>
                  <a:t>Rotate to make the first element </a:t>
                </a:r>
                <a14:m>
                  <m:oMath xmlns:m="http://schemas.openxmlformats.org/officeDocument/2006/math">
                    <m:sSub>
                      <m:sSubPr>
                        <m:ctrlPr>
                          <a:rPr lang="en-US" altLang="zh-TW" i="1" dirty="0" smtClean="0">
                            <a:latin typeface="Cambria Math" panose="02040503050406030204" pitchFamily="18" charset="0"/>
                          </a:rPr>
                        </m:ctrlPr>
                      </m:sSubPr>
                      <m:e>
                        <m:r>
                          <a:rPr lang="en-US" altLang="zh-TW" i="1" dirty="0" smtClean="0">
                            <a:latin typeface="Cambria Math" panose="02040503050406030204" pitchFamily="18" charset="0"/>
                          </a:rPr>
                          <m:t>𝑆</m:t>
                        </m:r>
                      </m:e>
                      <m:sub>
                        <m:r>
                          <a:rPr lang="en-US" altLang="zh-TW" i="1" dirty="0" smtClean="0">
                            <a:latin typeface="Cambria Math" panose="02040503050406030204" pitchFamily="18" charset="0"/>
                          </a:rPr>
                          <m:t>1</m:t>
                        </m:r>
                      </m:sub>
                    </m:sSub>
                  </m:oMath>
                </a14:m>
                <a:r>
                  <a:rPr lang="en-US" altLang="zh-TW" dirty="0"/>
                  <a:t> be the maximal value.</a:t>
                </a:r>
                <a:endParaRPr lang="zh-TW" altLang="en-US" dirty="0"/>
              </a:p>
            </p:txBody>
          </p:sp>
        </mc:Choice>
        <mc:Fallback xmlns="">
          <p:sp>
            <p:nvSpPr>
              <p:cNvPr id="3" name="內容版面配置區 2">
                <a:extLst>
                  <a:ext uri="{FF2B5EF4-FFF2-40B4-BE49-F238E27FC236}">
                    <a16:creationId xmlns:a16="http://schemas.microsoft.com/office/drawing/2014/main" id="{2980AB9F-378B-D395-199E-FFC2A5FEEB26}"/>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5947E403-C8DC-7E62-49AB-83BA381DAB69}"/>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EA2279C2-EBA0-163E-A57C-3E08558368FD}"/>
                  </a:ext>
                </a:extLst>
              </p:cNvPr>
              <p:cNvSpPr txBox="1"/>
              <p:nvPr/>
            </p:nvSpPr>
            <p:spPr>
              <a:xfrm>
                <a:off x="3864423" y="4740949"/>
                <a:ext cx="4463147" cy="523220"/>
              </a:xfrm>
              <a:prstGeom prst="rect">
                <a:avLst/>
              </a:prstGeom>
              <a:noFill/>
            </p:spPr>
            <p:txBody>
              <a:bodyPr wrap="square" rtlCol="0">
                <a:spAutoFit/>
              </a:bodyPr>
              <a:lstStyle/>
              <a:p>
                <a:pPr algn="ctr"/>
                <a14:m>
                  <m:oMath xmlns:m="http://schemas.openxmlformats.org/officeDocument/2006/math">
                    <m:r>
                      <a:rPr lang="en-US" altLang="zh-TW" sz="2800" i="1" dirty="0" smtClean="0">
                        <a:latin typeface="Cambria Math" panose="02040503050406030204" pitchFamily="18" charset="0"/>
                        <a:ea typeface="源流明體 M" panose="02020500000000000000" pitchFamily="18" charset="-120"/>
                        <a:cs typeface="Times New Roman" panose="02020603050405020304" pitchFamily="18" charset="0"/>
                      </a:rPr>
                      <m:t>𝑆</m:t>
                    </m:r>
                    <m:r>
                      <a:rPr lang="en-US" altLang="zh-TW" sz="2800" i="1" dirty="0" smtClean="0">
                        <a:latin typeface="Cambria Math" panose="02040503050406030204" pitchFamily="18" charset="0"/>
                        <a:ea typeface="源流明體 M" panose="02020500000000000000" pitchFamily="18" charset="-120"/>
                        <a:cs typeface="Times New Roman" panose="02020603050405020304" pitchFamily="18" charset="0"/>
                      </a:rPr>
                      <m:t>’</m:t>
                    </m:r>
                  </m:oMath>
                </a14:m>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 12 9 5 7 11 10 4 6 2 8 1 3 </a:t>
                </a:r>
                <a:endParaRPr lang="zh-TW" altLang="en-US" sz="2800" dirty="0">
                  <a:latin typeface="Times New Roman" panose="02020603050405020304" pitchFamily="18" charset="0"/>
                  <a:ea typeface="源流明體 M" panose="02020500000000000000" pitchFamily="18" charset="-12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EA2279C2-EBA0-163E-A57C-3E08558368FD}"/>
                  </a:ext>
                </a:extLst>
              </p:cNvPr>
              <p:cNvSpPr txBox="1">
                <a:spLocks noRot="1" noChangeAspect="1" noMove="1" noResize="1" noEditPoints="1" noAdjustHandles="1" noChangeArrowheads="1" noChangeShapeType="1" noTextEdit="1"/>
              </p:cNvSpPr>
              <p:nvPr/>
            </p:nvSpPr>
            <p:spPr>
              <a:xfrm>
                <a:off x="3864423" y="4740949"/>
                <a:ext cx="4463147" cy="523220"/>
              </a:xfrm>
              <a:prstGeom prst="rect">
                <a:avLst/>
              </a:prstGeom>
              <a:blipFill>
                <a:blip r:embed="rId3"/>
                <a:stretch>
                  <a:fillRect t="-12791" r="-2596" b="-313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61B665A8-8A30-28AC-9C15-83BABDAF4015}"/>
                  </a:ext>
                </a:extLst>
              </p:cNvPr>
              <p:cNvSpPr txBox="1"/>
              <p:nvPr/>
            </p:nvSpPr>
            <p:spPr>
              <a:xfrm>
                <a:off x="3864422" y="3025569"/>
                <a:ext cx="4463148" cy="523220"/>
              </a:xfrm>
              <a:prstGeom prst="rect">
                <a:avLst/>
              </a:prstGeom>
              <a:noFill/>
            </p:spPr>
            <p:txBody>
              <a:bodyPr wrap="square" rtlCol="0">
                <a:spAutoFit/>
              </a:bodyPr>
              <a:lstStyle/>
              <a:p>
                <a:pPr algn="ctr"/>
                <a14:m>
                  <m:oMath xmlns:m="http://schemas.openxmlformats.org/officeDocument/2006/math">
                    <m:r>
                      <a:rPr lang="en-US" altLang="zh-TW" sz="2800" i="1" dirty="0" smtClean="0">
                        <a:latin typeface="Cambria Math" panose="02040503050406030204" pitchFamily="18" charset="0"/>
                        <a:ea typeface="源流明體 M" panose="02020500000000000000" pitchFamily="18" charset="-120"/>
                        <a:cs typeface="Times New Roman" panose="02020603050405020304" pitchFamily="18" charset="0"/>
                      </a:rPr>
                      <m:t>𝑆</m:t>
                    </m:r>
                  </m:oMath>
                </a14:m>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 4 6 2 8 1 3 12 9 5 7 11 10 </a:t>
                </a:r>
                <a:endParaRPr lang="zh-TW" altLang="en-US" sz="2800" dirty="0">
                  <a:latin typeface="Times New Roman" panose="02020603050405020304" pitchFamily="18" charset="0"/>
                  <a:ea typeface="源流明體 M" panose="02020500000000000000" pitchFamily="18" charset="-120"/>
                  <a:cs typeface="Times New Roman" panose="02020603050405020304" pitchFamily="18" charset="0"/>
                </a:endParaRPr>
              </a:p>
            </p:txBody>
          </p:sp>
        </mc:Choice>
        <mc:Fallback xmlns="">
          <p:sp>
            <p:nvSpPr>
              <p:cNvPr id="6" name="文字方塊 5">
                <a:extLst>
                  <a:ext uri="{FF2B5EF4-FFF2-40B4-BE49-F238E27FC236}">
                    <a16:creationId xmlns:a16="http://schemas.microsoft.com/office/drawing/2014/main" id="{61B665A8-8A30-28AC-9C15-83BABDAF4015}"/>
                  </a:ext>
                </a:extLst>
              </p:cNvPr>
              <p:cNvSpPr txBox="1">
                <a:spLocks noRot="1" noChangeAspect="1" noMove="1" noResize="1" noEditPoints="1" noAdjustHandles="1" noChangeArrowheads="1" noChangeShapeType="1" noTextEdit="1"/>
              </p:cNvSpPr>
              <p:nvPr/>
            </p:nvSpPr>
            <p:spPr>
              <a:xfrm>
                <a:off x="3864422" y="3025569"/>
                <a:ext cx="4463148" cy="523220"/>
              </a:xfrm>
              <a:prstGeom prst="rect">
                <a:avLst/>
              </a:prstGeom>
              <a:blipFill>
                <a:blip r:embed="rId4"/>
                <a:stretch>
                  <a:fillRect t="-11628" r="-1776" b="-31395"/>
                </a:stretch>
              </a:blipFill>
            </p:spPr>
            <p:txBody>
              <a:bodyPr/>
              <a:lstStyle/>
              <a:p>
                <a:r>
                  <a:rPr lang="zh-TW" altLang="en-US">
                    <a:noFill/>
                  </a:rPr>
                  <a:t> </a:t>
                </a:r>
              </a:p>
            </p:txBody>
          </p:sp>
        </mc:Fallback>
      </mc:AlternateContent>
      <p:sp>
        <p:nvSpPr>
          <p:cNvPr id="7" name="箭號: 向下 6">
            <a:extLst>
              <a:ext uri="{FF2B5EF4-FFF2-40B4-BE49-F238E27FC236}">
                <a16:creationId xmlns:a16="http://schemas.microsoft.com/office/drawing/2014/main" id="{05C64A95-5F91-6057-9E48-3CA594A67768}"/>
              </a:ext>
            </a:extLst>
          </p:cNvPr>
          <p:cNvSpPr/>
          <p:nvPr/>
        </p:nvSpPr>
        <p:spPr>
          <a:xfrm>
            <a:off x="5926180" y="3683726"/>
            <a:ext cx="339635" cy="9222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06473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2DA255-3B9E-ADAF-85D0-1E2ADAD067C1}"/>
              </a:ext>
            </a:extLst>
          </p:cNvPr>
          <p:cNvSpPr>
            <a:spLocks noGrp="1"/>
          </p:cNvSpPr>
          <p:nvPr>
            <p:ph type="title"/>
          </p:nvPr>
        </p:nvSpPr>
        <p:spPr/>
        <p:txBody>
          <a:bodyPr/>
          <a:lstStyle/>
          <a:p>
            <a:r>
              <a:rPr lang="en-US" altLang="zh-TW" dirty="0"/>
              <a:t>Algorithm (cont.)</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B5AB051-E878-AE2D-4484-83ADC3D83264}"/>
                  </a:ext>
                </a:extLst>
              </p:cNvPr>
              <p:cNvSpPr>
                <a:spLocks noGrp="1"/>
              </p:cNvSpPr>
              <p:nvPr>
                <p:ph idx="1"/>
              </p:nvPr>
            </p:nvSpPr>
            <p:spPr/>
            <p:txBody>
              <a:bodyPr/>
              <a:lstStyle/>
              <a:p>
                <a:r>
                  <a:rPr lang="en-US" altLang="zh-TW" dirty="0"/>
                  <a:t>Create Cover</a:t>
                </a:r>
              </a:p>
              <a:p>
                <a:pPr lvl="1"/>
                <a14:m>
                  <m:oMath xmlns:m="http://schemas.openxmlformats.org/officeDocument/2006/math">
                    <m:r>
                      <a:rPr lang="en-US" altLang="zh-TW" sz="2800" i="1" dirty="0" smtClean="0">
                        <a:latin typeface="Cambria Math" panose="02040503050406030204" pitchFamily="18" charset="0"/>
                        <a:ea typeface="源流明體 M" panose="02020500000000000000" pitchFamily="18" charset="-120"/>
                        <a:cs typeface="Times New Roman" panose="02020603050405020304" pitchFamily="18" charset="0"/>
                      </a:rPr>
                      <m:t>𝑆</m:t>
                    </m:r>
                    <m:r>
                      <a:rPr lang="en-US" altLang="zh-TW" sz="2800" i="1" dirty="0" smtClean="0">
                        <a:latin typeface="Cambria Math" panose="02040503050406030204" pitchFamily="18" charset="0"/>
                        <a:ea typeface="源流明體 M" panose="02020500000000000000" pitchFamily="18" charset="-120"/>
                        <a:cs typeface="Times New Roman" panose="02020603050405020304" pitchFamily="18" charset="0"/>
                      </a:rPr>
                      <m:t>’</m:t>
                    </m:r>
                  </m:oMath>
                </a14:m>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 </a:t>
                </a:r>
                <a:r>
                  <a:rPr lang="en-US" altLang="zh-TW" sz="2800" dirty="0">
                    <a:solidFill>
                      <a:srgbClr val="FF0000"/>
                    </a:solidFill>
                    <a:latin typeface="Times New Roman" panose="02020603050405020304" pitchFamily="18" charset="0"/>
                    <a:ea typeface="源流明體 M" panose="02020500000000000000" pitchFamily="18" charset="-120"/>
                    <a:cs typeface="Times New Roman" panose="02020603050405020304" pitchFamily="18" charset="0"/>
                  </a:rPr>
                  <a:t>12</a:t>
                </a:r>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 9 5 </a:t>
                </a:r>
                <a:r>
                  <a:rPr lang="en-US" altLang="zh-TW" sz="2800" dirty="0">
                    <a:solidFill>
                      <a:srgbClr val="FF0000"/>
                    </a:solidFill>
                    <a:latin typeface="Times New Roman" panose="02020603050405020304" pitchFamily="18" charset="0"/>
                    <a:ea typeface="源流明體 M" panose="02020500000000000000" pitchFamily="18" charset="-120"/>
                    <a:cs typeface="Times New Roman" panose="02020603050405020304" pitchFamily="18" charset="0"/>
                  </a:rPr>
                  <a:t>7</a:t>
                </a:r>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 </a:t>
                </a:r>
                <a:r>
                  <a:rPr lang="en-US" altLang="zh-TW" sz="2800" dirty="0">
                    <a:solidFill>
                      <a:srgbClr val="FF0000"/>
                    </a:solidFill>
                    <a:latin typeface="Times New Roman" panose="02020603050405020304" pitchFamily="18" charset="0"/>
                    <a:ea typeface="源流明體 M" panose="02020500000000000000" pitchFamily="18" charset="-120"/>
                    <a:cs typeface="Times New Roman" panose="02020603050405020304" pitchFamily="18" charset="0"/>
                  </a:rPr>
                  <a:t>11</a:t>
                </a:r>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 10 4 6 2 8 1 3 </a:t>
                </a:r>
                <a:endParaRPr lang="zh-TW" altLang="en-US" sz="2800" dirty="0">
                  <a:latin typeface="Times New Roman" panose="02020603050405020304" pitchFamily="18" charset="0"/>
                  <a:ea typeface="源流明體 M" panose="02020500000000000000" pitchFamily="18" charset="-120"/>
                  <a:cs typeface="Times New Roman" panose="02020603050405020304" pitchFamily="18" charset="0"/>
                </a:endParaRPr>
              </a:p>
              <a:p>
                <a:pPr lvl="1"/>
                <a:endParaRPr lang="zh-TW" altLang="en-US" dirty="0"/>
              </a:p>
            </p:txBody>
          </p:sp>
        </mc:Choice>
        <mc:Fallback xmlns="">
          <p:sp>
            <p:nvSpPr>
              <p:cNvPr id="3" name="內容版面配置區 2">
                <a:extLst>
                  <a:ext uri="{FF2B5EF4-FFF2-40B4-BE49-F238E27FC236}">
                    <a16:creationId xmlns:a16="http://schemas.microsoft.com/office/drawing/2014/main" id="{7B5AB051-E878-AE2D-4484-83ADC3D83264}"/>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7232072B-F520-85C9-7AFB-919822EDA0CA}"/>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mc:AlternateContent xmlns:mc="http://schemas.openxmlformats.org/markup-compatibility/2006" xmlns:a14="http://schemas.microsoft.com/office/drawing/2010/main">
        <mc:Choice Requires="a14">
          <p:graphicFrame>
            <p:nvGraphicFramePr>
              <p:cNvPr id="6" name="表格 6">
                <a:extLst>
                  <a:ext uri="{FF2B5EF4-FFF2-40B4-BE49-F238E27FC236}">
                    <a16:creationId xmlns:a16="http://schemas.microsoft.com/office/drawing/2014/main" id="{9B5906EC-D541-131E-9D8F-192A17E616F2}"/>
                  </a:ext>
                </a:extLst>
              </p:cNvPr>
              <p:cNvGraphicFramePr>
                <a:graphicFrameLocks noGrp="1"/>
              </p:cNvGraphicFramePr>
              <p:nvPr>
                <p:extLst>
                  <p:ext uri="{D42A27DB-BD31-4B8C-83A1-F6EECF244321}">
                    <p14:modId xmlns:p14="http://schemas.microsoft.com/office/powerpoint/2010/main" val="2233853280"/>
                  </p:ext>
                </p:extLst>
              </p:nvPr>
            </p:nvGraphicFramePr>
            <p:xfrm>
              <a:off x="6470468" y="2012713"/>
              <a:ext cx="3779520" cy="3977162"/>
            </p:xfrm>
            <a:graphic>
              <a:graphicData uri="http://schemas.openxmlformats.org/drawingml/2006/table">
                <a:tbl>
                  <a:tblPr firstRow="1" bandRow="1">
                    <a:tableStyleId>{5940675A-B579-460E-94D1-54222C63F5DA}</a:tableStyleId>
                  </a:tblPr>
                  <a:tblGrid>
                    <a:gridCol w="1259840">
                      <a:extLst>
                        <a:ext uri="{9D8B030D-6E8A-4147-A177-3AD203B41FA5}">
                          <a16:colId xmlns:a16="http://schemas.microsoft.com/office/drawing/2014/main" val="1324668793"/>
                        </a:ext>
                      </a:extLst>
                    </a:gridCol>
                    <a:gridCol w="1259840">
                      <a:extLst>
                        <a:ext uri="{9D8B030D-6E8A-4147-A177-3AD203B41FA5}">
                          <a16:colId xmlns:a16="http://schemas.microsoft.com/office/drawing/2014/main" val="2331623361"/>
                        </a:ext>
                      </a:extLst>
                    </a:gridCol>
                    <a:gridCol w="1259840">
                      <a:extLst>
                        <a:ext uri="{9D8B030D-6E8A-4147-A177-3AD203B41FA5}">
                          <a16:colId xmlns:a16="http://schemas.microsoft.com/office/drawing/2014/main" val="1931264596"/>
                        </a:ext>
                      </a:extLst>
                    </a:gridCol>
                  </a:tblGrid>
                  <a:tr h="568166">
                    <a:tc gridSpan="3">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𝐶</m:t>
                                </m:r>
                                <m:r>
                                  <a:rPr lang="en-US" altLang="zh-TW" sz="2400" b="0" i="1" smtClean="0">
                                    <a:latin typeface="Cambria Math" panose="02040503050406030204" pitchFamily="18" charset="0"/>
                                    <a:cs typeface="Times New Roman" panose="02020603050405020304" pitchFamily="18" charset="0"/>
                                  </a:rPr>
                                  <m:t>(</m:t>
                                </m:r>
                                <m:sSubSup>
                                  <m:sSubSupPr>
                                    <m:ctrlPr>
                                      <a:rPr lang="en-US" altLang="zh-TW" sz="2400" b="0" i="1" smtClean="0">
                                        <a:latin typeface="Cambria Math" panose="02040503050406030204" pitchFamily="18" charset="0"/>
                                        <a:cs typeface="Times New Roman" panose="02020603050405020304" pitchFamily="18" charset="0"/>
                                      </a:rPr>
                                    </m:ctrlPr>
                                  </m:sSubSupPr>
                                  <m:e>
                                    <m:r>
                                      <a:rPr lang="en-US" altLang="zh-TW" sz="2400" b="0" i="1" smtClean="0">
                                        <a:latin typeface="Cambria Math" panose="02040503050406030204" pitchFamily="18" charset="0"/>
                                        <a:cs typeface="Times New Roman" panose="02020603050405020304" pitchFamily="18" charset="0"/>
                                      </a:rPr>
                                      <m:t>𝑆</m:t>
                                    </m:r>
                                  </m:e>
                                  <m:sub>
                                    <m:r>
                                      <a:rPr lang="en-US" altLang="zh-TW" sz="2400" b="0" i="1" smtClean="0">
                                        <a:latin typeface="Cambria Math" panose="02040503050406030204" pitchFamily="18" charset="0"/>
                                        <a:cs typeface="Times New Roman" panose="02020603050405020304" pitchFamily="18" charset="0"/>
                                      </a:rPr>
                                      <m:t>1..12</m:t>
                                    </m:r>
                                  </m:sub>
                                  <m:sup>
                                    <m:r>
                                      <a:rPr lang="en-US" altLang="zh-TW" sz="2400" b="0" i="1" smtClean="0">
                                        <a:latin typeface="Cambria Math" panose="02040503050406030204" pitchFamily="18" charset="0"/>
                                        <a:cs typeface="Times New Roman" panose="02020603050405020304" pitchFamily="18" charset="0"/>
                                      </a:rPr>
                                      <m:t>′</m:t>
                                    </m:r>
                                  </m:sup>
                                </m:sSubSup>
                                <m:r>
                                  <a:rPr lang="en-US" altLang="zh-TW" sz="2400" b="0" i="1" smtClean="0">
                                    <a:latin typeface="Cambria Math" panose="02040503050406030204" pitchFamily="18" charset="0"/>
                                    <a:cs typeface="Times New Roman" panose="020206030504050203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7312376"/>
                      </a:ext>
                    </a:extLst>
                  </a:tr>
                  <a:tr h="568166">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12</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7</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11</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371176101"/>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7367102"/>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15241866"/>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96529585"/>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6152040"/>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43597777"/>
                      </a:ext>
                    </a:extLst>
                  </a:tr>
                </a:tbl>
              </a:graphicData>
            </a:graphic>
          </p:graphicFrame>
        </mc:Choice>
        <mc:Fallback xmlns="">
          <p:graphicFrame>
            <p:nvGraphicFramePr>
              <p:cNvPr id="6" name="表格 6">
                <a:extLst>
                  <a:ext uri="{FF2B5EF4-FFF2-40B4-BE49-F238E27FC236}">
                    <a16:creationId xmlns:a16="http://schemas.microsoft.com/office/drawing/2014/main" id="{9B5906EC-D541-131E-9D8F-192A17E616F2}"/>
                  </a:ext>
                </a:extLst>
              </p:cNvPr>
              <p:cNvGraphicFramePr>
                <a:graphicFrameLocks noGrp="1"/>
              </p:cNvGraphicFramePr>
              <p:nvPr>
                <p:extLst>
                  <p:ext uri="{D42A27DB-BD31-4B8C-83A1-F6EECF244321}">
                    <p14:modId xmlns:p14="http://schemas.microsoft.com/office/powerpoint/2010/main" val="2233853280"/>
                  </p:ext>
                </p:extLst>
              </p:nvPr>
            </p:nvGraphicFramePr>
            <p:xfrm>
              <a:off x="6470468" y="2012713"/>
              <a:ext cx="3779520" cy="3977162"/>
            </p:xfrm>
            <a:graphic>
              <a:graphicData uri="http://schemas.openxmlformats.org/drawingml/2006/table">
                <a:tbl>
                  <a:tblPr firstRow="1" bandRow="1">
                    <a:tableStyleId>{5940675A-B579-460E-94D1-54222C63F5DA}</a:tableStyleId>
                  </a:tblPr>
                  <a:tblGrid>
                    <a:gridCol w="1259840">
                      <a:extLst>
                        <a:ext uri="{9D8B030D-6E8A-4147-A177-3AD203B41FA5}">
                          <a16:colId xmlns:a16="http://schemas.microsoft.com/office/drawing/2014/main" val="1324668793"/>
                        </a:ext>
                      </a:extLst>
                    </a:gridCol>
                    <a:gridCol w="1259840">
                      <a:extLst>
                        <a:ext uri="{9D8B030D-6E8A-4147-A177-3AD203B41FA5}">
                          <a16:colId xmlns:a16="http://schemas.microsoft.com/office/drawing/2014/main" val="2331623361"/>
                        </a:ext>
                      </a:extLst>
                    </a:gridCol>
                    <a:gridCol w="1259840">
                      <a:extLst>
                        <a:ext uri="{9D8B030D-6E8A-4147-A177-3AD203B41FA5}">
                          <a16:colId xmlns:a16="http://schemas.microsoft.com/office/drawing/2014/main" val="1931264596"/>
                        </a:ext>
                      </a:extLst>
                    </a:gridCol>
                  </a:tblGrid>
                  <a:tr h="568166">
                    <a:tc gridSpan="3">
                      <a:txBody>
                        <a:bodyPr/>
                        <a:lstStyle/>
                        <a:p>
                          <a:endParaRPr lang="zh-TW"/>
                        </a:p>
                      </a:txBody>
                      <a:tcPr anchor="ctr">
                        <a:blipFill>
                          <a:blip r:embed="rId4"/>
                          <a:stretch>
                            <a:fillRect l="-161" t="-1075" r="-322" b="-616129"/>
                          </a:stretch>
                        </a:blipFill>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7312376"/>
                      </a:ext>
                    </a:extLst>
                  </a:tr>
                  <a:tr h="568166">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12</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7</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11</a:t>
                          </a:r>
                          <a:endParaRPr lang="zh-TW" altLang="en-US" sz="2400" dirty="0">
                            <a:solidFill>
                              <a:srgbClr val="FF0000"/>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371176101"/>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7367102"/>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15241866"/>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96529585"/>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6152040"/>
                      </a:ext>
                    </a:extLst>
                  </a:tr>
                  <a:tr h="568166">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43597777"/>
                      </a:ext>
                    </a:extLst>
                  </a:tr>
                </a:tbl>
              </a:graphicData>
            </a:graphic>
          </p:graphicFrame>
        </mc:Fallback>
      </mc:AlternateContent>
      <p:cxnSp>
        <p:nvCxnSpPr>
          <p:cNvPr id="8" name="接點: 弧形 7">
            <a:extLst>
              <a:ext uri="{FF2B5EF4-FFF2-40B4-BE49-F238E27FC236}">
                <a16:creationId xmlns:a16="http://schemas.microsoft.com/office/drawing/2014/main" id="{DBB6BA3B-B3BD-15D1-5135-12BA6596F08A}"/>
              </a:ext>
            </a:extLst>
          </p:cNvPr>
          <p:cNvCxnSpPr>
            <a:cxnSpLocks/>
          </p:cNvCxnSpPr>
          <p:nvPr/>
        </p:nvCxnSpPr>
        <p:spPr>
          <a:xfrm rot="10800000" flipV="1">
            <a:off x="4676504" y="2865118"/>
            <a:ext cx="1785259" cy="1645922"/>
          </a:xfrm>
          <a:prstGeom prst="curvedConnector3">
            <a:avLst>
              <a:gd name="adj1" fmla="val 3878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60BF6893-0273-AE67-FAF9-BDEB4A998C82}"/>
              </a:ext>
            </a:extLst>
          </p:cNvPr>
          <p:cNvSpPr txBox="1"/>
          <p:nvPr/>
        </p:nvSpPr>
        <p:spPr>
          <a:xfrm>
            <a:off x="2133603" y="4249431"/>
            <a:ext cx="2534195" cy="523220"/>
          </a:xfrm>
          <a:prstGeom prst="rect">
            <a:avLst/>
          </a:prstGeom>
          <a:noFill/>
        </p:spPr>
        <p:txBody>
          <a:bodyPr wrap="square" rtlCol="0">
            <a:spAutoFit/>
          </a:bodyPr>
          <a:lstStyle/>
          <a:p>
            <a:pPr algn="r"/>
            <a:r>
              <a:rPr lang="en-US" altLang="zh-TW" sz="2800" dirty="0">
                <a:latin typeface="Times New Roman" panose="02020603050405020304" pitchFamily="18" charset="0"/>
                <a:ea typeface="源流明體 M" panose="02020500000000000000" pitchFamily="18" charset="-120"/>
                <a:cs typeface="Times New Roman" panose="02020603050405020304" pitchFamily="18" charset="0"/>
              </a:rPr>
              <a:t>Stop Points</a:t>
            </a:r>
            <a:endParaRPr lang="zh-TW" altLang="en-US" sz="2800" dirty="0">
              <a:latin typeface="Times New Roman" panose="02020603050405020304" pitchFamily="18" charset="0"/>
              <a:ea typeface="源流明體 M"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2571225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A6BE65-680C-76AA-98BD-617B7EE8256E}"/>
              </a:ext>
            </a:extLst>
          </p:cNvPr>
          <p:cNvSpPr>
            <a:spLocks noGrp="1"/>
          </p:cNvSpPr>
          <p:nvPr>
            <p:ph type="title"/>
          </p:nvPr>
        </p:nvSpPr>
        <p:spPr/>
        <p:txBody>
          <a:bodyPr/>
          <a:lstStyle/>
          <a:p>
            <a:r>
              <a:rPr lang="en-US" altLang="zh-TW" dirty="0"/>
              <a:t>Algorithm (cont.)</a:t>
            </a:r>
            <a:endParaRPr lang="zh-TW" altLang="en-US" dirty="0"/>
          </a:p>
        </p:txBody>
      </p:sp>
      <p:pic>
        <p:nvPicPr>
          <p:cNvPr id="6" name="內容版面配置區 5">
            <a:extLst>
              <a:ext uri="{FF2B5EF4-FFF2-40B4-BE49-F238E27FC236}">
                <a16:creationId xmlns:a16="http://schemas.microsoft.com/office/drawing/2014/main" id="{635C6482-704C-51BF-641E-4184C6A6CA92}"/>
              </a:ext>
            </a:extLst>
          </p:cNvPr>
          <p:cNvPicPr>
            <a:picLocks noGrp="1" noChangeAspect="1"/>
          </p:cNvPicPr>
          <p:nvPr>
            <p:ph idx="1"/>
          </p:nvPr>
        </p:nvPicPr>
        <p:blipFill rotWithShape="1">
          <a:blip r:embed="rId2"/>
          <a:srcRect t="2564" b="1171"/>
          <a:stretch/>
        </p:blipFill>
        <p:spPr>
          <a:xfrm>
            <a:off x="2353305" y="1929108"/>
            <a:ext cx="7485390" cy="4188822"/>
          </a:xfrm>
        </p:spPr>
      </p:pic>
      <p:sp>
        <p:nvSpPr>
          <p:cNvPr id="4" name="投影片編號版面配置區 3">
            <a:extLst>
              <a:ext uri="{FF2B5EF4-FFF2-40B4-BE49-F238E27FC236}">
                <a16:creationId xmlns:a16="http://schemas.microsoft.com/office/drawing/2014/main" id="{1DD3FFD7-7C0B-6F74-70BD-897BC8A047CA}"/>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spTree>
    <p:extLst>
      <p:ext uri="{BB962C8B-B14F-4D97-AF65-F5344CB8AC3E}">
        <p14:creationId xmlns:p14="http://schemas.microsoft.com/office/powerpoint/2010/main" val="3511366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67C149-4251-1DD6-A33A-9117150ECCF5}"/>
              </a:ext>
            </a:extLst>
          </p:cNvPr>
          <p:cNvSpPr>
            <a:spLocks noGrp="1"/>
          </p:cNvSpPr>
          <p:nvPr>
            <p:ph type="title"/>
          </p:nvPr>
        </p:nvSpPr>
        <p:spPr/>
        <p:txBody>
          <a:bodyPr/>
          <a:lstStyle/>
          <a:p>
            <a:r>
              <a:rPr lang="en-US" altLang="zh-TW" dirty="0"/>
              <a:t>Merge</a:t>
            </a:r>
            <a:endParaRPr lang="zh-TW" altLang="en-US" dirty="0"/>
          </a:p>
        </p:txBody>
      </p:sp>
      <p:sp>
        <p:nvSpPr>
          <p:cNvPr id="4" name="投影片編號版面配置區 3">
            <a:extLst>
              <a:ext uri="{FF2B5EF4-FFF2-40B4-BE49-F238E27FC236}">
                <a16:creationId xmlns:a16="http://schemas.microsoft.com/office/drawing/2014/main" id="{3F67C853-224C-2802-8FE9-EE218BBA2CF4}"/>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mc:AlternateContent xmlns:mc="http://schemas.openxmlformats.org/markup-compatibility/2006" xmlns:a14="http://schemas.microsoft.com/office/drawing/2010/main">
        <mc:Choice Requires="a14">
          <p:graphicFrame>
            <p:nvGraphicFramePr>
              <p:cNvPr id="8" name="表格 8">
                <a:extLst>
                  <a:ext uri="{FF2B5EF4-FFF2-40B4-BE49-F238E27FC236}">
                    <a16:creationId xmlns:a16="http://schemas.microsoft.com/office/drawing/2014/main" id="{5483CCF5-A84D-C9CC-12BD-75F3416B55E9}"/>
                  </a:ext>
                </a:extLst>
              </p:cNvPr>
              <p:cNvGraphicFramePr>
                <a:graphicFrameLocks noGrp="1"/>
              </p:cNvGraphicFramePr>
              <p:nvPr>
                <p:ph idx="1"/>
              </p:nvPr>
            </p:nvGraphicFramePr>
            <p:xfrm>
              <a:off x="1170994" y="1825626"/>
              <a:ext cx="1905000" cy="2302237"/>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6</m:t>
                                    </m:r>
                                  </m:sub>
                                  <m:sup>
                                    <m:r>
                                      <a:rPr lang="en-US" altLang="zh-TW" sz="2400" b="0" i="1" smtClean="0">
                                        <a:latin typeface="Cambria Math" panose="02040503050406030204" pitchFamily="18" charset="0"/>
                                      </a:rPr>
                                      <m:t>12</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Choice>
        <mc:Fallback xmlns="">
          <p:graphicFrame>
            <p:nvGraphicFramePr>
              <p:cNvPr id="8" name="表格 8">
                <a:extLst>
                  <a:ext uri="{FF2B5EF4-FFF2-40B4-BE49-F238E27FC236}">
                    <a16:creationId xmlns:a16="http://schemas.microsoft.com/office/drawing/2014/main" id="{5483CCF5-A84D-C9CC-12BD-75F3416B55E9}"/>
                  </a:ext>
                </a:extLst>
              </p:cNvPr>
              <p:cNvGraphicFramePr>
                <a:graphicFrameLocks noGrp="1"/>
              </p:cNvGraphicFramePr>
              <p:nvPr>
                <p:ph idx="1"/>
              </p:nvPr>
            </p:nvGraphicFramePr>
            <p:xfrm>
              <a:off x="1170994" y="1825626"/>
              <a:ext cx="1905000" cy="2302237"/>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endParaRPr lang="zh-TW"/>
                        </a:p>
                      </a:txBody>
                      <a:tcPr anchor="ctr">
                        <a:lnB w="12700" cap="flat" cmpd="sng" algn="ctr">
                          <a:solidFill>
                            <a:schemeClr val="tx1"/>
                          </a:solidFill>
                          <a:prstDash val="solid"/>
                          <a:round/>
                          <a:headEnd type="none" w="med" len="med"/>
                          <a:tailEnd type="none" w="med" len="med"/>
                        </a:lnB>
                        <a:blipFill>
                          <a:blip r:embed="rId2"/>
                          <a:stretch>
                            <a:fillRect l="-319" t="-1299" r="-639" b="-420779"/>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E70D9A7A-5709-5723-8EBE-B25509FCE201}"/>
                  </a:ext>
                </a:extLst>
              </p:cNvPr>
              <p:cNvGraphicFramePr>
                <a:graphicFrameLocks/>
              </p:cNvGraphicFramePr>
              <p:nvPr/>
            </p:nvGraphicFramePr>
            <p:xfrm>
              <a:off x="3521103" y="1825626"/>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5</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Choice>
        <mc:Fallback xmlns="">
          <p:graphicFrame>
            <p:nvGraphicFramePr>
              <p:cNvPr id="9" name="表格 8">
                <a:extLst>
                  <a:ext uri="{FF2B5EF4-FFF2-40B4-BE49-F238E27FC236}">
                    <a16:creationId xmlns:a16="http://schemas.microsoft.com/office/drawing/2014/main" id="{E70D9A7A-5709-5723-8EBE-B25509FCE201}"/>
                  </a:ext>
                </a:extLst>
              </p:cNvPr>
              <p:cNvGraphicFramePr>
                <a:graphicFrameLocks/>
              </p:cNvGraphicFramePr>
              <p:nvPr/>
            </p:nvGraphicFramePr>
            <p:xfrm>
              <a:off x="3521103" y="1825626"/>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8884">
                    <a:tc gridSpan="3">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318" t="-1299" r="-637" b="-323377"/>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Fallback>
      </mc:AlternateContent>
      <p:sp>
        <p:nvSpPr>
          <p:cNvPr id="10" name="箭號: 向右 9">
            <a:extLst>
              <a:ext uri="{FF2B5EF4-FFF2-40B4-BE49-F238E27FC236}">
                <a16:creationId xmlns:a16="http://schemas.microsoft.com/office/drawing/2014/main" id="{43D820A9-117A-815F-4A4E-F01704B7B462}"/>
              </a:ext>
            </a:extLst>
          </p:cNvPr>
          <p:cNvSpPr/>
          <p:nvPr/>
        </p:nvSpPr>
        <p:spPr>
          <a:xfrm>
            <a:off x="5869577" y="2857503"/>
            <a:ext cx="452846" cy="238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2" name="表格 8">
                <a:extLst>
                  <a:ext uri="{FF2B5EF4-FFF2-40B4-BE49-F238E27FC236}">
                    <a16:creationId xmlns:a16="http://schemas.microsoft.com/office/drawing/2014/main" id="{67E4DC9F-EBA1-44A2-915A-124DE34E0EAC}"/>
                  </a:ext>
                </a:extLst>
              </p:cNvPr>
              <p:cNvGraphicFramePr>
                <a:graphicFrameLocks/>
              </p:cNvGraphicFramePr>
              <p:nvPr/>
            </p:nvGraphicFramePr>
            <p:xfrm>
              <a:off x="6769827" y="1825626"/>
              <a:ext cx="2255520" cy="2302237"/>
            </p:xfrm>
            <a:graphic>
              <a:graphicData uri="http://schemas.openxmlformats.org/drawingml/2006/table">
                <a:tbl>
                  <a:tblPr firstRow="1" bandRow="1">
                    <a:tableStyleId>{5940675A-B579-460E-94D1-54222C63F5DA}</a:tableStyleId>
                  </a:tblPr>
                  <a:tblGrid>
                    <a:gridCol w="563880">
                      <a:extLst>
                        <a:ext uri="{9D8B030D-6E8A-4147-A177-3AD203B41FA5}">
                          <a16:colId xmlns:a16="http://schemas.microsoft.com/office/drawing/2014/main" val="1392212242"/>
                        </a:ext>
                      </a:extLst>
                    </a:gridCol>
                    <a:gridCol w="563880">
                      <a:extLst>
                        <a:ext uri="{9D8B030D-6E8A-4147-A177-3AD203B41FA5}">
                          <a16:colId xmlns:a16="http://schemas.microsoft.com/office/drawing/2014/main" val="3397896882"/>
                        </a:ext>
                      </a:extLst>
                    </a:gridCol>
                    <a:gridCol w="563880">
                      <a:extLst>
                        <a:ext uri="{9D8B030D-6E8A-4147-A177-3AD203B41FA5}">
                          <a16:colId xmlns:a16="http://schemas.microsoft.com/office/drawing/2014/main" val="3210121094"/>
                        </a:ext>
                      </a:extLst>
                    </a:gridCol>
                    <a:gridCol w="563880">
                      <a:extLst>
                        <a:ext uri="{9D8B030D-6E8A-4147-A177-3AD203B41FA5}">
                          <a16:colId xmlns:a16="http://schemas.microsoft.com/office/drawing/2014/main" val="1935689848"/>
                        </a:ext>
                      </a:extLst>
                    </a:gridCol>
                  </a:tblGrid>
                  <a:tr h="466261">
                    <a:tc gridSpan="4">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6</m:t>
                                    </m:r>
                                  </m:sub>
                                  <m:sup>
                                    <m:r>
                                      <a:rPr lang="en-US" altLang="zh-TW" sz="2400" b="0" i="1" smtClean="0">
                                        <a:latin typeface="Cambria Math" panose="02040503050406030204" pitchFamily="18" charset="0"/>
                                      </a:rPr>
                                      <m:t>12</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Choice>
        <mc:Fallback xmlns="">
          <p:graphicFrame>
            <p:nvGraphicFramePr>
              <p:cNvPr id="12" name="表格 8">
                <a:extLst>
                  <a:ext uri="{FF2B5EF4-FFF2-40B4-BE49-F238E27FC236}">
                    <a16:creationId xmlns:a16="http://schemas.microsoft.com/office/drawing/2014/main" id="{67E4DC9F-EBA1-44A2-915A-124DE34E0EAC}"/>
                  </a:ext>
                </a:extLst>
              </p:cNvPr>
              <p:cNvGraphicFramePr>
                <a:graphicFrameLocks/>
              </p:cNvGraphicFramePr>
              <p:nvPr/>
            </p:nvGraphicFramePr>
            <p:xfrm>
              <a:off x="6769827" y="1825626"/>
              <a:ext cx="2255520" cy="2302237"/>
            </p:xfrm>
            <a:graphic>
              <a:graphicData uri="http://schemas.openxmlformats.org/drawingml/2006/table">
                <a:tbl>
                  <a:tblPr firstRow="1" bandRow="1">
                    <a:tableStyleId>{5940675A-B579-460E-94D1-54222C63F5DA}</a:tableStyleId>
                  </a:tblPr>
                  <a:tblGrid>
                    <a:gridCol w="563880">
                      <a:extLst>
                        <a:ext uri="{9D8B030D-6E8A-4147-A177-3AD203B41FA5}">
                          <a16:colId xmlns:a16="http://schemas.microsoft.com/office/drawing/2014/main" val="1392212242"/>
                        </a:ext>
                      </a:extLst>
                    </a:gridCol>
                    <a:gridCol w="563880">
                      <a:extLst>
                        <a:ext uri="{9D8B030D-6E8A-4147-A177-3AD203B41FA5}">
                          <a16:colId xmlns:a16="http://schemas.microsoft.com/office/drawing/2014/main" val="3397896882"/>
                        </a:ext>
                      </a:extLst>
                    </a:gridCol>
                    <a:gridCol w="563880">
                      <a:extLst>
                        <a:ext uri="{9D8B030D-6E8A-4147-A177-3AD203B41FA5}">
                          <a16:colId xmlns:a16="http://schemas.microsoft.com/office/drawing/2014/main" val="3210121094"/>
                        </a:ext>
                      </a:extLst>
                    </a:gridCol>
                    <a:gridCol w="563880">
                      <a:extLst>
                        <a:ext uri="{9D8B030D-6E8A-4147-A177-3AD203B41FA5}">
                          <a16:colId xmlns:a16="http://schemas.microsoft.com/office/drawing/2014/main" val="1935689848"/>
                        </a:ext>
                      </a:extLst>
                    </a:gridCol>
                  </a:tblGrid>
                  <a:tr h="466261">
                    <a:tc gridSpan="4">
                      <a:txBody>
                        <a:bodyPr/>
                        <a:lstStyle/>
                        <a:p>
                          <a:endParaRPr lang="zh-TW"/>
                        </a:p>
                      </a:txBody>
                      <a:tcPr anchor="ctr">
                        <a:lnB w="12700" cap="flat" cmpd="sng" algn="ctr">
                          <a:solidFill>
                            <a:schemeClr val="tx1"/>
                          </a:solidFill>
                          <a:prstDash val="solid"/>
                          <a:round/>
                          <a:headEnd type="none" w="med" len="med"/>
                          <a:tailEnd type="none" w="med" len="med"/>
                        </a:lnB>
                        <a:blipFill>
                          <a:blip r:embed="rId4"/>
                          <a:stretch>
                            <a:fillRect l="-270" t="-1299" r="-539" b="-420779"/>
                          </a:stretch>
                        </a:blipFill>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1C3B38DF-E101-4830-7D41-4045177E435F}"/>
                  </a:ext>
                </a:extLst>
              </p:cNvPr>
              <p:cNvGraphicFramePr>
                <a:graphicFrameLocks/>
              </p:cNvGraphicFramePr>
              <p:nvPr/>
            </p:nvGraphicFramePr>
            <p:xfrm>
              <a:off x="9472751" y="1839869"/>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5</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Choice>
        <mc:Fallback xmlns="">
          <p:graphicFrame>
            <p:nvGraphicFramePr>
              <p:cNvPr id="13" name="表格 12">
                <a:extLst>
                  <a:ext uri="{FF2B5EF4-FFF2-40B4-BE49-F238E27FC236}">
                    <a16:creationId xmlns:a16="http://schemas.microsoft.com/office/drawing/2014/main" id="{1C3B38DF-E101-4830-7D41-4045177E435F}"/>
                  </a:ext>
                </a:extLst>
              </p:cNvPr>
              <p:cNvGraphicFramePr>
                <a:graphicFrameLocks/>
              </p:cNvGraphicFramePr>
              <p:nvPr/>
            </p:nvGraphicFramePr>
            <p:xfrm>
              <a:off x="9472751" y="1839869"/>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8884">
                    <a:tc gridSpan="3">
                      <a:txBody>
                        <a:bodyPr/>
                        <a:lstStyle/>
                        <a:p>
                          <a:endParaRPr lang="zh-TW"/>
                        </a:p>
                      </a:txBody>
                      <a:tcPr anchor="ctr">
                        <a:lnB w="12700" cap="flat" cmpd="sng" algn="ctr">
                          <a:solidFill>
                            <a:schemeClr val="tx1"/>
                          </a:solidFill>
                          <a:prstDash val="solid"/>
                          <a:round/>
                          <a:headEnd type="none" w="med" len="med"/>
                          <a:tailEnd type="none" w="med" len="med"/>
                        </a:lnB>
                        <a:blipFill>
                          <a:blip r:embed="rId5"/>
                          <a:stretch>
                            <a:fillRect l="-318" t="-1299" r="-637" b="-323377"/>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Fallback>
      </mc:AlternateContent>
      <p:sp>
        <p:nvSpPr>
          <p:cNvPr id="14" name="箭號: 向右 13">
            <a:extLst>
              <a:ext uri="{FF2B5EF4-FFF2-40B4-BE49-F238E27FC236}">
                <a16:creationId xmlns:a16="http://schemas.microsoft.com/office/drawing/2014/main" id="{FAF70E2C-A228-5FF8-884B-3C02CFE639BA}"/>
              </a:ext>
            </a:extLst>
          </p:cNvPr>
          <p:cNvSpPr/>
          <p:nvPr/>
        </p:nvSpPr>
        <p:spPr>
          <a:xfrm rot="7891011">
            <a:off x="9019905" y="4137065"/>
            <a:ext cx="452846" cy="238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5" name="表格 8">
                <a:extLst>
                  <a:ext uri="{FF2B5EF4-FFF2-40B4-BE49-F238E27FC236}">
                    <a16:creationId xmlns:a16="http://schemas.microsoft.com/office/drawing/2014/main" id="{6DB6532C-1061-3161-A250-5977D7D8B46C}"/>
                  </a:ext>
                </a:extLst>
              </p:cNvPr>
              <p:cNvGraphicFramePr>
                <a:graphicFrameLocks/>
              </p:cNvGraphicFramePr>
              <p:nvPr/>
            </p:nvGraphicFramePr>
            <p:xfrm>
              <a:off x="3449621" y="4481303"/>
              <a:ext cx="2338828" cy="2302237"/>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6261">
                    <a:tc gridSpan="4">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6</m:t>
                                    </m:r>
                                  </m:sub>
                                  <m:sup>
                                    <m:r>
                                      <a:rPr lang="en-US" altLang="zh-TW" sz="2400" b="0" i="1" smtClean="0">
                                        <a:latin typeface="Cambria Math" panose="02040503050406030204" pitchFamily="18" charset="0"/>
                                      </a:rPr>
                                      <m:t>12</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Choice>
        <mc:Fallback xmlns="">
          <p:graphicFrame>
            <p:nvGraphicFramePr>
              <p:cNvPr id="15" name="表格 8">
                <a:extLst>
                  <a:ext uri="{FF2B5EF4-FFF2-40B4-BE49-F238E27FC236}">
                    <a16:creationId xmlns:a16="http://schemas.microsoft.com/office/drawing/2014/main" id="{6DB6532C-1061-3161-A250-5977D7D8B46C}"/>
                  </a:ext>
                </a:extLst>
              </p:cNvPr>
              <p:cNvGraphicFramePr>
                <a:graphicFrameLocks/>
              </p:cNvGraphicFramePr>
              <p:nvPr/>
            </p:nvGraphicFramePr>
            <p:xfrm>
              <a:off x="3449621" y="4481303"/>
              <a:ext cx="2338828" cy="2302237"/>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6261">
                    <a:tc gridSpan="4">
                      <a:txBody>
                        <a:bodyPr/>
                        <a:lstStyle/>
                        <a:p>
                          <a:endParaRPr lang="zh-TW"/>
                        </a:p>
                      </a:txBody>
                      <a:tcPr anchor="ctr">
                        <a:lnB w="12700" cap="flat" cmpd="sng" algn="ctr">
                          <a:solidFill>
                            <a:schemeClr val="tx1"/>
                          </a:solidFill>
                          <a:prstDash val="solid"/>
                          <a:round/>
                          <a:headEnd type="none" w="med" len="med"/>
                          <a:tailEnd type="none" w="med" len="med"/>
                        </a:lnB>
                        <a:blipFill>
                          <a:blip r:embed="rId6"/>
                          <a:stretch>
                            <a:fillRect l="-260" t="-1299" r="-519" b="-420779"/>
                          </a:stretch>
                        </a:blipFill>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表格 15">
                <a:extLst>
                  <a:ext uri="{FF2B5EF4-FFF2-40B4-BE49-F238E27FC236}">
                    <a16:creationId xmlns:a16="http://schemas.microsoft.com/office/drawing/2014/main" id="{A20234D3-F694-84AF-252F-146AD0C8F52D}"/>
                  </a:ext>
                </a:extLst>
              </p:cNvPr>
              <p:cNvGraphicFramePr>
                <a:graphicFrameLocks/>
              </p:cNvGraphicFramePr>
              <p:nvPr/>
            </p:nvGraphicFramePr>
            <p:xfrm>
              <a:off x="6403552" y="4483852"/>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5</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Choice>
        <mc:Fallback xmlns="">
          <p:graphicFrame>
            <p:nvGraphicFramePr>
              <p:cNvPr id="16" name="表格 15">
                <a:extLst>
                  <a:ext uri="{FF2B5EF4-FFF2-40B4-BE49-F238E27FC236}">
                    <a16:creationId xmlns:a16="http://schemas.microsoft.com/office/drawing/2014/main" id="{A20234D3-F694-84AF-252F-146AD0C8F52D}"/>
                  </a:ext>
                </a:extLst>
              </p:cNvPr>
              <p:cNvGraphicFramePr>
                <a:graphicFrameLocks/>
              </p:cNvGraphicFramePr>
              <p:nvPr/>
            </p:nvGraphicFramePr>
            <p:xfrm>
              <a:off x="6403552" y="4483852"/>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8884">
                    <a:tc gridSpan="3">
                      <a:txBody>
                        <a:bodyPr/>
                        <a:lstStyle/>
                        <a:p>
                          <a:endParaRPr lang="zh-TW"/>
                        </a:p>
                      </a:txBody>
                      <a:tcPr anchor="ctr">
                        <a:lnB w="12700" cap="flat" cmpd="sng" algn="ctr">
                          <a:solidFill>
                            <a:schemeClr val="tx1"/>
                          </a:solidFill>
                          <a:prstDash val="solid"/>
                          <a:round/>
                          <a:headEnd type="none" w="med" len="med"/>
                          <a:tailEnd type="none" w="med" len="med"/>
                        </a:lnB>
                        <a:blipFill>
                          <a:blip r:embed="rId7"/>
                          <a:stretch>
                            <a:fillRect l="-319" t="-1299" r="-958" b="-297403"/>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Fallback>
      </mc:AlternateContent>
    </p:spTree>
    <p:extLst>
      <p:ext uri="{BB962C8B-B14F-4D97-AF65-F5344CB8AC3E}">
        <p14:creationId xmlns:p14="http://schemas.microsoft.com/office/powerpoint/2010/main" val="3997896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67C149-4251-1DD6-A33A-9117150ECCF5}"/>
              </a:ext>
            </a:extLst>
          </p:cNvPr>
          <p:cNvSpPr>
            <a:spLocks noGrp="1"/>
          </p:cNvSpPr>
          <p:nvPr>
            <p:ph type="title"/>
          </p:nvPr>
        </p:nvSpPr>
        <p:spPr/>
        <p:txBody>
          <a:bodyPr/>
          <a:lstStyle/>
          <a:p>
            <a:r>
              <a:rPr lang="en-US" altLang="zh-TW" dirty="0"/>
              <a:t>Merge (cont.)</a:t>
            </a:r>
            <a:endParaRPr lang="zh-TW" altLang="en-US" dirty="0"/>
          </a:p>
        </p:txBody>
      </p:sp>
      <p:sp>
        <p:nvSpPr>
          <p:cNvPr id="4" name="投影片編號版面配置區 3">
            <a:extLst>
              <a:ext uri="{FF2B5EF4-FFF2-40B4-BE49-F238E27FC236}">
                <a16:creationId xmlns:a16="http://schemas.microsoft.com/office/drawing/2014/main" id="{3F67C853-224C-2802-8FE9-EE218BBA2CF4}"/>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E70D9A7A-5709-5723-8EBE-B25509FCE201}"/>
                  </a:ext>
                </a:extLst>
              </p:cNvPr>
              <p:cNvGraphicFramePr>
                <a:graphicFrameLocks/>
              </p:cNvGraphicFramePr>
              <p:nvPr>
                <p:extLst>
                  <p:ext uri="{D42A27DB-BD31-4B8C-83A1-F6EECF244321}">
                    <p14:modId xmlns:p14="http://schemas.microsoft.com/office/powerpoint/2010/main" val="3214248069"/>
                  </p:ext>
                </p:extLst>
              </p:nvPr>
            </p:nvGraphicFramePr>
            <p:xfrm>
              <a:off x="3521103" y="1825626"/>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5</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Choice>
        <mc:Fallback xmlns="">
          <p:graphicFrame>
            <p:nvGraphicFramePr>
              <p:cNvPr id="9" name="表格 8">
                <a:extLst>
                  <a:ext uri="{FF2B5EF4-FFF2-40B4-BE49-F238E27FC236}">
                    <a16:creationId xmlns:a16="http://schemas.microsoft.com/office/drawing/2014/main" id="{E70D9A7A-5709-5723-8EBE-B25509FCE201}"/>
                  </a:ext>
                </a:extLst>
              </p:cNvPr>
              <p:cNvGraphicFramePr>
                <a:graphicFrameLocks/>
              </p:cNvGraphicFramePr>
              <p:nvPr>
                <p:extLst>
                  <p:ext uri="{D42A27DB-BD31-4B8C-83A1-F6EECF244321}">
                    <p14:modId xmlns:p14="http://schemas.microsoft.com/office/powerpoint/2010/main" val="3214248069"/>
                  </p:ext>
                </p:extLst>
              </p:nvPr>
            </p:nvGraphicFramePr>
            <p:xfrm>
              <a:off x="3521103" y="1825626"/>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8884">
                    <a:tc gridSpan="3">
                      <a:txBody>
                        <a:bodyPr/>
                        <a:lstStyle/>
                        <a:p>
                          <a:endParaRPr lang="zh-TW"/>
                        </a:p>
                      </a:txBody>
                      <a:tcPr anchor="ctr">
                        <a:lnB w="12700" cap="flat" cmpd="sng" algn="ctr">
                          <a:solidFill>
                            <a:schemeClr val="tx1"/>
                          </a:solidFill>
                          <a:prstDash val="solid"/>
                          <a:round/>
                          <a:headEnd type="none" w="med" len="med"/>
                          <a:tailEnd type="none" w="med" len="med"/>
                        </a:lnB>
                        <a:blipFill>
                          <a:blip r:embed="rId2"/>
                          <a:stretch>
                            <a:fillRect l="-318" t="-1299" r="-637" b="-297403"/>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Fallback>
      </mc:AlternateContent>
      <p:sp>
        <p:nvSpPr>
          <p:cNvPr id="10" name="箭號: 向右 9">
            <a:extLst>
              <a:ext uri="{FF2B5EF4-FFF2-40B4-BE49-F238E27FC236}">
                <a16:creationId xmlns:a16="http://schemas.microsoft.com/office/drawing/2014/main" id="{43D820A9-117A-815F-4A4E-F01704B7B462}"/>
              </a:ext>
            </a:extLst>
          </p:cNvPr>
          <p:cNvSpPr/>
          <p:nvPr/>
        </p:nvSpPr>
        <p:spPr>
          <a:xfrm>
            <a:off x="5869577" y="2857503"/>
            <a:ext cx="452846" cy="238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1C3B38DF-E101-4830-7D41-4045177E435F}"/>
                  </a:ext>
                </a:extLst>
              </p:cNvPr>
              <p:cNvGraphicFramePr>
                <a:graphicFrameLocks/>
              </p:cNvGraphicFramePr>
              <p:nvPr>
                <p:extLst>
                  <p:ext uri="{D42A27DB-BD31-4B8C-83A1-F6EECF244321}">
                    <p14:modId xmlns:p14="http://schemas.microsoft.com/office/powerpoint/2010/main" val="733132845"/>
                  </p:ext>
                </p:extLst>
              </p:nvPr>
            </p:nvGraphicFramePr>
            <p:xfrm>
              <a:off x="9555719" y="1825626"/>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5</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Choice>
        <mc:Fallback xmlns="">
          <p:graphicFrame>
            <p:nvGraphicFramePr>
              <p:cNvPr id="13" name="表格 12">
                <a:extLst>
                  <a:ext uri="{FF2B5EF4-FFF2-40B4-BE49-F238E27FC236}">
                    <a16:creationId xmlns:a16="http://schemas.microsoft.com/office/drawing/2014/main" id="{1C3B38DF-E101-4830-7D41-4045177E435F}"/>
                  </a:ext>
                </a:extLst>
              </p:cNvPr>
              <p:cNvGraphicFramePr>
                <a:graphicFrameLocks/>
              </p:cNvGraphicFramePr>
              <p:nvPr>
                <p:extLst>
                  <p:ext uri="{D42A27DB-BD31-4B8C-83A1-F6EECF244321}">
                    <p14:modId xmlns:p14="http://schemas.microsoft.com/office/powerpoint/2010/main" val="733132845"/>
                  </p:ext>
                </p:extLst>
              </p:nvPr>
            </p:nvGraphicFramePr>
            <p:xfrm>
              <a:off x="9555719" y="1825626"/>
              <a:ext cx="1905000" cy="1845866"/>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8884">
                    <a:tc gridSpan="3">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318" t="-1299" r="-637" b="-297403"/>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r h="458994">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7613155"/>
                      </a:ext>
                    </a:extLst>
                  </a:tr>
                </a:tbl>
              </a:graphicData>
            </a:graphic>
          </p:graphicFrame>
        </mc:Fallback>
      </mc:AlternateContent>
      <p:sp>
        <p:nvSpPr>
          <p:cNvPr id="14" name="箭號: 向右 13">
            <a:extLst>
              <a:ext uri="{FF2B5EF4-FFF2-40B4-BE49-F238E27FC236}">
                <a16:creationId xmlns:a16="http://schemas.microsoft.com/office/drawing/2014/main" id="{FAF70E2C-A228-5FF8-884B-3C02CFE639BA}"/>
              </a:ext>
            </a:extLst>
          </p:cNvPr>
          <p:cNvSpPr/>
          <p:nvPr/>
        </p:nvSpPr>
        <p:spPr>
          <a:xfrm rot="7891011">
            <a:off x="9019905" y="4137065"/>
            <a:ext cx="452846" cy="238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5" name="表格 8">
                <a:extLst>
                  <a:ext uri="{FF2B5EF4-FFF2-40B4-BE49-F238E27FC236}">
                    <a16:creationId xmlns:a16="http://schemas.microsoft.com/office/drawing/2014/main" id="{6DB6532C-1061-3161-A250-5977D7D8B46C}"/>
                  </a:ext>
                </a:extLst>
              </p:cNvPr>
              <p:cNvGraphicFramePr>
                <a:graphicFrameLocks/>
              </p:cNvGraphicFramePr>
              <p:nvPr>
                <p:extLst>
                  <p:ext uri="{D42A27DB-BD31-4B8C-83A1-F6EECF244321}">
                    <p14:modId xmlns:p14="http://schemas.microsoft.com/office/powerpoint/2010/main" val="444055576"/>
                  </p:ext>
                </p:extLst>
              </p:nvPr>
            </p:nvGraphicFramePr>
            <p:xfrm>
              <a:off x="734871" y="1825624"/>
              <a:ext cx="2338828" cy="2302237"/>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6261">
                    <a:tc gridSpan="4">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6</m:t>
                                    </m:r>
                                  </m:sub>
                                  <m:sup>
                                    <m:r>
                                      <a:rPr lang="en-US" altLang="zh-TW" sz="2400" b="0" i="1" smtClean="0">
                                        <a:latin typeface="Cambria Math" panose="02040503050406030204" pitchFamily="18" charset="0"/>
                                      </a:rPr>
                                      <m:t>12</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Choice>
        <mc:Fallback xmlns="">
          <p:graphicFrame>
            <p:nvGraphicFramePr>
              <p:cNvPr id="15" name="表格 8">
                <a:extLst>
                  <a:ext uri="{FF2B5EF4-FFF2-40B4-BE49-F238E27FC236}">
                    <a16:creationId xmlns:a16="http://schemas.microsoft.com/office/drawing/2014/main" id="{6DB6532C-1061-3161-A250-5977D7D8B46C}"/>
                  </a:ext>
                </a:extLst>
              </p:cNvPr>
              <p:cNvGraphicFramePr>
                <a:graphicFrameLocks/>
              </p:cNvGraphicFramePr>
              <p:nvPr>
                <p:extLst>
                  <p:ext uri="{D42A27DB-BD31-4B8C-83A1-F6EECF244321}">
                    <p14:modId xmlns:p14="http://schemas.microsoft.com/office/powerpoint/2010/main" val="444055576"/>
                  </p:ext>
                </p:extLst>
              </p:nvPr>
            </p:nvGraphicFramePr>
            <p:xfrm>
              <a:off x="734871" y="1825624"/>
              <a:ext cx="2338828" cy="2302237"/>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6261">
                    <a:tc gridSpan="4">
                      <a:txBody>
                        <a:bodyPr/>
                        <a:lstStyle/>
                        <a:p>
                          <a:endParaRPr lang="zh-TW"/>
                        </a:p>
                      </a:txBody>
                      <a:tcPr anchor="ctr">
                        <a:lnB w="12700" cap="flat" cmpd="sng" algn="ctr">
                          <a:solidFill>
                            <a:schemeClr val="tx1"/>
                          </a:solidFill>
                          <a:prstDash val="solid"/>
                          <a:round/>
                          <a:headEnd type="none" w="med" len="med"/>
                          <a:tailEnd type="none" w="med" len="med"/>
                        </a:lnB>
                        <a:blipFill>
                          <a:blip r:embed="rId4"/>
                          <a:stretch>
                            <a:fillRect l="-260" t="-1299" r="-519" b="-420779"/>
                          </a:stretch>
                        </a:blipFill>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9" name="表格 8">
                <a:extLst>
                  <a:ext uri="{FF2B5EF4-FFF2-40B4-BE49-F238E27FC236}">
                    <a16:creationId xmlns:a16="http://schemas.microsoft.com/office/drawing/2014/main" id="{F8D32224-50B5-0FD2-74E5-71554FC0C57C}"/>
                  </a:ext>
                </a:extLst>
              </p:cNvPr>
              <p:cNvGraphicFramePr>
                <a:graphicFrameLocks/>
              </p:cNvGraphicFramePr>
              <p:nvPr>
                <p:extLst>
                  <p:ext uri="{D42A27DB-BD31-4B8C-83A1-F6EECF244321}">
                    <p14:modId xmlns:p14="http://schemas.microsoft.com/office/powerpoint/2010/main" val="1032195374"/>
                  </p:ext>
                </p:extLst>
              </p:nvPr>
            </p:nvGraphicFramePr>
            <p:xfrm>
              <a:off x="4634247" y="4504880"/>
              <a:ext cx="2923505" cy="2307908"/>
            </p:xfrm>
            <a:graphic>
              <a:graphicData uri="http://schemas.openxmlformats.org/drawingml/2006/table">
                <a:tbl>
                  <a:tblPr firstRow="1" bandRow="1">
                    <a:tableStyleId>{5940675A-B579-460E-94D1-54222C63F5DA}</a:tableStyleId>
                  </a:tblPr>
                  <a:tblGrid>
                    <a:gridCol w="584701">
                      <a:extLst>
                        <a:ext uri="{9D8B030D-6E8A-4147-A177-3AD203B41FA5}">
                          <a16:colId xmlns:a16="http://schemas.microsoft.com/office/drawing/2014/main" val="1392212242"/>
                        </a:ext>
                      </a:extLst>
                    </a:gridCol>
                    <a:gridCol w="584701">
                      <a:extLst>
                        <a:ext uri="{9D8B030D-6E8A-4147-A177-3AD203B41FA5}">
                          <a16:colId xmlns:a16="http://schemas.microsoft.com/office/drawing/2014/main" val="3397896882"/>
                        </a:ext>
                      </a:extLst>
                    </a:gridCol>
                    <a:gridCol w="584701">
                      <a:extLst>
                        <a:ext uri="{9D8B030D-6E8A-4147-A177-3AD203B41FA5}">
                          <a16:colId xmlns:a16="http://schemas.microsoft.com/office/drawing/2014/main" val="3210121094"/>
                        </a:ext>
                      </a:extLst>
                    </a:gridCol>
                    <a:gridCol w="584701">
                      <a:extLst>
                        <a:ext uri="{9D8B030D-6E8A-4147-A177-3AD203B41FA5}">
                          <a16:colId xmlns:a16="http://schemas.microsoft.com/office/drawing/2014/main" val="1935689848"/>
                        </a:ext>
                      </a:extLst>
                    </a:gridCol>
                    <a:gridCol w="584701">
                      <a:extLst>
                        <a:ext uri="{9D8B030D-6E8A-4147-A177-3AD203B41FA5}">
                          <a16:colId xmlns:a16="http://schemas.microsoft.com/office/drawing/2014/main" val="625707707"/>
                        </a:ext>
                      </a:extLst>
                    </a:gridCol>
                  </a:tblGrid>
                  <a:tr h="466261">
                    <a:tc gridSpan="5">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6</m:t>
                                    </m:r>
                                  </m:sub>
                                  <m:sup>
                                    <m:r>
                                      <a:rPr lang="en-US" altLang="zh-TW" sz="2400" b="0" i="1" smtClean="0">
                                        <a:latin typeface="Cambria Math" panose="02040503050406030204" pitchFamily="18" charset="0"/>
                                      </a:rPr>
                                      <m:t>5</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Choice>
        <mc:Fallback xmlns="">
          <p:graphicFrame>
            <p:nvGraphicFramePr>
              <p:cNvPr id="19" name="表格 8">
                <a:extLst>
                  <a:ext uri="{FF2B5EF4-FFF2-40B4-BE49-F238E27FC236}">
                    <a16:creationId xmlns:a16="http://schemas.microsoft.com/office/drawing/2014/main" id="{F8D32224-50B5-0FD2-74E5-71554FC0C57C}"/>
                  </a:ext>
                </a:extLst>
              </p:cNvPr>
              <p:cNvGraphicFramePr>
                <a:graphicFrameLocks/>
              </p:cNvGraphicFramePr>
              <p:nvPr>
                <p:extLst>
                  <p:ext uri="{D42A27DB-BD31-4B8C-83A1-F6EECF244321}">
                    <p14:modId xmlns:p14="http://schemas.microsoft.com/office/powerpoint/2010/main" val="1032195374"/>
                  </p:ext>
                </p:extLst>
              </p:nvPr>
            </p:nvGraphicFramePr>
            <p:xfrm>
              <a:off x="4634247" y="4504880"/>
              <a:ext cx="2923505" cy="2307908"/>
            </p:xfrm>
            <a:graphic>
              <a:graphicData uri="http://schemas.openxmlformats.org/drawingml/2006/table">
                <a:tbl>
                  <a:tblPr firstRow="1" bandRow="1">
                    <a:tableStyleId>{5940675A-B579-460E-94D1-54222C63F5DA}</a:tableStyleId>
                  </a:tblPr>
                  <a:tblGrid>
                    <a:gridCol w="584701">
                      <a:extLst>
                        <a:ext uri="{9D8B030D-6E8A-4147-A177-3AD203B41FA5}">
                          <a16:colId xmlns:a16="http://schemas.microsoft.com/office/drawing/2014/main" val="1392212242"/>
                        </a:ext>
                      </a:extLst>
                    </a:gridCol>
                    <a:gridCol w="584701">
                      <a:extLst>
                        <a:ext uri="{9D8B030D-6E8A-4147-A177-3AD203B41FA5}">
                          <a16:colId xmlns:a16="http://schemas.microsoft.com/office/drawing/2014/main" val="3397896882"/>
                        </a:ext>
                      </a:extLst>
                    </a:gridCol>
                    <a:gridCol w="584701">
                      <a:extLst>
                        <a:ext uri="{9D8B030D-6E8A-4147-A177-3AD203B41FA5}">
                          <a16:colId xmlns:a16="http://schemas.microsoft.com/office/drawing/2014/main" val="3210121094"/>
                        </a:ext>
                      </a:extLst>
                    </a:gridCol>
                    <a:gridCol w="584701">
                      <a:extLst>
                        <a:ext uri="{9D8B030D-6E8A-4147-A177-3AD203B41FA5}">
                          <a16:colId xmlns:a16="http://schemas.microsoft.com/office/drawing/2014/main" val="1935689848"/>
                        </a:ext>
                      </a:extLst>
                    </a:gridCol>
                    <a:gridCol w="584701">
                      <a:extLst>
                        <a:ext uri="{9D8B030D-6E8A-4147-A177-3AD203B41FA5}">
                          <a16:colId xmlns:a16="http://schemas.microsoft.com/office/drawing/2014/main" val="625707707"/>
                        </a:ext>
                      </a:extLst>
                    </a:gridCol>
                  </a:tblGrid>
                  <a:tr h="471932">
                    <a:tc gridSpan="5">
                      <a:txBody>
                        <a:bodyPr/>
                        <a:lstStyle/>
                        <a:p>
                          <a:endParaRPr lang="zh-TW"/>
                        </a:p>
                      </a:txBody>
                      <a:tcPr anchor="ctr">
                        <a:lnB w="12700" cap="flat" cmpd="sng" algn="ctr">
                          <a:solidFill>
                            <a:schemeClr val="tx1"/>
                          </a:solidFill>
                          <a:prstDash val="solid"/>
                          <a:round/>
                          <a:headEnd type="none" w="med" len="med"/>
                          <a:tailEnd type="none" w="med" len="med"/>
                        </a:lnB>
                        <a:blipFill>
                          <a:blip r:embed="rId5"/>
                          <a:stretch>
                            <a:fillRect l="-208" t="-1282" r="-417" b="-415385"/>
                          </a:stretch>
                        </a:blipFill>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0" name="表格 8">
                <a:extLst>
                  <a:ext uri="{FF2B5EF4-FFF2-40B4-BE49-F238E27FC236}">
                    <a16:creationId xmlns:a16="http://schemas.microsoft.com/office/drawing/2014/main" id="{88A86487-972E-D291-83ED-319140E0630C}"/>
                  </a:ext>
                </a:extLst>
              </p:cNvPr>
              <p:cNvGraphicFramePr>
                <a:graphicFrameLocks/>
              </p:cNvGraphicFramePr>
              <p:nvPr>
                <p:extLst>
                  <p:ext uri="{D42A27DB-BD31-4B8C-83A1-F6EECF244321}">
                    <p14:modId xmlns:p14="http://schemas.microsoft.com/office/powerpoint/2010/main" val="4090512766"/>
                  </p:ext>
                </p:extLst>
              </p:nvPr>
            </p:nvGraphicFramePr>
            <p:xfrm>
              <a:off x="6769657" y="1825623"/>
              <a:ext cx="2338828" cy="2302237"/>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6261">
                    <a:tc gridSpan="4">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6</m:t>
                                    </m:r>
                                  </m:sub>
                                  <m:sup>
                                    <m:r>
                                      <a:rPr lang="en-US" altLang="zh-TW" sz="2400" b="0" i="1" smtClean="0">
                                        <a:latin typeface="Cambria Math" panose="02040503050406030204" pitchFamily="18" charset="0"/>
                                      </a:rPr>
                                      <m:t>12</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Choice>
        <mc:Fallback xmlns="">
          <p:graphicFrame>
            <p:nvGraphicFramePr>
              <p:cNvPr id="20" name="表格 8">
                <a:extLst>
                  <a:ext uri="{FF2B5EF4-FFF2-40B4-BE49-F238E27FC236}">
                    <a16:creationId xmlns:a16="http://schemas.microsoft.com/office/drawing/2014/main" id="{88A86487-972E-D291-83ED-319140E0630C}"/>
                  </a:ext>
                </a:extLst>
              </p:cNvPr>
              <p:cNvGraphicFramePr>
                <a:graphicFrameLocks/>
              </p:cNvGraphicFramePr>
              <p:nvPr>
                <p:extLst>
                  <p:ext uri="{D42A27DB-BD31-4B8C-83A1-F6EECF244321}">
                    <p14:modId xmlns:p14="http://schemas.microsoft.com/office/powerpoint/2010/main" val="4090512766"/>
                  </p:ext>
                </p:extLst>
              </p:nvPr>
            </p:nvGraphicFramePr>
            <p:xfrm>
              <a:off x="6769657" y="1825623"/>
              <a:ext cx="2338828" cy="2302237"/>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6261">
                    <a:tc gridSpan="4">
                      <a:txBody>
                        <a:bodyPr/>
                        <a:lstStyle/>
                        <a:p>
                          <a:endParaRPr lang="zh-TW"/>
                        </a:p>
                      </a:txBody>
                      <a:tcPr anchor="ctr">
                        <a:lnB w="12700" cap="flat" cmpd="sng" algn="ctr">
                          <a:solidFill>
                            <a:schemeClr val="tx1"/>
                          </a:solidFill>
                          <a:prstDash val="solid"/>
                          <a:round/>
                          <a:headEnd type="none" w="med" len="med"/>
                          <a:tailEnd type="none" w="med" len="med"/>
                        </a:lnB>
                        <a:blipFill>
                          <a:blip r:embed="rId6"/>
                          <a:stretch>
                            <a:fillRect l="-260" t="-1299" r="-519" b="-420779"/>
                          </a:stretch>
                        </a:blipFill>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bl>
              </a:graphicData>
            </a:graphic>
          </p:graphicFrame>
        </mc:Fallback>
      </mc:AlternateContent>
    </p:spTree>
    <p:extLst>
      <p:ext uri="{BB962C8B-B14F-4D97-AF65-F5344CB8AC3E}">
        <p14:creationId xmlns:p14="http://schemas.microsoft.com/office/powerpoint/2010/main" val="3321855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11B1EA-D437-3BED-1BD1-91A68DF0DDAE}"/>
              </a:ext>
            </a:extLst>
          </p:cNvPr>
          <p:cNvSpPr>
            <a:spLocks noGrp="1"/>
          </p:cNvSpPr>
          <p:nvPr>
            <p:ph type="title"/>
          </p:nvPr>
        </p:nvSpPr>
        <p:spPr/>
        <p:txBody>
          <a:bodyPr/>
          <a:lstStyle/>
          <a:p>
            <a:r>
              <a:rPr lang="en-US" altLang="zh-TW" dirty="0"/>
              <a:t>Algorithm (cont.)</a:t>
            </a:r>
            <a:endParaRPr lang="zh-TW" altLang="en-US" dirty="0"/>
          </a:p>
        </p:txBody>
      </p:sp>
      <p:pic>
        <p:nvPicPr>
          <p:cNvPr id="6" name="內容版面配置區 5">
            <a:extLst>
              <a:ext uri="{FF2B5EF4-FFF2-40B4-BE49-F238E27FC236}">
                <a16:creationId xmlns:a16="http://schemas.microsoft.com/office/drawing/2014/main" id="{7BAD4927-2B44-E7A1-C3AC-575E0CCC7538}"/>
              </a:ext>
            </a:extLst>
          </p:cNvPr>
          <p:cNvPicPr>
            <a:picLocks noGrp="1" noChangeAspect="1"/>
          </p:cNvPicPr>
          <p:nvPr>
            <p:ph idx="1"/>
          </p:nvPr>
        </p:nvPicPr>
        <p:blipFill>
          <a:blip r:embed="rId2"/>
          <a:stretch>
            <a:fillRect/>
          </a:stretch>
        </p:blipFill>
        <p:spPr>
          <a:xfrm>
            <a:off x="2397795" y="1847850"/>
            <a:ext cx="7396409" cy="4351338"/>
          </a:xfrm>
        </p:spPr>
      </p:pic>
      <p:sp>
        <p:nvSpPr>
          <p:cNvPr id="4" name="投影片編號版面配置區 3">
            <a:extLst>
              <a:ext uri="{FF2B5EF4-FFF2-40B4-BE49-F238E27FC236}">
                <a16:creationId xmlns:a16="http://schemas.microsoft.com/office/drawing/2014/main" id="{5FBCD8E1-06BD-FB34-C4E0-9521F1DEF23F}"/>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spTree>
    <p:extLst>
      <p:ext uri="{BB962C8B-B14F-4D97-AF65-F5344CB8AC3E}">
        <p14:creationId xmlns:p14="http://schemas.microsoft.com/office/powerpoint/2010/main" val="281993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11B1EA-D437-3BED-1BD1-91A68DF0DDAE}"/>
              </a:ext>
            </a:extLst>
          </p:cNvPr>
          <p:cNvSpPr>
            <a:spLocks noGrp="1"/>
          </p:cNvSpPr>
          <p:nvPr>
            <p:ph type="title"/>
          </p:nvPr>
        </p:nvSpPr>
        <p:spPr/>
        <p:txBody>
          <a:bodyPr/>
          <a:lstStyle/>
          <a:p>
            <a:r>
              <a:rPr lang="en-US" altLang="zh-TW" dirty="0"/>
              <a:t>Algorithm (cont.)</a:t>
            </a:r>
            <a:endParaRPr lang="zh-TW" altLang="en-US" dirty="0"/>
          </a:p>
        </p:txBody>
      </p:sp>
      <p:pic>
        <p:nvPicPr>
          <p:cNvPr id="6" name="內容版面配置區 5">
            <a:extLst>
              <a:ext uri="{FF2B5EF4-FFF2-40B4-BE49-F238E27FC236}">
                <a16:creationId xmlns:a16="http://schemas.microsoft.com/office/drawing/2014/main" id="{7BAD4927-2B44-E7A1-C3AC-575E0CCC7538}"/>
              </a:ext>
            </a:extLst>
          </p:cNvPr>
          <p:cNvPicPr>
            <a:picLocks noGrp="1" noChangeAspect="1"/>
          </p:cNvPicPr>
          <p:nvPr>
            <p:ph idx="1"/>
          </p:nvPr>
        </p:nvPicPr>
        <p:blipFill>
          <a:blip r:embed="rId2"/>
          <a:stretch>
            <a:fillRect/>
          </a:stretch>
        </p:blipFill>
        <p:spPr>
          <a:xfrm>
            <a:off x="2397795" y="1825625"/>
            <a:ext cx="7396409" cy="4351338"/>
          </a:xfrm>
        </p:spPr>
      </p:pic>
      <p:sp>
        <p:nvSpPr>
          <p:cNvPr id="4" name="投影片編號版面配置區 3">
            <a:extLst>
              <a:ext uri="{FF2B5EF4-FFF2-40B4-BE49-F238E27FC236}">
                <a16:creationId xmlns:a16="http://schemas.microsoft.com/office/drawing/2014/main" id="{5FBCD8E1-06BD-FB34-C4E0-9521F1DEF23F}"/>
              </a:ext>
            </a:extLst>
          </p:cNvPr>
          <p:cNvSpPr>
            <a:spLocks noGrp="1"/>
          </p:cNvSpPr>
          <p:nvPr>
            <p:ph type="sldNum" sz="quarter" idx="12"/>
          </p:nvPr>
        </p:nvSpPr>
        <p:spPr/>
        <p:txBody>
          <a:bodyPr/>
          <a:lstStyle/>
          <a:p>
            <a:fld id="{4CD2C34A-D3D3-4A9B-8692-9279E332F0C9}" type="slidenum">
              <a:rPr lang="zh-TW" altLang="en-US" smtClean="0"/>
              <a:pPr/>
              <a:t>12</a:t>
            </a:fld>
            <a:endParaRPr lang="zh-TW" altLang="en-US" dirty="0"/>
          </a:p>
        </p:txBody>
      </p:sp>
      <p:pic>
        <p:nvPicPr>
          <p:cNvPr id="5" name="圖片 4">
            <a:extLst>
              <a:ext uri="{FF2B5EF4-FFF2-40B4-BE49-F238E27FC236}">
                <a16:creationId xmlns:a16="http://schemas.microsoft.com/office/drawing/2014/main" id="{457D8070-D5BF-3FCE-ABC3-C2DE139782A8}"/>
              </a:ext>
            </a:extLst>
          </p:cNvPr>
          <p:cNvPicPr>
            <a:picLocks noChangeAspect="1"/>
          </p:cNvPicPr>
          <p:nvPr/>
        </p:nvPicPr>
        <p:blipFill>
          <a:blip r:embed="rId3"/>
          <a:stretch>
            <a:fillRect/>
          </a:stretch>
        </p:blipFill>
        <p:spPr>
          <a:xfrm>
            <a:off x="2128283" y="1501078"/>
            <a:ext cx="7935432" cy="4991797"/>
          </a:xfrm>
          <a:prstGeom prst="rect">
            <a:avLst/>
          </a:prstGeom>
        </p:spPr>
      </p:pic>
    </p:spTree>
    <p:extLst>
      <p:ext uri="{BB962C8B-B14F-4D97-AF65-F5344CB8AC3E}">
        <p14:creationId xmlns:p14="http://schemas.microsoft.com/office/powerpoint/2010/main" val="594652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0C06F8-D6E3-5349-91B5-C49DC2EEFF0C}"/>
              </a:ext>
            </a:extLst>
          </p:cNvPr>
          <p:cNvSpPr>
            <a:spLocks noGrp="1"/>
          </p:cNvSpPr>
          <p:nvPr>
            <p:ph type="title"/>
          </p:nvPr>
        </p:nvSpPr>
        <p:spPr/>
        <p:txBody>
          <a:bodyPr/>
          <a:lstStyle/>
          <a:p>
            <a:r>
              <a:rPr lang="en-US" altLang="zh-TW" dirty="0"/>
              <a:t>Remove</a:t>
            </a:r>
            <a:endParaRPr lang="zh-TW" altLang="en-US" dirty="0"/>
          </a:p>
        </p:txBody>
      </p:sp>
      <p:sp>
        <p:nvSpPr>
          <p:cNvPr id="4" name="投影片編號版面配置區 3">
            <a:extLst>
              <a:ext uri="{FF2B5EF4-FFF2-40B4-BE49-F238E27FC236}">
                <a16:creationId xmlns:a16="http://schemas.microsoft.com/office/drawing/2014/main" id="{C7BBB2A3-A5C0-CED5-AAFA-8765AED4F171}"/>
              </a:ext>
            </a:extLst>
          </p:cNvPr>
          <p:cNvSpPr>
            <a:spLocks noGrp="1"/>
          </p:cNvSpPr>
          <p:nvPr>
            <p:ph type="sldNum" sz="quarter" idx="12"/>
          </p:nvPr>
        </p:nvSpPr>
        <p:spPr/>
        <p:txBody>
          <a:bodyPr/>
          <a:lstStyle/>
          <a:p>
            <a:fld id="{4CD2C34A-D3D3-4A9B-8692-9279E332F0C9}" type="slidenum">
              <a:rPr lang="zh-TW" altLang="en-US" smtClean="0"/>
              <a:pPr/>
              <a:t>13</a:t>
            </a:fld>
            <a:endParaRPr lang="zh-TW" altLang="en-US" dirty="0"/>
          </a:p>
        </p:txBody>
      </p:sp>
      <mc:AlternateContent xmlns:mc="http://schemas.openxmlformats.org/markup-compatibility/2006" xmlns:a14="http://schemas.microsoft.com/office/drawing/2010/main">
        <mc:Choice Requires="a14">
          <p:graphicFrame>
            <p:nvGraphicFramePr>
              <p:cNvPr id="7" name="表格 8">
                <a:extLst>
                  <a:ext uri="{FF2B5EF4-FFF2-40B4-BE49-F238E27FC236}">
                    <a16:creationId xmlns:a16="http://schemas.microsoft.com/office/drawing/2014/main" id="{F1D34A58-52FA-C5B0-54F8-7872BE6DEE0E}"/>
                  </a:ext>
                </a:extLst>
              </p:cNvPr>
              <p:cNvGraphicFramePr>
                <a:graphicFrameLocks/>
              </p:cNvGraphicFramePr>
              <p:nvPr>
                <p:extLst>
                  <p:ext uri="{D42A27DB-BD31-4B8C-83A1-F6EECF244321}">
                    <p14:modId xmlns:p14="http://schemas.microsoft.com/office/powerpoint/2010/main" val="3301201824"/>
                  </p:ext>
                </p:extLst>
              </p:nvPr>
            </p:nvGraphicFramePr>
            <p:xfrm>
              <a:off x="8048323" y="2426515"/>
              <a:ext cx="2338828" cy="2763854"/>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6261">
                    <a:tc gridSpan="4">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5</m:t>
                                    </m:r>
                                  </m:sub>
                                  <m:sup>
                                    <m:r>
                                      <a:rPr lang="en-US" altLang="zh-TW" sz="2400" b="0" i="1" smtClean="0">
                                        <a:latin typeface="Cambria Math" panose="02040503050406030204" pitchFamily="18" charset="0"/>
                                      </a:rPr>
                                      <m:t>1</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9092365"/>
                      </a:ext>
                    </a:extLst>
                  </a:tr>
                </a:tbl>
              </a:graphicData>
            </a:graphic>
          </p:graphicFrame>
        </mc:Choice>
        <mc:Fallback xmlns="">
          <p:graphicFrame>
            <p:nvGraphicFramePr>
              <p:cNvPr id="7" name="表格 8">
                <a:extLst>
                  <a:ext uri="{FF2B5EF4-FFF2-40B4-BE49-F238E27FC236}">
                    <a16:creationId xmlns:a16="http://schemas.microsoft.com/office/drawing/2014/main" id="{F1D34A58-52FA-C5B0-54F8-7872BE6DEE0E}"/>
                  </a:ext>
                </a:extLst>
              </p:cNvPr>
              <p:cNvGraphicFramePr>
                <a:graphicFrameLocks/>
              </p:cNvGraphicFramePr>
              <p:nvPr>
                <p:extLst>
                  <p:ext uri="{D42A27DB-BD31-4B8C-83A1-F6EECF244321}">
                    <p14:modId xmlns:p14="http://schemas.microsoft.com/office/powerpoint/2010/main" val="3301201824"/>
                  </p:ext>
                </p:extLst>
              </p:nvPr>
            </p:nvGraphicFramePr>
            <p:xfrm>
              <a:off x="8048323" y="2426515"/>
              <a:ext cx="2338828" cy="2763854"/>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8884">
                    <a:tc gridSpan="4">
                      <a:txBody>
                        <a:bodyPr/>
                        <a:lstStyle/>
                        <a:p>
                          <a:endParaRPr lang="zh-TW"/>
                        </a:p>
                      </a:txBody>
                      <a:tcPr anchor="ctr">
                        <a:lnB w="12700" cap="flat" cmpd="sng" algn="ctr">
                          <a:solidFill>
                            <a:schemeClr val="tx1"/>
                          </a:solidFill>
                          <a:prstDash val="solid"/>
                          <a:round/>
                          <a:headEnd type="none" w="med" len="med"/>
                          <a:tailEnd type="none" w="med" len="med"/>
                        </a:lnB>
                        <a:blipFill>
                          <a:blip r:embed="rId2"/>
                          <a:stretch>
                            <a:fillRect l="-260" t="-1299" r="-781" b="-518182"/>
                          </a:stretch>
                        </a:blipFill>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909236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格 8">
                <a:extLst>
                  <a:ext uri="{FF2B5EF4-FFF2-40B4-BE49-F238E27FC236}">
                    <a16:creationId xmlns:a16="http://schemas.microsoft.com/office/drawing/2014/main" id="{D36FFD82-EAF4-27A7-7BCF-0EBE156F5D52}"/>
                  </a:ext>
                </a:extLst>
              </p:cNvPr>
              <p:cNvGraphicFramePr>
                <a:graphicFrameLocks/>
              </p:cNvGraphicFramePr>
              <p:nvPr>
                <p:extLst>
                  <p:ext uri="{D42A27DB-BD31-4B8C-83A1-F6EECF244321}">
                    <p14:modId xmlns:p14="http://schemas.microsoft.com/office/powerpoint/2010/main" val="772565982"/>
                  </p:ext>
                </p:extLst>
              </p:nvPr>
            </p:nvGraphicFramePr>
            <p:xfrm>
              <a:off x="1804849" y="2426515"/>
              <a:ext cx="2338828" cy="2763854"/>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6261">
                    <a:tc gridSpan="4">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5</m:t>
                                    </m:r>
                                  </m:sub>
                                  <m:sup>
                                    <m:r>
                                      <a:rPr lang="en-US" altLang="zh-TW" sz="2400" b="0" i="1" smtClean="0">
                                        <a:latin typeface="Cambria Math" panose="02040503050406030204" pitchFamily="18" charset="0"/>
                                      </a:rPr>
                                      <m:t>1</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9092365"/>
                      </a:ext>
                    </a:extLst>
                  </a:tr>
                </a:tbl>
              </a:graphicData>
            </a:graphic>
          </p:graphicFrame>
        </mc:Choice>
        <mc:Fallback xmlns="">
          <p:graphicFrame>
            <p:nvGraphicFramePr>
              <p:cNvPr id="8" name="表格 8">
                <a:extLst>
                  <a:ext uri="{FF2B5EF4-FFF2-40B4-BE49-F238E27FC236}">
                    <a16:creationId xmlns:a16="http://schemas.microsoft.com/office/drawing/2014/main" id="{D36FFD82-EAF4-27A7-7BCF-0EBE156F5D52}"/>
                  </a:ext>
                </a:extLst>
              </p:cNvPr>
              <p:cNvGraphicFramePr>
                <a:graphicFrameLocks/>
              </p:cNvGraphicFramePr>
              <p:nvPr>
                <p:extLst>
                  <p:ext uri="{D42A27DB-BD31-4B8C-83A1-F6EECF244321}">
                    <p14:modId xmlns:p14="http://schemas.microsoft.com/office/powerpoint/2010/main" val="772565982"/>
                  </p:ext>
                </p:extLst>
              </p:nvPr>
            </p:nvGraphicFramePr>
            <p:xfrm>
              <a:off x="1804849" y="2426515"/>
              <a:ext cx="2338828" cy="2763854"/>
            </p:xfrm>
            <a:graphic>
              <a:graphicData uri="http://schemas.openxmlformats.org/drawingml/2006/table">
                <a:tbl>
                  <a:tblPr firstRow="1" bandRow="1">
                    <a:tableStyleId>{5940675A-B579-460E-94D1-54222C63F5DA}</a:tableStyleId>
                  </a:tblPr>
                  <a:tblGrid>
                    <a:gridCol w="584707">
                      <a:extLst>
                        <a:ext uri="{9D8B030D-6E8A-4147-A177-3AD203B41FA5}">
                          <a16:colId xmlns:a16="http://schemas.microsoft.com/office/drawing/2014/main" val="1392212242"/>
                        </a:ext>
                      </a:extLst>
                    </a:gridCol>
                    <a:gridCol w="584707">
                      <a:extLst>
                        <a:ext uri="{9D8B030D-6E8A-4147-A177-3AD203B41FA5}">
                          <a16:colId xmlns:a16="http://schemas.microsoft.com/office/drawing/2014/main" val="3397896882"/>
                        </a:ext>
                      </a:extLst>
                    </a:gridCol>
                    <a:gridCol w="584707">
                      <a:extLst>
                        <a:ext uri="{9D8B030D-6E8A-4147-A177-3AD203B41FA5}">
                          <a16:colId xmlns:a16="http://schemas.microsoft.com/office/drawing/2014/main" val="3210121094"/>
                        </a:ext>
                      </a:extLst>
                    </a:gridCol>
                    <a:gridCol w="584707">
                      <a:extLst>
                        <a:ext uri="{9D8B030D-6E8A-4147-A177-3AD203B41FA5}">
                          <a16:colId xmlns:a16="http://schemas.microsoft.com/office/drawing/2014/main" val="1935689848"/>
                        </a:ext>
                      </a:extLst>
                    </a:gridCol>
                  </a:tblGrid>
                  <a:tr h="468884">
                    <a:tc gridSpan="4">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260" t="-1299" r="-521" b="-518182"/>
                          </a:stretch>
                        </a:blipFill>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916294738"/>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697613155"/>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252562253"/>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9092365"/>
                      </a:ext>
                    </a:extLst>
                  </a:tr>
                </a:tbl>
              </a:graphicData>
            </a:graphic>
          </p:graphicFrame>
        </mc:Fallback>
      </mc:AlternateContent>
      <p:sp>
        <p:nvSpPr>
          <p:cNvPr id="11" name="箭號: 向右 10">
            <a:extLst>
              <a:ext uri="{FF2B5EF4-FFF2-40B4-BE49-F238E27FC236}">
                <a16:creationId xmlns:a16="http://schemas.microsoft.com/office/drawing/2014/main" id="{D586B096-DDEE-7089-F533-EDC174364C20}"/>
              </a:ext>
            </a:extLst>
          </p:cNvPr>
          <p:cNvSpPr/>
          <p:nvPr/>
        </p:nvSpPr>
        <p:spPr>
          <a:xfrm>
            <a:off x="5447211" y="3214551"/>
            <a:ext cx="1297577" cy="4288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61876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82B337-B225-C06C-BD5C-0CC800E8BB3F}"/>
              </a:ext>
            </a:extLst>
          </p:cNvPr>
          <p:cNvSpPr>
            <a:spLocks noGrp="1"/>
          </p:cNvSpPr>
          <p:nvPr>
            <p:ph type="title"/>
          </p:nvPr>
        </p:nvSpPr>
        <p:spPr/>
        <p:txBody>
          <a:bodyPr/>
          <a:lstStyle/>
          <a:p>
            <a:r>
              <a:rPr lang="en-US" altLang="zh-TW" dirty="0"/>
              <a:t>Time Complexity</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A6171F1D-1E50-1DEB-EC54-A0C7BDBEB1E6}"/>
                  </a:ext>
                </a:extLst>
              </p:cNvPr>
              <p:cNvSpPr>
                <a:spLocks noGrp="1"/>
              </p:cNvSpPr>
              <p:nvPr>
                <p:ph idx="1"/>
              </p:nvPr>
            </p:nvSpPr>
            <p:spPr/>
            <p:txBody>
              <a:bodyPr/>
              <a:lstStyle/>
              <a:p>
                <a:r>
                  <a:rPr lang="en-US" altLang="zh-TW" dirty="0"/>
                  <a:t>Cover-Making</a:t>
                </a:r>
              </a:p>
              <a:p>
                <a:pPr lvl="1"/>
                <a14:m>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𝑚</m:t>
                        </m:r>
                      </m:e>
                      <m:sub>
                        <m:r>
                          <a:rPr lang="en-US" altLang="zh-TW" sz="2800" b="0" i="1" smtClean="0">
                            <a:latin typeface="Cambria Math" panose="02040503050406030204" pitchFamily="18" charset="0"/>
                          </a:rPr>
                          <m:t>𝑖</m:t>
                        </m:r>
                      </m:sub>
                    </m:sSub>
                    <m:func>
                      <m:funcPr>
                        <m:ctrlPr>
                          <a:rPr lang="en-US" altLang="zh-TW" sz="2800" b="0" i="1" smtClean="0">
                            <a:latin typeface="Cambria Math" panose="02040503050406030204" pitchFamily="18" charset="0"/>
                          </a:rPr>
                        </m:ctrlPr>
                      </m:funcPr>
                      <m:fName>
                        <m:r>
                          <m:rPr>
                            <m:sty m:val="p"/>
                          </m:rPr>
                          <a:rPr lang="en-US" altLang="zh-TW" sz="2800" b="0" i="0" smtClean="0">
                            <a:latin typeface="Cambria Math" panose="02040503050406030204" pitchFamily="18" charset="0"/>
                          </a:rPr>
                          <m:t>log</m:t>
                        </m:r>
                      </m:fName>
                      <m:e>
                        <m:r>
                          <a:rPr lang="en-US" altLang="zh-TW" sz="2800" b="0" i="1" smtClean="0">
                            <a:latin typeface="Cambria Math" panose="02040503050406030204" pitchFamily="18" charset="0"/>
                          </a:rPr>
                          <m:t>𝑙</m:t>
                        </m:r>
                      </m:e>
                    </m:func>
                    <m:r>
                      <a:rPr lang="en-US" altLang="zh-TW" sz="2800" b="0" i="1" smtClean="0">
                        <a:latin typeface="Cambria Math" panose="02040503050406030204" pitchFamily="18" charset="0"/>
                      </a:rPr>
                      <m:t>)</m:t>
                    </m:r>
                  </m:oMath>
                </a14:m>
                <a:endParaRPr lang="en-US" altLang="zh-TW" sz="2800" dirty="0"/>
              </a:p>
              <a:p>
                <a:r>
                  <a:rPr lang="en-US" altLang="zh-TW" sz="3200" dirty="0"/>
                  <a:t>Merge</a:t>
                </a:r>
              </a:p>
              <a:p>
                <a:pPr lvl="1"/>
                <a14:m>
                  <m:oMath xmlns:m="http://schemas.openxmlformats.org/officeDocument/2006/math">
                    <m:r>
                      <a:rPr lang="en-US" altLang="zh-TW" sz="2800" i="1" dirty="0" smtClean="0">
                        <a:latin typeface="Cambria Math" panose="02040503050406030204" pitchFamily="18" charset="0"/>
                      </a:rPr>
                      <m:t>𝑂</m:t>
                    </m:r>
                    <m:d>
                      <m:dPr>
                        <m:ctrlPr>
                          <a:rPr lang="en-US" altLang="zh-TW" sz="2800" i="1" dirty="0" smtClean="0">
                            <a:latin typeface="Cambria Math" panose="02040503050406030204" pitchFamily="18" charset="0"/>
                          </a:rPr>
                        </m:ctrlPr>
                      </m:dPr>
                      <m:e>
                        <m:sSub>
                          <m:sSubPr>
                            <m:ctrlPr>
                              <a:rPr lang="en-US" altLang="zh-TW" sz="2800" b="0" i="1" dirty="0" smtClean="0">
                                <a:latin typeface="Cambria Math" panose="02040503050406030204" pitchFamily="18" charset="0"/>
                              </a:rPr>
                            </m:ctrlPr>
                          </m:sSubPr>
                          <m:e>
                            <m:r>
                              <a:rPr lang="en-US" altLang="zh-TW" sz="2800" i="1" dirty="0" smtClean="0">
                                <a:latin typeface="Cambria Math" panose="02040503050406030204" pitchFamily="18" charset="0"/>
                              </a:rPr>
                              <m:t>𝑚</m:t>
                            </m:r>
                          </m:e>
                          <m:sub>
                            <m:r>
                              <a:rPr lang="en-US" altLang="zh-TW" sz="2800" b="0" i="1" dirty="0" smtClean="0">
                                <a:latin typeface="Cambria Math" panose="02040503050406030204" pitchFamily="18" charset="0"/>
                              </a:rPr>
                              <m:t>𝑖</m:t>
                            </m:r>
                          </m:sub>
                        </m:sSub>
                        <m:r>
                          <a:rPr lang="en-US" altLang="zh-TW" sz="2800" b="0" i="1" dirty="0" smtClean="0">
                            <a:latin typeface="Cambria Math" panose="02040503050406030204" pitchFamily="18" charset="0"/>
                          </a:rPr>
                          <m:t>𝑙</m:t>
                        </m:r>
                        <m:r>
                          <a:rPr lang="en-US" altLang="zh-TW" sz="2800" i="1" dirty="0" smtClean="0">
                            <a:latin typeface="Cambria Math" panose="02040503050406030204" pitchFamily="18" charset="0"/>
                          </a:rPr>
                          <m:t>+</m:t>
                        </m:r>
                        <m:r>
                          <a:rPr lang="en-US" altLang="zh-TW" sz="2800" i="1" dirty="0" smtClean="0">
                            <a:latin typeface="Cambria Math" panose="02040503050406030204" pitchFamily="18" charset="0"/>
                          </a:rPr>
                          <m:t>𝑛</m:t>
                        </m:r>
                      </m:e>
                    </m:d>
                  </m:oMath>
                </a14:m>
                <a:endParaRPr lang="en-US" altLang="zh-TW" sz="2800" dirty="0"/>
              </a:p>
              <a:p>
                <a:pPr marL="457200" lvl="1" indent="0">
                  <a:buNone/>
                </a:pPr>
                <a:endParaRPr lang="en-US" altLang="zh-TW" sz="2800" dirty="0"/>
              </a:p>
              <a:p>
                <a:endParaRPr lang="en-US" altLang="zh-TW" sz="3200" dirty="0"/>
              </a:p>
              <a:p>
                <a:r>
                  <a:rPr lang="en-US" altLang="zh-TW" sz="3200" b="1" dirty="0"/>
                  <a:t>Total Time Complexity</a:t>
                </a:r>
              </a:p>
              <a:p>
                <a:pPr lvl="1"/>
                <a14:m>
                  <m:oMath xmlns:m="http://schemas.openxmlformats.org/officeDocument/2006/math">
                    <m:r>
                      <a:rPr lang="en-US" altLang="zh-TW" sz="2800" b="1" i="1" smtClean="0">
                        <a:latin typeface="Cambria Math" panose="02040503050406030204" pitchFamily="18" charset="0"/>
                      </a:rPr>
                      <m:t>𝑶</m:t>
                    </m:r>
                    <m:r>
                      <a:rPr lang="en-US" altLang="zh-TW" sz="2800" b="1" i="1" smtClean="0">
                        <a:latin typeface="Cambria Math" panose="02040503050406030204" pitchFamily="18" charset="0"/>
                      </a:rPr>
                      <m:t>(</m:t>
                    </m:r>
                    <m:r>
                      <a:rPr lang="en-US" altLang="zh-TW" sz="2800" b="1" i="1" smtClean="0">
                        <a:latin typeface="Cambria Math" panose="02040503050406030204" pitchFamily="18" charset="0"/>
                      </a:rPr>
                      <m:t>𝒏𝒍</m:t>
                    </m:r>
                    <m:r>
                      <a:rPr lang="en-US" altLang="zh-TW" sz="2800" b="1" i="1" smtClean="0">
                        <a:latin typeface="Cambria Math" panose="02040503050406030204" pitchFamily="18" charset="0"/>
                      </a:rPr>
                      <m:t>)</m:t>
                    </m:r>
                  </m:oMath>
                </a14:m>
                <a:endParaRPr lang="zh-TW" altLang="en-US" sz="2800" b="1" dirty="0"/>
              </a:p>
            </p:txBody>
          </p:sp>
        </mc:Choice>
        <mc:Fallback>
          <p:sp>
            <p:nvSpPr>
              <p:cNvPr id="3" name="內容版面配置區 2">
                <a:extLst>
                  <a:ext uri="{FF2B5EF4-FFF2-40B4-BE49-F238E27FC236}">
                    <a16:creationId xmlns:a16="http://schemas.microsoft.com/office/drawing/2014/main" id="{A6171F1D-1E50-1DEB-EC54-A0C7BDBEB1E6}"/>
                  </a:ext>
                </a:extLst>
              </p:cNvPr>
              <p:cNvSpPr>
                <a:spLocks noGrp="1" noRot="1" noChangeAspect="1" noMove="1" noResize="1" noEditPoints="1" noAdjustHandles="1" noChangeArrowheads="1" noChangeShapeType="1" noTextEdit="1"/>
              </p:cNvSpPr>
              <p:nvPr>
                <p:ph idx="1"/>
              </p:nvPr>
            </p:nvSpPr>
            <p:spPr>
              <a:blipFill>
                <a:blip r:embed="rId2"/>
                <a:stretch>
                  <a:fillRect l="-133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F726BFE1-DD4D-775A-618F-16CF291E0A90}"/>
              </a:ext>
            </a:extLst>
          </p:cNvPr>
          <p:cNvSpPr>
            <a:spLocks noGrp="1"/>
          </p:cNvSpPr>
          <p:nvPr>
            <p:ph type="sldNum" sz="quarter" idx="12"/>
          </p:nvPr>
        </p:nvSpPr>
        <p:spPr/>
        <p:txBody>
          <a:bodyPr/>
          <a:lstStyle/>
          <a:p>
            <a:fld id="{4CD2C34A-D3D3-4A9B-8692-9279E332F0C9}" type="slidenum">
              <a:rPr lang="zh-TW" altLang="en-US" smtClean="0"/>
              <a:pPr/>
              <a:t>14</a:t>
            </a:fld>
            <a:endParaRPr lang="zh-TW" altLang="en-US" dirty="0"/>
          </a:p>
        </p:txBody>
      </p:sp>
      <p:graphicFrame>
        <p:nvGraphicFramePr>
          <p:cNvPr id="5" name="表格 5">
            <a:extLst>
              <a:ext uri="{FF2B5EF4-FFF2-40B4-BE49-F238E27FC236}">
                <a16:creationId xmlns:a16="http://schemas.microsoft.com/office/drawing/2014/main" id="{867FF233-B49E-33EC-3C8E-5CD48C9D8E17}"/>
              </a:ext>
            </a:extLst>
          </p:cNvPr>
          <p:cNvGraphicFramePr>
            <a:graphicFrameLocks noGrp="1"/>
          </p:cNvGraphicFramePr>
          <p:nvPr>
            <p:extLst>
              <p:ext uri="{D42A27DB-BD31-4B8C-83A1-F6EECF244321}">
                <p14:modId xmlns:p14="http://schemas.microsoft.com/office/powerpoint/2010/main" val="2711464938"/>
              </p:ext>
            </p:extLst>
          </p:nvPr>
        </p:nvGraphicFramePr>
        <p:xfrm>
          <a:off x="3225804" y="4001294"/>
          <a:ext cx="8127996" cy="45720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421632929"/>
                    </a:ext>
                  </a:extLst>
                </a:gridCol>
                <a:gridCol w="677333">
                  <a:extLst>
                    <a:ext uri="{9D8B030D-6E8A-4147-A177-3AD203B41FA5}">
                      <a16:colId xmlns:a16="http://schemas.microsoft.com/office/drawing/2014/main" val="3488693685"/>
                    </a:ext>
                  </a:extLst>
                </a:gridCol>
                <a:gridCol w="677333">
                  <a:extLst>
                    <a:ext uri="{9D8B030D-6E8A-4147-A177-3AD203B41FA5}">
                      <a16:colId xmlns:a16="http://schemas.microsoft.com/office/drawing/2014/main" val="3543361169"/>
                    </a:ext>
                  </a:extLst>
                </a:gridCol>
                <a:gridCol w="677333">
                  <a:extLst>
                    <a:ext uri="{9D8B030D-6E8A-4147-A177-3AD203B41FA5}">
                      <a16:colId xmlns:a16="http://schemas.microsoft.com/office/drawing/2014/main" val="988205995"/>
                    </a:ext>
                  </a:extLst>
                </a:gridCol>
                <a:gridCol w="677333">
                  <a:extLst>
                    <a:ext uri="{9D8B030D-6E8A-4147-A177-3AD203B41FA5}">
                      <a16:colId xmlns:a16="http://schemas.microsoft.com/office/drawing/2014/main" val="1975802301"/>
                    </a:ext>
                  </a:extLst>
                </a:gridCol>
                <a:gridCol w="677333">
                  <a:extLst>
                    <a:ext uri="{9D8B030D-6E8A-4147-A177-3AD203B41FA5}">
                      <a16:colId xmlns:a16="http://schemas.microsoft.com/office/drawing/2014/main" val="3890101085"/>
                    </a:ext>
                  </a:extLst>
                </a:gridCol>
                <a:gridCol w="677333">
                  <a:extLst>
                    <a:ext uri="{9D8B030D-6E8A-4147-A177-3AD203B41FA5}">
                      <a16:colId xmlns:a16="http://schemas.microsoft.com/office/drawing/2014/main" val="3058070406"/>
                    </a:ext>
                  </a:extLst>
                </a:gridCol>
                <a:gridCol w="677333">
                  <a:extLst>
                    <a:ext uri="{9D8B030D-6E8A-4147-A177-3AD203B41FA5}">
                      <a16:colId xmlns:a16="http://schemas.microsoft.com/office/drawing/2014/main" val="1508153741"/>
                    </a:ext>
                  </a:extLst>
                </a:gridCol>
                <a:gridCol w="677333">
                  <a:extLst>
                    <a:ext uri="{9D8B030D-6E8A-4147-A177-3AD203B41FA5}">
                      <a16:colId xmlns:a16="http://schemas.microsoft.com/office/drawing/2014/main" val="2425313619"/>
                    </a:ext>
                  </a:extLst>
                </a:gridCol>
                <a:gridCol w="677333">
                  <a:extLst>
                    <a:ext uri="{9D8B030D-6E8A-4147-A177-3AD203B41FA5}">
                      <a16:colId xmlns:a16="http://schemas.microsoft.com/office/drawing/2014/main" val="1683852160"/>
                    </a:ext>
                  </a:extLst>
                </a:gridCol>
                <a:gridCol w="677333">
                  <a:extLst>
                    <a:ext uri="{9D8B030D-6E8A-4147-A177-3AD203B41FA5}">
                      <a16:colId xmlns:a16="http://schemas.microsoft.com/office/drawing/2014/main" val="443170785"/>
                    </a:ext>
                  </a:extLst>
                </a:gridCol>
                <a:gridCol w="677333">
                  <a:extLst>
                    <a:ext uri="{9D8B030D-6E8A-4147-A177-3AD203B41FA5}">
                      <a16:colId xmlns:a16="http://schemas.microsoft.com/office/drawing/2014/main" val="814122570"/>
                    </a:ext>
                  </a:extLst>
                </a:gridCol>
              </a:tblGrid>
              <a:tr h="370840">
                <a:tc>
                  <a:txBody>
                    <a:bodyPr/>
                    <a:lstStyle/>
                    <a:p>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solidFill>
                      <a:schemeClr val="accent4"/>
                    </a:solidFill>
                  </a:tcPr>
                </a:tc>
                <a:tc>
                  <a:txBody>
                    <a:bodyPr/>
                    <a:lstStyle/>
                    <a:p>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solidFill>
                      <a:schemeClr val="accent4"/>
                    </a:solidFill>
                  </a:tcPr>
                </a:tc>
                <a:tc>
                  <a:txBody>
                    <a:bodyPr/>
                    <a:lstStyle/>
                    <a:p>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solidFill>
                      <a:schemeClr val="accent4"/>
                    </a:solidFill>
                  </a:tcPr>
                </a:tc>
                <a:tc>
                  <a:txBody>
                    <a:bodyPr/>
                    <a:lstStyle/>
                    <a:p>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tc>
                  <a:txBody>
                    <a:bodyPr/>
                    <a:lstStyle/>
                    <a:p>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20000"/>
                        <a:lumOff val="80000"/>
                      </a:schemeClr>
                    </a:solidFill>
                  </a:tcPr>
                </a:tc>
                <a:extLst>
                  <a:ext uri="{0D108BD9-81ED-4DB2-BD59-A6C34878D82A}">
                    <a16:rowId xmlns:a16="http://schemas.microsoft.com/office/drawing/2014/main" val="2634392772"/>
                  </a:ext>
                </a:extLst>
              </a:tr>
            </a:tbl>
          </a:graphicData>
        </a:graphic>
      </p:graphicFrame>
      <mc:AlternateContent xmlns:mc="http://schemas.openxmlformats.org/markup-compatibility/2006">
        <mc:Choice xmlns:a14="http://schemas.microsoft.com/office/drawing/2010/main" Requires="a14">
          <p:sp>
            <p:nvSpPr>
              <p:cNvPr id="7" name="文字方塊 6">
                <a:extLst>
                  <a:ext uri="{FF2B5EF4-FFF2-40B4-BE49-F238E27FC236}">
                    <a16:creationId xmlns:a16="http://schemas.microsoft.com/office/drawing/2014/main" id="{224710D8-3459-89C0-1965-B6B02E2C6AD1}"/>
                  </a:ext>
                </a:extLst>
              </p:cNvPr>
              <p:cNvSpPr txBox="1"/>
              <p:nvPr/>
            </p:nvSpPr>
            <p:spPr>
              <a:xfrm>
                <a:off x="8662854" y="3467075"/>
                <a:ext cx="635725" cy="52322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b>
                        <m:sSubPr>
                          <m:ctrlPr>
                            <a:rPr lang="en-US" altLang="zh-TW" sz="2800" b="0" i="1" dirty="0" smtClean="0">
                              <a:latin typeface="Cambria Math" panose="02040503050406030204" pitchFamily="18" charset="0"/>
                            </a:rPr>
                          </m:ctrlPr>
                        </m:sSubPr>
                        <m:e>
                          <m:r>
                            <a:rPr lang="en-US" altLang="zh-TW" sz="2800" i="1" dirty="0" smtClean="0">
                              <a:latin typeface="Cambria Math" panose="02040503050406030204" pitchFamily="18" charset="0"/>
                            </a:rPr>
                            <m:t>𝑚</m:t>
                          </m:r>
                        </m:e>
                        <m:sub>
                          <m:r>
                            <a:rPr lang="en-US" altLang="zh-TW" sz="2800" b="0" i="1" dirty="0" smtClean="0">
                              <a:latin typeface="Cambria Math" panose="02040503050406030204" pitchFamily="18" charset="0"/>
                            </a:rPr>
                            <m:t>𝑖</m:t>
                          </m:r>
                        </m:sub>
                      </m:sSub>
                    </m:oMath>
                  </m:oMathPara>
                </a14:m>
                <a:endParaRPr lang="zh-TW" altLang="en-US" dirty="0"/>
              </a:p>
            </p:txBody>
          </p:sp>
        </mc:Choice>
        <mc:Fallback>
          <p:sp>
            <p:nvSpPr>
              <p:cNvPr id="7" name="文字方塊 6">
                <a:extLst>
                  <a:ext uri="{FF2B5EF4-FFF2-40B4-BE49-F238E27FC236}">
                    <a16:creationId xmlns:a16="http://schemas.microsoft.com/office/drawing/2014/main" id="{224710D8-3459-89C0-1965-B6B02E2C6AD1}"/>
                  </a:ext>
                </a:extLst>
              </p:cNvPr>
              <p:cNvSpPr txBox="1">
                <a:spLocks noRot="1" noChangeAspect="1" noMove="1" noResize="1" noEditPoints="1" noAdjustHandles="1" noChangeArrowheads="1" noChangeShapeType="1" noTextEdit="1"/>
              </p:cNvSpPr>
              <p:nvPr/>
            </p:nvSpPr>
            <p:spPr>
              <a:xfrm>
                <a:off x="8662854" y="3467075"/>
                <a:ext cx="635725" cy="523220"/>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9702749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TotalTime>
  <Words>582</Words>
  <Application>Microsoft Office PowerPoint</Application>
  <PresentationFormat>寬螢幕</PresentationFormat>
  <Paragraphs>202</Paragraphs>
  <Slides>14</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源流明體 M</vt:lpstr>
      <vt:lpstr>Arial</vt:lpstr>
      <vt:lpstr>Calibri</vt:lpstr>
      <vt:lpstr>Cambria Math</vt:lpstr>
      <vt:lpstr>Times New Roman</vt:lpstr>
      <vt:lpstr>Office 佈景主題</vt:lpstr>
      <vt:lpstr>An Algorithm For Solving the Longest Increasing Circular Subsequence Problem</vt:lpstr>
      <vt:lpstr>Abstract</vt:lpstr>
      <vt:lpstr>Longest Increasing Subsequence</vt:lpstr>
      <vt:lpstr>Greedy Cover</vt:lpstr>
      <vt:lpstr>Longest Increasing Circular Subsequence</vt:lpstr>
      <vt:lpstr>Algorithm</vt:lpstr>
      <vt:lpstr>Algorithm (cont.)</vt:lpstr>
      <vt:lpstr>Algorithm (cont.)</vt:lpstr>
      <vt:lpstr>Merge</vt:lpstr>
      <vt:lpstr>Merge (cont.)</vt:lpstr>
      <vt:lpstr>Algorithm (cont.)</vt:lpstr>
      <vt:lpstr>Algorithm (cont.)</vt:lpstr>
      <vt:lpstr>Remove</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Ting B</cp:lastModifiedBy>
  <cp:revision>10</cp:revision>
  <dcterms:created xsi:type="dcterms:W3CDTF">2022-02-13T12:00:20Z</dcterms:created>
  <dcterms:modified xsi:type="dcterms:W3CDTF">2022-11-08T11:50:25Z</dcterms:modified>
</cp:coreProperties>
</file>