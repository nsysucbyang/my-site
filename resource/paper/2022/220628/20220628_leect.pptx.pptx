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262" r:id="rId3"/>
    <p:sldId id="308" r:id="rId4"/>
    <p:sldId id="322" r:id="rId5"/>
    <p:sldId id="320" r:id="rId6"/>
    <p:sldId id="324" r:id="rId7"/>
    <p:sldId id="326" r:id="rId8"/>
    <p:sldId id="327" r:id="rId9"/>
    <p:sldId id="328" r:id="rId10"/>
    <p:sldId id="330" r:id="rId11"/>
    <p:sldId id="329" r:id="rId12"/>
    <p:sldId id="312" r:id="rId13"/>
    <p:sldId id="316" r:id="rId14"/>
    <p:sldId id="313" r:id="rId15"/>
    <p:sldId id="318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16" autoAdjust="0"/>
  </p:normalViewPr>
  <p:slideViewPr>
    <p:cSldViewPr>
      <p:cViewPr varScale="1">
        <p:scale>
          <a:sx n="88" d="100"/>
          <a:sy n="88" d="100"/>
        </p:scale>
        <p:origin x="22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et cetera</a:t>
            </a:r>
          </a:p>
          <a:p>
            <a:b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64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給定一組字串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211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生物學家觀察蜜蜂採食行為而來的，採集到花蜜的蜜蜂，返回到蜂巢後，通過“８ 字舞”的形式與同伴交流蜜源信息。跳“８ 字舞”的持續時間與蜜源的質量成正相關，跟隨蜂根據觀察到的舞蹈選擇蜜源進行採蜜。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066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偵察蜂</a:t>
            </a:r>
            <a:endParaRPr lang="en-US" altLang="zh-TW" dirty="0"/>
          </a:p>
          <a:p>
            <a:r>
              <a:rPr lang="zh-TW" altLang="en-US" dirty="0"/>
              <a:t>（隨機生成初始解）</a:t>
            </a:r>
            <a:endParaRPr lang="en-US" altLang="zh-TW" dirty="0"/>
          </a:p>
          <a:p>
            <a:r>
              <a:rPr lang="zh-TW" altLang="en-US" dirty="0"/>
              <a:t>僱傭蜂階段</a:t>
            </a:r>
            <a:endParaRPr lang="en-US" altLang="zh-TW" dirty="0"/>
          </a:p>
          <a:p>
            <a:r>
              <a:rPr lang="zh-TW" altLang="en-US" dirty="0"/>
              <a:t>（圍繞相應解決方案進行鄰域搜索，生成新的解決方案，更新原來的解決方案）</a:t>
            </a:r>
            <a:endParaRPr lang="en-US" altLang="zh-TW" dirty="0"/>
          </a:p>
          <a:p>
            <a:r>
              <a:rPr lang="zh-TW" altLang="en-US" dirty="0"/>
              <a:t>圍觀蜂階段</a:t>
            </a:r>
            <a:endParaRPr lang="en-US" altLang="zh-TW" dirty="0"/>
          </a:p>
          <a:p>
            <a:r>
              <a:rPr lang="zh-TW" altLang="en-US" dirty="0"/>
              <a:t>（圍繞偽隨機選擇的解決方案進行鄰域搜索，生成新的解決方案，更新原來的解決方案）</a:t>
            </a:r>
            <a:endParaRPr lang="en-US" altLang="zh-TW" dirty="0"/>
          </a:p>
          <a:p>
            <a:r>
              <a:rPr lang="zh-TW" altLang="en-US" dirty="0"/>
              <a:t>偵察蜂階段</a:t>
            </a:r>
            <a:endParaRPr lang="en-US" altLang="zh-TW" dirty="0"/>
          </a:p>
          <a:p>
            <a:r>
              <a:rPr lang="zh-TW" altLang="en-US" dirty="0"/>
              <a:t>（放棄長時間未更新的解決方案，隨機生成新的解決方案）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219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計算產生的字串與各個輸入字串最多有多少字順序相同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288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計算產生的字串與各個輸入字串最多有多少字順序相同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085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計算產生的字串與各個輸入字串最多有多少字順序相同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217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20</a:t>
            </a:r>
            <a:r>
              <a:rPr lang="zh-TW" altLang="en-US" dirty="0"/>
              <a:t>次平均結果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蜜蜂數量與</a:t>
            </a:r>
            <a:r>
              <a:rPr lang="en-US" altLang="zh-TW" dirty="0"/>
              <a:t>cycle</a:t>
            </a:r>
            <a:r>
              <a:rPr lang="zh-TW" altLang="en-US" dirty="0"/>
              <a:t>數量越多造成</a:t>
            </a:r>
            <a:r>
              <a:rPr lang="en-US" altLang="zh-TW" dirty="0"/>
              <a:t>SCS</a:t>
            </a:r>
            <a:r>
              <a:rPr lang="zh-TW" altLang="en-US" dirty="0"/>
              <a:t>長度減少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53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20</a:t>
            </a:r>
            <a:r>
              <a:rPr lang="zh-TW" altLang="en-US" dirty="0"/>
              <a:t>次平均結果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r>
              <a:rPr lang="en-US" altLang="zh-TW" dirty="0"/>
              <a:t>cycle</a:t>
            </a:r>
            <a:r>
              <a:rPr lang="zh-TW" altLang="en-US" dirty="0"/>
              <a:t>數量的增加 蜜蜂數量增加  影響運行時間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蜜蜂數量增加會影響較多的時間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285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字串數量和字母種類在</a:t>
            </a:r>
            <a:r>
              <a:rPr lang="en-US" altLang="zh-TW" dirty="0"/>
              <a:t>1-5</a:t>
            </a:r>
            <a:r>
              <a:rPr lang="zh-TW" altLang="en-US" dirty="0"/>
              <a:t>時，此論文提出的方法還算不錯</a:t>
            </a:r>
            <a:endParaRPr lang="en-US" altLang="zh-TW" dirty="0"/>
          </a:p>
          <a:p>
            <a:r>
              <a:rPr lang="zh-TW" altLang="en-US" dirty="0"/>
              <a:t>但在超過</a:t>
            </a:r>
            <a:r>
              <a:rPr lang="en-US" altLang="zh-TW" dirty="0"/>
              <a:t>5</a:t>
            </a:r>
            <a:r>
              <a:rPr lang="zh-TW" altLang="en-US" dirty="0"/>
              <a:t>時性能下降，離最優解有一段的距離。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484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他測試了一些載別篇論文裡表現比較差字串輸入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231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965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11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25823" cy="2837610"/>
          </a:xfrm>
        </p:spPr>
        <p:txBody>
          <a:bodyPr anchor="t"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Shortest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Using Artificial Bee Colony Algorithm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f-ZA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f-ZA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af-ZA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Presenter:Chien-Ting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>
                <a:cs typeface="Times New Roman" panose="02020603050405020304" pitchFamily="18" charset="0"/>
              </a:rPr>
              <a:t>Date: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</a:t>
            </a:r>
            <a:r>
              <a:rPr lang="x-none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x-none" altLang="zh-TW" dirty="0">
                <a:cs typeface="Times New Roman" panose="02020603050405020304" pitchFamily="18" charset="0"/>
              </a:rPr>
              <a:t>, 202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x-none" altLang="zh-TW" dirty="0"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3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Mustafa M.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Noaman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 Ameera S.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Jaradat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Int. J. ACM Jordan,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Volume </a:t>
            </a:r>
            <a:r>
              <a:rPr lang="nn-NO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 (3) (2011), pp. 180-185</a:t>
            </a: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idea behind this work is to solve the Shortest Common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Artificial Bee Colony (ABC) Algorithm. This algorithm is considered as one of the newest nature-inspired swarm-based optimization algorithms and has a promising performance. Shortest Common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classical problem in the field of strings and it is classified as NP-Hard problem. Many algorithms were used to solve this problem, Such as Genetic algorithms, Majority Merge algorithm and Ant Colony algorithm. The project uses Artificial Bee Colony Algorithm to provide a scalable solution to the Shortest Common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problem. The algorithm evaluation showed promising results.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8D112-9A6C-BB00-5C36-F39B62C8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(SCS or SCSP)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5776DF-D552-B358-9A62-C7241A6A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" y="2204864"/>
            <a:ext cx="9144000" cy="329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0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8D112-9A6C-BB00-5C36-F39B62C8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Bee Colony (ABC)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B542BB3-9B43-6D10-FF64-0FA82668C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食物源</a:t>
            </a:r>
            <a:r>
              <a:rPr lang="en-US" altLang="zh-TW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=&gt;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優化問題的可行解。</a:t>
            </a:r>
            <a:endParaRPr lang="en-US" altLang="zh-TW" sz="2400" dirty="0">
              <a:solidFill>
                <a:srgbClr val="12121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b="0" i="0" dirty="0">
              <a:solidFill>
                <a:srgbClr val="121212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b="0" i="0" dirty="0">
                <a:solidFill>
                  <a:srgbClr val="33333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僱用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蜂</a:t>
            </a:r>
            <a:r>
              <a:rPr lang="en-US" altLang="zh-TW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一個</a:t>
            </a:r>
            <a:r>
              <a:rPr lang="zh-TW" altLang="en-US" sz="2400" b="0" i="0" dirty="0">
                <a:solidFill>
                  <a:srgbClr val="33333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僱用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蜂對應一個食物源，發現食物源信息並以一定機率的機率與跟隨蜂分享。</a:t>
            </a:r>
            <a:endParaRPr lang="en-US" altLang="zh-TW" sz="2400" b="0" i="0" dirty="0">
              <a:solidFill>
                <a:srgbClr val="121212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solidFill>
                <a:srgbClr val="12121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跟隨蜂</a:t>
            </a:r>
            <a:r>
              <a:rPr lang="en-US" altLang="zh-CN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跟隨蜂依據</a:t>
            </a:r>
            <a:r>
              <a:rPr lang="zh-TW" altLang="en-US" sz="2400" b="0" i="0" dirty="0">
                <a:solidFill>
                  <a:srgbClr val="33333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僱用</a:t>
            </a:r>
            <a:r>
              <a:rPr lang="zh-TW" altLang="en-US" sz="2400" b="0" i="0" dirty="0">
                <a:solidFill>
                  <a:srgbClr val="12121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蜂傳遞的信息，在食物源附近搜索新食物源，並進行貪婪選擇。</a:t>
            </a:r>
            <a:endParaRPr lang="en-US" altLang="zh-TW" sz="2400" b="0" i="0" dirty="0">
              <a:solidFill>
                <a:srgbClr val="121212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solidFill>
                <a:srgbClr val="12121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偵查蜂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尋找新的食物源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061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8D112-9A6C-BB00-5C36-F39B62C8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Bee Colony (ABC)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D18DEF9-FCB7-6497-5FD1-A4AD7BE79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556792"/>
            <a:ext cx="4968552" cy="5218916"/>
          </a:xfrm>
        </p:spPr>
      </p:pic>
    </p:spTree>
    <p:extLst>
      <p:ext uri="{BB962C8B-B14F-4D97-AF65-F5344CB8AC3E}">
        <p14:creationId xmlns:p14="http://schemas.microsoft.com/office/powerpoint/2010/main" val="281564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8CC19-C45D-D90C-766B-9CC05716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ABC-SCS(Proposed Approach)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0F6A53-2CDE-7005-2CFC-3841079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 alphabet number &amp; frequencies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{APLY, DUHA, LADP}</a:t>
            </a: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F8341F6-47F0-04F3-A189-90AE624BCBCF}"/>
              </a:ext>
            </a:extLst>
          </p:cNvPr>
          <p:cNvGrpSpPr/>
          <p:nvPr/>
        </p:nvGrpSpPr>
        <p:grpSpPr>
          <a:xfrm>
            <a:off x="12509" y="3392318"/>
            <a:ext cx="9144000" cy="941726"/>
            <a:chOff x="0" y="3645024"/>
            <a:chExt cx="9144000" cy="94172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7D21A6D-C9CB-8102-D8FB-BDB906E35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45024"/>
              <a:ext cx="9144000" cy="51826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7376484-7897-F11E-02C0-93255585E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04947"/>
              <a:ext cx="9144000" cy="481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4558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8CC19-C45D-D90C-766B-9CC05716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ABC-SCS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0F6A53-2CDE-7005-2CFC-3841079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2:Random generation new solution for each worker bee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計算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各解的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與平均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比較，在下一輪排除較差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解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重複步驟，直到迭代次數到達。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472B69A9-2140-1255-558F-17DBD84C2D9B}"/>
              </a:ext>
            </a:extLst>
          </p:cNvPr>
          <p:cNvGrpSpPr/>
          <p:nvPr/>
        </p:nvGrpSpPr>
        <p:grpSpPr>
          <a:xfrm>
            <a:off x="282352" y="4155891"/>
            <a:ext cx="8579296" cy="1952625"/>
            <a:chOff x="107504" y="3212976"/>
            <a:chExt cx="8579296" cy="1952625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AE30D70-216A-EFDD-496A-FF2870EDA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3212976"/>
              <a:ext cx="4314825" cy="1952625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8EC8DC89-DF70-EA55-3A51-49BE8256C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1600" y="3429000"/>
              <a:ext cx="3505200" cy="66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73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8CC19-C45D-D90C-766B-9CC05716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ABC-SCS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DD9C48-53B4-1099-F4BE-CA8310B000EF}"/>
              </a:ext>
            </a:extLst>
          </p:cNvPr>
          <p:cNvSpPr txBox="1"/>
          <p:nvPr/>
        </p:nvSpPr>
        <p:spPr>
          <a:xfrm>
            <a:off x="1114425" y="587727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Average=5.6  worker bees 1 &amp; 5</a:t>
            </a:r>
            <a:r>
              <a:rPr lang="zh-TW" altLang="en-US" dirty="0"/>
              <a:t> </a:t>
            </a:r>
            <a:r>
              <a:rPr lang="en-US" altLang="zh-TW" dirty="0"/>
              <a:t>regenerate SCS and compute fitness values.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D49FFB1-4DFB-8D80-F678-53F89ED48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466850"/>
            <a:ext cx="69151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8CC19-C45D-D90C-766B-9CC05716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ABC-SCS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73C39A-AA97-FA87-D439-54E09C7FF974}"/>
              </a:ext>
            </a:extLst>
          </p:cNvPr>
          <p:cNvSpPr txBox="1"/>
          <p:nvPr/>
        </p:nvSpPr>
        <p:spPr>
          <a:xfrm>
            <a:off x="1114425" y="5805264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Average=6.2  worker bees 1 &amp; 2</a:t>
            </a:r>
            <a:r>
              <a:rPr lang="zh-TW" altLang="en-US" dirty="0"/>
              <a:t> </a:t>
            </a:r>
            <a:r>
              <a:rPr lang="en-US" altLang="zh-TW" dirty="0"/>
              <a:t>regenerate SCS and compute fitness values.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FB9AB82-95FB-74FE-BE18-927906C93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466850"/>
            <a:ext cx="6915150" cy="40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7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22B43B0-CB71-168A-330C-88D6D12C0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8021"/>
            <a:ext cx="4716016" cy="333375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F8FE047-43AA-8D14-16AF-24B8ED17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720C1B6-31B0-00E8-F526-7D819B436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452934" y="2348880"/>
            <a:ext cx="4716016" cy="3162891"/>
          </a:xfrm>
        </p:spPr>
      </p:pic>
    </p:spTree>
    <p:extLst>
      <p:ext uri="{BB962C8B-B14F-4D97-AF65-F5344CB8AC3E}">
        <p14:creationId xmlns:p14="http://schemas.microsoft.com/office/powerpoint/2010/main" val="2375910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69436FD-8612-995B-2F04-8400FB58C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101816"/>
            <a:ext cx="4788024" cy="32575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FEA0EE5-C0C1-D562-52AF-256224E08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18725"/>
            <a:ext cx="4716017" cy="31242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F8FE047-43AA-8D14-16AF-24B8ED17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CAAECAF6-8EDB-7C4E-0210-029AE202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374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5DE6E-C4FF-0883-E391-11332181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534AE-9256-A4BE-2543-2CA3D551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43000"/>
            <a:ext cx="8229600" cy="4525963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20CBB0B-F504-3BD7-E1CA-B125DBA7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484784"/>
            <a:ext cx="6480720" cy="447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5DE6E-C4FF-0883-E391-11332181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534AE-9256-A4BE-2543-2CA3D551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Bees = 100 Maximum Cycle Number = 100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1= 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String 2= ba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3= bba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4= bbba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  <a:p>
            <a:pPr marL="0" indent="0">
              <a:buNone/>
            </a:pPr>
            <a:endParaRPr lang="en-US" altLang="zh-TW" sz="2400" baseline="30000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FCD2499-06FF-E5A8-1DB9-848948E08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23711"/>
            <a:ext cx="8065850" cy="459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1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5DE6E-C4FF-0883-E391-11332181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534AE-9256-A4BE-2543-2CA3D551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1= 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String 2= b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3= b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4= b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9F0E584-3008-EC76-A158-D543236C9AE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560" y="2348880"/>
            <a:ext cx="7992888" cy="43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44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5DE6E-C4FF-0883-E391-11332181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A534AE-9256-A4BE-2543-2CA3D551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1= a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String 2= b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850D305-C4F7-4DBC-2385-BC7110D4F8E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20888"/>
            <a:ext cx="7776864" cy="43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4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3678</TotalTime>
  <Words>728</Words>
  <Application>Microsoft Office PowerPoint</Application>
  <PresentationFormat>如螢幕大小 (4:3)</PresentationFormat>
  <Paragraphs>82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標楷體</vt:lpstr>
      <vt:lpstr>Arial</vt:lpstr>
      <vt:lpstr>Calibri</vt:lpstr>
      <vt:lpstr>Times New Roman</vt:lpstr>
      <vt:lpstr>Office 佈景主題</vt:lpstr>
      <vt:lpstr>Solving Shortest Common Supersequence Problem Using Artificial Bee Colony Algorithm   ​   </vt:lpstr>
      <vt:lpstr>Abstract</vt:lpstr>
      <vt:lpstr>Shortest Common Supersequence problem (SCS or SCSP)</vt:lpstr>
      <vt:lpstr>Artificial Bee Colony (ABC) Algorithm</vt:lpstr>
      <vt:lpstr>Artificial Bee Colony (ABC) Algorithm</vt:lpstr>
      <vt:lpstr>ABC-SCS(Proposed Approach)</vt:lpstr>
      <vt:lpstr>ABC-SCS</vt:lpstr>
      <vt:lpstr>ABC-SCS</vt:lpstr>
      <vt:lpstr>ABC-SCS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健廷 李</cp:lastModifiedBy>
  <cp:revision>205</cp:revision>
  <dcterms:created xsi:type="dcterms:W3CDTF">2022-02-04T17:32:31Z</dcterms:created>
  <dcterms:modified xsi:type="dcterms:W3CDTF">2022-06-28T10:35:38Z</dcterms:modified>
</cp:coreProperties>
</file>