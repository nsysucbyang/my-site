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8" r:id="rId3"/>
    <p:sldId id="259" r:id="rId4"/>
    <p:sldId id="260" r:id="rId5"/>
    <p:sldId id="261" r:id="rId6"/>
    <p:sldId id="263" r:id="rId7"/>
    <p:sldId id="271" r:id="rId8"/>
    <p:sldId id="265" r:id="rId9"/>
    <p:sldId id="266" r:id="rId10"/>
    <p:sldId id="267" r:id="rId11"/>
    <p:sldId id="270" r:id="rId12"/>
    <p:sldId id="272" r:id="rId13"/>
    <p:sldId id="273" r:id="rId14"/>
    <p:sldId id="274" r:id="rId15"/>
    <p:sldId id="275" r:id="rId16"/>
    <p:sldId id="276"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48B14-933C-45DA-A908-FC5A8298B1D9}" v="15" dt="2022-09-12T20:22:35.283"/>
    <p1510:client id="{3E05793A-1EEF-214D-95E3-C6C8A0A9782F}" v="39" dt="2022-09-13T05:08:41.951"/>
    <p1510:client id="{B245FC3A-1DEA-4BCF-9F4C-CBBC96A5E046}" v="5" dt="2022-09-13T06:32:13.27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g B" userId="8a6456424c5e7c38" providerId="LiveId" clId="{3E05793A-1EEF-214D-95E3-C6C8A0A9782F}"/>
    <pc:docChg chg="modSld sldOrd">
      <pc:chgData name="Ting B" userId="8a6456424c5e7c38" providerId="LiveId" clId="{3E05793A-1EEF-214D-95E3-C6C8A0A9782F}" dt="2022-09-13T05:08:41.951" v="41" actId="20577"/>
      <pc:docMkLst>
        <pc:docMk/>
      </pc:docMkLst>
      <pc:sldChg chg="ord">
        <pc:chgData name="Ting B" userId="8a6456424c5e7c38" providerId="LiveId" clId="{3E05793A-1EEF-214D-95E3-C6C8A0A9782F}" dt="2022-09-13T04:58:09.570" v="2" actId="1076"/>
        <pc:sldMkLst>
          <pc:docMk/>
          <pc:sldMk cId="3087037567" sldId="266"/>
        </pc:sldMkLst>
      </pc:sldChg>
      <pc:sldChg chg="ord">
        <pc:chgData name="Ting B" userId="8a6456424c5e7c38" providerId="LiveId" clId="{3E05793A-1EEF-214D-95E3-C6C8A0A9782F}" dt="2022-09-13T04:57:59.870" v="1" actId="1076"/>
        <pc:sldMkLst>
          <pc:docMk/>
          <pc:sldMk cId="436437539" sldId="267"/>
        </pc:sldMkLst>
      </pc:sldChg>
      <pc:sldChg chg="modSp">
        <pc:chgData name="Ting B" userId="8a6456424c5e7c38" providerId="LiveId" clId="{3E05793A-1EEF-214D-95E3-C6C8A0A9782F}" dt="2022-09-13T05:08:41.951" v="41" actId="20577"/>
        <pc:sldMkLst>
          <pc:docMk/>
          <pc:sldMk cId="884770133" sldId="276"/>
        </pc:sldMkLst>
        <pc:spChg chg="mod">
          <ac:chgData name="Ting B" userId="8a6456424c5e7c38" providerId="LiveId" clId="{3E05793A-1EEF-214D-95E3-C6C8A0A9782F}" dt="2022-09-13T05:08:41.951" v="41" actId="20577"/>
          <ac:spMkLst>
            <pc:docMk/>
            <pc:sldMk cId="884770133" sldId="276"/>
            <ac:spMk id="3" creationId="{24C71B49-51B3-57A7-089D-6046FFC45888}"/>
          </ac:spMkLst>
        </pc:spChg>
      </pc:sldChg>
    </pc:docChg>
  </pc:docChgLst>
  <pc:docChgLst>
    <pc:chgData name="Ting B" userId="8a6456424c5e7c38" providerId="LiveId" clId="{B245FC3A-1DEA-4BCF-9F4C-CBBC96A5E046}"/>
    <pc:docChg chg="custSel addSld modSld">
      <pc:chgData name="Ting B" userId="8a6456424c5e7c38" providerId="LiveId" clId="{B245FC3A-1DEA-4BCF-9F4C-CBBC96A5E046}" dt="2022-09-13T06:33:17.618" v="158" actId="20577"/>
      <pc:docMkLst>
        <pc:docMk/>
      </pc:docMkLst>
      <pc:sldChg chg="modSp new mod">
        <pc:chgData name="Ting B" userId="8a6456424c5e7c38" providerId="LiveId" clId="{B245FC3A-1DEA-4BCF-9F4C-CBBC96A5E046}" dt="2022-09-13T06:33:17.618" v="158" actId="20577"/>
        <pc:sldMkLst>
          <pc:docMk/>
          <pc:sldMk cId="884770133" sldId="276"/>
        </pc:sldMkLst>
        <pc:spChg chg="mod">
          <ac:chgData name="Ting B" userId="8a6456424c5e7c38" providerId="LiveId" clId="{B245FC3A-1DEA-4BCF-9F4C-CBBC96A5E046}" dt="2022-09-13T05:06:00.931" v="9" actId="20577"/>
          <ac:spMkLst>
            <pc:docMk/>
            <pc:sldMk cId="884770133" sldId="276"/>
            <ac:spMk id="2" creationId="{C6120AAF-EBFE-B837-7980-67316245C1D7}"/>
          </ac:spMkLst>
        </pc:spChg>
        <pc:spChg chg="mod">
          <ac:chgData name="Ting B" userId="8a6456424c5e7c38" providerId="LiveId" clId="{B245FC3A-1DEA-4BCF-9F4C-CBBC96A5E046}" dt="2022-09-13T06:33:17.618" v="158" actId="20577"/>
          <ac:spMkLst>
            <pc:docMk/>
            <pc:sldMk cId="884770133" sldId="276"/>
            <ac:spMk id="3" creationId="{24C71B49-51B3-57A7-089D-6046FFC45888}"/>
          </ac:spMkLst>
        </pc:spChg>
      </pc:sldChg>
    </pc:docChg>
  </pc:docChgLst>
  <pc:docChgLst>
    <pc:chgData name="Ting B" userId="8a6456424c5e7c38" providerId="LiveId" clId="{12D48B14-933C-45DA-A908-FC5A8298B1D9}"/>
    <pc:docChg chg="undo custSel addSld delSld modSld sldOrd">
      <pc:chgData name="Ting B" userId="8a6456424c5e7c38" providerId="LiveId" clId="{12D48B14-933C-45DA-A908-FC5A8298B1D9}" dt="2022-09-12T20:23:12.888" v="1805" actId="1037"/>
      <pc:docMkLst>
        <pc:docMk/>
      </pc:docMkLst>
      <pc:sldChg chg="modSp mod">
        <pc:chgData name="Ting B" userId="8a6456424c5e7c38" providerId="LiveId" clId="{12D48B14-933C-45DA-A908-FC5A8298B1D9}" dt="2022-09-12T12:52:33.529" v="33"/>
        <pc:sldMkLst>
          <pc:docMk/>
          <pc:sldMk cId="992846163" sldId="256"/>
        </pc:sldMkLst>
        <pc:spChg chg="mod">
          <ac:chgData name="Ting B" userId="8a6456424c5e7c38" providerId="LiveId" clId="{12D48B14-933C-45DA-A908-FC5A8298B1D9}" dt="2022-09-12T12:23:59.473" v="0"/>
          <ac:spMkLst>
            <pc:docMk/>
            <pc:sldMk cId="992846163" sldId="256"/>
            <ac:spMk id="2" creationId="{15143474-6387-4BE8-A4BF-0CDEA67657E1}"/>
          </ac:spMkLst>
        </pc:spChg>
        <pc:spChg chg="mod">
          <ac:chgData name="Ting B" userId="8a6456424c5e7c38" providerId="LiveId" clId="{12D48B14-933C-45DA-A908-FC5A8298B1D9}" dt="2022-09-12T12:52:33.529" v="33"/>
          <ac:spMkLst>
            <pc:docMk/>
            <pc:sldMk cId="992846163" sldId="256"/>
            <ac:spMk id="3" creationId="{92B8BEBC-EA8D-40AC-8B6F-CE2FB945F54D}"/>
          </ac:spMkLst>
        </pc:spChg>
        <pc:spChg chg="mod">
          <ac:chgData name="Ting B" userId="8a6456424c5e7c38" providerId="LiveId" clId="{12D48B14-933C-45DA-A908-FC5A8298B1D9}" dt="2022-09-12T12:24:10.707" v="20" actId="20577"/>
          <ac:spMkLst>
            <pc:docMk/>
            <pc:sldMk cId="992846163" sldId="256"/>
            <ac:spMk id="5" creationId="{D2AB8FE2-23CB-4533-87D5-C2F44C82D244}"/>
          </ac:spMkLst>
        </pc:spChg>
      </pc:sldChg>
      <pc:sldChg chg="modSp mod">
        <pc:chgData name="Ting B" userId="8a6456424c5e7c38" providerId="LiveId" clId="{12D48B14-933C-45DA-A908-FC5A8298B1D9}" dt="2022-09-12T12:57:11.867" v="794" actId="20577"/>
        <pc:sldMkLst>
          <pc:docMk/>
          <pc:sldMk cId="847236665" sldId="258"/>
        </pc:sldMkLst>
        <pc:spChg chg="mod">
          <ac:chgData name="Ting B" userId="8a6456424c5e7c38" providerId="LiveId" clId="{12D48B14-933C-45DA-A908-FC5A8298B1D9}" dt="2022-09-12T12:53:16.615" v="46" actId="20577"/>
          <ac:spMkLst>
            <pc:docMk/>
            <pc:sldMk cId="847236665" sldId="258"/>
            <ac:spMk id="2" creationId="{A624AF41-DCC8-4BFE-B3AA-9D793E863EAC}"/>
          </ac:spMkLst>
        </pc:spChg>
        <pc:spChg chg="mod">
          <ac:chgData name="Ting B" userId="8a6456424c5e7c38" providerId="LiveId" clId="{12D48B14-933C-45DA-A908-FC5A8298B1D9}" dt="2022-09-12T12:57:11.867" v="794" actId="20577"/>
          <ac:spMkLst>
            <pc:docMk/>
            <pc:sldMk cId="847236665" sldId="258"/>
            <ac:spMk id="3" creationId="{2FBE2A12-C9F0-4093-A018-44F05764C477}"/>
          </ac:spMkLst>
        </pc:spChg>
      </pc:sldChg>
      <pc:sldChg chg="modSp new mod">
        <pc:chgData name="Ting B" userId="8a6456424c5e7c38" providerId="LiveId" clId="{12D48B14-933C-45DA-A908-FC5A8298B1D9}" dt="2022-09-12T20:13:14.096" v="1359" actId="20577"/>
        <pc:sldMkLst>
          <pc:docMk/>
          <pc:sldMk cId="2530364749" sldId="259"/>
        </pc:sldMkLst>
        <pc:spChg chg="mod">
          <ac:chgData name="Ting B" userId="8a6456424c5e7c38" providerId="LiveId" clId="{12D48B14-933C-45DA-A908-FC5A8298B1D9}" dt="2022-09-12T13:04:22.611" v="811" actId="20577"/>
          <ac:spMkLst>
            <pc:docMk/>
            <pc:sldMk cId="2530364749" sldId="259"/>
            <ac:spMk id="2" creationId="{AA5B6D7E-DEA8-2F2D-C83B-62C7BFFA9BCC}"/>
          </ac:spMkLst>
        </pc:spChg>
        <pc:spChg chg="mod">
          <ac:chgData name="Ting B" userId="8a6456424c5e7c38" providerId="LiveId" clId="{12D48B14-933C-45DA-A908-FC5A8298B1D9}" dt="2022-09-12T20:13:14.096" v="1359" actId="20577"/>
          <ac:spMkLst>
            <pc:docMk/>
            <pc:sldMk cId="2530364749" sldId="259"/>
            <ac:spMk id="3" creationId="{31861E30-DFD9-54F5-83D1-65B4F02C204C}"/>
          </ac:spMkLst>
        </pc:spChg>
      </pc:sldChg>
      <pc:sldChg chg="addSp delSp modSp new mod">
        <pc:chgData name="Ting B" userId="8a6456424c5e7c38" providerId="LiveId" clId="{12D48B14-933C-45DA-A908-FC5A8298B1D9}" dt="2022-09-12T20:13:21.308" v="1361" actId="22"/>
        <pc:sldMkLst>
          <pc:docMk/>
          <pc:sldMk cId="2529279860" sldId="260"/>
        </pc:sldMkLst>
        <pc:spChg chg="mod">
          <ac:chgData name="Ting B" userId="8a6456424c5e7c38" providerId="LiveId" clId="{12D48B14-933C-45DA-A908-FC5A8298B1D9}" dt="2022-09-12T13:04:51.314" v="870" actId="20577"/>
          <ac:spMkLst>
            <pc:docMk/>
            <pc:sldMk cId="2529279860" sldId="260"/>
            <ac:spMk id="2" creationId="{8F16EDA0-5B6B-221B-59CE-FD94F8CB5AAE}"/>
          </ac:spMkLst>
        </pc:spChg>
        <pc:spChg chg="del">
          <ac:chgData name="Ting B" userId="8a6456424c5e7c38" providerId="LiveId" clId="{12D48B14-933C-45DA-A908-FC5A8298B1D9}" dt="2022-09-12T13:04:52.991" v="871" actId="22"/>
          <ac:spMkLst>
            <pc:docMk/>
            <pc:sldMk cId="2529279860" sldId="260"/>
            <ac:spMk id="3" creationId="{02DBCFAA-E36C-BD78-026C-16B1C9D6C5E3}"/>
          </ac:spMkLst>
        </pc:spChg>
        <pc:spChg chg="add del">
          <ac:chgData name="Ting B" userId="8a6456424c5e7c38" providerId="LiveId" clId="{12D48B14-933C-45DA-A908-FC5A8298B1D9}" dt="2022-09-12T20:13:21.308" v="1361" actId="22"/>
          <ac:spMkLst>
            <pc:docMk/>
            <pc:sldMk cId="2529279860" sldId="260"/>
            <ac:spMk id="8" creationId="{19BB11ED-0430-D490-75F8-D1F1779A1329}"/>
          </ac:spMkLst>
        </pc:spChg>
        <pc:picChg chg="add mod ord">
          <ac:chgData name="Ting B" userId="8a6456424c5e7c38" providerId="LiveId" clId="{12D48B14-933C-45DA-A908-FC5A8298B1D9}" dt="2022-09-12T13:04:52.991" v="871" actId="22"/>
          <ac:picMkLst>
            <pc:docMk/>
            <pc:sldMk cId="2529279860" sldId="260"/>
            <ac:picMk id="6" creationId="{FF86D6D9-1B89-FBF6-7BB8-AD3E36FF5F3A}"/>
          </ac:picMkLst>
        </pc:picChg>
      </pc:sldChg>
      <pc:sldChg chg="modSp new del mod">
        <pc:chgData name="Ting B" userId="8a6456424c5e7c38" providerId="LiveId" clId="{12D48B14-933C-45DA-A908-FC5A8298B1D9}" dt="2022-09-12T13:13:43.330" v="882" actId="47"/>
        <pc:sldMkLst>
          <pc:docMk/>
          <pc:sldMk cId="2567708205" sldId="261"/>
        </pc:sldMkLst>
        <pc:spChg chg="mod">
          <ac:chgData name="Ting B" userId="8a6456424c5e7c38" providerId="LiveId" clId="{12D48B14-933C-45DA-A908-FC5A8298B1D9}" dt="2022-09-12T13:13:21.051" v="881" actId="20577"/>
          <ac:spMkLst>
            <pc:docMk/>
            <pc:sldMk cId="2567708205" sldId="261"/>
            <ac:spMk id="2" creationId="{5F0A71CB-9CEB-8F50-5E83-C02BE9EBAB60}"/>
          </ac:spMkLst>
        </pc:spChg>
      </pc:sldChg>
      <pc:sldChg chg="addSp delSp modSp add mod">
        <pc:chgData name="Ting B" userId="8a6456424c5e7c38" providerId="LiveId" clId="{12D48B14-933C-45DA-A908-FC5A8298B1D9}" dt="2022-09-12T20:13:49.771" v="1372" actId="478"/>
        <pc:sldMkLst>
          <pc:docMk/>
          <pc:sldMk cId="2603547883" sldId="261"/>
        </pc:sldMkLst>
        <pc:spChg chg="mod">
          <ac:chgData name="Ting B" userId="8a6456424c5e7c38" providerId="LiveId" clId="{12D48B14-933C-45DA-A908-FC5A8298B1D9}" dt="2022-09-12T13:13:48.967" v="891" actId="20577"/>
          <ac:spMkLst>
            <pc:docMk/>
            <pc:sldMk cId="2603547883" sldId="261"/>
            <ac:spMk id="2" creationId="{8F16EDA0-5B6B-221B-59CE-FD94F8CB5AAE}"/>
          </ac:spMkLst>
        </pc:spChg>
        <pc:spChg chg="add del mod">
          <ac:chgData name="Ting B" userId="8a6456424c5e7c38" providerId="LiveId" clId="{12D48B14-933C-45DA-A908-FC5A8298B1D9}" dt="2022-09-12T13:59:41.589" v="950" actId="22"/>
          <ac:spMkLst>
            <pc:docMk/>
            <pc:sldMk cId="2603547883" sldId="261"/>
            <ac:spMk id="7" creationId="{32AC7EE4-6C9A-39FF-28A9-BE196B8172D1}"/>
          </ac:spMkLst>
        </pc:spChg>
        <pc:spChg chg="add mod">
          <ac:chgData name="Ting B" userId="8a6456424c5e7c38" providerId="LiveId" clId="{12D48B14-933C-45DA-A908-FC5A8298B1D9}" dt="2022-09-12T14:40:01.656" v="995" actId="14100"/>
          <ac:spMkLst>
            <pc:docMk/>
            <pc:sldMk cId="2603547883" sldId="261"/>
            <ac:spMk id="14" creationId="{577BA0E4-6137-ADF4-D6DB-427C7196976D}"/>
          </ac:spMkLst>
        </pc:spChg>
        <pc:graphicFrameChg chg="add del mod modGraphic">
          <ac:chgData name="Ting B" userId="8a6456424c5e7c38" providerId="LiveId" clId="{12D48B14-933C-45DA-A908-FC5A8298B1D9}" dt="2022-09-12T20:13:49.771" v="1372" actId="478"/>
          <ac:graphicFrameMkLst>
            <pc:docMk/>
            <pc:sldMk cId="2603547883" sldId="261"/>
            <ac:graphicFrameMk id="3" creationId="{2555D802-6259-5663-7994-A0F36E905EA3}"/>
          </ac:graphicFrameMkLst>
        </pc:graphicFrameChg>
        <pc:picChg chg="del mod">
          <ac:chgData name="Ting B" userId="8a6456424c5e7c38" providerId="LiveId" clId="{12D48B14-933C-45DA-A908-FC5A8298B1D9}" dt="2022-09-12T13:59:24.590" v="949" actId="478"/>
          <ac:picMkLst>
            <pc:docMk/>
            <pc:sldMk cId="2603547883" sldId="261"/>
            <ac:picMk id="6" creationId="{FF86D6D9-1B89-FBF6-7BB8-AD3E36FF5F3A}"/>
          </ac:picMkLst>
        </pc:picChg>
        <pc:picChg chg="add mod ord">
          <ac:chgData name="Ting B" userId="8a6456424c5e7c38" providerId="LiveId" clId="{12D48B14-933C-45DA-A908-FC5A8298B1D9}" dt="2022-09-12T14:38:47.689" v="980" actId="1076"/>
          <ac:picMkLst>
            <pc:docMk/>
            <pc:sldMk cId="2603547883" sldId="261"/>
            <ac:picMk id="9" creationId="{E6E60620-6810-F659-1DD7-DB5A4FF4C45C}"/>
          </ac:picMkLst>
        </pc:picChg>
        <pc:picChg chg="add mod">
          <ac:chgData name="Ting B" userId="8a6456424c5e7c38" providerId="LiveId" clId="{12D48B14-933C-45DA-A908-FC5A8298B1D9}" dt="2022-09-12T14:37:53.746" v="971" actId="1076"/>
          <ac:picMkLst>
            <pc:docMk/>
            <pc:sldMk cId="2603547883" sldId="261"/>
            <ac:picMk id="11" creationId="{A68E4852-21A9-C106-B72C-5E831AEAEE78}"/>
          </ac:picMkLst>
        </pc:picChg>
        <pc:picChg chg="add del mod">
          <ac:chgData name="Ting B" userId="8a6456424c5e7c38" providerId="LiveId" clId="{12D48B14-933C-45DA-A908-FC5A8298B1D9}" dt="2022-09-12T14:37:35.491" v="966" actId="478"/>
          <ac:picMkLst>
            <pc:docMk/>
            <pc:sldMk cId="2603547883" sldId="261"/>
            <ac:picMk id="13" creationId="{51447C76-6E65-8BF4-ECA1-2C03EC3DC9FF}"/>
          </ac:picMkLst>
        </pc:picChg>
      </pc:sldChg>
      <pc:sldChg chg="addSp new del mod">
        <pc:chgData name="Ting B" userId="8a6456424c5e7c38" providerId="LiveId" clId="{12D48B14-933C-45DA-A908-FC5A8298B1D9}" dt="2022-09-12T14:40:36.704" v="1006" actId="47"/>
        <pc:sldMkLst>
          <pc:docMk/>
          <pc:sldMk cId="3777821493" sldId="262"/>
        </pc:sldMkLst>
        <pc:spChg chg="add">
          <ac:chgData name="Ting B" userId="8a6456424c5e7c38" providerId="LiveId" clId="{12D48B14-933C-45DA-A908-FC5A8298B1D9}" dt="2022-09-12T14:40:06.401" v="996" actId="22"/>
          <ac:spMkLst>
            <pc:docMk/>
            <pc:sldMk cId="3777821493" sldId="262"/>
            <ac:spMk id="6" creationId="{1BB56C27-6A99-901C-3D5E-F35BBADEBA7D}"/>
          </ac:spMkLst>
        </pc:spChg>
      </pc:sldChg>
      <pc:sldChg chg="addSp delSp modSp add mod">
        <pc:chgData name="Ting B" userId="8a6456424c5e7c38" providerId="LiveId" clId="{12D48B14-933C-45DA-A908-FC5A8298B1D9}" dt="2022-09-12T14:40:29.701" v="1005" actId="14100"/>
        <pc:sldMkLst>
          <pc:docMk/>
          <pc:sldMk cId="3397122014" sldId="263"/>
        </pc:sldMkLst>
        <pc:spChg chg="add del mod">
          <ac:chgData name="Ting B" userId="8a6456424c5e7c38" providerId="LiveId" clId="{12D48B14-933C-45DA-A908-FC5A8298B1D9}" dt="2022-09-12T14:38:15.374" v="974" actId="22"/>
          <ac:spMkLst>
            <pc:docMk/>
            <pc:sldMk cId="3397122014" sldId="263"/>
            <ac:spMk id="6" creationId="{E528B1FE-90AE-1CA0-EB76-817E337FAB82}"/>
          </ac:spMkLst>
        </pc:spChg>
        <pc:spChg chg="add mod">
          <ac:chgData name="Ting B" userId="8a6456424c5e7c38" providerId="LiveId" clId="{12D48B14-933C-45DA-A908-FC5A8298B1D9}" dt="2022-09-12T14:40:29.701" v="1005" actId="14100"/>
          <ac:spMkLst>
            <pc:docMk/>
            <pc:sldMk cId="3397122014" sldId="263"/>
            <ac:spMk id="14" creationId="{A5F90337-49F1-CFB0-01EE-BC5B8FF8B101}"/>
          </ac:spMkLst>
        </pc:spChg>
        <pc:picChg chg="add mod ord">
          <ac:chgData name="Ting B" userId="8a6456424c5e7c38" providerId="LiveId" clId="{12D48B14-933C-45DA-A908-FC5A8298B1D9}" dt="2022-09-12T14:38:41.618" v="979" actId="1076"/>
          <ac:picMkLst>
            <pc:docMk/>
            <pc:sldMk cId="3397122014" sldId="263"/>
            <ac:picMk id="8" creationId="{80BB9814-29F2-55BA-CAC9-02662A306C3B}"/>
          </ac:picMkLst>
        </pc:picChg>
        <pc:picChg chg="del">
          <ac:chgData name="Ting B" userId="8a6456424c5e7c38" providerId="LiveId" clId="{12D48B14-933C-45DA-A908-FC5A8298B1D9}" dt="2022-09-12T14:38:00.804" v="973" actId="478"/>
          <ac:picMkLst>
            <pc:docMk/>
            <pc:sldMk cId="3397122014" sldId="263"/>
            <ac:picMk id="9" creationId="{E6E60620-6810-F659-1DD7-DB5A4FF4C45C}"/>
          </ac:picMkLst>
        </pc:picChg>
        <pc:picChg chg="del">
          <ac:chgData name="Ting B" userId="8a6456424c5e7c38" providerId="LiveId" clId="{12D48B14-933C-45DA-A908-FC5A8298B1D9}" dt="2022-09-12T14:38:20.673" v="976" actId="478"/>
          <ac:picMkLst>
            <pc:docMk/>
            <pc:sldMk cId="3397122014" sldId="263"/>
            <ac:picMk id="11" creationId="{A68E4852-21A9-C106-B72C-5E831AEAEE78}"/>
          </ac:picMkLst>
        </pc:picChg>
        <pc:picChg chg="add mod">
          <ac:chgData name="Ting B" userId="8a6456424c5e7c38" providerId="LiveId" clId="{12D48B14-933C-45DA-A908-FC5A8298B1D9}" dt="2022-09-12T14:38:39.169" v="978" actId="1076"/>
          <ac:picMkLst>
            <pc:docMk/>
            <pc:sldMk cId="3397122014" sldId="263"/>
            <ac:picMk id="12" creationId="{04894F68-7D14-AB4B-D006-E940532BC31D}"/>
          </ac:picMkLst>
        </pc:picChg>
      </pc:sldChg>
      <pc:sldChg chg="addSp delSp modSp new add del mod setBg setClrOvrMap">
        <pc:chgData name="Ting B" userId="8a6456424c5e7c38" providerId="LiveId" clId="{12D48B14-933C-45DA-A908-FC5A8298B1D9}" dt="2022-09-12T20:08:24.793" v="1226" actId="47"/>
        <pc:sldMkLst>
          <pc:docMk/>
          <pc:sldMk cId="4286420538" sldId="264"/>
        </pc:sldMkLst>
        <pc:spChg chg="mod">
          <ac:chgData name="Ting B" userId="8a6456424c5e7c38" providerId="LiveId" clId="{12D48B14-933C-45DA-A908-FC5A8298B1D9}" dt="2022-09-12T16:02:26.909" v="1153" actId="20577"/>
          <ac:spMkLst>
            <pc:docMk/>
            <pc:sldMk cId="4286420538" sldId="264"/>
            <ac:spMk id="2" creationId="{0D1A3080-68B4-A1B4-9E20-1897ADFB1466}"/>
          </ac:spMkLst>
        </pc:spChg>
        <pc:spChg chg="del">
          <ac:chgData name="Ting B" userId="8a6456424c5e7c38" providerId="LiveId" clId="{12D48B14-933C-45DA-A908-FC5A8298B1D9}" dt="2022-09-12T15:24:52.968" v="1062"/>
          <ac:spMkLst>
            <pc:docMk/>
            <pc:sldMk cId="4286420538" sldId="264"/>
            <ac:spMk id="3" creationId="{E52DC5A3-8FED-C659-7A9E-73B87C3ED40C}"/>
          </ac:spMkLst>
        </pc:spChg>
        <pc:spChg chg="mod ord">
          <ac:chgData name="Ting B" userId="8a6456424c5e7c38" providerId="LiveId" clId="{12D48B14-933C-45DA-A908-FC5A8298B1D9}" dt="2022-09-12T15:24:55.681" v="1064" actId="26606"/>
          <ac:spMkLst>
            <pc:docMk/>
            <pc:sldMk cId="4286420538" sldId="264"/>
            <ac:spMk id="4" creationId="{B814EB38-0506-C5E4-3389-B7EC74B34428}"/>
          </ac:spMkLst>
        </pc:spChg>
        <pc:spChg chg="add del">
          <ac:chgData name="Ting B" userId="8a6456424c5e7c38" providerId="LiveId" clId="{12D48B14-933C-45DA-A908-FC5A8298B1D9}" dt="2022-09-12T15:24:55.681" v="1064" actId="26606"/>
          <ac:spMkLst>
            <pc:docMk/>
            <pc:sldMk cId="4286420538" sldId="264"/>
            <ac:spMk id="9" creationId="{612220AD-27F6-AA9A-79FE-29BC014601EB}"/>
          </ac:spMkLst>
        </pc:spChg>
        <pc:spChg chg="add del">
          <ac:chgData name="Ting B" userId="8a6456424c5e7c38" providerId="LiveId" clId="{12D48B14-933C-45DA-A908-FC5A8298B1D9}" dt="2022-09-12T15:24:55.681" v="1064" actId="26606"/>
          <ac:spMkLst>
            <pc:docMk/>
            <pc:sldMk cId="4286420538" sldId="264"/>
            <ac:spMk id="12" creationId="{9B76D444-2756-434F-AE61-96D69830C13E}"/>
          </ac:spMkLst>
        </pc:spChg>
        <pc:spChg chg="add del">
          <ac:chgData name="Ting B" userId="8a6456424c5e7c38" providerId="LiveId" clId="{12D48B14-933C-45DA-A908-FC5A8298B1D9}" dt="2022-09-12T15:24:55.681" v="1064" actId="26606"/>
          <ac:spMkLst>
            <pc:docMk/>
            <pc:sldMk cId="4286420538" sldId="264"/>
            <ac:spMk id="14" creationId="{B0161EF8-C8C6-4F2A-9D5C-49BD28A2BDC2}"/>
          </ac:spMkLst>
        </pc:spChg>
        <pc:spChg chg="add mod">
          <ac:chgData name="Ting B" userId="8a6456424c5e7c38" providerId="LiveId" clId="{12D48B14-933C-45DA-A908-FC5A8298B1D9}" dt="2022-09-12T15:59:49.726" v="1096" actId="1076"/>
          <ac:spMkLst>
            <pc:docMk/>
            <pc:sldMk cId="4286420538" sldId="264"/>
            <ac:spMk id="31" creationId="{EBEE0A02-02DF-A0C4-D6A1-0F41372023DB}"/>
          </ac:spMkLst>
        </pc:spChg>
        <pc:spChg chg="add mod">
          <ac:chgData name="Ting B" userId="8a6456424c5e7c38" providerId="LiveId" clId="{12D48B14-933C-45DA-A908-FC5A8298B1D9}" dt="2022-09-12T15:59:52.259" v="1097" actId="1076"/>
          <ac:spMkLst>
            <pc:docMk/>
            <pc:sldMk cId="4286420538" sldId="264"/>
            <ac:spMk id="33" creationId="{C30A0F70-3393-8E63-9B3E-4767022CCCB7}"/>
          </ac:spMkLst>
        </pc:spChg>
        <pc:spChg chg="add mod">
          <ac:chgData name="Ting B" userId="8a6456424c5e7c38" providerId="LiveId" clId="{12D48B14-933C-45DA-A908-FC5A8298B1D9}" dt="2022-09-12T16:01:53.134" v="1136" actId="1076"/>
          <ac:spMkLst>
            <pc:docMk/>
            <pc:sldMk cId="4286420538" sldId="264"/>
            <ac:spMk id="35" creationId="{83AA7F8A-A2AB-CD38-56AB-E0118C1E351D}"/>
          </ac:spMkLst>
        </pc:spChg>
        <pc:picChg chg="add mod">
          <ac:chgData name="Ting B" userId="8a6456424c5e7c38" providerId="LiveId" clId="{12D48B14-933C-45DA-A908-FC5A8298B1D9}" dt="2022-09-12T15:51:02.401" v="1066" actId="1076"/>
          <ac:picMkLst>
            <pc:docMk/>
            <pc:sldMk cId="4286420538" sldId="264"/>
            <ac:picMk id="5" creationId="{7400AE20-1669-688D-D341-2390D3D195DF}"/>
          </ac:picMkLst>
        </pc:picChg>
        <pc:cxnChg chg="add del mod">
          <ac:chgData name="Ting B" userId="8a6456424c5e7c38" providerId="LiveId" clId="{12D48B14-933C-45DA-A908-FC5A8298B1D9}" dt="2022-09-12T15:59:24.403" v="1093" actId="478"/>
          <ac:cxnSpMkLst>
            <pc:docMk/>
            <pc:sldMk cId="4286420538" sldId="264"/>
            <ac:cxnSpMk id="7" creationId="{5A9CD5EE-3FB2-AF93-CA2C-54A8F8D4B783}"/>
          </ac:cxnSpMkLst>
        </pc:cxnChg>
        <pc:cxnChg chg="add mod">
          <ac:chgData name="Ting B" userId="8a6456424c5e7c38" providerId="LiveId" clId="{12D48B14-933C-45DA-A908-FC5A8298B1D9}" dt="2022-09-12T16:01:53.134" v="1136" actId="1076"/>
          <ac:cxnSpMkLst>
            <pc:docMk/>
            <pc:sldMk cId="4286420538" sldId="264"/>
            <ac:cxnSpMk id="37" creationId="{0611A9BE-4954-6C6A-7E94-AD6D7293B94D}"/>
          </ac:cxnSpMkLst>
        </pc:cxnChg>
      </pc:sldChg>
      <pc:sldChg chg="addSp modSp add mod">
        <pc:chgData name="Ting B" userId="8a6456424c5e7c38" providerId="LiveId" clId="{12D48B14-933C-45DA-A908-FC5A8298B1D9}" dt="2022-09-12T17:20:02.563" v="1204" actId="14861"/>
        <pc:sldMkLst>
          <pc:docMk/>
          <pc:sldMk cId="220290662" sldId="265"/>
        </pc:sldMkLst>
        <pc:spChg chg="mod">
          <ac:chgData name="Ting B" userId="8a6456424c5e7c38" providerId="LiveId" clId="{12D48B14-933C-45DA-A908-FC5A8298B1D9}" dt="2022-09-12T14:40:58.390" v="1025"/>
          <ac:spMkLst>
            <pc:docMk/>
            <pc:sldMk cId="220290662" sldId="265"/>
            <ac:spMk id="2" creationId="{8F16EDA0-5B6B-221B-59CE-FD94F8CB5AAE}"/>
          </ac:spMkLst>
        </pc:spChg>
        <pc:spChg chg="add mod">
          <ac:chgData name="Ting B" userId="8a6456424c5e7c38" providerId="LiveId" clId="{12D48B14-933C-45DA-A908-FC5A8298B1D9}" dt="2022-09-12T15:01:36.296" v="1057" actId="208"/>
          <ac:spMkLst>
            <pc:docMk/>
            <pc:sldMk cId="220290662" sldId="265"/>
            <ac:spMk id="3" creationId="{55C4050D-7BE3-5AEA-93C1-ECA4CED9B5C4}"/>
          </ac:spMkLst>
        </pc:spChg>
        <pc:spChg chg="add mod">
          <ac:chgData name="Ting B" userId="8a6456424c5e7c38" providerId="LiveId" clId="{12D48B14-933C-45DA-A908-FC5A8298B1D9}" dt="2022-09-12T15:01:52.853" v="1061" actId="2085"/>
          <ac:spMkLst>
            <pc:docMk/>
            <pc:sldMk cId="220290662" sldId="265"/>
            <ac:spMk id="5" creationId="{FC0F3F7C-C145-8DC7-77C4-711DE129A534}"/>
          </ac:spMkLst>
        </pc:spChg>
        <pc:spChg chg="add mod">
          <ac:chgData name="Ting B" userId="8a6456424c5e7c38" providerId="LiveId" clId="{12D48B14-933C-45DA-A908-FC5A8298B1D9}" dt="2022-09-12T15:01:39.112" v="1058" actId="208"/>
          <ac:spMkLst>
            <pc:docMk/>
            <pc:sldMk cId="220290662" sldId="265"/>
            <ac:spMk id="8" creationId="{E7F147F7-81BC-5F05-4DFD-EF97A2FB5C8F}"/>
          </ac:spMkLst>
        </pc:spChg>
        <pc:spChg chg="add mod">
          <ac:chgData name="Ting B" userId="8a6456424c5e7c38" providerId="LiveId" clId="{12D48B14-933C-45DA-A908-FC5A8298B1D9}" dt="2022-09-12T15:01:27.682" v="1056" actId="1076"/>
          <ac:spMkLst>
            <pc:docMk/>
            <pc:sldMk cId="220290662" sldId="265"/>
            <ac:spMk id="10" creationId="{EED54945-ED3C-1F73-8438-4CBAEDFBF38A}"/>
          </ac:spMkLst>
        </pc:spChg>
        <pc:cxnChg chg="add mod">
          <ac:chgData name="Ting B" userId="8a6456424c5e7c38" providerId="LiveId" clId="{12D48B14-933C-45DA-A908-FC5A8298B1D9}" dt="2022-09-12T17:20:02.563" v="1204" actId="14861"/>
          <ac:cxnSpMkLst>
            <pc:docMk/>
            <pc:sldMk cId="220290662" sldId="265"/>
            <ac:cxnSpMk id="12" creationId="{72674014-1C7D-43C5-E1CD-087D004DB1D6}"/>
          </ac:cxnSpMkLst>
        </pc:cxnChg>
      </pc:sldChg>
      <pc:sldChg chg="addSp delSp modSp add mod">
        <pc:chgData name="Ting B" userId="8a6456424c5e7c38" providerId="LiveId" clId="{12D48B14-933C-45DA-A908-FC5A8298B1D9}" dt="2022-09-12T20:11:07.850" v="1286" actId="1076"/>
        <pc:sldMkLst>
          <pc:docMk/>
          <pc:sldMk cId="3087037567" sldId="266"/>
        </pc:sldMkLst>
        <pc:spChg chg="mod">
          <ac:chgData name="Ting B" userId="8a6456424c5e7c38" providerId="LiveId" clId="{12D48B14-933C-45DA-A908-FC5A8298B1D9}" dt="2022-09-12T16:02:32.438" v="1161" actId="20577"/>
          <ac:spMkLst>
            <pc:docMk/>
            <pc:sldMk cId="3087037567" sldId="266"/>
            <ac:spMk id="2" creationId="{0D1A3080-68B4-A1B4-9E20-1897ADFB1466}"/>
          </ac:spMkLst>
        </pc:spChg>
        <pc:spChg chg="mod">
          <ac:chgData name="Ting B" userId="8a6456424c5e7c38" providerId="LiveId" clId="{12D48B14-933C-45DA-A908-FC5A8298B1D9}" dt="2022-09-12T20:11:03.740" v="1285" actId="1076"/>
          <ac:spMkLst>
            <pc:docMk/>
            <pc:sldMk cId="3087037567" sldId="266"/>
            <ac:spMk id="31" creationId="{EBEE0A02-02DF-A0C4-D6A1-0F41372023DB}"/>
          </ac:spMkLst>
        </pc:spChg>
        <pc:spChg chg="mod">
          <ac:chgData name="Ting B" userId="8a6456424c5e7c38" providerId="LiveId" clId="{12D48B14-933C-45DA-A908-FC5A8298B1D9}" dt="2022-09-12T20:11:07.850" v="1286" actId="1076"/>
          <ac:spMkLst>
            <pc:docMk/>
            <pc:sldMk cId="3087037567" sldId="266"/>
            <ac:spMk id="33" creationId="{C30A0F70-3393-8E63-9B3E-4767022CCCB7}"/>
          </ac:spMkLst>
        </pc:spChg>
        <pc:spChg chg="del mod">
          <ac:chgData name="Ting B" userId="8a6456424c5e7c38" providerId="LiveId" clId="{12D48B14-933C-45DA-A908-FC5A8298B1D9}" dt="2022-09-12T20:10:06.743" v="1276" actId="478"/>
          <ac:spMkLst>
            <pc:docMk/>
            <pc:sldMk cId="3087037567" sldId="266"/>
            <ac:spMk id="35" creationId="{83AA7F8A-A2AB-CD38-56AB-E0118C1E351D}"/>
          </ac:spMkLst>
        </pc:spChg>
        <pc:graphicFrameChg chg="add mod modGraphic">
          <ac:chgData name="Ting B" userId="8a6456424c5e7c38" providerId="LiveId" clId="{12D48B14-933C-45DA-A908-FC5A8298B1D9}" dt="2022-09-12T20:10:51.956" v="1284" actId="1076"/>
          <ac:graphicFrameMkLst>
            <pc:docMk/>
            <pc:sldMk cId="3087037567" sldId="266"/>
            <ac:graphicFrameMk id="15" creationId="{34E5E2DD-A96E-4452-D197-CFECADAF072F}"/>
          </ac:graphicFrameMkLst>
        </pc:graphicFrameChg>
        <pc:picChg chg="mod">
          <ac:chgData name="Ting B" userId="8a6456424c5e7c38" providerId="LiveId" clId="{12D48B14-933C-45DA-A908-FC5A8298B1D9}" dt="2022-09-12T20:10:17.907" v="1277" actId="1076"/>
          <ac:picMkLst>
            <pc:docMk/>
            <pc:sldMk cId="3087037567" sldId="266"/>
            <ac:picMk id="5" creationId="{7400AE20-1669-688D-D341-2390D3D195DF}"/>
          </ac:picMkLst>
        </pc:picChg>
        <pc:cxnChg chg="mod">
          <ac:chgData name="Ting B" userId="8a6456424c5e7c38" providerId="LiveId" clId="{12D48B14-933C-45DA-A908-FC5A8298B1D9}" dt="2022-09-12T20:11:03.740" v="1285" actId="1076"/>
          <ac:cxnSpMkLst>
            <pc:docMk/>
            <pc:sldMk cId="3087037567" sldId="266"/>
            <ac:cxnSpMk id="37" creationId="{0611A9BE-4954-6C6A-7E94-AD6D7293B94D}"/>
          </ac:cxnSpMkLst>
        </pc:cxnChg>
      </pc:sldChg>
      <pc:sldChg chg="addSp delSp modSp add mod">
        <pc:chgData name="Ting B" userId="8a6456424c5e7c38" providerId="LiveId" clId="{12D48B14-933C-45DA-A908-FC5A8298B1D9}" dt="2022-09-12T16:26:48.853" v="1197" actId="478"/>
        <pc:sldMkLst>
          <pc:docMk/>
          <pc:sldMk cId="436437539" sldId="267"/>
        </pc:sldMkLst>
        <pc:spChg chg="add mod">
          <ac:chgData name="Ting B" userId="8a6456424c5e7c38" providerId="LiveId" clId="{12D48B14-933C-45DA-A908-FC5A8298B1D9}" dt="2022-09-12T16:05:11.525" v="1190" actId="1076"/>
          <ac:spMkLst>
            <pc:docMk/>
            <pc:sldMk cId="436437539" sldId="267"/>
            <ac:spMk id="6" creationId="{BF3C6474-ECA2-056A-705F-FB595BF46458}"/>
          </ac:spMkLst>
        </pc:spChg>
        <pc:spChg chg="add mod">
          <ac:chgData name="Ting B" userId="8a6456424c5e7c38" providerId="LiveId" clId="{12D48B14-933C-45DA-A908-FC5A8298B1D9}" dt="2022-09-12T16:05:42.037" v="1196" actId="207"/>
          <ac:spMkLst>
            <pc:docMk/>
            <pc:sldMk cId="436437539" sldId="267"/>
            <ac:spMk id="8" creationId="{FA08F48F-2825-BCE4-4DFB-244882360122}"/>
          </ac:spMkLst>
        </pc:spChg>
        <pc:spChg chg="del">
          <ac:chgData name="Ting B" userId="8a6456424c5e7c38" providerId="LiveId" clId="{12D48B14-933C-45DA-A908-FC5A8298B1D9}" dt="2022-09-12T16:05:02.832" v="1188" actId="478"/>
          <ac:spMkLst>
            <pc:docMk/>
            <pc:sldMk cId="436437539" sldId="267"/>
            <ac:spMk id="31" creationId="{EBEE0A02-02DF-A0C4-D6A1-0F41372023DB}"/>
          </ac:spMkLst>
        </pc:spChg>
        <pc:spChg chg="del">
          <ac:chgData name="Ting B" userId="8a6456424c5e7c38" providerId="LiveId" clId="{12D48B14-933C-45DA-A908-FC5A8298B1D9}" dt="2022-09-12T16:04:59.133" v="1187" actId="478"/>
          <ac:spMkLst>
            <pc:docMk/>
            <pc:sldMk cId="436437539" sldId="267"/>
            <ac:spMk id="33" creationId="{C30A0F70-3393-8E63-9B3E-4767022CCCB7}"/>
          </ac:spMkLst>
        </pc:spChg>
        <pc:spChg chg="del">
          <ac:chgData name="Ting B" userId="8a6456424c5e7c38" providerId="LiveId" clId="{12D48B14-933C-45DA-A908-FC5A8298B1D9}" dt="2022-09-12T16:26:48.853" v="1197" actId="478"/>
          <ac:spMkLst>
            <pc:docMk/>
            <pc:sldMk cId="436437539" sldId="267"/>
            <ac:spMk id="35" creationId="{83AA7F8A-A2AB-CD38-56AB-E0118C1E351D}"/>
          </ac:spMkLst>
        </pc:spChg>
        <pc:cxnChg chg="del mod">
          <ac:chgData name="Ting B" userId="8a6456424c5e7c38" providerId="LiveId" clId="{12D48B14-933C-45DA-A908-FC5A8298B1D9}" dt="2022-09-12T16:04:57.029" v="1186" actId="478"/>
          <ac:cxnSpMkLst>
            <pc:docMk/>
            <pc:sldMk cId="436437539" sldId="267"/>
            <ac:cxnSpMk id="37" creationId="{0611A9BE-4954-6C6A-7E94-AD6D7293B94D}"/>
          </ac:cxnSpMkLst>
        </pc:cxnChg>
      </pc:sldChg>
      <pc:sldChg chg="new del">
        <pc:chgData name="Ting B" userId="8a6456424c5e7c38" providerId="LiveId" clId="{12D48B14-933C-45DA-A908-FC5A8298B1D9}" dt="2022-09-12T17:20:39.060" v="1207" actId="47"/>
        <pc:sldMkLst>
          <pc:docMk/>
          <pc:sldMk cId="3571407047" sldId="268"/>
        </pc:sldMkLst>
      </pc:sldChg>
      <pc:sldChg chg="addSp delSp modSp add del mod">
        <pc:chgData name="Ting B" userId="8a6456424c5e7c38" providerId="LiveId" clId="{12D48B14-933C-45DA-A908-FC5A8298B1D9}" dt="2022-09-12T20:12:20.460" v="1356" actId="47"/>
        <pc:sldMkLst>
          <pc:docMk/>
          <pc:sldMk cId="904515264" sldId="269"/>
        </pc:sldMkLst>
        <pc:spChg chg="add mod">
          <ac:chgData name="Ting B" userId="8a6456424c5e7c38" providerId="LiveId" clId="{12D48B14-933C-45DA-A908-FC5A8298B1D9}" dt="2022-09-12T17:21:14.633" v="1215" actId="1076"/>
          <ac:spMkLst>
            <pc:docMk/>
            <pc:sldMk cId="904515264" sldId="269"/>
            <ac:spMk id="3" creationId="{C5238EF6-376D-9DAD-C33E-6717429C425D}"/>
          </ac:spMkLst>
        </pc:spChg>
        <pc:spChg chg="del">
          <ac:chgData name="Ting B" userId="8a6456424c5e7c38" providerId="LiveId" clId="{12D48B14-933C-45DA-A908-FC5A8298B1D9}" dt="2022-09-12T17:20:44.057" v="1208" actId="478"/>
          <ac:spMkLst>
            <pc:docMk/>
            <pc:sldMk cId="904515264" sldId="269"/>
            <ac:spMk id="6" creationId="{BF3C6474-ECA2-056A-705F-FB595BF46458}"/>
          </ac:spMkLst>
        </pc:spChg>
        <pc:spChg chg="add mod">
          <ac:chgData name="Ting B" userId="8a6456424c5e7c38" providerId="LiveId" clId="{12D48B14-933C-45DA-A908-FC5A8298B1D9}" dt="2022-09-12T20:07:15.944" v="1223" actId="207"/>
          <ac:spMkLst>
            <pc:docMk/>
            <pc:sldMk cId="904515264" sldId="269"/>
            <ac:spMk id="7" creationId="{2C3E0BEE-E350-F0AD-39F0-EB03F104EE8F}"/>
          </ac:spMkLst>
        </pc:spChg>
        <pc:spChg chg="del">
          <ac:chgData name="Ting B" userId="8a6456424c5e7c38" providerId="LiveId" clId="{12D48B14-933C-45DA-A908-FC5A8298B1D9}" dt="2022-09-12T17:20:44.057" v="1208" actId="478"/>
          <ac:spMkLst>
            <pc:docMk/>
            <pc:sldMk cId="904515264" sldId="269"/>
            <ac:spMk id="8" creationId="{FA08F48F-2825-BCE4-4DFB-244882360122}"/>
          </ac:spMkLst>
        </pc:spChg>
      </pc:sldChg>
      <pc:sldChg chg="addSp delSp modSp add mod">
        <pc:chgData name="Ting B" userId="8a6456424c5e7c38" providerId="LiveId" clId="{12D48B14-933C-45DA-A908-FC5A8298B1D9}" dt="2022-09-12T20:12:35.695" v="1358" actId="207"/>
        <pc:sldMkLst>
          <pc:docMk/>
          <pc:sldMk cId="2753041079" sldId="270"/>
        </pc:sldMkLst>
        <pc:spChg chg="add mod">
          <ac:chgData name="Ting B" userId="8a6456424c5e7c38" providerId="LiveId" clId="{12D48B14-933C-45DA-A908-FC5A8298B1D9}" dt="2022-09-12T20:12:10.575" v="1355" actId="1038"/>
          <ac:spMkLst>
            <pc:docMk/>
            <pc:sldMk cId="2753041079" sldId="270"/>
            <ac:spMk id="6" creationId="{52A38529-4BAD-A598-EE44-29CA827A951F}"/>
          </ac:spMkLst>
        </pc:spChg>
        <pc:spChg chg="add mod">
          <ac:chgData name="Ting B" userId="8a6456424c5e7c38" providerId="LiveId" clId="{12D48B14-933C-45DA-A908-FC5A8298B1D9}" dt="2022-09-12T20:12:01.200" v="1353" actId="1038"/>
          <ac:spMkLst>
            <pc:docMk/>
            <pc:sldMk cId="2753041079" sldId="270"/>
            <ac:spMk id="8" creationId="{BDC0A9E4-B79E-4CA0-C9F4-D29D29483DA5}"/>
          </ac:spMkLst>
        </pc:spChg>
        <pc:spChg chg="del">
          <ac:chgData name="Ting B" userId="8a6456424c5e7c38" providerId="LiveId" clId="{12D48B14-933C-45DA-A908-FC5A8298B1D9}" dt="2022-09-12T20:11:38.257" v="1292" actId="478"/>
          <ac:spMkLst>
            <pc:docMk/>
            <pc:sldMk cId="2753041079" sldId="270"/>
            <ac:spMk id="31" creationId="{EBEE0A02-02DF-A0C4-D6A1-0F41372023DB}"/>
          </ac:spMkLst>
        </pc:spChg>
        <pc:spChg chg="del">
          <ac:chgData name="Ting B" userId="8a6456424c5e7c38" providerId="LiveId" clId="{12D48B14-933C-45DA-A908-FC5A8298B1D9}" dt="2022-09-12T20:11:41.562" v="1294" actId="478"/>
          <ac:spMkLst>
            <pc:docMk/>
            <pc:sldMk cId="2753041079" sldId="270"/>
            <ac:spMk id="33" creationId="{C30A0F70-3393-8E63-9B3E-4767022CCCB7}"/>
          </ac:spMkLst>
        </pc:spChg>
        <pc:graphicFrameChg chg="modGraphic">
          <ac:chgData name="Ting B" userId="8a6456424c5e7c38" providerId="LiveId" clId="{12D48B14-933C-45DA-A908-FC5A8298B1D9}" dt="2022-09-12T20:12:35.695" v="1358" actId="207"/>
          <ac:graphicFrameMkLst>
            <pc:docMk/>
            <pc:sldMk cId="2753041079" sldId="270"/>
            <ac:graphicFrameMk id="15" creationId="{34E5E2DD-A96E-4452-D197-CFECADAF072F}"/>
          </ac:graphicFrameMkLst>
        </pc:graphicFrameChg>
        <pc:cxnChg chg="del mod">
          <ac:chgData name="Ting B" userId="8a6456424c5e7c38" providerId="LiveId" clId="{12D48B14-933C-45DA-A908-FC5A8298B1D9}" dt="2022-09-12T20:11:40.012" v="1293" actId="478"/>
          <ac:cxnSpMkLst>
            <pc:docMk/>
            <pc:sldMk cId="2753041079" sldId="270"/>
            <ac:cxnSpMk id="37" creationId="{0611A9BE-4954-6C6A-7E94-AD6D7293B94D}"/>
          </ac:cxnSpMkLst>
        </pc:cxnChg>
      </pc:sldChg>
      <pc:sldChg chg="addSp delSp modSp add mod ord">
        <pc:chgData name="Ting B" userId="8a6456424c5e7c38" providerId="LiveId" clId="{12D48B14-933C-45DA-A908-FC5A8298B1D9}" dt="2022-09-12T20:15:31.429" v="1680" actId="1035"/>
        <pc:sldMkLst>
          <pc:docMk/>
          <pc:sldMk cId="2923028800" sldId="271"/>
        </pc:sldMkLst>
        <pc:spChg chg="mod">
          <ac:chgData name="Ting B" userId="8a6456424c5e7c38" providerId="LiveId" clId="{12D48B14-933C-45DA-A908-FC5A8298B1D9}" dt="2022-09-12T20:13:38.106" v="1370" actId="20577"/>
          <ac:spMkLst>
            <pc:docMk/>
            <pc:sldMk cId="2923028800" sldId="271"/>
            <ac:spMk id="2" creationId="{8F16EDA0-5B6B-221B-59CE-FD94F8CB5AAE}"/>
          </ac:spMkLst>
        </pc:spChg>
        <pc:spChg chg="add del">
          <ac:chgData name="Ting B" userId="8a6456424c5e7c38" providerId="LiveId" clId="{12D48B14-933C-45DA-A908-FC5A8298B1D9}" dt="2022-09-12T20:14:24.904" v="1376" actId="478"/>
          <ac:spMkLst>
            <pc:docMk/>
            <pc:sldMk cId="2923028800" sldId="271"/>
            <ac:spMk id="7" creationId="{DBFEF7E0-0056-6B11-9E81-5BC28DA0D598}"/>
          </ac:spMkLst>
        </pc:spChg>
        <pc:spChg chg="add mod">
          <ac:chgData name="Ting B" userId="8a6456424c5e7c38" providerId="LiveId" clId="{12D48B14-933C-45DA-A908-FC5A8298B1D9}" dt="2022-09-12T20:14:44.220" v="1384" actId="1035"/>
          <ac:spMkLst>
            <pc:docMk/>
            <pc:sldMk cId="2923028800" sldId="271"/>
            <ac:spMk id="9" creationId="{D0AEC153-2348-EEB5-75E9-354065628B69}"/>
          </ac:spMkLst>
        </pc:spChg>
        <pc:spChg chg="add mod">
          <ac:chgData name="Ting B" userId="8a6456424c5e7c38" providerId="LiveId" clId="{12D48B14-933C-45DA-A908-FC5A8298B1D9}" dt="2022-09-12T20:14:59.224" v="1478" actId="1035"/>
          <ac:spMkLst>
            <pc:docMk/>
            <pc:sldMk cId="2923028800" sldId="271"/>
            <ac:spMk id="11" creationId="{F897F46A-CF83-0447-49A6-CC5E58B252EB}"/>
          </ac:spMkLst>
        </pc:spChg>
        <pc:spChg chg="add mod">
          <ac:chgData name="Ting B" userId="8a6456424c5e7c38" providerId="LiveId" clId="{12D48B14-933C-45DA-A908-FC5A8298B1D9}" dt="2022-09-12T20:15:21.116" v="1612" actId="1036"/>
          <ac:spMkLst>
            <pc:docMk/>
            <pc:sldMk cId="2923028800" sldId="271"/>
            <ac:spMk id="13" creationId="{A41133CD-BFAA-220C-9F77-F882DAD77B27}"/>
          </ac:spMkLst>
        </pc:spChg>
        <pc:spChg chg="add mod">
          <ac:chgData name="Ting B" userId="8a6456424c5e7c38" providerId="LiveId" clId="{12D48B14-933C-45DA-A908-FC5A8298B1D9}" dt="2022-09-12T20:15:31.429" v="1680" actId="1035"/>
          <ac:spMkLst>
            <pc:docMk/>
            <pc:sldMk cId="2923028800" sldId="271"/>
            <ac:spMk id="15" creationId="{0AB38A89-C19D-9CE3-4A9D-6CFD0C089BB0}"/>
          </ac:spMkLst>
        </pc:spChg>
        <pc:graphicFrameChg chg="add">
          <ac:chgData name="Ting B" userId="8a6456424c5e7c38" providerId="LiveId" clId="{12D48B14-933C-45DA-A908-FC5A8298B1D9}" dt="2022-09-12T20:13:52.459" v="1373" actId="22"/>
          <ac:graphicFrameMkLst>
            <pc:docMk/>
            <pc:sldMk cId="2923028800" sldId="271"/>
            <ac:graphicFrameMk id="5" creationId="{D9CA3B95-04B4-F25D-ACFC-C34CB43C72D0}"/>
          </ac:graphicFrameMkLst>
        </pc:graphicFrameChg>
        <pc:picChg chg="mod">
          <ac:chgData name="Ting B" userId="8a6456424c5e7c38" providerId="LiveId" clId="{12D48B14-933C-45DA-A908-FC5A8298B1D9}" dt="2022-09-12T20:13:56.404" v="1374" actId="1076"/>
          <ac:picMkLst>
            <pc:docMk/>
            <pc:sldMk cId="2923028800" sldId="271"/>
            <ac:picMk id="6" creationId="{FF86D6D9-1B89-FBF6-7BB8-AD3E36FF5F3A}"/>
          </ac:picMkLst>
        </pc:picChg>
      </pc:sldChg>
      <pc:sldChg chg="addSp delSp modSp add mod">
        <pc:chgData name="Ting B" userId="8a6456424c5e7c38" providerId="LiveId" clId="{12D48B14-933C-45DA-A908-FC5A8298B1D9}" dt="2022-09-12T20:18:11.064" v="1711" actId="22"/>
        <pc:sldMkLst>
          <pc:docMk/>
          <pc:sldMk cId="2797968119" sldId="272"/>
        </pc:sldMkLst>
        <pc:spChg chg="del">
          <ac:chgData name="Ting B" userId="8a6456424c5e7c38" providerId="LiveId" clId="{12D48B14-933C-45DA-A908-FC5A8298B1D9}" dt="2022-09-12T20:17:04.021" v="1683" actId="21"/>
          <ac:spMkLst>
            <pc:docMk/>
            <pc:sldMk cId="2797968119" sldId="272"/>
            <ac:spMk id="6" creationId="{52A38529-4BAD-A598-EE44-29CA827A951F}"/>
          </ac:spMkLst>
        </pc:spChg>
        <pc:spChg chg="add mod">
          <ac:chgData name="Ting B" userId="8a6456424c5e7c38" providerId="LiveId" clId="{12D48B14-933C-45DA-A908-FC5A8298B1D9}" dt="2022-09-12T20:17:19.154" v="1694" actId="1036"/>
          <ac:spMkLst>
            <pc:docMk/>
            <pc:sldMk cId="2797968119" sldId="272"/>
            <ac:spMk id="7" creationId="{0EA68579-A072-73AF-D357-1086D4C6A7B4}"/>
          </ac:spMkLst>
        </pc:spChg>
        <pc:spChg chg="mod">
          <ac:chgData name="Ting B" userId="8a6456424c5e7c38" providerId="LiveId" clId="{12D48B14-933C-45DA-A908-FC5A8298B1D9}" dt="2022-09-12T20:17:27.633" v="1707" actId="1037"/>
          <ac:spMkLst>
            <pc:docMk/>
            <pc:sldMk cId="2797968119" sldId="272"/>
            <ac:spMk id="8" creationId="{BDC0A9E4-B79E-4CA0-C9F4-D29D29483DA5}"/>
          </ac:spMkLst>
        </pc:spChg>
        <pc:spChg chg="add del">
          <ac:chgData name="Ting B" userId="8a6456424c5e7c38" providerId="LiveId" clId="{12D48B14-933C-45DA-A908-FC5A8298B1D9}" dt="2022-09-12T20:18:11.064" v="1711" actId="22"/>
          <ac:spMkLst>
            <pc:docMk/>
            <pc:sldMk cId="2797968119" sldId="272"/>
            <ac:spMk id="10" creationId="{4964E73B-7AFD-4468-295E-CEFC1BF4236A}"/>
          </ac:spMkLst>
        </pc:spChg>
        <pc:graphicFrameChg chg="modGraphic">
          <ac:chgData name="Ting B" userId="8a6456424c5e7c38" providerId="LiveId" clId="{12D48B14-933C-45DA-A908-FC5A8298B1D9}" dt="2022-09-12T20:17:46.899" v="1709" actId="207"/>
          <ac:graphicFrameMkLst>
            <pc:docMk/>
            <pc:sldMk cId="2797968119" sldId="272"/>
            <ac:graphicFrameMk id="15" creationId="{34E5E2DD-A96E-4452-D197-CFECADAF072F}"/>
          </ac:graphicFrameMkLst>
        </pc:graphicFrameChg>
        <pc:picChg chg="mod">
          <ac:chgData name="Ting B" userId="8a6456424c5e7c38" providerId="LiveId" clId="{12D48B14-933C-45DA-A908-FC5A8298B1D9}" dt="2022-09-12T20:17:09.216" v="1686" actId="1076"/>
          <ac:picMkLst>
            <pc:docMk/>
            <pc:sldMk cId="2797968119" sldId="272"/>
            <ac:picMk id="5" creationId="{7400AE20-1669-688D-D341-2390D3D195DF}"/>
          </ac:picMkLst>
        </pc:picChg>
      </pc:sldChg>
      <pc:sldChg chg="modSp add mod">
        <pc:chgData name="Ting B" userId="8a6456424c5e7c38" providerId="LiveId" clId="{12D48B14-933C-45DA-A908-FC5A8298B1D9}" dt="2022-09-12T20:21:25.851" v="1765" actId="1036"/>
        <pc:sldMkLst>
          <pc:docMk/>
          <pc:sldMk cId="3403720988" sldId="273"/>
        </pc:sldMkLst>
        <pc:spChg chg="mod">
          <ac:chgData name="Ting B" userId="8a6456424c5e7c38" providerId="LiveId" clId="{12D48B14-933C-45DA-A908-FC5A8298B1D9}" dt="2022-09-12T20:21:25.851" v="1765" actId="1036"/>
          <ac:spMkLst>
            <pc:docMk/>
            <pc:sldMk cId="3403720988" sldId="273"/>
            <ac:spMk id="7" creationId="{0EA68579-A072-73AF-D357-1086D4C6A7B4}"/>
          </ac:spMkLst>
        </pc:spChg>
        <pc:spChg chg="mod">
          <ac:chgData name="Ting B" userId="8a6456424c5e7c38" providerId="LiveId" clId="{12D48B14-933C-45DA-A908-FC5A8298B1D9}" dt="2022-09-12T20:21:00.138" v="1761" actId="1038"/>
          <ac:spMkLst>
            <pc:docMk/>
            <pc:sldMk cId="3403720988" sldId="273"/>
            <ac:spMk id="8" creationId="{BDC0A9E4-B79E-4CA0-C9F4-D29D29483DA5}"/>
          </ac:spMkLst>
        </pc:spChg>
        <pc:graphicFrameChg chg="modGraphic">
          <ac:chgData name="Ting B" userId="8a6456424c5e7c38" providerId="LiveId" clId="{12D48B14-933C-45DA-A908-FC5A8298B1D9}" dt="2022-09-12T20:21:17.102" v="1762" actId="20577"/>
          <ac:graphicFrameMkLst>
            <pc:docMk/>
            <pc:sldMk cId="3403720988" sldId="273"/>
            <ac:graphicFrameMk id="15" creationId="{34E5E2DD-A96E-4452-D197-CFECADAF072F}"/>
          </ac:graphicFrameMkLst>
        </pc:graphicFrameChg>
      </pc:sldChg>
      <pc:sldChg chg="modSp add mod">
        <pc:chgData name="Ting B" userId="8a6456424c5e7c38" providerId="LiveId" clId="{12D48B14-933C-45DA-A908-FC5A8298B1D9}" dt="2022-09-12T20:22:30.869" v="1785" actId="207"/>
        <pc:sldMkLst>
          <pc:docMk/>
          <pc:sldMk cId="2734895469" sldId="274"/>
        </pc:sldMkLst>
        <pc:spChg chg="mod">
          <ac:chgData name="Ting B" userId="8a6456424c5e7c38" providerId="LiveId" clId="{12D48B14-933C-45DA-A908-FC5A8298B1D9}" dt="2022-09-12T20:22:02.604" v="1771" actId="1038"/>
          <ac:spMkLst>
            <pc:docMk/>
            <pc:sldMk cId="2734895469" sldId="274"/>
            <ac:spMk id="7" creationId="{0EA68579-A072-73AF-D357-1086D4C6A7B4}"/>
          </ac:spMkLst>
        </pc:spChg>
        <pc:spChg chg="mod">
          <ac:chgData name="Ting B" userId="8a6456424c5e7c38" providerId="LiveId" clId="{12D48B14-933C-45DA-A908-FC5A8298B1D9}" dt="2022-09-12T20:22:10.443" v="1782" actId="1037"/>
          <ac:spMkLst>
            <pc:docMk/>
            <pc:sldMk cId="2734895469" sldId="274"/>
            <ac:spMk id="8" creationId="{BDC0A9E4-B79E-4CA0-C9F4-D29D29483DA5}"/>
          </ac:spMkLst>
        </pc:spChg>
        <pc:graphicFrameChg chg="modGraphic">
          <ac:chgData name="Ting B" userId="8a6456424c5e7c38" providerId="LiveId" clId="{12D48B14-933C-45DA-A908-FC5A8298B1D9}" dt="2022-09-12T20:22:30.869" v="1785" actId="207"/>
          <ac:graphicFrameMkLst>
            <pc:docMk/>
            <pc:sldMk cId="2734895469" sldId="274"/>
            <ac:graphicFrameMk id="15" creationId="{34E5E2DD-A96E-4452-D197-CFECADAF072F}"/>
          </ac:graphicFrameMkLst>
        </pc:graphicFrameChg>
      </pc:sldChg>
      <pc:sldChg chg="modSp add mod">
        <pc:chgData name="Ting B" userId="8a6456424c5e7c38" providerId="LiveId" clId="{12D48B14-933C-45DA-A908-FC5A8298B1D9}" dt="2022-09-12T20:23:12.888" v="1805" actId="1037"/>
        <pc:sldMkLst>
          <pc:docMk/>
          <pc:sldMk cId="389370719" sldId="275"/>
        </pc:sldMkLst>
        <pc:spChg chg="mod">
          <ac:chgData name="Ting B" userId="8a6456424c5e7c38" providerId="LiveId" clId="{12D48B14-933C-45DA-A908-FC5A8298B1D9}" dt="2022-09-12T20:23:07.242" v="1797" actId="1038"/>
          <ac:spMkLst>
            <pc:docMk/>
            <pc:sldMk cId="389370719" sldId="275"/>
            <ac:spMk id="7" creationId="{0EA68579-A072-73AF-D357-1086D4C6A7B4}"/>
          </ac:spMkLst>
        </pc:spChg>
        <pc:spChg chg="mod">
          <ac:chgData name="Ting B" userId="8a6456424c5e7c38" providerId="LiveId" clId="{12D48B14-933C-45DA-A908-FC5A8298B1D9}" dt="2022-09-12T20:23:12.888" v="1805" actId="1037"/>
          <ac:spMkLst>
            <pc:docMk/>
            <pc:sldMk cId="389370719" sldId="275"/>
            <ac:spMk id="8" creationId="{BDC0A9E4-B79E-4CA0-C9F4-D29D29483DA5}"/>
          </ac:spMkLst>
        </pc:spChg>
        <pc:graphicFrameChg chg="modGraphic">
          <ac:chgData name="Ting B" userId="8a6456424c5e7c38" providerId="LiveId" clId="{12D48B14-933C-45DA-A908-FC5A8298B1D9}" dt="2022-09-12T20:23:00.734" v="1790" actId="207"/>
          <ac:graphicFrameMkLst>
            <pc:docMk/>
            <pc:sldMk cId="389370719" sldId="275"/>
            <ac:graphicFrameMk id="15" creationId="{34E5E2DD-A96E-4452-D197-CFECADAF072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2022/9/13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4</a:t>
            </a:fld>
            <a:endParaRPr lang="zh-TW" altLang="en-US"/>
          </a:p>
        </p:txBody>
      </p:sp>
    </p:spTree>
    <p:extLst>
      <p:ext uri="{BB962C8B-B14F-4D97-AF65-F5344CB8AC3E}">
        <p14:creationId xmlns:p14="http://schemas.microsoft.com/office/powerpoint/2010/main" val="2203594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5</a:t>
            </a:fld>
            <a:endParaRPr lang="zh-TW" altLang="en-US"/>
          </a:p>
        </p:txBody>
      </p:sp>
    </p:spTree>
    <p:extLst>
      <p:ext uri="{BB962C8B-B14F-4D97-AF65-F5344CB8AC3E}">
        <p14:creationId xmlns:p14="http://schemas.microsoft.com/office/powerpoint/2010/main" val="188348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6</a:t>
            </a:fld>
            <a:endParaRPr lang="zh-TW" altLang="en-US"/>
          </a:p>
        </p:txBody>
      </p:sp>
    </p:spTree>
    <p:extLst>
      <p:ext uri="{BB962C8B-B14F-4D97-AF65-F5344CB8AC3E}">
        <p14:creationId xmlns:p14="http://schemas.microsoft.com/office/powerpoint/2010/main" val="902555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7</a:t>
            </a:fld>
            <a:endParaRPr lang="zh-TW" altLang="en-US"/>
          </a:p>
        </p:txBody>
      </p:sp>
    </p:spTree>
    <p:extLst>
      <p:ext uri="{BB962C8B-B14F-4D97-AF65-F5344CB8AC3E}">
        <p14:creationId xmlns:p14="http://schemas.microsoft.com/office/powerpoint/2010/main" val="3196092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8</a:t>
            </a:fld>
            <a:endParaRPr lang="zh-TW" altLang="en-US"/>
          </a:p>
        </p:txBody>
      </p:sp>
    </p:spTree>
    <p:extLst>
      <p:ext uri="{BB962C8B-B14F-4D97-AF65-F5344CB8AC3E}">
        <p14:creationId xmlns:p14="http://schemas.microsoft.com/office/powerpoint/2010/main" val="872915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2022/9/13</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2022/9/13</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2022/9/13</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2022/9/13</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2022/9/13</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2022/9/13</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2022/9/13</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lstStyle/>
          <a:p>
            <a:r>
              <a:rPr lang="en-US" altLang="zh-TW" dirty="0"/>
              <a:t>Efficient String Matching an Aid to Bibliographic Search</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en-US" altLang="zh-TW" dirty="0"/>
              <a:t>A. V. </a:t>
            </a:r>
            <a:r>
              <a:rPr lang="en-US" altLang="zh-TW" dirty="0" err="1"/>
              <a:t>Aho</a:t>
            </a:r>
            <a:r>
              <a:rPr lang="en-US" altLang="zh-TW" dirty="0"/>
              <a:t>, M. J. </a:t>
            </a:r>
            <a:r>
              <a:rPr lang="en-US" altLang="zh-TW" dirty="0" err="1"/>
              <a:t>Corasick</a:t>
            </a:r>
            <a:r>
              <a:rPr lang="en-US" altLang="zh-TW" dirty="0"/>
              <a:t>,</a:t>
            </a:r>
          </a:p>
          <a:p>
            <a:r>
              <a:rPr lang="en-US" altLang="zh-TW" dirty="0"/>
              <a:t>Communications of the ACM, Vol. 18, 1975, pp. 333~340</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 Sept. 13, 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lstStyle/>
          <a:p>
            <a:pPr marL="0" indent="0">
              <a:buNone/>
            </a:pPr>
            <a:r>
              <a:rPr lang="en-US" altLang="zh-TW" dirty="0"/>
              <a:t>This paper describes a simple, efficient algorithm to locate all occurrences of any of a finite number of keywords in a string of text. The algorithm consists of constructing a finite state pattern matching machine from the keywords and then using the pattern matching machine to process the text string in a single pass. Construction of the pattern matching machine takes time proportional to the sum of the lengths of the keywords. The number of state transitions made by the pattern matching machine in processing the text string is independent of the number of keywords. The algorithm has been used to improve the speed of a library bibliographic search program by a factor of 5 to 10.</a:t>
            </a:r>
            <a:endParaRPr lang="zh-TW" altLang="en-US"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5B6D7E-DEA8-2F2D-C83B-62C7BFFA9BCC}"/>
              </a:ext>
            </a:extLst>
          </p:cNvPr>
          <p:cNvSpPr>
            <a:spLocks noGrp="1"/>
          </p:cNvSpPr>
          <p:nvPr>
            <p:ph type="title"/>
          </p:nvPr>
        </p:nvSpPr>
        <p:spPr/>
        <p:txBody>
          <a:bodyPr/>
          <a:lstStyle/>
          <a:p>
            <a:r>
              <a:rPr lang="en-US" altLang="zh-TW" dirty="0"/>
              <a:t>String Matching	</a:t>
            </a:r>
            <a:endParaRPr lang="zh-TW" altLang="en-US" dirty="0"/>
          </a:p>
        </p:txBody>
      </p:sp>
      <p:sp>
        <p:nvSpPr>
          <p:cNvPr id="3" name="內容版面配置區 2">
            <a:extLst>
              <a:ext uri="{FF2B5EF4-FFF2-40B4-BE49-F238E27FC236}">
                <a16:creationId xmlns:a16="http://schemas.microsoft.com/office/drawing/2014/main" id="{31861E30-DFD9-54F5-83D1-65B4F02C204C}"/>
              </a:ext>
            </a:extLst>
          </p:cNvPr>
          <p:cNvSpPr>
            <a:spLocks noGrp="1"/>
          </p:cNvSpPr>
          <p:nvPr>
            <p:ph idx="1"/>
          </p:nvPr>
        </p:nvSpPr>
        <p:spPr/>
        <p:txBody>
          <a:bodyPr/>
          <a:lstStyle/>
          <a:p>
            <a:r>
              <a:rPr lang="en-US" altLang="zh-TW" dirty="0" err="1"/>
              <a:t>Goto</a:t>
            </a:r>
            <a:r>
              <a:rPr lang="en-US" altLang="zh-TW" dirty="0"/>
              <a:t> Function</a:t>
            </a:r>
          </a:p>
          <a:p>
            <a:r>
              <a:rPr lang="en-US" altLang="zh-TW" dirty="0"/>
              <a:t>Failure Function</a:t>
            </a:r>
          </a:p>
          <a:p>
            <a:r>
              <a:rPr lang="en-US" altLang="zh-TW" dirty="0"/>
              <a:t>Output Function</a:t>
            </a:r>
            <a:endParaRPr lang="zh-TW" altLang="en-US" dirty="0"/>
          </a:p>
        </p:txBody>
      </p:sp>
      <p:sp>
        <p:nvSpPr>
          <p:cNvPr id="4" name="投影片編號版面配置區 3">
            <a:extLst>
              <a:ext uri="{FF2B5EF4-FFF2-40B4-BE49-F238E27FC236}">
                <a16:creationId xmlns:a16="http://schemas.microsoft.com/office/drawing/2014/main" id="{7AF1AA90-C845-6DBE-4F40-C3843006AF51}"/>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spTree>
    <p:extLst>
      <p:ext uri="{BB962C8B-B14F-4D97-AF65-F5344CB8AC3E}">
        <p14:creationId xmlns:p14="http://schemas.microsoft.com/office/powerpoint/2010/main" val="253036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16EDA0-5B6B-221B-59CE-FD94F8CB5AAE}"/>
              </a:ext>
            </a:extLst>
          </p:cNvPr>
          <p:cNvSpPr>
            <a:spLocks noGrp="1"/>
          </p:cNvSpPr>
          <p:nvPr>
            <p:ph type="title"/>
          </p:nvPr>
        </p:nvSpPr>
        <p:spPr/>
        <p:txBody>
          <a:bodyPr/>
          <a:lstStyle/>
          <a:p>
            <a:r>
              <a:rPr lang="en-US" altLang="zh-TW" dirty="0" err="1"/>
              <a:t>Goto</a:t>
            </a:r>
            <a:r>
              <a:rPr lang="en-US" altLang="zh-TW" dirty="0"/>
              <a:t> Function</a:t>
            </a:r>
            <a:endParaRPr lang="zh-TW" altLang="en-US" dirty="0"/>
          </a:p>
        </p:txBody>
      </p:sp>
      <p:pic>
        <p:nvPicPr>
          <p:cNvPr id="6" name="內容版面配置區 5">
            <a:extLst>
              <a:ext uri="{FF2B5EF4-FFF2-40B4-BE49-F238E27FC236}">
                <a16:creationId xmlns:a16="http://schemas.microsoft.com/office/drawing/2014/main" id="{FF86D6D9-1B89-FBF6-7BB8-AD3E36FF5F3A}"/>
              </a:ext>
            </a:extLst>
          </p:cNvPr>
          <p:cNvPicPr>
            <a:picLocks noGrp="1" noChangeAspect="1"/>
          </p:cNvPicPr>
          <p:nvPr>
            <p:ph idx="1"/>
          </p:nvPr>
        </p:nvPicPr>
        <p:blipFill>
          <a:blip r:embed="rId3"/>
          <a:stretch>
            <a:fillRect/>
          </a:stretch>
        </p:blipFill>
        <p:spPr>
          <a:xfrm>
            <a:off x="2227132" y="1825625"/>
            <a:ext cx="7737735" cy="4351338"/>
          </a:xfrm>
        </p:spPr>
      </p:pic>
      <p:sp>
        <p:nvSpPr>
          <p:cNvPr id="4" name="投影片編號版面配置區 3">
            <a:extLst>
              <a:ext uri="{FF2B5EF4-FFF2-40B4-BE49-F238E27FC236}">
                <a16:creationId xmlns:a16="http://schemas.microsoft.com/office/drawing/2014/main" id="{8B904696-DD8A-7312-FC5E-5DDEEB5F72B9}"/>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Tree>
    <p:extLst>
      <p:ext uri="{BB962C8B-B14F-4D97-AF65-F5344CB8AC3E}">
        <p14:creationId xmlns:p14="http://schemas.microsoft.com/office/powerpoint/2010/main" val="2529279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16EDA0-5B6B-221B-59CE-FD94F8CB5AAE}"/>
              </a:ext>
            </a:extLst>
          </p:cNvPr>
          <p:cNvSpPr>
            <a:spLocks noGrp="1"/>
          </p:cNvSpPr>
          <p:nvPr>
            <p:ph type="title"/>
          </p:nvPr>
        </p:nvSpPr>
        <p:spPr/>
        <p:txBody>
          <a:bodyPr/>
          <a:lstStyle/>
          <a:p>
            <a:r>
              <a:rPr lang="en-US" altLang="zh-TW" dirty="0" err="1"/>
              <a:t>Goto</a:t>
            </a:r>
            <a:r>
              <a:rPr lang="en-US" altLang="zh-TW" dirty="0"/>
              <a:t> Function (cont.)</a:t>
            </a:r>
            <a:endParaRPr lang="zh-TW" altLang="en-US" dirty="0"/>
          </a:p>
        </p:txBody>
      </p:sp>
      <p:sp>
        <p:nvSpPr>
          <p:cNvPr id="4" name="投影片編號版面配置區 3">
            <a:extLst>
              <a:ext uri="{FF2B5EF4-FFF2-40B4-BE49-F238E27FC236}">
                <a16:creationId xmlns:a16="http://schemas.microsoft.com/office/drawing/2014/main" id="{8B904696-DD8A-7312-FC5E-5DDEEB5F72B9}"/>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graphicFrame>
        <p:nvGraphicFramePr>
          <p:cNvPr id="3" name="表格 4">
            <a:extLst>
              <a:ext uri="{FF2B5EF4-FFF2-40B4-BE49-F238E27FC236}">
                <a16:creationId xmlns:a16="http://schemas.microsoft.com/office/drawing/2014/main" id="{2555D802-6259-5663-7994-A0F36E905EA3}"/>
              </a:ext>
            </a:extLst>
          </p:cNvPr>
          <p:cNvGraphicFramePr>
            <a:graphicFrameLocks noGrp="1"/>
          </p:cNvGraphicFramePr>
          <p:nvPr>
            <p:extLst>
              <p:ext uri="{D42A27DB-BD31-4B8C-83A1-F6EECF244321}">
                <p14:modId xmlns:p14="http://schemas.microsoft.com/office/powerpoint/2010/main" val="2584748236"/>
              </p:ext>
            </p:extLst>
          </p:nvPr>
        </p:nvGraphicFramePr>
        <p:xfrm>
          <a:off x="838199" y="2257934"/>
          <a:ext cx="2031547" cy="3531170"/>
        </p:xfrm>
        <a:graphic>
          <a:graphicData uri="http://schemas.openxmlformats.org/drawingml/2006/table">
            <a:tbl>
              <a:tblPr firstRow="1" bandRow="1">
                <a:tableStyleId>{5940675A-B579-460E-94D1-54222C63F5DA}</a:tableStyleId>
              </a:tblPr>
              <a:tblGrid>
                <a:gridCol w="935355">
                  <a:extLst>
                    <a:ext uri="{9D8B030D-6E8A-4147-A177-3AD203B41FA5}">
                      <a16:colId xmlns:a16="http://schemas.microsoft.com/office/drawing/2014/main" val="3991590349"/>
                    </a:ext>
                  </a:extLst>
                </a:gridCol>
                <a:gridCol w="1096192">
                  <a:extLst>
                    <a:ext uri="{9D8B030D-6E8A-4147-A177-3AD203B41FA5}">
                      <a16:colId xmlns:a16="http://schemas.microsoft.com/office/drawing/2014/main" val="2329092193"/>
                    </a:ext>
                  </a:extLst>
                </a:gridCol>
              </a:tblGrid>
              <a:tr h="706234">
                <a:tc>
                  <a:txBody>
                    <a:bodyPr/>
                    <a:lstStyle/>
                    <a:p>
                      <a:pPr algn="ctr"/>
                      <a:r>
                        <a:rPr lang="en-US" altLang="zh-TW" sz="2400" u="none" dirty="0">
                          <a:latin typeface="Times New Roman" panose="02020603050405020304" pitchFamily="18" charset="0"/>
                          <a:cs typeface="Times New Roman" panose="02020603050405020304" pitchFamily="18" charset="0"/>
                        </a:rPr>
                        <a:t>index</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Pattern</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7696278"/>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1</a:t>
                      </a: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8113884"/>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2</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she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1990799"/>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3</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his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65474983"/>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4</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hers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82438061"/>
                  </a:ext>
                </a:extLst>
              </a:tr>
            </a:tbl>
          </a:graphicData>
        </a:graphic>
      </p:graphicFrame>
      <p:pic>
        <p:nvPicPr>
          <p:cNvPr id="9" name="內容版面配置區 8">
            <a:extLst>
              <a:ext uri="{FF2B5EF4-FFF2-40B4-BE49-F238E27FC236}">
                <a16:creationId xmlns:a16="http://schemas.microsoft.com/office/drawing/2014/main" id="{E6E60620-6810-F659-1DD7-DB5A4FF4C45C}"/>
              </a:ext>
            </a:extLst>
          </p:cNvPr>
          <p:cNvPicPr>
            <a:picLocks noGrp="1" noChangeAspect="1"/>
          </p:cNvPicPr>
          <p:nvPr>
            <p:ph idx="1"/>
          </p:nvPr>
        </p:nvPicPr>
        <p:blipFill>
          <a:blip r:embed="rId3"/>
          <a:stretch>
            <a:fillRect/>
          </a:stretch>
        </p:blipFill>
        <p:spPr>
          <a:xfrm>
            <a:off x="3353827" y="2456812"/>
            <a:ext cx="2857899" cy="981212"/>
          </a:xfrm>
        </p:spPr>
      </p:pic>
      <p:pic>
        <p:nvPicPr>
          <p:cNvPr id="11" name="圖片 10">
            <a:extLst>
              <a:ext uri="{FF2B5EF4-FFF2-40B4-BE49-F238E27FC236}">
                <a16:creationId xmlns:a16="http://schemas.microsoft.com/office/drawing/2014/main" id="{A68E4852-21A9-C106-B72C-5E831AEAEE78}"/>
              </a:ext>
            </a:extLst>
          </p:cNvPr>
          <p:cNvPicPr>
            <a:picLocks noChangeAspect="1"/>
          </p:cNvPicPr>
          <p:nvPr/>
        </p:nvPicPr>
        <p:blipFill>
          <a:blip r:embed="rId4"/>
          <a:stretch>
            <a:fillRect/>
          </a:stretch>
        </p:blipFill>
        <p:spPr>
          <a:xfrm>
            <a:off x="6695808" y="3438024"/>
            <a:ext cx="3829584" cy="2086266"/>
          </a:xfrm>
          <a:prstGeom prst="rect">
            <a:avLst/>
          </a:prstGeom>
        </p:spPr>
      </p:pic>
      <p:sp>
        <p:nvSpPr>
          <p:cNvPr id="14" name="箭號: 彎曲 13">
            <a:extLst>
              <a:ext uri="{FF2B5EF4-FFF2-40B4-BE49-F238E27FC236}">
                <a16:creationId xmlns:a16="http://schemas.microsoft.com/office/drawing/2014/main" id="{577BA0E4-6137-ADF4-D6DB-427C7196976D}"/>
              </a:ext>
            </a:extLst>
          </p:cNvPr>
          <p:cNvSpPr/>
          <p:nvPr/>
        </p:nvSpPr>
        <p:spPr>
          <a:xfrm flipV="1">
            <a:off x="4664259" y="3438022"/>
            <a:ext cx="2031547" cy="1325562"/>
          </a:xfrm>
          <a:prstGeom prst="bentArrow">
            <a:avLst>
              <a:gd name="adj1" fmla="val 19436"/>
              <a:gd name="adj2" fmla="val 15542"/>
              <a:gd name="adj3" fmla="val 26669"/>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603547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16EDA0-5B6B-221B-59CE-FD94F8CB5AAE}"/>
              </a:ext>
            </a:extLst>
          </p:cNvPr>
          <p:cNvSpPr>
            <a:spLocks noGrp="1"/>
          </p:cNvSpPr>
          <p:nvPr>
            <p:ph type="title"/>
          </p:nvPr>
        </p:nvSpPr>
        <p:spPr/>
        <p:txBody>
          <a:bodyPr/>
          <a:lstStyle/>
          <a:p>
            <a:r>
              <a:rPr lang="en-US" altLang="zh-TW" dirty="0" err="1"/>
              <a:t>Goto</a:t>
            </a:r>
            <a:r>
              <a:rPr lang="en-US" altLang="zh-TW" dirty="0"/>
              <a:t> Function (cont.)</a:t>
            </a:r>
            <a:endParaRPr lang="zh-TW" altLang="en-US" dirty="0"/>
          </a:p>
        </p:txBody>
      </p:sp>
      <p:sp>
        <p:nvSpPr>
          <p:cNvPr id="4" name="投影片編號版面配置區 3">
            <a:extLst>
              <a:ext uri="{FF2B5EF4-FFF2-40B4-BE49-F238E27FC236}">
                <a16:creationId xmlns:a16="http://schemas.microsoft.com/office/drawing/2014/main" id="{8B904696-DD8A-7312-FC5E-5DDEEB5F72B9}"/>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p:graphicFrame>
        <p:nvGraphicFramePr>
          <p:cNvPr id="3" name="表格 4">
            <a:extLst>
              <a:ext uri="{FF2B5EF4-FFF2-40B4-BE49-F238E27FC236}">
                <a16:creationId xmlns:a16="http://schemas.microsoft.com/office/drawing/2014/main" id="{2555D802-6259-5663-7994-A0F36E905EA3}"/>
              </a:ext>
            </a:extLst>
          </p:cNvPr>
          <p:cNvGraphicFramePr>
            <a:graphicFrameLocks noGrp="1"/>
          </p:cNvGraphicFramePr>
          <p:nvPr/>
        </p:nvGraphicFramePr>
        <p:xfrm>
          <a:off x="838199" y="2257934"/>
          <a:ext cx="2031547" cy="3531170"/>
        </p:xfrm>
        <a:graphic>
          <a:graphicData uri="http://schemas.openxmlformats.org/drawingml/2006/table">
            <a:tbl>
              <a:tblPr firstRow="1" bandRow="1">
                <a:tableStyleId>{5940675A-B579-460E-94D1-54222C63F5DA}</a:tableStyleId>
              </a:tblPr>
              <a:tblGrid>
                <a:gridCol w="935355">
                  <a:extLst>
                    <a:ext uri="{9D8B030D-6E8A-4147-A177-3AD203B41FA5}">
                      <a16:colId xmlns:a16="http://schemas.microsoft.com/office/drawing/2014/main" val="3991590349"/>
                    </a:ext>
                  </a:extLst>
                </a:gridCol>
                <a:gridCol w="1096192">
                  <a:extLst>
                    <a:ext uri="{9D8B030D-6E8A-4147-A177-3AD203B41FA5}">
                      <a16:colId xmlns:a16="http://schemas.microsoft.com/office/drawing/2014/main" val="2329092193"/>
                    </a:ext>
                  </a:extLst>
                </a:gridCol>
              </a:tblGrid>
              <a:tr h="706234">
                <a:tc>
                  <a:txBody>
                    <a:bodyPr/>
                    <a:lstStyle/>
                    <a:p>
                      <a:pPr algn="ctr"/>
                      <a:r>
                        <a:rPr lang="en-US" altLang="zh-TW" sz="2400" u="none" dirty="0">
                          <a:latin typeface="Times New Roman" panose="02020603050405020304" pitchFamily="18" charset="0"/>
                          <a:cs typeface="Times New Roman" panose="02020603050405020304" pitchFamily="18" charset="0"/>
                        </a:rPr>
                        <a:t>index</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Pattern</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7696278"/>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1</a:t>
                      </a: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8113884"/>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2</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she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1990799"/>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3</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his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65474983"/>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4</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hers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82438061"/>
                  </a:ext>
                </a:extLst>
              </a:tr>
            </a:tbl>
          </a:graphicData>
        </a:graphic>
      </p:graphicFrame>
      <p:pic>
        <p:nvPicPr>
          <p:cNvPr id="8" name="內容版面配置區 7">
            <a:extLst>
              <a:ext uri="{FF2B5EF4-FFF2-40B4-BE49-F238E27FC236}">
                <a16:creationId xmlns:a16="http://schemas.microsoft.com/office/drawing/2014/main" id="{80BB9814-29F2-55BA-CAC9-02662A306C3B}"/>
              </a:ext>
            </a:extLst>
          </p:cNvPr>
          <p:cNvPicPr>
            <a:picLocks noGrp="1" noChangeAspect="1"/>
          </p:cNvPicPr>
          <p:nvPr>
            <p:ph idx="1"/>
          </p:nvPr>
        </p:nvPicPr>
        <p:blipFill>
          <a:blip r:embed="rId3"/>
          <a:stretch>
            <a:fillRect/>
          </a:stretch>
        </p:blipFill>
        <p:spPr>
          <a:xfrm>
            <a:off x="3116020" y="1771418"/>
            <a:ext cx="3772426" cy="3315163"/>
          </a:xfrm>
        </p:spPr>
      </p:pic>
      <p:pic>
        <p:nvPicPr>
          <p:cNvPr id="12" name="圖片 11">
            <a:extLst>
              <a:ext uri="{FF2B5EF4-FFF2-40B4-BE49-F238E27FC236}">
                <a16:creationId xmlns:a16="http://schemas.microsoft.com/office/drawing/2014/main" id="{04894F68-7D14-AB4B-D006-E940532BC31D}"/>
              </a:ext>
            </a:extLst>
          </p:cNvPr>
          <p:cNvPicPr>
            <a:picLocks noChangeAspect="1"/>
          </p:cNvPicPr>
          <p:nvPr/>
        </p:nvPicPr>
        <p:blipFill>
          <a:blip r:embed="rId4"/>
          <a:stretch>
            <a:fillRect/>
          </a:stretch>
        </p:blipFill>
        <p:spPr>
          <a:xfrm>
            <a:off x="7134720" y="3203135"/>
            <a:ext cx="4610743" cy="3153215"/>
          </a:xfrm>
          <a:prstGeom prst="rect">
            <a:avLst/>
          </a:prstGeom>
        </p:spPr>
      </p:pic>
      <p:sp>
        <p:nvSpPr>
          <p:cNvPr id="14" name="箭號: 彎曲 13">
            <a:extLst>
              <a:ext uri="{FF2B5EF4-FFF2-40B4-BE49-F238E27FC236}">
                <a16:creationId xmlns:a16="http://schemas.microsoft.com/office/drawing/2014/main" id="{A5F90337-49F1-CFB0-01EE-BC5B8FF8B101}"/>
              </a:ext>
            </a:extLst>
          </p:cNvPr>
          <p:cNvSpPr/>
          <p:nvPr/>
        </p:nvSpPr>
        <p:spPr>
          <a:xfrm flipV="1">
            <a:off x="5002233" y="5086581"/>
            <a:ext cx="2132487" cy="835248"/>
          </a:xfrm>
          <a:prstGeom prst="bentArrow">
            <a:avLst>
              <a:gd name="adj1" fmla="val 31084"/>
              <a:gd name="adj2" fmla="val 28575"/>
              <a:gd name="adj3" fmla="val 26669"/>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39712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16EDA0-5B6B-221B-59CE-FD94F8CB5AAE}"/>
              </a:ext>
            </a:extLst>
          </p:cNvPr>
          <p:cNvSpPr>
            <a:spLocks noGrp="1"/>
          </p:cNvSpPr>
          <p:nvPr>
            <p:ph type="title"/>
          </p:nvPr>
        </p:nvSpPr>
        <p:spPr/>
        <p:txBody>
          <a:bodyPr/>
          <a:lstStyle/>
          <a:p>
            <a:r>
              <a:rPr lang="en-US" altLang="zh-TW" dirty="0"/>
              <a:t>Output Function</a:t>
            </a:r>
            <a:endParaRPr lang="zh-TW" altLang="en-US" dirty="0"/>
          </a:p>
        </p:txBody>
      </p:sp>
      <p:pic>
        <p:nvPicPr>
          <p:cNvPr id="6" name="內容版面配置區 5">
            <a:extLst>
              <a:ext uri="{FF2B5EF4-FFF2-40B4-BE49-F238E27FC236}">
                <a16:creationId xmlns:a16="http://schemas.microsoft.com/office/drawing/2014/main" id="{FF86D6D9-1B89-FBF6-7BB8-AD3E36FF5F3A}"/>
              </a:ext>
            </a:extLst>
          </p:cNvPr>
          <p:cNvPicPr>
            <a:picLocks noGrp="1" noChangeAspect="1"/>
          </p:cNvPicPr>
          <p:nvPr>
            <p:ph idx="1"/>
          </p:nvPr>
        </p:nvPicPr>
        <p:blipFill>
          <a:blip r:embed="rId3"/>
          <a:stretch>
            <a:fillRect/>
          </a:stretch>
        </p:blipFill>
        <p:spPr>
          <a:xfrm>
            <a:off x="3616065" y="1847850"/>
            <a:ext cx="7737735" cy="4351338"/>
          </a:xfrm>
        </p:spPr>
      </p:pic>
      <p:sp>
        <p:nvSpPr>
          <p:cNvPr id="4" name="投影片編號版面配置區 3">
            <a:extLst>
              <a:ext uri="{FF2B5EF4-FFF2-40B4-BE49-F238E27FC236}">
                <a16:creationId xmlns:a16="http://schemas.microsoft.com/office/drawing/2014/main" id="{8B904696-DD8A-7312-FC5E-5DDEEB5F72B9}"/>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5" name="表格 4">
            <a:extLst>
              <a:ext uri="{FF2B5EF4-FFF2-40B4-BE49-F238E27FC236}">
                <a16:creationId xmlns:a16="http://schemas.microsoft.com/office/drawing/2014/main" id="{D9CA3B95-04B4-F25D-ACFC-C34CB43C72D0}"/>
              </a:ext>
            </a:extLst>
          </p:cNvPr>
          <p:cNvGraphicFramePr>
            <a:graphicFrameLocks noGrp="1"/>
          </p:cNvGraphicFramePr>
          <p:nvPr>
            <p:extLst>
              <p:ext uri="{D42A27DB-BD31-4B8C-83A1-F6EECF244321}">
                <p14:modId xmlns:p14="http://schemas.microsoft.com/office/powerpoint/2010/main" val="712366404"/>
              </p:ext>
            </p:extLst>
          </p:nvPr>
        </p:nvGraphicFramePr>
        <p:xfrm>
          <a:off x="838199" y="2257934"/>
          <a:ext cx="2031547" cy="3531170"/>
        </p:xfrm>
        <a:graphic>
          <a:graphicData uri="http://schemas.openxmlformats.org/drawingml/2006/table">
            <a:tbl>
              <a:tblPr firstRow="1" bandRow="1">
                <a:tableStyleId>{5940675A-B579-460E-94D1-54222C63F5DA}</a:tableStyleId>
              </a:tblPr>
              <a:tblGrid>
                <a:gridCol w="935355">
                  <a:extLst>
                    <a:ext uri="{9D8B030D-6E8A-4147-A177-3AD203B41FA5}">
                      <a16:colId xmlns:a16="http://schemas.microsoft.com/office/drawing/2014/main" val="3991590349"/>
                    </a:ext>
                  </a:extLst>
                </a:gridCol>
                <a:gridCol w="1096192">
                  <a:extLst>
                    <a:ext uri="{9D8B030D-6E8A-4147-A177-3AD203B41FA5}">
                      <a16:colId xmlns:a16="http://schemas.microsoft.com/office/drawing/2014/main" val="2329092193"/>
                    </a:ext>
                  </a:extLst>
                </a:gridCol>
              </a:tblGrid>
              <a:tr h="706234">
                <a:tc>
                  <a:txBody>
                    <a:bodyPr/>
                    <a:lstStyle/>
                    <a:p>
                      <a:pPr algn="ctr"/>
                      <a:r>
                        <a:rPr lang="en-US" altLang="zh-TW" sz="2400" u="none" dirty="0">
                          <a:latin typeface="Times New Roman" panose="02020603050405020304" pitchFamily="18" charset="0"/>
                          <a:cs typeface="Times New Roman" panose="02020603050405020304" pitchFamily="18" charset="0"/>
                        </a:rPr>
                        <a:t>index</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Pattern</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17696278"/>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1</a:t>
                      </a: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8113884"/>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2</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she</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81990799"/>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3</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his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65474983"/>
                  </a:ext>
                </a:extLst>
              </a:tr>
              <a:tr h="706234">
                <a:tc>
                  <a:txBody>
                    <a:bodyPr/>
                    <a:lstStyle/>
                    <a:p>
                      <a:pPr algn="ctr"/>
                      <a:r>
                        <a:rPr lang="en-US" altLang="zh-TW" sz="2400" u="none" dirty="0">
                          <a:latin typeface="Times New Roman" panose="02020603050405020304" pitchFamily="18" charset="0"/>
                          <a:cs typeface="Times New Roman" panose="02020603050405020304" pitchFamily="18" charset="0"/>
                        </a:rPr>
                        <a:t>4</a:t>
                      </a:r>
                      <a:endParaRPr lang="zh-TW" altLang="en-US" sz="2400" u="none"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u="none" dirty="0">
                          <a:latin typeface="Times New Roman" panose="02020603050405020304" pitchFamily="18" charset="0"/>
                          <a:cs typeface="Times New Roman" panose="02020603050405020304" pitchFamily="18" charset="0"/>
                        </a:rPr>
                        <a:t>hers</a:t>
                      </a:r>
                      <a:endParaRPr lang="zh-TW" altLang="en-US" sz="2400" u="none"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82438061"/>
                  </a:ext>
                </a:extLst>
              </a:tr>
            </a:tbl>
          </a:graphicData>
        </a:graphic>
      </p:graphicFrame>
      <p:sp>
        <p:nvSpPr>
          <p:cNvPr id="9" name="橢圓 8">
            <a:extLst>
              <a:ext uri="{FF2B5EF4-FFF2-40B4-BE49-F238E27FC236}">
                <a16:creationId xmlns:a16="http://schemas.microsoft.com/office/drawing/2014/main" id="{D0AEC153-2348-EEB5-75E9-354065628B69}"/>
              </a:ext>
            </a:extLst>
          </p:cNvPr>
          <p:cNvSpPr/>
          <p:nvPr/>
        </p:nvSpPr>
        <p:spPr>
          <a:xfrm>
            <a:off x="7617821" y="2072637"/>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F897F46A-CF83-0447-49A6-CC5E58B252EB}"/>
              </a:ext>
            </a:extLst>
          </p:cNvPr>
          <p:cNvSpPr/>
          <p:nvPr/>
        </p:nvSpPr>
        <p:spPr>
          <a:xfrm>
            <a:off x="10356672" y="2094404"/>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A41133CD-BFAA-220C-9F77-F882DAD77B27}"/>
              </a:ext>
            </a:extLst>
          </p:cNvPr>
          <p:cNvSpPr/>
          <p:nvPr/>
        </p:nvSpPr>
        <p:spPr>
          <a:xfrm>
            <a:off x="8985063" y="3709863"/>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橢圓 14">
            <a:extLst>
              <a:ext uri="{FF2B5EF4-FFF2-40B4-BE49-F238E27FC236}">
                <a16:creationId xmlns:a16="http://schemas.microsoft.com/office/drawing/2014/main" id="{0AB38A89-C19D-9CE3-4A9D-6CFD0C089BB0}"/>
              </a:ext>
            </a:extLst>
          </p:cNvPr>
          <p:cNvSpPr/>
          <p:nvPr/>
        </p:nvSpPr>
        <p:spPr>
          <a:xfrm>
            <a:off x="8963284" y="5072754"/>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923028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16EDA0-5B6B-221B-59CE-FD94F8CB5AAE}"/>
              </a:ext>
            </a:extLst>
          </p:cNvPr>
          <p:cNvSpPr>
            <a:spLocks noGrp="1"/>
          </p:cNvSpPr>
          <p:nvPr>
            <p:ph type="title"/>
          </p:nvPr>
        </p:nvSpPr>
        <p:spPr/>
        <p:txBody>
          <a:bodyPr/>
          <a:lstStyle/>
          <a:p>
            <a:r>
              <a:rPr lang="en-US" altLang="zh-TW" dirty="0"/>
              <a:t>Failure Function</a:t>
            </a:r>
            <a:endParaRPr lang="zh-TW" altLang="en-US" dirty="0"/>
          </a:p>
        </p:txBody>
      </p:sp>
      <p:pic>
        <p:nvPicPr>
          <p:cNvPr id="6" name="內容版面配置區 5">
            <a:extLst>
              <a:ext uri="{FF2B5EF4-FFF2-40B4-BE49-F238E27FC236}">
                <a16:creationId xmlns:a16="http://schemas.microsoft.com/office/drawing/2014/main" id="{FF86D6D9-1B89-FBF6-7BB8-AD3E36FF5F3A}"/>
              </a:ext>
            </a:extLst>
          </p:cNvPr>
          <p:cNvPicPr>
            <a:picLocks noGrp="1" noChangeAspect="1"/>
          </p:cNvPicPr>
          <p:nvPr>
            <p:ph idx="1"/>
          </p:nvPr>
        </p:nvPicPr>
        <p:blipFill>
          <a:blip r:embed="rId3"/>
          <a:stretch>
            <a:fillRect/>
          </a:stretch>
        </p:blipFill>
        <p:spPr>
          <a:xfrm>
            <a:off x="2227132" y="1825625"/>
            <a:ext cx="7737735" cy="4351338"/>
          </a:xfrm>
        </p:spPr>
      </p:pic>
      <p:sp>
        <p:nvSpPr>
          <p:cNvPr id="4" name="投影片編號版面配置區 3">
            <a:extLst>
              <a:ext uri="{FF2B5EF4-FFF2-40B4-BE49-F238E27FC236}">
                <a16:creationId xmlns:a16="http://schemas.microsoft.com/office/drawing/2014/main" id="{8B904696-DD8A-7312-FC5E-5DDEEB5F72B9}"/>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
        <p:nvSpPr>
          <p:cNvPr id="3" name="矩形 2">
            <a:extLst>
              <a:ext uri="{FF2B5EF4-FFF2-40B4-BE49-F238E27FC236}">
                <a16:creationId xmlns:a16="http://schemas.microsoft.com/office/drawing/2014/main" id="{55C4050D-7BE3-5AEA-93C1-ECA4CED9B5C4}"/>
              </a:ext>
            </a:extLst>
          </p:cNvPr>
          <p:cNvSpPr/>
          <p:nvPr/>
        </p:nvSpPr>
        <p:spPr>
          <a:xfrm>
            <a:off x="4833258" y="1825625"/>
            <a:ext cx="1001485" cy="45307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FC0F3F7C-C145-8DC7-77C4-711DE129A534}"/>
              </a:ext>
            </a:extLst>
          </p:cNvPr>
          <p:cNvSpPr txBox="1"/>
          <p:nvPr/>
        </p:nvSpPr>
        <p:spPr>
          <a:xfrm>
            <a:off x="3317967" y="5894685"/>
            <a:ext cx="1515291" cy="461665"/>
          </a:xfrm>
          <a:prstGeom prst="rect">
            <a:avLst/>
          </a:prstGeom>
          <a:noFill/>
          <a:ln>
            <a:noFill/>
          </a:ln>
        </p:spPr>
        <p:txBody>
          <a:bodyPr wrap="square" rtlCol="0">
            <a:spAutoFit/>
          </a:bodyPr>
          <a:lstStyle/>
          <a:p>
            <a:pPr algn="r"/>
            <a:r>
              <a:rPr lang="en-US" altLang="zh-TW" sz="2400" dirty="0">
                <a:solidFill>
                  <a:srgbClr val="C00000"/>
                </a:solidFill>
                <a:latin typeface="Times New Roman" panose="02020603050405020304" pitchFamily="18" charset="0"/>
                <a:cs typeface="Times New Roman" panose="02020603050405020304" pitchFamily="18" charset="0"/>
              </a:rPr>
              <a:t>Depth: 1</a:t>
            </a:r>
            <a:endParaRPr lang="zh-TW" altLang="en-US" sz="2400" dirty="0">
              <a:solidFill>
                <a:srgbClr val="C00000"/>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E7F147F7-81BC-5F05-4DFD-EF97A2FB5C8F}"/>
              </a:ext>
            </a:extLst>
          </p:cNvPr>
          <p:cNvSpPr/>
          <p:nvPr/>
        </p:nvSpPr>
        <p:spPr>
          <a:xfrm>
            <a:off x="6221186" y="1825625"/>
            <a:ext cx="1001485" cy="45307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EED54945-ED3C-1F73-8438-4CBAEDFBF38A}"/>
              </a:ext>
            </a:extLst>
          </p:cNvPr>
          <p:cNvSpPr/>
          <p:nvPr/>
        </p:nvSpPr>
        <p:spPr>
          <a:xfrm>
            <a:off x="7600408" y="1825624"/>
            <a:ext cx="1001485" cy="4530725"/>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單箭頭接點 11">
            <a:extLst>
              <a:ext uri="{FF2B5EF4-FFF2-40B4-BE49-F238E27FC236}">
                <a16:creationId xmlns:a16="http://schemas.microsoft.com/office/drawing/2014/main" id="{72674014-1C7D-43C5-E1CD-087D004DB1D6}"/>
              </a:ext>
            </a:extLst>
          </p:cNvPr>
          <p:cNvCxnSpPr>
            <a:cxnSpLocks/>
          </p:cNvCxnSpPr>
          <p:nvPr/>
        </p:nvCxnSpPr>
        <p:spPr>
          <a:xfrm flipH="1" flipV="1">
            <a:off x="6940731" y="3039291"/>
            <a:ext cx="966652" cy="2133600"/>
          </a:xfrm>
          <a:prstGeom prst="straightConnector1">
            <a:avLst/>
          </a:prstGeom>
          <a:ln w="57150">
            <a:solidFill>
              <a:srgbClr val="92D050"/>
            </a:solidFill>
            <a:tailEnd type="triangle"/>
          </a:ln>
          <a:effectLst>
            <a:glow rad="101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290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sp>
        <p:nvSpPr>
          <p:cNvPr id="31" name="矩形 30">
            <a:extLst>
              <a:ext uri="{FF2B5EF4-FFF2-40B4-BE49-F238E27FC236}">
                <a16:creationId xmlns:a16="http://schemas.microsoft.com/office/drawing/2014/main" id="{EBEE0A02-02DF-A0C4-D6A1-0F41372023DB}"/>
              </a:ext>
            </a:extLst>
          </p:cNvPr>
          <p:cNvSpPr/>
          <p:nvPr/>
        </p:nvSpPr>
        <p:spPr>
          <a:xfrm>
            <a:off x="6212140" y="1825623"/>
            <a:ext cx="1001485" cy="45307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文字方塊 32">
            <a:extLst>
              <a:ext uri="{FF2B5EF4-FFF2-40B4-BE49-F238E27FC236}">
                <a16:creationId xmlns:a16="http://schemas.microsoft.com/office/drawing/2014/main" id="{C30A0F70-3393-8E63-9B3E-4767022CCCB7}"/>
              </a:ext>
            </a:extLst>
          </p:cNvPr>
          <p:cNvSpPr txBox="1"/>
          <p:nvPr/>
        </p:nvSpPr>
        <p:spPr>
          <a:xfrm>
            <a:off x="4696849" y="5892451"/>
            <a:ext cx="1515291" cy="461665"/>
          </a:xfrm>
          <a:prstGeom prst="rect">
            <a:avLst/>
          </a:prstGeom>
          <a:noFill/>
          <a:ln>
            <a:noFill/>
          </a:ln>
        </p:spPr>
        <p:txBody>
          <a:bodyPr wrap="square" rtlCol="0">
            <a:spAutoFit/>
          </a:bodyPr>
          <a:lstStyle/>
          <a:p>
            <a:pPr algn="r"/>
            <a:r>
              <a:rPr lang="en-US" altLang="zh-TW" sz="2400" dirty="0">
                <a:solidFill>
                  <a:srgbClr val="C00000"/>
                </a:solidFill>
                <a:latin typeface="Times New Roman" panose="02020603050405020304" pitchFamily="18" charset="0"/>
                <a:cs typeface="Times New Roman" panose="02020603050405020304" pitchFamily="18" charset="0"/>
              </a:rPr>
              <a:t>Depth: 1</a:t>
            </a:r>
            <a:endParaRPr lang="zh-TW" altLang="en-US" sz="2400" dirty="0">
              <a:solidFill>
                <a:srgbClr val="C00000"/>
              </a:solidFill>
              <a:latin typeface="Times New Roman" panose="02020603050405020304" pitchFamily="18" charset="0"/>
              <a:cs typeface="Times New Roman" panose="02020603050405020304" pitchFamily="18" charset="0"/>
            </a:endParaRPr>
          </a:p>
        </p:txBody>
      </p:sp>
      <p:cxnSp>
        <p:nvCxnSpPr>
          <p:cNvPr id="37" name="直線單箭頭接點 36">
            <a:extLst>
              <a:ext uri="{FF2B5EF4-FFF2-40B4-BE49-F238E27FC236}">
                <a16:creationId xmlns:a16="http://schemas.microsoft.com/office/drawing/2014/main" id="{0611A9BE-4954-6C6A-7E94-AD6D7293B94D}"/>
              </a:ext>
            </a:extLst>
          </p:cNvPr>
          <p:cNvCxnSpPr>
            <a:cxnSpLocks/>
            <a:stCxn id="31" idx="1"/>
            <a:endCxn id="15" idx="3"/>
          </p:cNvCxnSpPr>
          <p:nvPr/>
        </p:nvCxnSpPr>
        <p:spPr>
          <a:xfrm flipH="1">
            <a:off x="4978377" y="4090986"/>
            <a:ext cx="1233763" cy="92310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1108129546"/>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Tree>
    <p:extLst>
      <p:ext uri="{BB962C8B-B14F-4D97-AF65-F5344CB8AC3E}">
        <p14:creationId xmlns:p14="http://schemas.microsoft.com/office/powerpoint/2010/main" val="3087037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2227132" y="1915318"/>
            <a:ext cx="7737735" cy="4351338"/>
          </a:xfrm>
        </p:spPr>
      </p:pic>
      <p:sp>
        <p:nvSpPr>
          <p:cNvPr id="6" name="矩形 5">
            <a:extLst>
              <a:ext uri="{FF2B5EF4-FFF2-40B4-BE49-F238E27FC236}">
                <a16:creationId xmlns:a16="http://schemas.microsoft.com/office/drawing/2014/main" id="{BF3C6474-ECA2-056A-705F-FB595BF46458}"/>
              </a:ext>
            </a:extLst>
          </p:cNvPr>
          <p:cNvSpPr/>
          <p:nvPr/>
        </p:nvSpPr>
        <p:spPr>
          <a:xfrm>
            <a:off x="6229895" y="1825625"/>
            <a:ext cx="1001485" cy="45307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FA08F48F-2825-BCE4-4DFB-244882360122}"/>
              </a:ext>
            </a:extLst>
          </p:cNvPr>
          <p:cNvSpPr txBox="1"/>
          <p:nvPr/>
        </p:nvSpPr>
        <p:spPr>
          <a:xfrm>
            <a:off x="4714604" y="6054840"/>
            <a:ext cx="1515291" cy="461665"/>
          </a:xfrm>
          <a:prstGeom prst="rect">
            <a:avLst/>
          </a:prstGeom>
          <a:noFill/>
          <a:ln>
            <a:noFill/>
          </a:ln>
        </p:spPr>
        <p:txBody>
          <a:bodyPr wrap="square" rtlCol="0">
            <a:spAutoFit/>
          </a:bodyPr>
          <a:lstStyle/>
          <a:p>
            <a:pPr algn="r"/>
            <a:r>
              <a:rPr lang="en-US" altLang="zh-TW" sz="2400" dirty="0">
                <a:solidFill>
                  <a:srgbClr val="FF0000"/>
                </a:solidFill>
                <a:latin typeface="Times New Roman" panose="02020603050405020304" pitchFamily="18" charset="0"/>
                <a:cs typeface="Times New Roman" panose="02020603050405020304" pitchFamily="18" charset="0"/>
              </a:rPr>
              <a:t>Depth: 2</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43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2936936372"/>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0</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
        <p:nvSpPr>
          <p:cNvPr id="6" name="橢圓 5">
            <a:extLst>
              <a:ext uri="{FF2B5EF4-FFF2-40B4-BE49-F238E27FC236}">
                <a16:creationId xmlns:a16="http://schemas.microsoft.com/office/drawing/2014/main" id="{52A38529-4BAD-A598-EE44-29CA827A951F}"/>
              </a:ext>
            </a:extLst>
          </p:cNvPr>
          <p:cNvSpPr/>
          <p:nvPr/>
        </p:nvSpPr>
        <p:spPr>
          <a:xfrm>
            <a:off x="7617821" y="2133600"/>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弧形下彎 7">
            <a:extLst>
              <a:ext uri="{FF2B5EF4-FFF2-40B4-BE49-F238E27FC236}">
                <a16:creationId xmlns:a16="http://schemas.microsoft.com/office/drawing/2014/main" id="{BDC0A9E4-B79E-4CA0-C9F4-D29D29483DA5}"/>
              </a:ext>
            </a:extLst>
          </p:cNvPr>
          <p:cNvSpPr/>
          <p:nvPr/>
        </p:nvSpPr>
        <p:spPr>
          <a:xfrm flipH="1">
            <a:off x="6622881" y="1769064"/>
            <a:ext cx="1558835" cy="36453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753041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1938109186"/>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
        <p:nvSpPr>
          <p:cNvPr id="8" name="箭號: 弧形下彎 7">
            <a:extLst>
              <a:ext uri="{FF2B5EF4-FFF2-40B4-BE49-F238E27FC236}">
                <a16:creationId xmlns:a16="http://schemas.microsoft.com/office/drawing/2014/main" id="{BDC0A9E4-B79E-4CA0-C9F4-D29D29483DA5}"/>
              </a:ext>
            </a:extLst>
          </p:cNvPr>
          <p:cNvSpPr/>
          <p:nvPr/>
        </p:nvSpPr>
        <p:spPr>
          <a:xfrm flipH="1">
            <a:off x="6592298" y="4796131"/>
            <a:ext cx="1558835" cy="36453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7" name="橢圓 6">
            <a:extLst>
              <a:ext uri="{FF2B5EF4-FFF2-40B4-BE49-F238E27FC236}">
                <a16:creationId xmlns:a16="http://schemas.microsoft.com/office/drawing/2014/main" id="{0EA68579-A072-73AF-D357-1086D4C6A7B4}"/>
              </a:ext>
            </a:extLst>
          </p:cNvPr>
          <p:cNvSpPr/>
          <p:nvPr/>
        </p:nvSpPr>
        <p:spPr>
          <a:xfrm>
            <a:off x="7591698" y="5168843"/>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9796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983774450"/>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2</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
        <p:nvSpPr>
          <p:cNvPr id="8" name="箭號: 弧形下彎 7">
            <a:extLst>
              <a:ext uri="{FF2B5EF4-FFF2-40B4-BE49-F238E27FC236}">
                <a16:creationId xmlns:a16="http://schemas.microsoft.com/office/drawing/2014/main" id="{BDC0A9E4-B79E-4CA0-C9F4-D29D29483DA5}"/>
              </a:ext>
            </a:extLst>
          </p:cNvPr>
          <p:cNvSpPr/>
          <p:nvPr/>
        </p:nvSpPr>
        <p:spPr>
          <a:xfrm flipH="1">
            <a:off x="8003091" y="4796131"/>
            <a:ext cx="1558835" cy="36453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7" name="橢圓 6">
            <a:extLst>
              <a:ext uri="{FF2B5EF4-FFF2-40B4-BE49-F238E27FC236}">
                <a16:creationId xmlns:a16="http://schemas.microsoft.com/office/drawing/2014/main" id="{0EA68579-A072-73AF-D357-1086D4C6A7B4}"/>
              </a:ext>
            </a:extLst>
          </p:cNvPr>
          <p:cNvSpPr/>
          <p:nvPr/>
        </p:nvSpPr>
        <p:spPr>
          <a:xfrm>
            <a:off x="8963298" y="5153259"/>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0372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14</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2583058169"/>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3</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
        <p:nvSpPr>
          <p:cNvPr id="8" name="箭號: 弧形下彎 7">
            <a:extLst>
              <a:ext uri="{FF2B5EF4-FFF2-40B4-BE49-F238E27FC236}">
                <a16:creationId xmlns:a16="http://schemas.microsoft.com/office/drawing/2014/main" id="{BDC0A9E4-B79E-4CA0-C9F4-D29D29483DA5}"/>
              </a:ext>
            </a:extLst>
          </p:cNvPr>
          <p:cNvSpPr/>
          <p:nvPr/>
        </p:nvSpPr>
        <p:spPr>
          <a:xfrm flipH="1">
            <a:off x="7985670" y="3438895"/>
            <a:ext cx="1558835" cy="36453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7" name="橢圓 6">
            <a:extLst>
              <a:ext uri="{FF2B5EF4-FFF2-40B4-BE49-F238E27FC236}">
                <a16:creationId xmlns:a16="http://schemas.microsoft.com/office/drawing/2014/main" id="{0EA68579-A072-73AF-D357-1086D4C6A7B4}"/>
              </a:ext>
            </a:extLst>
          </p:cNvPr>
          <p:cNvSpPr/>
          <p:nvPr/>
        </p:nvSpPr>
        <p:spPr>
          <a:xfrm>
            <a:off x="8980716" y="3803430"/>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34895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1A3080-68B4-A1B4-9E20-1897ADFB1466}"/>
              </a:ext>
            </a:extLst>
          </p:cNvPr>
          <p:cNvSpPr>
            <a:spLocks noGrp="1"/>
          </p:cNvSpPr>
          <p:nvPr>
            <p:ph type="title"/>
          </p:nvPr>
        </p:nvSpPr>
        <p:spPr/>
        <p:txBody>
          <a:bodyPr/>
          <a:lstStyle/>
          <a:p>
            <a:r>
              <a:rPr lang="en-US" altLang="zh-TW" dirty="0"/>
              <a:t>Failure Function (cont.)</a:t>
            </a:r>
            <a:endParaRPr lang="zh-TW" altLang="en-US" dirty="0"/>
          </a:p>
        </p:txBody>
      </p:sp>
      <p:sp>
        <p:nvSpPr>
          <p:cNvPr id="4" name="投影片編號版面配置區 3">
            <a:extLst>
              <a:ext uri="{FF2B5EF4-FFF2-40B4-BE49-F238E27FC236}">
                <a16:creationId xmlns:a16="http://schemas.microsoft.com/office/drawing/2014/main" id="{B814EB38-0506-C5E4-3389-B7EC74B34428}"/>
              </a:ext>
            </a:extLst>
          </p:cNvPr>
          <p:cNvSpPr>
            <a:spLocks noGrp="1"/>
          </p:cNvSpPr>
          <p:nvPr>
            <p:ph type="sldNum" sz="quarter" idx="12"/>
          </p:nvPr>
        </p:nvSpPr>
        <p:spPr/>
        <p:txBody>
          <a:bodyPr/>
          <a:lstStyle/>
          <a:p>
            <a:fld id="{4CD2C34A-D3D3-4A9B-8692-9279E332F0C9}" type="slidenum">
              <a:rPr lang="zh-TW" altLang="en-US" smtClean="0"/>
              <a:pPr/>
              <a:t>15</a:t>
            </a:fld>
            <a:endParaRPr lang="zh-TW" altLang="en-US" dirty="0"/>
          </a:p>
        </p:txBody>
      </p:sp>
      <p:pic>
        <p:nvPicPr>
          <p:cNvPr id="5" name="內容版面配置區 5">
            <a:extLst>
              <a:ext uri="{FF2B5EF4-FFF2-40B4-BE49-F238E27FC236}">
                <a16:creationId xmlns:a16="http://schemas.microsoft.com/office/drawing/2014/main" id="{7400AE20-1669-688D-D341-2390D3D195DF}"/>
              </a:ext>
            </a:extLst>
          </p:cNvPr>
          <p:cNvPicPr>
            <a:picLocks noGrp="1" noChangeAspect="1"/>
          </p:cNvPicPr>
          <p:nvPr>
            <p:ph idx="1"/>
          </p:nvPr>
        </p:nvPicPr>
        <p:blipFill>
          <a:blip r:embed="rId2"/>
          <a:stretch>
            <a:fillRect/>
          </a:stretch>
        </p:blipFill>
        <p:spPr>
          <a:xfrm>
            <a:off x="3616065" y="1915317"/>
            <a:ext cx="7737735" cy="4351338"/>
          </a:xfrm>
        </p:spPr>
      </p:pic>
      <p:graphicFrame>
        <p:nvGraphicFramePr>
          <p:cNvPr id="15" name="表格 15">
            <a:extLst>
              <a:ext uri="{FF2B5EF4-FFF2-40B4-BE49-F238E27FC236}">
                <a16:creationId xmlns:a16="http://schemas.microsoft.com/office/drawing/2014/main" id="{34E5E2DD-A96E-4452-D197-CFECADAF072F}"/>
              </a:ext>
            </a:extLst>
          </p:cNvPr>
          <p:cNvGraphicFramePr>
            <a:graphicFrameLocks noGrp="1"/>
          </p:cNvGraphicFramePr>
          <p:nvPr>
            <p:extLst>
              <p:ext uri="{D42A27DB-BD31-4B8C-83A1-F6EECF244321}">
                <p14:modId xmlns:p14="http://schemas.microsoft.com/office/powerpoint/2010/main" val="304452185"/>
              </p:ext>
            </p:extLst>
          </p:nvPr>
        </p:nvGraphicFramePr>
        <p:xfrm>
          <a:off x="627040" y="4556895"/>
          <a:ext cx="4351337" cy="914400"/>
        </p:xfrm>
        <a:graphic>
          <a:graphicData uri="http://schemas.openxmlformats.org/drawingml/2006/table">
            <a:tbl>
              <a:tblPr firstRow="1" bandRow="1">
                <a:tableStyleId>{5940675A-B579-460E-94D1-54222C63F5DA}</a:tableStyleId>
              </a:tblPr>
              <a:tblGrid>
                <a:gridCol w="648017">
                  <a:extLst>
                    <a:ext uri="{9D8B030D-6E8A-4147-A177-3AD203B41FA5}">
                      <a16:colId xmlns:a16="http://schemas.microsoft.com/office/drawing/2014/main" val="925739239"/>
                    </a:ext>
                  </a:extLst>
                </a:gridCol>
                <a:gridCol w="411480">
                  <a:extLst>
                    <a:ext uri="{9D8B030D-6E8A-4147-A177-3AD203B41FA5}">
                      <a16:colId xmlns:a16="http://schemas.microsoft.com/office/drawing/2014/main" val="418222927"/>
                    </a:ext>
                  </a:extLst>
                </a:gridCol>
                <a:gridCol w="411480">
                  <a:extLst>
                    <a:ext uri="{9D8B030D-6E8A-4147-A177-3AD203B41FA5}">
                      <a16:colId xmlns:a16="http://schemas.microsoft.com/office/drawing/2014/main" val="552553714"/>
                    </a:ext>
                  </a:extLst>
                </a:gridCol>
                <a:gridCol w="411480">
                  <a:extLst>
                    <a:ext uri="{9D8B030D-6E8A-4147-A177-3AD203B41FA5}">
                      <a16:colId xmlns:a16="http://schemas.microsoft.com/office/drawing/2014/main" val="2469199977"/>
                    </a:ext>
                  </a:extLst>
                </a:gridCol>
                <a:gridCol w="411480">
                  <a:extLst>
                    <a:ext uri="{9D8B030D-6E8A-4147-A177-3AD203B41FA5}">
                      <a16:colId xmlns:a16="http://schemas.microsoft.com/office/drawing/2014/main" val="2089468509"/>
                    </a:ext>
                  </a:extLst>
                </a:gridCol>
                <a:gridCol w="411480">
                  <a:extLst>
                    <a:ext uri="{9D8B030D-6E8A-4147-A177-3AD203B41FA5}">
                      <a16:colId xmlns:a16="http://schemas.microsoft.com/office/drawing/2014/main" val="3658622293"/>
                    </a:ext>
                  </a:extLst>
                </a:gridCol>
                <a:gridCol w="411480">
                  <a:extLst>
                    <a:ext uri="{9D8B030D-6E8A-4147-A177-3AD203B41FA5}">
                      <a16:colId xmlns:a16="http://schemas.microsoft.com/office/drawing/2014/main" val="1020136544"/>
                    </a:ext>
                  </a:extLst>
                </a:gridCol>
                <a:gridCol w="411480">
                  <a:extLst>
                    <a:ext uri="{9D8B030D-6E8A-4147-A177-3AD203B41FA5}">
                      <a16:colId xmlns:a16="http://schemas.microsoft.com/office/drawing/2014/main" val="3562180201"/>
                    </a:ext>
                  </a:extLst>
                </a:gridCol>
                <a:gridCol w="411480">
                  <a:extLst>
                    <a:ext uri="{9D8B030D-6E8A-4147-A177-3AD203B41FA5}">
                      <a16:colId xmlns:a16="http://schemas.microsoft.com/office/drawing/2014/main" val="282381036"/>
                    </a:ext>
                  </a:extLst>
                </a:gridCol>
                <a:gridCol w="411480">
                  <a:extLst>
                    <a:ext uri="{9D8B030D-6E8A-4147-A177-3AD203B41FA5}">
                      <a16:colId xmlns:a16="http://schemas.microsoft.com/office/drawing/2014/main" val="2850405836"/>
                    </a:ext>
                  </a:extLst>
                </a:gridCol>
              </a:tblGrid>
              <a:tr h="370840">
                <a:tc>
                  <a:txBody>
                    <a:bodyPr/>
                    <a:lstStyle/>
                    <a:p>
                      <a:pPr algn="ctr"/>
                      <a:r>
                        <a:rPr lang="en-US" altLang="zh-TW" sz="2400" dirty="0" err="1">
                          <a:latin typeface="Times New Roman" panose="02020603050405020304" pitchFamily="18" charset="0"/>
                          <a:cs typeface="Times New Roman" panose="02020603050405020304" pitchFamily="18" charset="0"/>
                        </a:rPr>
                        <a:t>i</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6257213"/>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f(</a:t>
                      </a:r>
                      <a:r>
                        <a:rPr lang="en-US" altLang="zh-TW" sz="2400" dirty="0" err="1">
                          <a:latin typeface="Times New Roman" panose="02020603050405020304" pitchFamily="18" charset="0"/>
                          <a:cs typeface="Times New Roman" panose="02020603050405020304" pitchFamily="18" charset="0"/>
                        </a:rPr>
                        <a:t>i</a:t>
                      </a:r>
                      <a:r>
                        <a:rPr lang="en-US" altLang="zh-TW" sz="2400" dirty="0">
                          <a:latin typeface="Times New Roman" panose="02020603050405020304" pitchFamily="18" charset="0"/>
                          <a:cs typeface="Times New Roman" panose="02020603050405020304" pitchFamily="18" charset="0"/>
                        </a:rPr>
                        <a:t>)</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0</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1</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2</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chemeClr val="tx1"/>
                          </a:solidFill>
                          <a:latin typeface="Times New Roman" panose="02020603050405020304" pitchFamily="18" charset="0"/>
                          <a:cs typeface="Times New Roman" panose="02020603050405020304" pitchFamily="18" charset="0"/>
                        </a:rPr>
                        <a:t>3</a:t>
                      </a:r>
                      <a:endParaRPr lang="zh-TW" altLang="en-US" sz="24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0</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3</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3356137"/>
                  </a:ext>
                </a:extLst>
              </a:tr>
            </a:tbl>
          </a:graphicData>
        </a:graphic>
      </p:graphicFrame>
      <p:sp>
        <p:nvSpPr>
          <p:cNvPr id="8" name="箭號: 弧形下彎 7">
            <a:extLst>
              <a:ext uri="{FF2B5EF4-FFF2-40B4-BE49-F238E27FC236}">
                <a16:creationId xmlns:a16="http://schemas.microsoft.com/office/drawing/2014/main" id="{BDC0A9E4-B79E-4CA0-C9F4-D29D29483DA5}"/>
              </a:ext>
            </a:extLst>
          </p:cNvPr>
          <p:cNvSpPr/>
          <p:nvPr/>
        </p:nvSpPr>
        <p:spPr>
          <a:xfrm flipH="1">
            <a:off x="9387748" y="1773591"/>
            <a:ext cx="1558835" cy="364535"/>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7" name="橢圓 6">
            <a:extLst>
              <a:ext uri="{FF2B5EF4-FFF2-40B4-BE49-F238E27FC236}">
                <a16:creationId xmlns:a16="http://schemas.microsoft.com/office/drawing/2014/main" id="{0EA68579-A072-73AF-D357-1086D4C6A7B4}"/>
              </a:ext>
            </a:extLst>
          </p:cNvPr>
          <p:cNvSpPr/>
          <p:nvPr/>
        </p:nvSpPr>
        <p:spPr>
          <a:xfrm>
            <a:off x="10352316" y="2140093"/>
            <a:ext cx="1036320" cy="110598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9370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120AAF-EBFE-B837-7980-67316245C1D7}"/>
              </a:ext>
            </a:extLst>
          </p:cNvPr>
          <p:cNvSpPr>
            <a:spLocks noGrp="1"/>
          </p:cNvSpPr>
          <p:nvPr>
            <p:ph type="title"/>
          </p:nvPr>
        </p:nvSpPr>
        <p:spPr/>
        <p:txBody>
          <a:bodyPr/>
          <a:lstStyle/>
          <a:p>
            <a:r>
              <a:rPr lang="en-US" altLang="zh-TW" dirty="0"/>
              <a:t>Time Complexity</a:t>
            </a:r>
            <a:endParaRPr lang="zh-TW" altLang="en-US" dirty="0"/>
          </a:p>
        </p:txBody>
      </p:sp>
      <p:sp>
        <p:nvSpPr>
          <p:cNvPr id="3" name="內容版面配置區 2">
            <a:extLst>
              <a:ext uri="{FF2B5EF4-FFF2-40B4-BE49-F238E27FC236}">
                <a16:creationId xmlns:a16="http://schemas.microsoft.com/office/drawing/2014/main" id="{24C71B49-51B3-57A7-089D-6046FFC45888}"/>
              </a:ext>
            </a:extLst>
          </p:cNvPr>
          <p:cNvSpPr>
            <a:spLocks noGrp="1"/>
          </p:cNvSpPr>
          <p:nvPr>
            <p:ph idx="1"/>
          </p:nvPr>
        </p:nvSpPr>
        <p:spPr/>
        <p:txBody>
          <a:bodyPr/>
          <a:lstStyle/>
          <a:p>
            <a:r>
              <a:rPr lang="en-US" altLang="zh-TW" dirty="0"/>
              <a:t>O</a:t>
            </a:r>
            <a:r>
              <a:rPr lang="en-US" altLang="zh-TW"/>
              <a:t>(m * length</a:t>
            </a:r>
            <a:r>
              <a:rPr lang="en-US" altLang="zh-TW" dirty="0"/>
              <a:t>(k))</a:t>
            </a:r>
          </a:p>
          <a:p>
            <a:pPr lvl="1"/>
            <a:r>
              <a:rPr lang="en-US" altLang="zh-TW" dirty="0"/>
              <a:t>m</a:t>
            </a:r>
          </a:p>
          <a:p>
            <a:pPr lvl="2"/>
            <a:r>
              <a:rPr lang="en-US" altLang="zh-TW" dirty="0"/>
              <a:t>The number of the keywords</a:t>
            </a:r>
            <a:endParaRPr lang="zh-TW" altLang="en-US" dirty="0"/>
          </a:p>
        </p:txBody>
      </p:sp>
      <p:sp>
        <p:nvSpPr>
          <p:cNvPr id="4" name="投影片編號版面配置區 3">
            <a:extLst>
              <a:ext uri="{FF2B5EF4-FFF2-40B4-BE49-F238E27FC236}">
                <a16:creationId xmlns:a16="http://schemas.microsoft.com/office/drawing/2014/main" id="{0531C31D-B71F-E014-5B16-2011F3865858}"/>
              </a:ext>
            </a:extLst>
          </p:cNvPr>
          <p:cNvSpPr>
            <a:spLocks noGrp="1"/>
          </p:cNvSpPr>
          <p:nvPr>
            <p:ph type="sldNum" sz="quarter" idx="12"/>
          </p:nvPr>
        </p:nvSpPr>
        <p:spPr/>
        <p:txBody>
          <a:bodyPr/>
          <a:lstStyle/>
          <a:p>
            <a:fld id="{4CD2C34A-D3D3-4A9B-8692-9279E332F0C9}" type="slidenum">
              <a:rPr lang="zh-TW" altLang="en-US" smtClean="0"/>
              <a:pPr/>
              <a:t>16</a:t>
            </a:fld>
            <a:endParaRPr lang="zh-TW" altLang="en-US" dirty="0"/>
          </a:p>
        </p:txBody>
      </p:sp>
    </p:spTree>
    <p:extLst>
      <p:ext uri="{BB962C8B-B14F-4D97-AF65-F5344CB8AC3E}">
        <p14:creationId xmlns:p14="http://schemas.microsoft.com/office/powerpoint/2010/main" val="8847701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419</Words>
  <Application>Microsoft Office PowerPoint</Application>
  <PresentationFormat>寬螢幕</PresentationFormat>
  <Paragraphs>177</Paragraphs>
  <Slides>16</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源流明體 M</vt:lpstr>
      <vt:lpstr>Arial</vt:lpstr>
      <vt:lpstr>Calibri</vt:lpstr>
      <vt:lpstr>Times New Roman</vt:lpstr>
      <vt:lpstr>Office 佈景主題</vt:lpstr>
      <vt:lpstr>Efficient String Matching an Aid to Bibliographic Search</vt:lpstr>
      <vt:lpstr>Abstract</vt:lpstr>
      <vt:lpstr>String Matching </vt:lpstr>
      <vt:lpstr>Goto Function</vt:lpstr>
      <vt:lpstr>Goto Function (cont.)</vt:lpstr>
      <vt:lpstr>Goto Function (cont.)</vt:lpstr>
      <vt:lpstr>Output Function</vt:lpstr>
      <vt:lpstr>Failure Function</vt:lpstr>
      <vt:lpstr>Failure Function (cont.)</vt:lpstr>
      <vt:lpstr>Failure Function (cont.)</vt:lpstr>
      <vt:lpstr>Failure Function (cont.)</vt:lpstr>
      <vt:lpstr>Failure Function (cont.)</vt:lpstr>
      <vt:lpstr>Failure Function (cont.)</vt:lpstr>
      <vt:lpstr>Failure Function (cont.)</vt:lpstr>
      <vt:lpstr>Failure Function (cont.)</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9</cp:revision>
  <dcterms:created xsi:type="dcterms:W3CDTF">2022-02-13T12:00:20Z</dcterms:created>
  <dcterms:modified xsi:type="dcterms:W3CDTF">2022-09-13T06:33:18Z</dcterms:modified>
</cp:coreProperties>
</file>