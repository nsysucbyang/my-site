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4" r:id="rId3"/>
    <p:sldId id="257" r:id="rId4"/>
    <p:sldId id="282" r:id="rId5"/>
    <p:sldId id="286" r:id="rId6"/>
    <p:sldId id="285" r:id="rId7"/>
    <p:sldId id="283" r:id="rId8"/>
    <p:sldId id="291" r:id="rId9"/>
    <p:sldId id="287" r:id="rId10"/>
    <p:sldId id="290" r:id="rId11"/>
    <p:sldId id="289" r:id="rId12"/>
    <p:sldId id="288" r:id="rId13"/>
    <p:sldId id="281" r:id="rId14"/>
    <p:sldId id="293" r:id="rId15"/>
    <p:sldId id="292" r:id="rId16"/>
    <p:sldId id="294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83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560" y="184"/>
      </p:cViewPr>
      <p:guideLst/>
    </p:cSldViewPr>
  </p:slideViewPr>
  <p:outlineViewPr>
    <p:cViewPr>
      <p:scale>
        <a:sx n="33" d="100"/>
        <a:sy n="33" d="100"/>
      </p:scale>
      <p:origin x="0" y="-68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559-0BFE-4344-9B65-AF2AA4340070}" type="datetimeFigureOut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3E2FF-3FFC-0943-9A0D-A0B13F46FE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107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3E2FF-3FFC-0943-9A0D-A0B13F46FECA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68025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CACA6-C67C-E541-892B-44D0091E4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CC1734-2905-E64F-A631-54B44141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2928DA-44E4-074F-8536-26603EB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305-8CA1-9449-A556-67D5085A7FA1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B0FA4-ABBE-BA4C-8404-566B691D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6B4FD5-66AB-9441-90B5-4BBD602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40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0AF28-EC81-FE4B-89D9-F2E8D07F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F01FE-63E4-B148-8F63-BA8CC19D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DDCB10-D67B-2F49-9257-3F53E65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69C4-18F5-3B4F-9726-B61210AF53BB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383F78-9598-D74D-9292-89EFE69D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D1EF3F-2214-5B47-9FDA-094F6F6F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5AB94F7-1CE9-3B41-8002-0A2CB67662D8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928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A4F2-2540-1244-B139-F15C25B7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C54D3C-13C8-6242-8D0C-509D67681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742759-9CB6-6844-818C-D784DC9D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A6B9-6F66-C749-9323-08ACCB0475DF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F6B2C8-E956-014A-989F-C4986EEC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FE7166-F2BC-6E41-A489-D4F1F176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80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5B0B7-A085-074E-8B77-3B759476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E2419-98D0-C748-9D81-FD99D10E8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7429AE-8C31-D64A-9CAF-84EF9D9F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4F1935-3D64-C547-BE1F-E5DF5E3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61A4-81BF-334B-8D80-CA36701FDA35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2AB15C-9B5B-D44D-B16C-11EF813D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CFBA30-686E-724D-9244-E9E64406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8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2BDD6-FE7A-F545-960D-362C66F4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F6F60D-37BA-C242-9A1E-32FEB8CCC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CDA43-0B87-A645-8BE0-2EA0C0A6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D48957-078C-7444-A985-ACC5552F2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EF868D-291B-394E-9BE2-D02FA1CD3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A16361-4974-3C4E-9136-7688A755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022A-5F93-5C4C-B16C-BEC73CEE6E54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6ED032-8661-E941-88E1-00C96942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13C977-9E60-0840-8F60-2746A68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983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53D1F-CD49-4A47-8161-81E7049E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BAD2FC-9DAA-7243-A022-A4F61BF1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25CB-9510-9341-9576-9B12ECEC775E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08567B-6FC5-FE42-99C1-56DE3E0E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F5BEE7-69BC-3243-92F7-9D56CF1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456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472B68F-CE5E-8E42-845E-216799E9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CE8D-F82D-A84C-87DC-2C4A6AB68E2E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E25D5B-72BF-8541-BB27-109E74F6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D9627B-7493-DE49-BED1-D957B96B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8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33F3F-E533-ED46-B706-B8230FBE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3F0ED-E028-4D48-ACE1-92415A0E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259B9D-B493-EE4A-8F83-9E517D43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7DBB5-D8D1-9C4B-958E-74CA3C35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0FAD-89C5-7F43-A773-FAE777B2C9F1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D9DD0B-97B7-7C48-9FAF-367CEFE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04DAF6-0748-E746-B095-EDD0BFA0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AA03-AD9D-9B4F-BF9A-0D182E13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629E92-D1EC-7541-B377-00C9F825B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365C22-4E8D-5446-A436-EA77B69D7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89063B-A0C5-524B-897E-9D14FAA1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B9B9-8EF2-A94F-98A1-225287ED6E40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CC9C8F-50DB-0448-BAE3-DCD747D6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76F315-F817-7046-B413-386F6717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73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AEEB8-BF61-0D4B-91E0-B11EF6EA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2FAE11-B217-A441-BF40-6E86BC48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18463-BF67-834B-B2DE-31F68E45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0978-9282-A443-81EE-087251DCE16D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94982C-896E-4149-99DD-209F8E8C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603828-B8BB-9B4D-B2DF-DD10F4CA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493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5947D6-AA8E-8847-82ED-F06115AA2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700A80-132C-4840-9A7C-C78D2A240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617639-2B7B-124E-964F-8866AB88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08DF5-4A34-8D4B-8D26-525AA81604B2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38D0C4-A114-014D-8492-65B3EEDD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114EB-9F4C-BE4F-9F99-D7A2DEEC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8371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57" name="內文層級一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396875" indent="-396875">
              <a:defRPr sz="3000"/>
            </a:lvl1pPr>
            <a:lvl2pPr marL="714375" indent="-396875">
              <a:defRPr sz="3000"/>
            </a:lvl2pPr>
            <a:lvl3pPr marL="1031875" indent="-396875">
              <a:defRPr sz="3000"/>
            </a:lvl3pPr>
            <a:lvl4pPr marL="1349375" indent="-396875">
              <a:defRPr sz="3000"/>
            </a:lvl4pPr>
            <a:lvl5pPr marL="1666875" indent="-396875">
              <a:defRPr sz="30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03047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116FCC-9057-794F-A6BD-9239D686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71D68C-1C2E-1C49-B4D5-25F62E8AE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E1990-52AC-F546-8798-90353A03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140CC-F999-A946-9373-08EAE304F3C9}" type="datetime1">
              <a:rPr kumimoji="1" lang="zh-TW" altLang="en-US" smtClean="0"/>
              <a:t>2022/7/14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B22EAC-653F-C544-A1B0-BE186C178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F20A4-E6B9-D241-B29C-161E2740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743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512" y="1079831"/>
            <a:ext cx="10224977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Comparing Incomplete Sequences via Longest Common Subsequence 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24604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Mauro Castelli, Riccardo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Dondi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Giancarlo Mauri, Italo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Zoppis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796, pp. 272-285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65265" y="5826642"/>
            <a:ext cx="2491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Tsung-Lin Lu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July 12, 2022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 (1/2)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Inspired by scaffold filling, a recent approach for genome reconstruction from incomplete data, we consider a variant of the well-known longest common subsequence problem for the comparison of two sequences. The new problem, called Longest Filled Common Subsequence, aims to compare a complete sequence with an incomplete one, i.e. with some missing elements.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Filled Common Subsequence (LFCS)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given a complete sequence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incomplete sequence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multiset 𝞛 of symbols missing in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asks for a sequence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obtained by inserting the symbols of 𝞛 into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induces a common subsequence with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maximum length.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63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 (2/2)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investigate the computational and approximation complexity of the problem and we show that it is NP-hard and APX-hard when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at most two occurrences of each symbol, and we give a polynomial time algorithm when the input sequences are over a constant-size alphabet. We give a 3/5−approximation algorithm for the Longest Filled Common Subsequence problem. Finally, we present a fixed-parameter algorithm for the problem, when it is parameterized by the number of symbols inserted in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“match” symbols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6690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Longest Filled Common Subsequence (LFCS)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Algorithm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Algorithm</a:t>
            </a:r>
          </a:p>
          <a:p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98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 Longest Filled Common Subsequence (LFCS)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4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9F45122-928A-24B2-4A9C-8AA757AE5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05" y="1690688"/>
            <a:ext cx="8064500" cy="10922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93AD80A-4C95-BF50-DA56-B0A56D2781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90" t="60761" r="12003"/>
          <a:stretch/>
        </p:blipFill>
        <p:spPr>
          <a:xfrm>
            <a:off x="939505" y="4859337"/>
            <a:ext cx="5707913" cy="132556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4E0B5DC-1435-49D3-8A62-DC1B6B8BAB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04" r="16910" b="57801"/>
          <a:stretch/>
        </p:blipFill>
        <p:spPr>
          <a:xfrm>
            <a:off x="939505" y="2954338"/>
            <a:ext cx="4890977" cy="142557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0C2A66F-1801-4A44-736E-678233C0162B}"/>
              </a:ext>
            </a:extLst>
          </p:cNvPr>
          <p:cNvSpPr txBox="1"/>
          <p:nvPr/>
        </p:nvSpPr>
        <p:spPr>
          <a:xfrm>
            <a:off x="6602823" y="401058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LCS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089A3C0-5509-713E-0A0C-12BC53E02B73}"/>
              </a:ext>
            </a:extLst>
          </p:cNvPr>
          <p:cNvSpPr txBox="1"/>
          <p:nvPr/>
        </p:nvSpPr>
        <p:spPr>
          <a:xfrm>
            <a:off x="6647418" y="5167312"/>
            <a:ext cx="4750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LFCS.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Straight lines represent matches by alignment.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Dashed lines represent matches by insertion.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598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B71DAD6-A8CB-69C4-C958-D675AF9A0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371261"/>
            <a:ext cx="11239500" cy="28575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Match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 types of matches of a matched position of A: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match by alignment (straight lines)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match by insertion (deashed lines)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5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96FB46C-1B5B-2F0A-4C2D-99C890F4F7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90" t="60761" r="12003"/>
          <a:stretch/>
        </p:blipFill>
        <p:spPr>
          <a:xfrm>
            <a:off x="5756643" y="365125"/>
            <a:ext cx="570791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93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Approximation Algorithm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851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-algorithm does not return a filling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𝞛, but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disjoint subsets of positions of </a:t>
            </a:r>
            <a:r>
              <a:rPr kumimoji="1"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have to be matched by alignment and by insertion, respectively, by a subsequence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of a filling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𝞛.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Approx-Algorithm1</a:t>
            </a:r>
          </a:p>
          <a:p>
            <a:pPr lvl="1"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Phase1: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1,a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positions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by alignment.</a:t>
            </a:r>
          </a:p>
          <a:p>
            <a:pPr lvl="1"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Phase2: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1,i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positions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by insertion. 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=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Approx-Algorithm2</a:t>
            </a:r>
          </a:p>
          <a:p>
            <a:pPr lvl="1"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Phase1: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,i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positions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by insertion.</a:t>
            </a:r>
          </a:p>
          <a:p>
            <a:pPr lvl="1"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Phase2: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positions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A''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by alignment. 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'' =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rate : 3/5</a:t>
            </a:r>
          </a:p>
          <a:p>
            <a:pPr algn="just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5275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7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A0F3DCD-70D9-044B-102C-DEF2E7FFB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37335"/>
            <a:ext cx="9829800" cy="35814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257E499-829C-067A-B2EB-2E573AB8C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41750"/>
            <a:ext cx="5956300" cy="736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08D7A4A-E908-5F46-14F9-7A25AC4C2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52580"/>
            <a:ext cx="9169400" cy="762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800EE97-15D6-D194-B65D-A5A7F3D42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66" y="4931342"/>
            <a:ext cx="9652000" cy="6477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30EB22C-C2D8-BEBA-9711-D2213F304A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66" y="5495804"/>
            <a:ext cx="9855200" cy="6858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382775E-8C02-3BD2-9F65-4B1E9D830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6119631"/>
            <a:ext cx="59690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2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Exact Algorithm 1 (1/2)</a:t>
            </a:r>
            <a:endParaRPr kumimoji="1"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FPT algorithm for LFCS parameterized by the number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positions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by insertions.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color-coding technique.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7518F35-8503-EDF2-CA10-5A6B0242A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3429000"/>
            <a:ext cx="112903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58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Exact Algorithm 1 (2/2)</a:t>
            </a:r>
            <a:endParaRPr kumimoji="1" lang="zh-TW" altLang="en-US" sz="28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9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BC08924-CF28-EC06-EE27-129EB63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350" y="2702604"/>
            <a:ext cx="6845300" cy="16891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A858C80-DEDC-30FE-F3B4-0FCED82D9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440320"/>
            <a:ext cx="11303000" cy="11811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F36E187-AA64-ED64-3A87-647CE2ED7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472888"/>
            <a:ext cx="11239500" cy="8509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D42148A-E7CA-1C3F-333C-2215918016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5404972"/>
            <a:ext cx="112395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25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0183505-5933-7FCC-9554-45E81ADE4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0" y="6194648"/>
            <a:ext cx="11252200" cy="5461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Exact Algorithm 2 (1/2)</a:t>
            </a:r>
            <a:endParaRPr kumimoji="1"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polynomial-time algorithm for LFCS when the alphabet 𝞢 = {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kumimoji="1" lang="el-GR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...,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for some constant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10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F3708F0-4446-CA0E-D582-11E28F105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0" y="3477790"/>
            <a:ext cx="7505700" cy="27178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55EA6C9-8B17-8531-37D9-7C960BB4B1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05"/>
          <a:stretch/>
        </p:blipFill>
        <p:spPr>
          <a:xfrm>
            <a:off x="463550" y="2745973"/>
            <a:ext cx="11264900" cy="77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3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Exact Algorithm 2 (2/2)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11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3915AA8-E5E7-B1AF-72DD-7398BF4B0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690688"/>
            <a:ext cx="113284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45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hank you for listening"/>
          <p:cNvSpPr txBox="1">
            <a:spLocks noGrp="1"/>
          </p:cNvSpPr>
          <p:nvPr>
            <p:ph type="title"/>
          </p:nvPr>
        </p:nvSpPr>
        <p:spPr>
          <a:xfrm>
            <a:off x="844550" y="2857500"/>
            <a:ext cx="10502900" cy="1143000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Thank you for listening</a:t>
            </a:r>
          </a:p>
        </p:txBody>
      </p:sp>
      <p:sp>
        <p:nvSpPr>
          <p:cNvPr id="30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楊老師反饋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algorithm for LFCS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(3/5)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被低估，認為可以再更高。其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可能跟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𝞛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大小有關，但原作者證明過程中沒有特別限定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𝞛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的大小。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可以再逼近，這或許是潛在的研究對象。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舉兩個極端例子：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|𝞛| = 0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LFCS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即為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皆為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alignment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= 1</a:t>
            </a:r>
            <a:endParaRPr lang="zh-TW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|𝞛| = ∞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幾乎為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insertion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≈ 1</a:t>
            </a:r>
          </a:p>
          <a:p>
            <a:endParaRPr lang="en-US" altLang="zh-TW" dirty="0"/>
          </a:p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月提醒老師有這一題目！！！</a:t>
            </a:r>
            <a:endParaRPr kumimoji="1" lang="en-US" altLang="zh-TW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3535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黃國璽學長</a:t>
            </a:r>
            <a:r>
              <a:rPr kumimoji="1" lang="en-US" altLang="zh-TW" dirty="0"/>
              <a:t> </a:t>
            </a:r>
            <a:r>
              <a:rPr kumimoji="1" lang="zh-TW" altLang="en-US" dirty="0"/>
              <a:t>反饋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Alphabet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是固定的，例如：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，這個問題可能會變成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 + 1)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條序列的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LCS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問題。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目標完整序列，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B: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不完整序列。</a:t>
            </a:r>
          </a:p>
          <a:p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假設只有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種核酸，給定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{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ggg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ccccc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ttttttt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{4a, 3g, 5c, 7t}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。這題答案可能就是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mergedLCS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B, 4a, 3g, 5c, 7t)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當序列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一開始就給定，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Alphabet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也會跟著確定，因為只有在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之中出現過的符號才能拿來填補。這時只要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也在一開始就給定，自然就會回到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LCS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問題。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ExactAlgo1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先規定只能有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，然後從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湊一條長度為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的序列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，再進行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mergedLCS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B, X)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，時間複雜度會與所有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的數量有關。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4709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267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3232</TotalTime>
  <Words>870</Words>
  <Application>Microsoft Macintosh PowerPoint</Application>
  <PresentationFormat>寬螢幕</PresentationFormat>
  <Paragraphs>74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Arial</vt:lpstr>
      <vt:lpstr>Calibri</vt:lpstr>
      <vt:lpstr>Rockwell</vt:lpstr>
      <vt:lpstr>Times New Roman</vt:lpstr>
      <vt:lpstr>Office 佈景主題</vt:lpstr>
      <vt:lpstr>Comparing Incomplete Sequences via Longest Common Subsequence </vt:lpstr>
      <vt:lpstr>Abstract (1/2)</vt:lpstr>
      <vt:lpstr>Abstract (2/2)</vt:lpstr>
      <vt:lpstr>Outline</vt:lpstr>
      <vt:lpstr> Longest Filled Common Subsequence (LFCS)</vt:lpstr>
      <vt:lpstr>Match</vt:lpstr>
      <vt:lpstr>Approximation Algorithm</vt:lpstr>
      <vt:lpstr>PowerPoint 簡報</vt:lpstr>
      <vt:lpstr>Exact Algorithm 1 (1/2)</vt:lpstr>
      <vt:lpstr>Exact Algorithm 1 (2/2)</vt:lpstr>
      <vt:lpstr>Exact Algorithm 2 (1/2)</vt:lpstr>
      <vt:lpstr>Exact Algorithm 2 (2/2)</vt:lpstr>
      <vt:lpstr>Thank you for listening</vt:lpstr>
      <vt:lpstr>楊老師反饋</vt:lpstr>
      <vt:lpstr>黃國璽學長 反饋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Improved Algorithm for The Longest Common Subsequence Problem</dc:title>
  <dc:creator>宗霖 呂</dc:creator>
  <cp:lastModifiedBy>宗霖 呂</cp:lastModifiedBy>
  <cp:revision>12</cp:revision>
  <dcterms:created xsi:type="dcterms:W3CDTF">2021-03-28T03:57:23Z</dcterms:created>
  <dcterms:modified xsi:type="dcterms:W3CDTF">2022-07-14T11:13:24Z</dcterms:modified>
</cp:coreProperties>
</file>