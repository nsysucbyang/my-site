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8" r:id="rId3"/>
    <p:sldId id="259" r:id="rId4"/>
    <p:sldId id="261" r:id="rId5"/>
    <p:sldId id="262" r:id="rId6"/>
    <p:sldId id="264" r:id="rId7"/>
    <p:sldId id="260" r:id="rId8"/>
    <p:sldId id="263" r:id="rId9"/>
    <p:sldId id="265" r:id="rId10"/>
    <p:sldId id="266" r:id="rId11"/>
    <p:sldId id="267" r:id="rId12"/>
    <p:sldId id="269" r:id="rId13"/>
    <p:sldId id="268"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2BDA96-6829-493D-8F5C-356F60ADF1A5}" v="3" dt="2022-11-29T08:35:57.978"/>
    <p1510:client id="{85CBEC6D-822D-4EBA-8C34-F2832092FE11}" v="271" dt="2022-11-28T16:12:46.40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ng B" userId="8a6456424c5e7c38" providerId="LiveId" clId="{85CBEC6D-822D-4EBA-8C34-F2832092FE11}"/>
    <pc:docChg chg="undo custSel addSld modSld">
      <pc:chgData name="Ting B" userId="8a6456424c5e7c38" providerId="LiveId" clId="{85CBEC6D-822D-4EBA-8C34-F2832092FE11}" dt="2022-11-28T16:12:46.399" v="1485"/>
      <pc:docMkLst>
        <pc:docMk/>
      </pc:docMkLst>
      <pc:sldChg chg="modSp mod">
        <pc:chgData name="Ting B" userId="8a6456424c5e7c38" providerId="LiveId" clId="{85CBEC6D-822D-4EBA-8C34-F2832092FE11}" dt="2022-11-26T15:27:15.860" v="175" actId="20577"/>
        <pc:sldMkLst>
          <pc:docMk/>
          <pc:sldMk cId="992846163" sldId="256"/>
        </pc:sldMkLst>
        <pc:spChg chg="mod">
          <ac:chgData name="Ting B" userId="8a6456424c5e7c38" providerId="LiveId" clId="{85CBEC6D-822D-4EBA-8C34-F2832092FE11}" dt="2022-11-26T15:26:48.770" v="168" actId="1076"/>
          <ac:spMkLst>
            <pc:docMk/>
            <pc:sldMk cId="992846163" sldId="256"/>
            <ac:spMk id="2" creationId="{15143474-6387-4BE8-A4BF-0CDEA67657E1}"/>
          </ac:spMkLst>
        </pc:spChg>
        <pc:spChg chg="mod">
          <ac:chgData name="Ting B" userId="8a6456424c5e7c38" providerId="LiveId" clId="{85CBEC6D-822D-4EBA-8C34-F2832092FE11}" dt="2022-11-26T15:27:15.860" v="175" actId="20577"/>
          <ac:spMkLst>
            <pc:docMk/>
            <pc:sldMk cId="992846163" sldId="256"/>
            <ac:spMk id="3" creationId="{92B8BEBC-EA8D-40AC-8B6F-CE2FB945F54D}"/>
          </ac:spMkLst>
        </pc:spChg>
      </pc:sldChg>
      <pc:sldChg chg="modSp mod">
        <pc:chgData name="Ting B" userId="8a6456424c5e7c38" providerId="LiveId" clId="{85CBEC6D-822D-4EBA-8C34-F2832092FE11}" dt="2022-11-26T15:15:00.858" v="12" actId="6549"/>
        <pc:sldMkLst>
          <pc:docMk/>
          <pc:sldMk cId="847236665" sldId="258"/>
        </pc:sldMkLst>
        <pc:spChg chg="mod">
          <ac:chgData name="Ting B" userId="8a6456424c5e7c38" providerId="LiveId" clId="{85CBEC6D-822D-4EBA-8C34-F2832092FE11}" dt="2022-11-26T15:15:00.858" v="12" actId="6549"/>
          <ac:spMkLst>
            <pc:docMk/>
            <pc:sldMk cId="847236665" sldId="258"/>
            <ac:spMk id="3" creationId="{2FBE2A12-C9F0-4093-A018-44F05764C477}"/>
          </ac:spMkLst>
        </pc:spChg>
      </pc:sldChg>
      <pc:sldChg chg="addSp delSp modSp new mod">
        <pc:chgData name="Ting B" userId="8a6456424c5e7c38" providerId="LiveId" clId="{85CBEC6D-822D-4EBA-8C34-F2832092FE11}" dt="2022-11-27T15:29:13.297" v="319"/>
        <pc:sldMkLst>
          <pc:docMk/>
          <pc:sldMk cId="1236982839" sldId="259"/>
        </pc:sldMkLst>
        <pc:spChg chg="mod">
          <ac:chgData name="Ting B" userId="8a6456424c5e7c38" providerId="LiveId" clId="{85CBEC6D-822D-4EBA-8C34-F2832092FE11}" dt="2022-11-26T15:28:24.500" v="206" actId="20577"/>
          <ac:spMkLst>
            <pc:docMk/>
            <pc:sldMk cId="1236982839" sldId="259"/>
            <ac:spMk id="2" creationId="{8914115A-0213-C0E3-6DA2-77461F30F0D5}"/>
          </ac:spMkLst>
        </pc:spChg>
        <pc:spChg chg="del mod">
          <ac:chgData name="Ting B" userId="8a6456424c5e7c38" providerId="LiveId" clId="{85CBEC6D-822D-4EBA-8C34-F2832092FE11}" dt="2022-11-27T15:27:07.489" v="251"/>
          <ac:spMkLst>
            <pc:docMk/>
            <pc:sldMk cId="1236982839" sldId="259"/>
            <ac:spMk id="3" creationId="{5FD4A5F3-030D-AE5D-4A55-B046AF50F30B}"/>
          </ac:spMkLst>
        </pc:spChg>
        <pc:graphicFrameChg chg="add del mod modGraphic">
          <ac:chgData name="Ting B" userId="8a6456424c5e7c38" providerId="LiveId" clId="{85CBEC6D-822D-4EBA-8C34-F2832092FE11}" dt="2022-11-27T15:27:04.469" v="249" actId="21"/>
          <ac:graphicFrameMkLst>
            <pc:docMk/>
            <pc:sldMk cId="1236982839" sldId="259"/>
            <ac:graphicFrameMk id="5" creationId="{3161E395-DC60-1B91-4867-DED30FF0A431}"/>
          </ac:graphicFrameMkLst>
        </pc:graphicFrameChg>
        <pc:graphicFrameChg chg="add mod modGraphic">
          <ac:chgData name="Ting B" userId="8a6456424c5e7c38" providerId="LiveId" clId="{85CBEC6D-822D-4EBA-8C34-F2832092FE11}" dt="2022-11-27T15:29:13.297" v="319"/>
          <ac:graphicFrameMkLst>
            <pc:docMk/>
            <pc:sldMk cId="1236982839" sldId="259"/>
            <ac:graphicFrameMk id="6" creationId="{A35E2537-5D4C-C77F-84EE-52136B9064B9}"/>
          </ac:graphicFrameMkLst>
        </pc:graphicFrameChg>
      </pc:sldChg>
      <pc:sldChg chg="addSp delSp modSp new mod">
        <pc:chgData name="Ting B" userId="8a6456424c5e7c38" providerId="LiveId" clId="{85CBEC6D-822D-4EBA-8C34-F2832092FE11}" dt="2022-11-27T16:48:00.681" v="722" actId="207"/>
        <pc:sldMkLst>
          <pc:docMk/>
          <pc:sldMk cId="2221294938" sldId="260"/>
        </pc:sldMkLst>
        <pc:spChg chg="mod">
          <ac:chgData name="Ting B" userId="8a6456424c5e7c38" providerId="LiveId" clId="{85CBEC6D-822D-4EBA-8C34-F2832092FE11}" dt="2022-11-26T15:33:20.950" v="212" actId="20577"/>
          <ac:spMkLst>
            <pc:docMk/>
            <pc:sldMk cId="2221294938" sldId="260"/>
            <ac:spMk id="2" creationId="{DD18C9FE-3514-34E2-1958-67BC97665245}"/>
          </ac:spMkLst>
        </pc:spChg>
        <pc:spChg chg="del mod">
          <ac:chgData name="Ting B" userId="8a6456424c5e7c38" providerId="LiveId" clId="{85CBEC6D-822D-4EBA-8C34-F2832092FE11}" dt="2022-11-27T15:31:51.721" v="323"/>
          <ac:spMkLst>
            <pc:docMk/>
            <pc:sldMk cId="2221294938" sldId="260"/>
            <ac:spMk id="3" creationId="{7CA7070A-2B5A-AB1F-9583-24B10794554B}"/>
          </ac:spMkLst>
        </pc:spChg>
        <pc:graphicFrameChg chg="add mod modGraphic">
          <ac:chgData name="Ting B" userId="8a6456424c5e7c38" providerId="LiveId" clId="{85CBEC6D-822D-4EBA-8C34-F2832092FE11}" dt="2022-11-27T16:48:00.681" v="722" actId="207"/>
          <ac:graphicFrameMkLst>
            <pc:docMk/>
            <pc:sldMk cId="2221294938" sldId="260"/>
            <ac:graphicFrameMk id="5" creationId="{BD7C6C80-B1A0-375F-FE47-10F518952821}"/>
          </ac:graphicFrameMkLst>
        </pc:graphicFrameChg>
        <pc:graphicFrameChg chg="add del mod">
          <ac:chgData name="Ting B" userId="8a6456424c5e7c38" providerId="LiveId" clId="{85CBEC6D-822D-4EBA-8C34-F2832092FE11}" dt="2022-11-27T15:33:00.329" v="327"/>
          <ac:graphicFrameMkLst>
            <pc:docMk/>
            <pc:sldMk cId="2221294938" sldId="260"/>
            <ac:graphicFrameMk id="6" creationId="{58609B66-43E3-9417-47B2-0C444D2B7991}"/>
          </ac:graphicFrameMkLst>
        </pc:graphicFrameChg>
      </pc:sldChg>
      <pc:sldChg chg="addSp delSp modSp new mod">
        <pc:chgData name="Ting B" userId="8a6456424c5e7c38" providerId="LiveId" clId="{85CBEC6D-822D-4EBA-8C34-F2832092FE11}" dt="2022-11-27T16:35:58.689" v="460" actId="1076"/>
        <pc:sldMkLst>
          <pc:docMk/>
          <pc:sldMk cId="3139472069" sldId="261"/>
        </pc:sldMkLst>
        <pc:spChg chg="mod">
          <ac:chgData name="Ting B" userId="8a6456424c5e7c38" providerId="LiveId" clId="{85CBEC6D-822D-4EBA-8C34-F2832092FE11}" dt="2022-11-27T16:34:27.063" v="404" actId="20577"/>
          <ac:spMkLst>
            <pc:docMk/>
            <pc:sldMk cId="3139472069" sldId="261"/>
            <ac:spMk id="2" creationId="{A3155861-8998-8098-3EE2-5DA96F2025C8}"/>
          </ac:spMkLst>
        </pc:spChg>
        <pc:spChg chg="del">
          <ac:chgData name="Ting B" userId="8a6456424c5e7c38" providerId="LiveId" clId="{85CBEC6D-822D-4EBA-8C34-F2832092FE11}" dt="2022-11-27T16:33:55.963" v="372" actId="22"/>
          <ac:spMkLst>
            <pc:docMk/>
            <pc:sldMk cId="3139472069" sldId="261"/>
            <ac:spMk id="3" creationId="{0B43B1B3-30D1-9A81-D3CD-35BB25669406}"/>
          </ac:spMkLst>
        </pc:spChg>
        <pc:spChg chg="add mod">
          <ac:chgData name="Ting B" userId="8a6456424c5e7c38" providerId="LiveId" clId="{85CBEC6D-822D-4EBA-8C34-F2832092FE11}" dt="2022-11-27T16:35:58.689" v="460" actId="1076"/>
          <ac:spMkLst>
            <pc:docMk/>
            <pc:sldMk cId="3139472069" sldId="261"/>
            <ac:spMk id="7" creationId="{60D8A7F9-6F8F-C654-66BC-ACBB186533C0}"/>
          </ac:spMkLst>
        </pc:spChg>
        <pc:picChg chg="add mod ord">
          <ac:chgData name="Ting B" userId="8a6456424c5e7c38" providerId="LiveId" clId="{85CBEC6D-822D-4EBA-8C34-F2832092FE11}" dt="2022-11-27T16:35:35.469" v="456" actId="1076"/>
          <ac:picMkLst>
            <pc:docMk/>
            <pc:sldMk cId="3139472069" sldId="261"/>
            <ac:picMk id="6" creationId="{061D40AE-F70A-0138-15E7-2505CAF9C950}"/>
          </ac:picMkLst>
        </pc:picChg>
      </pc:sldChg>
      <pc:sldChg chg="addSp delSp modSp new mod">
        <pc:chgData name="Ting B" userId="8a6456424c5e7c38" providerId="LiveId" clId="{85CBEC6D-822D-4EBA-8C34-F2832092FE11}" dt="2022-11-27T16:47:24.169" v="714" actId="14100"/>
        <pc:sldMkLst>
          <pc:docMk/>
          <pc:sldMk cId="3517255496" sldId="262"/>
        </pc:sldMkLst>
        <pc:spChg chg="mod">
          <ac:chgData name="Ting B" userId="8a6456424c5e7c38" providerId="LiveId" clId="{85CBEC6D-822D-4EBA-8C34-F2832092FE11}" dt="2022-11-27T16:36:37.360" v="471" actId="20577"/>
          <ac:spMkLst>
            <pc:docMk/>
            <pc:sldMk cId="3517255496" sldId="262"/>
            <ac:spMk id="2" creationId="{8D2DD52D-45AF-5AEC-2186-3DD70E4E5561}"/>
          </ac:spMkLst>
        </pc:spChg>
        <pc:spChg chg="del">
          <ac:chgData name="Ting B" userId="8a6456424c5e7c38" providerId="LiveId" clId="{85CBEC6D-822D-4EBA-8C34-F2832092FE11}" dt="2022-11-27T16:36:47.863" v="472" actId="3680"/>
          <ac:spMkLst>
            <pc:docMk/>
            <pc:sldMk cId="3517255496" sldId="262"/>
            <ac:spMk id="3" creationId="{2F5850D2-4CC4-1098-0A8A-A12550626153}"/>
          </ac:spMkLst>
        </pc:spChg>
        <pc:spChg chg="add mod">
          <ac:chgData name="Ting B" userId="8a6456424c5e7c38" providerId="LiveId" clId="{85CBEC6D-822D-4EBA-8C34-F2832092FE11}" dt="2022-11-27T16:47:24.169" v="714" actId="14100"/>
          <ac:spMkLst>
            <pc:docMk/>
            <pc:sldMk cId="3517255496" sldId="262"/>
            <ac:spMk id="6" creationId="{596FD975-C349-D791-AF85-9811FB193DA3}"/>
          </ac:spMkLst>
        </pc:spChg>
        <pc:spChg chg="add mod">
          <ac:chgData name="Ting B" userId="8a6456424c5e7c38" providerId="LiveId" clId="{85CBEC6D-822D-4EBA-8C34-F2832092FE11}" dt="2022-11-27T16:45:45.811" v="699" actId="207"/>
          <ac:spMkLst>
            <pc:docMk/>
            <pc:sldMk cId="3517255496" sldId="262"/>
            <ac:spMk id="7" creationId="{3FC79C98-544B-EC06-B80A-E5284C96E6DE}"/>
          </ac:spMkLst>
        </pc:spChg>
        <pc:graphicFrameChg chg="add mod ord modGraphic">
          <ac:chgData name="Ting B" userId="8a6456424c5e7c38" providerId="LiveId" clId="{85CBEC6D-822D-4EBA-8C34-F2832092FE11}" dt="2022-11-27T16:43:45.828" v="611"/>
          <ac:graphicFrameMkLst>
            <pc:docMk/>
            <pc:sldMk cId="3517255496" sldId="262"/>
            <ac:graphicFrameMk id="5" creationId="{EB98A5DF-73AE-EFA9-6618-10449FEEF0A7}"/>
          </ac:graphicFrameMkLst>
        </pc:graphicFrameChg>
      </pc:sldChg>
      <pc:sldChg chg="addSp delSp modSp new mod">
        <pc:chgData name="Ting B" userId="8a6456424c5e7c38" providerId="LiveId" clId="{85CBEC6D-822D-4EBA-8C34-F2832092FE11}" dt="2022-11-28T15:22:01.608" v="911" actId="20577"/>
        <pc:sldMkLst>
          <pc:docMk/>
          <pc:sldMk cId="3095038479" sldId="263"/>
        </pc:sldMkLst>
        <pc:spChg chg="mod">
          <ac:chgData name="Ting B" userId="8a6456424c5e7c38" providerId="LiveId" clId="{85CBEC6D-822D-4EBA-8C34-F2832092FE11}" dt="2022-11-28T15:22:01.608" v="911" actId="20577"/>
          <ac:spMkLst>
            <pc:docMk/>
            <pc:sldMk cId="3095038479" sldId="263"/>
            <ac:spMk id="2" creationId="{7DD6E5D6-4724-6D52-17C6-5A3A09D3762C}"/>
          </ac:spMkLst>
        </pc:spChg>
        <pc:spChg chg="del">
          <ac:chgData name="Ting B" userId="8a6456424c5e7c38" providerId="LiveId" clId="{85CBEC6D-822D-4EBA-8C34-F2832092FE11}" dt="2022-11-28T15:21:21.143" v="867" actId="22"/>
          <ac:spMkLst>
            <pc:docMk/>
            <pc:sldMk cId="3095038479" sldId="263"/>
            <ac:spMk id="3" creationId="{21388CED-66E9-865B-1F95-910228240F5D}"/>
          </ac:spMkLst>
        </pc:spChg>
        <pc:picChg chg="add mod ord">
          <ac:chgData name="Ting B" userId="8a6456424c5e7c38" providerId="LiveId" clId="{85CBEC6D-822D-4EBA-8C34-F2832092FE11}" dt="2022-11-28T15:21:21.143" v="867" actId="22"/>
          <ac:picMkLst>
            <pc:docMk/>
            <pc:sldMk cId="3095038479" sldId="263"/>
            <ac:picMk id="6" creationId="{3E6EC5EC-CEB3-DA19-83BF-6B0790E11ED9}"/>
          </ac:picMkLst>
        </pc:picChg>
      </pc:sldChg>
      <pc:sldChg chg="addSp delSp modSp new mod">
        <pc:chgData name="Ting B" userId="8a6456424c5e7c38" providerId="LiveId" clId="{85CBEC6D-822D-4EBA-8C34-F2832092FE11}" dt="2022-11-28T15:01:08.606" v="866" actId="1076"/>
        <pc:sldMkLst>
          <pc:docMk/>
          <pc:sldMk cId="1919697085" sldId="264"/>
        </pc:sldMkLst>
        <pc:spChg chg="mod">
          <ac:chgData name="Ting B" userId="8a6456424c5e7c38" providerId="LiveId" clId="{85CBEC6D-822D-4EBA-8C34-F2832092FE11}" dt="2022-11-27T17:38:14.150" v="724"/>
          <ac:spMkLst>
            <pc:docMk/>
            <pc:sldMk cId="1919697085" sldId="264"/>
            <ac:spMk id="2" creationId="{764DF8B1-CCE9-42D7-FAF6-B5CD0F3E5C42}"/>
          </ac:spMkLst>
        </pc:spChg>
        <pc:spChg chg="del mod">
          <ac:chgData name="Ting B" userId="8a6456424c5e7c38" providerId="LiveId" clId="{85CBEC6D-822D-4EBA-8C34-F2832092FE11}" dt="2022-11-28T14:46:05.253" v="727"/>
          <ac:spMkLst>
            <pc:docMk/>
            <pc:sldMk cId="1919697085" sldId="264"/>
            <ac:spMk id="3" creationId="{4F417F19-ACC8-B644-6E8B-A76AB0A784FD}"/>
          </ac:spMkLst>
        </pc:spChg>
        <pc:spChg chg="add mod">
          <ac:chgData name="Ting B" userId="8a6456424c5e7c38" providerId="LiveId" clId="{85CBEC6D-822D-4EBA-8C34-F2832092FE11}" dt="2022-11-28T14:56:34.905" v="831" actId="12789"/>
          <ac:spMkLst>
            <pc:docMk/>
            <pc:sldMk cId="1919697085" sldId="264"/>
            <ac:spMk id="8" creationId="{7339BF6E-E989-0C5D-E718-1BA8917DB84B}"/>
          </ac:spMkLst>
        </pc:spChg>
        <pc:spChg chg="add mod">
          <ac:chgData name="Ting B" userId="8a6456424c5e7c38" providerId="LiveId" clId="{85CBEC6D-822D-4EBA-8C34-F2832092FE11}" dt="2022-11-28T15:00:57.676" v="865" actId="1076"/>
          <ac:spMkLst>
            <pc:docMk/>
            <pc:sldMk cId="1919697085" sldId="264"/>
            <ac:spMk id="11" creationId="{55ED4B24-FD6D-059B-7993-8DCD8C327608}"/>
          </ac:spMkLst>
        </pc:spChg>
        <pc:graphicFrameChg chg="add mod modGraphic">
          <ac:chgData name="Ting B" userId="8a6456424c5e7c38" providerId="LiveId" clId="{85CBEC6D-822D-4EBA-8C34-F2832092FE11}" dt="2022-11-28T14:57:01.329" v="834" actId="1076"/>
          <ac:graphicFrameMkLst>
            <pc:docMk/>
            <pc:sldMk cId="1919697085" sldId="264"/>
            <ac:graphicFrameMk id="5" creationId="{4F8F24F5-26CB-5ACF-24F3-ED379F10B42F}"/>
          </ac:graphicFrameMkLst>
        </pc:graphicFrameChg>
        <pc:graphicFrameChg chg="add del mod modGraphic">
          <ac:chgData name="Ting B" userId="8a6456424c5e7c38" providerId="LiveId" clId="{85CBEC6D-822D-4EBA-8C34-F2832092FE11}" dt="2022-11-28T14:49:08.972" v="765" actId="478"/>
          <ac:graphicFrameMkLst>
            <pc:docMk/>
            <pc:sldMk cId="1919697085" sldId="264"/>
            <ac:graphicFrameMk id="6" creationId="{BD2C85AD-5289-8A75-54EF-9463D24E20EF}"/>
          </ac:graphicFrameMkLst>
        </pc:graphicFrameChg>
        <pc:graphicFrameChg chg="add mod modGraphic">
          <ac:chgData name="Ting B" userId="8a6456424c5e7c38" providerId="LiveId" clId="{85CBEC6D-822D-4EBA-8C34-F2832092FE11}" dt="2022-11-28T14:56:34.905" v="831" actId="12789"/>
          <ac:graphicFrameMkLst>
            <pc:docMk/>
            <pc:sldMk cId="1919697085" sldId="264"/>
            <ac:graphicFrameMk id="7" creationId="{16630F0B-FF5E-3C65-89F8-5E84C6778FAC}"/>
          </ac:graphicFrameMkLst>
        </pc:graphicFrameChg>
        <pc:graphicFrameChg chg="add mod modGraphic">
          <ac:chgData name="Ting B" userId="8a6456424c5e7c38" providerId="LiveId" clId="{85CBEC6D-822D-4EBA-8C34-F2832092FE11}" dt="2022-11-28T14:56:52.433" v="833" actId="14100"/>
          <ac:graphicFrameMkLst>
            <pc:docMk/>
            <pc:sldMk cId="1919697085" sldId="264"/>
            <ac:graphicFrameMk id="9" creationId="{00530981-2668-78EC-B730-4C3B3B94F5E4}"/>
          </ac:graphicFrameMkLst>
        </pc:graphicFrameChg>
        <pc:graphicFrameChg chg="add mod modGraphic">
          <ac:chgData name="Ting B" userId="8a6456424c5e7c38" providerId="LiveId" clId="{85CBEC6D-822D-4EBA-8C34-F2832092FE11}" dt="2022-11-28T15:00:38.284" v="864"/>
          <ac:graphicFrameMkLst>
            <pc:docMk/>
            <pc:sldMk cId="1919697085" sldId="264"/>
            <ac:graphicFrameMk id="10" creationId="{65242052-543F-603F-AB00-7DB547B0B58B}"/>
          </ac:graphicFrameMkLst>
        </pc:graphicFrameChg>
        <pc:graphicFrameChg chg="add mod modGraphic">
          <ac:chgData name="Ting B" userId="8a6456424c5e7c38" providerId="LiveId" clId="{85CBEC6D-822D-4EBA-8C34-F2832092FE11}" dt="2022-11-28T15:01:08.606" v="866" actId="1076"/>
          <ac:graphicFrameMkLst>
            <pc:docMk/>
            <pc:sldMk cId="1919697085" sldId="264"/>
            <ac:graphicFrameMk id="12" creationId="{5AC9551F-D52D-D673-DFF1-5037964A93D7}"/>
          </ac:graphicFrameMkLst>
        </pc:graphicFrameChg>
      </pc:sldChg>
      <pc:sldChg chg="addSp delSp modSp new mod">
        <pc:chgData name="Ting B" userId="8a6456424c5e7c38" providerId="LiveId" clId="{85CBEC6D-822D-4EBA-8C34-F2832092FE11}" dt="2022-11-28T15:22:50.130" v="919" actId="22"/>
        <pc:sldMkLst>
          <pc:docMk/>
          <pc:sldMk cId="1134387898" sldId="265"/>
        </pc:sldMkLst>
        <pc:spChg chg="mod">
          <ac:chgData name="Ting B" userId="8a6456424c5e7c38" providerId="LiveId" clId="{85CBEC6D-822D-4EBA-8C34-F2832092FE11}" dt="2022-11-28T15:21:51.282" v="907" actId="20577"/>
          <ac:spMkLst>
            <pc:docMk/>
            <pc:sldMk cId="1134387898" sldId="265"/>
            <ac:spMk id="2" creationId="{6B5A39A0-6B77-EA36-1566-D7D4A43557ED}"/>
          </ac:spMkLst>
        </pc:spChg>
        <pc:spChg chg="del">
          <ac:chgData name="Ting B" userId="8a6456424c5e7c38" providerId="LiveId" clId="{85CBEC6D-822D-4EBA-8C34-F2832092FE11}" dt="2022-11-28T15:22:50.130" v="919" actId="22"/>
          <ac:spMkLst>
            <pc:docMk/>
            <pc:sldMk cId="1134387898" sldId="265"/>
            <ac:spMk id="3" creationId="{82F2BF5D-7010-9FE5-133D-48C9F606B84B}"/>
          </ac:spMkLst>
        </pc:spChg>
        <pc:picChg chg="add del">
          <ac:chgData name="Ting B" userId="8a6456424c5e7c38" providerId="LiveId" clId="{85CBEC6D-822D-4EBA-8C34-F2832092FE11}" dt="2022-11-28T15:21:40.058" v="896" actId="22"/>
          <ac:picMkLst>
            <pc:docMk/>
            <pc:sldMk cId="1134387898" sldId="265"/>
            <ac:picMk id="6" creationId="{0F8165F2-7453-E330-47F8-7DD032BB8185}"/>
          </ac:picMkLst>
        </pc:picChg>
        <pc:picChg chg="add mod ord">
          <ac:chgData name="Ting B" userId="8a6456424c5e7c38" providerId="LiveId" clId="{85CBEC6D-822D-4EBA-8C34-F2832092FE11}" dt="2022-11-28T15:22:50.130" v="919" actId="22"/>
          <ac:picMkLst>
            <pc:docMk/>
            <pc:sldMk cId="1134387898" sldId="265"/>
            <ac:picMk id="8" creationId="{6A0AE3AD-2955-2ED9-643C-00A51E0FD3FD}"/>
          </ac:picMkLst>
        </pc:picChg>
      </pc:sldChg>
      <pc:sldChg chg="addSp delSp modSp new mod">
        <pc:chgData name="Ting B" userId="8a6456424c5e7c38" providerId="LiveId" clId="{85CBEC6D-822D-4EBA-8C34-F2832092FE11}" dt="2022-11-28T15:23:12.081" v="920" actId="22"/>
        <pc:sldMkLst>
          <pc:docMk/>
          <pc:sldMk cId="828046800" sldId="266"/>
        </pc:sldMkLst>
        <pc:spChg chg="mod">
          <ac:chgData name="Ting B" userId="8a6456424c5e7c38" providerId="LiveId" clId="{85CBEC6D-822D-4EBA-8C34-F2832092FE11}" dt="2022-11-28T15:22:08.505" v="914" actId="20577"/>
          <ac:spMkLst>
            <pc:docMk/>
            <pc:sldMk cId="828046800" sldId="266"/>
            <ac:spMk id="2" creationId="{66A06643-0677-97A6-4B87-5835A56F0FA6}"/>
          </ac:spMkLst>
        </pc:spChg>
        <pc:spChg chg="del">
          <ac:chgData name="Ting B" userId="8a6456424c5e7c38" providerId="LiveId" clId="{85CBEC6D-822D-4EBA-8C34-F2832092FE11}" dt="2022-11-28T15:23:12.081" v="920" actId="22"/>
          <ac:spMkLst>
            <pc:docMk/>
            <pc:sldMk cId="828046800" sldId="266"/>
            <ac:spMk id="3" creationId="{1570BB94-A3F2-11F9-4326-26CF73C6D862}"/>
          </ac:spMkLst>
        </pc:spChg>
        <pc:picChg chg="add mod ord">
          <ac:chgData name="Ting B" userId="8a6456424c5e7c38" providerId="LiveId" clId="{85CBEC6D-822D-4EBA-8C34-F2832092FE11}" dt="2022-11-28T15:23:12.081" v="920" actId="22"/>
          <ac:picMkLst>
            <pc:docMk/>
            <pc:sldMk cId="828046800" sldId="266"/>
            <ac:picMk id="6" creationId="{FD9745AC-AA35-40A6-F1C3-3E47FE64101D}"/>
          </ac:picMkLst>
        </pc:picChg>
      </pc:sldChg>
      <pc:sldChg chg="addSp delSp modSp new mod">
        <pc:chgData name="Ting B" userId="8a6456424c5e7c38" providerId="LiveId" clId="{85CBEC6D-822D-4EBA-8C34-F2832092FE11}" dt="2022-11-28T15:23:25.528" v="921" actId="22"/>
        <pc:sldMkLst>
          <pc:docMk/>
          <pc:sldMk cId="2691305463" sldId="267"/>
        </pc:sldMkLst>
        <pc:spChg chg="mod">
          <ac:chgData name="Ting B" userId="8a6456424c5e7c38" providerId="LiveId" clId="{85CBEC6D-822D-4EBA-8C34-F2832092FE11}" dt="2022-11-28T15:22:13.915" v="918" actId="20577"/>
          <ac:spMkLst>
            <pc:docMk/>
            <pc:sldMk cId="2691305463" sldId="267"/>
            <ac:spMk id="2" creationId="{9CAD2AE5-DA16-BABA-8F8A-3FF8B8626FA0}"/>
          </ac:spMkLst>
        </pc:spChg>
        <pc:spChg chg="del">
          <ac:chgData name="Ting B" userId="8a6456424c5e7c38" providerId="LiveId" clId="{85CBEC6D-822D-4EBA-8C34-F2832092FE11}" dt="2022-11-28T15:23:25.528" v="921" actId="22"/>
          <ac:spMkLst>
            <pc:docMk/>
            <pc:sldMk cId="2691305463" sldId="267"/>
            <ac:spMk id="3" creationId="{69165DD3-3EDD-53F0-7A5C-58E959DC2C43}"/>
          </ac:spMkLst>
        </pc:spChg>
        <pc:picChg chg="add mod ord">
          <ac:chgData name="Ting B" userId="8a6456424c5e7c38" providerId="LiveId" clId="{85CBEC6D-822D-4EBA-8C34-F2832092FE11}" dt="2022-11-28T15:23:25.528" v="921" actId="22"/>
          <ac:picMkLst>
            <pc:docMk/>
            <pc:sldMk cId="2691305463" sldId="267"/>
            <ac:picMk id="6" creationId="{634AF0FB-7D59-8450-6C24-27094C42D3BC}"/>
          </ac:picMkLst>
        </pc:picChg>
      </pc:sldChg>
      <pc:sldChg chg="modSp new mod">
        <pc:chgData name="Ting B" userId="8a6456424c5e7c38" providerId="LiveId" clId="{85CBEC6D-822D-4EBA-8C34-F2832092FE11}" dt="2022-11-28T16:12:46.399" v="1485"/>
        <pc:sldMkLst>
          <pc:docMk/>
          <pc:sldMk cId="3684138165" sldId="268"/>
        </pc:sldMkLst>
        <pc:spChg chg="mod">
          <ac:chgData name="Ting B" userId="8a6456424c5e7c38" providerId="LiveId" clId="{85CBEC6D-822D-4EBA-8C34-F2832092FE11}" dt="2022-11-28T15:24:23.213" v="938" actId="20577"/>
          <ac:spMkLst>
            <pc:docMk/>
            <pc:sldMk cId="3684138165" sldId="268"/>
            <ac:spMk id="2" creationId="{E6E2D800-6A3D-B398-EB8A-0D8B360654E9}"/>
          </ac:spMkLst>
        </pc:spChg>
        <pc:spChg chg="mod">
          <ac:chgData name="Ting B" userId="8a6456424c5e7c38" providerId="LiveId" clId="{85CBEC6D-822D-4EBA-8C34-F2832092FE11}" dt="2022-11-28T16:12:46.399" v="1485"/>
          <ac:spMkLst>
            <pc:docMk/>
            <pc:sldMk cId="3684138165" sldId="268"/>
            <ac:spMk id="3" creationId="{45513DAA-1038-D4BF-F404-206CA7B45018}"/>
          </ac:spMkLst>
        </pc:spChg>
      </pc:sldChg>
      <pc:sldChg chg="addSp delSp modSp new mod">
        <pc:chgData name="Ting B" userId="8a6456424c5e7c38" providerId="LiveId" clId="{85CBEC6D-822D-4EBA-8C34-F2832092FE11}" dt="2022-11-28T16:11:44.502" v="1403" actId="1076"/>
        <pc:sldMkLst>
          <pc:docMk/>
          <pc:sldMk cId="1373677143" sldId="269"/>
        </pc:sldMkLst>
        <pc:spChg chg="mod">
          <ac:chgData name="Ting B" userId="8a6456424c5e7c38" providerId="LiveId" clId="{85CBEC6D-822D-4EBA-8C34-F2832092FE11}" dt="2022-11-28T16:08:52.853" v="1341" actId="20577"/>
          <ac:spMkLst>
            <pc:docMk/>
            <pc:sldMk cId="1373677143" sldId="269"/>
            <ac:spMk id="2" creationId="{260E0B00-BA6C-2C86-CFE0-2ACFDF586F33}"/>
          </ac:spMkLst>
        </pc:spChg>
        <pc:spChg chg="del">
          <ac:chgData name="Ting B" userId="8a6456424c5e7c38" providerId="LiveId" clId="{85CBEC6D-822D-4EBA-8C34-F2832092FE11}" dt="2022-11-28T16:09:05.967" v="1342" actId="3680"/>
          <ac:spMkLst>
            <pc:docMk/>
            <pc:sldMk cId="1373677143" sldId="269"/>
            <ac:spMk id="3" creationId="{EDACA8C8-0D10-06F3-8F73-DFC4523EB345}"/>
          </ac:spMkLst>
        </pc:spChg>
        <pc:spChg chg="add mod">
          <ac:chgData name="Ting B" userId="8a6456424c5e7c38" providerId="LiveId" clId="{85CBEC6D-822D-4EBA-8C34-F2832092FE11}" dt="2022-11-28T16:11:44.502" v="1403" actId="1076"/>
          <ac:spMkLst>
            <pc:docMk/>
            <pc:sldMk cId="1373677143" sldId="269"/>
            <ac:spMk id="6" creationId="{97A71348-7D5F-2562-DCDD-710B4487BBEC}"/>
          </ac:spMkLst>
        </pc:spChg>
        <pc:spChg chg="add mod">
          <ac:chgData name="Ting B" userId="8a6456424c5e7c38" providerId="LiveId" clId="{85CBEC6D-822D-4EBA-8C34-F2832092FE11}" dt="2022-11-28T16:11:32.144" v="1402" actId="196"/>
          <ac:spMkLst>
            <pc:docMk/>
            <pc:sldMk cId="1373677143" sldId="269"/>
            <ac:spMk id="7" creationId="{141DF2D6-4404-3ED6-0B8C-93440C373F78}"/>
          </ac:spMkLst>
        </pc:spChg>
        <pc:graphicFrameChg chg="add mod ord modGraphic">
          <ac:chgData name="Ting B" userId="8a6456424c5e7c38" providerId="LiveId" clId="{85CBEC6D-822D-4EBA-8C34-F2832092FE11}" dt="2022-11-28T16:10:45.291" v="1393" actId="207"/>
          <ac:graphicFrameMkLst>
            <pc:docMk/>
            <pc:sldMk cId="1373677143" sldId="269"/>
            <ac:graphicFrameMk id="5" creationId="{1D1EDB6D-4E6F-6DA9-4A60-E3A17C0FCC30}"/>
          </ac:graphicFrameMkLst>
        </pc:graphicFrameChg>
      </pc:sldChg>
    </pc:docChg>
  </pc:docChgLst>
  <pc:docChgLst>
    <pc:chgData name="Ting B" userId="8a6456424c5e7c38" providerId="LiveId" clId="{732BDA96-6829-493D-8F5C-356F60ADF1A5}"/>
    <pc:docChg chg="modSld">
      <pc:chgData name="Ting B" userId="8a6456424c5e7c38" providerId="LiveId" clId="{732BDA96-6829-493D-8F5C-356F60ADF1A5}" dt="2022-11-29T09:49:11.271" v="29" actId="20577"/>
      <pc:docMkLst>
        <pc:docMk/>
      </pc:docMkLst>
      <pc:sldChg chg="addSp modSp mod">
        <pc:chgData name="Ting B" userId="8a6456424c5e7c38" providerId="LiveId" clId="{732BDA96-6829-493D-8F5C-356F60ADF1A5}" dt="2022-11-29T08:36:19.029" v="23" actId="14100"/>
        <pc:sldMkLst>
          <pc:docMk/>
          <pc:sldMk cId="3095038479" sldId="263"/>
        </pc:sldMkLst>
        <pc:spChg chg="add mod">
          <ac:chgData name="Ting B" userId="8a6456424c5e7c38" providerId="LiveId" clId="{732BDA96-6829-493D-8F5C-356F60ADF1A5}" dt="2022-11-29T08:35:22.987" v="7" actId="14100"/>
          <ac:spMkLst>
            <pc:docMk/>
            <pc:sldMk cId="3095038479" sldId="263"/>
            <ac:spMk id="3" creationId="{6B183DF6-DFF4-D50E-3AEB-B8E61CB9FE08}"/>
          </ac:spMkLst>
        </pc:spChg>
        <pc:spChg chg="add mod">
          <ac:chgData name="Ting B" userId="8a6456424c5e7c38" providerId="LiveId" clId="{732BDA96-6829-493D-8F5C-356F60ADF1A5}" dt="2022-11-29T08:36:19.029" v="23" actId="14100"/>
          <ac:spMkLst>
            <pc:docMk/>
            <pc:sldMk cId="3095038479" sldId="263"/>
            <ac:spMk id="5" creationId="{0B13BDDE-DB9F-7E76-1C7B-9A9BD375A240}"/>
          </ac:spMkLst>
        </pc:spChg>
      </pc:sldChg>
      <pc:sldChg chg="modSp mod">
        <pc:chgData name="Ting B" userId="8a6456424c5e7c38" providerId="LiveId" clId="{732BDA96-6829-493D-8F5C-356F60ADF1A5}" dt="2022-11-29T09:49:11.271" v="29" actId="20577"/>
        <pc:sldMkLst>
          <pc:docMk/>
          <pc:sldMk cId="3684138165" sldId="268"/>
        </pc:sldMkLst>
        <pc:spChg chg="mod">
          <ac:chgData name="Ting B" userId="8a6456424c5e7c38" providerId="LiveId" clId="{732BDA96-6829-493D-8F5C-356F60ADF1A5}" dt="2022-11-29T09:49:11.271" v="29" actId="20577"/>
          <ac:spMkLst>
            <pc:docMk/>
            <pc:sldMk cId="3684138165" sldId="268"/>
            <ac:spMk id="3" creationId="{45513DAA-1038-D4BF-F404-206CA7B4501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E71A6C-2C44-478D-971D-C6B8D23831BB}" type="datetimeFigureOut">
              <a:rPr lang="zh-TW" altLang="en-US" smtClean="0"/>
              <a:t>2022/11/29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8E3AD-4DDF-46F0-847C-9E019181D1BB}" type="slidenum">
              <a:rPr lang="zh-TW" altLang="en-US" smtClean="0"/>
              <a:t>‹#›</a:t>
            </a:fld>
            <a:endParaRPr lang="zh-TW" altLang="en-US"/>
          </a:p>
        </p:txBody>
      </p:sp>
    </p:spTree>
    <p:extLst>
      <p:ext uri="{BB962C8B-B14F-4D97-AF65-F5344CB8AC3E}">
        <p14:creationId xmlns:p14="http://schemas.microsoft.com/office/powerpoint/2010/main" val="94439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5F9860-E560-416D-9431-5E47F324406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dirty="0"/>
              <a:t>按一下以編輯母片標題樣式</a:t>
            </a:r>
          </a:p>
        </p:txBody>
      </p:sp>
      <p:sp>
        <p:nvSpPr>
          <p:cNvPr id="3" name="副標題 2">
            <a:extLst>
              <a:ext uri="{FF2B5EF4-FFF2-40B4-BE49-F238E27FC236}">
                <a16:creationId xmlns:a16="http://schemas.microsoft.com/office/drawing/2014/main" id="{59134497-E75B-48A4-91DD-EA0D8766ED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D7863F84-58C6-42BD-8450-BB1EF0A0CAB5}"/>
              </a:ext>
            </a:extLst>
          </p:cNvPr>
          <p:cNvSpPr>
            <a:spLocks noGrp="1"/>
          </p:cNvSpPr>
          <p:nvPr>
            <p:ph type="dt" sz="half" idx="10"/>
          </p:nvPr>
        </p:nvSpPr>
        <p:spPr/>
        <p:txBody>
          <a:bodyPr/>
          <a:lstStyle/>
          <a:p>
            <a:fld id="{21B4348C-36CF-493F-87A0-F09F5C79557B}"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98432305-1513-4FF2-B137-EE8BE60701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A45DE15-CC67-477E-9512-252BB1C19B01}"/>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512610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0FF7CE-2933-4750-A85D-DACE9F916DBC}"/>
              </a:ext>
            </a:extLst>
          </p:cNvPr>
          <p:cNvSpPr>
            <a:spLocks noGrp="1"/>
          </p:cNvSpPr>
          <p:nvPr>
            <p:ph type="title"/>
          </p:nvPr>
        </p:nvSpPr>
        <p:spPr/>
        <p:txBody>
          <a:body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F3F8675F-A7F4-411C-87FE-AF53DB2321FB}"/>
              </a:ext>
            </a:extLst>
          </p:cNvPr>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74D891A1-BED0-4372-94A4-FAEA0FDB1AB8}"/>
              </a:ext>
            </a:extLst>
          </p:cNvPr>
          <p:cNvSpPr>
            <a:spLocks noGrp="1"/>
          </p:cNvSpPr>
          <p:nvPr>
            <p:ph type="dt" sz="half" idx="10"/>
          </p:nvPr>
        </p:nvSpPr>
        <p:spPr/>
        <p:txBody>
          <a:bodyPr/>
          <a:lstStyle/>
          <a:p>
            <a:fld id="{9D8D1CB8-68CC-40D0-8B95-D3C3A7ADB4E8}"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5ADB4587-43E1-4B31-85FA-4F512D06B04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E62905B-D2C7-4BB5-A1C0-9C466C3C3381}"/>
              </a:ext>
            </a:extLst>
          </p:cNvPr>
          <p:cNvSpPr>
            <a:spLocks noGrp="1"/>
          </p:cNvSpPr>
          <p:nvPr>
            <p:ph type="sldNum" sz="quarter" idx="12"/>
          </p:nvPr>
        </p:nvSpPr>
        <p:spPr/>
        <p:txBody>
          <a:bodyPr/>
          <a:lstStyle>
            <a:lvl1pPr>
              <a:defRPr sz="2400">
                <a:latin typeface="源流明體 M" panose="02020500000000000000" pitchFamily="18" charset="-120"/>
                <a:ea typeface="源流明體 M" panose="02020500000000000000" pitchFamily="18" charset="-120"/>
              </a:defRPr>
            </a:lvl1pPr>
          </a:lstStyle>
          <a:p>
            <a:fld id="{4CD2C34A-D3D3-4A9B-8692-9279E332F0C9}" type="slidenum">
              <a:rPr lang="zh-TW" altLang="en-US" smtClean="0"/>
              <a:pPr/>
              <a:t>‹#›</a:t>
            </a:fld>
            <a:endParaRPr lang="zh-TW" altLang="en-US" dirty="0"/>
          </a:p>
        </p:txBody>
      </p:sp>
    </p:spTree>
    <p:extLst>
      <p:ext uri="{BB962C8B-B14F-4D97-AF65-F5344CB8AC3E}">
        <p14:creationId xmlns:p14="http://schemas.microsoft.com/office/powerpoint/2010/main" val="75470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CA837B-11EB-4BCD-BB75-016BDBC72001}"/>
              </a:ext>
            </a:extLst>
          </p:cNvPr>
          <p:cNvSpPr>
            <a:spLocks noGrp="1"/>
          </p:cNvSpPr>
          <p:nvPr>
            <p:ph type="title"/>
          </p:nvPr>
        </p:nvSpPr>
        <p:spPr>
          <a:xfrm>
            <a:off x="831850" y="1709738"/>
            <a:ext cx="10515600" cy="2852737"/>
          </a:xfrm>
        </p:spPr>
        <p:txBody>
          <a:bodyPr anchor="b"/>
          <a:lstStyle>
            <a:lvl1pPr>
              <a:defRPr sz="6000"/>
            </a:lvl1p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601CEDA6-E03F-4FC9-9AE0-3165E22F83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按一下以編輯母片文字樣式</a:t>
            </a:r>
          </a:p>
        </p:txBody>
      </p:sp>
      <p:sp>
        <p:nvSpPr>
          <p:cNvPr id="4" name="日期版面配置區 3">
            <a:extLst>
              <a:ext uri="{FF2B5EF4-FFF2-40B4-BE49-F238E27FC236}">
                <a16:creationId xmlns:a16="http://schemas.microsoft.com/office/drawing/2014/main" id="{00B5DA1D-6AE9-48E7-B940-0B03E7173D24}"/>
              </a:ext>
            </a:extLst>
          </p:cNvPr>
          <p:cNvSpPr>
            <a:spLocks noGrp="1"/>
          </p:cNvSpPr>
          <p:nvPr>
            <p:ph type="dt" sz="half" idx="10"/>
          </p:nvPr>
        </p:nvSpPr>
        <p:spPr/>
        <p:txBody>
          <a:bodyPr/>
          <a:lstStyle/>
          <a:p>
            <a:fld id="{5E79369E-9364-4DE1-B777-922645A66F1A}"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69AA8402-DA28-4A1A-A558-D9347B92172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39B33D7-3156-4125-A854-05E2F5EC21C9}"/>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03013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2D9AB-19FC-4A41-8B16-512340B33FF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427EFF3-6358-445E-AB7A-1BC735609739}"/>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60E9C49-7EE0-48B3-B571-72D3290F103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3F1A1EF6-39FE-482A-8143-781B6CB2E38E}"/>
              </a:ext>
            </a:extLst>
          </p:cNvPr>
          <p:cNvSpPr>
            <a:spLocks noGrp="1"/>
          </p:cNvSpPr>
          <p:nvPr>
            <p:ph type="dt" sz="half" idx="10"/>
          </p:nvPr>
        </p:nvSpPr>
        <p:spPr/>
        <p:txBody>
          <a:bodyPr/>
          <a:lstStyle/>
          <a:p>
            <a:fld id="{1551FF31-668F-4AB9-96F0-D30DF02CF383}" type="datetime1">
              <a:rPr lang="zh-TW" altLang="en-US" smtClean="0"/>
              <a:t>2022/11/29</a:t>
            </a:fld>
            <a:endParaRPr lang="zh-TW" altLang="en-US"/>
          </a:p>
        </p:txBody>
      </p:sp>
      <p:sp>
        <p:nvSpPr>
          <p:cNvPr id="6" name="頁尾版面配置區 5">
            <a:extLst>
              <a:ext uri="{FF2B5EF4-FFF2-40B4-BE49-F238E27FC236}">
                <a16:creationId xmlns:a16="http://schemas.microsoft.com/office/drawing/2014/main" id="{589D48EB-695D-48D5-972D-703BA95FA53C}"/>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DEBC84-B4B2-48A5-9453-4968DF6013A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63530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364652-1B77-4696-A668-DE346840B3F0}"/>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5EA96D6-19BA-4F0C-9D27-5E3C912623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6DD1974A-B943-4208-8541-2CC976952B9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7F423B03-A8AF-4A4A-8E8F-F37A0EC21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68F243B-B7F9-4BFF-961C-9D0B9CDCABF6}"/>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7FF30C15-CFD8-4836-816C-2F7AD002FCA8}"/>
              </a:ext>
            </a:extLst>
          </p:cNvPr>
          <p:cNvSpPr>
            <a:spLocks noGrp="1"/>
          </p:cNvSpPr>
          <p:nvPr>
            <p:ph type="dt" sz="half" idx="10"/>
          </p:nvPr>
        </p:nvSpPr>
        <p:spPr/>
        <p:txBody>
          <a:bodyPr/>
          <a:lstStyle/>
          <a:p>
            <a:fld id="{5015F927-1548-411C-9F0A-7E2338821FD2}" type="datetime1">
              <a:rPr lang="zh-TW" altLang="en-US" smtClean="0"/>
              <a:t>2022/11/29</a:t>
            </a:fld>
            <a:endParaRPr lang="zh-TW" altLang="en-US"/>
          </a:p>
        </p:txBody>
      </p:sp>
      <p:sp>
        <p:nvSpPr>
          <p:cNvPr id="8" name="頁尾版面配置區 7">
            <a:extLst>
              <a:ext uri="{FF2B5EF4-FFF2-40B4-BE49-F238E27FC236}">
                <a16:creationId xmlns:a16="http://schemas.microsoft.com/office/drawing/2014/main" id="{BB75EC47-F26E-4E34-8F29-34396015820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0357AA1-531D-48AF-9CCE-B1E9F1D580E8}"/>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20738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71D42C-7250-4132-82B5-5BC22B5AA61E}"/>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A93FF5C-9744-48EF-A3FE-F6AB3634F768}"/>
              </a:ext>
            </a:extLst>
          </p:cNvPr>
          <p:cNvSpPr>
            <a:spLocks noGrp="1"/>
          </p:cNvSpPr>
          <p:nvPr>
            <p:ph type="dt" sz="half" idx="10"/>
          </p:nvPr>
        </p:nvSpPr>
        <p:spPr/>
        <p:txBody>
          <a:bodyPr/>
          <a:lstStyle/>
          <a:p>
            <a:fld id="{E8CD5000-B342-4B97-BFC6-0D5CDADFA95C}" type="datetime1">
              <a:rPr lang="zh-TW" altLang="en-US" smtClean="0"/>
              <a:t>2022/11/29</a:t>
            </a:fld>
            <a:endParaRPr lang="zh-TW" altLang="en-US"/>
          </a:p>
        </p:txBody>
      </p:sp>
      <p:sp>
        <p:nvSpPr>
          <p:cNvPr id="4" name="頁尾版面配置區 3">
            <a:extLst>
              <a:ext uri="{FF2B5EF4-FFF2-40B4-BE49-F238E27FC236}">
                <a16:creationId xmlns:a16="http://schemas.microsoft.com/office/drawing/2014/main" id="{601019B5-97EB-4FAA-B9E0-A8872AE738E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3A332F1-DF5D-4F87-97BF-68EBD8F1352C}"/>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95890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B876C78C-4473-4753-A6D0-22BA1F476198}"/>
              </a:ext>
            </a:extLst>
          </p:cNvPr>
          <p:cNvSpPr>
            <a:spLocks noGrp="1"/>
          </p:cNvSpPr>
          <p:nvPr>
            <p:ph type="dt" sz="half" idx="10"/>
          </p:nvPr>
        </p:nvSpPr>
        <p:spPr/>
        <p:txBody>
          <a:bodyPr/>
          <a:lstStyle/>
          <a:p>
            <a:fld id="{F39CF939-D763-48D5-8B03-D0F1129A1E9E}" type="datetime1">
              <a:rPr lang="zh-TW" altLang="en-US" smtClean="0"/>
              <a:t>2022/11/29</a:t>
            </a:fld>
            <a:endParaRPr lang="zh-TW" altLang="en-US"/>
          </a:p>
        </p:txBody>
      </p:sp>
      <p:sp>
        <p:nvSpPr>
          <p:cNvPr id="3" name="頁尾版面配置區 2">
            <a:extLst>
              <a:ext uri="{FF2B5EF4-FFF2-40B4-BE49-F238E27FC236}">
                <a16:creationId xmlns:a16="http://schemas.microsoft.com/office/drawing/2014/main" id="{60A9D2FC-48F6-4EB8-9020-7AACF6C93FB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F61A111-BA32-4DCC-B1B3-F6F29930C813}"/>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36076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96626C-3788-4FAE-8B9A-B23CC278E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9050D94-23AF-4060-B5E4-D28F7AF294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47E624D-101B-4B1B-A033-653188284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63E474D-7185-4142-8E1A-C096A190E30D}"/>
              </a:ext>
            </a:extLst>
          </p:cNvPr>
          <p:cNvSpPr>
            <a:spLocks noGrp="1"/>
          </p:cNvSpPr>
          <p:nvPr>
            <p:ph type="dt" sz="half" idx="10"/>
          </p:nvPr>
        </p:nvSpPr>
        <p:spPr/>
        <p:txBody>
          <a:bodyPr/>
          <a:lstStyle/>
          <a:p>
            <a:fld id="{8F3FAF7E-03FF-47C7-BE82-6927213C9CE5}" type="datetime1">
              <a:rPr lang="zh-TW" altLang="en-US" smtClean="0"/>
              <a:t>2022/11/29</a:t>
            </a:fld>
            <a:endParaRPr lang="zh-TW" altLang="en-US"/>
          </a:p>
        </p:txBody>
      </p:sp>
      <p:sp>
        <p:nvSpPr>
          <p:cNvPr id="6" name="頁尾版面配置區 5">
            <a:extLst>
              <a:ext uri="{FF2B5EF4-FFF2-40B4-BE49-F238E27FC236}">
                <a16:creationId xmlns:a16="http://schemas.microsoft.com/office/drawing/2014/main" id="{ED8FD9AE-93F8-4516-981E-888A358587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C235FE-7EC6-45BD-AFD3-28E236227C22}"/>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220626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BEFEB1-3B54-45E8-9090-D0CF4FF911B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CBE35E7-646E-4404-821A-D22E70E0B0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2357CA3-B57C-4FE1-AA0C-39A1BB09A4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D38B033-98F0-477A-A016-863BD32FF2DC}"/>
              </a:ext>
            </a:extLst>
          </p:cNvPr>
          <p:cNvSpPr>
            <a:spLocks noGrp="1"/>
          </p:cNvSpPr>
          <p:nvPr>
            <p:ph type="dt" sz="half" idx="10"/>
          </p:nvPr>
        </p:nvSpPr>
        <p:spPr/>
        <p:txBody>
          <a:bodyPr/>
          <a:lstStyle/>
          <a:p>
            <a:fld id="{8EFEA15A-BC96-4FDC-81B9-0D28C6E02324}" type="datetime1">
              <a:rPr lang="zh-TW" altLang="en-US" smtClean="0"/>
              <a:t>2022/11/29</a:t>
            </a:fld>
            <a:endParaRPr lang="zh-TW" altLang="en-US"/>
          </a:p>
        </p:txBody>
      </p:sp>
      <p:sp>
        <p:nvSpPr>
          <p:cNvPr id="6" name="頁尾版面配置區 5">
            <a:extLst>
              <a:ext uri="{FF2B5EF4-FFF2-40B4-BE49-F238E27FC236}">
                <a16:creationId xmlns:a16="http://schemas.microsoft.com/office/drawing/2014/main" id="{217603EF-D0A2-4BE2-BB6E-F1E7428564D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C60FDF8-CDA0-4176-93FB-878ED2BD301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3221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1F33-6DA3-4E3D-A50B-59EF378400A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453AB78-8699-463C-8D35-0DAE4736C1FD}"/>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B0C9C6C-B437-4A6A-B50E-D76A9DFEF2A5}"/>
              </a:ext>
            </a:extLst>
          </p:cNvPr>
          <p:cNvSpPr>
            <a:spLocks noGrp="1"/>
          </p:cNvSpPr>
          <p:nvPr>
            <p:ph type="dt" sz="half" idx="10"/>
          </p:nvPr>
        </p:nvSpPr>
        <p:spPr/>
        <p:txBody>
          <a:bodyPr/>
          <a:lstStyle/>
          <a:p>
            <a:fld id="{15698257-1A0C-4C00-86B7-D3CBE1E4FDE3}"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77009B86-8BAF-49D3-9FBD-AF620355BA0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B07FA9-F3F7-4DA7-A0F4-66D3B567042B}"/>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724161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C295D24-4D4D-472A-AB73-D1239EA9C15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BDB5D60-51C4-436D-BBDD-F77793327BE6}"/>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6632C48-A4E5-459A-B5AA-57D86A08E29A}"/>
              </a:ext>
            </a:extLst>
          </p:cNvPr>
          <p:cNvSpPr>
            <a:spLocks noGrp="1"/>
          </p:cNvSpPr>
          <p:nvPr>
            <p:ph type="dt" sz="half" idx="10"/>
          </p:nvPr>
        </p:nvSpPr>
        <p:spPr/>
        <p:txBody>
          <a:bodyPr/>
          <a:lstStyle/>
          <a:p>
            <a:fld id="{E3A91720-F347-4FFB-ADA5-0AD2EE56A4E5}"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3D1A3D36-B64D-4E79-8824-D40005CB9D0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FCBCD96-2981-4CEB-BF02-CDF1449F88B4}"/>
              </a:ext>
            </a:extLst>
          </p:cNvPr>
          <p:cNvSpPr>
            <a:spLocks noGrp="1"/>
          </p:cNvSpPr>
          <p:nvPr>
            <p:ph type="sldNum" sz="quarter" idx="12"/>
          </p:nvPr>
        </p:nvSpPr>
        <p:spPr/>
        <p:txBody>
          <a:body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302332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88B45C-60F2-4BCE-B810-D930011E70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AC153474-8A42-4461-A925-C46F64482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F2A84AEC-A2FC-47EE-8B0B-6CF68B8386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A89E-5F59-45C6-916E-2029F486A7DF}" type="datetime1">
              <a:rPr lang="zh-TW" altLang="en-US" smtClean="0"/>
              <a:t>2022/11/29</a:t>
            </a:fld>
            <a:endParaRPr lang="zh-TW" altLang="en-US"/>
          </a:p>
        </p:txBody>
      </p:sp>
      <p:sp>
        <p:nvSpPr>
          <p:cNvPr id="5" name="頁尾版面配置區 4">
            <a:extLst>
              <a:ext uri="{FF2B5EF4-FFF2-40B4-BE49-F238E27FC236}">
                <a16:creationId xmlns:a16="http://schemas.microsoft.com/office/drawing/2014/main" id="{F389F9A5-C535-4FCE-9462-8748EDBDF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2D0B99F-AC6F-4C56-843B-B3324F7192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D2C34A-D3D3-4A9B-8692-9279E332F0C9}" type="slidenum">
              <a:rPr lang="zh-TW" altLang="en-US" smtClean="0"/>
              <a:t>‹#›</a:t>
            </a:fld>
            <a:endParaRPr lang="zh-TW" altLang="en-US"/>
          </a:p>
        </p:txBody>
      </p:sp>
    </p:spTree>
    <p:extLst>
      <p:ext uri="{BB962C8B-B14F-4D97-AF65-F5344CB8AC3E}">
        <p14:creationId xmlns:p14="http://schemas.microsoft.com/office/powerpoint/2010/main" val="11171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源流明體 M" panose="02020500000000000000" pitchFamily="18"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143474-6387-4BE8-A4BF-0CDEA67657E1}"/>
              </a:ext>
            </a:extLst>
          </p:cNvPr>
          <p:cNvSpPr>
            <a:spLocks noGrp="1"/>
          </p:cNvSpPr>
          <p:nvPr>
            <p:ph type="ctrTitle"/>
          </p:nvPr>
        </p:nvSpPr>
        <p:spPr>
          <a:xfrm>
            <a:off x="509451" y="1131072"/>
            <a:ext cx="11173097" cy="2387600"/>
          </a:xfrm>
        </p:spPr>
        <p:txBody>
          <a:bodyPr>
            <a:normAutofit fontScale="90000"/>
          </a:bodyPr>
          <a:lstStyle/>
          <a:p>
            <a:r>
              <a:rPr lang="en-US" altLang="zh-TW" dirty="0"/>
              <a:t>A Cover-Merging-Based Algorithm for the Longest </a:t>
            </a:r>
            <a:r>
              <a:rPr lang="en-US" altLang="zh-TW" dirty="0" err="1"/>
              <a:t>Increaing</a:t>
            </a:r>
            <a:r>
              <a:rPr lang="en-US" altLang="zh-TW" dirty="0"/>
              <a:t> Subsequence in a Sliding Window Problem</a:t>
            </a:r>
            <a:endParaRPr lang="zh-TW" altLang="en-US" dirty="0"/>
          </a:p>
        </p:txBody>
      </p:sp>
      <p:sp>
        <p:nvSpPr>
          <p:cNvPr id="3" name="副標題 2">
            <a:extLst>
              <a:ext uri="{FF2B5EF4-FFF2-40B4-BE49-F238E27FC236}">
                <a16:creationId xmlns:a16="http://schemas.microsoft.com/office/drawing/2014/main" id="{92B8BEBC-EA8D-40AC-8B6F-CE2FB945F54D}"/>
              </a:ext>
            </a:extLst>
          </p:cNvPr>
          <p:cNvSpPr>
            <a:spLocks noGrp="1"/>
          </p:cNvSpPr>
          <p:nvPr>
            <p:ph type="subTitle" idx="1"/>
          </p:nvPr>
        </p:nvSpPr>
        <p:spPr/>
        <p:txBody>
          <a:bodyPr/>
          <a:lstStyle/>
          <a:p>
            <a:r>
              <a:rPr lang="en-US" altLang="zh-TW"/>
              <a:t>S</a:t>
            </a:r>
            <a:r>
              <a:rPr lang="en-US" altLang="zh-TW" dirty="0"/>
              <a:t>. </a:t>
            </a:r>
            <a:r>
              <a:rPr lang="en-US" altLang="zh-TW" dirty="0" err="1"/>
              <a:t>Deorowicz</a:t>
            </a:r>
            <a:endParaRPr lang="en-US" altLang="zh-TW" dirty="0"/>
          </a:p>
          <a:p>
            <a:r>
              <a:rPr lang="en-US" altLang="zh-TW" dirty="0"/>
              <a:t>COMPUTING AND INFORMATICS, Vol. 31, 2013, pp. 1217~1233</a:t>
            </a:r>
            <a:endParaRPr lang="zh-TW" altLang="en-US" dirty="0"/>
          </a:p>
        </p:txBody>
      </p:sp>
      <p:sp>
        <p:nvSpPr>
          <p:cNvPr id="5" name="文字方塊 4">
            <a:extLst>
              <a:ext uri="{FF2B5EF4-FFF2-40B4-BE49-F238E27FC236}">
                <a16:creationId xmlns:a16="http://schemas.microsoft.com/office/drawing/2014/main" id="{D2AB8FE2-23CB-4533-87D5-C2F44C82D244}"/>
              </a:ext>
            </a:extLst>
          </p:cNvPr>
          <p:cNvSpPr txBox="1"/>
          <p:nvPr/>
        </p:nvSpPr>
        <p:spPr>
          <a:xfrm>
            <a:off x="9474926" y="6211669"/>
            <a:ext cx="2717074" cy="646331"/>
          </a:xfrm>
          <a:prstGeom prst="rect">
            <a:avLst/>
          </a:prstGeom>
          <a:noFill/>
        </p:spPr>
        <p:txBody>
          <a:bodyPr wrap="square" rtlCol="0">
            <a:spAutoFit/>
          </a:bodyPr>
          <a:lstStyle/>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Presenter: Guan-Ting Chen</a:t>
            </a:r>
          </a:p>
          <a:p>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Date: Nov. </a:t>
            </a:r>
            <a:r>
              <a:rPr lang="en-US" altLang="zh-TW">
                <a:latin typeface="Times New Roman" panose="02020603050405020304" pitchFamily="18" charset="0"/>
                <a:ea typeface="源流明體 M" panose="02020500000000000000" pitchFamily="18" charset="-120"/>
                <a:cs typeface="Times New Roman" panose="02020603050405020304" pitchFamily="18" charset="0"/>
              </a:rPr>
              <a:t>29, </a:t>
            </a:r>
            <a:r>
              <a:rPr lang="en-US" altLang="zh-TW" dirty="0">
                <a:latin typeface="Times New Roman" panose="02020603050405020304" pitchFamily="18" charset="0"/>
                <a:ea typeface="源流明體 M" panose="02020500000000000000" pitchFamily="18" charset="-120"/>
                <a:cs typeface="Times New Roman" panose="02020603050405020304" pitchFamily="18" charset="0"/>
              </a:rPr>
              <a:t>2022</a:t>
            </a:r>
          </a:p>
        </p:txBody>
      </p:sp>
    </p:spTree>
    <p:extLst>
      <p:ext uri="{BB962C8B-B14F-4D97-AF65-F5344CB8AC3E}">
        <p14:creationId xmlns:p14="http://schemas.microsoft.com/office/powerpoint/2010/main" val="9928461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24AF41-DCC8-4BFE-B3AA-9D793E863EAC}"/>
              </a:ext>
            </a:extLst>
          </p:cNvPr>
          <p:cNvSpPr>
            <a:spLocks noGrp="1"/>
          </p:cNvSpPr>
          <p:nvPr>
            <p:ph type="title"/>
          </p:nvPr>
        </p:nvSpPr>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2FBE2A12-C9F0-4093-A018-44F05764C477}"/>
              </a:ext>
            </a:extLst>
          </p:cNvPr>
          <p:cNvSpPr>
            <a:spLocks noGrp="1"/>
          </p:cNvSpPr>
          <p:nvPr>
            <p:ph idx="1"/>
          </p:nvPr>
        </p:nvSpPr>
        <p:spPr/>
        <p:txBody>
          <a:bodyPr>
            <a:normAutofit/>
          </a:bodyPr>
          <a:lstStyle/>
          <a:p>
            <a:pPr marL="0" indent="0">
              <a:buNone/>
            </a:pPr>
            <a:r>
              <a:rPr lang="en-US" altLang="zh-TW" sz="2400" dirty="0"/>
              <a:t>A longest increasing subsequence problem (LIS) is a well-known combinatorial problem with applications mainly in bioinformatics, where it is used in various projects on DNA sequences. Recently, a number of </a:t>
            </a:r>
            <a:r>
              <a:rPr lang="en-US" altLang="zh-TW" sz="2400" dirty="0" err="1"/>
              <a:t>generalisations</a:t>
            </a:r>
            <a:r>
              <a:rPr lang="en-US" altLang="zh-TW" sz="2400" dirty="0"/>
              <a:t> of this problem were proposed. One of them is to ﬁnd an LIS among all ﬁxed-size windows of the input sequence (LISW). We propose an algorithm for the LISW problem based on cover representation of the sequence that outperforms the existing methods for some class of the input sequences.</a:t>
            </a:r>
            <a:endParaRPr lang="zh-TW" altLang="en-US" sz="2400" dirty="0"/>
          </a:p>
        </p:txBody>
      </p:sp>
      <p:sp>
        <p:nvSpPr>
          <p:cNvPr id="4" name="投影片編號版面配置區 3">
            <a:extLst>
              <a:ext uri="{FF2B5EF4-FFF2-40B4-BE49-F238E27FC236}">
                <a16:creationId xmlns:a16="http://schemas.microsoft.com/office/drawing/2014/main" id="{B9099A3E-11CF-4D79-A20E-36E8E58CE980}"/>
              </a:ext>
            </a:extLst>
          </p:cNvPr>
          <p:cNvSpPr>
            <a:spLocks noGrp="1"/>
          </p:cNvSpPr>
          <p:nvPr>
            <p:ph type="sldNum" sz="quarter" idx="12"/>
          </p:nvPr>
        </p:nvSpPr>
        <p:spPr/>
        <p:txBody>
          <a:bodyPr/>
          <a:lstStyle/>
          <a:p>
            <a:fld id="{4CD2C34A-D3D3-4A9B-8692-9279E332F0C9}" type="slidenum">
              <a:rPr lang="zh-TW" altLang="en-US" smtClean="0"/>
              <a:t>2</a:t>
            </a:fld>
            <a:endParaRPr lang="zh-TW" altLang="en-US" dirty="0"/>
          </a:p>
        </p:txBody>
      </p:sp>
    </p:spTree>
    <p:extLst>
      <p:ext uri="{BB962C8B-B14F-4D97-AF65-F5344CB8AC3E}">
        <p14:creationId xmlns:p14="http://schemas.microsoft.com/office/powerpoint/2010/main" val="8472366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14115A-0213-C0E3-6DA2-77461F30F0D5}"/>
              </a:ext>
            </a:extLst>
          </p:cNvPr>
          <p:cNvSpPr>
            <a:spLocks noGrp="1"/>
          </p:cNvSpPr>
          <p:nvPr>
            <p:ph type="title"/>
          </p:nvPr>
        </p:nvSpPr>
        <p:spPr/>
        <p:txBody>
          <a:bodyPr/>
          <a:lstStyle/>
          <a:p>
            <a:r>
              <a:rPr lang="en-US" altLang="zh-TW" dirty="0"/>
              <a:t>Longest Increasing Subsequence</a:t>
            </a:r>
            <a:endParaRPr lang="zh-TW" altLang="en-US" dirty="0"/>
          </a:p>
        </p:txBody>
      </p:sp>
      <p:sp>
        <p:nvSpPr>
          <p:cNvPr id="4" name="投影片編號版面配置區 3">
            <a:extLst>
              <a:ext uri="{FF2B5EF4-FFF2-40B4-BE49-F238E27FC236}">
                <a16:creationId xmlns:a16="http://schemas.microsoft.com/office/drawing/2014/main" id="{C6E03B83-8EA8-DE49-8898-7793B986C4DF}"/>
              </a:ext>
            </a:extLst>
          </p:cNvPr>
          <p:cNvSpPr>
            <a:spLocks noGrp="1"/>
          </p:cNvSpPr>
          <p:nvPr>
            <p:ph type="sldNum" sz="quarter" idx="12"/>
          </p:nvPr>
        </p:nvSpPr>
        <p:spPr/>
        <p:txBody>
          <a:bodyPr/>
          <a:lstStyle/>
          <a:p>
            <a:fld id="{4CD2C34A-D3D3-4A9B-8692-9279E332F0C9}" type="slidenum">
              <a:rPr lang="zh-TW" altLang="en-US" smtClean="0"/>
              <a:pPr/>
              <a:t>3</a:t>
            </a:fld>
            <a:endParaRPr lang="zh-TW" altLang="en-US" dirty="0"/>
          </a:p>
        </p:txBody>
      </p:sp>
      <p:graphicFrame>
        <p:nvGraphicFramePr>
          <p:cNvPr id="6" name="內容版面配置區 5">
            <a:extLst>
              <a:ext uri="{FF2B5EF4-FFF2-40B4-BE49-F238E27FC236}">
                <a16:creationId xmlns:a16="http://schemas.microsoft.com/office/drawing/2014/main" id="{A35E2537-5D4C-C77F-84EE-52136B9064B9}"/>
              </a:ext>
            </a:extLst>
          </p:cNvPr>
          <p:cNvGraphicFramePr>
            <a:graphicFrameLocks noGrp="1"/>
          </p:cNvGraphicFramePr>
          <p:nvPr>
            <p:ph idx="1"/>
            <p:extLst>
              <p:ext uri="{D42A27DB-BD31-4B8C-83A1-F6EECF244321}">
                <p14:modId xmlns:p14="http://schemas.microsoft.com/office/powerpoint/2010/main" val="634278037"/>
              </p:ext>
            </p:extLst>
          </p:nvPr>
        </p:nvGraphicFramePr>
        <p:xfrm>
          <a:off x="2256972" y="1570355"/>
          <a:ext cx="7678056" cy="5151120"/>
        </p:xfrm>
        <a:graphic>
          <a:graphicData uri="http://schemas.openxmlformats.org/drawingml/2006/table">
            <a:tbl>
              <a:tblPr firstRow="1" bandRow="1">
                <a:tableStyleId>{5940675A-B579-460E-94D1-54222C63F5DA}</a:tableStyleId>
              </a:tblPr>
              <a:tblGrid>
                <a:gridCol w="1279676">
                  <a:extLst>
                    <a:ext uri="{9D8B030D-6E8A-4147-A177-3AD203B41FA5}">
                      <a16:colId xmlns:a16="http://schemas.microsoft.com/office/drawing/2014/main" val="3775013492"/>
                    </a:ext>
                  </a:extLst>
                </a:gridCol>
                <a:gridCol w="1279676">
                  <a:extLst>
                    <a:ext uri="{9D8B030D-6E8A-4147-A177-3AD203B41FA5}">
                      <a16:colId xmlns:a16="http://schemas.microsoft.com/office/drawing/2014/main" val="1564094475"/>
                    </a:ext>
                  </a:extLst>
                </a:gridCol>
                <a:gridCol w="1279676">
                  <a:extLst>
                    <a:ext uri="{9D8B030D-6E8A-4147-A177-3AD203B41FA5}">
                      <a16:colId xmlns:a16="http://schemas.microsoft.com/office/drawing/2014/main" val="770220431"/>
                    </a:ext>
                  </a:extLst>
                </a:gridCol>
                <a:gridCol w="1279676">
                  <a:extLst>
                    <a:ext uri="{9D8B030D-6E8A-4147-A177-3AD203B41FA5}">
                      <a16:colId xmlns:a16="http://schemas.microsoft.com/office/drawing/2014/main" val="2608182132"/>
                    </a:ext>
                  </a:extLst>
                </a:gridCol>
                <a:gridCol w="1279676">
                  <a:extLst>
                    <a:ext uri="{9D8B030D-6E8A-4147-A177-3AD203B41FA5}">
                      <a16:colId xmlns:a16="http://schemas.microsoft.com/office/drawing/2014/main" val="808313317"/>
                    </a:ext>
                  </a:extLst>
                </a:gridCol>
                <a:gridCol w="1279676">
                  <a:extLst>
                    <a:ext uri="{9D8B030D-6E8A-4147-A177-3AD203B41FA5}">
                      <a16:colId xmlns:a16="http://schemas.microsoft.com/office/drawing/2014/main" val="3547261241"/>
                    </a:ext>
                  </a:extLst>
                </a:gridCol>
              </a:tblGrid>
              <a:tr h="370840">
                <a:tc>
                  <a:txBody>
                    <a:bodyPr/>
                    <a:lstStyle/>
                    <a:p>
                      <a:pPr algn="ctr"/>
                      <a:r>
                        <a:rPr lang="en-US" altLang="zh-TW" sz="2000" dirty="0">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8480457"/>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8</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000" dirty="0">
                          <a:latin typeface="Times New Roman" panose="02020603050405020304" pitchFamily="18" charset="0"/>
                          <a:cs typeface="Times New Roman" panose="02020603050405020304" pitchFamily="18" charset="0"/>
                        </a:rPr>
                        <a:t>8</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200598"/>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5291131"/>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7080571"/>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981750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3145550"/>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534890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668465"/>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3761166"/>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199744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9591478"/>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5659280"/>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6</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6</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8687072"/>
                  </a:ext>
                </a:extLst>
              </a:tr>
            </a:tbl>
          </a:graphicData>
        </a:graphic>
      </p:graphicFrame>
    </p:spTree>
    <p:extLst>
      <p:ext uri="{BB962C8B-B14F-4D97-AF65-F5344CB8AC3E}">
        <p14:creationId xmlns:p14="http://schemas.microsoft.com/office/powerpoint/2010/main" val="12369828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155861-8998-8098-3EE2-5DA96F2025C8}"/>
              </a:ext>
            </a:extLst>
          </p:cNvPr>
          <p:cNvSpPr>
            <a:spLocks noGrp="1"/>
          </p:cNvSpPr>
          <p:nvPr>
            <p:ph type="title"/>
          </p:nvPr>
        </p:nvSpPr>
        <p:spPr/>
        <p:txBody>
          <a:bodyPr/>
          <a:lstStyle/>
          <a:p>
            <a:r>
              <a:rPr lang="en-US" altLang="zh-TW" dirty="0"/>
              <a:t>Cover-Make Algorithm</a:t>
            </a:r>
            <a:endParaRPr lang="zh-TW" altLang="en-US" dirty="0"/>
          </a:p>
        </p:txBody>
      </p:sp>
      <p:pic>
        <p:nvPicPr>
          <p:cNvPr id="6" name="內容版面配置區 5">
            <a:extLst>
              <a:ext uri="{FF2B5EF4-FFF2-40B4-BE49-F238E27FC236}">
                <a16:creationId xmlns:a16="http://schemas.microsoft.com/office/drawing/2014/main" id="{061D40AE-F70A-0138-15E7-2505CAF9C950}"/>
              </a:ext>
            </a:extLst>
          </p:cNvPr>
          <p:cNvPicPr>
            <a:picLocks noGrp="1" noChangeAspect="1"/>
          </p:cNvPicPr>
          <p:nvPr>
            <p:ph idx="1"/>
          </p:nvPr>
        </p:nvPicPr>
        <p:blipFill>
          <a:blip r:embed="rId2"/>
          <a:stretch>
            <a:fillRect/>
          </a:stretch>
        </p:blipFill>
        <p:spPr>
          <a:xfrm>
            <a:off x="376892" y="2734318"/>
            <a:ext cx="11438216" cy="2156189"/>
          </a:xfrm>
        </p:spPr>
      </p:pic>
      <p:sp>
        <p:nvSpPr>
          <p:cNvPr id="4" name="投影片編號版面配置區 3">
            <a:extLst>
              <a:ext uri="{FF2B5EF4-FFF2-40B4-BE49-F238E27FC236}">
                <a16:creationId xmlns:a16="http://schemas.microsoft.com/office/drawing/2014/main" id="{82F63CCC-2473-F95F-1667-FF31BAF9AE45}"/>
              </a:ext>
            </a:extLst>
          </p:cNvPr>
          <p:cNvSpPr>
            <a:spLocks noGrp="1"/>
          </p:cNvSpPr>
          <p:nvPr>
            <p:ph type="sldNum" sz="quarter" idx="12"/>
          </p:nvPr>
        </p:nvSpPr>
        <p:spPr/>
        <p:txBody>
          <a:bodyPr/>
          <a:lstStyle/>
          <a:p>
            <a:fld id="{4CD2C34A-D3D3-4A9B-8692-9279E332F0C9}" type="slidenum">
              <a:rPr lang="zh-TW" altLang="en-US" smtClean="0"/>
              <a:pPr/>
              <a:t>4</a:t>
            </a:fld>
            <a:endParaRPr lang="zh-TW" altLang="en-US"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60D8A7F9-6F8F-C654-66BC-ACBB186533C0}"/>
                  </a:ext>
                </a:extLst>
              </p:cNvPr>
              <p:cNvSpPr txBox="1"/>
              <p:nvPr/>
            </p:nvSpPr>
            <p:spPr>
              <a:xfrm>
                <a:off x="7119152" y="5392596"/>
                <a:ext cx="4234648" cy="461665"/>
              </a:xfrm>
              <a:prstGeom prst="rect">
                <a:avLst/>
              </a:prstGeom>
              <a:noFill/>
            </p:spPr>
            <p:txBody>
              <a:bodyPr wrap="square" rtlCol="0">
                <a:spAutoFit/>
              </a:bodyPr>
              <a:lstStyle/>
              <a:p>
                <a:pPr algn="r"/>
                <a:r>
                  <a:rPr lang="en-US" altLang="zh-TW" sz="2400" dirty="0">
                    <a:latin typeface="Times New Roman" panose="02020603050405020304" pitchFamily="18" charset="0"/>
                    <a:cs typeface="Times New Roman" panose="02020603050405020304" pitchFamily="18" charset="0"/>
                  </a:rPr>
                  <a:t>Time Complexity: </a:t>
                </a:r>
                <a14:m>
                  <m:oMath xmlns:m="http://schemas.openxmlformats.org/officeDocument/2006/math">
                    <m:r>
                      <a:rPr lang="en-US" altLang="zh-TW" sz="2400" b="0" i="1" dirty="0" smtClean="0">
                        <a:latin typeface="Cambria Math" panose="02040503050406030204" pitchFamily="18" charset="0"/>
                        <a:cs typeface="Times New Roman" panose="02020603050405020304" pitchFamily="18" charset="0"/>
                      </a:rPr>
                      <m:t>𝑂</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𝑛</m:t>
                    </m:r>
                    <m:r>
                      <a:rPr lang="en-US" altLang="zh-TW" sz="2400" b="0" i="1" dirty="0" smtClean="0">
                        <a:latin typeface="Cambria Math" panose="02040503050406030204" pitchFamily="18" charset="0"/>
                        <a:cs typeface="Times New Roman" panose="02020603050405020304" pitchFamily="18" charset="0"/>
                      </a:rPr>
                      <m:t> </m:t>
                    </m:r>
                    <m:r>
                      <a:rPr lang="en-US" altLang="zh-TW" sz="2400" b="0" i="1" dirty="0" smtClean="0">
                        <a:latin typeface="Cambria Math" panose="02040503050406030204" pitchFamily="18" charset="0"/>
                        <a:cs typeface="Times New Roman" panose="02020603050405020304" pitchFamily="18" charset="0"/>
                      </a:rPr>
                      <m:t>𝑙𝑜𝑔</m:t>
                    </m:r>
                    <m:r>
                      <a:rPr lang="en-US" altLang="zh-TW" sz="2400" b="0" i="1" dirty="0" smtClean="0">
                        <a:latin typeface="Cambria Math" panose="02040503050406030204" pitchFamily="18" charset="0"/>
                        <a:cs typeface="Times New Roman" panose="02020603050405020304" pitchFamily="18" charset="0"/>
                      </a:rPr>
                      <m:t>⁡</m:t>
                    </m:r>
                    <m:r>
                      <a:rPr lang="en-US" altLang="zh-TW" sz="2400" b="0" i="1" dirty="0" smtClean="0">
                        <a:latin typeface="Cambria Math" panose="02040503050406030204" pitchFamily="18" charset="0"/>
                        <a:cs typeface="Times New Roman" panose="02020603050405020304" pitchFamily="18" charset="0"/>
                      </a:rPr>
                      <m:t>𝑙</m:t>
                    </m:r>
                    <m:r>
                      <a:rPr lang="en-US" altLang="zh-TW" sz="2400" b="0" i="1" dirty="0" smtClean="0">
                        <a:latin typeface="Cambria Math" panose="02040503050406030204" pitchFamily="18" charset="0"/>
                        <a:cs typeface="Times New Roman" panose="02020603050405020304" pitchFamily="18" charset="0"/>
                      </a:rPr>
                      <m:t>)</m:t>
                    </m:r>
                  </m:oMath>
                </a14:m>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60D8A7F9-6F8F-C654-66BC-ACBB186533C0}"/>
                  </a:ext>
                </a:extLst>
              </p:cNvPr>
              <p:cNvSpPr txBox="1">
                <a:spLocks noRot="1" noChangeAspect="1" noMove="1" noResize="1" noEditPoints="1" noAdjustHandles="1" noChangeArrowheads="1" noChangeShapeType="1" noTextEdit="1"/>
              </p:cNvSpPr>
              <p:nvPr/>
            </p:nvSpPr>
            <p:spPr>
              <a:xfrm>
                <a:off x="7119152" y="5392596"/>
                <a:ext cx="4234648" cy="461665"/>
              </a:xfrm>
              <a:prstGeom prst="rect">
                <a:avLst/>
              </a:prstGeom>
              <a:blipFill>
                <a:blip r:embed="rId3"/>
                <a:stretch>
                  <a:fillRect t="-10667" r="-1151" b="-30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394720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2DD52D-45AF-5AEC-2186-3DD70E4E5561}"/>
              </a:ext>
            </a:extLst>
          </p:cNvPr>
          <p:cNvSpPr>
            <a:spLocks noGrp="1"/>
          </p:cNvSpPr>
          <p:nvPr>
            <p:ph type="title"/>
          </p:nvPr>
        </p:nvSpPr>
        <p:spPr/>
        <p:txBody>
          <a:bodyPr/>
          <a:lstStyle/>
          <a:p>
            <a:r>
              <a:rPr lang="en-US" altLang="zh-TW" dirty="0"/>
              <a:t>Cover Read</a:t>
            </a:r>
            <a:endParaRPr lang="zh-TW" altLang="en-US" dirty="0"/>
          </a:p>
        </p:txBody>
      </p:sp>
      <p:graphicFrame>
        <p:nvGraphicFramePr>
          <p:cNvPr id="5" name="表格 5">
            <a:extLst>
              <a:ext uri="{FF2B5EF4-FFF2-40B4-BE49-F238E27FC236}">
                <a16:creationId xmlns:a16="http://schemas.microsoft.com/office/drawing/2014/main" id="{EB98A5DF-73AE-EFA9-6618-10449FEEF0A7}"/>
              </a:ext>
            </a:extLst>
          </p:cNvPr>
          <p:cNvGraphicFramePr>
            <a:graphicFrameLocks noGrp="1"/>
          </p:cNvGraphicFramePr>
          <p:nvPr>
            <p:ph idx="1"/>
            <p:extLst>
              <p:ext uri="{D42A27DB-BD31-4B8C-83A1-F6EECF244321}">
                <p14:modId xmlns:p14="http://schemas.microsoft.com/office/powerpoint/2010/main" val="1703406740"/>
              </p:ext>
            </p:extLst>
          </p:nvPr>
        </p:nvGraphicFramePr>
        <p:xfrm>
          <a:off x="1796143" y="2508953"/>
          <a:ext cx="4140925" cy="1828800"/>
        </p:xfrm>
        <a:graphic>
          <a:graphicData uri="http://schemas.openxmlformats.org/drawingml/2006/table">
            <a:tbl>
              <a:tblPr firstRow="1" bandRow="1">
                <a:tableStyleId>{5940675A-B579-460E-94D1-54222C63F5DA}</a:tableStyleId>
              </a:tblPr>
              <a:tblGrid>
                <a:gridCol w="828185">
                  <a:extLst>
                    <a:ext uri="{9D8B030D-6E8A-4147-A177-3AD203B41FA5}">
                      <a16:colId xmlns:a16="http://schemas.microsoft.com/office/drawing/2014/main" val="678999267"/>
                    </a:ext>
                  </a:extLst>
                </a:gridCol>
                <a:gridCol w="828185">
                  <a:extLst>
                    <a:ext uri="{9D8B030D-6E8A-4147-A177-3AD203B41FA5}">
                      <a16:colId xmlns:a16="http://schemas.microsoft.com/office/drawing/2014/main" val="625850062"/>
                    </a:ext>
                  </a:extLst>
                </a:gridCol>
                <a:gridCol w="828185">
                  <a:extLst>
                    <a:ext uri="{9D8B030D-6E8A-4147-A177-3AD203B41FA5}">
                      <a16:colId xmlns:a16="http://schemas.microsoft.com/office/drawing/2014/main" val="2758209182"/>
                    </a:ext>
                  </a:extLst>
                </a:gridCol>
                <a:gridCol w="828185">
                  <a:extLst>
                    <a:ext uri="{9D8B030D-6E8A-4147-A177-3AD203B41FA5}">
                      <a16:colId xmlns:a16="http://schemas.microsoft.com/office/drawing/2014/main" val="3956750350"/>
                    </a:ext>
                  </a:extLst>
                </a:gridCol>
                <a:gridCol w="828185">
                  <a:extLst>
                    <a:ext uri="{9D8B030D-6E8A-4147-A177-3AD203B41FA5}">
                      <a16:colId xmlns:a16="http://schemas.microsoft.com/office/drawing/2014/main" val="1092931412"/>
                    </a:ext>
                  </a:extLst>
                </a:gridCol>
              </a:tblGrid>
              <a:tr h="370840">
                <a:tc gridSpan="5">
                  <a:txBody>
                    <a:bodyPr/>
                    <a:lstStyle/>
                    <a:p>
                      <a:pPr algn="ctr"/>
                      <a:r>
                        <a:rPr lang="en-US" altLang="zh-TW" sz="2400" dirty="0">
                          <a:latin typeface="Times New Roman" panose="02020603050405020304" pitchFamily="18" charset="0"/>
                          <a:cs typeface="Times New Roman" panose="02020603050405020304" pitchFamily="18" charset="0"/>
                        </a:rPr>
                        <a:t>Cover</a:t>
                      </a: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00815865"/>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lnR w="28575" cap="flat" cmpd="sng" algn="ctr">
                      <a:solidFill>
                        <a:srgbClr val="FF0000"/>
                      </a:solidFill>
                      <a:prstDash val="solid"/>
                      <a:round/>
                      <a:headEnd type="none" w="med" len="med"/>
                      <a:tailEnd type="none" w="med" len="med"/>
                    </a:lnR>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B w="28575"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622490506"/>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2323097058"/>
                  </a:ext>
                </a:extLst>
              </a:tr>
              <a:tr h="370840">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lnL w="12700" cmpd="sng">
                      <a:noFill/>
                    </a:lnL>
                    <a:lnR w="28575" cap="flat" cmpd="sng" algn="ctr">
                      <a:no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2998286"/>
                  </a:ext>
                </a:extLst>
              </a:tr>
            </a:tbl>
          </a:graphicData>
        </a:graphic>
      </p:graphicFrame>
      <p:sp>
        <p:nvSpPr>
          <p:cNvPr id="4" name="投影片編號版面配置區 3">
            <a:extLst>
              <a:ext uri="{FF2B5EF4-FFF2-40B4-BE49-F238E27FC236}">
                <a16:creationId xmlns:a16="http://schemas.microsoft.com/office/drawing/2014/main" id="{BC749314-2F01-9A19-5BD9-AD559FCF0048}"/>
              </a:ext>
            </a:extLst>
          </p:cNvPr>
          <p:cNvSpPr>
            <a:spLocks noGrp="1"/>
          </p:cNvSpPr>
          <p:nvPr>
            <p:ph type="sldNum" sz="quarter" idx="12"/>
          </p:nvPr>
        </p:nvSpPr>
        <p:spPr/>
        <p:txBody>
          <a:bodyPr/>
          <a:lstStyle/>
          <a:p>
            <a:fld id="{4CD2C34A-D3D3-4A9B-8692-9279E332F0C9}" type="slidenum">
              <a:rPr lang="zh-TW" altLang="en-US" smtClean="0"/>
              <a:pPr/>
              <a:t>5</a:t>
            </a:fld>
            <a:endParaRPr lang="zh-TW" altLang="en-US" dirty="0"/>
          </a:p>
        </p:txBody>
      </p:sp>
      <p:sp>
        <p:nvSpPr>
          <p:cNvPr id="6" name="文字方塊 5">
            <a:extLst>
              <a:ext uri="{FF2B5EF4-FFF2-40B4-BE49-F238E27FC236}">
                <a16:creationId xmlns:a16="http://schemas.microsoft.com/office/drawing/2014/main" id="{596FD975-C349-D791-AF85-9811FB193DA3}"/>
              </a:ext>
            </a:extLst>
          </p:cNvPr>
          <p:cNvSpPr txBox="1"/>
          <p:nvPr/>
        </p:nvSpPr>
        <p:spPr>
          <a:xfrm>
            <a:off x="6825343" y="2823189"/>
            <a:ext cx="3570514" cy="1200329"/>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Predecessor of </a:t>
            </a:r>
            <a:r>
              <a:rPr lang="en-US" altLang="zh-TW" sz="2400" dirty="0">
                <a:solidFill>
                  <a:srgbClr val="FF0000"/>
                </a:solidFill>
                <a:latin typeface="Times New Roman" panose="02020603050405020304" pitchFamily="18" charset="0"/>
                <a:cs typeface="Times New Roman" panose="02020603050405020304" pitchFamily="18" charset="0"/>
              </a:rPr>
              <a:t>element e</a:t>
            </a:r>
          </a:p>
          <a:p>
            <a:pPr marL="800100" lvl="1"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Largest element smaller than </a:t>
            </a:r>
            <a:r>
              <a:rPr lang="en-US" altLang="zh-TW" sz="2400" dirty="0">
                <a:solidFill>
                  <a:srgbClr val="FF0000"/>
                </a:solidFill>
                <a:latin typeface="Times New Roman" panose="02020603050405020304" pitchFamily="18" charset="0"/>
                <a:cs typeface="Times New Roman" panose="02020603050405020304" pitchFamily="18" charset="0"/>
              </a:rPr>
              <a:t>e</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3FC79C98-544B-EC06-B80A-E5284C96E6DE}"/>
              </a:ext>
            </a:extLst>
          </p:cNvPr>
          <p:cNvSpPr txBox="1"/>
          <p:nvPr/>
        </p:nvSpPr>
        <p:spPr>
          <a:xfrm>
            <a:off x="3728357" y="5156018"/>
            <a:ext cx="4735286" cy="461665"/>
          </a:xfrm>
          <a:prstGeom prst="rect">
            <a:avLst/>
          </a:prstGeom>
          <a:noFill/>
        </p:spPr>
        <p:txBody>
          <a:bodyPr wrap="square" rtlCol="0">
            <a:spAutoFit/>
          </a:bodyPr>
          <a:lstStyle/>
          <a:p>
            <a:pPr marL="342900" indent="-342900" algn="ctr">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A = 8 </a:t>
            </a:r>
            <a:r>
              <a:rPr lang="en-US" altLang="zh-TW" sz="2400" dirty="0">
                <a:solidFill>
                  <a:srgbClr val="FF0000"/>
                </a:solidFill>
                <a:latin typeface="Times New Roman" panose="02020603050405020304" pitchFamily="18" charset="0"/>
                <a:cs typeface="Times New Roman" panose="02020603050405020304" pitchFamily="18" charset="0"/>
              </a:rPr>
              <a:t>3 4</a:t>
            </a:r>
            <a:r>
              <a:rPr lang="en-US" altLang="zh-TW" sz="2400" dirty="0">
                <a:latin typeface="Times New Roman" panose="02020603050405020304" pitchFamily="18" charset="0"/>
                <a:cs typeface="Times New Roman" panose="02020603050405020304" pitchFamily="18" charset="0"/>
              </a:rPr>
              <a:t> 1 11 2 </a:t>
            </a:r>
            <a:r>
              <a:rPr lang="en-US" altLang="zh-TW" sz="2400" dirty="0">
                <a:solidFill>
                  <a:srgbClr val="FF0000"/>
                </a:solidFill>
                <a:latin typeface="Times New Roman" panose="02020603050405020304" pitchFamily="18" charset="0"/>
                <a:cs typeface="Times New Roman" panose="02020603050405020304" pitchFamily="18" charset="0"/>
              </a:rPr>
              <a:t>7</a:t>
            </a:r>
            <a:r>
              <a:rPr lang="en-US" altLang="zh-TW" sz="2400" dirty="0">
                <a:latin typeface="Times New Roman" panose="02020603050405020304" pitchFamily="18" charset="0"/>
                <a:cs typeface="Times New Roman" panose="02020603050405020304" pitchFamily="18" charset="0"/>
              </a:rPr>
              <a:t> </a:t>
            </a:r>
            <a:r>
              <a:rPr lang="en-US" altLang="zh-TW" sz="2400" dirty="0">
                <a:solidFill>
                  <a:srgbClr val="FF0000"/>
                </a:solidFill>
                <a:latin typeface="Times New Roman" panose="02020603050405020304" pitchFamily="18" charset="0"/>
                <a:cs typeface="Times New Roman" panose="02020603050405020304" pitchFamily="18" charset="0"/>
              </a:rPr>
              <a:t>9</a:t>
            </a:r>
            <a:r>
              <a:rPr lang="en-US" altLang="zh-TW" sz="2400" dirty="0">
                <a:latin typeface="Times New Roman" panose="02020603050405020304" pitchFamily="18" charset="0"/>
                <a:cs typeface="Times New Roman" panose="02020603050405020304" pitchFamily="18" charset="0"/>
              </a:rPr>
              <a:t> 5 12 </a:t>
            </a:r>
            <a:r>
              <a:rPr lang="en-US" altLang="zh-TW" sz="2400" dirty="0">
                <a:solidFill>
                  <a:srgbClr val="FF0000"/>
                </a:solidFill>
                <a:latin typeface="Times New Roman" panose="02020603050405020304" pitchFamily="18" charset="0"/>
                <a:cs typeface="Times New Roman" panose="02020603050405020304" pitchFamily="18" charset="0"/>
              </a:rPr>
              <a:t>10</a:t>
            </a:r>
            <a:r>
              <a:rPr lang="en-US" altLang="zh-TW" sz="2400" dirty="0">
                <a:latin typeface="Times New Roman" panose="02020603050405020304" pitchFamily="18" charset="0"/>
                <a:cs typeface="Times New Roman" panose="02020603050405020304" pitchFamily="18" charset="0"/>
              </a:rPr>
              <a:t> 6 </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725549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4DF8B1-CCE9-42D7-FAF6-B5CD0F3E5C42}"/>
              </a:ext>
            </a:extLst>
          </p:cNvPr>
          <p:cNvSpPr>
            <a:spLocks noGrp="1"/>
          </p:cNvSpPr>
          <p:nvPr>
            <p:ph type="title"/>
          </p:nvPr>
        </p:nvSpPr>
        <p:spPr/>
        <p:txBody>
          <a:bodyPr/>
          <a:lstStyle/>
          <a:p>
            <a:r>
              <a:rPr lang="en-US" altLang="zh-TW" dirty="0"/>
              <a:t>Cover-Merge</a:t>
            </a:r>
            <a:endParaRPr lang="zh-TW" altLang="en-US" dirty="0"/>
          </a:p>
        </p:txBody>
      </p:sp>
      <p:sp>
        <p:nvSpPr>
          <p:cNvPr id="4" name="投影片編號版面配置區 3">
            <a:extLst>
              <a:ext uri="{FF2B5EF4-FFF2-40B4-BE49-F238E27FC236}">
                <a16:creationId xmlns:a16="http://schemas.microsoft.com/office/drawing/2014/main" id="{8ABCA649-1320-7A3D-0EA1-D59E769D9472}"/>
              </a:ext>
            </a:extLst>
          </p:cNvPr>
          <p:cNvSpPr>
            <a:spLocks noGrp="1"/>
          </p:cNvSpPr>
          <p:nvPr>
            <p:ph type="sldNum" sz="quarter" idx="12"/>
          </p:nvPr>
        </p:nvSpPr>
        <p:spPr/>
        <p:txBody>
          <a:bodyPr/>
          <a:lstStyle/>
          <a:p>
            <a:fld id="{4CD2C34A-D3D3-4A9B-8692-9279E332F0C9}" type="slidenum">
              <a:rPr lang="zh-TW" altLang="en-US" smtClean="0"/>
              <a:pPr/>
              <a:t>6</a:t>
            </a:fld>
            <a:endParaRPr lang="zh-TW" altLang="en-US" dirty="0"/>
          </a:p>
        </p:txBody>
      </p:sp>
      <mc:AlternateContent xmlns:mc="http://schemas.openxmlformats.org/markup-compatibility/2006" xmlns:a14="http://schemas.microsoft.com/office/drawing/2010/main">
        <mc:Choice Requires="a14">
          <p:graphicFrame>
            <p:nvGraphicFramePr>
              <p:cNvPr id="5" name="表格 8">
                <a:extLst>
                  <a:ext uri="{FF2B5EF4-FFF2-40B4-BE49-F238E27FC236}">
                    <a16:creationId xmlns:a16="http://schemas.microsoft.com/office/drawing/2014/main" id="{4F8F24F5-26CB-5ACF-24F3-ED379F10B42F}"/>
                  </a:ext>
                </a:extLst>
              </p:cNvPr>
              <p:cNvGraphicFramePr>
                <a:graphicFrameLocks noGrp="1"/>
              </p:cNvGraphicFramePr>
              <p:nvPr>
                <p:ph idx="1"/>
                <p:extLst>
                  <p:ext uri="{D42A27DB-BD31-4B8C-83A1-F6EECF244321}">
                    <p14:modId xmlns:p14="http://schemas.microsoft.com/office/powerpoint/2010/main" val="1945140283"/>
                  </p:ext>
                </p:extLst>
              </p:nvPr>
            </p:nvGraphicFramePr>
            <p:xfrm>
              <a:off x="1082040" y="1846622"/>
              <a:ext cx="1270000" cy="1422242"/>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tblGrid>
                  <a:tr h="466261">
                    <a:tc gridSpan="2">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d>
                                  <m:dPr>
                                    <m:ctrlPr>
                                      <a:rPr lang="en-US" altLang="zh-TW" sz="2400" b="0" i="1" smtClean="0">
                                        <a:latin typeface="Cambria Math" panose="02040503050406030204" pitchFamily="18" charset="0"/>
                                      </a:rPr>
                                    </m:ctrlPr>
                                  </m:dPr>
                                  <m:e>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5</m:t>
                                        </m:r>
                                      </m:sub>
                                      <m:sup>
                                        <m:r>
                                          <a:rPr lang="en-US" altLang="zh-TW" sz="2400" b="0" i="1" smtClean="0">
                                            <a:latin typeface="Cambria Math" panose="02040503050406030204" pitchFamily="18" charset="0"/>
                                          </a:rPr>
                                          <m:t>6</m:t>
                                        </m:r>
                                      </m:sup>
                                    </m:sSubSup>
                                  </m:e>
                                </m:d>
                              </m:oMath>
                            </m:oMathPara>
                          </a14:m>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i="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bl>
              </a:graphicData>
            </a:graphic>
          </p:graphicFrame>
        </mc:Choice>
        <mc:Fallback xmlns="">
          <p:graphicFrame>
            <p:nvGraphicFramePr>
              <p:cNvPr id="5" name="表格 8">
                <a:extLst>
                  <a:ext uri="{FF2B5EF4-FFF2-40B4-BE49-F238E27FC236}">
                    <a16:creationId xmlns:a16="http://schemas.microsoft.com/office/drawing/2014/main" id="{4F8F24F5-26CB-5ACF-24F3-ED379F10B42F}"/>
                  </a:ext>
                </a:extLst>
              </p:cNvPr>
              <p:cNvGraphicFramePr>
                <a:graphicFrameLocks noGrp="1"/>
              </p:cNvGraphicFramePr>
              <p:nvPr>
                <p:ph idx="1"/>
                <p:extLst>
                  <p:ext uri="{D42A27DB-BD31-4B8C-83A1-F6EECF244321}">
                    <p14:modId xmlns:p14="http://schemas.microsoft.com/office/powerpoint/2010/main" val="1945140283"/>
                  </p:ext>
                </p:extLst>
              </p:nvPr>
            </p:nvGraphicFramePr>
            <p:xfrm>
              <a:off x="1082040" y="1846622"/>
              <a:ext cx="1270000" cy="1422242"/>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tblGrid>
                  <a:tr h="504254">
                    <a:tc gridSpan="2">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78" t="-1205" r="-957" b="-209639"/>
                          </a:stretch>
                        </a:blipFill>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400" i="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62947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16630F0B-FF5E-3C65-89F8-5E84C6778FAC}"/>
                  </a:ext>
                </a:extLst>
              </p:cNvPr>
              <p:cNvGraphicFramePr>
                <a:graphicFrameLocks/>
              </p:cNvGraphicFramePr>
              <p:nvPr>
                <p:extLst>
                  <p:ext uri="{D42A27DB-BD31-4B8C-83A1-F6EECF244321}">
                    <p14:modId xmlns:p14="http://schemas.microsoft.com/office/powerpoint/2010/main" val="3846822263"/>
                  </p:ext>
                </p:extLst>
              </p:nvPr>
            </p:nvGraphicFramePr>
            <p:xfrm>
              <a:off x="3160305" y="1862032"/>
              <a:ext cx="1905000" cy="1384249"/>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7</m:t>
                                    </m:r>
                                  </m:sub>
                                  <m:sup>
                                    <m:r>
                                      <a:rPr lang="en-US" altLang="zh-TW" sz="2400" b="0" i="1" smtClean="0">
                                        <a:latin typeface="Cambria Math" panose="02040503050406030204" pitchFamily="18" charset="0"/>
                                      </a:rPr>
                                      <m:t>10</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Choice>
        <mc:Fallback xmlns="">
          <p:graphicFrame>
            <p:nvGraphicFramePr>
              <p:cNvPr id="7" name="表格 6">
                <a:extLst>
                  <a:ext uri="{FF2B5EF4-FFF2-40B4-BE49-F238E27FC236}">
                    <a16:creationId xmlns:a16="http://schemas.microsoft.com/office/drawing/2014/main" id="{16630F0B-FF5E-3C65-89F8-5E84C6778FAC}"/>
                  </a:ext>
                </a:extLst>
              </p:cNvPr>
              <p:cNvGraphicFramePr>
                <a:graphicFrameLocks/>
              </p:cNvGraphicFramePr>
              <p:nvPr>
                <p:extLst>
                  <p:ext uri="{D42A27DB-BD31-4B8C-83A1-F6EECF244321}">
                    <p14:modId xmlns:p14="http://schemas.microsoft.com/office/powerpoint/2010/main" val="3846822263"/>
                  </p:ext>
                </p:extLst>
              </p:nvPr>
            </p:nvGraphicFramePr>
            <p:xfrm>
              <a:off x="3160305" y="1862032"/>
              <a:ext cx="1905000" cy="1384249"/>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66261">
                    <a:tc gridSpan="3">
                      <a:txBody>
                        <a:bodyPr/>
                        <a:lstStyle/>
                        <a:p>
                          <a:endParaRPr lang="zh-TW"/>
                        </a:p>
                      </a:txBody>
                      <a:tcPr anchor="ctr">
                        <a:lnB w="12700" cap="flat" cmpd="sng" algn="ctr">
                          <a:solidFill>
                            <a:schemeClr val="tx1"/>
                          </a:solidFill>
                          <a:prstDash val="solid"/>
                          <a:round/>
                          <a:headEnd type="none" w="med" len="med"/>
                          <a:tailEnd type="none" w="med" len="med"/>
                        </a:lnB>
                        <a:blipFill>
                          <a:blip r:embed="rId3"/>
                          <a:stretch>
                            <a:fillRect l="-319" t="-1299" r="-958" b="-224675"/>
                          </a:stretch>
                        </a:blipFill>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Fallback>
      </mc:AlternateContent>
      <p:sp>
        <p:nvSpPr>
          <p:cNvPr id="8" name="箭號: 向右 7">
            <a:extLst>
              <a:ext uri="{FF2B5EF4-FFF2-40B4-BE49-F238E27FC236}">
                <a16:creationId xmlns:a16="http://schemas.microsoft.com/office/drawing/2014/main" id="{7339BF6E-E989-0C5D-E718-1BA8917DB84B}"/>
              </a:ext>
            </a:extLst>
          </p:cNvPr>
          <p:cNvSpPr/>
          <p:nvPr/>
        </p:nvSpPr>
        <p:spPr>
          <a:xfrm>
            <a:off x="5873569" y="2384339"/>
            <a:ext cx="1079862" cy="339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00530981-2668-78EC-B730-4C3B3B94F5E4}"/>
                  </a:ext>
                </a:extLst>
              </p:cNvPr>
              <p:cNvGraphicFramePr>
                <a:graphicFrameLocks/>
              </p:cNvGraphicFramePr>
              <p:nvPr>
                <p:extLst>
                  <p:ext uri="{D42A27DB-BD31-4B8C-83A1-F6EECF244321}">
                    <p14:modId xmlns:p14="http://schemas.microsoft.com/office/powerpoint/2010/main" val="3616628416"/>
                  </p:ext>
                </p:extLst>
              </p:nvPr>
            </p:nvGraphicFramePr>
            <p:xfrm>
              <a:off x="7761695" y="1846622"/>
              <a:ext cx="1270000" cy="1418654"/>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tblGrid>
                  <a:tr h="498777">
                    <a:tc gridSpan="2">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d>
                                  <m:dPr>
                                    <m:ctrlPr>
                                      <a:rPr lang="en-US" altLang="zh-TW" sz="2400" b="0" i="1" smtClean="0">
                                        <a:latin typeface="Cambria Math" panose="02040503050406030204" pitchFamily="18" charset="0"/>
                                      </a:rPr>
                                    </m:ctrlPr>
                                  </m:dPr>
                                  <m:e>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𝐴</m:t>
                                        </m:r>
                                      </m:e>
                                      <m:sub>
                                        <m:r>
                                          <a:rPr lang="en-US" altLang="zh-TW" sz="2400" b="0" i="1" smtClean="0">
                                            <a:latin typeface="Cambria Math" panose="02040503050406030204" pitchFamily="18" charset="0"/>
                                          </a:rPr>
                                          <m:t>5</m:t>
                                        </m:r>
                                      </m:sub>
                                      <m:sup>
                                        <m:r>
                                          <a:rPr lang="en-US" altLang="zh-TW" sz="2400" b="0" i="1" smtClean="0">
                                            <a:latin typeface="Cambria Math" panose="02040503050406030204" pitchFamily="18" charset="0"/>
                                          </a:rPr>
                                          <m:t>6</m:t>
                                        </m:r>
                                      </m:sup>
                                    </m:sSubSup>
                                  </m:e>
                                </m:d>
                              </m:oMath>
                            </m:oMathPara>
                          </a14:m>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312072294"/>
                      </a:ext>
                    </a:extLst>
                  </a:tr>
                  <a:tr h="45223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223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294738"/>
                      </a:ext>
                    </a:extLst>
                  </a:tr>
                </a:tbl>
              </a:graphicData>
            </a:graphic>
          </p:graphicFrame>
        </mc:Choice>
        <mc:Fallback xmlns="">
          <p:graphicFrame>
            <p:nvGraphicFramePr>
              <p:cNvPr id="9" name="表格 8">
                <a:extLst>
                  <a:ext uri="{FF2B5EF4-FFF2-40B4-BE49-F238E27FC236}">
                    <a16:creationId xmlns:a16="http://schemas.microsoft.com/office/drawing/2014/main" id="{00530981-2668-78EC-B730-4C3B3B94F5E4}"/>
                  </a:ext>
                </a:extLst>
              </p:cNvPr>
              <p:cNvGraphicFramePr>
                <a:graphicFrameLocks/>
              </p:cNvGraphicFramePr>
              <p:nvPr>
                <p:extLst>
                  <p:ext uri="{D42A27DB-BD31-4B8C-83A1-F6EECF244321}">
                    <p14:modId xmlns:p14="http://schemas.microsoft.com/office/powerpoint/2010/main" val="3616628416"/>
                  </p:ext>
                </p:extLst>
              </p:nvPr>
            </p:nvGraphicFramePr>
            <p:xfrm>
              <a:off x="7761695" y="1846622"/>
              <a:ext cx="1270000" cy="1418654"/>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1392212242"/>
                        </a:ext>
                      </a:extLst>
                    </a:gridCol>
                    <a:gridCol w="635000">
                      <a:extLst>
                        <a:ext uri="{9D8B030D-6E8A-4147-A177-3AD203B41FA5}">
                          <a16:colId xmlns:a16="http://schemas.microsoft.com/office/drawing/2014/main" val="3397896882"/>
                        </a:ext>
                      </a:extLst>
                    </a:gridCol>
                  </a:tblGrid>
                  <a:tr h="504254">
                    <a:tc gridSpan="2">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78" t="-1205" r="-957" b="-209639"/>
                          </a:stretch>
                        </a:blipFill>
                      </a:tcPr>
                    </a:tc>
                    <a:tc hMerge="1">
                      <a:txBody>
                        <a:bodyPr/>
                        <a:lstStyle/>
                        <a:p>
                          <a:endParaRPr lang="zh-TW" altLang="en-US" dirty="0"/>
                        </a:p>
                      </a:txBody>
                      <a:tcPr/>
                    </a:tc>
                    <a:extLst>
                      <a:ext uri="{0D108BD9-81ED-4DB2-BD59-A6C34878D82A}">
                        <a16:rowId xmlns:a16="http://schemas.microsoft.com/office/drawing/2014/main" val="1312072294"/>
                      </a:ext>
                    </a:extLst>
                  </a:tr>
                  <a:tr h="457200">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973732"/>
                      </a:ext>
                    </a:extLst>
                  </a:tr>
                  <a:tr h="457200">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629473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65242052-543F-603F-AB00-7DB547B0B58B}"/>
                  </a:ext>
                </a:extLst>
              </p:cNvPr>
              <p:cNvGraphicFramePr>
                <a:graphicFrameLocks/>
              </p:cNvGraphicFramePr>
              <p:nvPr>
                <p:extLst>
                  <p:ext uri="{D42A27DB-BD31-4B8C-83A1-F6EECF244321}">
                    <p14:modId xmlns:p14="http://schemas.microsoft.com/office/powerpoint/2010/main" val="2658164157"/>
                  </p:ext>
                </p:extLst>
              </p:nvPr>
            </p:nvGraphicFramePr>
            <p:xfrm>
              <a:off x="9839959" y="1846622"/>
              <a:ext cx="1270000" cy="1418654"/>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7785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7</m:t>
                                    </m:r>
                                  </m:sub>
                                  <m:sup>
                                    <m:r>
                                      <a:rPr lang="en-US" altLang="zh-TW" sz="2400" b="0" i="1" smtClean="0">
                                        <a:latin typeface="Cambria Math" panose="02040503050406030204" pitchFamily="18" charset="0"/>
                                      </a:rPr>
                                      <m:t>10</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extLst>
                      <a:ext uri="{0D108BD9-81ED-4DB2-BD59-A6C34878D82A}">
                        <a16:rowId xmlns:a16="http://schemas.microsoft.com/office/drawing/2014/main" val="1312072294"/>
                      </a:ext>
                    </a:extLst>
                  </a:tr>
                  <a:tr h="470402">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65973732"/>
                      </a:ext>
                    </a:extLst>
                  </a:tr>
                  <a:tr h="470402">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Choice>
        <mc:Fallback xmlns="">
          <p:graphicFrame>
            <p:nvGraphicFramePr>
              <p:cNvPr id="10" name="表格 9">
                <a:extLst>
                  <a:ext uri="{FF2B5EF4-FFF2-40B4-BE49-F238E27FC236}">
                    <a16:creationId xmlns:a16="http://schemas.microsoft.com/office/drawing/2014/main" id="{65242052-543F-603F-AB00-7DB547B0B58B}"/>
                  </a:ext>
                </a:extLst>
              </p:cNvPr>
              <p:cNvGraphicFramePr>
                <a:graphicFrameLocks/>
              </p:cNvGraphicFramePr>
              <p:nvPr>
                <p:extLst>
                  <p:ext uri="{D42A27DB-BD31-4B8C-83A1-F6EECF244321}">
                    <p14:modId xmlns:p14="http://schemas.microsoft.com/office/powerpoint/2010/main" val="2658164157"/>
                  </p:ext>
                </p:extLst>
              </p:nvPr>
            </p:nvGraphicFramePr>
            <p:xfrm>
              <a:off x="9839959" y="1846622"/>
              <a:ext cx="1270000" cy="1418654"/>
            </p:xfrm>
            <a:graphic>
              <a:graphicData uri="http://schemas.openxmlformats.org/drawingml/2006/table">
                <a:tbl>
                  <a:tblPr firstRow="1" bandRow="1">
                    <a:tableStyleId>{5940675A-B579-460E-94D1-54222C63F5DA}</a:tableStyleId>
                  </a:tblPr>
                  <a:tblGrid>
                    <a:gridCol w="635000">
                      <a:extLst>
                        <a:ext uri="{9D8B030D-6E8A-4147-A177-3AD203B41FA5}">
                          <a16:colId xmlns:a16="http://schemas.microsoft.com/office/drawing/2014/main" val="3397896882"/>
                        </a:ext>
                      </a:extLst>
                    </a:gridCol>
                    <a:gridCol w="635000">
                      <a:extLst>
                        <a:ext uri="{9D8B030D-6E8A-4147-A177-3AD203B41FA5}">
                          <a16:colId xmlns:a16="http://schemas.microsoft.com/office/drawing/2014/main" val="3210121094"/>
                        </a:ext>
                      </a:extLst>
                    </a:gridCol>
                  </a:tblGrid>
                  <a:tr h="477850">
                    <a:tc gridSpan="2">
                      <a:txBody>
                        <a:bodyPr/>
                        <a:lstStyle/>
                        <a:p>
                          <a:endParaRPr lang="zh-TW"/>
                        </a:p>
                      </a:txBody>
                      <a:tcPr anchor="ctr">
                        <a:lnB w="12700" cap="flat" cmpd="sng" algn="ctr">
                          <a:solidFill>
                            <a:schemeClr val="tx1"/>
                          </a:solidFill>
                          <a:prstDash val="solid"/>
                          <a:round/>
                          <a:headEnd type="none" w="med" len="med"/>
                          <a:tailEnd type="none" w="med" len="med"/>
                        </a:lnB>
                        <a:blipFill>
                          <a:blip r:embed="rId5"/>
                          <a:stretch>
                            <a:fillRect l="-478" t="-1266" r="-957" b="-196203"/>
                          </a:stretch>
                        </a:blipFill>
                      </a:tcPr>
                    </a:tc>
                    <a:tc hMerge="1">
                      <a:txBody>
                        <a:bodyPr/>
                        <a:lstStyle/>
                        <a:p>
                          <a:endParaRPr lang="zh-TW" altLang="en-US" dirty="0"/>
                        </a:p>
                      </a:txBody>
                      <a:tcPr/>
                    </a:tc>
                    <a:extLst>
                      <a:ext uri="{0D108BD9-81ED-4DB2-BD59-A6C34878D82A}">
                        <a16:rowId xmlns:a16="http://schemas.microsoft.com/office/drawing/2014/main" val="1312072294"/>
                      </a:ext>
                    </a:extLst>
                  </a:tr>
                  <a:tr h="470402">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65973732"/>
                      </a:ext>
                    </a:extLst>
                  </a:tr>
                  <a:tr h="470402">
                    <a:tc>
                      <a:txBody>
                        <a:bodyPr/>
                        <a:lstStyle/>
                        <a:p>
                          <a:pPr algn="ctr"/>
                          <a:endParaRPr lang="en-US" altLang="zh-TW"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Fallback>
      </mc:AlternateContent>
      <p:sp>
        <p:nvSpPr>
          <p:cNvPr id="11" name="箭號: 向右 10">
            <a:extLst>
              <a:ext uri="{FF2B5EF4-FFF2-40B4-BE49-F238E27FC236}">
                <a16:creationId xmlns:a16="http://schemas.microsoft.com/office/drawing/2014/main" id="{55ED4B24-FD6D-059B-7993-8DCD8C327608}"/>
              </a:ext>
            </a:extLst>
          </p:cNvPr>
          <p:cNvSpPr/>
          <p:nvPr/>
        </p:nvSpPr>
        <p:spPr>
          <a:xfrm rot="8567813">
            <a:off x="8070670" y="3639845"/>
            <a:ext cx="1079862" cy="339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5AC9551F-D52D-D673-DFF1-5037964A93D7}"/>
                  </a:ext>
                </a:extLst>
              </p:cNvPr>
              <p:cNvGraphicFramePr>
                <a:graphicFrameLocks/>
              </p:cNvGraphicFramePr>
              <p:nvPr>
                <p:extLst>
                  <p:ext uri="{D42A27DB-BD31-4B8C-83A1-F6EECF244321}">
                    <p14:modId xmlns:p14="http://schemas.microsoft.com/office/powerpoint/2010/main" val="516991491"/>
                  </p:ext>
                </p:extLst>
              </p:nvPr>
            </p:nvGraphicFramePr>
            <p:xfrm>
              <a:off x="5065305" y="4271386"/>
              <a:ext cx="2691244" cy="1384249"/>
            </p:xfrm>
            <a:graphic>
              <a:graphicData uri="http://schemas.openxmlformats.org/drawingml/2006/table">
                <a:tbl>
                  <a:tblPr firstRow="1" bandRow="1">
                    <a:tableStyleId>{5940675A-B579-460E-94D1-54222C63F5DA}</a:tableStyleId>
                  </a:tblPr>
                  <a:tblGrid>
                    <a:gridCol w="672811">
                      <a:extLst>
                        <a:ext uri="{9D8B030D-6E8A-4147-A177-3AD203B41FA5}">
                          <a16:colId xmlns:a16="http://schemas.microsoft.com/office/drawing/2014/main" val="1392212242"/>
                        </a:ext>
                      </a:extLst>
                    </a:gridCol>
                    <a:gridCol w="672811">
                      <a:extLst>
                        <a:ext uri="{9D8B030D-6E8A-4147-A177-3AD203B41FA5}">
                          <a16:colId xmlns:a16="http://schemas.microsoft.com/office/drawing/2014/main" val="3397896882"/>
                        </a:ext>
                      </a:extLst>
                    </a:gridCol>
                    <a:gridCol w="672811">
                      <a:extLst>
                        <a:ext uri="{9D8B030D-6E8A-4147-A177-3AD203B41FA5}">
                          <a16:colId xmlns:a16="http://schemas.microsoft.com/office/drawing/2014/main" val="3210121094"/>
                        </a:ext>
                      </a:extLst>
                    </a:gridCol>
                    <a:gridCol w="672811">
                      <a:extLst>
                        <a:ext uri="{9D8B030D-6E8A-4147-A177-3AD203B41FA5}">
                          <a16:colId xmlns:a16="http://schemas.microsoft.com/office/drawing/2014/main" val="2258134933"/>
                        </a:ext>
                      </a:extLst>
                    </a:gridCol>
                  </a:tblGrid>
                  <a:tr h="466261">
                    <a:tc gridSpan="4">
                      <a:txBody>
                        <a:bodyPr/>
                        <a:lstStyle/>
                        <a:p>
                          <a:pPr algn="ct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𝐶</m:t>
                                </m:r>
                                <m:r>
                                  <a:rPr lang="en-US" altLang="zh-TW" sz="2400" b="0" i="1" smtClean="0">
                                    <a:latin typeface="Cambria Math" panose="02040503050406030204" pitchFamily="18" charset="0"/>
                                  </a:rPr>
                                  <m:t>(</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𝑆</m:t>
                                    </m:r>
                                  </m:e>
                                  <m:sub>
                                    <m:r>
                                      <a:rPr lang="en-US" altLang="zh-TW" sz="2400" b="0" i="1" smtClean="0">
                                        <a:latin typeface="Cambria Math" panose="02040503050406030204" pitchFamily="18" charset="0"/>
                                      </a:rPr>
                                      <m:t>7</m:t>
                                    </m:r>
                                  </m:sub>
                                  <m:sup>
                                    <m:r>
                                      <a:rPr lang="en-US" altLang="zh-TW" sz="2400" b="0" i="1" smtClean="0">
                                        <a:latin typeface="Cambria Math" panose="02040503050406030204" pitchFamily="18" charset="0"/>
                                      </a:rPr>
                                      <m:t>10</m:t>
                                    </m:r>
                                  </m:sup>
                                </m:sSubSup>
                                <m:r>
                                  <a:rPr lang="en-US" altLang="zh-TW" sz="2400" b="0" i="1" smtClean="0">
                                    <a:latin typeface="Cambria Math" panose="02040503050406030204" pitchFamily="18" charset="0"/>
                                  </a:rPr>
                                  <m:t>)</m:t>
                                </m:r>
                              </m:oMath>
                            </m:oMathPara>
                          </a14:m>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Choice>
        <mc:Fallback xmlns="">
          <p:graphicFrame>
            <p:nvGraphicFramePr>
              <p:cNvPr id="12" name="表格 11">
                <a:extLst>
                  <a:ext uri="{FF2B5EF4-FFF2-40B4-BE49-F238E27FC236}">
                    <a16:creationId xmlns:a16="http://schemas.microsoft.com/office/drawing/2014/main" id="{5AC9551F-D52D-D673-DFF1-5037964A93D7}"/>
                  </a:ext>
                </a:extLst>
              </p:cNvPr>
              <p:cNvGraphicFramePr>
                <a:graphicFrameLocks/>
              </p:cNvGraphicFramePr>
              <p:nvPr>
                <p:extLst>
                  <p:ext uri="{D42A27DB-BD31-4B8C-83A1-F6EECF244321}">
                    <p14:modId xmlns:p14="http://schemas.microsoft.com/office/powerpoint/2010/main" val="516991491"/>
                  </p:ext>
                </p:extLst>
              </p:nvPr>
            </p:nvGraphicFramePr>
            <p:xfrm>
              <a:off x="5065305" y="4271386"/>
              <a:ext cx="2691244" cy="1384249"/>
            </p:xfrm>
            <a:graphic>
              <a:graphicData uri="http://schemas.openxmlformats.org/drawingml/2006/table">
                <a:tbl>
                  <a:tblPr firstRow="1" bandRow="1">
                    <a:tableStyleId>{5940675A-B579-460E-94D1-54222C63F5DA}</a:tableStyleId>
                  </a:tblPr>
                  <a:tblGrid>
                    <a:gridCol w="672811">
                      <a:extLst>
                        <a:ext uri="{9D8B030D-6E8A-4147-A177-3AD203B41FA5}">
                          <a16:colId xmlns:a16="http://schemas.microsoft.com/office/drawing/2014/main" val="1392212242"/>
                        </a:ext>
                      </a:extLst>
                    </a:gridCol>
                    <a:gridCol w="672811">
                      <a:extLst>
                        <a:ext uri="{9D8B030D-6E8A-4147-A177-3AD203B41FA5}">
                          <a16:colId xmlns:a16="http://schemas.microsoft.com/office/drawing/2014/main" val="3397896882"/>
                        </a:ext>
                      </a:extLst>
                    </a:gridCol>
                    <a:gridCol w="672811">
                      <a:extLst>
                        <a:ext uri="{9D8B030D-6E8A-4147-A177-3AD203B41FA5}">
                          <a16:colId xmlns:a16="http://schemas.microsoft.com/office/drawing/2014/main" val="3210121094"/>
                        </a:ext>
                      </a:extLst>
                    </a:gridCol>
                    <a:gridCol w="672811">
                      <a:extLst>
                        <a:ext uri="{9D8B030D-6E8A-4147-A177-3AD203B41FA5}">
                          <a16:colId xmlns:a16="http://schemas.microsoft.com/office/drawing/2014/main" val="2258134933"/>
                        </a:ext>
                      </a:extLst>
                    </a:gridCol>
                  </a:tblGrid>
                  <a:tr h="466261">
                    <a:tc gridSpan="4">
                      <a:txBody>
                        <a:bodyPr/>
                        <a:lstStyle/>
                        <a:p>
                          <a:endParaRPr lang="zh-TW"/>
                        </a:p>
                      </a:txBody>
                      <a:tcPr anchor="ctr">
                        <a:lnB w="12700" cap="flat" cmpd="sng" algn="ctr">
                          <a:solidFill>
                            <a:schemeClr val="tx1"/>
                          </a:solidFill>
                          <a:prstDash val="solid"/>
                          <a:round/>
                          <a:headEnd type="none" w="med" len="med"/>
                          <a:tailEnd type="none" w="med" len="med"/>
                        </a:lnB>
                        <a:blipFill>
                          <a:blip r:embed="rId6"/>
                          <a:stretch>
                            <a:fillRect l="-226" t="-1299" r="-451" b="-225974"/>
                          </a:stretch>
                        </a:blipFill>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072294"/>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973732"/>
                      </a:ext>
                    </a:extLst>
                  </a:tr>
                  <a:tr h="458994">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sz="2400" dirty="0">
                            <a:latin typeface="Times New Roman" panose="02020603050405020304" pitchFamily="18" charset="0"/>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6294738"/>
                      </a:ext>
                    </a:extLst>
                  </a:tr>
                </a:tbl>
              </a:graphicData>
            </a:graphic>
          </p:graphicFrame>
        </mc:Fallback>
      </mc:AlternateContent>
    </p:spTree>
    <p:extLst>
      <p:ext uri="{BB962C8B-B14F-4D97-AF65-F5344CB8AC3E}">
        <p14:creationId xmlns:p14="http://schemas.microsoft.com/office/powerpoint/2010/main" val="191969708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18C9FE-3514-34E2-1958-67BC97665245}"/>
              </a:ext>
            </a:extLst>
          </p:cNvPr>
          <p:cNvSpPr>
            <a:spLocks noGrp="1"/>
          </p:cNvSpPr>
          <p:nvPr>
            <p:ph type="title"/>
          </p:nvPr>
        </p:nvSpPr>
        <p:spPr/>
        <p:txBody>
          <a:bodyPr/>
          <a:lstStyle/>
          <a:p>
            <a:r>
              <a:rPr lang="en-US" altLang="zh-TW" dirty="0"/>
              <a:t>LIS in Sliding Windows</a:t>
            </a:r>
            <a:endParaRPr lang="zh-TW" altLang="en-US" dirty="0"/>
          </a:p>
        </p:txBody>
      </p:sp>
      <p:sp>
        <p:nvSpPr>
          <p:cNvPr id="4" name="投影片編號版面配置區 3">
            <a:extLst>
              <a:ext uri="{FF2B5EF4-FFF2-40B4-BE49-F238E27FC236}">
                <a16:creationId xmlns:a16="http://schemas.microsoft.com/office/drawing/2014/main" id="{0CFA3DA2-9616-34FA-A0D2-E2EFD5537CE3}"/>
              </a:ext>
            </a:extLst>
          </p:cNvPr>
          <p:cNvSpPr>
            <a:spLocks noGrp="1"/>
          </p:cNvSpPr>
          <p:nvPr>
            <p:ph type="sldNum" sz="quarter" idx="12"/>
          </p:nvPr>
        </p:nvSpPr>
        <p:spPr/>
        <p:txBody>
          <a:bodyPr/>
          <a:lstStyle/>
          <a:p>
            <a:fld id="{4CD2C34A-D3D3-4A9B-8692-9279E332F0C9}" type="slidenum">
              <a:rPr lang="zh-TW" altLang="en-US" smtClean="0"/>
              <a:pPr/>
              <a:t>7</a:t>
            </a:fld>
            <a:endParaRPr lang="zh-TW" altLang="en-US" dirty="0"/>
          </a:p>
        </p:txBody>
      </p:sp>
      <p:graphicFrame>
        <p:nvGraphicFramePr>
          <p:cNvPr id="5" name="內容版面配置區 5">
            <a:extLst>
              <a:ext uri="{FF2B5EF4-FFF2-40B4-BE49-F238E27FC236}">
                <a16:creationId xmlns:a16="http://schemas.microsoft.com/office/drawing/2014/main" id="{BD7C6C80-B1A0-375F-FE47-10F518952821}"/>
              </a:ext>
            </a:extLst>
          </p:cNvPr>
          <p:cNvGraphicFramePr>
            <a:graphicFrameLocks noGrp="1"/>
          </p:cNvGraphicFramePr>
          <p:nvPr>
            <p:ph idx="1"/>
            <p:extLst>
              <p:ext uri="{D42A27DB-BD31-4B8C-83A1-F6EECF244321}">
                <p14:modId xmlns:p14="http://schemas.microsoft.com/office/powerpoint/2010/main" val="2206381636"/>
              </p:ext>
            </p:extLst>
          </p:nvPr>
        </p:nvGraphicFramePr>
        <p:xfrm>
          <a:off x="2896810" y="1570355"/>
          <a:ext cx="6398380" cy="5151120"/>
        </p:xfrm>
        <a:graphic>
          <a:graphicData uri="http://schemas.openxmlformats.org/drawingml/2006/table">
            <a:tbl>
              <a:tblPr firstRow="1" bandRow="1">
                <a:tableStyleId>{5940675A-B579-460E-94D1-54222C63F5DA}</a:tableStyleId>
              </a:tblPr>
              <a:tblGrid>
                <a:gridCol w="1279676">
                  <a:extLst>
                    <a:ext uri="{9D8B030D-6E8A-4147-A177-3AD203B41FA5}">
                      <a16:colId xmlns:a16="http://schemas.microsoft.com/office/drawing/2014/main" val="3775013492"/>
                    </a:ext>
                  </a:extLst>
                </a:gridCol>
                <a:gridCol w="1279676">
                  <a:extLst>
                    <a:ext uri="{9D8B030D-6E8A-4147-A177-3AD203B41FA5}">
                      <a16:colId xmlns:a16="http://schemas.microsoft.com/office/drawing/2014/main" val="1564094475"/>
                    </a:ext>
                  </a:extLst>
                </a:gridCol>
                <a:gridCol w="1279676">
                  <a:extLst>
                    <a:ext uri="{9D8B030D-6E8A-4147-A177-3AD203B41FA5}">
                      <a16:colId xmlns:a16="http://schemas.microsoft.com/office/drawing/2014/main" val="770220431"/>
                    </a:ext>
                  </a:extLst>
                </a:gridCol>
                <a:gridCol w="1279676">
                  <a:extLst>
                    <a:ext uri="{9D8B030D-6E8A-4147-A177-3AD203B41FA5}">
                      <a16:colId xmlns:a16="http://schemas.microsoft.com/office/drawing/2014/main" val="2608182132"/>
                    </a:ext>
                  </a:extLst>
                </a:gridCol>
                <a:gridCol w="1279676">
                  <a:extLst>
                    <a:ext uri="{9D8B030D-6E8A-4147-A177-3AD203B41FA5}">
                      <a16:colId xmlns:a16="http://schemas.microsoft.com/office/drawing/2014/main" val="808313317"/>
                    </a:ext>
                  </a:extLst>
                </a:gridCol>
              </a:tblGrid>
              <a:tr h="370840">
                <a:tc>
                  <a:txBody>
                    <a:bodyPr/>
                    <a:lstStyle/>
                    <a:p>
                      <a:pPr algn="ctr"/>
                      <a:r>
                        <a:rPr lang="en-US" altLang="zh-TW" sz="2000" dirty="0">
                          <a:latin typeface="Times New Roman" panose="02020603050405020304" pitchFamily="18" charset="0"/>
                          <a:cs typeface="Times New Roman" panose="02020603050405020304" pitchFamily="18" charset="0"/>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altLang="zh-TW" sz="2000" dirty="0">
                          <a:solidFill>
                            <a:srgbClr val="FF0000"/>
                          </a:solidFill>
                          <a:latin typeface="Times New Roman" panose="02020603050405020304" pitchFamily="18" charset="0"/>
                          <a:cs typeface="Times New Roman" panose="02020603050405020304" pitchFamily="18" charset="0"/>
                        </a:rPr>
                        <a:t>u = 6</a:t>
                      </a:r>
                      <a:endParaRPr lang="zh-TW" altLang="en-US" sz="2000" dirty="0">
                        <a:solidFill>
                          <a:srgbClr val="FF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8480457"/>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8</a:t>
                      </a: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200598"/>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3</a:t>
                      </a: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5291131"/>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4</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7080571"/>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a:t>
                      </a:r>
                      <a:endParaRPr lang="zh-TW" altLang="en-US" sz="2000" dirty="0">
                        <a:latin typeface="Times New Roman" panose="02020603050405020304" pitchFamily="18" charset="0"/>
                        <a:cs typeface="Times New Roman" panose="02020603050405020304" pitchFamily="18" charset="0"/>
                      </a:endParaRPr>
                    </a:p>
                  </a:txBody>
                  <a:tcPr>
                    <a:lnB w="28575" cap="flat" cmpd="sng" algn="ctr">
                      <a:solidFill>
                        <a:srgbClr val="FF0000"/>
                      </a:solidFill>
                      <a:prstDash val="solid"/>
                      <a:round/>
                      <a:headEnd type="none" w="med" len="med"/>
                      <a:tailEnd type="none" w="med" len="med"/>
                    </a:lnB>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981750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11</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3145550"/>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534890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5668465"/>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r>
                        <a:rPr lang="en-US" altLang="zh-TW" sz="2000" dirty="0">
                          <a:latin typeface="Times New Roman" panose="02020603050405020304" pitchFamily="18" charset="0"/>
                          <a:cs typeface="Times New Roman" panose="02020603050405020304" pitchFamily="18" charset="0"/>
                        </a:rPr>
                        <a:t>7</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3761166"/>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71997444"/>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sz="2000" dirty="0">
                          <a:latin typeface="Times New Roman" panose="02020603050405020304" pitchFamily="18" charset="0"/>
                          <a:cs typeface="Times New Roman" panose="02020603050405020304" pitchFamily="18" charset="0"/>
                        </a:rPr>
                        <a:t>2</a:t>
                      </a:r>
                      <a:endParaRPr lang="zh-TW" altLang="en-US" sz="2000" dirty="0">
                        <a:latin typeface="Times New Roman" panose="02020603050405020304" pitchFamily="18" charset="0"/>
                        <a:cs typeface="Times New Roman" panose="02020603050405020304" pitchFamily="18" charset="0"/>
                      </a:endParaRPr>
                    </a:p>
                  </a:txBody>
                  <a:tcPr>
                    <a:lnL w="28575" cap="flat" cmpd="sng" algn="ctr">
                      <a:solidFill>
                        <a:srgbClr val="FF0000"/>
                      </a:solidFill>
                      <a:prstDash val="solid"/>
                      <a:round/>
                      <a:headEnd type="none" w="med" len="med"/>
                      <a:tailEnd type="none" w="med" len="med"/>
                    </a:lnL>
                  </a:tcPr>
                </a:tc>
                <a:tc>
                  <a:txBody>
                    <a:bodyPr/>
                    <a:lstStyle/>
                    <a:p>
                      <a:pPr algn="ctr"/>
                      <a:r>
                        <a:rPr lang="en-US" altLang="zh-TW" sz="2000" dirty="0">
                          <a:latin typeface="Times New Roman" panose="02020603050405020304" pitchFamily="18" charset="0"/>
                          <a:cs typeface="Times New Roman" panose="02020603050405020304" pitchFamily="18" charset="0"/>
                        </a:rPr>
                        <a:t>5</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9</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000" dirty="0">
                          <a:latin typeface="Times New Roman" panose="02020603050405020304" pitchFamily="18" charset="0"/>
                          <a:cs typeface="Times New Roman" panose="02020603050405020304" pitchFamily="18" charset="0"/>
                        </a:rPr>
                        <a:t>12</a:t>
                      </a: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9591478"/>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10</a:t>
                      </a:r>
                      <a:endParaRPr lang="zh-TW" altLang="en-US" sz="2000" dirty="0">
                        <a:latin typeface="Times New Roman" panose="02020603050405020304" pitchFamily="18" charset="0"/>
                        <a:cs typeface="Times New Roman" panose="02020603050405020304" pitchFamily="18" charset="0"/>
                      </a:endParaRPr>
                    </a:p>
                  </a:txBody>
                  <a:tcPr>
                    <a:lnT w="28575" cap="flat" cmpd="sng" algn="ctr">
                      <a:solidFill>
                        <a:srgbClr val="FF0000"/>
                      </a:solidFill>
                      <a:prstDash val="solid"/>
                      <a:round/>
                      <a:headEnd type="none" w="med" len="med"/>
                      <a:tailEnd type="none" w="med" len="med"/>
                    </a:lnT>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95659280"/>
                  </a:ext>
                </a:extLst>
              </a:tr>
              <a:tr h="370840">
                <a:tc>
                  <a:txBody>
                    <a:bodyPr/>
                    <a:lstStyle/>
                    <a:p>
                      <a:pPr algn="ctr"/>
                      <a:r>
                        <a:rPr lang="en-US" altLang="zh-TW" sz="2000" dirty="0">
                          <a:latin typeface="Times New Roman" panose="02020603050405020304" pitchFamily="18" charset="0"/>
                          <a:cs typeface="Times New Roman" panose="02020603050405020304" pitchFamily="18" charset="0"/>
                        </a:rPr>
                        <a:t>6</a:t>
                      </a: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tc>
                  <a:txBody>
                    <a:bodyPr/>
                    <a:lstStyle/>
                    <a:p>
                      <a:pPr algn="ctr"/>
                      <a:endParaRPr lang="zh-TW" alt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8687072"/>
                  </a:ext>
                </a:extLst>
              </a:tr>
            </a:tbl>
          </a:graphicData>
        </a:graphic>
      </p:graphicFrame>
    </p:spTree>
    <p:extLst>
      <p:ext uri="{BB962C8B-B14F-4D97-AF65-F5344CB8AC3E}">
        <p14:creationId xmlns:p14="http://schemas.microsoft.com/office/powerpoint/2010/main" val="222129493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D6E5D6-4724-6D52-17C6-5A3A09D3762C}"/>
              </a:ext>
            </a:extLst>
          </p:cNvPr>
          <p:cNvSpPr>
            <a:spLocks noGrp="1"/>
          </p:cNvSpPr>
          <p:nvPr>
            <p:ph type="title"/>
          </p:nvPr>
        </p:nvSpPr>
        <p:spPr/>
        <p:txBody>
          <a:bodyPr/>
          <a:lstStyle/>
          <a:p>
            <a:r>
              <a:rPr lang="en-US" altLang="zh-TW" dirty="0"/>
              <a:t>Algorithm (1 / 4)</a:t>
            </a:r>
            <a:endParaRPr lang="zh-TW" altLang="en-US" dirty="0"/>
          </a:p>
        </p:txBody>
      </p:sp>
      <p:pic>
        <p:nvPicPr>
          <p:cNvPr id="6" name="內容版面配置區 5">
            <a:extLst>
              <a:ext uri="{FF2B5EF4-FFF2-40B4-BE49-F238E27FC236}">
                <a16:creationId xmlns:a16="http://schemas.microsoft.com/office/drawing/2014/main" id="{3E6EC5EC-CEB3-DA19-83BF-6B0790E11ED9}"/>
              </a:ext>
            </a:extLst>
          </p:cNvPr>
          <p:cNvPicPr>
            <a:picLocks noGrp="1" noChangeAspect="1"/>
          </p:cNvPicPr>
          <p:nvPr>
            <p:ph idx="1"/>
          </p:nvPr>
        </p:nvPicPr>
        <p:blipFill>
          <a:blip r:embed="rId2"/>
          <a:stretch>
            <a:fillRect/>
          </a:stretch>
        </p:blipFill>
        <p:spPr>
          <a:xfrm>
            <a:off x="2547442" y="2205581"/>
            <a:ext cx="7097115" cy="3591426"/>
          </a:xfrm>
        </p:spPr>
      </p:pic>
      <p:sp>
        <p:nvSpPr>
          <p:cNvPr id="4" name="投影片編號版面配置區 3">
            <a:extLst>
              <a:ext uri="{FF2B5EF4-FFF2-40B4-BE49-F238E27FC236}">
                <a16:creationId xmlns:a16="http://schemas.microsoft.com/office/drawing/2014/main" id="{8E1D0785-A069-8346-D01E-D13D3FEFADEF}"/>
              </a:ext>
            </a:extLst>
          </p:cNvPr>
          <p:cNvSpPr>
            <a:spLocks noGrp="1"/>
          </p:cNvSpPr>
          <p:nvPr>
            <p:ph type="sldNum" sz="quarter" idx="12"/>
          </p:nvPr>
        </p:nvSpPr>
        <p:spPr/>
        <p:txBody>
          <a:bodyPr/>
          <a:lstStyle/>
          <a:p>
            <a:fld id="{4CD2C34A-D3D3-4A9B-8692-9279E332F0C9}" type="slidenum">
              <a:rPr lang="zh-TW" altLang="en-US" smtClean="0"/>
              <a:pPr/>
              <a:t>8</a:t>
            </a:fld>
            <a:endParaRPr lang="zh-TW" altLang="en-US" dirty="0"/>
          </a:p>
        </p:txBody>
      </p:sp>
      <p:sp>
        <p:nvSpPr>
          <p:cNvPr id="3" name="矩形 2">
            <a:extLst>
              <a:ext uri="{FF2B5EF4-FFF2-40B4-BE49-F238E27FC236}">
                <a16:creationId xmlns:a16="http://schemas.microsoft.com/office/drawing/2014/main" id="{6B183DF6-DFF4-D50E-3AEB-B8E61CB9FE08}"/>
              </a:ext>
            </a:extLst>
          </p:cNvPr>
          <p:cNvSpPr/>
          <p:nvPr/>
        </p:nvSpPr>
        <p:spPr>
          <a:xfrm>
            <a:off x="7297445" y="4332303"/>
            <a:ext cx="1731144" cy="5326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0B13BDDE-DB9F-7E76-1C7B-9A9BD375A240}"/>
              </a:ext>
            </a:extLst>
          </p:cNvPr>
          <p:cNvSpPr txBox="1"/>
          <p:nvPr/>
        </p:nvSpPr>
        <p:spPr>
          <a:xfrm>
            <a:off x="9028589" y="4367800"/>
            <a:ext cx="1615737" cy="461665"/>
          </a:xfrm>
          <a:prstGeom prst="rect">
            <a:avLst/>
          </a:prstGeom>
          <a:noFill/>
        </p:spPr>
        <p:txBody>
          <a:bodyPr wrap="square" rtlCol="0">
            <a:spAutoFit/>
          </a:bodyPr>
          <a:lstStyle/>
          <a:p>
            <a:pPr algn="ctr"/>
            <a:r>
              <a:rPr lang="en-US" altLang="zh-TW" sz="2400" dirty="0">
                <a:solidFill>
                  <a:srgbClr val="FF0000"/>
                </a:solidFill>
                <a:latin typeface="Times New Roman" panose="02020603050405020304" pitchFamily="18" charset="0"/>
                <a:cs typeface="Times New Roman" panose="02020603050405020304" pitchFamily="18" charset="0"/>
              </a:rPr>
              <a:t>Stop Point</a:t>
            </a:r>
            <a:endParaRPr lang="zh-TW"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03847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A39A0-6B77-EA36-1566-D7D4A43557ED}"/>
              </a:ext>
            </a:extLst>
          </p:cNvPr>
          <p:cNvSpPr>
            <a:spLocks noGrp="1"/>
          </p:cNvSpPr>
          <p:nvPr>
            <p:ph type="title"/>
          </p:nvPr>
        </p:nvSpPr>
        <p:spPr/>
        <p:txBody>
          <a:bodyPr/>
          <a:lstStyle/>
          <a:p>
            <a:r>
              <a:rPr lang="en-US" altLang="zh-TW" dirty="0"/>
              <a:t>Algorithm (2 / 4)</a:t>
            </a:r>
            <a:endParaRPr lang="zh-TW" altLang="en-US" dirty="0"/>
          </a:p>
        </p:txBody>
      </p:sp>
      <p:pic>
        <p:nvPicPr>
          <p:cNvPr id="8" name="內容版面配置區 7">
            <a:extLst>
              <a:ext uri="{FF2B5EF4-FFF2-40B4-BE49-F238E27FC236}">
                <a16:creationId xmlns:a16="http://schemas.microsoft.com/office/drawing/2014/main" id="{6A0AE3AD-2955-2ED9-643C-00A51E0FD3FD}"/>
              </a:ext>
            </a:extLst>
          </p:cNvPr>
          <p:cNvPicPr>
            <a:picLocks noGrp="1" noChangeAspect="1"/>
          </p:cNvPicPr>
          <p:nvPr>
            <p:ph idx="1"/>
          </p:nvPr>
        </p:nvPicPr>
        <p:blipFill>
          <a:blip r:embed="rId2"/>
          <a:stretch>
            <a:fillRect/>
          </a:stretch>
        </p:blipFill>
        <p:spPr>
          <a:xfrm>
            <a:off x="2571258" y="2362765"/>
            <a:ext cx="7049484" cy="3277057"/>
          </a:xfrm>
        </p:spPr>
      </p:pic>
      <p:sp>
        <p:nvSpPr>
          <p:cNvPr id="4" name="投影片編號版面配置區 3">
            <a:extLst>
              <a:ext uri="{FF2B5EF4-FFF2-40B4-BE49-F238E27FC236}">
                <a16:creationId xmlns:a16="http://schemas.microsoft.com/office/drawing/2014/main" id="{C7A415FC-8AE8-5FAD-CECF-AF1519DB1027}"/>
              </a:ext>
            </a:extLst>
          </p:cNvPr>
          <p:cNvSpPr>
            <a:spLocks noGrp="1"/>
          </p:cNvSpPr>
          <p:nvPr>
            <p:ph type="sldNum" sz="quarter" idx="12"/>
          </p:nvPr>
        </p:nvSpPr>
        <p:spPr/>
        <p:txBody>
          <a:bodyPr/>
          <a:lstStyle/>
          <a:p>
            <a:fld id="{4CD2C34A-D3D3-4A9B-8692-9279E332F0C9}" type="slidenum">
              <a:rPr lang="zh-TW" altLang="en-US" smtClean="0"/>
              <a:pPr/>
              <a:t>9</a:t>
            </a:fld>
            <a:endParaRPr lang="zh-TW" altLang="en-US" dirty="0"/>
          </a:p>
        </p:txBody>
      </p:sp>
    </p:spTree>
    <p:extLst>
      <p:ext uri="{BB962C8B-B14F-4D97-AF65-F5344CB8AC3E}">
        <p14:creationId xmlns:p14="http://schemas.microsoft.com/office/powerpoint/2010/main" val="11343878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A06643-0677-97A6-4B87-5835A56F0FA6}"/>
              </a:ext>
            </a:extLst>
          </p:cNvPr>
          <p:cNvSpPr>
            <a:spLocks noGrp="1"/>
          </p:cNvSpPr>
          <p:nvPr>
            <p:ph type="title"/>
          </p:nvPr>
        </p:nvSpPr>
        <p:spPr/>
        <p:txBody>
          <a:bodyPr/>
          <a:lstStyle/>
          <a:p>
            <a:r>
              <a:rPr lang="en-US" altLang="zh-TW" dirty="0"/>
              <a:t>Algorithm (3 / 4)</a:t>
            </a:r>
            <a:endParaRPr lang="zh-TW" altLang="en-US" dirty="0"/>
          </a:p>
        </p:txBody>
      </p:sp>
      <p:pic>
        <p:nvPicPr>
          <p:cNvPr id="6" name="內容版面配置區 5">
            <a:extLst>
              <a:ext uri="{FF2B5EF4-FFF2-40B4-BE49-F238E27FC236}">
                <a16:creationId xmlns:a16="http://schemas.microsoft.com/office/drawing/2014/main" id="{FD9745AC-AA35-40A6-F1C3-3E47FE64101D}"/>
              </a:ext>
            </a:extLst>
          </p:cNvPr>
          <p:cNvPicPr>
            <a:picLocks noGrp="1" noChangeAspect="1"/>
          </p:cNvPicPr>
          <p:nvPr>
            <p:ph idx="1"/>
          </p:nvPr>
        </p:nvPicPr>
        <p:blipFill>
          <a:blip r:embed="rId2"/>
          <a:stretch>
            <a:fillRect/>
          </a:stretch>
        </p:blipFill>
        <p:spPr>
          <a:xfrm>
            <a:off x="2514100" y="2391344"/>
            <a:ext cx="7163800" cy="3219899"/>
          </a:xfrm>
        </p:spPr>
      </p:pic>
      <p:sp>
        <p:nvSpPr>
          <p:cNvPr id="4" name="投影片編號版面配置區 3">
            <a:extLst>
              <a:ext uri="{FF2B5EF4-FFF2-40B4-BE49-F238E27FC236}">
                <a16:creationId xmlns:a16="http://schemas.microsoft.com/office/drawing/2014/main" id="{D3E8E98A-6AF8-5B5D-85F3-153451009096}"/>
              </a:ext>
            </a:extLst>
          </p:cNvPr>
          <p:cNvSpPr>
            <a:spLocks noGrp="1"/>
          </p:cNvSpPr>
          <p:nvPr>
            <p:ph type="sldNum" sz="quarter" idx="12"/>
          </p:nvPr>
        </p:nvSpPr>
        <p:spPr/>
        <p:txBody>
          <a:bodyPr/>
          <a:lstStyle/>
          <a:p>
            <a:fld id="{4CD2C34A-D3D3-4A9B-8692-9279E332F0C9}" type="slidenum">
              <a:rPr lang="zh-TW" altLang="en-US" smtClean="0"/>
              <a:pPr/>
              <a:t>10</a:t>
            </a:fld>
            <a:endParaRPr lang="zh-TW" altLang="en-US" dirty="0"/>
          </a:p>
        </p:txBody>
      </p:sp>
    </p:spTree>
    <p:extLst>
      <p:ext uri="{BB962C8B-B14F-4D97-AF65-F5344CB8AC3E}">
        <p14:creationId xmlns:p14="http://schemas.microsoft.com/office/powerpoint/2010/main" val="8280468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AD2AE5-DA16-BABA-8F8A-3FF8B8626FA0}"/>
              </a:ext>
            </a:extLst>
          </p:cNvPr>
          <p:cNvSpPr>
            <a:spLocks noGrp="1"/>
          </p:cNvSpPr>
          <p:nvPr>
            <p:ph type="title"/>
          </p:nvPr>
        </p:nvSpPr>
        <p:spPr/>
        <p:txBody>
          <a:bodyPr/>
          <a:lstStyle/>
          <a:p>
            <a:r>
              <a:rPr lang="en-US" altLang="zh-TW" dirty="0"/>
              <a:t>Algorithm (4 / 4)</a:t>
            </a:r>
            <a:endParaRPr lang="zh-TW" altLang="en-US" dirty="0"/>
          </a:p>
        </p:txBody>
      </p:sp>
      <p:pic>
        <p:nvPicPr>
          <p:cNvPr id="6" name="內容版面配置區 5">
            <a:extLst>
              <a:ext uri="{FF2B5EF4-FFF2-40B4-BE49-F238E27FC236}">
                <a16:creationId xmlns:a16="http://schemas.microsoft.com/office/drawing/2014/main" id="{634AF0FB-7D59-8450-6C24-27094C42D3BC}"/>
              </a:ext>
            </a:extLst>
          </p:cNvPr>
          <p:cNvPicPr>
            <a:picLocks noGrp="1" noChangeAspect="1"/>
          </p:cNvPicPr>
          <p:nvPr>
            <p:ph idx="1"/>
          </p:nvPr>
        </p:nvPicPr>
        <p:blipFill>
          <a:blip r:embed="rId2"/>
          <a:stretch>
            <a:fillRect/>
          </a:stretch>
        </p:blipFill>
        <p:spPr>
          <a:xfrm>
            <a:off x="2580784" y="2386581"/>
            <a:ext cx="7030431" cy="3229426"/>
          </a:xfrm>
        </p:spPr>
      </p:pic>
      <p:sp>
        <p:nvSpPr>
          <p:cNvPr id="4" name="投影片編號版面配置區 3">
            <a:extLst>
              <a:ext uri="{FF2B5EF4-FFF2-40B4-BE49-F238E27FC236}">
                <a16:creationId xmlns:a16="http://schemas.microsoft.com/office/drawing/2014/main" id="{E5B9FF35-106F-DD7C-137B-BB22129DBA09}"/>
              </a:ext>
            </a:extLst>
          </p:cNvPr>
          <p:cNvSpPr>
            <a:spLocks noGrp="1"/>
          </p:cNvSpPr>
          <p:nvPr>
            <p:ph type="sldNum" sz="quarter" idx="12"/>
          </p:nvPr>
        </p:nvSpPr>
        <p:spPr/>
        <p:txBody>
          <a:bodyPr/>
          <a:lstStyle/>
          <a:p>
            <a:fld id="{4CD2C34A-D3D3-4A9B-8692-9279E332F0C9}" type="slidenum">
              <a:rPr lang="zh-TW" altLang="en-US" smtClean="0"/>
              <a:pPr/>
              <a:t>11</a:t>
            </a:fld>
            <a:endParaRPr lang="zh-TW" altLang="en-US" dirty="0"/>
          </a:p>
        </p:txBody>
      </p:sp>
    </p:spTree>
    <p:extLst>
      <p:ext uri="{BB962C8B-B14F-4D97-AF65-F5344CB8AC3E}">
        <p14:creationId xmlns:p14="http://schemas.microsoft.com/office/powerpoint/2010/main" val="26913054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0E0B00-BA6C-2C86-CFE0-2ACFDF586F33}"/>
              </a:ext>
            </a:extLst>
          </p:cNvPr>
          <p:cNvSpPr>
            <a:spLocks noGrp="1"/>
          </p:cNvSpPr>
          <p:nvPr>
            <p:ph type="title"/>
          </p:nvPr>
        </p:nvSpPr>
        <p:spPr/>
        <p:txBody>
          <a:bodyPr/>
          <a:lstStyle/>
          <a:p>
            <a:r>
              <a:rPr lang="en-US" altLang="zh-TW" dirty="0"/>
              <a:t>General Scheme</a:t>
            </a:r>
            <a:endParaRPr lang="zh-TW" altLang="en-US" dirty="0"/>
          </a:p>
        </p:txBody>
      </p:sp>
      <p:graphicFrame>
        <p:nvGraphicFramePr>
          <p:cNvPr id="5" name="表格 5">
            <a:extLst>
              <a:ext uri="{FF2B5EF4-FFF2-40B4-BE49-F238E27FC236}">
                <a16:creationId xmlns:a16="http://schemas.microsoft.com/office/drawing/2014/main" id="{1D1EDB6D-4E6F-6DA9-4A60-E3A17C0FCC30}"/>
              </a:ext>
            </a:extLst>
          </p:cNvPr>
          <p:cNvGraphicFramePr>
            <a:graphicFrameLocks noGrp="1"/>
          </p:cNvGraphicFramePr>
          <p:nvPr>
            <p:ph idx="1"/>
            <p:extLst>
              <p:ext uri="{D42A27DB-BD31-4B8C-83A1-F6EECF244321}">
                <p14:modId xmlns:p14="http://schemas.microsoft.com/office/powerpoint/2010/main" val="1230443960"/>
              </p:ext>
            </p:extLst>
          </p:nvPr>
        </p:nvGraphicFramePr>
        <p:xfrm>
          <a:off x="838212" y="3200400"/>
          <a:ext cx="10515588" cy="457200"/>
        </p:xfrm>
        <a:graphic>
          <a:graphicData uri="http://schemas.openxmlformats.org/drawingml/2006/table">
            <a:tbl>
              <a:tblPr firstRow="1" bandRow="1">
                <a:tableStyleId>{5940675A-B579-460E-94D1-54222C63F5DA}</a:tableStyleId>
              </a:tblPr>
              <a:tblGrid>
                <a:gridCol w="876299">
                  <a:extLst>
                    <a:ext uri="{9D8B030D-6E8A-4147-A177-3AD203B41FA5}">
                      <a16:colId xmlns:a16="http://schemas.microsoft.com/office/drawing/2014/main" val="1825447494"/>
                    </a:ext>
                  </a:extLst>
                </a:gridCol>
                <a:gridCol w="876299">
                  <a:extLst>
                    <a:ext uri="{9D8B030D-6E8A-4147-A177-3AD203B41FA5}">
                      <a16:colId xmlns:a16="http://schemas.microsoft.com/office/drawing/2014/main" val="3555406856"/>
                    </a:ext>
                  </a:extLst>
                </a:gridCol>
                <a:gridCol w="876299">
                  <a:extLst>
                    <a:ext uri="{9D8B030D-6E8A-4147-A177-3AD203B41FA5}">
                      <a16:colId xmlns:a16="http://schemas.microsoft.com/office/drawing/2014/main" val="3075942947"/>
                    </a:ext>
                  </a:extLst>
                </a:gridCol>
                <a:gridCol w="876299">
                  <a:extLst>
                    <a:ext uri="{9D8B030D-6E8A-4147-A177-3AD203B41FA5}">
                      <a16:colId xmlns:a16="http://schemas.microsoft.com/office/drawing/2014/main" val="330022324"/>
                    </a:ext>
                  </a:extLst>
                </a:gridCol>
                <a:gridCol w="876299">
                  <a:extLst>
                    <a:ext uri="{9D8B030D-6E8A-4147-A177-3AD203B41FA5}">
                      <a16:colId xmlns:a16="http://schemas.microsoft.com/office/drawing/2014/main" val="4131176814"/>
                    </a:ext>
                  </a:extLst>
                </a:gridCol>
                <a:gridCol w="876299">
                  <a:extLst>
                    <a:ext uri="{9D8B030D-6E8A-4147-A177-3AD203B41FA5}">
                      <a16:colId xmlns:a16="http://schemas.microsoft.com/office/drawing/2014/main" val="3719266327"/>
                    </a:ext>
                  </a:extLst>
                </a:gridCol>
                <a:gridCol w="876299">
                  <a:extLst>
                    <a:ext uri="{9D8B030D-6E8A-4147-A177-3AD203B41FA5}">
                      <a16:colId xmlns:a16="http://schemas.microsoft.com/office/drawing/2014/main" val="2904070540"/>
                    </a:ext>
                  </a:extLst>
                </a:gridCol>
                <a:gridCol w="876299">
                  <a:extLst>
                    <a:ext uri="{9D8B030D-6E8A-4147-A177-3AD203B41FA5}">
                      <a16:colId xmlns:a16="http://schemas.microsoft.com/office/drawing/2014/main" val="2312465222"/>
                    </a:ext>
                  </a:extLst>
                </a:gridCol>
                <a:gridCol w="876299">
                  <a:extLst>
                    <a:ext uri="{9D8B030D-6E8A-4147-A177-3AD203B41FA5}">
                      <a16:colId xmlns:a16="http://schemas.microsoft.com/office/drawing/2014/main" val="3351927225"/>
                    </a:ext>
                  </a:extLst>
                </a:gridCol>
                <a:gridCol w="876299">
                  <a:extLst>
                    <a:ext uri="{9D8B030D-6E8A-4147-A177-3AD203B41FA5}">
                      <a16:colId xmlns:a16="http://schemas.microsoft.com/office/drawing/2014/main" val="1982504748"/>
                    </a:ext>
                  </a:extLst>
                </a:gridCol>
                <a:gridCol w="876299">
                  <a:extLst>
                    <a:ext uri="{9D8B030D-6E8A-4147-A177-3AD203B41FA5}">
                      <a16:colId xmlns:a16="http://schemas.microsoft.com/office/drawing/2014/main" val="277266904"/>
                    </a:ext>
                  </a:extLst>
                </a:gridCol>
                <a:gridCol w="876299">
                  <a:extLst>
                    <a:ext uri="{9D8B030D-6E8A-4147-A177-3AD203B41FA5}">
                      <a16:colId xmlns:a16="http://schemas.microsoft.com/office/drawing/2014/main" val="944082058"/>
                    </a:ext>
                  </a:extLst>
                </a:gridCol>
              </a:tblGrid>
              <a:tr h="370840">
                <a:tc>
                  <a:txBody>
                    <a:bodyPr/>
                    <a:lstStyle/>
                    <a:p>
                      <a:pPr algn="ctr"/>
                      <a:r>
                        <a:rPr lang="en-US" altLang="zh-TW" sz="2400" dirty="0">
                          <a:latin typeface="Times New Roman" panose="02020603050405020304" pitchFamily="18" charset="0"/>
                          <a:cs typeface="Times New Roman" panose="02020603050405020304" pitchFamily="18" charset="0"/>
                        </a:rPr>
                        <a:t>8</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3</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4</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11</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2</a:t>
                      </a:r>
                      <a:endParaRPr lang="zh-TW" altLang="en-US" sz="2400" dirty="0">
                        <a:latin typeface="Times New Roman" panose="02020603050405020304" pitchFamily="18" charset="0"/>
                        <a:cs typeface="Times New Roman" panose="02020603050405020304" pitchFamily="18" charset="0"/>
                      </a:endParaRPr>
                    </a:p>
                  </a:txBody>
                  <a:tcPr/>
                </a:tc>
                <a:tc>
                  <a:txBody>
                    <a:bodyPr/>
                    <a:lstStyle/>
                    <a:p>
                      <a:pPr algn="ctr"/>
                      <a:r>
                        <a:rPr lang="en-US" altLang="zh-TW" sz="2400" dirty="0">
                          <a:latin typeface="Times New Roman" panose="02020603050405020304" pitchFamily="18" charset="0"/>
                          <a:cs typeface="Times New Roman" panose="02020603050405020304" pitchFamily="18" charset="0"/>
                        </a:rPr>
                        <a:t>7</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9</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5</a:t>
                      </a:r>
                      <a:endParaRPr lang="zh-TW" altLang="en-US" sz="2400" dirty="0">
                        <a:latin typeface="Times New Roman" panose="02020603050405020304" pitchFamily="18" charset="0"/>
                        <a:cs typeface="Times New Roman" panose="02020603050405020304" pitchFamily="18" charset="0"/>
                      </a:endParaRPr>
                    </a:p>
                  </a:txBody>
                  <a:tcPr>
                    <a:solidFill>
                      <a:schemeClr val="accent2">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12</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10</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tc>
                  <a:txBody>
                    <a:bodyPr/>
                    <a:lstStyle/>
                    <a:p>
                      <a:pPr algn="ctr"/>
                      <a:r>
                        <a:rPr lang="en-US" altLang="zh-TW" sz="2400" dirty="0">
                          <a:latin typeface="Times New Roman" panose="02020603050405020304" pitchFamily="18" charset="0"/>
                          <a:cs typeface="Times New Roman" panose="02020603050405020304" pitchFamily="18" charset="0"/>
                        </a:rPr>
                        <a:t>6</a:t>
                      </a:r>
                      <a:endParaRPr lang="zh-TW" altLang="en-US" sz="2400" dirty="0">
                        <a:latin typeface="Times New Roman" panose="02020603050405020304" pitchFamily="18" charset="0"/>
                        <a:cs typeface="Times New Roman" panose="02020603050405020304" pitchFamily="18" charset="0"/>
                      </a:endParaRPr>
                    </a:p>
                  </a:txBody>
                  <a:tcPr>
                    <a:solidFill>
                      <a:schemeClr val="accent4">
                        <a:lumMod val="40000"/>
                        <a:lumOff val="60000"/>
                      </a:schemeClr>
                    </a:solidFill>
                  </a:tcPr>
                </a:tc>
                <a:extLst>
                  <a:ext uri="{0D108BD9-81ED-4DB2-BD59-A6C34878D82A}">
                    <a16:rowId xmlns:a16="http://schemas.microsoft.com/office/drawing/2014/main" val="1445053800"/>
                  </a:ext>
                </a:extLst>
              </a:tr>
            </a:tbl>
          </a:graphicData>
        </a:graphic>
      </p:graphicFrame>
      <p:sp>
        <p:nvSpPr>
          <p:cNvPr id="4" name="投影片編號版面配置區 3">
            <a:extLst>
              <a:ext uri="{FF2B5EF4-FFF2-40B4-BE49-F238E27FC236}">
                <a16:creationId xmlns:a16="http://schemas.microsoft.com/office/drawing/2014/main" id="{A23C7163-A1C9-49FC-81A8-4A0AE481134D}"/>
              </a:ext>
            </a:extLst>
          </p:cNvPr>
          <p:cNvSpPr>
            <a:spLocks noGrp="1"/>
          </p:cNvSpPr>
          <p:nvPr>
            <p:ph type="sldNum" sz="quarter" idx="12"/>
          </p:nvPr>
        </p:nvSpPr>
        <p:spPr/>
        <p:txBody>
          <a:bodyPr/>
          <a:lstStyle/>
          <a:p>
            <a:fld id="{4CD2C34A-D3D3-4A9B-8692-9279E332F0C9}" type="slidenum">
              <a:rPr lang="zh-TW" altLang="en-US" smtClean="0"/>
              <a:pPr/>
              <a:t>12</a:t>
            </a:fld>
            <a:endParaRPr lang="zh-TW" altLang="en-US" dirty="0"/>
          </a:p>
        </p:txBody>
      </p:sp>
      <p:sp>
        <p:nvSpPr>
          <p:cNvPr id="6" name="文字方塊 5">
            <a:extLst>
              <a:ext uri="{FF2B5EF4-FFF2-40B4-BE49-F238E27FC236}">
                <a16:creationId xmlns:a16="http://schemas.microsoft.com/office/drawing/2014/main" id="{97A71348-7D5F-2562-DCDD-710B4487BBEC}"/>
              </a:ext>
            </a:extLst>
          </p:cNvPr>
          <p:cNvSpPr txBox="1"/>
          <p:nvPr/>
        </p:nvSpPr>
        <p:spPr>
          <a:xfrm>
            <a:off x="838200" y="2578397"/>
            <a:ext cx="1243149" cy="461665"/>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cs typeface="Times New Roman" panose="02020603050405020304" pitchFamily="18" charset="0"/>
              </a:rPr>
              <a:t>u = 3</a:t>
            </a:r>
            <a:endParaRPr lang="zh-TW" altLang="en-US" sz="2400" dirty="0">
              <a:latin typeface="Times New Roman" panose="02020603050405020304" pitchFamily="18" charset="0"/>
              <a:cs typeface="Times New Roman" panose="02020603050405020304" pitchFamily="18" charset="0"/>
            </a:endParaRPr>
          </a:p>
        </p:txBody>
      </p:sp>
      <p:sp>
        <p:nvSpPr>
          <p:cNvPr id="7" name="箭號: 向右 6">
            <a:extLst>
              <a:ext uri="{FF2B5EF4-FFF2-40B4-BE49-F238E27FC236}">
                <a16:creationId xmlns:a16="http://schemas.microsoft.com/office/drawing/2014/main" id="{141DF2D6-4404-3ED6-0B8C-93440C373F78}"/>
              </a:ext>
            </a:extLst>
          </p:cNvPr>
          <p:cNvSpPr/>
          <p:nvPr/>
        </p:nvSpPr>
        <p:spPr>
          <a:xfrm flipH="1">
            <a:off x="9812383" y="3901439"/>
            <a:ext cx="1541417" cy="313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3736771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2D800-6A3D-B398-EB8A-0D8B360654E9}"/>
              </a:ext>
            </a:extLst>
          </p:cNvPr>
          <p:cNvSpPr>
            <a:spLocks noGrp="1"/>
          </p:cNvSpPr>
          <p:nvPr>
            <p:ph type="title"/>
          </p:nvPr>
        </p:nvSpPr>
        <p:spPr/>
        <p:txBody>
          <a:bodyPr/>
          <a:lstStyle/>
          <a:p>
            <a:r>
              <a:rPr lang="en-US" altLang="zh-TW" dirty="0"/>
              <a:t>Conclusion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5513DAA-1038-D4BF-F404-206CA7B45018}"/>
                  </a:ext>
                </a:extLst>
              </p:cNvPr>
              <p:cNvSpPr>
                <a:spLocks noGrp="1"/>
              </p:cNvSpPr>
              <p:nvPr>
                <p:ph idx="1"/>
              </p:nvPr>
            </p:nvSpPr>
            <p:spPr/>
            <p:txBody>
              <a:bodyPr/>
              <a:lstStyle/>
              <a:p>
                <a:r>
                  <a:rPr lang="zh-TW" altLang="en-US" dirty="0"/>
                  <a:t>時間複雜度</a:t>
                </a:r>
                <a:endParaRPr lang="en-US" altLang="zh-TW" dirty="0"/>
              </a:p>
              <a:p>
                <a:pPr lvl="1"/>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r>
                      <a:rPr lang="en-US" altLang="zh-TW" b="0" i="1" smtClean="0">
                        <a:latin typeface="Cambria Math" panose="02040503050406030204" pitchFamily="18" charset="0"/>
                      </a:rPr>
                      <m:t>𝑛𝑙</m:t>
                    </m:r>
                    <m:r>
                      <a:rPr lang="en-US" altLang="zh-TW" b="0" i="1" smtClean="0">
                        <a:latin typeface="Cambria Math" panose="02040503050406030204" pitchFamily="18" charset="0"/>
                      </a:rPr>
                      <m:t>)</m:t>
                    </m:r>
                  </m:oMath>
                </a14:m>
                <a:endParaRPr lang="en-US" altLang="zh-TW" dirty="0"/>
              </a:p>
              <a:p>
                <a:r>
                  <a:rPr lang="zh-TW" altLang="en-US" dirty="0"/>
                  <a:t>限制</a:t>
                </a:r>
                <a:endParaRPr lang="en-US" altLang="zh-TW" dirty="0"/>
              </a:p>
              <a:p>
                <a:pPr lvl="1"/>
                <a:r>
                  <a:rPr lang="zh-TW" altLang="en-US" dirty="0"/>
                  <a:t>只能使用於兩連續子序列</a:t>
                </a:r>
                <a:endParaRPr lang="en-US" altLang="zh-TW" dirty="0"/>
              </a:p>
              <a:p>
                <a:r>
                  <a:rPr lang="zh-TW" altLang="en-US" dirty="0"/>
                  <a:t>優點</a:t>
                </a:r>
                <a:endParaRPr lang="en-US" altLang="zh-TW" dirty="0"/>
              </a:p>
              <a:p>
                <a:pPr lvl="1"/>
                <a:r>
                  <a:rPr lang="zh-TW" altLang="en-US" dirty="0"/>
                  <a:t>避免 </a:t>
                </a:r>
                <a:r>
                  <a:rPr lang="en-US" altLang="zh-TW" dirty="0"/>
                  <a:t>Cover </a:t>
                </a:r>
                <a:r>
                  <a:rPr lang="zh-TW" altLang="en-US" dirty="0"/>
                  <a:t>的重複計算</a:t>
                </a:r>
                <a:endParaRPr lang="en-US" altLang="zh-TW" dirty="0"/>
              </a:p>
              <a:p>
                <a:r>
                  <a:rPr lang="zh-TW" altLang="en-US" dirty="0"/>
                  <a:t>適用</a:t>
                </a:r>
                <a:endParaRPr lang="en-US" altLang="zh-TW" dirty="0"/>
              </a:p>
              <a:p>
                <a:pPr lvl="1"/>
                <a:r>
                  <a:rPr lang="zh-TW" altLang="en-US" dirty="0"/>
                  <a:t>連續且前後相關的子序列</a:t>
                </a:r>
                <a:endParaRPr lang="en-US" altLang="zh-TW" dirty="0"/>
              </a:p>
              <a:p>
                <a:pPr marL="0" indent="0">
                  <a:buNone/>
                </a:pPr>
                <a:endParaRPr lang="zh-TW" altLang="en-US" dirty="0"/>
              </a:p>
            </p:txBody>
          </p:sp>
        </mc:Choice>
        <mc:Fallback xmlns="">
          <p:sp>
            <p:nvSpPr>
              <p:cNvPr id="3" name="內容版面配置區 2">
                <a:extLst>
                  <a:ext uri="{FF2B5EF4-FFF2-40B4-BE49-F238E27FC236}">
                    <a16:creationId xmlns:a16="http://schemas.microsoft.com/office/drawing/2014/main" id="{45513DAA-1038-D4BF-F404-206CA7B4501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88FBE703-DF5C-BC3D-07CF-FF76D66E0292}"/>
              </a:ext>
            </a:extLst>
          </p:cNvPr>
          <p:cNvSpPr>
            <a:spLocks noGrp="1"/>
          </p:cNvSpPr>
          <p:nvPr>
            <p:ph type="sldNum" sz="quarter" idx="12"/>
          </p:nvPr>
        </p:nvSpPr>
        <p:spPr/>
        <p:txBody>
          <a:bodyPr/>
          <a:lstStyle/>
          <a:p>
            <a:fld id="{4CD2C34A-D3D3-4A9B-8692-9279E332F0C9}" type="slidenum">
              <a:rPr lang="zh-TW" altLang="en-US" smtClean="0"/>
              <a:pPr/>
              <a:t>13</a:t>
            </a:fld>
            <a:endParaRPr lang="zh-TW" altLang="en-US" dirty="0"/>
          </a:p>
        </p:txBody>
      </p:sp>
    </p:spTree>
    <p:extLst>
      <p:ext uri="{BB962C8B-B14F-4D97-AF65-F5344CB8AC3E}">
        <p14:creationId xmlns:p14="http://schemas.microsoft.com/office/powerpoint/2010/main" val="368413816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1516</TotalTime>
  <Words>389</Words>
  <Application>Microsoft Office PowerPoint</Application>
  <PresentationFormat>寬螢幕</PresentationFormat>
  <Paragraphs>171</Paragraphs>
  <Slides>13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源流明體 M</vt:lpstr>
      <vt:lpstr>Arial</vt:lpstr>
      <vt:lpstr>Calibri</vt:lpstr>
      <vt:lpstr>Cambria Math</vt:lpstr>
      <vt:lpstr>Times New Roman</vt:lpstr>
      <vt:lpstr>Office 佈景主題</vt:lpstr>
      <vt:lpstr>A Cover-Merging-Based Algorithm for the Longest Increaing Subsequence in a Sliding Window Problem</vt:lpstr>
      <vt:lpstr>Abstract</vt:lpstr>
      <vt:lpstr>Longest Increasing Subsequence</vt:lpstr>
      <vt:lpstr>Cover-Make Algorithm</vt:lpstr>
      <vt:lpstr>Cover Read</vt:lpstr>
      <vt:lpstr>Cover-Merge</vt:lpstr>
      <vt:lpstr>LIS in Sliding Windows</vt:lpstr>
      <vt:lpstr>Algorithm (1 / 4)</vt:lpstr>
      <vt:lpstr>Algorithm (2 / 4)</vt:lpstr>
      <vt:lpstr>Algorithm (3 / 4)</vt:lpstr>
      <vt:lpstr>Algorithm (4 / 4)</vt:lpstr>
      <vt:lpstr>General Scheme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Ting B</dc:creator>
  <cp:lastModifiedBy>pplab</cp:lastModifiedBy>
  <cp:revision>13</cp:revision>
  <dcterms:created xsi:type="dcterms:W3CDTF">2022-02-13T12:00:20Z</dcterms:created>
  <dcterms:modified xsi:type="dcterms:W3CDTF">2022-11-29T10:53:17Z</dcterms:modified>
</cp:coreProperties>
</file>