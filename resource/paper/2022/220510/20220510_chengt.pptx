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sldIdLst>
    <p:sldId id="256" r:id="rId2"/>
    <p:sldId id="258" r:id="rId3"/>
    <p:sldId id="260" r:id="rId4"/>
    <p:sldId id="261" r:id="rId5"/>
    <p:sldId id="262" r:id="rId6"/>
    <p:sldId id="263" r:id="rId7"/>
    <p:sldId id="264" r:id="rId8"/>
    <p:sldId id="265" r:id="rId9"/>
    <p:sldId id="266" r:id="rId10"/>
    <p:sldId id="267" r:id="rId11"/>
    <p:sldId id="268" r:id="rId12"/>
    <p:sldId id="269"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53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E71A6C-2C44-478D-971D-C6B8D23831BB}" type="datetimeFigureOut">
              <a:rPr lang="zh-TW" altLang="en-US" smtClean="0"/>
              <a:t>2022/5/10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8E3AD-4DDF-46F0-847C-9E019181D1BB}" type="slidenum">
              <a:rPr lang="zh-TW" altLang="en-US" smtClean="0"/>
              <a:t>‹#›</a:t>
            </a:fld>
            <a:endParaRPr lang="zh-TW" altLang="en-US"/>
          </a:p>
        </p:txBody>
      </p:sp>
    </p:spTree>
    <p:extLst>
      <p:ext uri="{BB962C8B-B14F-4D97-AF65-F5344CB8AC3E}">
        <p14:creationId xmlns:p14="http://schemas.microsoft.com/office/powerpoint/2010/main" val="94439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5F9860-E560-416D-9431-5E47F324406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dirty="0"/>
              <a:t>按一下以編輯母片標題樣式</a:t>
            </a:r>
          </a:p>
        </p:txBody>
      </p:sp>
      <p:sp>
        <p:nvSpPr>
          <p:cNvPr id="3" name="副標題 2">
            <a:extLst>
              <a:ext uri="{FF2B5EF4-FFF2-40B4-BE49-F238E27FC236}">
                <a16:creationId xmlns:a16="http://schemas.microsoft.com/office/drawing/2014/main" id="{59134497-E75B-48A4-91DD-EA0D8766E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D7863F84-58C6-42BD-8450-BB1EF0A0CAB5}"/>
              </a:ext>
            </a:extLst>
          </p:cNvPr>
          <p:cNvSpPr>
            <a:spLocks noGrp="1"/>
          </p:cNvSpPr>
          <p:nvPr>
            <p:ph type="dt" sz="half" idx="10"/>
          </p:nvPr>
        </p:nvSpPr>
        <p:spPr/>
        <p:txBody>
          <a:bodyPr/>
          <a:lstStyle/>
          <a:p>
            <a:fld id="{21B4348C-36CF-493F-87A0-F09F5C79557B}" type="datetime1">
              <a:rPr lang="zh-TW" altLang="en-US" smtClean="0"/>
              <a:t>2022/5/10</a:t>
            </a:fld>
            <a:endParaRPr lang="zh-TW" altLang="en-US"/>
          </a:p>
        </p:txBody>
      </p:sp>
      <p:sp>
        <p:nvSpPr>
          <p:cNvPr id="5" name="頁尾版面配置區 4">
            <a:extLst>
              <a:ext uri="{FF2B5EF4-FFF2-40B4-BE49-F238E27FC236}">
                <a16:creationId xmlns:a16="http://schemas.microsoft.com/office/drawing/2014/main" id="{98432305-1513-4FF2-B137-EE8BE60701C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A45DE15-CC67-477E-9512-252BB1C19B01}"/>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512610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0FF7CE-2933-4750-A85D-DACE9F916DBC}"/>
              </a:ext>
            </a:extLst>
          </p:cNvPr>
          <p:cNvSpPr>
            <a:spLocks noGrp="1"/>
          </p:cNvSpPr>
          <p:nvPr>
            <p:ph type="title"/>
          </p:nvPr>
        </p:nvSpPr>
        <p:spPr/>
        <p:txBody>
          <a:body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F3F8675F-A7F4-411C-87FE-AF53DB2321FB}"/>
              </a:ext>
            </a:extLst>
          </p:cNvPr>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74D891A1-BED0-4372-94A4-FAEA0FDB1AB8}"/>
              </a:ext>
            </a:extLst>
          </p:cNvPr>
          <p:cNvSpPr>
            <a:spLocks noGrp="1"/>
          </p:cNvSpPr>
          <p:nvPr>
            <p:ph type="dt" sz="half" idx="10"/>
          </p:nvPr>
        </p:nvSpPr>
        <p:spPr/>
        <p:txBody>
          <a:bodyPr/>
          <a:lstStyle/>
          <a:p>
            <a:fld id="{9D8D1CB8-68CC-40D0-8B95-D3C3A7ADB4E8}" type="datetime1">
              <a:rPr lang="zh-TW" altLang="en-US" smtClean="0"/>
              <a:t>2022/5/10</a:t>
            </a:fld>
            <a:endParaRPr lang="zh-TW" altLang="en-US"/>
          </a:p>
        </p:txBody>
      </p:sp>
      <p:sp>
        <p:nvSpPr>
          <p:cNvPr id="5" name="頁尾版面配置區 4">
            <a:extLst>
              <a:ext uri="{FF2B5EF4-FFF2-40B4-BE49-F238E27FC236}">
                <a16:creationId xmlns:a16="http://schemas.microsoft.com/office/drawing/2014/main" id="{5ADB4587-43E1-4B31-85FA-4F512D06B04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E62905B-D2C7-4BB5-A1C0-9C466C3C3381}"/>
              </a:ext>
            </a:extLst>
          </p:cNvPr>
          <p:cNvSpPr>
            <a:spLocks noGrp="1"/>
          </p:cNvSpPr>
          <p:nvPr>
            <p:ph type="sldNum" sz="quarter" idx="12"/>
          </p:nvPr>
        </p:nvSpPr>
        <p:spPr/>
        <p:txBody>
          <a:bodyPr/>
          <a:lstStyle>
            <a:lvl1pPr>
              <a:defRPr sz="2400">
                <a:latin typeface="源流明體 M" panose="02020500000000000000" pitchFamily="18" charset="-120"/>
                <a:ea typeface="源流明體 M" panose="02020500000000000000" pitchFamily="18" charset="-120"/>
              </a:defRPr>
            </a:lvl1pPr>
          </a:lstStyle>
          <a:p>
            <a:fld id="{4CD2C34A-D3D3-4A9B-8692-9279E332F0C9}" type="slidenum">
              <a:rPr lang="zh-TW" altLang="en-US" smtClean="0"/>
              <a:pPr/>
              <a:t>‹#›</a:t>
            </a:fld>
            <a:endParaRPr lang="zh-TW" altLang="en-US" dirty="0"/>
          </a:p>
        </p:txBody>
      </p:sp>
    </p:spTree>
    <p:extLst>
      <p:ext uri="{BB962C8B-B14F-4D97-AF65-F5344CB8AC3E}">
        <p14:creationId xmlns:p14="http://schemas.microsoft.com/office/powerpoint/2010/main" val="754709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CA837B-11EB-4BCD-BB75-016BDBC72001}"/>
              </a:ext>
            </a:extLst>
          </p:cNvPr>
          <p:cNvSpPr>
            <a:spLocks noGrp="1"/>
          </p:cNvSpPr>
          <p:nvPr>
            <p:ph type="title"/>
          </p:nvPr>
        </p:nvSpPr>
        <p:spPr>
          <a:xfrm>
            <a:off x="831850" y="1709738"/>
            <a:ext cx="10515600" cy="2852737"/>
          </a:xfrm>
        </p:spPr>
        <p:txBody>
          <a:bodyPr anchor="b"/>
          <a:lstStyle>
            <a:lvl1pPr>
              <a:defRPr sz="6000"/>
            </a:lvl1p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601CEDA6-E03F-4FC9-9AE0-3165E22F83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dirty="0"/>
              <a:t>按一下以編輯母片文字樣式</a:t>
            </a:r>
          </a:p>
        </p:txBody>
      </p:sp>
      <p:sp>
        <p:nvSpPr>
          <p:cNvPr id="4" name="日期版面配置區 3">
            <a:extLst>
              <a:ext uri="{FF2B5EF4-FFF2-40B4-BE49-F238E27FC236}">
                <a16:creationId xmlns:a16="http://schemas.microsoft.com/office/drawing/2014/main" id="{00B5DA1D-6AE9-48E7-B940-0B03E7173D24}"/>
              </a:ext>
            </a:extLst>
          </p:cNvPr>
          <p:cNvSpPr>
            <a:spLocks noGrp="1"/>
          </p:cNvSpPr>
          <p:nvPr>
            <p:ph type="dt" sz="half" idx="10"/>
          </p:nvPr>
        </p:nvSpPr>
        <p:spPr/>
        <p:txBody>
          <a:bodyPr/>
          <a:lstStyle/>
          <a:p>
            <a:fld id="{5E79369E-9364-4DE1-B777-922645A66F1A}" type="datetime1">
              <a:rPr lang="zh-TW" altLang="en-US" smtClean="0"/>
              <a:t>2022/5/10</a:t>
            </a:fld>
            <a:endParaRPr lang="zh-TW" altLang="en-US"/>
          </a:p>
        </p:txBody>
      </p:sp>
      <p:sp>
        <p:nvSpPr>
          <p:cNvPr id="5" name="頁尾版面配置區 4">
            <a:extLst>
              <a:ext uri="{FF2B5EF4-FFF2-40B4-BE49-F238E27FC236}">
                <a16:creationId xmlns:a16="http://schemas.microsoft.com/office/drawing/2014/main" id="{69AA8402-DA28-4A1A-A558-D9347B92172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39B33D7-3156-4125-A854-05E2F5EC21C9}"/>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030135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C2D9AB-19FC-4A41-8B16-512340B33FF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427EFF3-6358-445E-AB7A-1BC73560973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60E9C49-7EE0-48B3-B571-72D3290F103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F1A1EF6-39FE-482A-8143-781B6CB2E38E}"/>
              </a:ext>
            </a:extLst>
          </p:cNvPr>
          <p:cNvSpPr>
            <a:spLocks noGrp="1"/>
          </p:cNvSpPr>
          <p:nvPr>
            <p:ph type="dt" sz="half" idx="10"/>
          </p:nvPr>
        </p:nvSpPr>
        <p:spPr/>
        <p:txBody>
          <a:bodyPr/>
          <a:lstStyle/>
          <a:p>
            <a:fld id="{1551FF31-668F-4AB9-96F0-D30DF02CF383}" type="datetime1">
              <a:rPr lang="zh-TW" altLang="en-US" smtClean="0"/>
              <a:t>2022/5/10</a:t>
            </a:fld>
            <a:endParaRPr lang="zh-TW" altLang="en-US"/>
          </a:p>
        </p:txBody>
      </p:sp>
      <p:sp>
        <p:nvSpPr>
          <p:cNvPr id="6" name="頁尾版面配置區 5">
            <a:extLst>
              <a:ext uri="{FF2B5EF4-FFF2-40B4-BE49-F238E27FC236}">
                <a16:creationId xmlns:a16="http://schemas.microsoft.com/office/drawing/2014/main" id="{589D48EB-695D-48D5-972D-703BA95FA53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DEBC84-B4B2-48A5-9453-4968DF6013A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63530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364652-1B77-4696-A668-DE346840B3F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5EA96D6-19BA-4F0C-9D27-5E3C912623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DD1974A-B943-4208-8541-2CC976952B9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F423B03-A8AF-4A4A-8E8F-F37A0EC215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68F243B-B7F9-4BFF-961C-9D0B9CDCABF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FF30C15-CFD8-4836-816C-2F7AD002FCA8}"/>
              </a:ext>
            </a:extLst>
          </p:cNvPr>
          <p:cNvSpPr>
            <a:spLocks noGrp="1"/>
          </p:cNvSpPr>
          <p:nvPr>
            <p:ph type="dt" sz="half" idx="10"/>
          </p:nvPr>
        </p:nvSpPr>
        <p:spPr/>
        <p:txBody>
          <a:bodyPr/>
          <a:lstStyle/>
          <a:p>
            <a:fld id="{5015F927-1548-411C-9F0A-7E2338821FD2}" type="datetime1">
              <a:rPr lang="zh-TW" altLang="en-US" smtClean="0"/>
              <a:t>2022/5/10</a:t>
            </a:fld>
            <a:endParaRPr lang="zh-TW" altLang="en-US"/>
          </a:p>
        </p:txBody>
      </p:sp>
      <p:sp>
        <p:nvSpPr>
          <p:cNvPr id="8" name="頁尾版面配置區 7">
            <a:extLst>
              <a:ext uri="{FF2B5EF4-FFF2-40B4-BE49-F238E27FC236}">
                <a16:creationId xmlns:a16="http://schemas.microsoft.com/office/drawing/2014/main" id="{BB75EC47-F26E-4E34-8F29-34396015820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0357AA1-531D-48AF-9CCE-B1E9F1D580E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20738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71D42C-7250-4132-82B5-5BC22B5AA61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A93FF5C-9744-48EF-A3FE-F6AB3634F768}"/>
              </a:ext>
            </a:extLst>
          </p:cNvPr>
          <p:cNvSpPr>
            <a:spLocks noGrp="1"/>
          </p:cNvSpPr>
          <p:nvPr>
            <p:ph type="dt" sz="half" idx="10"/>
          </p:nvPr>
        </p:nvSpPr>
        <p:spPr/>
        <p:txBody>
          <a:bodyPr/>
          <a:lstStyle/>
          <a:p>
            <a:fld id="{E8CD5000-B342-4B97-BFC6-0D5CDADFA95C}" type="datetime1">
              <a:rPr lang="zh-TW" altLang="en-US" smtClean="0"/>
              <a:t>2022/5/10</a:t>
            </a:fld>
            <a:endParaRPr lang="zh-TW" altLang="en-US"/>
          </a:p>
        </p:txBody>
      </p:sp>
      <p:sp>
        <p:nvSpPr>
          <p:cNvPr id="4" name="頁尾版面配置區 3">
            <a:extLst>
              <a:ext uri="{FF2B5EF4-FFF2-40B4-BE49-F238E27FC236}">
                <a16:creationId xmlns:a16="http://schemas.microsoft.com/office/drawing/2014/main" id="{601019B5-97EB-4FAA-B9E0-A8872AE738E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3A332F1-DF5D-4F87-97BF-68EBD8F1352C}"/>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958906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876C78C-4473-4753-A6D0-22BA1F476198}"/>
              </a:ext>
            </a:extLst>
          </p:cNvPr>
          <p:cNvSpPr>
            <a:spLocks noGrp="1"/>
          </p:cNvSpPr>
          <p:nvPr>
            <p:ph type="dt" sz="half" idx="10"/>
          </p:nvPr>
        </p:nvSpPr>
        <p:spPr/>
        <p:txBody>
          <a:bodyPr/>
          <a:lstStyle/>
          <a:p>
            <a:fld id="{F39CF939-D763-48D5-8B03-D0F1129A1E9E}" type="datetime1">
              <a:rPr lang="zh-TW" altLang="en-US" smtClean="0"/>
              <a:t>2022/5/10</a:t>
            </a:fld>
            <a:endParaRPr lang="zh-TW" altLang="en-US"/>
          </a:p>
        </p:txBody>
      </p:sp>
      <p:sp>
        <p:nvSpPr>
          <p:cNvPr id="3" name="頁尾版面配置區 2">
            <a:extLst>
              <a:ext uri="{FF2B5EF4-FFF2-40B4-BE49-F238E27FC236}">
                <a16:creationId xmlns:a16="http://schemas.microsoft.com/office/drawing/2014/main" id="{60A9D2FC-48F6-4EB8-9020-7AACF6C93FB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F61A111-BA32-4DCC-B1B3-F6F29930C813}"/>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360765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96626C-3788-4FAE-8B9A-B23CC278E36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9050D94-23AF-4060-B5E4-D28F7AF294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7E624D-101B-4B1B-A033-653188284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63E474D-7185-4142-8E1A-C096A190E30D}"/>
              </a:ext>
            </a:extLst>
          </p:cNvPr>
          <p:cNvSpPr>
            <a:spLocks noGrp="1"/>
          </p:cNvSpPr>
          <p:nvPr>
            <p:ph type="dt" sz="half" idx="10"/>
          </p:nvPr>
        </p:nvSpPr>
        <p:spPr/>
        <p:txBody>
          <a:bodyPr/>
          <a:lstStyle/>
          <a:p>
            <a:fld id="{8F3FAF7E-03FF-47C7-BE82-6927213C9CE5}" type="datetime1">
              <a:rPr lang="zh-TW" altLang="en-US" smtClean="0"/>
              <a:t>2022/5/10</a:t>
            </a:fld>
            <a:endParaRPr lang="zh-TW" altLang="en-US"/>
          </a:p>
        </p:txBody>
      </p:sp>
      <p:sp>
        <p:nvSpPr>
          <p:cNvPr id="6" name="頁尾版面配置區 5">
            <a:extLst>
              <a:ext uri="{FF2B5EF4-FFF2-40B4-BE49-F238E27FC236}">
                <a16:creationId xmlns:a16="http://schemas.microsoft.com/office/drawing/2014/main" id="{ED8FD9AE-93F8-4516-981E-888A3585872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C235FE-7EC6-45BD-AFD3-28E236227C22}"/>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206267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BEFEB1-3B54-45E8-9090-D0CF4FF911B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CBE35E7-646E-4404-821A-D22E70E0B0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2357CA3-B57C-4FE1-AA0C-39A1BB09A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D38B033-98F0-477A-A016-863BD32FF2DC}"/>
              </a:ext>
            </a:extLst>
          </p:cNvPr>
          <p:cNvSpPr>
            <a:spLocks noGrp="1"/>
          </p:cNvSpPr>
          <p:nvPr>
            <p:ph type="dt" sz="half" idx="10"/>
          </p:nvPr>
        </p:nvSpPr>
        <p:spPr/>
        <p:txBody>
          <a:bodyPr/>
          <a:lstStyle/>
          <a:p>
            <a:fld id="{8EFEA15A-BC96-4FDC-81B9-0D28C6E02324}" type="datetime1">
              <a:rPr lang="zh-TW" altLang="en-US" smtClean="0"/>
              <a:t>2022/5/10</a:t>
            </a:fld>
            <a:endParaRPr lang="zh-TW" altLang="en-US"/>
          </a:p>
        </p:txBody>
      </p:sp>
      <p:sp>
        <p:nvSpPr>
          <p:cNvPr id="6" name="頁尾版面配置區 5">
            <a:extLst>
              <a:ext uri="{FF2B5EF4-FFF2-40B4-BE49-F238E27FC236}">
                <a16:creationId xmlns:a16="http://schemas.microsoft.com/office/drawing/2014/main" id="{217603EF-D0A2-4BE2-BB6E-F1E7428564D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C60FDF8-CDA0-4176-93FB-878ED2BD301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3221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CE1F33-6DA3-4E3D-A50B-59EF378400A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453AB78-8699-463C-8D35-0DAE4736C1FD}"/>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B0C9C6C-B437-4A6A-B50E-D76A9DFEF2A5}"/>
              </a:ext>
            </a:extLst>
          </p:cNvPr>
          <p:cNvSpPr>
            <a:spLocks noGrp="1"/>
          </p:cNvSpPr>
          <p:nvPr>
            <p:ph type="dt" sz="half" idx="10"/>
          </p:nvPr>
        </p:nvSpPr>
        <p:spPr/>
        <p:txBody>
          <a:bodyPr/>
          <a:lstStyle/>
          <a:p>
            <a:fld id="{15698257-1A0C-4C00-86B7-D3CBE1E4FDE3}" type="datetime1">
              <a:rPr lang="zh-TW" altLang="en-US" smtClean="0"/>
              <a:t>2022/5/10</a:t>
            </a:fld>
            <a:endParaRPr lang="zh-TW" altLang="en-US"/>
          </a:p>
        </p:txBody>
      </p:sp>
      <p:sp>
        <p:nvSpPr>
          <p:cNvPr id="5" name="頁尾版面配置區 4">
            <a:extLst>
              <a:ext uri="{FF2B5EF4-FFF2-40B4-BE49-F238E27FC236}">
                <a16:creationId xmlns:a16="http://schemas.microsoft.com/office/drawing/2014/main" id="{77009B86-8BAF-49D3-9FBD-AF620355BA0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B07FA9-F3F7-4DA7-A0F4-66D3B567042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4161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C295D24-4D4D-472A-AB73-D1239EA9C15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BDB5D60-51C4-436D-BBDD-F77793327BE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6632C48-A4E5-459A-B5AA-57D86A08E29A}"/>
              </a:ext>
            </a:extLst>
          </p:cNvPr>
          <p:cNvSpPr>
            <a:spLocks noGrp="1"/>
          </p:cNvSpPr>
          <p:nvPr>
            <p:ph type="dt" sz="half" idx="10"/>
          </p:nvPr>
        </p:nvSpPr>
        <p:spPr/>
        <p:txBody>
          <a:bodyPr/>
          <a:lstStyle/>
          <a:p>
            <a:fld id="{E3A91720-F347-4FFB-ADA5-0AD2EE56A4E5}" type="datetime1">
              <a:rPr lang="zh-TW" altLang="en-US" smtClean="0"/>
              <a:t>2022/5/10</a:t>
            </a:fld>
            <a:endParaRPr lang="zh-TW" altLang="en-US"/>
          </a:p>
        </p:txBody>
      </p:sp>
      <p:sp>
        <p:nvSpPr>
          <p:cNvPr id="5" name="頁尾版面配置區 4">
            <a:extLst>
              <a:ext uri="{FF2B5EF4-FFF2-40B4-BE49-F238E27FC236}">
                <a16:creationId xmlns:a16="http://schemas.microsoft.com/office/drawing/2014/main" id="{3D1A3D36-B64D-4E79-8824-D40005CB9D0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FCBCD96-2981-4CEB-BF02-CDF1449F88B4}"/>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02332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588B45C-60F2-4BCE-B810-D930011E70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AC153474-8A42-4461-A925-C46F64482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F2A84AEC-A2FC-47EE-8B0B-6CF68B8386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A89E-5F59-45C6-916E-2029F486A7DF}" type="datetime1">
              <a:rPr lang="zh-TW" altLang="en-US" smtClean="0"/>
              <a:t>2022/5/10</a:t>
            </a:fld>
            <a:endParaRPr lang="zh-TW" altLang="en-US"/>
          </a:p>
        </p:txBody>
      </p:sp>
      <p:sp>
        <p:nvSpPr>
          <p:cNvPr id="5" name="頁尾版面配置區 4">
            <a:extLst>
              <a:ext uri="{FF2B5EF4-FFF2-40B4-BE49-F238E27FC236}">
                <a16:creationId xmlns:a16="http://schemas.microsoft.com/office/drawing/2014/main" id="{F389F9A5-C535-4FCE-9462-8748EDBDF1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2D0B99F-AC6F-4C56-843B-B3324F7192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11713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143474-6387-4BE8-A4BF-0CDEA67657E1}"/>
              </a:ext>
            </a:extLst>
          </p:cNvPr>
          <p:cNvSpPr>
            <a:spLocks noGrp="1"/>
          </p:cNvSpPr>
          <p:nvPr>
            <p:ph type="ctrTitle"/>
          </p:nvPr>
        </p:nvSpPr>
        <p:spPr/>
        <p:txBody>
          <a:bodyPr>
            <a:normAutofit fontScale="90000"/>
          </a:bodyPr>
          <a:lstStyle/>
          <a:p>
            <a:r>
              <a:rPr lang="en-US" altLang="zh-TW" dirty="0"/>
              <a:t>A Linear Time Algorithm for Consecutive Permutation</a:t>
            </a:r>
            <a:br>
              <a:rPr lang="en-US" altLang="zh-TW" dirty="0"/>
            </a:br>
            <a:r>
              <a:rPr lang="en-US" altLang="zh-TW" dirty="0"/>
              <a:t>Pattern Matching</a:t>
            </a:r>
            <a:endParaRPr lang="zh-TW" altLang="en-US" dirty="0"/>
          </a:p>
        </p:txBody>
      </p:sp>
      <p:sp>
        <p:nvSpPr>
          <p:cNvPr id="3" name="副標題 2">
            <a:extLst>
              <a:ext uri="{FF2B5EF4-FFF2-40B4-BE49-F238E27FC236}">
                <a16:creationId xmlns:a16="http://schemas.microsoft.com/office/drawing/2014/main" id="{92B8BEBC-EA8D-40AC-8B6F-CE2FB945F54D}"/>
              </a:ext>
            </a:extLst>
          </p:cNvPr>
          <p:cNvSpPr>
            <a:spLocks noGrp="1"/>
          </p:cNvSpPr>
          <p:nvPr>
            <p:ph type="subTitle" idx="1"/>
          </p:nvPr>
        </p:nvSpPr>
        <p:spPr/>
        <p:txBody>
          <a:bodyPr/>
          <a:lstStyle/>
          <a:p>
            <a:r>
              <a:rPr lang="pl-PL" altLang="zh-TW" dirty="0"/>
              <a:t>M. Kubica, T. Kulczyński, J. Radoszewski</a:t>
            </a:r>
            <a:r>
              <a:rPr lang="en-US" altLang="zh-TW" dirty="0"/>
              <a:t>, </a:t>
            </a:r>
            <a:r>
              <a:rPr lang="pl-PL" altLang="zh-TW" dirty="0"/>
              <a:t>W. Rytter, T. Waleń</a:t>
            </a:r>
            <a:endParaRPr lang="en-US" altLang="zh-TW" dirty="0"/>
          </a:p>
          <a:p>
            <a:r>
              <a:rPr lang="en-US" altLang="zh-TW" dirty="0"/>
              <a:t>Information Processing Letters vol. 113, pp. 430 – 433, 2013</a:t>
            </a:r>
            <a:endParaRPr lang="zh-TW" altLang="en-US" dirty="0"/>
          </a:p>
        </p:txBody>
      </p:sp>
      <p:sp>
        <p:nvSpPr>
          <p:cNvPr id="5" name="文字方塊 4">
            <a:extLst>
              <a:ext uri="{FF2B5EF4-FFF2-40B4-BE49-F238E27FC236}">
                <a16:creationId xmlns:a16="http://schemas.microsoft.com/office/drawing/2014/main" id="{D2AB8FE2-23CB-4533-87D5-C2F44C82D244}"/>
              </a:ext>
            </a:extLst>
          </p:cNvPr>
          <p:cNvSpPr txBox="1"/>
          <p:nvPr/>
        </p:nvSpPr>
        <p:spPr>
          <a:xfrm>
            <a:off x="9474926" y="6211669"/>
            <a:ext cx="2717074" cy="646331"/>
          </a:xfrm>
          <a:prstGeom prst="rect">
            <a:avLst/>
          </a:prstGeom>
          <a:noFill/>
        </p:spPr>
        <p:txBody>
          <a:bodyPr wrap="square" rtlCol="0">
            <a:spAutoFit/>
          </a:bodyPr>
          <a:lstStyle/>
          <a:p>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Presenter: Guan-Ting Chen</a:t>
            </a:r>
          </a:p>
          <a:p>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Date: May 10, 2022</a:t>
            </a:r>
          </a:p>
        </p:txBody>
      </p:sp>
    </p:spTree>
    <p:extLst>
      <p:ext uri="{BB962C8B-B14F-4D97-AF65-F5344CB8AC3E}">
        <p14:creationId xmlns:p14="http://schemas.microsoft.com/office/powerpoint/2010/main" val="992846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4AF41-DCC8-4BFE-B3AA-9D793E863EAC}"/>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2FBE2A12-C9F0-4093-A018-44F05764C477}"/>
              </a:ext>
            </a:extLst>
          </p:cNvPr>
          <p:cNvSpPr>
            <a:spLocks noGrp="1"/>
          </p:cNvSpPr>
          <p:nvPr>
            <p:ph idx="1"/>
          </p:nvPr>
        </p:nvSpPr>
        <p:spPr>
          <a:xfrm>
            <a:off x="838200" y="1825625"/>
            <a:ext cx="10515600" cy="4895850"/>
          </a:xfrm>
        </p:spPr>
        <p:txBody>
          <a:bodyPr>
            <a:normAutofit lnSpcReduction="10000"/>
          </a:bodyPr>
          <a:lstStyle/>
          <a:p>
            <a:pPr marL="0" indent="0">
              <a:buNone/>
            </a:pPr>
            <a:r>
              <a:rPr lang="en-US" altLang="zh-TW" dirty="0"/>
              <a:t>We say that two sequences x and w of length m are order-isomorphic (of the same “shape”) if w[</a:t>
            </a:r>
            <a:r>
              <a:rPr lang="en-US" altLang="zh-TW" dirty="0" err="1"/>
              <a:t>i</a:t>
            </a:r>
            <a:r>
              <a:rPr lang="en-US" altLang="zh-TW" dirty="0"/>
              <a:t>] ≤ w[j] if and only if x[</a:t>
            </a:r>
            <a:r>
              <a:rPr lang="en-US" altLang="zh-TW" dirty="0" err="1"/>
              <a:t>i</a:t>
            </a:r>
            <a:r>
              <a:rPr lang="en-US" altLang="zh-TW" dirty="0"/>
              <a:t>] ≤ x[j] for each </a:t>
            </a:r>
            <a:r>
              <a:rPr lang="en-US" altLang="zh-TW" dirty="0" err="1"/>
              <a:t>i</a:t>
            </a:r>
            <a:r>
              <a:rPr lang="en-US" altLang="zh-TW" dirty="0"/>
              <a:t>, j ∈ [1, m]. We resent a simple linear time algorithm for checking if a given sequence y of length n contains a factor which is order-isomorphic to a given pattern x. A factor is a subsequence of consecutive symbols of y, so we call our problem the consecutive permutation pattern matching. The (general) permutation pattern matching problem is related to general subsequences and is known to be NP-complete. We show that the situation for consecutive subsequences is signiﬁcantly diﬀerent and present an O(n + m) time algorithm under a natural assumption that the symbols of x can be sorted in O(m) time, otherwise the time is O(n + m log m). In our algorithm we use a modiﬁcation of the classical Knuth-Morris-Pratt string matching algorithm.</a:t>
            </a:r>
            <a:endParaRPr lang="zh-TW" altLang="en-US" dirty="0"/>
          </a:p>
        </p:txBody>
      </p:sp>
      <p:sp>
        <p:nvSpPr>
          <p:cNvPr id="4" name="投影片編號版面配置區 3">
            <a:extLst>
              <a:ext uri="{FF2B5EF4-FFF2-40B4-BE49-F238E27FC236}">
                <a16:creationId xmlns:a16="http://schemas.microsoft.com/office/drawing/2014/main" id="{B9099A3E-11CF-4D79-A20E-36E8E58CE980}"/>
              </a:ext>
            </a:extLst>
          </p:cNvPr>
          <p:cNvSpPr>
            <a:spLocks noGrp="1"/>
          </p:cNvSpPr>
          <p:nvPr>
            <p:ph type="sldNum" sz="quarter" idx="12"/>
          </p:nvPr>
        </p:nvSpPr>
        <p:spPr/>
        <p:txBody>
          <a:bodyPr/>
          <a:lstStyle/>
          <a:p>
            <a:fld id="{4CD2C34A-D3D3-4A9B-8692-9279E332F0C9}" type="slidenum">
              <a:rPr lang="zh-TW" altLang="en-US" smtClean="0"/>
              <a:t>2</a:t>
            </a:fld>
            <a:endParaRPr lang="zh-TW" altLang="en-US" dirty="0"/>
          </a:p>
        </p:txBody>
      </p:sp>
    </p:spTree>
    <p:extLst>
      <p:ext uri="{BB962C8B-B14F-4D97-AF65-F5344CB8AC3E}">
        <p14:creationId xmlns:p14="http://schemas.microsoft.com/office/powerpoint/2010/main" val="847236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7A6BB9-0EC2-4788-A06E-E728291BA5E4}"/>
              </a:ext>
            </a:extLst>
          </p:cNvPr>
          <p:cNvSpPr>
            <a:spLocks noGrp="1"/>
          </p:cNvSpPr>
          <p:nvPr>
            <p:ph type="title"/>
          </p:nvPr>
        </p:nvSpPr>
        <p:spPr/>
        <p:txBody>
          <a:bodyPr/>
          <a:lstStyle/>
          <a:p>
            <a:r>
              <a:rPr lang="en-US" altLang="zh-TW" dirty="0"/>
              <a:t>Order-Isomorphic</a:t>
            </a:r>
            <a:endParaRPr lang="zh-TW" altLang="en-US" dirty="0"/>
          </a:p>
        </p:txBody>
      </p:sp>
      <p:pic>
        <p:nvPicPr>
          <p:cNvPr id="6" name="內容版面配置區 5">
            <a:extLst>
              <a:ext uri="{FF2B5EF4-FFF2-40B4-BE49-F238E27FC236}">
                <a16:creationId xmlns:a16="http://schemas.microsoft.com/office/drawing/2014/main" id="{8B20DCA0-8F34-4D5E-8489-59E82D187D32}"/>
              </a:ext>
            </a:extLst>
          </p:cNvPr>
          <p:cNvPicPr>
            <a:picLocks noGrp="1" noChangeAspect="1"/>
          </p:cNvPicPr>
          <p:nvPr>
            <p:ph idx="1"/>
          </p:nvPr>
        </p:nvPicPr>
        <p:blipFill>
          <a:blip r:embed="rId2"/>
          <a:stretch>
            <a:fillRect/>
          </a:stretch>
        </p:blipFill>
        <p:spPr>
          <a:xfrm>
            <a:off x="838200" y="2625187"/>
            <a:ext cx="10515600" cy="2752213"/>
          </a:xfrm>
        </p:spPr>
      </p:pic>
      <p:sp>
        <p:nvSpPr>
          <p:cNvPr id="4" name="投影片編號版面配置區 3">
            <a:extLst>
              <a:ext uri="{FF2B5EF4-FFF2-40B4-BE49-F238E27FC236}">
                <a16:creationId xmlns:a16="http://schemas.microsoft.com/office/drawing/2014/main" id="{7CEC67AA-DFD3-4289-B509-EAC471349BE3}"/>
              </a:ext>
            </a:extLst>
          </p:cNvPr>
          <p:cNvSpPr>
            <a:spLocks noGrp="1"/>
          </p:cNvSpPr>
          <p:nvPr>
            <p:ph type="sldNum" sz="quarter" idx="12"/>
          </p:nvPr>
        </p:nvSpPr>
        <p:spPr/>
        <p:txBody>
          <a:bodyPr/>
          <a:lstStyle/>
          <a:p>
            <a:fld id="{4CD2C34A-D3D3-4A9B-8692-9279E332F0C9}" type="slidenum">
              <a:rPr lang="zh-TW" altLang="en-US" smtClean="0"/>
              <a:pPr/>
              <a:t>3</a:t>
            </a:fld>
            <a:endParaRPr lang="zh-TW" altLang="en-US" dirty="0"/>
          </a:p>
        </p:txBody>
      </p:sp>
      <p:sp>
        <p:nvSpPr>
          <p:cNvPr id="7" name="文字方塊 6">
            <a:extLst>
              <a:ext uri="{FF2B5EF4-FFF2-40B4-BE49-F238E27FC236}">
                <a16:creationId xmlns:a16="http://schemas.microsoft.com/office/drawing/2014/main" id="{E76BEBE1-A4A8-41FA-A80C-98C0C0A0A001}"/>
              </a:ext>
            </a:extLst>
          </p:cNvPr>
          <p:cNvSpPr txBox="1"/>
          <p:nvPr/>
        </p:nvSpPr>
        <p:spPr>
          <a:xfrm>
            <a:off x="3648891" y="5174377"/>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3    </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5B852BF0-E5E9-4BA6-A8E9-701394BEE802}"/>
              </a:ext>
            </a:extLst>
          </p:cNvPr>
          <p:cNvSpPr txBox="1"/>
          <p:nvPr/>
        </p:nvSpPr>
        <p:spPr>
          <a:xfrm>
            <a:off x="4628606" y="5174377"/>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3    </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F2307E16-B5F5-44A9-A941-B0462407CC13}"/>
              </a:ext>
            </a:extLst>
          </p:cNvPr>
          <p:cNvSpPr txBox="1"/>
          <p:nvPr/>
        </p:nvSpPr>
        <p:spPr>
          <a:xfrm>
            <a:off x="3167743" y="5174377"/>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1    </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990DDC17-E327-4A86-8EC1-AC31BB1CABF8}"/>
              </a:ext>
            </a:extLst>
          </p:cNvPr>
          <p:cNvSpPr txBox="1"/>
          <p:nvPr/>
        </p:nvSpPr>
        <p:spPr>
          <a:xfrm>
            <a:off x="1717763" y="5174377"/>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2    </a:t>
            </a:r>
            <a:endParaRPr lang="zh-TW" altLang="en-US" sz="2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8DD35EDA-C683-4C01-8430-56774D127BB2}"/>
              </a:ext>
            </a:extLst>
          </p:cNvPr>
          <p:cNvSpPr txBox="1"/>
          <p:nvPr/>
        </p:nvSpPr>
        <p:spPr>
          <a:xfrm>
            <a:off x="2669176" y="5174376"/>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4    </a:t>
            </a:r>
            <a:endParaRPr lang="zh-TW" altLang="en-US"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FF1BCA85-48D0-458C-B720-4296957BD13F}"/>
              </a:ext>
            </a:extLst>
          </p:cNvPr>
          <p:cNvSpPr txBox="1"/>
          <p:nvPr/>
        </p:nvSpPr>
        <p:spPr>
          <a:xfrm>
            <a:off x="2196736" y="5174375"/>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5    </a:t>
            </a:r>
            <a:endParaRPr lang="zh-TW" altLang="en-US" sz="2400"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DE25EB78-B2F9-41F8-9806-0D44A9EF5279}"/>
              </a:ext>
            </a:extLst>
          </p:cNvPr>
          <p:cNvSpPr txBox="1"/>
          <p:nvPr/>
        </p:nvSpPr>
        <p:spPr>
          <a:xfrm>
            <a:off x="4136574" y="5174375"/>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6    </a:t>
            </a:r>
            <a:endParaRPr lang="zh-TW" altLang="en-US" sz="2400"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547EFCA-268C-4EC3-8AB9-2FDEC88FF072}"/>
              </a:ext>
            </a:extLst>
          </p:cNvPr>
          <p:cNvSpPr txBox="1"/>
          <p:nvPr/>
        </p:nvSpPr>
        <p:spPr>
          <a:xfrm>
            <a:off x="5105405" y="5174375"/>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4    </a:t>
            </a:r>
            <a:endParaRPr lang="zh-TW" altLang="en-US" sz="2400" dirty="0">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1B42DDD1-50CA-42F6-A805-C3BE2F03CBCD}"/>
              </a:ext>
            </a:extLst>
          </p:cNvPr>
          <p:cNvSpPr txBox="1"/>
          <p:nvPr/>
        </p:nvSpPr>
        <p:spPr>
          <a:xfrm>
            <a:off x="1221379" y="5174375"/>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4    </a:t>
            </a:r>
            <a:endParaRPr lang="zh-TW" altLang="en-US" sz="2400" dirty="0">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558A63F0-F91F-4E6A-B78F-5CEB66707D81}"/>
              </a:ext>
            </a:extLst>
          </p:cNvPr>
          <p:cNvSpPr txBox="1"/>
          <p:nvPr/>
        </p:nvSpPr>
        <p:spPr>
          <a:xfrm>
            <a:off x="272141" y="5174375"/>
            <a:ext cx="914402"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Order    </a:t>
            </a:r>
            <a:endParaRPr lang="zh-TW" altLang="en-US" sz="2400"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6D336E09-0159-4F5C-829C-90E5172C60FC}"/>
              </a:ext>
            </a:extLst>
          </p:cNvPr>
          <p:cNvSpPr txBox="1"/>
          <p:nvPr/>
        </p:nvSpPr>
        <p:spPr>
          <a:xfrm>
            <a:off x="9235439" y="5174377"/>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3    </a:t>
            </a:r>
            <a:endParaRPr lang="zh-TW" altLang="en-US" sz="2400"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42550666-B2A8-4BB4-A7F8-DB4EF370C783}"/>
              </a:ext>
            </a:extLst>
          </p:cNvPr>
          <p:cNvSpPr txBox="1"/>
          <p:nvPr/>
        </p:nvSpPr>
        <p:spPr>
          <a:xfrm>
            <a:off x="10215154" y="5174377"/>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3    </a:t>
            </a:r>
            <a:endParaRPr lang="zh-TW" altLang="en-US" sz="2400"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CEF2B489-752F-4EDA-966C-8A4ED0080582}"/>
              </a:ext>
            </a:extLst>
          </p:cNvPr>
          <p:cNvSpPr txBox="1"/>
          <p:nvPr/>
        </p:nvSpPr>
        <p:spPr>
          <a:xfrm>
            <a:off x="8754291" y="5174377"/>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1    </a:t>
            </a:r>
            <a:endParaRPr lang="zh-TW" altLang="en-US" sz="2400" dirty="0">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4B98C798-8826-4DD0-9449-CE4DC805FEAE}"/>
              </a:ext>
            </a:extLst>
          </p:cNvPr>
          <p:cNvSpPr txBox="1"/>
          <p:nvPr/>
        </p:nvSpPr>
        <p:spPr>
          <a:xfrm>
            <a:off x="7304311" y="5174377"/>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2    </a:t>
            </a:r>
            <a:endParaRPr lang="zh-TW" altLang="en-US" sz="2400" dirty="0">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DFCFF8DC-3DFC-403E-8A8D-5210FD1FA80D}"/>
              </a:ext>
            </a:extLst>
          </p:cNvPr>
          <p:cNvSpPr txBox="1"/>
          <p:nvPr/>
        </p:nvSpPr>
        <p:spPr>
          <a:xfrm>
            <a:off x="8255724" y="5174376"/>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4    </a:t>
            </a:r>
            <a:endParaRPr lang="zh-TW" altLang="en-US" sz="2400" dirty="0">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FCF334BC-1661-4E7A-9B08-A541DABBA66E}"/>
              </a:ext>
            </a:extLst>
          </p:cNvPr>
          <p:cNvSpPr txBox="1"/>
          <p:nvPr/>
        </p:nvSpPr>
        <p:spPr>
          <a:xfrm>
            <a:off x="7783284" y="5174375"/>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5    </a:t>
            </a:r>
            <a:endParaRPr lang="zh-TW" altLang="en-US" sz="2400" dirty="0">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42DE6BD9-DAF0-4E23-A8FE-45C512BC1217}"/>
              </a:ext>
            </a:extLst>
          </p:cNvPr>
          <p:cNvSpPr txBox="1"/>
          <p:nvPr/>
        </p:nvSpPr>
        <p:spPr>
          <a:xfrm>
            <a:off x="9723122" y="5174375"/>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6    </a:t>
            </a:r>
            <a:endParaRPr lang="zh-TW" altLang="en-US" sz="2400" dirty="0">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C3099B64-1E07-4948-A80C-0CFAC3407B37}"/>
              </a:ext>
            </a:extLst>
          </p:cNvPr>
          <p:cNvSpPr txBox="1"/>
          <p:nvPr/>
        </p:nvSpPr>
        <p:spPr>
          <a:xfrm>
            <a:off x="10691953" y="5174375"/>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4    </a:t>
            </a:r>
            <a:endParaRPr lang="zh-TW" altLang="en-US" sz="2400" dirty="0">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84F5A98D-405F-40DD-A50D-F78FD70217A4}"/>
              </a:ext>
            </a:extLst>
          </p:cNvPr>
          <p:cNvSpPr txBox="1"/>
          <p:nvPr/>
        </p:nvSpPr>
        <p:spPr>
          <a:xfrm>
            <a:off x="6807927" y="5174375"/>
            <a:ext cx="339634"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4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5416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DA2B2F-C091-08FD-D170-38CBC1E2866D}"/>
              </a:ext>
            </a:extLst>
          </p:cNvPr>
          <p:cNvSpPr>
            <a:spLocks noGrp="1"/>
          </p:cNvSpPr>
          <p:nvPr>
            <p:ph type="title"/>
          </p:nvPr>
        </p:nvSpPr>
        <p:spPr/>
        <p:txBody>
          <a:bodyPr/>
          <a:lstStyle/>
          <a:p>
            <a:r>
              <a:rPr lang="en-US" altLang="zh-TW" dirty="0"/>
              <a:t>Location Table</a:t>
            </a:r>
            <a:endParaRPr lang="zh-TW" altLang="en-US" dirty="0"/>
          </a:p>
        </p:txBody>
      </p:sp>
      <p:sp>
        <p:nvSpPr>
          <p:cNvPr id="3" name="內容版面配置區 2">
            <a:extLst>
              <a:ext uri="{FF2B5EF4-FFF2-40B4-BE49-F238E27FC236}">
                <a16:creationId xmlns:a16="http://schemas.microsoft.com/office/drawing/2014/main" id="{361AFB7E-F83D-90B5-91D6-B9587F59A539}"/>
              </a:ext>
            </a:extLst>
          </p:cNvPr>
          <p:cNvSpPr>
            <a:spLocks noGrp="1"/>
          </p:cNvSpPr>
          <p:nvPr>
            <p:ph idx="1"/>
          </p:nvPr>
        </p:nvSpPr>
        <p:spPr/>
        <p:txBody>
          <a:bodyPr/>
          <a:lstStyle/>
          <a:p>
            <a:r>
              <a:rPr lang="en-US" altLang="zh-TW" dirty="0" err="1"/>
              <a:t>LMax</a:t>
            </a:r>
            <a:r>
              <a:rPr lang="en-US" altLang="zh-TW" dirty="0"/>
              <a:t> : Predecessor</a:t>
            </a:r>
          </a:p>
          <a:p>
            <a:r>
              <a:rPr lang="en-US" altLang="zh-TW" dirty="0" err="1"/>
              <a:t>LMin</a:t>
            </a:r>
            <a:r>
              <a:rPr lang="en-US" altLang="zh-TW" dirty="0"/>
              <a:t> : Successor</a:t>
            </a:r>
          </a:p>
        </p:txBody>
      </p:sp>
      <p:sp>
        <p:nvSpPr>
          <p:cNvPr id="4" name="投影片編號版面配置區 3">
            <a:extLst>
              <a:ext uri="{FF2B5EF4-FFF2-40B4-BE49-F238E27FC236}">
                <a16:creationId xmlns:a16="http://schemas.microsoft.com/office/drawing/2014/main" id="{BFAA1DAB-C69D-A269-BB2D-FCBD5315397D}"/>
              </a:ext>
            </a:extLst>
          </p:cNvPr>
          <p:cNvSpPr>
            <a:spLocks noGrp="1"/>
          </p:cNvSpPr>
          <p:nvPr>
            <p:ph type="sldNum" sz="quarter" idx="12"/>
          </p:nvPr>
        </p:nvSpPr>
        <p:spPr/>
        <p:txBody>
          <a:bodyPr/>
          <a:lstStyle/>
          <a:p>
            <a:fld id="{4CD2C34A-D3D3-4A9B-8692-9279E332F0C9}" type="slidenum">
              <a:rPr lang="zh-TW" altLang="en-US" smtClean="0"/>
              <a:pPr/>
              <a:t>4</a:t>
            </a:fld>
            <a:endParaRPr lang="zh-TW" altLang="en-US" dirty="0"/>
          </a:p>
        </p:txBody>
      </p:sp>
      <p:pic>
        <p:nvPicPr>
          <p:cNvPr id="6" name="圖片 5">
            <a:extLst>
              <a:ext uri="{FF2B5EF4-FFF2-40B4-BE49-F238E27FC236}">
                <a16:creationId xmlns:a16="http://schemas.microsoft.com/office/drawing/2014/main" id="{B9CE9625-8FD1-BE5B-D0C6-A74CCE0F9F9B}"/>
              </a:ext>
            </a:extLst>
          </p:cNvPr>
          <p:cNvPicPr>
            <a:picLocks noChangeAspect="1"/>
          </p:cNvPicPr>
          <p:nvPr/>
        </p:nvPicPr>
        <p:blipFill>
          <a:blip r:embed="rId2"/>
          <a:stretch>
            <a:fillRect/>
          </a:stretch>
        </p:blipFill>
        <p:spPr>
          <a:xfrm>
            <a:off x="838200" y="3193587"/>
            <a:ext cx="10515600" cy="2983376"/>
          </a:xfrm>
          <a:prstGeom prst="rect">
            <a:avLst/>
          </a:prstGeom>
        </p:spPr>
      </p:pic>
    </p:spTree>
    <p:extLst>
      <p:ext uri="{BB962C8B-B14F-4D97-AF65-F5344CB8AC3E}">
        <p14:creationId xmlns:p14="http://schemas.microsoft.com/office/powerpoint/2010/main" val="3279097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9CACF2-4909-2775-AEC2-12962EDD9A78}"/>
              </a:ext>
            </a:extLst>
          </p:cNvPr>
          <p:cNvSpPr>
            <a:spLocks noGrp="1"/>
          </p:cNvSpPr>
          <p:nvPr>
            <p:ph type="title"/>
          </p:nvPr>
        </p:nvSpPr>
        <p:spPr/>
        <p:txBody>
          <a:bodyPr/>
          <a:lstStyle/>
          <a:p>
            <a:r>
              <a:rPr lang="en-US" altLang="zh-TW" dirty="0"/>
              <a:t>Location Table</a:t>
            </a:r>
            <a:endParaRPr lang="zh-TW" altLang="en-US" dirty="0"/>
          </a:p>
        </p:txBody>
      </p:sp>
      <p:sp>
        <p:nvSpPr>
          <p:cNvPr id="3" name="內容版面配置區 2">
            <a:extLst>
              <a:ext uri="{FF2B5EF4-FFF2-40B4-BE49-F238E27FC236}">
                <a16:creationId xmlns:a16="http://schemas.microsoft.com/office/drawing/2014/main" id="{79CD4EBD-E0CA-0AED-DD60-D1F70D57BC92}"/>
              </a:ext>
            </a:extLst>
          </p:cNvPr>
          <p:cNvSpPr>
            <a:spLocks noGrp="1"/>
          </p:cNvSpPr>
          <p:nvPr>
            <p:ph idx="1"/>
          </p:nvPr>
        </p:nvSpPr>
        <p:spPr/>
        <p:txBody>
          <a:bodyPr/>
          <a:lstStyle/>
          <a:p>
            <a:r>
              <a:rPr lang="en-US" altLang="zh-TW" dirty="0"/>
              <a:t>Get Location Table By Sorting</a:t>
            </a:r>
          </a:p>
        </p:txBody>
      </p:sp>
      <p:sp>
        <p:nvSpPr>
          <p:cNvPr id="4" name="投影片編號版面配置區 3">
            <a:extLst>
              <a:ext uri="{FF2B5EF4-FFF2-40B4-BE49-F238E27FC236}">
                <a16:creationId xmlns:a16="http://schemas.microsoft.com/office/drawing/2014/main" id="{0E3C08ED-9722-5496-E4FD-A786946D475F}"/>
              </a:ext>
            </a:extLst>
          </p:cNvPr>
          <p:cNvSpPr>
            <a:spLocks noGrp="1"/>
          </p:cNvSpPr>
          <p:nvPr>
            <p:ph type="sldNum" sz="quarter" idx="12"/>
          </p:nvPr>
        </p:nvSpPr>
        <p:spPr/>
        <p:txBody>
          <a:bodyPr/>
          <a:lstStyle/>
          <a:p>
            <a:fld id="{4CD2C34A-D3D3-4A9B-8692-9279E332F0C9}" type="slidenum">
              <a:rPr lang="zh-TW" altLang="en-US" smtClean="0"/>
              <a:pPr/>
              <a:t>5</a:t>
            </a:fld>
            <a:endParaRPr lang="zh-TW" altLang="en-US" dirty="0"/>
          </a:p>
        </p:txBody>
      </p:sp>
      <p:pic>
        <p:nvPicPr>
          <p:cNvPr id="6" name="圖片 5">
            <a:extLst>
              <a:ext uri="{FF2B5EF4-FFF2-40B4-BE49-F238E27FC236}">
                <a16:creationId xmlns:a16="http://schemas.microsoft.com/office/drawing/2014/main" id="{D9C54994-B26E-3979-AF73-481C617266CD}"/>
              </a:ext>
            </a:extLst>
          </p:cNvPr>
          <p:cNvPicPr>
            <a:picLocks noChangeAspect="1"/>
          </p:cNvPicPr>
          <p:nvPr/>
        </p:nvPicPr>
        <p:blipFill>
          <a:blip r:embed="rId2"/>
          <a:stretch>
            <a:fillRect/>
          </a:stretch>
        </p:blipFill>
        <p:spPr>
          <a:xfrm>
            <a:off x="838200" y="3892244"/>
            <a:ext cx="10479487" cy="1820987"/>
          </a:xfrm>
          <a:prstGeom prst="rect">
            <a:avLst/>
          </a:prstGeom>
        </p:spPr>
      </p:pic>
      <p:pic>
        <p:nvPicPr>
          <p:cNvPr id="8" name="圖片 7">
            <a:extLst>
              <a:ext uri="{FF2B5EF4-FFF2-40B4-BE49-F238E27FC236}">
                <a16:creationId xmlns:a16="http://schemas.microsoft.com/office/drawing/2014/main" id="{475D336E-8B2F-11A0-8A0A-22C1914A7B84}"/>
              </a:ext>
            </a:extLst>
          </p:cNvPr>
          <p:cNvPicPr>
            <a:picLocks noChangeAspect="1"/>
          </p:cNvPicPr>
          <p:nvPr/>
        </p:nvPicPr>
        <p:blipFill rotWithShape="1">
          <a:blip r:embed="rId3"/>
          <a:srcRect t="32775" r="1139" b="47959"/>
          <a:stretch/>
        </p:blipFill>
        <p:spPr>
          <a:xfrm>
            <a:off x="1146266" y="3053870"/>
            <a:ext cx="9899468" cy="547320"/>
          </a:xfrm>
          <a:prstGeom prst="rect">
            <a:avLst/>
          </a:prstGeom>
        </p:spPr>
      </p:pic>
    </p:spTree>
    <p:extLst>
      <p:ext uri="{BB962C8B-B14F-4D97-AF65-F5344CB8AC3E}">
        <p14:creationId xmlns:p14="http://schemas.microsoft.com/office/powerpoint/2010/main" val="1355467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D13125-8D60-9DD0-2618-CDB9DFBA1762}"/>
              </a:ext>
            </a:extLst>
          </p:cNvPr>
          <p:cNvSpPr>
            <a:spLocks noGrp="1"/>
          </p:cNvSpPr>
          <p:nvPr>
            <p:ph type="title"/>
          </p:nvPr>
        </p:nvSpPr>
        <p:spPr/>
        <p:txBody>
          <a:bodyPr/>
          <a:lstStyle/>
          <a:p>
            <a:r>
              <a:rPr lang="en-US" altLang="zh-TW" dirty="0"/>
              <a:t>Order-Borders Table</a:t>
            </a:r>
            <a:endParaRPr lang="zh-TW" altLang="en-US" dirty="0"/>
          </a:p>
        </p:txBody>
      </p:sp>
      <p:sp>
        <p:nvSpPr>
          <p:cNvPr id="4" name="投影片編號版面配置區 3">
            <a:extLst>
              <a:ext uri="{FF2B5EF4-FFF2-40B4-BE49-F238E27FC236}">
                <a16:creationId xmlns:a16="http://schemas.microsoft.com/office/drawing/2014/main" id="{FB2678D2-0475-C3CD-B008-C8EB7F5F8ABE}"/>
              </a:ext>
            </a:extLst>
          </p:cNvPr>
          <p:cNvSpPr>
            <a:spLocks noGrp="1"/>
          </p:cNvSpPr>
          <p:nvPr>
            <p:ph type="sldNum" sz="quarter" idx="12"/>
          </p:nvPr>
        </p:nvSpPr>
        <p:spPr/>
        <p:txBody>
          <a:bodyPr/>
          <a:lstStyle/>
          <a:p>
            <a:fld id="{4CD2C34A-D3D3-4A9B-8692-9279E332F0C9}" type="slidenum">
              <a:rPr lang="zh-TW" altLang="en-US" smtClean="0"/>
              <a:pPr/>
              <a:t>6</a:t>
            </a:fld>
            <a:endParaRPr lang="zh-TW" altLang="en-US" dirty="0"/>
          </a:p>
        </p:txBody>
      </p:sp>
      <p:pic>
        <p:nvPicPr>
          <p:cNvPr id="7" name="內容版面配置區 6">
            <a:extLst>
              <a:ext uri="{FF2B5EF4-FFF2-40B4-BE49-F238E27FC236}">
                <a16:creationId xmlns:a16="http://schemas.microsoft.com/office/drawing/2014/main" id="{E4CE9054-FC6B-A0CE-3C51-24A1D6CB9A51}"/>
              </a:ext>
            </a:extLst>
          </p:cNvPr>
          <p:cNvPicPr>
            <a:picLocks noGrp="1" noChangeAspect="1"/>
          </p:cNvPicPr>
          <p:nvPr>
            <p:ph idx="1"/>
          </p:nvPr>
        </p:nvPicPr>
        <p:blipFill>
          <a:blip r:embed="rId2"/>
          <a:stretch>
            <a:fillRect/>
          </a:stretch>
        </p:blipFill>
        <p:spPr>
          <a:xfrm>
            <a:off x="838200" y="2810194"/>
            <a:ext cx="10515600" cy="2382199"/>
          </a:xfrm>
          <a:prstGeom prst="rect">
            <a:avLst/>
          </a:prstGeom>
        </p:spPr>
      </p:pic>
      <p:sp>
        <p:nvSpPr>
          <p:cNvPr id="8" name="矩形 7">
            <a:extLst>
              <a:ext uri="{FF2B5EF4-FFF2-40B4-BE49-F238E27FC236}">
                <a16:creationId xmlns:a16="http://schemas.microsoft.com/office/drawing/2014/main" id="{2CE70F5A-AEFD-F26A-756F-738C68F0A97F}"/>
              </a:ext>
            </a:extLst>
          </p:cNvPr>
          <p:cNvSpPr/>
          <p:nvPr/>
        </p:nvSpPr>
        <p:spPr>
          <a:xfrm>
            <a:off x="2917371" y="3674720"/>
            <a:ext cx="2899955" cy="618309"/>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BB65B73C-7D05-48B4-8214-01BFCBBB881C}"/>
              </a:ext>
            </a:extLst>
          </p:cNvPr>
          <p:cNvSpPr/>
          <p:nvPr/>
        </p:nvSpPr>
        <p:spPr>
          <a:xfrm>
            <a:off x="6021978" y="3674720"/>
            <a:ext cx="2899955" cy="618309"/>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3486F676-65F6-C662-BAB3-4A95699502B3}"/>
              </a:ext>
            </a:extLst>
          </p:cNvPr>
          <p:cNvSpPr/>
          <p:nvPr/>
        </p:nvSpPr>
        <p:spPr>
          <a:xfrm>
            <a:off x="8255726" y="4416138"/>
            <a:ext cx="583476" cy="618309"/>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82744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7F70BF-94D2-F149-0C8D-ACBC7DFAC8D2}"/>
              </a:ext>
            </a:extLst>
          </p:cNvPr>
          <p:cNvSpPr>
            <a:spLocks noGrp="1"/>
          </p:cNvSpPr>
          <p:nvPr>
            <p:ph type="title"/>
          </p:nvPr>
        </p:nvSpPr>
        <p:spPr/>
        <p:txBody>
          <a:bodyPr/>
          <a:lstStyle/>
          <a:p>
            <a:r>
              <a:rPr lang="en-US" altLang="zh-TW" dirty="0"/>
              <a:t>Example</a:t>
            </a:r>
            <a:endParaRPr lang="zh-TW" altLang="en-US" dirty="0"/>
          </a:p>
        </p:txBody>
      </p:sp>
      <p:sp>
        <p:nvSpPr>
          <p:cNvPr id="3" name="內容版面配置區 2">
            <a:extLst>
              <a:ext uri="{FF2B5EF4-FFF2-40B4-BE49-F238E27FC236}">
                <a16:creationId xmlns:a16="http://schemas.microsoft.com/office/drawing/2014/main" id="{ED84A483-7602-2489-1F07-5B20EF64E715}"/>
              </a:ext>
            </a:extLst>
          </p:cNvPr>
          <p:cNvSpPr>
            <a:spLocks noGrp="1"/>
          </p:cNvSpPr>
          <p:nvPr>
            <p:ph idx="1"/>
          </p:nvPr>
        </p:nvSpPr>
        <p:spPr/>
        <p:txBody>
          <a:bodyPr/>
          <a:lstStyle/>
          <a:p>
            <a:r>
              <a:rPr lang="en-US" altLang="zh-TW" dirty="0"/>
              <a:t>Pattern x</a:t>
            </a:r>
          </a:p>
          <a:p>
            <a:endParaRPr lang="en-US" altLang="zh-TW" dirty="0"/>
          </a:p>
          <a:p>
            <a:endParaRPr lang="en-US" altLang="zh-TW" dirty="0"/>
          </a:p>
          <a:p>
            <a:endParaRPr lang="en-US" altLang="zh-TW" dirty="0"/>
          </a:p>
          <a:p>
            <a:endParaRPr lang="en-US" altLang="zh-TW" dirty="0"/>
          </a:p>
          <a:p>
            <a:r>
              <a:rPr lang="en-US" altLang="zh-TW" dirty="0"/>
              <a:t>String y</a:t>
            </a:r>
          </a:p>
          <a:p>
            <a:endParaRPr lang="en-US" altLang="zh-TW" dirty="0"/>
          </a:p>
        </p:txBody>
      </p:sp>
      <p:sp>
        <p:nvSpPr>
          <p:cNvPr id="4" name="投影片編號版面配置區 3">
            <a:extLst>
              <a:ext uri="{FF2B5EF4-FFF2-40B4-BE49-F238E27FC236}">
                <a16:creationId xmlns:a16="http://schemas.microsoft.com/office/drawing/2014/main" id="{6B257CF3-60FD-D76D-A532-3B311395CE82}"/>
              </a:ext>
            </a:extLst>
          </p:cNvPr>
          <p:cNvSpPr>
            <a:spLocks noGrp="1"/>
          </p:cNvSpPr>
          <p:nvPr>
            <p:ph type="sldNum" sz="quarter" idx="12"/>
          </p:nvPr>
        </p:nvSpPr>
        <p:spPr/>
        <p:txBody>
          <a:bodyPr/>
          <a:lstStyle/>
          <a:p>
            <a:fld id="{4CD2C34A-D3D3-4A9B-8692-9279E332F0C9}" type="slidenum">
              <a:rPr lang="zh-TW" altLang="en-US" smtClean="0"/>
              <a:pPr/>
              <a:t>7</a:t>
            </a:fld>
            <a:endParaRPr lang="zh-TW" altLang="en-US" dirty="0"/>
          </a:p>
        </p:txBody>
      </p:sp>
      <p:graphicFrame>
        <p:nvGraphicFramePr>
          <p:cNvPr id="5" name="表格 5">
            <a:extLst>
              <a:ext uri="{FF2B5EF4-FFF2-40B4-BE49-F238E27FC236}">
                <a16:creationId xmlns:a16="http://schemas.microsoft.com/office/drawing/2014/main" id="{0BCEF438-453F-54F1-5C9A-3F6B8FE7D0AA}"/>
              </a:ext>
            </a:extLst>
          </p:cNvPr>
          <p:cNvGraphicFramePr>
            <a:graphicFrameLocks noGrp="1"/>
          </p:cNvGraphicFramePr>
          <p:nvPr>
            <p:extLst>
              <p:ext uri="{D42A27DB-BD31-4B8C-83A1-F6EECF244321}">
                <p14:modId xmlns:p14="http://schemas.microsoft.com/office/powerpoint/2010/main" val="1424565693"/>
              </p:ext>
            </p:extLst>
          </p:nvPr>
        </p:nvGraphicFramePr>
        <p:xfrm>
          <a:off x="1152435" y="2409135"/>
          <a:ext cx="8128002" cy="1371600"/>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3869639769"/>
                    </a:ext>
                  </a:extLst>
                </a:gridCol>
                <a:gridCol w="1354667">
                  <a:extLst>
                    <a:ext uri="{9D8B030D-6E8A-4147-A177-3AD203B41FA5}">
                      <a16:colId xmlns:a16="http://schemas.microsoft.com/office/drawing/2014/main" val="4120364919"/>
                    </a:ext>
                  </a:extLst>
                </a:gridCol>
                <a:gridCol w="1354667">
                  <a:extLst>
                    <a:ext uri="{9D8B030D-6E8A-4147-A177-3AD203B41FA5}">
                      <a16:colId xmlns:a16="http://schemas.microsoft.com/office/drawing/2014/main" val="2295431361"/>
                    </a:ext>
                  </a:extLst>
                </a:gridCol>
                <a:gridCol w="1354667">
                  <a:extLst>
                    <a:ext uri="{9D8B030D-6E8A-4147-A177-3AD203B41FA5}">
                      <a16:colId xmlns:a16="http://schemas.microsoft.com/office/drawing/2014/main" val="3025404514"/>
                    </a:ext>
                  </a:extLst>
                </a:gridCol>
                <a:gridCol w="1354667">
                  <a:extLst>
                    <a:ext uri="{9D8B030D-6E8A-4147-A177-3AD203B41FA5}">
                      <a16:colId xmlns:a16="http://schemas.microsoft.com/office/drawing/2014/main" val="3549429781"/>
                    </a:ext>
                  </a:extLst>
                </a:gridCol>
                <a:gridCol w="1354667">
                  <a:extLst>
                    <a:ext uri="{9D8B030D-6E8A-4147-A177-3AD203B41FA5}">
                      <a16:colId xmlns:a16="http://schemas.microsoft.com/office/drawing/2014/main" val="3518558847"/>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4973210"/>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x</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04988259"/>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8166245"/>
                  </a:ext>
                </a:extLst>
              </a:tr>
            </a:tbl>
          </a:graphicData>
        </a:graphic>
      </p:graphicFrame>
      <p:graphicFrame>
        <p:nvGraphicFramePr>
          <p:cNvPr id="6" name="表格 6">
            <a:extLst>
              <a:ext uri="{FF2B5EF4-FFF2-40B4-BE49-F238E27FC236}">
                <a16:creationId xmlns:a16="http://schemas.microsoft.com/office/drawing/2014/main" id="{8C294233-3C7F-00FE-5B3A-CD4B931A0425}"/>
              </a:ext>
            </a:extLst>
          </p:cNvPr>
          <p:cNvGraphicFramePr>
            <a:graphicFrameLocks noGrp="1"/>
          </p:cNvGraphicFramePr>
          <p:nvPr>
            <p:extLst>
              <p:ext uri="{D42A27DB-BD31-4B8C-83A1-F6EECF244321}">
                <p14:modId xmlns:p14="http://schemas.microsoft.com/office/powerpoint/2010/main" val="415360354"/>
              </p:ext>
            </p:extLst>
          </p:nvPr>
        </p:nvGraphicFramePr>
        <p:xfrm>
          <a:off x="1152438" y="5039117"/>
          <a:ext cx="9654898" cy="457200"/>
        </p:xfrm>
        <a:graphic>
          <a:graphicData uri="http://schemas.openxmlformats.org/drawingml/2006/table">
            <a:tbl>
              <a:tblPr firstRow="1" bandRow="1">
                <a:tableStyleId>{5940675A-B579-460E-94D1-54222C63F5DA}</a:tableStyleId>
              </a:tblPr>
              <a:tblGrid>
                <a:gridCol w="877718">
                  <a:extLst>
                    <a:ext uri="{9D8B030D-6E8A-4147-A177-3AD203B41FA5}">
                      <a16:colId xmlns:a16="http://schemas.microsoft.com/office/drawing/2014/main" val="4252225929"/>
                    </a:ext>
                  </a:extLst>
                </a:gridCol>
                <a:gridCol w="877718">
                  <a:extLst>
                    <a:ext uri="{9D8B030D-6E8A-4147-A177-3AD203B41FA5}">
                      <a16:colId xmlns:a16="http://schemas.microsoft.com/office/drawing/2014/main" val="4155364040"/>
                    </a:ext>
                  </a:extLst>
                </a:gridCol>
                <a:gridCol w="877718">
                  <a:extLst>
                    <a:ext uri="{9D8B030D-6E8A-4147-A177-3AD203B41FA5}">
                      <a16:colId xmlns:a16="http://schemas.microsoft.com/office/drawing/2014/main" val="176081985"/>
                    </a:ext>
                  </a:extLst>
                </a:gridCol>
                <a:gridCol w="877718">
                  <a:extLst>
                    <a:ext uri="{9D8B030D-6E8A-4147-A177-3AD203B41FA5}">
                      <a16:colId xmlns:a16="http://schemas.microsoft.com/office/drawing/2014/main" val="2917996143"/>
                    </a:ext>
                  </a:extLst>
                </a:gridCol>
                <a:gridCol w="877718">
                  <a:extLst>
                    <a:ext uri="{9D8B030D-6E8A-4147-A177-3AD203B41FA5}">
                      <a16:colId xmlns:a16="http://schemas.microsoft.com/office/drawing/2014/main" val="50301296"/>
                    </a:ext>
                  </a:extLst>
                </a:gridCol>
                <a:gridCol w="877718">
                  <a:extLst>
                    <a:ext uri="{9D8B030D-6E8A-4147-A177-3AD203B41FA5}">
                      <a16:colId xmlns:a16="http://schemas.microsoft.com/office/drawing/2014/main" val="350811996"/>
                    </a:ext>
                  </a:extLst>
                </a:gridCol>
                <a:gridCol w="877718">
                  <a:extLst>
                    <a:ext uri="{9D8B030D-6E8A-4147-A177-3AD203B41FA5}">
                      <a16:colId xmlns:a16="http://schemas.microsoft.com/office/drawing/2014/main" val="500841086"/>
                    </a:ext>
                  </a:extLst>
                </a:gridCol>
                <a:gridCol w="877718">
                  <a:extLst>
                    <a:ext uri="{9D8B030D-6E8A-4147-A177-3AD203B41FA5}">
                      <a16:colId xmlns:a16="http://schemas.microsoft.com/office/drawing/2014/main" val="2564287789"/>
                    </a:ext>
                  </a:extLst>
                </a:gridCol>
                <a:gridCol w="877718">
                  <a:extLst>
                    <a:ext uri="{9D8B030D-6E8A-4147-A177-3AD203B41FA5}">
                      <a16:colId xmlns:a16="http://schemas.microsoft.com/office/drawing/2014/main" val="1472211562"/>
                    </a:ext>
                  </a:extLst>
                </a:gridCol>
                <a:gridCol w="877718">
                  <a:extLst>
                    <a:ext uri="{9D8B030D-6E8A-4147-A177-3AD203B41FA5}">
                      <a16:colId xmlns:a16="http://schemas.microsoft.com/office/drawing/2014/main" val="2687776331"/>
                    </a:ext>
                  </a:extLst>
                </a:gridCol>
                <a:gridCol w="877718">
                  <a:extLst>
                    <a:ext uri="{9D8B030D-6E8A-4147-A177-3AD203B41FA5}">
                      <a16:colId xmlns:a16="http://schemas.microsoft.com/office/drawing/2014/main" val="2308472892"/>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y</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88973823"/>
                  </a:ext>
                </a:extLst>
              </a:tr>
            </a:tbl>
          </a:graphicData>
        </a:graphic>
      </p:graphicFrame>
    </p:spTree>
    <p:extLst>
      <p:ext uri="{BB962C8B-B14F-4D97-AF65-F5344CB8AC3E}">
        <p14:creationId xmlns:p14="http://schemas.microsoft.com/office/powerpoint/2010/main" val="2943626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0ADA51-DCEB-F92C-74C6-0F034D10ACCD}"/>
              </a:ext>
            </a:extLst>
          </p:cNvPr>
          <p:cNvSpPr>
            <a:spLocks noGrp="1"/>
          </p:cNvSpPr>
          <p:nvPr>
            <p:ph type="title"/>
          </p:nvPr>
        </p:nvSpPr>
        <p:spPr/>
        <p:txBody>
          <a:bodyPr/>
          <a:lstStyle/>
          <a:p>
            <a:r>
              <a:rPr lang="en-US" altLang="zh-TW" dirty="0"/>
              <a:t>Example</a:t>
            </a:r>
            <a:endParaRPr lang="zh-TW" altLang="en-US" dirty="0"/>
          </a:p>
        </p:txBody>
      </p:sp>
      <p:sp>
        <p:nvSpPr>
          <p:cNvPr id="4" name="投影片編號版面配置區 3">
            <a:extLst>
              <a:ext uri="{FF2B5EF4-FFF2-40B4-BE49-F238E27FC236}">
                <a16:creationId xmlns:a16="http://schemas.microsoft.com/office/drawing/2014/main" id="{4025DC6F-A6C5-38C6-5EE8-4ACA31BB7472}"/>
              </a:ext>
            </a:extLst>
          </p:cNvPr>
          <p:cNvSpPr>
            <a:spLocks noGrp="1"/>
          </p:cNvSpPr>
          <p:nvPr>
            <p:ph type="sldNum" sz="quarter" idx="12"/>
          </p:nvPr>
        </p:nvSpPr>
        <p:spPr/>
        <p:txBody>
          <a:bodyPr/>
          <a:lstStyle/>
          <a:p>
            <a:fld id="{4CD2C34A-D3D3-4A9B-8692-9279E332F0C9}" type="slidenum">
              <a:rPr lang="zh-TW" altLang="en-US" smtClean="0"/>
              <a:pPr/>
              <a:t>8</a:t>
            </a:fld>
            <a:endParaRPr lang="zh-TW" altLang="en-US" dirty="0"/>
          </a:p>
        </p:txBody>
      </p:sp>
      <p:graphicFrame>
        <p:nvGraphicFramePr>
          <p:cNvPr id="5" name="表格 6">
            <a:extLst>
              <a:ext uri="{FF2B5EF4-FFF2-40B4-BE49-F238E27FC236}">
                <a16:creationId xmlns:a16="http://schemas.microsoft.com/office/drawing/2014/main" id="{E51C14ED-0585-84FE-2E74-3B74D4B6AE27}"/>
              </a:ext>
            </a:extLst>
          </p:cNvPr>
          <p:cNvGraphicFramePr>
            <a:graphicFrameLocks noGrp="1"/>
          </p:cNvGraphicFramePr>
          <p:nvPr>
            <p:extLst>
              <p:ext uri="{D42A27DB-BD31-4B8C-83A1-F6EECF244321}">
                <p14:modId xmlns:p14="http://schemas.microsoft.com/office/powerpoint/2010/main" val="1295048975"/>
              </p:ext>
            </p:extLst>
          </p:nvPr>
        </p:nvGraphicFramePr>
        <p:xfrm>
          <a:off x="1151916" y="1941059"/>
          <a:ext cx="9654898" cy="914400"/>
        </p:xfrm>
        <a:graphic>
          <a:graphicData uri="http://schemas.openxmlformats.org/drawingml/2006/table">
            <a:tbl>
              <a:tblPr firstRow="1" bandRow="1">
                <a:tableStyleId>{5940675A-B579-460E-94D1-54222C63F5DA}</a:tableStyleId>
              </a:tblPr>
              <a:tblGrid>
                <a:gridCol w="877718">
                  <a:extLst>
                    <a:ext uri="{9D8B030D-6E8A-4147-A177-3AD203B41FA5}">
                      <a16:colId xmlns:a16="http://schemas.microsoft.com/office/drawing/2014/main" val="4252225929"/>
                    </a:ext>
                  </a:extLst>
                </a:gridCol>
                <a:gridCol w="877718">
                  <a:extLst>
                    <a:ext uri="{9D8B030D-6E8A-4147-A177-3AD203B41FA5}">
                      <a16:colId xmlns:a16="http://schemas.microsoft.com/office/drawing/2014/main" val="4155364040"/>
                    </a:ext>
                  </a:extLst>
                </a:gridCol>
                <a:gridCol w="877718">
                  <a:extLst>
                    <a:ext uri="{9D8B030D-6E8A-4147-A177-3AD203B41FA5}">
                      <a16:colId xmlns:a16="http://schemas.microsoft.com/office/drawing/2014/main" val="176081985"/>
                    </a:ext>
                  </a:extLst>
                </a:gridCol>
                <a:gridCol w="877718">
                  <a:extLst>
                    <a:ext uri="{9D8B030D-6E8A-4147-A177-3AD203B41FA5}">
                      <a16:colId xmlns:a16="http://schemas.microsoft.com/office/drawing/2014/main" val="2917996143"/>
                    </a:ext>
                  </a:extLst>
                </a:gridCol>
                <a:gridCol w="877718">
                  <a:extLst>
                    <a:ext uri="{9D8B030D-6E8A-4147-A177-3AD203B41FA5}">
                      <a16:colId xmlns:a16="http://schemas.microsoft.com/office/drawing/2014/main" val="50301296"/>
                    </a:ext>
                  </a:extLst>
                </a:gridCol>
                <a:gridCol w="877718">
                  <a:extLst>
                    <a:ext uri="{9D8B030D-6E8A-4147-A177-3AD203B41FA5}">
                      <a16:colId xmlns:a16="http://schemas.microsoft.com/office/drawing/2014/main" val="350811996"/>
                    </a:ext>
                  </a:extLst>
                </a:gridCol>
                <a:gridCol w="877718">
                  <a:extLst>
                    <a:ext uri="{9D8B030D-6E8A-4147-A177-3AD203B41FA5}">
                      <a16:colId xmlns:a16="http://schemas.microsoft.com/office/drawing/2014/main" val="500841086"/>
                    </a:ext>
                  </a:extLst>
                </a:gridCol>
                <a:gridCol w="877718">
                  <a:extLst>
                    <a:ext uri="{9D8B030D-6E8A-4147-A177-3AD203B41FA5}">
                      <a16:colId xmlns:a16="http://schemas.microsoft.com/office/drawing/2014/main" val="2564287789"/>
                    </a:ext>
                  </a:extLst>
                </a:gridCol>
                <a:gridCol w="877718">
                  <a:extLst>
                    <a:ext uri="{9D8B030D-6E8A-4147-A177-3AD203B41FA5}">
                      <a16:colId xmlns:a16="http://schemas.microsoft.com/office/drawing/2014/main" val="1472211562"/>
                    </a:ext>
                  </a:extLst>
                </a:gridCol>
                <a:gridCol w="877718">
                  <a:extLst>
                    <a:ext uri="{9D8B030D-6E8A-4147-A177-3AD203B41FA5}">
                      <a16:colId xmlns:a16="http://schemas.microsoft.com/office/drawing/2014/main" val="2687776331"/>
                    </a:ext>
                  </a:extLst>
                </a:gridCol>
                <a:gridCol w="877718">
                  <a:extLst>
                    <a:ext uri="{9D8B030D-6E8A-4147-A177-3AD203B41FA5}">
                      <a16:colId xmlns:a16="http://schemas.microsoft.com/office/drawing/2014/main" val="2308472892"/>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index</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3800323"/>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y</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88973823"/>
                  </a:ext>
                </a:extLst>
              </a:tr>
            </a:tbl>
          </a:graphicData>
        </a:graphic>
      </p:graphicFrame>
      <p:graphicFrame>
        <p:nvGraphicFramePr>
          <p:cNvPr id="6" name="表格 5">
            <a:extLst>
              <a:ext uri="{FF2B5EF4-FFF2-40B4-BE49-F238E27FC236}">
                <a16:creationId xmlns:a16="http://schemas.microsoft.com/office/drawing/2014/main" id="{0F4601D3-6DED-6C3E-E0E4-C1E9AED8FEB3}"/>
              </a:ext>
            </a:extLst>
          </p:cNvPr>
          <p:cNvGraphicFramePr>
            <a:graphicFrameLocks noGrp="1"/>
          </p:cNvGraphicFramePr>
          <p:nvPr>
            <p:extLst>
              <p:ext uri="{D42A27DB-BD31-4B8C-83A1-F6EECF244321}">
                <p14:modId xmlns:p14="http://schemas.microsoft.com/office/powerpoint/2010/main" val="3332774744"/>
              </p:ext>
            </p:extLst>
          </p:nvPr>
        </p:nvGraphicFramePr>
        <p:xfrm>
          <a:off x="1152438" y="3864148"/>
          <a:ext cx="5265786" cy="1828800"/>
        </p:xfrm>
        <a:graphic>
          <a:graphicData uri="http://schemas.openxmlformats.org/drawingml/2006/table">
            <a:tbl>
              <a:tblPr firstRow="1" bandRow="1">
                <a:tableStyleId>{5940675A-B579-460E-94D1-54222C63F5DA}</a:tableStyleId>
              </a:tblPr>
              <a:tblGrid>
                <a:gridCol w="877631">
                  <a:extLst>
                    <a:ext uri="{9D8B030D-6E8A-4147-A177-3AD203B41FA5}">
                      <a16:colId xmlns:a16="http://schemas.microsoft.com/office/drawing/2014/main" val="1761357148"/>
                    </a:ext>
                  </a:extLst>
                </a:gridCol>
                <a:gridCol w="877631">
                  <a:extLst>
                    <a:ext uri="{9D8B030D-6E8A-4147-A177-3AD203B41FA5}">
                      <a16:colId xmlns:a16="http://schemas.microsoft.com/office/drawing/2014/main" val="1132445161"/>
                    </a:ext>
                  </a:extLst>
                </a:gridCol>
                <a:gridCol w="877631">
                  <a:extLst>
                    <a:ext uri="{9D8B030D-6E8A-4147-A177-3AD203B41FA5}">
                      <a16:colId xmlns:a16="http://schemas.microsoft.com/office/drawing/2014/main" val="538824567"/>
                    </a:ext>
                  </a:extLst>
                </a:gridCol>
                <a:gridCol w="877631">
                  <a:extLst>
                    <a:ext uri="{9D8B030D-6E8A-4147-A177-3AD203B41FA5}">
                      <a16:colId xmlns:a16="http://schemas.microsoft.com/office/drawing/2014/main" val="3634407418"/>
                    </a:ext>
                  </a:extLst>
                </a:gridCol>
                <a:gridCol w="877631">
                  <a:extLst>
                    <a:ext uri="{9D8B030D-6E8A-4147-A177-3AD203B41FA5}">
                      <a16:colId xmlns:a16="http://schemas.microsoft.com/office/drawing/2014/main" val="369906221"/>
                    </a:ext>
                  </a:extLst>
                </a:gridCol>
                <a:gridCol w="877631">
                  <a:extLst>
                    <a:ext uri="{9D8B030D-6E8A-4147-A177-3AD203B41FA5}">
                      <a16:colId xmlns:a16="http://schemas.microsoft.com/office/drawing/2014/main" val="3099404580"/>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x</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5644349"/>
                  </a:ext>
                </a:extLst>
              </a:tr>
              <a:tr h="370840">
                <a:tc>
                  <a:txBody>
                    <a:bodyPr/>
                    <a:lstStyle/>
                    <a:p>
                      <a:pPr algn="ctr"/>
                      <a:r>
                        <a:rPr lang="en-US" altLang="zh-TW" sz="2000" dirty="0" err="1">
                          <a:latin typeface="Times New Roman" panose="02020603050405020304" pitchFamily="18" charset="0"/>
                          <a:cs typeface="Times New Roman" panose="02020603050405020304" pitchFamily="18" charset="0"/>
                        </a:rPr>
                        <a:t>LMax</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97734607"/>
                  </a:ext>
                </a:extLst>
              </a:tr>
              <a:tr h="370840">
                <a:tc>
                  <a:txBody>
                    <a:bodyPr/>
                    <a:lstStyle/>
                    <a:p>
                      <a:pPr algn="ctr"/>
                      <a:r>
                        <a:rPr lang="en-US" altLang="zh-TW" sz="2000" dirty="0" err="1">
                          <a:latin typeface="Times New Roman" panose="02020603050405020304" pitchFamily="18" charset="0"/>
                          <a:cs typeface="Times New Roman" panose="02020603050405020304" pitchFamily="18" charset="0"/>
                        </a:rPr>
                        <a:t>LMin</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41636121"/>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38065806"/>
                  </a:ext>
                </a:extLst>
              </a:tr>
            </a:tbl>
          </a:graphicData>
        </a:graphic>
      </p:graphicFrame>
      <p:graphicFrame>
        <p:nvGraphicFramePr>
          <p:cNvPr id="7" name="表格 6">
            <a:extLst>
              <a:ext uri="{FF2B5EF4-FFF2-40B4-BE49-F238E27FC236}">
                <a16:creationId xmlns:a16="http://schemas.microsoft.com/office/drawing/2014/main" id="{B96AEC5D-6D25-1F78-3E4C-B2FB489EE3B0}"/>
              </a:ext>
            </a:extLst>
          </p:cNvPr>
          <p:cNvGraphicFramePr>
            <a:graphicFrameLocks noGrp="1"/>
          </p:cNvGraphicFramePr>
          <p:nvPr>
            <p:extLst>
              <p:ext uri="{D42A27DB-BD31-4B8C-83A1-F6EECF244321}">
                <p14:modId xmlns:p14="http://schemas.microsoft.com/office/powerpoint/2010/main" val="2205653293"/>
              </p:ext>
            </p:extLst>
          </p:nvPr>
        </p:nvGraphicFramePr>
        <p:xfrm>
          <a:off x="1151916" y="2855459"/>
          <a:ext cx="5266308" cy="914400"/>
        </p:xfrm>
        <a:graphic>
          <a:graphicData uri="http://schemas.openxmlformats.org/drawingml/2006/table">
            <a:tbl>
              <a:tblPr firstRow="1" bandRow="1">
                <a:tableStyleId>{5940675A-B579-460E-94D1-54222C63F5DA}</a:tableStyleId>
              </a:tblPr>
              <a:tblGrid>
                <a:gridCol w="877718">
                  <a:extLst>
                    <a:ext uri="{9D8B030D-6E8A-4147-A177-3AD203B41FA5}">
                      <a16:colId xmlns:a16="http://schemas.microsoft.com/office/drawing/2014/main" val="2477419870"/>
                    </a:ext>
                  </a:extLst>
                </a:gridCol>
                <a:gridCol w="877718">
                  <a:extLst>
                    <a:ext uri="{9D8B030D-6E8A-4147-A177-3AD203B41FA5}">
                      <a16:colId xmlns:a16="http://schemas.microsoft.com/office/drawing/2014/main" val="4142810732"/>
                    </a:ext>
                  </a:extLst>
                </a:gridCol>
                <a:gridCol w="877718">
                  <a:extLst>
                    <a:ext uri="{9D8B030D-6E8A-4147-A177-3AD203B41FA5}">
                      <a16:colId xmlns:a16="http://schemas.microsoft.com/office/drawing/2014/main" val="2688222899"/>
                    </a:ext>
                  </a:extLst>
                </a:gridCol>
                <a:gridCol w="877718">
                  <a:extLst>
                    <a:ext uri="{9D8B030D-6E8A-4147-A177-3AD203B41FA5}">
                      <a16:colId xmlns:a16="http://schemas.microsoft.com/office/drawing/2014/main" val="4081271840"/>
                    </a:ext>
                  </a:extLst>
                </a:gridCol>
                <a:gridCol w="877718">
                  <a:extLst>
                    <a:ext uri="{9D8B030D-6E8A-4147-A177-3AD203B41FA5}">
                      <a16:colId xmlns:a16="http://schemas.microsoft.com/office/drawing/2014/main" val="605509563"/>
                    </a:ext>
                  </a:extLst>
                </a:gridCol>
                <a:gridCol w="877718">
                  <a:extLst>
                    <a:ext uri="{9D8B030D-6E8A-4147-A177-3AD203B41FA5}">
                      <a16:colId xmlns:a16="http://schemas.microsoft.com/office/drawing/2014/main" val="4131699344"/>
                    </a:ext>
                  </a:extLst>
                </a:gridCol>
              </a:tblGrid>
              <a:tr h="370840">
                <a:tc>
                  <a:txBody>
                    <a:bodyPr/>
                    <a:lstStyle/>
                    <a:p>
                      <a:pPr algn="ctr"/>
                      <a:r>
                        <a:rPr lang="en-US" altLang="zh-TW" sz="2000" dirty="0" err="1">
                          <a:latin typeface="Times New Roman" panose="02020603050405020304" pitchFamily="18" charset="0"/>
                          <a:cs typeface="Times New Roman" panose="02020603050405020304" pitchFamily="18" charset="0"/>
                        </a:rPr>
                        <a:t>LMax</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81592000"/>
                  </a:ext>
                </a:extLst>
              </a:tr>
              <a:tr h="370840">
                <a:tc>
                  <a:txBody>
                    <a:bodyPr/>
                    <a:lstStyle/>
                    <a:p>
                      <a:pPr algn="ctr"/>
                      <a:r>
                        <a:rPr lang="en-US" altLang="zh-TW" sz="2000" dirty="0" err="1">
                          <a:latin typeface="Times New Roman" panose="02020603050405020304" pitchFamily="18" charset="0"/>
                          <a:cs typeface="Times New Roman" panose="02020603050405020304" pitchFamily="18" charset="0"/>
                        </a:rPr>
                        <a:t>LMin</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11458783"/>
                  </a:ext>
                </a:extLst>
              </a:tr>
            </a:tbl>
          </a:graphicData>
        </a:graphic>
      </p:graphicFrame>
    </p:spTree>
    <p:extLst>
      <p:ext uri="{BB962C8B-B14F-4D97-AF65-F5344CB8AC3E}">
        <p14:creationId xmlns:p14="http://schemas.microsoft.com/office/powerpoint/2010/main" val="2054259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0ADA51-DCEB-F92C-74C6-0F034D10ACCD}"/>
              </a:ext>
            </a:extLst>
          </p:cNvPr>
          <p:cNvSpPr>
            <a:spLocks noGrp="1"/>
          </p:cNvSpPr>
          <p:nvPr>
            <p:ph type="title"/>
          </p:nvPr>
        </p:nvSpPr>
        <p:spPr/>
        <p:txBody>
          <a:bodyPr/>
          <a:lstStyle/>
          <a:p>
            <a:r>
              <a:rPr lang="en-US" altLang="zh-TW" dirty="0"/>
              <a:t>Example</a:t>
            </a:r>
            <a:endParaRPr lang="zh-TW" altLang="en-US" dirty="0"/>
          </a:p>
        </p:txBody>
      </p:sp>
      <p:sp>
        <p:nvSpPr>
          <p:cNvPr id="4" name="投影片編號版面配置區 3">
            <a:extLst>
              <a:ext uri="{FF2B5EF4-FFF2-40B4-BE49-F238E27FC236}">
                <a16:creationId xmlns:a16="http://schemas.microsoft.com/office/drawing/2014/main" id="{4025DC6F-A6C5-38C6-5EE8-4ACA31BB7472}"/>
              </a:ext>
            </a:extLst>
          </p:cNvPr>
          <p:cNvSpPr>
            <a:spLocks noGrp="1"/>
          </p:cNvSpPr>
          <p:nvPr>
            <p:ph type="sldNum" sz="quarter" idx="12"/>
          </p:nvPr>
        </p:nvSpPr>
        <p:spPr/>
        <p:txBody>
          <a:bodyPr/>
          <a:lstStyle/>
          <a:p>
            <a:fld id="{4CD2C34A-D3D3-4A9B-8692-9279E332F0C9}" type="slidenum">
              <a:rPr lang="zh-TW" altLang="en-US" smtClean="0"/>
              <a:pPr/>
              <a:t>9</a:t>
            </a:fld>
            <a:endParaRPr lang="zh-TW" altLang="en-US" dirty="0"/>
          </a:p>
        </p:txBody>
      </p:sp>
      <p:graphicFrame>
        <p:nvGraphicFramePr>
          <p:cNvPr id="6" name="表格 5">
            <a:extLst>
              <a:ext uri="{FF2B5EF4-FFF2-40B4-BE49-F238E27FC236}">
                <a16:creationId xmlns:a16="http://schemas.microsoft.com/office/drawing/2014/main" id="{0F4601D3-6DED-6C3E-E0E4-C1E9AED8FEB3}"/>
              </a:ext>
            </a:extLst>
          </p:cNvPr>
          <p:cNvGraphicFramePr>
            <a:graphicFrameLocks noGrp="1"/>
          </p:cNvGraphicFramePr>
          <p:nvPr>
            <p:extLst>
              <p:ext uri="{D42A27DB-BD31-4B8C-83A1-F6EECF244321}">
                <p14:modId xmlns:p14="http://schemas.microsoft.com/office/powerpoint/2010/main" val="1461363101"/>
              </p:ext>
            </p:extLst>
          </p:nvPr>
        </p:nvGraphicFramePr>
        <p:xfrm>
          <a:off x="2031479" y="3817891"/>
          <a:ext cx="5265786" cy="1828800"/>
        </p:xfrm>
        <a:graphic>
          <a:graphicData uri="http://schemas.openxmlformats.org/drawingml/2006/table">
            <a:tbl>
              <a:tblPr firstRow="1" bandRow="1">
                <a:tableStyleId>{5940675A-B579-460E-94D1-54222C63F5DA}</a:tableStyleId>
              </a:tblPr>
              <a:tblGrid>
                <a:gridCol w="877631">
                  <a:extLst>
                    <a:ext uri="{9D8B030D-6E8A-4147-A177-3AD203B41FA5}">
                      <a16:colId xmlns:a16="http://schemas.microsoft.com/office/drawing/2014/main" val="1761357148"/>
                    </a:ext>
                  </a:extLst>
                </a:gridCol>
                <a:gridCol w="877631">
                  <a:extLst>
                    <a:ext uri="{9D8B030D-6E8A-4147-A177-3AD203B41FA5}">
                      <a16:colId xmlns:a16="http://schemas.microsoft.com/office/drawing/2014/main" val="1132445161"/>
                    </a:ext>
                  </a:extLst>
                </a:gridCol>
                <a:gridCol w="877631">
                  <a:extLst>
                    <a:ext uri="{9D8B030D-6E8A-4147-A177-3AD203B41FA5}">
                      <a16:colId xmlns:a16="http://schemas.microsoft.com/office/drawing/2014/main" val="538824567"/>
                    </a:ext>
                  </a:extLst>
                </a:gridCol>
                <a:gridCol w="877631">
                  <a:extLst>
                    <a:ext uri="{9D8B030D-6E8A-4147-A177-3AD203B41FA5}">
                      <a16:colId xmlns:a16="http://schemas.microsoft.com/office/drawing/2014/main" val="3634407418"/>
                    </a:ext>
                  </a:extLst>
                </a:gridCol>
                <a:gridCol w="877631">
                  <a:extLst>
                    <a:ext uri="{9D8B030D-6E8A-4147-A177-3AD203B41FA5}">
                      <a16:colId xmlns:a16="http://schemas.microsoft.com/office/drawing/2014/main" val="369906221"/>
                    </a:ext>
                  </a:extLst>
                </a:gridCol>
                <a:gridCol w="877631">
                  <a:extLst>
                    <a:ext uri="{9D8B030D-6E8A-4147-A177-3AD203B41FA5}">
                      <a16:colId xmlns:a16="http://schemas.microsoft.com/office/drawing/2014/main" val="3099404580"/>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x</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5644349"/>
                  </a:ext>
                </a:extLst>
              </a:tr>
              <a:tr h="370840">
                <a:tc>
                  <a:txBody>
                    <a:bodyPr/>
                    <a:lstStyle/>
                    <a:p>
                      <a:pPr algn="ctr"/>
                      <a:r>
                        <a:rPr lang="en-US" altLang="zh-TW" sz="2000" dirty="0" err="1">
                          <a:latin typeface="Times New Roman" panose="02020603050405020304" pitchFamily="18" charset="0"/>
                          <a:cs typeface="Times New Roman" panose="02020603050405020304" pitchFamily="18" charset="0"/>
                        </a:rPr>
                        <a:t>LMax</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extLst>
                  <a:ext uri="{0D108BD9-81ED-4DB2-BD59-A6C34878D82A}">
                    <a16:rowId xmlns:a16="http://schemas.microsoft.com/office/drawing/2014/main" val="4197734607"/>
                  </a:ext>
                </a:extLst>
              </a:tr>
              <a:tr h="370840">
                <a:tc>
                  <a:txBody>
                    <a:bodyPr/>
                    <a:lstStyle/>
                    <a:p>
                      <a:pPr algn="ctr"/>
                      <a:r>
                        <a:rPr lang="en-US" altLang="zh-TW" sz="2000" dirty="0" err="1">
                          <a:latin typeface="Times New Roman" panose="02020603050405020304" pitchFamily="18" charset="0"/>
                          <a:cs typeface="Times New Roman" panose="02020603050405020304" pitchFamily="18" charset="0"/>
                        </a:rPr>
                        <a:t>LMin</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extLst>
                  <a:ext uri="{0D108BD9-81ED-4DB2-BD59-A6C34878D82A}">
                    <a16:rowId xmlns:a16="http://schemas.microsoft.com/office/drawing/2014/main" val="541636121"/>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1831882698"/>
                  </a:ext>
                </a:extLst>
              </a:tr>
            </a:tbl>
          </a:graphicData>
        </a:graphic>
      </p:graphicFrame>
      <p:graphicFrame>
        <p:nvGraphicFramePr>
          <p:cNvPr id="7" name="表格 6">
            <a:extLst>
              <a:ext uri="{FF2B5EF4-FFF2-40B4-BE49-F238E27FC236}">
                <a16:creationId xmlns:a16="http://schemas.microsoft.com/office/drawing/2014/main" id="{B96AEC5D-6D25-1F78-3E4C-B2FB489EE3B0}"/>
              </a:ext>
            </a:extLst>
          </p:cNvPr>
          <p:cNvGraphicFramePr>
            <a:graphicFrameLocks noGrp="1"/>
          </p:cNvGraphicFramePr>
          <p:nvPr>
            <p:extLst>
              <p:ext uri="{D42A27DB-BD31-4B8C-83A1-F6EECF244321}">
                <p14:modId xmlns:p14="http://schemas.microsoft.com/office/powerpoint/2010/main" val="1078720475"/>
              </p:ext>
            </p:extLst>
          </p:nvPr>
        </p:nvGraphicFramePr>
        <p:xfrm>
          <a:off x="2031479" y="2857620"/>
          <a:ext cx="5266308" cy="914400"/>
        </p:xfrm>
        <a:graphic>
          <a:graphicData uri="http://schemas.openxmlformats.org/drawingml/2006/table">
            <a:tbl>
              <a:tblPr firstRow="1" bandRow="1">
                <a:tableStyleId>{5940675A-B579-460E-94D1-54222C63F5DA}</a:tableStyleId>
              </a:tblPr>
              <a:tblGrid>
                <a:gridCol w="877718">
                  <a:extLst>
                    <a:ext uri="{9D8B030D-6E8A-4147-A177-3AD203B41FA5}">
                      <a16:colId xmlns:a16="http://schemas.microsoft.com/office/drawing/2014/main" val="2477419870"/>
                    </a:ext>
                  </a:extLst>
                </a:gridCol>
                <a:gridCol w="877718">
                  <a:extLst>
                    <a:ext uri="{9D8B030D-6E8A-4147-A177-3AD203B41FA5}">
                      <a16:colId xmlns:a16="http://schemas.microsoft.com/office/drawing/2014/main" val="4142810732"/>
                    </a:ext>
                  </a:extLst>
                </a:gridCol>
                <a:gridCol w="877718">
                  <a:extLst>
                    <a:ext uri="{9D8B030D-6E8A-4147-A177-3AD203B41FA5}">
                      <a16:colId xmlns:a16="http://schemas.microsoft.com/office/drawing/2014/main" val="2688222899"/>
                    </a:ext>
                  </a:extLst>
                </a:gridCol>
                <a:gridCol w="877718">
                  <a:extLst>
                    <a:ext uri="{9D8B030D-6E8A-4147-A177-3AD203B41FA5}">
                      <a16:colId xmlns:a16="http://schemas.microsoft.com/office/drawing/2014/main" val="4081271840"/>
                    </a:ext>
                  </a:extLst>
                </a:gridCol>
                <a:gridCol w="877718">
                  <a:extLst>
                    <a:ext uri="{9D8B030D-6E8A-4147-A177-3AD203B41FA5}">
                      <a16:colId xmlns:a16="http://schemas.microsoft.com/office/drawing/2014/main" val="605509563"/>
                    </a:ext>
                  </a:extLst>
                </a:gridCol>
                <a:gridCol w="877718">
                  <a:extLst>
                    <a:ext uri="{9D8B030D-6E8A-4147-A177-3AD203B41FA5}">
                      <a16:colId xmlns:a16="http://schemas.microsoft.com/office/drawing/2014/main" val="4131699344"/>
                    </a:ext>
                  </a:extLst>
                </a:gridCol>
              </a:tblGrid>
              <a:tr h="370840">
                <a:tc>
                  <a:txBody>
                    <a:bodyPr/>
                    <a:lstStyle/>
                    <a:p>
                      <a:pPr algn="ctr"/>
                      <a:r>
                        <a:rPr lang="en-US" altLang="zh-TW" sz="2000" dirty="0" err="1">
                          <a:latin typeface="Times New Roman" panose="02020603050405020304" pitchFamily="18" charset="0"/>
                          <a:cs typeface="Times New Roman" panose="02020603050405020304" pitchFamily="18" charset="0"/>
                        </a:rPr>
                        <a:t>LMax</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extLst>
                  <a:ext uri="{0D108BD9-81ED-4DB2-BD59-A6C34878D82A}">
                    <a16:rowId xmlns:a16="http://schemas.microsoft.com/office/drawing/2014/main" val="2181592000"/>
                  </a:ext>
                </a:extLst>
              </a:tr>
              <a:tr h="370840">
                <a:tc>
                  <a:txBody>
                    <a:bodyPr/>
                    <a:lstStyle/>
                    <a:p>
                      <a:pPr algn="ctr"/>
                      <a:r>
                        <a:rPr lang="en-US" altLang="zh-TW" sz="2000" dirty="0" err="1">
                          <a:latin typeface="Times New Roman" panose="02020603050405020304" pitchFamily="18" charset="0"/>
                          <a:cs typeface="Times New Roman" panose="02020603050405020304" pitchFamily="18" charset="0"/>
                        </a:rPr>
                        <a:t>LMin</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extLst>
                  <a:ext uri="{0D108BD9-81ED-4DB2-BD59-A6C34878D82A}">
                    <a16:rowId xmlns:a16="http://schemas.microsoft.com/office/drawing/2014/main" val="811458783"/>
                  </a:ext>
                </a:extLst>
              </a:tr>
            </a:tbl>
          </a:graphicData>
        </a:graphic>
      </p:graphicFrame>
      <p:graphicFrame>
        <p:nvGraphicFramePr>
          <p:cNvPr id="9" name="表格 6">
            <a:extLst>
              <a:ext uri="{FF2B5EF4-FFF2-40B4-BE49-F238E27FC236}">
                <a16:creationId xmlns:a16="http://schemas.microsoft.com/office/drawing/2014/main" id="{298026C2-B816-1E77-85A1-6AFE1334F5CA}"/>
              </a:ext>
            </a:extLst>
          </p:cNvPr>
          <p:cNvGraphicFramePr>
            <a:graphicFrameLocks noGrp="1"/>
          </p:cNvGraphicFramePr>
          <p:nvPr>
            <p:extLst>
              <p:ext uri="{D42A27DB-BD31-4B8C-83A1-F6EECF244321}">
                <p14:modId xmlns:p14="http://schemas.microsoft.com/office/powerpoint/2010/main" val="1611146313"/>
              </p:ext>
            </p:extLst>
          </p:nvPr>
        </p:nvGraphicFramePr>
        <p:xfrm>
          <a:off x="1151916" y="1941059"/>
          <a:ext cx="9654898" cy="914400"/>
        </p:xfrm>
        <a:graphic>
          <a:graphicData uri="http://schemas.openxmlformats.org/drawingml/2006/table">
            <a:tbl>
              <a:tblPr firstRow="1" bandRow="1">
                <a:tableStyleId>{5940675A-B579-460E-94D1-54222C63F5DA}</a:tableStyleId>
              </a:tblPr>
              <a:tblGrid>
                <a:gridCol w="877718">
                  <a:extLst>
                    <a:ext uri="{9D8B030D-6E8A-4147-A177-3AD203B41FA5}">
                      <a16:colId xmlns:a16="http://schemas.microsoft.com/office/drawing/2014/main" val="4252225929"/>
                    </a:ext>
                  </a:extLst>
                </a:gridCol>
                <a:gridCol w="877718">
                  <a:extLst>
                    <a:ext uri="{9D8B030D-6E8A-4147-A177-3AD203B41FA5}">
                      <a16:colId xmlns:a16="http://schemas.microsoft.com/office/drawing/2014/main" val="4155364040"/>
                    </a:ext>
                  </a:extLst>
                </a:gridCol>
                <a:gridCol w="877718">
                  <a:extLst>
                    <a:ext uri="{9D8B030D-6E8A-4147-A177-3AD203B41FA5}">
                      <a16:colId xmlns:a16="http://schemas.microsoft.com/office/drawing/2014/main" val="176081985"/>
                    </a:ext>
                  </a:extLst>
                </a:gridCol>
                <a:gridCol w="877718">
                  <a:extLst>
                    <a:ext uri="{9D8B030D-6E8A-4147-A177-3AD203B41FA5}">
                      <a16:colId xmlns:a16="http://schemas.microsoft.com/office/drawing/2014/main" val="2917996143"/>
                    </a:ext>
                  </a:extLst>
                </a:gridCol>
                <a:gridCol w="877718">
                  <a:extLst>
                    <a:ext uri="{9D8B030D-6E8A-4147-A177-3AD203B41FA5}">
                      <a16:colId xmlns:a16="http://schemas.microsoft.com/office/drawing/2014/main" val="50301296"/>
                    </a:ext>
                  </a:extLst>
                </a:gridCol>
                <a:gridCol w="877718">
                  <a:extLst>
                    <a:ext uri="{9D8B030D-6E8A-4147-A177-3AD203B41FA5}">
                      <a16:colId xmlns:a16="http://schemas.microsoft.com/office/drawing/2014/main" val="350811996"/>
                    </a:ext>
                  </a:extLst>
                </a:gridCol>
                <a:gridCol w="877718">
                  <a:extLst>
                    <a:ext uri="{9D8B030D-6E8A-4147-A177-3AD203B41FA5}">
                      <a16:colId xmlns:a16="http://schemas.microsoft.com/office/drawing/2014/main" val="500841086"/>
                    </a:ext>
                  </a:extLst>
                </a:gridCol>
                <a:gridCol w="877718">
                  <a:extLst>
                    <a:ext uri="{9D8B030D-6E8A-4147-A177-3AD203B41FA5}">
                      <a16:colId xmlns:a16="http://schemas.microsoft.com/office/drawing/2014/main" val="2564287789"/>
                    </a:ext>
                  </a:extLst>
                </a:gridCol>
                <a:gridCol w="877718">
                  <a:extLst>
                    <a:ext uri="{9D8B030D-6E8A-4147-A177-3AD203B41FA5}">
                      <a16:colId xmlns:a16="http://schemas.microsoft.com/office/drawing/2014/main" val="1472211562"/>
                    </a:ext>
                  </a:extLst>
                </a:gridCol>
                <a:gridCol w="877718">
                  <a:extLst>
                    <a:ext uri="{9D8B030D-6E8A-4147-A177-3AD203B41FA5}">
                      <a16:colId xmlns:a16="http://schemas.microsoft.com/office/drawing/2014/main" val="2687776331"/>
                    </a:ext>
                  </a:extLst>
                </a:gridCol>
                <a:gridCol w="877718">
                  <a:extLst>
                    <a:ext uri="{9D8B030D-6E8A-4147-A177-3AD203B41FA5}">
                      <a16:colId xmlns:a16="http://schemas.microsoft.com/office/drawing/2014/main" val="2308472892"/>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index</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3800323"/>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y</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88973823"/>
                  </a:ext>
                </a:extLst>
              </a:tr>
            </a:tbl>
          </a:graphicData>
        </a:graphic>
      </p:graphicFrame>
    </p:spTree>
    <p:extLst>
      <p:ext uri="{BB962C8B-B14F-4D97-AF65-F5344CB8AC3E}">
        <p14:creationId xmlns:p14="http://schemas.microsoft.com/office/powerpoint/2010/main" val="2667332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0ADA51-DCEB-F92C-74C6-0F034D10ACCD}"/>
              </a:ext>
            </a:extLst>
          </p:cNvPr>
          <p:cNvSpPr>
            <a:spLocks noGrp="1"/>
          </p:cNvSpPr>
          <p:nvPr>
            <p:ph type="title"/>
          </p:nvPr>
        </p:nvSpPr>
        <p:spPr/>
        <p:txBody>
          <a:bodyPr/>
          <a:lstStyle/>
          <a:p>
            <a:r>
              <a:rPr lang="en-US" altLang="zh-TW" dirty="0"/>
              <a:t>Example</a:t>
            </a:r>
            <a:endParaRPr lang="zh-TW" altLang="en-US" dirty="0"/>
          </a:p>
        </p:txBody>
      </p:sp>
      <p:sp>
        <p:nvSpPr>
          <p:cNvPr id="4" name="投影片編號版面配置區 3">
            <a:extLst>
              <a:ext uri="{FF2B5EF4-FFF2-40B4-BE49-F238E27FC236}">
                <a16:creationId xmlns:a16="http://schemas.microsoft.com/office/drawing/2014/main" id="{4025DC6F-A6C5-38C6-5EE8-4ACA31BB7472}"/>
              </a:ext>
            </a:extLst>
          </p:cNvPr>
          <p:cNvSpPr>
            <a:spLocks noGrp="1"/>
          </p:cNvSpPr>
          <p:nvPr>
            <p:ph type="sldNum" sz="quarter" idx="12"/>
          </p:nvPr>
        </p:nvSpPr>
        <p:spPr/>
        <p:txBody>
          <a:bodyPr/>
          <a:lstStyle/>
          <a:p>
            <a:fld id="{4CD2C34A-D3D3-4A9B-8692-9279E332F0C9}" type="slidenum">
              <a:rPr lang="zh-TW" altLang="en-US" smtClean="0"/>
              <a:pPr/>
              <a:t>10</a:t>
            </a:fld>
            <a:endParaRPr lang="zh-TW" altLang="en-US" dirty="0"/>
          </a:p>
        </p:txBody>
      </p:sp>
      <p:graphicFrame>
        <p:nvGraphicFramePr>
          <p:cNvPr id="6" name="表格 5">
            <a:extLst>
              <a:ext uri="{FF2B5EF4-FFF2-40B4-BE49-F238E27FC236}">
                <a16:creationId xmlns:a16="http://schemas.microsoft.com/office/drawing/2014/main" id="{0F4601D3-6DED-6C3E-E0E4-C1E9AED8FEB3}"/>
              </a:ext>
            </a:extLst>
          </p:cNvPr>
          <p:cNvGraphicFramePr>
            <a:graphicFrameLocks noGrp="1"/>
          </p:cNvGraphicFramePr>
          <p:nvPr>
            <p:extLst>
              <p:ext uri="{D42A27DB-BD31-4B8C-83A1-F6EECF244321}">
                <p14:modId xmlns:p14="http://schemas.microsoft.com/office/powerpoint/2010/main" val="2894209730"/>
              </p:ext>
            </p:extLst>
          </p:nvPr>
        </p:nvGraphicFramePr>
        <p:xfrm>
          <a:off x="4663593" y="3861434"/>
          <a:ext cx="5265786" cy="1828800"/>
        </p:xfrm>
        <a:graphic>
          <a:graphicData uri="http://schemas.openxmlformats.org/drawingml/2006/table">
            <a:tbl>
              <a:tblPr firstRow="1" bandRow="1">
                <a:tableStyleId>{5940675A-B579-460E-94D1-54222C63F5DA}</a:tableStyleId>
              </a:tblPr>
              <a:tblGrid>
                <a:gridCol w="877631">
                  <a:extLst>
                    <a:ext uri="{9D8B030D-6E8A-4147-A177-3AD203B41FA5}">
                      <a16:colId xmlns:a16="http://schemas.microsoft.com/office/drawing/2014/main" val="1761357148"/>
                    </a:ext>
                  </a:extLst>
                </a:gridCol>
                <a:gridCol w="877631">
                  <a:extLst>
                    <a:ext uri="{9D8B030D-6E8A-4147-A177-3AD203B41FA5}">
                      <a16:colId xmlns:a16="http://schemas.microsoft.com/office/drawing/2014/main" val="1132445161"/>
                    </a:ext>
                  </a:extLst>
                </a:gridCol>
                <a:gridCol w="877631">
                  <a:extLst>
                    <a:ext uri="{9D8B030D-6E8A-4147-A177-3AD203B41FA5}">
                      <a16:colId xmlns:a16="http://schemas.microsoft.com/office/drawing/2014/main" val="538824567"/>
                    </a:ext>
                  </a:extLst>
                </a:gridCol>
                <a:gridCol w="877631">
                  <a:extLst>
                    <a:ext uri="{9D8B030D-6E8A-4147-A177-3AD203B41FA5}">
                      <a16:colId xmlns:a16="http://schemas.microsoft.com/office/drawing/2014/main" val="3634407418"/>
                    </a:ext>
                  </a:extLst>
                </a:gridCol>
                <a:gridCol w="877631">
                  <a:extLst>
                    <a:ext uri="{9D8B030D-6E8A-4147-A177-3AD203B41FA5}">
                      <a16:colId xmlns:a16="http://schemas.microsoft.com/office/drawing/2014/main" val="369906221"/>
                    </a:ext>
                  </a:extLst>
                </a:gridCol>
                <a:gridCol w="877631">
                  <a:extLst>
                    <a:ext uri="{9D8B030D-6E8A-4147-A177-3AD203B41FA5}">
                      <a16:colId xmlns:a16="http://schemas.microsoft.com/office/drawing/2014/main" val="3099404580"/>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x</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5644349"/>
                  </a:ext>
                </a:extLst>
              </a:tr>
              <a:tr h="370840">
                <a:tc>
                  <a:txBody>
                    <a:bodyPr/>
                    <a:lstStyle/>
                    <a:p>
                      <a:pPr algn="ctr"/>
                      <a:r>
                        <a:rPr lang="en-US" altLang="zh-TW" sz="2000" dirty="0" err="1">
                          <a:latin typeface="Times New Roman" panose="02020603050405020304" pitchFamily="18" charset="0"/>
                          <a:cs typeface="Times New Roman" panose="02020603050405020304" pitchFamily="18" charset="0"/>
                        </a:rPr>
                        <a:t>LMax</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4197734607"/>
                  </a:ext>
                </a:extLst>
              </a:tr>
              <a:tr h="370840">
                <a:tc>
                  <a:txBody>
                    <a:bodyPr/>
                    <a:lstStyle/>
                    <a:p>
                      <a:pPr algn="ctr"/>
                      <a:r>
                        <a:rPr lang="en-US" altLang="zh-TW" sz="2000" dirty="0" err="1">
                          <a:latin typeface="Times New Roman" panose="02020603050405020304" pitchFamily="18" charset="0"/>
                          <a:cs typeface="Times New Roman" panose="02020603050405020304" pitchFamily="18" charset="0"/>
                        </a:rPr>
                        <a:t>LMin</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541636121"/>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1831882698"/>
                  </a:ext>
                </a:extLst>
              </a:tr>
            </a:tbl>
          </a:graphicData>
        </a:graphic>
      </p:graphicFrame>
      <p:graphicFrame>
        <p:nvGraphicFramePr>
          <p:cNvPr id="7" name="表格 6">
            <a:extLst>
              <a:ext uri="{FF2B5EF4-FFF2-40B4-BE49-F238E27FC236}">
                <a16:creationId xmlns:a16="http://schemas.microsoft.com/office/drawing/2014/main" id="{B96AEC5D-6D25-1F78-3E4C-B2FB489EE3B0}"/>
              </a:ext>
            </a:extLst>
          </p:cNvPr>
          <p:cNvGraphicFramePr>
            <a:graphicFrameLocks noGrp="1"/>
          </p:cNvGraphicFramePr>
          <p:nvPr>
            <p:extLst>
              <p:ext uri="{D42A27DB-BD31-4B8C-83A1-F6EECF244321}">
                <p14:modId xmlns:p14="http://schemas.microsoft.com/office/powerpoint/2010/main" val="329359473"/>
              </p:ext>
            </p:extLst>
          </p:nvPr>
        </p:nvGraphicFramePr>
        <p:xfrm>
          <a:off x="4664111" y="2855459"/>
          <a:ext cx="5266308" cy="914400"/>
        </p:xfrm>
        <a:graphic>
          <a:graphicData uri="http://schemas.openxmlformats.org/drawingml/2006/table">
            <a:tbl>
              <a:tblPr firstRow="1" bandRow="1">
                <a:tableStyleId>{5940675A-B579-460E-94D1-54222C63F5DA}</a:tableStyleId>
              </a:tblPr>
              <a:tblGrid>
                <a:gridCol w="877718">
                  <a:extLst>
                    <a:ext uri="{9D8B030D-6E8A-4147-A177-3AD203B41FA5}">
                      <a16:colId xmlns:a16="http://schemas.microsoft.com/office/drawing/2014/main" val="2477419870"/>
                    </a:ext>
                  </a:extLst>
                </a:gridCol>
                <a:gridCol w="877718">
                  <a:extLst>
                    <a:ext uri="{9D8B030D-6E8A-4147-A177-3AD203B41FA5}">
                      <a16:colId xmlns:a16="http://schemas.microsoft.com/office/drawing/2014/main" val="4142810732"/>
                    </a:ext>
                  </a:extLst>
                </a:gridCol>
                <a:gridCol w="877718">
                  <a:extLst>
                    <a:ext uri="{9D8B030D-6E8A-4147-A177-3AD203B41FA5}">
                      <a16:colId xmlns:a16="http://schemas.microsoft.com/office/drawing/2014/main" val="2688222899"/>
                    </a:ext>
                  </a:extLst>
                </a:gridCol>
                <a:gridCol w="877718">
                  <a:extLst>
                    <a:ext uri="{9D8B030D-6E8A-4147-A177-3AD203B41FA5}">
                      <a16:colId xmlns:a16="http://schemas.microsoft.com/office/drawing/2014/main" val="4081271840"/>
                    </a:ext>
                  </a:extLst>
                </a:gridCol>
                <a:gridCol w="877718">
                  <a:extLst>
                    <a:ext uri="{9D8B030D-6E8A-4147-A177-3AD203B41FA5}">
                      <a16:colId xmlns:a16="http://schemas.microsoft.com/office/drawing/2014/main" val="605509563"/>
                    </a:ext>
                  </a:extLst>
                </a:gridCol>
                <a:gridCol w="877718">
                  <a:extLst>
                    <a:ext uri="{9D8B030D-6E8A-4147-A177-3AD203B41FA5}">
                      <a16:colId xmlns:a16="http://schemas.microsoft.com/office/drawing/2014/main" val="4131699344"/>
                    </a:ext>
                  </a:extLst>
                </a:gridCol>
              </a:tblGrid>
              <a:tr h="370840">
                <a:tc>
                  <a:txBody>
                    <a:bodyPr/>
                    <a:lstStyle/>
                    <a:p>
                      <a:pPr algn="ctr"/>
                      <a:r>
                        <a:rPr lang="en-US" altLang="zh-TW" sz="2000" dirty="0" err="1">
                          <a:latin typeface="Times New Roman" panose="02020603050405020304" pitchFamily="18" charset="0"/>
                          <a:cs typeface="Times New Roman" panose="02020603050405020304" pitchFamily="18" charset="0"/>
                        </a:rPr>
                        <a:t>LMax</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2181592000"/>
                  </a:ext>
                </a:extLst>
              </a:tr>
              <a:tr h="370840">
                <a:tc>
                  <a:txBody>
                    <a:bodyPr/>
                    <a:lstStyle/>
                    <a:p>
                      <a:pPr algn="ctr"/>
                      <a:r>
                        <a:rPr lang="en-US" altLang="zh-TW" sz="2000" dirty="0" err="1">
                          <a:latin typeface="Times New Roman" panose="02020603050405020304" pitchFamily="18" charset="0"/>
                          <a:cs typeface="Times New Roman" panose="02020603050405020304" pitchFamily="18" charset="0"/>
                        </a:rPr>
                        <a:t>LMin</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811458783"/>
                  </a:ext>
                </a:extLst>
              </a:tr>
            </a:tbl>
          </a:graphicData>
        </a:graphic>
      </p:graphicFrame>
      <p:graphicFrame>
        <p:nvGraphicFramePr>
          <p:cNvPr id="9" name="表格 6">
            <a:extLst>
              <a:ext uri="{FF2B5EF4-FFF2-40B4-BE49-F238E27FC236}">
                <a16:creationId xmlns:a16="http://schemas.microsoft.com/office/drawing/2014/main" id="{298026C2-B816-1E77-85A1-6AFE1334F5CA}"/>
              </a:ext>
            </a:extLst>
          </p:cNvPr>
          <p:cNvGraphicFramePr>
            <a:graphicFrameLocks noGrp="1"/>
          </p:cNvGraphicFramePr>
          <p:nvPr/>
        </p:nvGraphicFramePr>
        <p:xfrm>
          <a:off x="1151916" y="1941059"/>
          <a:ext cx="9654898" cy="914400"/>
        </p:xfrm>
        <a:graphic>
          <a:graphicData uri="http://schemas.openxmlformats.org/drawingml/2006/table">
            <a:tbl>
              <a:tblPr firstRow="1" bandRow="1">
                <a:tableStyleId>{5940675A-B579-460E-94D1-54222C63F5DA}</a:tableStyleId>
              </a:tblPr>
              <a:tblGrid>
                <a:gridCol w="877718">
                  <a:extLst>
                    <a:ext uri="{9D8B030D-6E8A-4147-A177-3AD203B41FA5}">
                      <a16:colId xmlns:a16="http://schemas.microsoft.com/office/drawing/2014/main" val="4252225929"/>
                    </a:ext>
                  </a:extLst>
                </a:gridCol>
                <a:gridCol w="877718">
                  <a:extLst>
                    <a:ext uri="{9D8B030D-6E8A-4147-A177-3AD203B41FA5}">
                      <a16:colId xmlns:a16="http://schemas.microsoft.com/office/drawing/2014/main" val="4155364040"/>
                    </a:ext>
                  </a:extLst>
                </a:gridCol>
                <a:gridCol w="877718">
                  <a:extLst>
                    <a:ext uri="{9D8B030D-6E8A-4147-A177-3AD203B41FA5}">
                      <a16:colId xmlns:a16="http://schemas.microsoft.com/office/drawing/2014/main" val="176081985"/>
                    </a:ext>
                  </a:extLst>
                </a:gridCol>
                <a:gridCol w="877718">
                  <a:extLst>
                    <a:ext uri="{9D8B030D-6E8A-4147-A177-3AD203B41FA5}">
                      <a16:colId xmlns:a16="http://schemas.microsoft.com/office/drawing/2014/main" val="2917996143"/>
                    </a:ext>
                  </a:extLst>
                </a:gridCol>
                <a:gridCol w="877718">
                  <a:extLst>
                    <a:ext uri="{9D8B030D-6E8A-4147-A177-3AD203B41FA5}">
                      <a16:colId xmlns:a16="http://schemas.microsoft.com/office/drawing/2014/main" val="50301296"/>
                    </a:ext>
                  </a:extLst>
                </a:gridCol>
                <a:gridCol w="877718">
                  <a:extLst>
                    <a:ext uri="{9D8B030D-6E8A-4147-A177-3AD203B41FA5}">
                      <a16:colId xmlns:a16="http://schemas.microsoft.com/office/drawing/2014/main" val="350811996"/>
                    </a:ext>
                  </a:extLst>
                </a:gridCol>
                <a:gridCol w="877718">
                  <a:extLst>
                    <a:ext uri="{9D8B030D-6E8A-4147-A177-3AD203B41FA5}">
                      <a16:colId xmlns:a16="http://schemas.microsoft.com/office/drawing/2014/main" val="500841086"/>
                    </a:ext>
                  </a:extLst>
                </a:gridCol>
                <a:gridCol w="877718">
                  <a:extLst>
                    <a:ext uri="{9D8B030D-6E8A-4147-A177-3AD203B41FA5}">
                      <a16:colId xmlns:a16="http://schemas.microsoft.com/office/drawing/2014/main" val="2564287789"/>
                    </a:ext>
                  </a:extLst>
                </a:gridCol>
                <a:gridCol w="877718">
                  <a:extLst>
                    <a:ext uri="{9D8B030D-6E8A-4147-A177-3AD203B41FA5}">
                      <a16:colId xmlns:a16="http://schemas.microsoft.com/office/drawing/2014/main" val="1472211562"/>
                    </a:ext>
                  </a:extLst>
                </a:gridCol>
                <a:gridCol w="877718">
                  <a:extLst>
                    <a:ext uri="{9D8B030D-6E8A-4147-A177-3AD203B41FA5}">
                      <a16:colId xmlns:a16="http://schemas.microsoft.com/office/drawing/2014/main" val="2687776331"/>
                    </a:ext>
                  </a:extLst>
                </a:gridCol>
                <a:gridCol w="877718">
                  <a:extLst>
                    <a:ext uri="{9D8B030D-6E8A-4147-A177-3AD203B41FA5}">
                      <a16:colId xmlns:a16="http://schemas.microsoft.com/office/drawing/2014/main" val="2308472892"/>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index</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3800323"/>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y</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88973823"/>
                  </a:ext>
                </a:extLst>
              </a:tr>
            </a:tbl>
          </a:graphicData>
        </a:graphic>
      </p:graphicFrame>
    </p:spTree>
    <p:extLst>
      <p:ext uri="{BB962C8B-B14F-4D97-AF65-F5344CB8AC3E}">
        <p14:creationId xmlns:p14="http://schemas.microsoft.com/office/powerpoint/2010/main" val="1050841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0ADA51-DCEB-F92C-74C6-0F034D10ACCD}"/>
              </a:ext>
            </a:extLst>
          </p:cNvPr>
          <p:cNvSpPr>
            <a:spLocks noGrp="1"/>
          </p:cNvSpPr>
          <p:nvPr>
            <p:ph type="title"/>
          </p:nvPr>
        </p:nvSpPr>
        <p:spPr/>
        <p:txBody>
          <a:bodyPr/>
          <a:lstStyle/>
          <a:p>
            <a:r>
              <a:rPr lang="en-US" altLang="zh-TW" dirty="0"/>
              <a:t>Example</a:t>
            </a:r>
            <a:endParaRPr lang="zh-TW" altLang="en-US" dirty="0"/>
          </a:p>
        </p:txBody>
      </p:sp>
      <p:sp>
        <p:nvSpPr>
          <p:cNvPr id="4" name="投影片編號版面配置區 3">
            <a:extLst>
              <a:ext uri="{FF2B5EF4-FFF2-40B4-BE49-F238E27FC236}">
                <a16:creationId xmlns:a16="http://schemas.microsoft.com/office/drawing/2014/main" id="{4025DC6F-A6C5-38C6-5EE8-4ACA31BB7472}"/>
              </a:ext>
            </a:extLst>
          </p:cNvPr>
          <p:cNvSpPr>
            <a:spLocks noGrp="1"/>
          </p:cNvSpPr>
          <p:nvPr>
            <p:ph type="sldNum" sz="quarter" idx="12"/>
          </p:nvPr>
        </p:nvSpPr>
        <p:spPr/>
        <p:txBody>
          <a:bodyPr/>
          <a:lstStyle/>
          <a:p>
            <a:fld id="{4CD2C34A-D3D3-4A9B-8692-9279E332F0C9}" type="slidenum">
              <a:rPr lang="zh-TW" altLang="en-US" smtClean="0"/>
              <a:pPr/>
              <a:t>11</a:t>
            </a:fld>
            <a:endParaRPr lang="zh-TW" altLang="en-US" dirty="0"/>
          </a:p>
        </p:txBody>
      </p:sp>
      <p:graphicFrame>
        <p:nvGraphicFramePr>
          <p:cNvPr id="6" name="表格 5">
            <a:extLst>
              <a:ext uri="{FF2B5EF4-FFF2-40B4-BE49-F238E27FC236}">
                <a16:creationId xmlns:a16="http://schemas.microsoft.com/office/drawing/2014/main" id="{0F4601D3-6DED-6C3E-E0E4-C1E9AED8FEB3}"/>
              </a:ext>
            </a:extLst>
          </p:cNvPr>
          <p:cNvGraphicFramePr>
            <a:graphicFrameLocks noGrp="1"/>
          </p:cNvGraphicFramePr>
          <p:nvPr>
            <p:extLst>
              <p:ext uri="{D42A27DB-BD31-4B8C-83A1-F6EECF244321}">
                <p14:modId xmlns:p14="http://schemas.microsoft.com/office/powerpoint/2010/main" val="512218695"/>
              </p:ext>
            </p:extLst>
          </p:nvPr>
        </p:nvGraphicFramePr>
        <p:xfrm>
          <a:off x="5539989" y="3861434"/>
          <a:ext cx="5265786" cy="1828800"/>
        </p:xfrm>
        <a:graphic>
          <a:graphicData uri="http://schemas.openxmlformats.org/drawingml/2006/table">
            <a:tbl>
              <a:tblPr firstRow="1" bandRow="1">
                <a:tableStyleId>{5940675A-B579-460E-94D1-54222C63F5DA}</a:tableStyleId>
              </a:tblPr>
              <a:tblGrid>
                <a:gridCol w="877631">
                  <a:extLst>
                    <a:ext uri="{9D8B030D-6E8A-4147-A177-3AD203B41FA5}">
                      <a16:colId xmlns:a16="http://schemas.microsoft.com/office/drawing/2014/main" val="1761357148"/>
                    </a:ext>
                  </a:extLst>
                </a:gridCol>
                <a:gridCol w="877631">
                  <a:extLst>
                    <a:ext uri="{9D8B030D-6E8A-4147-A177-3AD203B41FA5}">
                      <a16:colId xmlns:a16="http://schemas.microsoft.com/office/drawing/2014/main" val="1132445161"/>
                    </a:ext>
                  </a:extLst>
                </a:gridCol>
                <a:gridCol w="877631">
                  <a:extLst>
                    <a:ext uri="{9D8B030D-6E8A-4147-A177-3AD203B41FA5}">
                      <a16:colId xmlns:a16="http://schemas.microsoft.com/office/drawing/2014/main" val="538824567"/>
                    </a:ext>
                  </a:extLst>
                </a:gridCol>
                <a:gridCol w="877631">
                  <a:extLst>
                    <a:ext uri="{9D8B030D-6E8A-4147-A177-3AD203B41FA5}">
                      <a16:colId xmlns:a16="http://schemas.microsoft.com/office/drawing/2014/main" val="3634407418"/>
                    </a:ext>
                  </a:extLst>
                </a:gridCol>
                <a:gridCol w="877631">
                  <a:extLst>
                    <a:ext uri="{9D8B030D-6E8A-4147-A177-3AD203B41FA5}">
                      <a16:colId xmlns:a16="http://schemas.microsoft.com/office/drawing/2014/main" val="369906221"/>
                    </a:ext>
                  </a:extLst>
                </a:gridCol>
                <a:gridCol w="877631">
                  <a:extLst>
                    <a:ext uri="{9D8B030D-6E8A-4147-A177-3AD203B41FA5}">
                      <a16:colId xmlns:a16="http://schemas.microsoft.com/office/drawing/2014/main" val="3099404580"/>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x</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5644349"/>
                  </a:ext>
                </a:extLst>
              </a:tr>
              <a:tr h="370840">
                <a:tc>
                  <a:txBody>
                    <a:bodyPr/>
                    <a:lstStyle/>
                    <a:p>
                      <a:pPr algn="ctr"/>
                      <a:r>
                        <a:rPr lang="en-US" altLang="zh-TW" sz="2000" dirty="0" err="1">
                          <a:latin typeface="Times New Roman" panose="02020603050405020304" pitchFamily="18" charset="0"/>
                          <a:cs typeface="Times New Roman" panose="02020603050405020304" pitchFamily="18" charset="0"/>
                        </a:rPr>
                        <a:t>LMax</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extLst>
                  <a:ext uri="{0D108BD9-81ED-4DB2-BD59-A6C34878D82A}">
                    <a16:rowId xmlns:a16="http://schemas.microsoft.com/office/drawing/2014/main" val="4197734607"/>
                  </a:ext>
                </a:extLst>
              </a:tr>
              <a:tr h="370840">
                <a:tc>
                  <a:txBody>
                    <a:bodyPr/>
                    <a:lstStyle/>
                    <a:p>
                      <a:pPr algn="ctr"/>
                      <a:r>
                        <a:rPr lang="en-US" altLang="zh-TW" sz="2000" dirty="0" err="1">
                          <a:latin typeface="Times New Roman" panose="02020603050405020304" pitchFamily="18" charset="0"/>
                          <a:cs typeface="Times New Roman" panose="02020603050405020304" pitchFamily="18" charset="0"/>
                        </a:rPr>
                        <a:t>LMin</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extLst>
                  <a:ext uri="{0D108BD9-81ED-4DB2-BD59-A6C34878D82A}">
                    <a16:rowId xmlns:a16="http://schemas.microsoft.com/office/drawing/2014/main" val="541636121"/>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1831882698"/>
                  </a:ext>
                </a:extLst>
              </a:tr>
            </a:tbl>
          </a:graphicData>
        </a:graphic>
      </p:graphicFrame>
      <p:graphicFrame>
        <p:nvGraphicFramePr>
          <p:cNvPr id="7" name="表格 6">
            <a:extLst>
              <a:ext uri="{FF2B5EF4-FFF2-40B4-BE49-F238E27FC236}">
                <a16:creationId xmlns:a16="http://schemas.microsoft.com/office/drawing/2014/main" id="{B96AEC5D-6D25-1F78-3E4C-B2FB489EE3B0}"/>
              </a:ext>
            </a:extLst>
          </p:cNvPr>
          <p:cNvGraphicFramePr>
            <a:graphicFrameLocks noGrp="1"/>
          </p:cNvGraphicFramePr>
          <p:nvPr>
            <p:extLst>
              <p:ext uri="{D42A27DB-BD31-4B8C-83A1-F6EECF244321}">
                <p14:modId xmlns:p14="http://schemas.microsoft.com/office/powerpoint/2010/main" val="3897410818"/>
              </p:ext>
            </p:extLst>
          </p:nvPr>
        </p:nvGraphicFramePr>
        <p:xfrm>
          <a:off x="5539989" y="2855459"/>
          <a:ext cx="5266308" cy="914400"/>
        </p:xfrm>
        <a:graphic>
          <a:graphicData uri="http://schemas.openxmlformats.org/drawingml/2006/table">
            <a:tbl>
              <a:tblPr firstRow="1" bandRow="1">
                <a:tableStyleId>{5940675A-B579-460E-94D1-54222C63F5DA}</a:tableStyleId>
              </a:tblPr>
              <a:tblGrid>
                <a:gridCol w="877718">
                  <a:extLst>
                    <a:ext uri="{9D8B030D-6E8A-4147-A177-3AD203B41FA5}">
                      <a16:colId xmlns:a16="http://schemas.microsoft.com/office/drawing/2014/main" val="2477419870"/>
                    </a:ext>
                  </a:extLst>
                </a:gridCol>
                <a:gridCol w="877718">
                  <a:extLst>
                    <a:ext uri="{9D8B030D-6E8A-4147-A177-3AD203B41FA5}">
                      <a16:colId xmlns:a16="http://schemas.microsoft.com/office/drawing/2014/main" val="4142810732"/>
                    </a:ext>
                  </a:extLst>
                </a:gridCol>
                <a:gridCol w="877718">
                  <a:extLst>
                    <a:ext uri="{9D8B030D-6E8A-4147-A177-3AD203B41FA5}">
                      <a16:colId xmlns:a16="http://schemas.microsoft.com/office/drawing/2014/main" val="2688222899"/>
                    </a:ext>
                  </a:extLst>
                </a:gridCol>
                <a:gridCol w="877718">
                  <a:extLst>
                    <a:ext uri="{9D8B030D-6E8A-4147-A177-3AD203B41FA5}">
                      <a16:colId xmlns:a16="http://schemas.microsoft.com/office/drawing/2014/main" val="4081271840"/>
                    </a:ext>
                  </a:extLst>
                </a:gridCol>
                <a:gridCol w="877718">
                  <a:extLst>
                    <a:ext uri="{9D8B030D-6E8A-4147-A177-3AD203B41FA5}">
                      <a16:colId xmlns:a16="http://schemas.microsoft.com/office/drawing/2014/main" val="605509563"/>
                    </a:ext>
                  </a:extLst>
                </a:gridCol>
                <a:gridCol w="877718">
                  <a:extLst>
                    <a:ext uri="{9D8B030D-6E8A-4147-A177-3AD203B41FA5}">
                      <a16:colId xmlns:a16="http://schemas.microsoft.com/office/drawing/2014/main" val="4131699344"/>
                    </a:ext>
                  </a:extLst>
                </a:gridCol>
              </a:tblGrid>
              <a:tr h="370840">
                <a:tc>
                  <a:txBody>
                    <a:bodyPr/>
                    <a:lstStyle/>
                    <a:p>
                      <a:pPr algn="ctr"/>
                      <a:r>
                        <a:rPr lang="en-US" altLang="zh-TW" sz="2000" dirty="0" err="1">
                          <a:latin typeface="Times New Roman" panose="02020603050405020304" pitchFamily="18" charset="0"/>
                          <a:cs typeface="Times New Roman" panose="02020603050405020304" pitchFamily="18" charset="0"/>
                        </a:rPr>
                        <a:t>LMax</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extLst>
                  <a:ext uri="{0D108BD9-81ED-4DB2-BD59-A6C34878D82A}">
                    <a16:rowId xmlns:a16="http://schemas.microsoft.com/office/drawing/2014/main" val="2181592000"/>
                  </a:ext>
                </a:extLst>
              </a:tr>
              <a:tr h="370840">
                <a:tc>
                  <a:txBody>
                    <a:bodyPr/>
                    <a:lstStyle/>
                    <a:p>
                      <a:pPr algn="ctr"/>
                      <a:r>
                        <a:rPr lang="en-US" altLang="zh-TW" sz="2000" dirty="0" err="1">
                          <a:latin typeface="Times New Roman" panose="02020603050405020304" pitchFamily="18" charset="0"/>
                          <a:cs typeface="Times New Roman" panose="02020603050405020304" pitchFamily="18" charset="0"/>
                        </a:rPr>
                        <a:t>LMin</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extLst>
                  <a:ext uri="{0D108BD9-81ED-4DB2-BD59-A6C34878D82A}">
                    <a16:rowId xmlns:a16="http://schemas.microsoft.com/office/drawing/2014/main" val="811458783"/>
                  </a:ext>
                </a:extLst>
              </a:tr>
            </a:tbl>
          </a:graphicData>
        </a:graphic>
      </p:graphicFrame>
      <p:graphicFrame>
        <p:nvGraphicFramePr>
          <p:cNvPr id="9" name="表格 6">
            <a:extLst>
              <a:ext uri="{FF2B5EF4-FFF2-40B4-BE49-F238E27FC236}">
                <a16:creationId xmlns:a16="http://schemas.microsoft.com/office/drawing/2014/main" id="{298026C2-B816-1E77-85A1-6AFE1334F5CA}"/>
              </a:ext>
            </a:extLst>
          </p:cNvPr>
          <p:cNvGraphicFramePr>
            <a:graphicFrameLocks noGrp="1"/>
          </p:cNvGraphicFramePr>
          <p:nvPr>
            <p:extLst>
              <p:ext uri="{D42A27DB-BD31-4B8C-83A1-F6EECF244321}">
                <p14:modId xmlns:p14="http://schemas.microsoft.com/office/powerpoint/2010/main" val="3258681091"/>
              </p:ext>
            </p:extLst>
          </p:nvPr>
        </p:nvGraphicFramePr>
        <p:xfrm>
          <a:off x="1151916" y="1941059"/>
          <a:ext cx="9654898" cy="914400"/>
        </p:xfrm>
        <a:graphic>
          <a:graphicData uri="http://schemas.openxmlformats.org/drawingml/2006/table">
            <a:tbl>
              <a:tblPr firstRow="1" bandRow="1">
                <a:tableStyleId>{5940675A-B579-460E-94D1-54222C63F5DA}</a:tableStyleId>
              </a:tblPr>
              <a:tblGrid>
                <a:gridCol w="877718">
                  <a:extLst>
                    <a:ext uri="{9D8B030D-6E8A-4147-A177-3AD203B41FA5}">
                      <a16:colId xmlns:a16="http://schemas.microsoft.com/office/drawing/2014/main" val="4252225929"/>
                    </a:ext>
                  </a:extLst>
                </a:gridCol>
                <a:gridCol w="877718">
                  <a:extLst>
                    <a:ext uri="{9D8B030D-6E8A-4147-A177-3AD203B41FA5}">
                      <a16:colId xmlns:a16="http://schemas.microsoft.com/office/drawing/2014/main" val="4155364040"/>
                    </a:ext>
                  </a:extLst>
                </a:gridCol>
                <a:gridCol w="877718">
                  <a:extLst>
                    <a:ext uri="{9D8B030D-6E8A-4147-A177-3AD203B41FA5}">
                      <a16:colId xmlns:a16="http://schemas.microsoft.com/office/drawing/2014/main" val="176081985"/>
                    </a:ext>
                  </a:extLst>
                </a:gridCol>
                <a:gridCol w="877718">
                  <a:extLst>
                    <a:ext uri="{9D8B030D-6E8A-4147-A177-3AD203B41FA5}">
                      <a16:colId xmlns:a16="http://schemas.microsoft.com/office/drawing/2014/main" val="2917996143"/>
                    </a:ext>
                  </a:extLst>
                </a:gridCol>
                <a:gridCol w="877718">
                  <a:extLst>
                    <a:ext uri="{9D8B030D-6E8A-4147-A177-3AD203B41FA5}">
                      <a16:colId xmlns:a16="http://schemas.microsoft.com/office/drawing/2014/main" val="50301296"/>
                    </a:ext>
                  </a:extLst>
                </a:gridCol>
                <a:gridCol w="877718">
                  <a:extLst>
                    <a:ext uri="{9D8B030D-6E8A-4147-A177-3AD203B41FA5}">
                      <a16:colId xmlns:a16="http://schemas.microsoft.com/office/drawing/2014/main" val="350811996"/>
                    </a:ext>
                  </a:extLst>
                </a:gridCol>
                <a:gridCol w="877718">
                  <a:extLst>
                    <a:ext uri="{9D8B030D-6E8A-4147-A177-3AD203B41FA5}">
                      <a16:colId xmlns:a16="http://schemas.microsoft.com/office/drawing/2014/main" val="500841086"/>
                    </a:ext>
                  </a:extLst>
                </a:gridCol>
                <a:gridCol w="877718">
                  <a:extLst>
                    <a:ext uri="{9D8B030D-6E8A-4147-A177-3AD203B41FA5}">
                      <a16:colId xmlns:a16="http://schemas.microsoft.com/office/drawing/2014/main" val="2564287789"/>
                    </a:ext>
                  </a:extLst>
                </a:gridCol>
                <a:gridCol w="877718">
                  <a:extLst>
                    <a:ext uri="{9D8B030D-6E8A-4147-A177-3AD203B41FA5}">
                      <a16:colId xmlns:a16="http://schemas.microsoft.com/office/drawing/2014/main" val="1472211562"/>
                    </a:ext>
                  </a:extLst>
                </a:gridCol>
                <a:gridCol w="877718">
                  <a:extLst>
                    <a:ext uri="{9D8B030D-6E8A-4147-A177-3AD203B41FA5}">
                      <a16:colId xmlns:a16="http://schemas.microsoft.com/office/drawing/2014/main" val="2687776331"/>
                    </a:ext>
                  </a:extLst>
                </a:gridCol>
                <a:gridCol w="877718">
                  <a:extLst>
                    <a:ext uri="{9D8B030D-6E8A-4147-A177-3AD203B41FA5}">
                      <a16:colId xmlns:a16="http://schemas.microsoft.com/office/drawing/2014/main" val="2308472892"/>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index</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3800323"/>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y</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88973823"/>
                  </a:ext>
                </a:extLst>
              </a:tr>
            </a:tbl>
          </a:graphicData>
        </a:graphic>
      </p:graphicFrame>
    </p:spTree>
    <p:extLst>
      <p:ext uri="{BB962C8B-B14F-4D97-AF65-F5344CB8AC3E}">
        <p14:creationId xmlns:p14="http://schemas.microsoft.com/office/powerpoint/2010/main" val="425602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87DA04-BDC2-E4DD-F9AA-EE962A36576C}"/>
              </a:ext>
            </a:extLst>
          </p:cNvPr>
          <p:cNvSpPr>
            <a:spLocks noGrp="1"/>
          </p:cNvSpPr>
          <p:nvPr>
            <p:ph type="title"/>
          </p:nvPr>
        </p:nvSpPr>
        <p:spPr/>
        <p:txBody>
          <a:bodyPr/>
          <a:lstStyle/>
          <a:p>
            <a:r>
              <a:rPr lang="en-US" altLang="zh-TW" dirty="0"/>
              <a:t>Time Complexity</a:t>
            </a:r>
            <a:endParaRPr lang="zh-TW" altLang="en-US" dirty="0"/>
          </a:p>
        </p:txBody>
      </p:sp>
      <p:sp>
        <p:nvSpPr>
          <p:cNvPr id="3" name="內容版面配置區 2">
            <a:extLst>
              <a:ext uri="{FF2B5EF4-FFF2-40B4-BE49-F238E27FC236}">
                <a16:creationId xmlns:a16="http://schemas.microsoft.com/office/drawing/2014/main" id="{0E8DF907-1C16-FB89-4707-1E6939E4FCEC}"/>
              </a:ext>
            </a:extLst>
          </p:cNvPr>
          <p:cNvSpPr>
            <a:spLocks noGrp="1"/>
          </p:cNvSpPr>
          <p:nvPr>
            <p:ph idx="1"/>
          </p:nvPr>
        </p:nvSpPr>
        <p:spPr/>
        <p:txBody>
          <a:bodyPr/>
          <a:lstStyle/>
          <a:p>
            <a:r>
              <a:rPr lang="en-US" altLang="zh-TW" dirty="0"/>
              <a:t>Base on the Sorting</a:t>
            </a:r>
          </a:p>
          <a:p>
            <a:pPr lvl="1"/>
            <a:r>
              <a:rPr lang="en-US" altLang="zh-TW"/>
              <a:t>O(n)</a:t>
            </a:r>
            <a:endParaRPr lang="zh-TW" altLang="en-US"/>
          </a:p>
        </p:txBody>
      </p:sp>
      <p:sp>
        <p:nvSpPr>
          <p:cNvPr id="4" name="投影片編號版面配置區 3">
            <a:extLst>
              <a:ext uri="{FF2B5EF4-FFF2-40B4-BE49-F238E27FC236}">
                <a16:creationId xmlns:a16="http://schemas.microsoft.com/office/drawing/2014/main" id="{AFA0ED30-8931-EC2B-960E-13F649CF440B}"/>
              </a:ext>
            </a:extLst>
          </p:cNvPr>
          <p:cNvSpPr>
            <a:spLocks noGrp="1"/>
          </p:cNvSpPr>
          <p:nvPr>
            <p:ph type="sldNum" sz="quarter" idx="12"/>
          </p:nvPr>
        </p:nvSpPr>
        <p:spPr/>
        <p:txBody>
          <a:bodyPr/>
          <a:lstStyle/>
          <a:p>
            <a:fld id="{4CD2C34A-D3D3-4A9B-8692-9279E332F0C9}" type="slidenum">
              <a:rPr lang="zh-TW" altLang="en-US" smtClean="0"/>
              <a:pPr/>
              <a:t>12</a:t>
            </a:fld>
            <a:endParaRPr lang="zh-TW" altLang="en-US" dirty="0"/>
          </a:p>
        </p:txBody>
      </p:sp>
    </p:spTree>
    <p:extLst>
      <p:ext uri="{BB962C8B-B14F-4D97-AF65-F5344CB8AC3E}">
        <p14:creationId xmlns:p14="http://schemas.microsoft.com/office/powerpoint/2010/main" val="420089021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1384</TotalTime>
  <Words>575</Words>
  <Application>Microsoft Office PowerPoint</Application>
  <PresentationFormat>寬螢幕</PresentationFormat>
  <Paragraphs>319</Paragraphs>
  <Slides>12</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12</vt:i4>
      </vt:variant>
    </vt:vector>
  </HeadingPairs>
  <TitlesOfParts>
    <vt:vector size="17" baseType="lpstr">
      <vt:lpstr>源流明體 M</vt:lpstr>
      <vt:lpstr>Arial</vt:lpstr>
      <vt:lpstr>Calibri</vt:lpstr>
      <vt:lpstr>Times New Roman</vt:lpstr>
      <vt:lpstr>Office 佈景主題</vt:lpstr>
      <vt:lpstr>A Linear Time Algorithm for Consecutive Permutation Pattern Matching</vt:lpstr>
      <vt:lpstr>Abstract</vt:lpstr>
      <vt:lpstr>Order-Isomorphic</vt:lpstr>
      <vt:lpstr>Location Table</vt:lpstr>
      <vt:lpstr>Location Table</vt:lpstr>
      <vt:lpstr>Order-Borders Table</vt:lpstr>
      <vt:lpstr>Example</vt:lpstr>
      <vt:lpstr>Example</vt:lpstr>
      <vt:lpstr>Example</vt:lpstr>
      <vt:lpstr>Example</vt:lpstr>
      <vt:lpstr>Example</vt:lpstr>
      <vt:lpstr>Time 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Ting B</dc:creator>
  <cp:lastModifiedBy>Ting B</cp:lastModifiedBy>
  <cp:revision>148</cp:revision>
  <dcterms:created xsi:type="dcterms:W3CDTF">2022-02-13T12:00:20Z</dcterms:created>
  <dcterms:modified xsi:type="dcterms:W3CDTF">2022-05-10T09:00:50Z</dcterms:modified>
</cp:coreProperties>
</file>