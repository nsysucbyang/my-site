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81" r:id="rId3"/>
    <p:sldId id="323" r:id="rId4"/>
    <p:sldId id="353" r:id="rId5"/>
    <p:sldId id="354" r:id="rId6"/>
    <p:sldId id="355" r:id="rId7"/>
    <p:sldId id="356" r:id="rId8"/>
    <p:sldId id="357" r:id="rId9"/>
    <p:sldId id="358" r:id="rId10"/>
    <p:sldId id="359" r:id="rId11"/>
    <p:sldId id="345"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郁儒 廖" initials="郁儒" lastIdx="1" clrIdx="0">
    <p:extLst>
      <p:ext uri="{19B8F6BF-5375-455C-9EA6-DF929625EA0E}">
        <p15:presenceInfo xmlns:p15="http://schemas.microsoft.com/office/powerpoint/2012/main" userId="189a1d031aa848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FFFF"/>
    <a:srgbClr val="66FF33"/>
    <a:srgbClr val="F09030"/>
    <a:srgbClr val="000000"/>
    <a:srgbClr val="FFFF00"/>
    <a:srgbClr val="E2F2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290FA8-A7D4-44E9-ADF4-3783012E1A54}" v="73" dt="2021-07-27T06:09:15.62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4" autoAdjust="0"/>
    <p:restoredTop sz="90000" autoAdjust="0"/>
  </p:normalViewPr>
  <p:slideViewPr>
    <p:cSldViewPr snapToGrid="0">
      <p:cViewPr varScale="1">
        <p:scale>
          <a:sx n="102" d="100"/>
          <a:sy n="102" d="100"/>
        </p:scale>
        <p:origin x="7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CE290FA8-A7D4-44E9-ADF4-3783012E1A54}"/>
    <pc:docChg chg="undo custSel addSld delSld modSld sldOrd">
      <pc:chgData name="郁儒 廖" userId="189a1d031aa848d3" providerId="LiveId" clId="{CE290FA8-A7D4-44E9-ADF4-3783012E1A54}" dt="2021-07-27T06:09:43.438" v="630" actId="14100"/>
      <pc:docMkLst>
        <pc:docMk/>
      </pc:docMkLst>
      <pc:sldChg chg="modSp mod">
        <pc:chgData name="郁儒 廖" userId="189a1d031aa848d3" providerId="LiveId" clId="{CE290FA8-A7D4-44E9-ADF4-3783012E1A54}" dt="2021-07-27T05:27:42.104" v="599" actId="20577"/>
        <pc:sldMkLst>
          <pc:docMk/>
          <pc:sldMk cId="1310905560" sldId="256"/>
        </pc:sldMkLst>
        <pc:spChg chg="mod">
          <ac:chgData name="郁儒 廖" userId="189a1d031aa848d3" providerId="LiveId" clId="{CE290FA8-A7D4-44E9-ADF4-3783012E1A54}" dt="2021-07-27T05:26:44.346" v="588"/>
          <ac:spMkLst>
            <pc:docMk/>
            <pc:sldMk cId="1310905560" sldId="256"/>
            <ac:spMk id="2" creationId="{B963378F-50B2-45BD-A6DA-5CB61DB247F9}"/>
          </ac:spMkLst>
        </pc:spChg>
        <pc:spChg chg="mod">
          <ac:chgData name="郁儒 廖" userId="189a1d031aa848d3" providerId="LiveId" clId="{CE290FA8-A7D4-44E9-ADF4-3783012E1A54}" dt="2021-07-27T05:27:09.968" v="592" actId="20577"/>
          <ac:spMkLst>
            <pc:docMk/>
            <pc:sldMk cId="1310905560" sldId="256"/>
            <ac:spMk id="3" creationId="{71E7239B-5619-42E5-947E-7CC9BEF1FE52}"/>
          </ac:spMkLst>
        </pc:spChg>
        <pc:spChg chg="mod">
          <ac:chgData name="郁儒 廖" userId="189a1d031aa848d3" providerId="LiveId" clId="{CE290FA8-A7D4-44E9-ADF4-3783012E1A54}" dt="2021-07-27T05:27:42.104" v="599" actId="20577"/>
          <ac:spMkLst>
            <pc:docMk/>
            <pc:sldMk cId="1310905560" sldId="256"/>
            <ac:spMk id="5" creationId="{E943A7B3-D75F-42BE-987F-B5D29452E318}"/>
          </ac:spMkLst>
        </pc:spChg>
      </pc:sldChg>
      <pc:sldChg chg="del">
        <pc:chgData name="郁儒 廖" userId="189a1d031aa848d3" providerId="LiveId" clId="{CE290FA8-A7D4-44E9-ADF4-3783012E1A54}" dt="2021-07-18T06:04:38.733" v="247" actId="47"/>
        <pc:sldMkLst>
          <pc:docMk/>
          <pc:sldMk cId="2573059498" sldId="258"/>
        </pc:sldMkLst>
      </pc:sldChg>
      <pc:sldChg chg="del">
        <pc:chgData name="郁儒 廖" userId="189a1d031aa848d3" providerId="LiveId" clId="{CE290FA8-A7D4-44E9-ADF4-3783012E1A54}" dt="2021-07-18T06:04:37.419" v="246" actId="47"/>
        <pc:sldMkLst>
          <pc:docMk/>
          <pc:sldMk cId="3515119788" sldId="259"/>
        </pc:sldMkLst>
      </pc:sldChg>
      <pc:sldChg chg="del">
        <pc:chgData name="郁儒 廖" userId="189a1d031aa848d3" providerId="LiveId" clId="{CE290FA8-A7D4-44E9-ADF4-3783012E1A54}" dt="2021-07-18T06:04:30.791" v="242" actId="47"/>
        <pc:sldMkLst>
          <pc:docMk/>
          <pc:sldMk cId="3353010267" sldId="260"/>
        </pc:sldMkLst>
      </pc:sldChg>
      <pc:sldChg chg="del">
        <pc:chgData name="郁儒 廖" userId="189a1d031aa848d3" providerId="LiveId" clId="{CE290FA8-A7D4-44E9-ADF4-3783012E1A54}" dt="2021-07-18T06:04:31.598" v="243" actId="47"/>
        <pc:sldMkLst>
          <pc:docMk/>
          <pc:sldMk cId="3679457579" sldId="261"/>
        </pc:sldMkLst>
      </pc:sldChg>
      <pc:sldChg chg="del">
        <pc:chgData name="郁儒 廖" userId="189a1d031aa848d3" providerId="LiveId" clId="{CE290FA8-A7D4-44E9-ADF4-3783012E1A54}" dt="2021-07-18T06:04:33.411" v="244" actId="47"/>
        <pc:sldMkLst>
          <pc:docMk/>
          <pc:sldMk cId="2166195919" sldId="262"/>
        </pc:sldMkLst>
      </pc:sldChg>
      <pc:sldChg chg="del">
        <pc:chgData name="郁儒 廖" userId="189a1d031aa848d3" providerId="LiveId" clId="{CE290FA8-A7D4-44E9-ADF4-3783012E1A54}" dt="2021-07-18T06:04:39.808" v="248" actId="47"/>
        <pc:sldMkLst>
          <pc:docMk/>
          <pc:sldMk cId="3405566990" sldId="263"/>
        </pc:sldMkLst>
      </pc:sldChg>
      <pc:sldChg chg="del">
        <pc:chgData name="郁儒 廖" userId="189a1d031aa848d3" providerId="LiveId" clId="{CE290FA8-A7D4-44E9-ADF4-3783012E1A54}" dt="2021-07-18T06:04:41.167" v="249" actId="47"/>
        <pc:sldMkLst>
          <pc:docMk/>
          <pc:sldMk cId="1720717751" sldId="264"/>
        </pc:sldMkLst>
      </pc:sldChg>
      <pc:sldChg chg="modSp del mod">
        <pc:chgData name="郁儒 廖" userId="189a1d031aa848d3" providerId="LiveId" clId="{CE290FA8-A7D4-44E9-ADF4-3783012E1A54}" dt="2021-07-17T14:22:50.813" v="10" actId="47"/>
        <pc:sldMkLst>
          <pc:docMk/>
          <pc:sldMk cId="1214235823" sldId="265"/>
        </pc:sldMkLst>
        <pc:spChg chg="mod">
          <ac:chgData name="郁儒 廖" userId="189a1d031aa848d3" providerId="LiveId" clId="{CE290FA8-A7D4-44E9-ADF4-3783012E1A54}" dt="2021-07-17T14:22:47.176" v="9" actId="20577"/>
          <ac:spMkLst>
            <pc:docMk/>
            <pc:sldMk cId="1214235823" sldId="265"/>
            <ac:spMk id="3" creationId="{13A791DE-558D-404E-B9D6-E2E18467D5B7}"/>
          </ac:spMkLst>
        </pc:spChg>
      </pc:sldChg>
      <pc:sldChg chg="del">
        <pc:chgData name="郁儒 廖" userId="189a1d031aa848d3" providerId="LiveId" clId="{CE290FA8-A7D4-44E9-ADF4-3783012E1A54}" dt="2021-07-18T06:04:34.917" v="245" actId="47"/>
        <pc:sldMkLst>
          <pc:docMk/>
          <pc:sldMk cId="436955770" sldId="266"/>
        </pc:sldMkLst>
      </pc:sldChg>
      <pc:sldChg chg="addSp delSp modSp mod">
        <pc:chgData name="郁儒 廖" userId="189a1d031aa848d3" providerId="LiveId" clId="{CE290FA8-A7D4-44E9-ADF4-3783012E1A54}" dt="2021-07-27T06:09:43.438" v="630" actId="14100"/>
        <pc:sldMkLst>
          <pc:docMk/>
          <pc:sldMk cId="241416973" sldId="267"/>
        </pc:sldMkLst>
        <pc:spChg chg="mod">
          <ac:chgData name="郁儒 廖" userId="189a1d031aa848d3" providerId="LiveId" clId="{CE290FA8-A7D4-44E9-ADF4-3783012E1A54}" dt="2021-07-17T14:31:28.777" v="110" actId="20577"/>
          <ac:spMkLst>
            <pc:docMk/>
            <pc:sldMk cId="241416973" sldId="267"/>
            <ac:spMk id="2" creationId="{D6A8277B-EDA6-452C-9F3A-ACBBCEC32FC4}"/>
          </ac:spMkLst>
        </pc:spChg>
        <pc:spChg chg="add mod">
          <ac:chgData name="郁儒 廖" userId="189a1d031aa848d3" providerId="LiveId" clId="{CE290FA8-A7D4-44E9-ADF4-3783012E1A54}" dt="2021-07-27T06:09:38.914" v="628" actId="20577"/>
          <ac:spMkLst>
            <pc:docMk/>
            <pc:sldMk cId="241416973" sldId="267"/>
            <ac:spMk id="4" creationId="{F295903F-D2E5-48CE-8311-2AD281F8E88E}"/>
          </ac:spMkLst>
        </pc:spChg>
        <pc:spChg chg="add del mod">
          <ac:chgData name="郁儒 廖" userId="189a1d031aa848d3" providerId="LiveId" clId="{CE290FA8-A7D4-44E9-ADF4-3783012E1A54}" dt="2021-07-27T06:09:07.376" v="615" actId="478"/>
          <ac:spMkLst>
            <pc:docMk/>
            <pc:sldMk cId="241416973" sldId="267"/>
            <ac:spMk id="10" creationId="{8DA8BF74-FE9D-4519-8620-99AE75A2367E}"/>
          </ac:spMkLst>
        </pc:spChg>
        <pc:spChg chg="add del mod">
          <ac:chgData name="郁儒 廖" userId="189a1d031aa848d3" providerId="LiveId" clId="{CE290FA8-A7D4-44E9-ADF4-3783012E1A54}" dt="2021-07-27T06:09:10.493" v="616" actId="478"/>
          <ac:spMkLst>
            <pc:docMk/>
            <pc:sldMk cId="241416973" sldId="267"/>
            <ac:spMk id="11" creationId="{DCCFAB12-E387-4B75-909B-61F3577D6F05}"/>
          </ac:spMkLst>
        </pc:spChg>
        <pc:picChg chg="del">
          <ac:chgData name="郁儒 廖" userId="189a1d031aa848d3" providerId="LiveId" clId="{CE290FA8-A7D4-44E9-ADF4-3783012E1A54}" dt="2021-07-17T14:25:14.288" v="39" actId="478"/>
          <ac:picMkLst>
            <pc:docMk/>
            <pc:sldMk cId="241416973" sldId="267"/>
            <ac:picMk id="5" creationId="{3407E8DD-85EC-4C6E-A845-8088A23510E7}"/>
          </ac:picMkLst>
        </pc:picChg>
        <pc:picChg chg="del">
          <ac:chgData name="郁儒 廖" userId="189a1d031aa848d3" providerId="LiveId" clId="{CE290FA8-A7D4-44E9-ADF4-3783012E1A54}" dt="2021-07-17T14:25:13.738" v="38" actId="478"/>
          <ac:picMkLst>
            <pc:docMk/>
            <pc:sldMk cId="241416973" sldId="267"/>
            <ac:picMk id="7" creationId="{5C606B4B-5B79-496C-9B21-4C061E6C1E65}"/>
          </ac:picMkLst>
        </pc:picChg>
        <pc:picChg chg="add mod">
          <ac:chgData name="郁儒 廖" userId="189a1d031aa848d3" providerId="LiveId" clId="{CE290FA8-A7D4-44E9-ADF4-3783012E1A54}" dt="2021-07-27T06:09:15.622" v="619" actId="1076"/>
          <ac:picMkLst>
            <pc:docMk/>
            <pc:sldMk cId="241416973" sldId="267"/>
            <ac:picMk id="9" creationId="{8FE30836-4E34-4954-AF9F-42EC74B3FB2D}"/>
          </ac:picMkLst>
        </pc:picChg>
        <pc:picChg chg="add mod modCrop">
          <ac:chgData name="郁儒 廖" userId="189a1d031aa848d3" providerId="LiveId" clId="{CE290FA8-A7D4-44E9-ADF4-3783012E1A54}" dt="2021-07-27T06:09:43.438" v="630" actId="14100"/>
          <ac:picMkLst>
            <pc:docMk/>
            <pc:sldMk cId="241416973" sldId="267"/>
            <ac:picMk id="12" creationId="{C9E48EDE-4C35-494E-8EC4-E4F919E37AD6}"/>
          </ac:picMkLst>
        </pc:picChg>
        <pc:picChg chg="add del mod">
          <ac:chgData name="郁儒 廖" userId="189a1d031aa848d3" providerId="LiveId" clId="{CE290FA8-A7D4-44E9-ADF4-3783012E1A54}" dt="2021-07-27T06:09:04.569" v="613" actId="478"/>
          <ac:picMkLst>
            <pc:docMk/>
            <pc:sldMk cId="241416973" sldId="267"/>
            <ac:picMk id="1026" creationId="{248CCDC8-4F61-4FF3-8C60-E4A53D0FFD5F}"/>
          </ac:picMkLst>
        </pc:picChg>
        <pc:picChg chg="add del">
          <ac:chgData name="郁儒 廖" userId="189a1d031aa848d3" providerId="LiveId" clId="{CE290FA8-A7D4-44E9-ADF4-3783012E1A54}" dt="2021-07-17T14:35:45.190" v="139" actId="478"/>
          <ac:picMkLst>
            <pc:docMk/>
            <pc:sldMk cId="241416973" sldId="267"/>
            <ac:picMk id="1028" creationId="{E7FBCA58-D5BD-4EC5-BD03-9B28EA37243A}"/>
          </ac:picMkLst>
        </pc:picChg>
        <pc:cxnChg chg="add del mod">
          <ac:chgData name="郁儒 廖" userId="189a1d031aa848d3" providerId="LiveId" clId="{CE290FA8-A7D4-44E9-ADF4-3783012E1A54}" dt="2021-07-27T06:09:05.624" v="614" actId="478"/>
          <ac:cxnSpMkLst>
            <pc:docMk/>
            <pc:sldMk cId="241416973" sldId="267"/>
            <ac:cxnSpMk id="8" creationId="{395C5FB2-CB1A-43B2-BF33-8E1FDB248AC7}"/>
          </ac:cxnSpMkLst>
        </pc:cxnChg>
      </pc:sldChg>
      <pc:sldChg chg="addSp delSp modSp add mod">
        <pc:chgData name="郁儒 廖" userId="189a1d031aa848d3" providerId="LiveId" clId="{CE290FA8-A7D4-44E9-ADF4-3783012E1A54}" dt="2021-07-17T14:39:54.916" v="211" actId="1076"/>
        <pc:sldMkLst>
          <pc:docMk/>
          <pc:sldMk cId="3166609206" sldId="268"/>
        </pc:sldMkLst>
        <pc:spChg chg="mod">
          <ac:chgData name="郁儒 廖" userId="189a1d031aa848d3" providerId="LiveId" clId="{CE290FA8-A7D4-44E9-ADF4-3783012E1A54}" dt="2021-07-17T14:39:42.083" v="205" actId="20577"/>
          <ac:spMkLst>
            <pc:docMk/>
            <pc:sldMk cId="3166609206" sldId="268"/>
            <ac:spMk id="4" creationId="{F295903F-D2E5-48CE-8311-2AD281F8E88E}"/>
          </ac:spMkLst>
        </pc:spChg>
        <pc:spChg chg="del">
          <ac:chgData name="郁儒 廖" userId="189a1d031aa848d3" providerId="LiveId" clId="{CE290FA8-A7D4-44E9-ADF4-3783012E1A54}" dt="2021-07-17T14:36:03.655" v="149" actId="478"/>
          <ac:spMkLst>
            <pc:docMk/>
            <pc:sldMk cId="3166609206" sldId="268"/>
            <ac:spMk id="10" creationId="{8DA8BF74-FE9D-4519-8620-99AE75A2367E}"/>
          </ac:spMkLst>
        </pc:spChg>
        <pc:spChg chg="del mod">
          <ac:chgData name="郁儒 廖" userId="189a1d031aa848d3" providerId="LiveId" clId="{CE290FA8-A7D4-44E9-ADF4-3783012E1A54}" dt="2021-07-17T14:36:01.384" v="147" actId="478"/>
          <ac:spMkLst>
            <pc:docMk/>
            <pc:sldMk cId="3166609206" sldId="268"/>
            <ac:spMk id="11" creationId="{DCCFAB12-E387-4B75-909B-61F3577D6F05}"/>
          </ac:spMkLst>
        </pc:spChg>
        <pc:picChg chg="add del mod modCrop">
          <ac:chgData name="郁儒 廖" userId="189a1d031aa848d3" providerId="LiveId" clId="{CE290FA8-A7D4-44E9-ADF4-3783012E1A54}" dt="2021-07-17T14:38:01.120" v="164" actId="478"/>
          <ac:picMkLst>
            <pc:docMk/>
            <pc:sldMk cId="3166609206" sldId="268"/>
            <ac:picMk id="3" creationId="{5B82F403-D953-4A89-B479-DBBE1802B411}"/>
          </ac:picMkLst>
        </pc:picChg>
        <pc:picChg chg="add mod">
          <ac:chgData name="郁儒 廖" userId="189a1d031aa848d3" providerId="LiveId" clId="{CE290FA8-A7D4-44E9-ADF4-3783012E1A54}" dt="2021-07-17T14:39:52.713" v="210" actId="1076"/>
          <ac:picMkLst>
            <pc:docMk/>
            <pc:sldMk cId="3166609206" sldId="268"/>
            <ac:picMk id="5" creationId="{682F1B4C-7056-4721-8D1D-BD7EB72C0217}"/>
          </ac:picMkLst>
        </pc:picChg>
        <pc:picChg chg="add mod">
          <ac:chgData name="郁儒 廖" userId="189a1d031aa848d3" providerId="LiveId" clId="{CE290FA8-A7D4-44E9-ADF4-3783012E1A54}" dt="2021-07-17T14:39:54.916" v="211" actId="1076"/>
          <ac:picMkLst>
            <pc:docMk/>
            <pc:sldMk cId="3166609206" sldId="268"/>
            <ac:picMk id="6" creationId="{9FAC3BD5-CA98-40D5-9C8D-D85D5ABE788D}"/>
          </ac:picMkLst>
        </pc:picChg>
        <pc:picChg chg="del">
          <ac:chgData name="郁儒 廖" userId="189a1d031aa848d3" providerId="LiveId" clId="{CE290FA8-A7D4-44E9-ADF4-3783012E1A54}" dt="2021-07-17T14:35:57.335" v="142" actId="478"/>
          <ac:picMkLst>
            <pc:docMk/>
            <pc:sldMk cId="3166609206" sldId="268"/>
            <ac:picMk id="12" creationId="{C9E48EDE-4C35-494E-8EC4-E4F919E37AD6}"/>
          </ac:picMkLst>
        </pc:picChg>
        <pc:picChg chg="del">
          <ac:chgData name="郁儒 廖" userId="189a1d031aa848d3" providerId="LiveId" clId="{CE290FA8-A7D4-44E9-ADF4-3783012E1A54}" dt="2021-07-17T14:35:59.042" v="144" actId="478"/>
          <ac:picMkLst>
            <pc:docMk/>
            <pc:sldMk cId="3166609206" sldId="268"/>
            <ac:picMk id="1026" creationId="{248CCDC8-4F61-4FF3-8C60-E4A53D0FFD5F}"/>
          </ac:picMkLst>
        </pc:picChg>
        <pc:cxnChg chg="del">
          <ac:chgData name="郁儒 廖" userId="189a1d031aa848d3" providerId="LiveId" clId="{CE290FA8-A7D4-44E9-ADF4-3783012E1A54}" dt="2021-07-17T14:36:02.455" v="148" actId="478"/>
          <ac:cxnSpMkLst>
            <pc:docMk/>
            <pc:sldMk cId="3166609206" sldId="268"/>
            <ac:cxnSpMk id="8" creationId="{395C5FB2-CB1A-43B2-BF33-8E1FDB248AC7}"/>
          </ac:cxnSpMkLst>
        </pc:cxnChg>
      </pc:sldChg>
      <pc:sldChg chg="addSp delSp modSp add mod">
        <pc:chgData name="郁儒 廖" userId="189a1d031aa848d3" providerId="LiveId" clId="{CE290FA8-A7D4-44E9-ADF4-3783012E1A54}" dt="2021-07-24T18:03:51.813" v="388" actId="14100"/>
        <pc:sldMkLst>
          <pc:docMk/>
          <pc:sldMk cId="3730348283" sldId="269"/>
        </pc:sldMkLst>
        <pc:spChg chg="mod">
          <ac:chgData name="郁儒 廖" userId="189a1d031aa848d3" providerId="LiveId" clId="{CE290FA8-A7D4-44E9-ADF4-3783012E1A54}" dt="2021-07-17T14:40:32.535" v="230" actId="20577"/>
          <ac:spMkLst>
            <pc:docMk/>
            <pc:sldMk cId="3730348283" sldId="269"/>
            <ac:spMk id="2" creationId="{D6A8277B-EDA6-452C-9F3A-ACBBCEC32FC4}"/>
          </ac:spMkLst>
        </pc:spChg>
        <pc:spChg chg="add mod">
          <ac:chgData name="郁儒 廖" userId="189a1d031aa848d3" providerId="LiveId" clId="{CE290FA8-A7D4-44E9-ADF4-3783012E1A54}" dt="2021-07-23T11:28:53.612" v="270" actId="1076"/>
          <ac:spMkLst>
            <pc:docMk/>
            <pc:sldMk cId="3730348283" sldId="269"/>
            <ac:spMk id="3" creationId="{77054F84-D25D-409A-A373-1951079F871A}"/>
          </ac:spMkLst>
        </pc:spChg>
        <pc:spChg chg="add mod">
          <ac:chgData name="郁儒 廖" userId="189a1d031aa848d3" providerId="LiveId" clId="{CE290FA8-A7D4-44E9-ADF4-3783012E1A54}" dt="2021-07-24T18:03:51.813" v="388" actId="14100"/>
          <ac:spMkLst>
            <pc:docMk/>
            <pc:sldMk cId="3730348283" sldId="269"/>
            <ac:spMk id="4" creationId="{2E8CACBA-9080-420A-8A43-5AF30B4BE4AD}"/>
          </ac:spMkLst>
        </pc:spChg>
        <pc:spChg chg="del mod">
          <ac:chgData name="郁儒 廖" userId="189a1d031aa848d3" providerId="LiveId" clId="{CE290FA8-A7D4-44E9-ADF4-3783012E1A54}" dt="2021-07-17T14:40:40.212" v="235" actId="478"/>
          <ac:spMkLst>
            <pc:docMk/>
            <pc:sldMk cId="3730348283" sldId="269"/>
            <ac:spMk id="4" creationId="{F295903F-D2E5-48CE-8311-2AD281F8E88E}"/>
          </ac:spMkLst>
        </pc:spChg>
        <pc:spChg chg="add del mod">
          <ac:chgData name="郁儒 廖" userId="189a1d031aa848d3" providerId="LiveId" clId="{CE290FA8-A7D4-44E9-ADF4-3783012E1A54}" dt="2021-07-17T14:41:00.560" v="236"/>
          <ac:spMkLst>
            <pc:docMk/>
            <pc:sldMk cId="3730348283" sldId="269"/>
            <ac:spMk id="7" creationId="{0CA88C01-DCD3-4C79-A03D-3DE3AFEE3134}"/>
          </ac:spMkLst>
        </pc:spChg>
        <pc:picChg chg="del">
          <ac:chgData name="郁儒 廖" userId="189a1d031aa848d3" providerId="LiveId" clId="{CE290FA8-A7D4-44E9-ADF4-3783012E1A54}" dt="2021-07-17T14:40:34.490" v="231" actId="478"/>
          <ac:picMkLst>
            <pc:docMk/>
            <pc:sldMk cId="3730348283" sldId="269"/>
            <ac:picMk id="5" creationId="{682F1B4C-7056-4721-8D1D-BD7EB72C0217}"/>
          </ac:picMkLst>
        </pc:picChg>
        <pc:picChg chg="del mod">
          <ac:chgData name="郁儒 廖" userId="189a1d031aa848d3" providerId="LiveId" clId="{CE290FA8-A7D4-44E9-ADF4-3783012E1A54}" dt="2021-07-17T14:40:35.122" v="233" actId="478"/>
          <ac:picMkLst>
            <pc:docMk/>
            <pc:sldMk cId="3730348283" sldId="269"/>
            <ac:picMk id="6" creationId="{9FAC3BD5-CA98-40D5-9C8D-D85D5ABE788D}"/>
          </ac:picMkLst>
        </pc:picChg>
        <pc:picChg chg="add mod modCrop">
          <ac:chgData name="郁儒 廖" userId="189a1d031aa848d3" providerId="LiveId" clId="{CE290FA8-A7D4-44E9-ADF4-3783012E1A54}" dt="2021-07-23T11:26:54.547" v="252" actId="1076"/>
          <ac:picMkLst>
            <pc:docMk/>
            <pc:sldMk cId="3730348283" sldId="269"/>
            <ac:picMk id="8" creationId="{9F2F42F3-0BD4-4846-959C-F5713662D6D2}"/>
          </ac:picMkLst>
        </pc:picChg>
      </pc:sldChg>
      <pc:sldChg chg="addSp delSp modSp new mod">
        <pc:chgData name="郁儒 廖" userId="189a1d031aa848d3" providerId="LiveId" clId="{CE290FA8-A7D4-44E9-ADF4-3783012E1A54}" dt="2021-07-24T18:02:50.329" v="370" actId="22"/>
        <pc:sldMkLst>
          <pc:docMk/>
          <pc:sldMk cId="612480251" sldId="270"/>
        </pc:sldMkLst>
        <pc:spChg chg="mod">
          <ac:chgData name="郁儒 廖" userId="189a1d031aa848d3" providerId="LiveId" clId="{CE290FA8-A7D4-44E9-ADF4-3783012E1A54}" dt="2021-07-24T18:01:47.888" v="367"/>
          <ac:spMkLst>
            <pc:docMk/>
            <pc:sldMk cId="612480251" sldId="270"/>
            <ac:spMk id="2" creationId="{31EEA96D-6767-4A89-84BF-40B7D6C406DA}"/>
          </ac:spMkLst>
        </pc:spChg>
        <pc:spChg chg="del">
          <ac:chgData name="郁儒 廖" userId="189a1d031aa848d3" providerId="LiveId" clId="{CE290FA8-A7D4-44E9-ADF4-3783012E1A54}" dt="2021-07-24T17:46:07.348" v="272"/>
          <ac:spMkLst>
            <pc:docMk/>
            <pc:sldMk cId="612480251" sldId="270"/>
            <ac:spMk id="3" creationId="{B21077FF-8D2A-4E8F-A8B1-26CEF1D1936B}"/>
          </ac:spMkLst>
        </pc:spChg>
        <pc:spChg chg="add">
          <ac:chgData name="郁儒 廖" userId="189a1d031aa848d3" providerId="LiveId" clId="{CE290FA8-A7D4-44E9-ADF4-3783012E1A54}" dt="2021-07-24T18:02:50.329" v="370" actId="22"/>
          <ac:spMkLst>
            <pc:docMk/>
            <pc:sldMk cId="612480251" sldId="270"/>
            <ac:spMk id="6" creationId="{CD1529A4-63A1-45FB-B291-EDE108FE2E08}"/>
          </ac:spMkLst>
        </pc:spChg>
        <pc:picChg chg="add mod modCrop">
          <ac:chgData name="郁儒 廖" userId="189a1d031aa848d3" providerId="LiveId" clId="{CE290FA8-A7D4-44E9-ADF4-3783012E1A54}" dt="2021-07-24T18:02:19.869" v="369" actId="1076"/>
          <ac:picMkLst>
            <pc:docMk/>
            <pc:sldMk cId="612480251" sldId="270"/>
            <ac:picMk id="4" creationId="{490E72E3-BBC4-4F10-9503-FB8C7DA61056}"/>
          </ac:picMkLst>
        </pc:picChg>
      </pc:sldChg>
      <pc:sldChg chg="addSp delSp modSp add mod">
        <pc:chgData name="郁儒 廖" userId="189a1d031aa848d3" providerId="LiveId" clId="{CE290FA8-A7D4-44E9-ADF4-3783012E1A54}" dt="2021-07-24T18:00:47.661" v="366" actId="1076"/>
        <pc:sldMkLst>
          <pc:docMk/>
          <pc:sldMk cId="1643148301" sldId="271"/>
        </pc:sldMkLst>
        <pc:spChg chg="add del mod">
          <ac:chgData name="郁儒 廖" userId="189a1d031aa848d3" providerId="LiveId" clId="{CE290FA8-A7D4-44E9-ADF4-3783012E1A54}" dt="2021-07-24T17:48:03.412" v="293" actId="478"/>
          <ac:spMkLst>
            <pc:docMk/>
            <pc:sldMk cId="1643148301" sldId="271"/>
            <ac:spMk id="5" creationId="{26529FA3-3B21-41FC-B8C4-CF22A500FB24}"/>
          </ac:spMkLst>
        </pc:spChg>
        <pc:spChg chg="add mod">
          <ac:chgData name="郁儒 廖" userId="189a1d031aa848d3" providerId="LiveId" clId="{CE290FA8-A7D4-44E9-ADF4-3783012E1A54}" dt="2021-07-24T17:54:06.750" v="354" actId="208"/>
          <ac:spMkLst>
            <pc:docMk/>
            <pc:sldMk cId="1643148301" sldId="271"/>
            <ac:spMk id="6" creationId="{D062D2FA-3605-4209-9490-372C5A27D06F}"/>
          </ac:spMkLst>
        </pc:spChg>
        <pc:spChg chg="add mod">
          <ac:chgData name="郁儒 廖" userId="189a1d031aa848d3" providerId="LiveId" clId="{CE290FA8-A7D4-44E9-ADF4-3783012E1A54}" dt="2021-07-24T17:54:20.973" v="356" actId="1076"/>
          <ac:spMkLst>
            <pc:docMk/>
            <pc:sldMk cId="1643148301" sldId="271"/>
            <ac:spMk id="10" creationId="{819D7A24-47F2-4B36-9CFA-969CC90CC346}"/>
          </ac:spMkLst>
        </pc:spChg>
        <pc:spChg chg="add mod">
          <ac:chgData name="郁儒 廖" userId="189a1d031aa848d3" providerId="LiveId" clId="{CE290FA8-A7D4-44E9-ADF4-3783012E1A54}" dt="2021-07-24T18:00:47.661" v="366" actId="1076"/>
          <ac:spMkLst>
            <pc:docMk/>
            <pc:sldMk cId="1643148301" sldId="271"/>
            <ac:spMk id="13" creationId="{07FB3D3F-AF05-4609-B8CE-4FAB7B1E7DD6}"/>
          </ac:spMkLst>
        </pc:spChg>
        <pc:picChg chg="del">
          <ac:chgData name="郁儒 廖" userId="189a1d031aa848d3" providerId="LiveId" clId="{CE290FA8-A7D4-44E9-ADF4-3783012E1A54}" dt="2021-07-24T17:47:57.294" v="290" actId="478"/>
          <ac:picMkLst>
            <pc:docMk/>
            <pc:sldMk cId="1643148301" sldId="271"/>
            <ac:picMk id="4" creationId="{490E72E3-BBC4-4F10-9503-FB8C7DA61056}"/>
          </ac:picMkLst>
        </pc:picChg>
        <pc:picChg chg="add mod">
          <ac:chgData name="郁儒 廖" userId="189a1d031aa848d3" providerId="LiveId" clId="{CE290FA8-A7D4-44E9-ADF4-3783012E1A54}" dt="2021-07-24T17:53:16.909" v="346" actId="1076"/>
          <ac:picMkLst>
            <pc:docMk/>
            <pc:sldMk cId="1643148301" sldId="271"/>
            <ac:picMk id="8" creationId="{8D9D1387-BD00-4E2B-95D5-A495F8D46641}"/>
          </ac:picMkLst>
        </pc:picChg>
        <pc:picChg chg="add mod">
          <ac:chgData name="郁儒 廖" userId="189a1d031aa848d3" providerId="LiveId" clId="{CE290FA8-A7D4-44E9-ADF4-3783012E1A54}" dt="2021-07-24T18:00:30.365" v="362" actId="14100"/>
          <ac:picMkLst>
            <pc:docMk/>
            <pc:sldMk cId="1643148301" sldId="271"/>
            <ac:picMk id="9" creationId="{00422705-6A67-4E13-93DB-0357C07B6811}"/>
          </ac:picMkLst>
        </pc:picChg>
        <pc:picChg chg="add mod">
          <ac:chgData name="郁儒 廖" userId="189a1d031aa848d3" providerId="LiveId" clId="{CE290FA8-A7D4-44E9-ADF4-3783012E1A54}" dt="2021-07-24T18:00:25.084" v="360" actId="1076"/>
          <ac:picMkLst>
            <pc:docMk/>
            <pc:sldMk cId="1643148301" sldId="271"/>
            <ac:picMk id="1026" creationId="{2483219A-00C8-489E-A7F0-1F15452192AA}"/>
          </ac:picMkLst>
        </pc:picChg>
        <pc:picChg chg="add del mod">
          <ac:chgData name="郁儒 廖" userId="189a1d031aa848d3" providerId="LiveId" clId="{CE290FA8-A7D4-44E9-ADF4-3783012E1A54}" dt="2021-07-24T17:48:46.922" v="306" actId="478"/>
          <ac:picMkLst>
            <pc:docMk/>
            <pc:sldMk cId="1643148301" sldId="271"/>
            <ac:picMk id="1028" creationId="{C3390DAD-1C47-458D-BA83-E32470B7D5A3}"/>
          </ac:picMkLst>
        </pc:picChg>
      </pc:sldChg>
      <pc:sldChg chg="addSp delSp modSp new mod">
        <pc:chgData name="郁儒 廖" userId="189a1d031aa848d3" providerId="LiveId" clId="{CE290FA8-A7D4-44E9-ADF4-3783012E1A54}" dt="2021-07-24T17:52:15.037" v="336" actId="1076"/>
        <pc:sldMkLst>
          <pc:docMk/>
          <pc:sldMk cId="1708893990" sldId="272"/>
        </pc:sldMkLst>
        <pc:spChg chg="mod">
          <ac:chgData name="郁儒 廖" userId="189a1d031aa848d3" providerId="LiveId" clId="{CE290FA8-A7D4-44E9-ADF4-3783012E1A54}" dt="2021-07-24T17:51:20.979" v="319" actId="20577"/>
          <ac:spMkLst>
            <pc:docMk/>
            <pc:sldMk cId="1708893990" sldId="272"/>
            <ac:spMk id="2" creationId="{716E27F3-A6FF-4346-A231-DEA8C2F1A6F4}"/>
          </ac:spMkLst>
        </pc:spChg>
        <pc:spChg chg="del">
          <ac:chgData name="郁儒 廖" userId="189a1d031aa848d3" providerId="LiveId" clId="{CE290FA8-A7D4-44E9-ADF4-3783012E1A54}" dt="2021-07-24T17:51:18.819" v="316"/>
          <ac:spMkLst>
            <pc:docMk/>
            <pc:sldMk cId="1708893990" sldId="272"/>
            <ac:spMk id="3" creationId="{EFB150A1-F460-43AD-B8C2-A22B81E6BC5F}"/>
          </ac:spMkLst>
        </pc:spChg>
        <pc:spChg chg="add mod">
          <ac:chgData name="郁儒 廖" userId="189a1d031aa848d3" providerId="LiveId" clId="{CE290FA8-A7D4-44E9-ADF4-3783012E1A54}" dt="2021-07-24T17:52:15.037" v="336" actId="1076"/>
          <ac:spMkLst>
            <pc:docMk/>
            <pc:sldMk cId="1708893990" sldId="272"/>
            <ac:spMk id="4" creationId="{88337500-A4AC-4D18-826D-9F9279AA6B8A}"/>
          </ac:spMkLst>
        </pc:spChg>
        <pc:picChg chg="add mod">
          <ac:chgData name="郁儒 廖" userId="189a1d031aa848d3" providerId="LiveId" clId="{CE290FA8-A7D4-44E9-ADF4-3783012E1A54}" dt="2021-07-24T17:51:29.933" v="320" actId="1076"/>
          <ac:picMkLst>
            <pc:docMk/>
            <pc:sldMk cId="1708893990" sldId="272"/>
            <ac:picMk id="2050" creationId="{CD2C5727-6CF7-4166-B1FD-9A6B05E767B3}"/>
          </ac:picMkLst>
        </pc:picChg>
      </pc:sldChg>
      <pc:sldChg chg="delSp modSp add del ord">
        <pc:chgData name="郁儒 廖" userId="189a1d031aa848d3" providerId="LiveId" clId="{CE290FA8-A7D4-44E9-ADF4-3783012E1A54}" dt="2021-07-24T17:49:53.021" v="313" actId="47"/>
        <pc:sldMkLst>
          <pc:docMk/>
          <pc:sldMk cId="1758154840" sldId="272"/>
        </pc:sldMkLst>
        <pc:picChg chg="del">
          <ac:chgData name="郁儒 廖" userId="189a1d031aa848d3" providerId="LiveId" clId="{CE290FA8-A7D4-44E9-ADF4-3783012E1A54}" dt="2021-07-24T17:48:42.338" v="303" actId="478"/>
          <ac:picMkLst>
            <pc:docMk/>
            <pc:sldMk cId="1758154840" sldId="272"/>
            <ac:picMk id="1026" creationId="{2483219A-00C8-489E-A7F0-1F15452192AA}"/>
          </ac:picMkLst>
        </pc:picChg>
        <pc:picChg chg="mod">
          <ac:chgData name="郁儒 廖" userId="189a1d031aa848d3" providerId="LiveId" clId="{CE290FA8-A7D4-44E9-ADF4-3783012E1A54}" dt="2021-07-24T17:49:04.309" v="311" actId="14100"/>
          <ac:picMkLst>
            <pc:docMk/>
            <pc:sldMk cId="1758154840" sldId="272"/>
            <ac:picMk id="1028" creationId="{C3390DAD-1C47-458D-BA83-E32470B7D5A3}"/>
          </ac:picMkLst>
        </pc:picChg>
      </pc:sldChg>
      <pc:sldChg chg="add ord">
        <pc:chgData name="郁儒 廖" userId="189a1d031aa848d3" providerId="LiveId" clId="{CE290FA8-A7D4-44E9-ADF4-3783012E1A54}" dt="2021-07-24T17:52:37.838" v="339"/>
        <pc:sldMkLst>
          <pc:docMk/>
          <pc:sldMk cId="1569140240" sldId="273"/>
        </pc:sldMkLst>
      </pc:sldChg>
      <pc:sldChg chg="addSp delSp modSp new mod">
        <pc:chgData name="郁儒 廖" userId="189a1d031aa848d3" providerId="LiveId" clId="{CE290FA8-A7D4-44E9-ADF4-3783012E1A54}" dt="2021-07-25T03:07:16.414" v="581" actId="14100"/>
        <pc:sldMkLst>
          <pc:docMk/>
          <pc:sldMk cId="4060451678" sldId="274"/>
        </pc:sldMkLst>
        <pc:spChg chg="mod">
          <ac:chgData name="郁儒 廖" userId="189a1d031aa848d3" providerId="LiveId" clId="{CE290FA8-A7D4-44E9-ADF4-3783012E1A54}" dt="2021-07-24T18:03:05.773" v="380" actId="20577"/>
          <ac:spMkLst>
            <pc:docMk/>
            <pc:sldMk cId="4060451678" sldId="274"/>
            <ac:spMk id="2" creationId="{5F3DBE48-F582-4210-8455-88167B475D2E}"/>
          </ac:spMkLst>
        </pc:spChg>
        <pc:spChg chg="del">
          <ac:chgData name="郁儒 廖" userId="189a1d031aa848d3" providerId="LiveId" clId="{CE290FA8-A7D4-44E9-ADF4-3783012E1A54}" dt="2021-07-24T18:05:33.151" v="389"/>
          <ac:spMkLst>
            <pc:docMk/>
            <pc:sldMk cId="4060451678" sldId="274"/>
            <ac:spMk id="3" creationId="{82A49E8B-872F-48C9-9FBB-8B84A2FFA0EE}"/>
          </ac:spMkLst>
        </pc:spChg>
        <pc:spChg chg="add mod">
          <ac:chgData name="郁儒 廖" userId="189a1d031aa848d3" providerId="LiveId" clId="{CE290FA8-A7D4-44E9-ADF4-3783012E1A54}" dt="2021-07-24T18:10:30.356" v="414" actId="1076"/>
          <ac:spMkLst>
            <pc:docMk/>
            <pc:sldMk cId="4060451678" sldId="274"/>
            <ac:spMk id="5" creationId="{76FE55B1-B35E-43D9-8134-37E5A5237685}"/>
          </ac:spMkLst>
        </pc:spChg>
        <pc:spChg chg="add mod">
          <ac:chgData name="郁儒 廖" userId="189a1d031aa848d3" providerId="LiveId" clId="{CE290FA8-A7D4-44E9-ADF4-3783012E1A54}" dt="2021-07-24T18:10:40.300" v="416" actId="1076"/>
          <ac:spMkLst>
            <pc:docMk/>
            <pc:sldMk cId="4060451678" sldId="274"/>
            <ac:spMk id="10" creationId="{18228516-59B3-4FE2-A6D6-84A751C34D05}"/>
          </ac:spMkLst>
        </pc:spChg>
        <pc:picChg chg="add mod">
          <ac:chgData name="郁儒 廖" userId="189a1d031aa848d3" providerId="LiveId" clId="{CE290FA8-A7D4-44E9-ADF4-3783012E1A54}" dt="2021-07-24T18:10:35.653" v="415" actId="1076"/>
          <ac:picMkLst>
            <pc:docMk/>
            <pc:sldMk cId="4060451678" sldId="274"/>
            <ac:picMk id="4" creationId="{2156ABF1-55AF-4D86-A95D-78E14E556BA9}"/>
          </ac:picMkLst>
        </pc:picChg>
        <pc:picChg chg="add mod">
          <ac:chgData name="郁儒 廖" userId="189a1d031aa848d3" providerId="LiveId" clId="{CE290FA8-A7D4-44E9-ADF4-3783012E1A54}" dt="2021-07-24T18:10:48.517" v="419" actId="1076"/>
          <ac:picMkLst>
            <pc:docMk/>
            <pc:sldMk cId="4060451678" sldId="274"/>
            <ac:picMk id="12" creationId="{210F4CBB-ECC1-41BE-BB2E-63F7D6B8FA8E}"/>
          </ac:picMkLst>
        </pc:picChg>
        <pc:picChg chg="add mod">
          <ac:chgData name="郁儒 廖" userId="189a1d031aa848d3" providerId="LiveId" clId="{CE290FA8-A7D4-44E9-ADF4-3783012E1A54}" dt="2021-07-24T18:12:03.933" v="430" actId="1076"/>
          <ac:picMkLst>
            <pc:docMk/>
            <pc:sldMk cId="4060451678" sldId="274"/>
            <ac:picMk id="22" creationId="{EF213945-2A91-4CDF-9245-4505860F2713}"/>
          </ac:picMkLst>
        </pc:picChg>
        <pc:cxnChg chg="add mod">
          <ac:chgData name="郁儒 廖" userId="189a1d031aa848d3" providerId="LiveId" clId="{CE290FA8-A7D4-44E9-ADF4-3783012E1A54}" dt="2021-07-24T18:10:43.021" v="417" actId="1076"/>
          <ac:cxnSpMkLst>
            <pc:docMk/>
            <pc:sldMk cId="4060451678" sldId="274"/>
            <ac:cxnSpMk id="7" creationId="{6DE49F1A-36EB-4148-B8C6-92BC3E69D765}"/>
          </ac:cxnSpMkLst>
        </pc:cxnChg>
        <pc:cxnChg chg="add mod">
          <ac:chgData name="郁儒 廖" userId="189a1d031aa848d3" providerId="LiveId" clId="{CE290FA8-A7D4-44E9-ADF4-3783012E1A54}" dt="2021-07-24T18:10:46.157" v="418" actId="1076"/>
          <ac:cxnSpMkLst>
            <pc:docMk/>
            <pc:sldMk cId="4060451678" sldId="274"/>
            <ac:cxnSpMk id="8" creationId="{B860984A-1D1A-4AC4-94C7-2809DD1E4C0C}"/>
          </ac:cxnSpMkLst>
        </pc:cxnChg>
        <pc:cxnChg chg="add mod">
          <ac:chgData name="郁儒 廖" userId="189a1d031aa848d3" providerId="LiveId" clId="{CE290FA8-A7D4-44E9-ADF4-3783012E1A54}" dt="2021-07-25T03:07:16.414" v="581" actId="14100"/>
          <ac:cxnSpMkLst>
            <pc:docMk/>
            <pc:sldMk cId="4060451678" sldId="274"/>
            <ac:cxnSpMk id="14" creationId="{0ED46792-2684-4FCF-86E9-EE07AEECF7D3}"/>
          </ac:cxnSpMkLst>
        </pc:cxnChg>
      </pc:sldChg>
      <pc:sldChg chg="addSp delSp modSp add mod">
        <pc:chgData name="郁儒 廖" userId="189a1d031aa848d3" providerId="LiveId" clId="{CE290FA8-A7D4-44E9-ADF4-3783012E1A54}" dt="2021-07-24T18:17:19.363" v="491" actId="478"/>
        <pc:sldMkLst>
          <pc:docMk/>
          <pc:sldMk cId="4088539193" sldId="275"/>
        </pc:sldMkLst>
        <pc:spChg chg="mod">
          <ac:chgData name="郁儒 廖" userId="189a1d031aa848d3" providerId="LiveId" clId="{CE290FA8-A7D4-44E9-ADF4-3783012E1A54}" dt="2021-07-24T18:15:08.763" v="453" actId="20577"/>
          <ac:spMkLst>
            <pc:docMk/>
            <pc:sldMk cId="4088539193" sldId="275"/>
            <ac:spMk id="2" creationId="{5F3DBE48-F582-4210-8455-88167B475D2E}"/>
          </ac:spMkLst>
        </pc:spChg>
        <pc:spChg chg="del">
          <ac:chgData name="郁儒 廖" userId="189a1d031aa848d3" providerId="LiveId" clId="{CE290FA8-A7D4-44E9-ADF4-3783012E1A54}" dt="2021-07-24T18:13:57.884" v="435" actId="478"/>
          <ac:spMkLst>
            <pc:docMk/>
            <pc:sldMk cId="4088539193" sldId="275"/>
            <ac:spMk id="5" creationId="{76FE55B1-B35E-43D9-8134-37E5A5237685}"/>
          </ac:spMkLst>
        </pc:spChg>
        <pc:spChg chg="add del mod">
          <ac:chgData name="郁儒 廖" userId="189a1d031aa848d3" providerId="LiveId" clId="{CE290FA8-A7D4-44E9-ADF4-3783012E1A54}" dt="2021-07-24T18:13:57.884" v="435" actId="478"/>
          <ac:spMkLst>
            <pc:docMk/>
            <pc:sldMk cId="4088539193" sldId="275"/>
            <ac:spMk id="6" creationId="{35F27EF8-2BBB-4FD8-B5F7-BAE78EBC4C40}"/>
          </ac:spMkLst>
        </pc:spChg>
        <pc:spChg chg="del">
          <ac:chgData name="郁儒 廖" userId="189a1d031aa848d3" providerId="LiveId" clId="{CE290FA8-A7D4-44E9-ADF4-3783012E1A54}" dt="2021-07-24T18:13:57.884" v="435" actId="478"/>
          <ac:spMkLst>
            <pc:docMk/>
            <pc:sldMk cId="4088539193" sldId="275"/>
            <ac:spMk id="10" creationId="{18228516-59B3-4FE2-A6D6-84A751C34D05}"/>
          </ac:spMkLst>
        </pc:spChg>
        <pc:spChg chg="add mod">
          <ac:chgData name="郁儒 廖" userId="189a1d031aa848d3" providerId="LiveId" clId="{CE290FA8-A7D4-44E9-ADF4-3783012E1A54}" dt="2021-07-24T18:16:44.013" v="474" actId="14100"/>
          <ac:spMkLst>
            <pc:docMk/>
            <pc:sldMk cId="4088539193" sldId="275"/>
            <ac:spMk id="20" creationId="{A9E9C65A-9533-4F3E-8868-36DA0C1D5308}"/>
          </ac:spMkLst>
        </pc:spChg>
        <pc:spChg chg="add mod">
          <ac:chgData name="郁儒 廖" userId="189a1d031aa848d3" providerId="LiveId" clId="{CE290FA8-A7D4-44E9-ADF4-3783012E1A54}" dt="2021-07-24T18:16:54.395" v="480" actId="20577"/>
          <ac:spMkLst>
            <pc:docMk/>
            <pc:sldMk cId="4088539193" sldId="275"/>
            <ac:spMk id="23" creationId="{12E12CF4-EB5A-435C-902B-52B004EEAAF8}"/>
          </ac:spMkLst>
        </pc:spChg>
        <pc:spChg chg="add mod">
          <ac:chgData name="郁儒 廖" userId="189a1d031aa848d3" providerId="LiveId" clId="{CE290FA8-A7D4-44E9-ADF4-3783012E1A54}" dt="2021-07-24T18:17:08.521" v="489" actId="20577"/>
          <ac:spMkLst>
            <pc:docMk/>
            <pc:sldMk cId="4088539193" sldId="275"/>
            <ac:spMk id="24" creationId="{A8E74644-2461-45A4-8D84-34730FC66438}"/>
          </ac:spMkLst>
        </pc:spChg>
        <pc:picChg chg="del">
          <ac:chgData name="郁儒 廖" userId="189a1d031aa848d3" providerId="LiveId" clId="{CE290FA8-A7D4-44E9-ADF4-3783012E1A54}" dt="2021-07-24T18:13:49.018" v="433" actId="478"/>
          <ac:picMkLst>
            <pc:docMk/>
            <pc:sldMk cId="4088539193" sldId="275"/>
            <ac:picMk id="4" creationId="{2156ABF1-55AF-4D86-A95D-78E14E556BA9}"/>
          </ac:picMkLst>
        </pc:picChg>
        <pc:picChg chg="add del mod">
          <ac:chgData name="郁儒 廖" userId="189a1d031aa848d3" providerId="LiveId" clId="{CE290FA8-A7D4-44E9-ADF4-3783012E1A54}" dt="2021-07-24T18:17:19.363" v="491" actId="478"/>
          <ac:picMkLst>
            <pc:docMk/>
            <pc:sldMk cId="4088539193" sldId="275"/>
            <ac:picMk id="11" creationId="{23427283-8C26-4B6E-A445-C57B1FDB559E}"/>
          </ac:picMkLst>
        </pc:picChg>
        <pc:picChg chg="del">
          <ac:chgData name="郁儒 廖" userId="189a1d031aa848d3" providerId="LiveId" clId="{CE290FA8-A7D4-44E9-ADF4-3783012E1A54}" dt="2021-07-24T18:13:53.049" v="434" actId="478"/>
          <ac:picMkLst>
            <pc:docMk/>
            <pc:sldMk cId="4088539193" sldId="275"/>
            <ac:picMk id="12" creationId="{210F4CBB-ECC1-41BE-BB2E-63F7D6B8FA8E}"/>
          </ac:picMkLst>
        </pc:picChg>
        <pc:picChg chg="add mod">
          <ac:chgData name="郁儒 廖" userId="189a1d031aa848d3" providerId="LiveId" clId="{CE290FA8-A7D4-44E9-ADF4-3783012E1A54}" dt="2021-07-24T18:15:53.165" v="459" actId="1076"/>
          <ac:picMkLst>
            <pc:docMk/>
            <pc:sldMk cId="4088539193" sldId="275"/>
            <ac:picMk id="15" creationId="{7816074C-61F1-48A5-BFA0-2A19A0E2804C}"/>
          </ac:picMkLst>
        </pc:picChg>
        <pc:picChg chg="add mod">
          <ac:chgData name="郁儒 廖" userId="189a1d031aa848d3" providerId="LiveId" clId="{CE290FA8-A7D4-44E9-ADF4-3783012E1A54}" dt="2021-07-24T18:15:55.789" v="460" actId="1076"/>
          <ac:picMkLst>
            <pc:docMk/>
            <pc:sldMk cId="4088539193" sldId="275"/>
            <ac:picMk id="17" creationId="{0AFCE2B6-3338-4E90-9275-8EF897D20035}"/>
          </ac:picMkLst>
        </pc:picChg>
        <pc:picChg chg="add mod">
          <ac:chgData name="郁儒 廖" userId="189a1d031aa848d3" providerId="LiveId" clId="{CE290FA8-A7D4-44E9-ADF4-3783012E1A54}" dt="2021-07-24T18:16:22.773" v="462" actId="1076"/>
          <ac:picMkLst>
            <pc:docMk/>
            <pc:sldMk cId="4088539193" sldId="275"/>
            <ac:picMk id="19" creationId="{AAA49C79-6DB8-494C-9F04-83235636C9D5}"/>
          </ac:picMkLst>
        </pc:picChg>
        <pc:picChg chg="del">
          <ac:chgData name="郁儒 廖" userId="189a1d031aa848d3" providerId="LiveId" clId="{CE290FA8-A7D4-44E9-ADF4-3783012E1A54}" dt="2021-07-24T18:13:57.884" v="435" actId="478"/>
          <ac:picMkLst>
            <pc:docMk/>
            <pc:sldMk cId="4088539193" sldId="275"/>
            <ac:picMk id="22" creationId="{EF213945-2A91-4CDF-9245-4505860F2713}"/>
          </ac:picMkLst>
        </pc:picChg>
        <pc:cxnChg chg="del">
          <ac:chgData name="郁儒 廖" userId="189a1d031aa848d3" providerId="LiveId" clId="{CE290FA8-A7D4-44E9-ADF4-3783012E1A54}" dt="2021-07-24T18:13:57.884" v="435" actId="478"/>
          <ac:cxnSpMkLst>
            <pc:docMk/>
            <pc:sldMk cId="4088539193" sldId="275"/>
            <ac:cxnSpMk id="7" creationId="{6DE49F1A-36EB-4148-B8C6-92BC3E69D765}"/>
          </ac:cxnSpMkLst>
        </pc:cxnChg>
        <pc:cxnChg chg="del">
          <ac:chgData name="郁儒 廖" userId="189a1d031aa848d3" providerId="LiveId" clId="{CE290FA8-A7D4-44E9-ADF4-3783012E1A54}" dt="2021-07-24T18:13:57.884" v="435" actId="478"/>
          <ac:cxnSpMkLst>
            <pc:docMk/>
            <pc:sldMk cId="4088539193" sldId="275"/>
            <ac:cxnSpMk id="8" creationId="{B860984A-1D1A-4AC4-94C7-2809DD1E4C0C}"/>
          </ac:cxnSpMkLst>
        </pc:cxnChg>
        <pc:cxnChg chg="del">
          <ac:chgData name="郁儒 廖" userId="189a1d031aa848d3" providerId="LiveId" clId="{CE290FA8-A7D4-44E9-ADF4-3783012E1A54}" dt="2021-07-24T18:13:57.884" v="435" actId="478"/>
          <ac:cxnSpMkLst>
            <pc:docMk/>
            <pc:sldMk cId="4088539193" sldId="275"/>
            <ac:cxnSpMk id="14" creationId="{0ED46792-2684-4FCF-86E9-EE07AEECF7D3}"/>
          </ac:cxnSpMkLst>
        </pc:cxnChg>
      </pc:sldChg>
      <pc:sldChg chg="addSp delSp modSp add mod">
        <pc:chgData name="郁儒 廖" userId="189a1d031aa848d3" providerId="LiveId" clId="{CE290FA8-A7D4-44E9-ADF4-3783012E1A54}" dt="2021-07-24T18:20:26.635" v="536"/>
        <pc:sldMkLst>
          <pc:docMk/>
          <pc:sldMk cId="895972717" sldId="276"/>
        </pc:sldMkLst>
        <pc:spChg chg="mod">
          <ac:chgData name="郁儒 廖" userId="189a1d031aa848d3" providerId="LiveId" clId="{CE290FA8-A7D4-44E9-ADF4-3783012E1A54}" dt="2021-07-24T18:18:04.609" v="492"/>
          <ac:spMkLst>
            <pc:docMk/>
            <pc:sldMk cId="895972717" sldId="276"/>
            <ac:spMk id="2" creationId="{5F3DBE48-F582-4210-8455-88167B475D2E}"/>
          </ac:spMkLst>
        </pc:spChg>
        <pc:spChg chg="add mod">
          <ac:chgData name="郁儒 廖" userId="189a1d031aa848d3" providerId="LiveId" clId="{CE290FA8-A7D4-44E9-ADF4-3783012E1A54}" dt="2021-07-24T18:20:26.635" v="536"/>
          <ac:spMkLst>
            <pc:docMk/>
            <pc:sldMk cId="895972717" sldId="276"/>
            <ac:spMk id="5" creationId="{2997800A-4C16-41C5-A09B-D4C483B1FF9D}"/>
          </ac:spMkLst>
        </pc:spChg>
        <pc:spChg chg="del">
          <ac:chgData name="郁儒 廖" userId="189a1d031aa848d3" providerId="LiveId" clId="{CE290FA8-A7D4-44E9-ADF4-3783012E1A54}" dt="2021-07-24T18:18:10.396" v="498" actId="478"/>
          <ac:spMkLst>
            <pc:docMk/>
            <pc:sldMk cId="895972717" sldId="276"/>
            <ac:spMk id="20" creationId="{A9E9C65A-9533-4F3E-8868-36DA0C1D5308}"/>
          </ac:spMkLst>
        </pc:spChg>
        <pc:spChg chg="del">
          <ac:chgData name="郁儒 廖" userId="189a1d031aa848d3" providerId="LiveId" clId="{CE290FA8-A7D4-44E9-ADF4-3783012E1A54}" dt="2021-07-24T18:18:09.210" v="497" actId="478"/>
          <ac:spMkLst>
            <pc:docMk/>
            <pc:sldMk cId="895972717" sldId="276"/>
            <ac:spMk id="23" creationId="{12E12CF4-EB5A-435C-902B-52B004EEAAF8}"/>
          </ac:spMkLst>
        </pc:spChg>
        <pc:spChg chg="del">
          <ac:chgData name="郁儒 廖" userId="189a1d031aa848d3" providerId="LiveId" clId="{CE290FA8-A7D4-44E9-ADF4-3783012E1A54}" dt="2021-07-24T18:18:08.157" v="496" actId="478"/>
          <ac:spMkLst>
            <pc:docMk/>
            <pc:sldMk cId="895972717" sldId="276"/>
            <ac:spMk id="24" creationId="{A8E74644-2461-45A4-8D84-34730FC66438}"/>
          </ac:spMkLst>
        </pc:spChg>
        <pc:picChg chg="add mod">
          <ac:chgData name="郁儒 廖" userId="189a1d031aa848d3" providerId="LiveId" clId="{CE290FA8-A7D4-44E9-ADF4-3783012E1A54}" dt="2021-07-24T18:18:30.413" v="502" actId="1076"/>
          <ac:picMkLst>
            <pc:docMk/>
            <pc:sldMk cId="895972717" sldId="276"/>
            <ac:picMk id="4" creationId="{84FC0F8C-F0C8-4FED-879D-7025B28442DF}"/>
          </ac:picMkLst>
        </pc:picChg>
        <pc:picChg chg="mod">
          <ac:chgData name="郁儒 廖" userId="189a1d031aa848d3" providerId="LiveId" clId="{CE290FA8-A7D4-44E9-ADF4-3783012E1A54}" dt="2021-07-24T18:18:36.693" v="504" actId="1076"/>
          <ac:picMkLst>
            <pc:docMk/>
            <pc:sldMk cId="895972717" sldId="276"/>
            <ac:picMk id="11" creationId="{23427283-8C26-4B6E-A445-C57B1FDB559E}"/>
          </ac:picMkLst>
        </pc:picChg>
        <pc:picChg chg="del">
          <ac:chgData name="郁儒 廖" userId="189a1d031aa848d3" providerId="LiveId" clId="{CE290FA8-A7D4-44E9-ADF4-3783012E1A54}" dt="2021-07-24T18:18:06.466" v="494" actId="478"/>
          <ac:picMkLst>
            <pc:docMk/>
            <pc:sldMk cId="895972717" sldId="276"/>
            <ac:picMk id="15" creationId="{7816074C-61F1-48A5-BFA0-2A19A0E2804C}"/>
          </ac:picMkLst>
        </pc:picChg>
        <pc:picChg chg="del">
          <ac:chgData name="郁儒 廖" userId="189a1d031aa848d3" providerId="LiveId" clId="{CE290FA8-A7D4-44E9-ADF4-3783012E1A54}" dt="2021-07-24T18:18:05.896" v="493" actId="478"/>
          <ac:picMkLst>
            <pc:docMk/>
            <pc:sldMk cId="895972717" sldId="276"/>
            <ac:picMk id="17" creationId="{0AFCE2B6-3338-4E90-9275-8EF897D20035}"/>
          </ac:picMkLst>
        </pc:picChg>
        <pc:picChg chg="del">
          <ac:chgData name="郁儒 廖" userId="189a1d031aa848d3" providerId="LiveId" clId="{CE290FA8-A7D4-44E9-ADF4-3783012E1A54}" dt="2021-07-24T18:18:06.958" v="495" actId="478"/>
          <ac:picMkLst>
            <pc:docMk/>
            <pc:sldMk cId="895972717" sldId="276"/>
            <ac:picMk id="19" creationId="{AAA49C79-6DB8-494C-9F04-83235636C9D5}"/>
          </ac:picMkLst>
        </pc:picChg>
      </pc:sldChg>
      <pc:sldChg chg="addSp delSp modSp add mod modShow">
        <pc:chgData name="郁儒 廖" userId="189a1d031aa848d3" providerId="LiveId" clId="{CE290FA8-A7D4-44E9-ADF4-3783012E1A54}" dt="2021-07-27T05:28:19.635" v="608" actId="729"/>
        <pc:sldMkLst>
          <pc:docMk/>
          <pc:sldMk cId="986427882" sldId="277"/>
        </pc:sldMkLst>
        <pc:spChg chg="mod">
          <ac:chgData name="郁儒 廖" userId="189a1d031aa848d3" providerId="LiveId" clId="{CE290FA8-A7D4-44E9-ADF4-3783012E1A54}" dt="2021-07-24T18:23:06.896" v="538"/>
          <ac:spMkLst>
            <pc:docMk/>
            <pc:sldMk cId="986427882" sldId="277"/>
            <ac:spMk id="2" creationId="{5F3DBE48-F582-4210-8455-88167B475D2E}"/>
          </ac:spMkLst>
        </pc:spChg>
        <pc:spChg chg="mod">
          <ac:chgData name="郁儒 廖" userId="189a1d031aa848d3" providerId="LiveId" clId="{CE290FA8-A7D4-44E9-ADF4-3783012E1A54}" dt="2021-07-24T18:23:36.580" v="544" actId="1076"/>
          <ac:spMkLst>
            <pc:docMk/>
            <pc:sldMk cId="986427882" sldId="277"/>
            <ac:spMk id="5" creationId="{2997800A-4C16-41C5-A09B-D4C483B1FF9D}"/>
          </ac:spMkLst>
        </pc:spChg>
        <pc:picChg chg="del">
          <ac:chgData name="郁儒 廖" userId="189a1d031aa848d3" providerId="LiveId" clId="{CE290FA8-A7D4-44E9-ADF4-3783012E1A54}" dt="2021-07-24T18:23:23.957" v="539" actId="478"/>
          <ac:picMkLst>
            <pc:docMk/>
            <pc:sldMk cId="986427882" sldId="277"/>
            <ac:picMk id="4" creationId="{84FC0F8C-F0C8-4FED-879D-7025B28442DF}"/>
          </ac:picMkLst>
        </pc:picChg>
        <pc:picChg chg="add mod">
          <ac:chgData name="郁儒 廖" userId="189a1d031aa848d3" providerId="LiveId" clId="{CE290FA8-A7D4-44E9-ADF4-3783012E1A54}" dt="2021-07-24T18:23:41.364" v="547" actId="1076"/>
          <ac:picMkLst>
            <pc:docMk/>
            <pc:sldMk cId="986427882" sldId="277"/>
            <ac:picMk id="6" creationId="{B6C10702-40EF-4024-8C46-9FE9DE7D1195}"/>
          </ac:picMkLst>
        </pc:picChg>
        <pc:picChg chg="del">
          <ac:chgData name="郁儒 廖" userId="189a1d031aa848d3" providerId="LiveId" clId="{CE290FA8-A7D4-44E9-ADF4-3783012E1A54}" dt="2021-07-24T18:23:24.819" v="540" actId="478"/>
          <ac:picMkLst>
            <pc:docMk/>
            <pc:sldMk cId="986427882" sldId="277"/>
            <ac:picMk id="11" creationId="{23427283-8C26-4B6E-A445-C57B1FDB559E}"/>
          </ac:picMkLst>
        </pc:picChg>
      </pc:sldChg>
      <pc:sldChg chg="addSp delSp modSp add mod modShow">
        <pc:chgData name="郁儒 廖" userId="189a1d031aa848d3" providerId="LiveId" clId="{CE290FA8-A7D4-44E9-ADF4-3783012E1A54}" dt="2021-07-27T05:28:15.834" v="607" actId="729"/>
        <pc:sldMkLst>
          <pc:docMk/>
          <pc:sldMk cId="2549370280" sldId="278"/>
        </pc:sldMkLst>
        <pc:spChg chg="mod">
          <ac:chgData name="郁儒 廖" userId="189a1d031aa848d3" providerId="LiveId" clId="{CE290FA8-A7D4-44E9-ADF4-3783012E1A54}" dt="2021-07-24T18:26:46.629" v="553" actId="20577"/>
          <ac:spMkLst>
            <pc:docMk/>
            <pc:sldMk cId="2549370280" sldId="278"/>
            <ac:spMk id="2" creationId="{5F3DBE48-F582-4210-8455-88167B475D2E}"/>
          </ac:spMkLst>
        </pc:spChg>
        <pc:picChg chg="add mod">
          <ac:chgData name="郁儒 廖" userId="189a1d031aa848d3" providerId="LiveId" clId="{CE290FA8-A7D4-44E9-ADF4-3783012E1A54}" dt="2021-07-24T18:27:11.796" v="560" actId="1076"/>
          <ac:picMkLst>
            <pc:docMk/>
            <pc:sldMk cId="2549370280" sldId="278"/>
            <ac:picMk id="4" creationId="{C9E58167-DC45-4F55-AF9B-4E740B477C38}"/>
          </ac:picMkLst>
        </pc:picChg>
        <pc:picChg chg="del">
          <ac:chgData name="郁儒 廖" userId="189a1d031aa848d3" providerId="LiveId" clId="{CE290FA8-A7D4-44E9-ADF4-3783012E1A54}" dt="2021-07-24T18:26:48.467" v="554" actId="478"/>
          <ac:picMkLst>
            <pc:docMk/>
            <pc:sldMk cId="2549370280" sldId="278"/>
            <ac:picMk id="6" creationId="{B6C10702-40EF-4024-8C46-9FE9DE7D1195}"/>
          </ac:picMkLst>
        </pc:picChg>
      </pc:sldChg>
      <pc:sldChg chg="addSp delSp modSp add del mod modShow">
        <pc:chgData name="郁儒 廖" userId="189a1d031aa848d3" providerId="LiveId" clId="{CE290FA8-A7D4-44E9-ADF4-3783012E1A54}" dt="2021-07-27T06:06:42.266" v="612" actId="47"/>
        <pc:sldMkLst>
          <pc:docMk/>
          <pc:sldMk cId="4289364975" sldId="279"/>
        </pc:sldMkLst>
        <pc:spChg chg="mod">
          <ac:chgData name="郁儒 廖" userId="189a1d031aa848d3" providerId="LiveId" clId="{CE290FA8-A7D4-44E9-ADF4-3783012E1A54}" dt="2021-07-24T18:30:23.203" v="566" actId="20577"/>
          <ac:spMkLst>
            <pc:docMk/>
            <pc:sldMk cId="4289364975" sldId="279"/>
            <ac:spMk id="2" creationId="{5F3DBE48-F582-4210-8455-88167B475D2E}"/>
          </ac:spMkLst>
        </pc:spChg>
        <pc:picChg chg="del">
          <ac:chgData name="郁儒 廖" userId="189a1d031aa848d3" providerId="LiveId" clId="{CE290FA8-A7D4-44E9-ADF4-3783012E1A54}" dt="2021-07-24T18:30:25.880" v="567" actId="478"/>
          <ac:picMkLst>
            <pc:docMk/>
            <pc:sldMk cId="4289364975" sldId="279"/>
            <ac:picMk id="4" creationId="{C9E58167-DC45-4F55-AF9B-4E740B477C38}"/>
          </ac:picMkLst>
        </pc:picChg>
        <pc:picChg chg="add mod">
          <ac:chgData name="郁儒 廖" userId="189a1d031aa848d3" providerId="LiveId" clId="{CE290FA8-A7D4-44E9-ADF4-3783012E1A54}" dt="2021-07-24T18:30:44.948" v="571" actId="1076"/>
          <ac:picMkLst>
            <pc:docMk/>
            <pc:sldMk cId="4289364975" sldId="279"/>
            <ac:picMk id="6" creationId="{9C668F7F-9D09-494C-9EDF-C36E6189F463}"/>
          </ac:picMkLst>
        </pc:picChg>
      </pc:sldChg>
      <pc:sldChg chg="add del mod modShow">
        <pc:chgData name="郁儒 廖" userId="189a1d031aa848d3" providerId="LiveId" clId="{CE290FA8-A7D4-44E9-ADF4-3783012E1A54}" dt="2021-07-27T06:06:38.674" v="611" actId="47"/>
        <pc:sldMkLst>
          <pc:docMk/>
          <pc:sldMk cId="3461190198" sldId="280"/>
        </pc:sldMkLst>
      </pc:sldChg>
      <pc:sldChg chg="modSp new mod">
        <pc:chgData name="郁儒 廖" userId="189a1d031aa848d3" providerId="LiveId" clId="{CE290FA8-A7D4-44E9-ADF4-3783012E1A54}" dt="2021-07-27T05:27:51.573" v="600" actId="5793"/>
        <pc:sldMkLst>
          <pc:docMk/>
          <pc:sldMk cId="1339591712" sldId="281"/>
        </pc:sldMkLst>
        <pc:spChg chg="mod">
          <ac:chgData name="郁儒 廖" userId="189a1d031aa848d3" providerId="LiveId" clId="{CE290FA8-A7D4-44E9-ADF4-3783012E1A54}" dt="2021-07-25T05:53:20.406" v="585"/>
          <ac:spMkLst>
            <pc:docMk/>
            <pc:sldMk cId="1339591712" sldId="281"/>
            <ac:spMk id="2" creationId="{D3BF29CD-F8CF-4F47-92BE-649B84536DD9}"/>
          </ac:spMkLst>
        </pc:spChg>
        <pc:spChg chg="mod">
          <ac:chgData name="郁儒 廖" userId="189a1d031aa848d3" providerId="LiveId" clId="{CE290FA8-A7D4-44E9-ADF4-3783012E1A54}" dt="2021-07-27T05:27:51.573" v="600" actId="5793"/>
          <ac:spMkLst>
            <pc:docMk/>
            <pc:sldMk cId="1339591712" sldId="281"/>
            <ac:spMk id="3" creationId="{5444A68A-3CE0-4A7F-9A14-0740120E091F}"/>
          </ac:spMkLst>
        </pc:spChg>
      </pc:sldChg>
    </pc:docChg>
  </pc:docChgLst>
  <pc:docChgLst>
    <pc:chgData name="郁儒 廖" userId="189a1d031aa848d3" providerId="LiveId" clId="{F7E03734-E1EE-48DE-9C2C-A02502A248C3}"/>
    <pc:docChg chg="undo custSel addSld modSld sldOrd">
      <pc:chgData name="郁儒 廖" userId="189a1d031aa848d3" providerId="LiveId" clId="{F7E03734-E1EE-48DE-9C2C-A02502A248C3}" dt="2021-06-29T06:27:05.226" v="405" actId="20577"/>
      <pc:docMkLst>
        <pc:docMk/>
      </pc:docMkLst>
      <pc:sldChg chg="addSp delSp modSp mod">
        <pc:chgData name="郁儒 廖" userId="189a1d031aa848d3" providerId="LiveId" clId="{F7E03734-E1EE-48DE-9C2C-A02502A248C3}" dt="2021-06-29T06:27:05.226" v="405" actId="20577"/>
        <pc:sldMkLst>
          <pc:docMk/>
          <pc:sldMk cId="1310905560" sldId="256"/>
        </pc:sldMkLst>
        <pc:spChg chg="mod">
          <ac:chgData name="郁儒 廖" userId="189a1d031aa848d3" providerId="LiveId" clId="{F7E03734-E1EE-48DE-9C2C-A02502A248C3}" dt="2021-06-26T16:01:18.582" v="272" actId="1076"/>
          <ac:spMkLst>
            <pc:docMk/>
            <pc:sldMk cId="1310905560" sldId="256"/>
            <ac:spMk id="2" creationId="{B963378F-50B2-45BD-A6DA-5CB61DB247F9}"/>
          </ac:spMkLst>
        </pc:spChg>
        <pc:spChg chg="mod">
          <ac:chgData name="郁儒 廖" userId="189a1d031aa848d3" providerId="LiveId" clId="{F7E03734-E1EE-48DE-9C2C-A02502A248C3}" dt="2021-06-26T16:01:33.256" v="278" actId="1036"/>
          <ac:spMkLst>
            <pc:docMk/>
            <pc:sldMk cId="1310905560" sldId="256"/>
            <ac:spMk id="3" creationId="{71E7239B-5619-42E5-947E-7CC9BEF1FE52}"/>
          </ac:spMkLst>
        </pc:spChg>
        <pc:spChg chg="add del mod">
          <ac:chgData name="郁儒 廖" userId="189a1d031aa848d3" providerId="LiveId" clId="{F7E03734-E1EE-48DE-9C2C-A02502A248C3}" dt="2021-06-26T15:59:48.174" v="258" actId="478"/>
          <ac:spMkLst>
            <pc:docMk/>
            <pc:sldMk cId="1310905560" sldId="256"/>
            <ac:spMk id="4" creationId="{ACE1550D-4A56-4151-A627-51590743053C}"/>
          </ac:spMkLst>
        </pc:spChg>
        <pc:spChg chg="add mod">
          <ac:chgData name="郁儒 廖" userId="189a1d031aa848d3" providerId="LiveId" clId="{F7E03734-E1EE-48DE-9C2C-A02502A248C3}" dt="2021-06-29T06:27:05.226" v="405" actId="20577"/>
          <ac:spMkLst>
            <pc:docMk/>
            <pc:sldMk cId="1310905560" sldId="256"/>
            <ac:spMk id="5" creationId="{E943A7B3-D75F-42BE-987F-B5D29452E318}"/>
          </ac:spMkLst>
        </pc:spChg>
      </pc:sldChg>
      <pc:sldChg chg="modSp mod">
        <pc:chgData name="郁儒 廖" userId="189a1d031aa848d3" providerId="LiveId" clId="{F7E03734-E1EE-48DE-9C2C-A02502A248C3}" dt="2021-06-27T14:20:55.197" v="382" actId="20577"/>
        <pc:sldMkLst>
          <pc:docMk/>
          <pc:sldMk cId="2573059498" sldId="258"/>
        </pc:sldMkLst>
        <pc:spChg chg="mod">
          <ac:chgData name="郁儒 廖" userId="189a1d031aa848d3" providerId="LiveId" clId="{F7E03734-E1EE-48DE-9C2C-A02502A248C3}" dt="2021-06-26T16:03:35.398" v="301" actId="108"/>
          <ac:spMkLst>
            <pc:docMk/>
            <pc:sldMk cId="2573059498" sldId="258"/>
            <ac:spMk id="2" creationId="{47AB24D3-3C1B-4033-BC50-76F4ABFC7748}"/>
          </ac:spMkLst>
        </pc:spChg>
        <pc:spChg chg="mod">
          <ac:chgData name="郁儒 廖" userId="189a1d031aa848d3" providerId="LiveId" clId="{F7E03734-E1EE-48DE-9C2C-A02502A248C3}" dt="2021-06-26T16:04:08.224" v="310" actId="113"/>
          <ac:spMkLst>
            <pc:docMk/>
            <pc:sldMk cId="2573059498" sldId="258"/>
            <ac:spMk id="6" creationId="{0F99D5B4-A2E2-4A60-9E54-A84D4DC5F055}"/>
          </ac:spMkLst>
        </pc:spChg>
        <pc:spChg chg="mod">
          <ac:chgData name="郁儒 廖" userId="189a1d031aa848d3" providerId="LiveId" clId="{F7E03734-E1EE-48DE-9C2C-A02502A248C3}" dt="2021-06-26T16:04:37.092" v="311" actId="2711"/>
          <ac:spMkLst>
            <pc:docMk/>
            <pc:sldMk cId="2573059498" sldId="258"/>
            <ac:spMk id="7" creationId="{54B50B5B-0771-4250-8A8E-75209CA49F4B}"/>
          </ac:spMkLst>
        </pc:spChg>
        <pc:spChg chg="mod">
          <ac:chgData name="郁儒 廖" userId="189a1d031aa848d3" providerId="LiveId" clId="{F7E03734-E1EE-48DE-9C2C-A02502A248C3}" dt="2021-06-27T14:20:55.197" v="382" actId="20577"/>
          <ac:spMkLst>
            <pc:docMk/>
            <pc:sldMk cId="2573059498" sldId="258"/>
            <ac:spMk id="8" creationId="{E88579BE-F294-484D-BDCD-7FD9728485CA}"/>
          </ac:spMkLst>
        </pc:spChg>
        <pc:spChg chg="mod">
          <ac:chgData name="郁儒 廖" userId="189a1d031aa848d3" providerId="LiveId" clId="{F7E03734-E1EE-48DE-9C2C-A02502A248C3}" dt="2021-06-26T16:04:54.375" v="313" actId="2711"/>
          <ac:spMkLst>
            <pc:docMk/>
            <pc:sldMk cId="2573059498" sldId="258"/>
            <ac:spMk id="9" creationId="{25E96A07-4275-4C3A-B0F3-9FAC6D8FED6F}"/>
          </ac:spMkLst>
        </pc:spChg>
        <pc:spChg chg="mod">
          <ac:chgData name="郁儒 廖" userId="189a1d031aa848d3" providerId="LiveId" clId="{F7E03734-E1EE-48DE-9C2C-A02502A248C3}" dt="2021-06-26T16:04:59.061" v="314" actId="2711"/>
          <ac:spMkLst>
            <pc:docMk/>
            <pc:sldMk cId="2573059498" sldId="258"/>
            <ac:spMk id="10" creationId="{DA5D15EC-FB11-4EAF-A240-F4881E5EA7A8}"/>
          </ac:spMkLst>
        </pc:spChg>
      </pc:sldChg>
      <pc:sldChg chg="modSp mod ord">
        <pc:chgData name="郁儒 廖" userId="189a1d031aa848d3" providerId="LiveId" clId="{F7E03734-E1EE-48DE-9C2C-A02502A248C3}" dt="2021-06-27T14:11:18.442" v="322"/>
        <pc:sldMkLst>
          <pc:docMk/>
          <pc:sldMk cId="3515119788" sldId="259"/>
        </pc:sldMkLst>
        <pc:spChg chg="mod">
          <ac:chgData name="郁儒 廖" userId="189a1d031aa848d3" providerId="LiveId" clId="{F7E03734-E1EE-48DE-9C2C-A02502A248C3}" dt="2021-06-26T16:02:09.590" v="281" actId="108"/>
          <ac:spMkLst>
            <pc:docMk/>
            <pc:sldMk cId="3515119788" sldId="259"/>
            <ac:spMk id="2" creationId="{46D4B5A4-2E12-4B48-997F-0A3F6BB8E5EE}"/>
          </ac:spMkLst>
        </pc:spChg>
      </pc:sldChg>
      <pc:sldChg chg="modSp mod">
        <pc:chgData name="郁儒 廖" userId="189a1d031aa848d3" providerId="LiveId" clId="{F7E03734-E1EE-48DE-9C2C-A02502A248C3}" dt="2021-06-27T14:23:26.793" v="384" actId="20577"/>
        <pc:sldMkLst>
          <pc:docMk/>
          <pc:sldMk cId="3353010267" sldId="260"/>
        </pc:sldMkLst>
        <pc:spChg chg="mod">
          <ac:chgData name="郁儒 廖" userId="189a1d031aa848d3" providerId="LiveId" clId="{F7E03734-E1EE-48DE-9C2C-A02502A248C3}" dt="2021-06-27T14:23:26.793" v="384" actId="20577"/>
          <ac:spMkLst>
            <pc:docMk/>
            <pc:sldMk cId="3353010267" sldId="260"/>
            <ac:spMk id="2" creationId="{46D4B5A4-2E12-4B48-997F-0A3F6BB8E5EE}"/>
          </ac:spMkLst>
        </pc:spChg>
        <pc:spChg chg="mod">
          <ac:chgData name="郁儒 廖" userId="189a1d031aa848d3" providerId="LiveId" clId="{F7E03734-E1EE-48DE-9C2C-A02502A248C3}" dt="2021-06-27T14:17:05.809" v="356" actId="20577"/>
          <ac:spMkLst>
            <pc:docMk/>
            <pc:sldMk cId="3353010267" sldId="260"/>
            <ac:spMk id="6" creationId="{56B442F7-5136-4E93-9FE2-2CAC213991C3}"/>
          </ac:spMkLst>
        </pc:spChg>
        <pc:graphicFrameChg chg="modGraphic">
          <ac:chgData name="郁儒 廖" userId="189a1d031aa848d3" providerId="LiveId" clId="{F7E03734-E1EE-48DE-9C2C-A02502A248C3}" dt="2021-06-27T14:16:58.756" v="353" actId="20577"/>
          <ac:graphicFrameMkLst>
            <pc:docMk/>
            <pc:sldMk cId="3353010267" sldId="260"/>
            <ac:graphicFrameMk id="8" creationId="{006AF39E-8E64-46EE-89F2-035694BC962B}"/>
          </ac:graphicFrameMkLst>
        </pc:graphicFrameChg>
      </pc:sldChg>
      <pc:sldChg chg="addSp delSp modSp mod">
        <pc:chgData name="郁儒 廖" userId="189a1d031aa848d3" providerId="LiveId" clId="{F7E03734-E1EE-48DE-9C2C-A02502A248C3}" dt="2021-06-27T14:23:30.041" v="385" actId="20577"/>
        <pc:sldMkLst>
          <pc:docMk/>
          <pc:sldMk cId="3679457579" sldId="261"/>
        </pc:sldMkLst>
        <pc:spChg chg="del">
          <ac:chgData name="郁儒 廖" userId="189a1d031aa848d3" providerId="LiveId" clId="{F7E03734-E1EE-48DE-9C2C-A02502A248C3}" dt="2021-06-26T16:03:01.460" v="290" actId="478"/>
          <ac:spMkLst>
            <pc:docMk/>
            <pc:sldMk cId="3679457579" sldId="261"/>
            <ac:spMk id="2" creationId="{46D4B5A4-2E12-4B48-997F-0A3F6BB8E5EE}"/>
          </ac:spMkLst>
        </pc:spChg>
        <pc:spChg chg="mod">
          <ac:chgData name="郁儒 廖" userId="189a1d031aa848d3" providerId="LiveId" clId="{F7E03734-E1EE-48DE-9C2C-A02502A248C3}" dt="2021-06-27T14:16:49.767" v="350" actId="20577"/>
          <ac:spMkLst>
            <pc:docMk/>
            <pc:sldMk cId="3679457579" sldId="261"/>
            <ac:spMk id="6" creationId="{56B442F7-5136-4E93-9FE2-2CAC213991C3}"/>
          </ac:spMkLst>
        </pc:spChg>
        <pc:spChg chg="add del mod">
          <ac:chgData name="郁儒 廖" userId="189a1d031aa848d3" providerId="LiveId" clId="{F7E03734-E1EE-48DE-9C2C-A02502A248C3}" dt="2021-06-26T16:03:03.573" v="291" actId="478"/>
          <ac:spMkLst>
            <pc:docMk/>
            <pc:sldMk cId="3679457579" sldId="261"/>
            <ac:spMk id="9" creationId="{96B04D9E-B30D-4A69-A4C1-C72C313A1153}"/>
          </ac:spMkLst>
        </pc:spChg>
        <pc:spChg chg="add mod">
          <ac:chgData name="郁儒 廖" userId="189a1d031aa848d3" providerId="LiveId" clId="{F7E03734-E1EE-48DE-9C2C-A02502A248C3}" dt="2021-06-27T14:23:30.041" v="385" actId="20577"/>
          <ac:spMkLst>
            <pc:docMk/>
            <pc:sldMk cId="3679457579" sldId="261"/>
            <ac:spMk id="10" creationId="{31815381-98AE-4F5B-9A6C-08961D44B59B}"/>
          </ac:spMkLst>
        </pc:spChg>
        <pc:graphicFrameChg chg="modGraphic">
          <ac:chgData name="郁儒 廖" userId="189a1d031aa848d3" providerId="LiveId" clId="{F7E03734-E1EE-48DE-9C2C-A02502A248C3}" dt="2021-06-27T14:16:40.230" v="347" actId="20577"/>
          <ac:graphicFrameMkLst>
            <pc:docMk/>
            <pc:sldMk cId="3679457579" sldId="261"/>
            <ac:graphicFrameMk id="8" creationId="{006AF39E-8E64-46EE-89F2-035694BC962B}"/>
          </ac:graphicFrameMkLst>
        </pc:graphicFrameChg>
      </pc:sldChg>
      <pc:sldChg chg="addSp delSp modSp mod">
        <pc:chgData name="郁儒 廖" userId="189a1d031aa848d3" providerId="LiveId" clId="{F7E03734-E1EE-48DE-9C2C-A02502A248C3}" dt="2021-06-27T14:23:34.001" v="386" actId="20577"/>
        <pc:sldMkLst>
          <pc:docMk/>
          <pc:sldMk cId="2166195919" sldId="262"/>
        </pc:sldMkLst>
        <pc:spChg chg="del">
          <ac:chgData name="郁儒 廖" userId="189a1d031aa848d3" providerId="LiveId" clId="{F7E03734-E1EE-48DE-9C2C-A02502A248C3}" dt="2021-06-26T16:03:07.212" v="293" actId="478"/>
          <ac:spMkLst>
            <pc:docMk/>
            <pc:sldMk cId="2166195919" sldId="262"/>
            <ac:spMk id="2" creationId="{46D4B5A4-2E12-4B48-997F-0A3F6BB8E5EE}"/>
          </ac:spMkLst>
        </pc:spChg>
        <pc:spChg chg="mod">
          <ac:chgData name="郁儒 廖" userId="189a1d031aa848d3" providerId="LiveId" clId="{F7E03734-E1EE-48DE-9C2C-A02502A248C3}" dt="2021-06-27T14:16:24.522" v="344" actId="20577"/>
          <ac:spMkLst>
            <pc:docMk/>
            <pc:sldMk cId="2166195919" sldId="262"/>
            <ac:spMk id="6" creationId="{56B442F7-5136-4E93-9FE2-2CAC213991C3}"/>
          </ac:spMkLst>
        </pc:spChg>
        <pc:spChg chg="add del mod">
          <ac:chgData name="郁儒 廖" userId="189a1d031aa848d3" providerId="LiveId" clId="{F7E03734-E1EE-48DE-9C2C-A02502A248C3}" dt="2021-06-26T16:03:09.405" v="294" actId="478"/>
          <ac:spMkLst>
            <pc:docMk/>
            <pc:sldMk cId="2166195919" sldId="262"/>
            <ac:spMk id="10" creationId="{70BBB809-686D-4CEC-93AA-D5B3B2B35460}"/>
          </ac:spMkLst>
        </pc:spChg>
        <pc:spChg chg="add mod">
          <ac:chgData name="郁儒 廖" userId="189a1d031aa848d3" providerId="LiveId" clId="{F7E03734-E1EE-48DE-9C2C-A02502A248C3}" dt="2021-06-27T14:23:34.001" v="386" actId="20577"/>
          <ac:spMkLst>
            <pc:docMk/>
            <pc:sldMk cId="2166195919" sldId="262"/>
            <ac:spMk id="11" creationId="{63D33D3B-20F9-481F-AF36-DDE7CAA21EDD}"/>
          </ac:spMkLst>
        </pc:spChg>
        <pc:graphicFrameChg chg="modGraphic">
          <ac:chgData name="郁儒 廖" userId="189a1d031aa848d3" providerId="LiveId" clId="{F7E03734-E1EE-48DE-9C2C-A02502A248C3}" dt="2021-06-27T14:16:17.852" v="342" actId="20577"/>
          <ac:graphicFrameMkLst>
            <pc:docMk/>
            <pc:sldMk cId="2166195919" sldId="262"/>
            <ac:graphicFrameMk id="8" creationId="{006AF39E-8E64-46EE-89F2-035694BC962B}"/>
          </ac:graphicFrameMkLst>
        </pc:graphicFrameChg>
      </pc:sldChg>
      <pc:sldChg chg="addSp delSp modSp new mod">
        <pc:chgData name="郁儒 廖" userId="189a1d031aa848d3" providerId="LiveId" clId="{F7E03734-E1EE-48DE-9C2C-A02502A248C3}" dt="2021-06-27T14:22:51.561" v="383" actId="1076"/>
        <pc:sldMkLst>
          <pc:docMk/>
          <pc:sldMk cId="3405566990" sldId="263"/>
        </pc:sldMkLst>
        <pc:spChg chg="mod">
          <ac:chgData name="郁儒 廖" userId="189a1d031aa848d3" providerId="LiveId" clId="{F7E03734-E1EE-48DE-9C2C-A02502A248C3}" dt="2021-06-26T16:05:32.214" v="315" actId="108"/>
          <ac:spMkLst>
            <pc:docMk/>
            <pc:sldMk cId="3405566990" sldId="263"/>
            <ac:spMk id="2" creationId="{871DA2CC-86CE-43D0-9AA4-0B9F02AB7E2C}"/>
          </ac:spMkLst>
        </pc:spChg>
        <pc:spChg chg="del">
          <ac:chgData name="郁儒 廖" userId="189a1d031aa848d3" providerId="LiveId" clId="{F7E03734-E1EE-48DE-9C2C-A02502A248C3}" dt="2021-06-26T15:06:27.054" v="1"/>
          <ac:spMkLst>
            <pc:docMk/>
            <pc:sldMk cId="3405566990" sldId="263"/>
            <ac:spMk id="3" creationId="{1092DADC-AC3B-4153-8FB2-F51F9B6DF0FB}"/>
          </ac:spMkLst>
        </pc:spChg>
        <pc:spChg chg="add del mod">
          <ac:chgData name="郁儒 廖" userId="189a1d031aa848d3" providerId="LiveId" clId="{F7E03734-E1EE-48DE-9C2C-A02502A248C3}" dt="2021-06-26T15:08:45.936" v="12"/>
          <ac:spMkLst>
            <pc:docMk/>
            <pc:sldMk cId="3405566990" sldId="263"/>
            <ac:spMk id="8" creationId="{328596ED-DC25-421B-9587-A92F160C842A}"/>
          </ac:spMkLst>
        </pc:spChg>
        <pc:picChg chg="add del mod">
          <ac:chgData name="郁儒 廖" userId="189a1d031aa848d3" providerId="LiveId" clId="{F7E03734-E1EE-48DE-9C2C-A02502A248C3}" dt="2021-06-26T15:08:24.112" v="11" actId="478"/>
          <ac:picMkLst>
            <pc:docMk/>
            <pc:sldMk cId="3405566990" sldId="263"/>
            <ac:picMk id="4" creationId="{C149A7D8-DE8D-4A0C-9507-66EB6F680343}"/>
          </ac:picMkLst>
        </pc:picChg>
        <pc:picChg chg="add mod modCrop">
          <ac:chgData name="郁儒 廖" userId="189a1d031aa848d3" providerId="LiveId" clId="{F7E03734-E1EE-48DE-9C2C-A02502A248C3}" dt="2021-06-26T15:09:22.960" v="16" actId="1076"/>
          <ac:picMkLst>
            <pc:docMk/>
            <pc:sldMk cId="3405566990" sldId="263"/>
            <ac:picMk id="6" creationId="{E354104B-0801-4CA0-98FD-552E1846872B}"/>
          </ac:picMkLst>
        </pc:picChg>
        <pc:picChg chg="add mod">
          <ac:chgData name="郁儒 廖" userId="189a1d031aa848d3" providerId="LiveId" clId="{F7E03734-E1EE-48DE-9C2C-A02502A248C3}" dt="2021-06-27T14:22:51.561" v="383" actId="1076"/>
          <ac:picMkLst>
            <pc:docMk/>
            <pc:sldMk cId="3405566990" sldId="263"/>
            <ac:picMk id="10" creationId="{F18BFCA9-F27F-4774-AB88-724DD1ACE7E9}"/>
          </ac:picMkLst>
        </pc:picChg>
        <pc:picChg chg="add del mod modCrop">
          <ac:chgData name="郁儒 廖" userId="189a1d031aa848d3" providerId="LiveId" clId="{F7E03734-E1EE-48DE-9C2C-A02502A248C3}" dt="2021-06-26T15:09:32.831" v="18" actId="478"/>
          <ac:picMkLst>
            <pc:docMk/>
            <pc:sldMk cId="3405566990" sldId="263"/>
            <ac:picMk id="12" creationId="{F6E5B030-3DC8-4FED-84DB-3E594A744DF5}"/>
          </ac:picMkLst>
        </pc:picChg>
      </pc:sldChg>
      <pc:sldChg chg="addSp delSp modSp add mod">
        <pc:chgData name="郁儒 廖" userId="189a1d031aa848d3" providerId="LiveId" clId="{F7E03734-E1EE-48DE-9C2C-A02502A248C3}" dt="2021-06-26T16:05:39.869" v="317" actId="1076"/>
        <pc:sldMkLst>
          <pc:docMk/>
          <pc:sldMk cId="1720717751" sldId="264"/>
        </pc:sldMkLst>
        <pc:spChg chg="mod">
          <ac:chgData name="郁儒 廖" userId="189a1d031aa848d3" providerId="LiveId" clId="{F7E03734-E1EE-48DE-9C2C-A02502A248C3}" dt="2021-06-26T16:05:38.279" v="316" actId="108"/>
          <ac:spMkLst>
            <pc:docMk/>
            <pc:sldMk cId="1720717751" sldId="264"/>
            <ac:spMk id="2" creationId="{871DA2CC-86CE-43D0-9AA4-0B9F02AB7E2C}"/>
          </ac:spMkLst>
        </pc:spChg>
        <pc:spChg chg="add del mod">
          <ac:chgData name="郁儒 廖" userId="189a1d031aa848d3" providerId="LiveId" clId="{F7E03734-E1EE-48DE-9C2C-A02502A248C3}" dt="2021-06-26T15:09:52.239" v="35" actId="478"/>
          <ac:spMkLst>
            <pc:docMk/>
            <pc:sldMk cId="1720717751" sldId="264"/>
            <ac:spMk id="4" creationId="{F31D7F13-9E3B-4905-BD5C-9F756C7A82B5}"/>
          </ac:spMkLst>
        </pc:spChg>
        <pc:picChg chg="del">
          <ac:chgData name="郁儒 廖" userId="189a1d031aa848d3" providerId="LiveId" clId="{F7E03734-E1EE-48DE-9C2C-A02502A248C3}" dt="2021-06-26T15:09:53.321" v="36" actId="478"/>
          <ac:picMkLst>
            <pc:docMk/>
            <pc:sldMk cId="1720717751" sldId="264"/>
            <ac:picMk id="6" creationId="{E354104B-0801-4CA0-98FD-552E1846872B}"/>
          </ac:picMkLst>
        </pc:picChg>
        <pc:picChg chg="del">
          <ac:chgData name="郁儒 廖" userId="189a1d031aa848d3" providerId="LiveId" clId="{F7E03734-E1EE-48DE-9C2C-A02502A248C3}" dt="2021-06-26T15:09:49.855" v="33" actId="478"/>
          <ac:picMkLst>
            <pc:docMk/>
            <pc:sldMk cId="1720717751" sldId="264"/>
            <ac:picMk id="10" creationId="{F18BFCA9-F27F-4774-AB88-724DD1ACE7E9}"/>
          </ac:picMkLst>
        </pc:picChg>
        <pc:picChg chg="mod">
          <ac:chgData name="郁儒 廖" userId="189a1d031aa848d3" providerId="LiveId" clId="{F7E03734-E1EE-48DE-9C2C-A02502A248C3}" dt="2021-06-26T16:05:39.869" v="317" actId="1076"/>
          <ac:picMkLst>
            <pc:docMk/>
            <pc:sldMk cId="1720717751" sldId="264"/>
            <ac:picMk id="12" creationId="{F6E5B030-3DC8-4FED-84DB-3E594A744DF5}"/>
          </ac:picMkLst>
        </pc:picChg>
      </pc:sldChg>
      <pc:sldChg chg="modSp new mod">
        <pc:chgData name="郁儒 廖" userId="189a1d031aa848d3" providerId="LiveId" clId="{F7E03734-E1EE-48DE-9C2C-A02502A248C3}" dt="2021-06-26T16:01:50.347" v="280" actId="2711"/>
        <pc:sldMkLst>
          <pc:docMk/>
          <pc:sldMk cId="1214235823" sldId="265"/>
        </pc:sldMkLst>
        <pc:spChg chg="mod">
          <ac:chgData name="郁儒 廖" userId="189a1d031aa848d3" providerId="LiveId" clId="{F7E03734-E1EE-48DE-9C2C-A02502A248C3}" dt="2021-06-26T16:01:44.347" v="279" actId="2711"/>
          <ac:spMkLst>
            <pc:docMk/>
            <pc:sldMk cId="1214235823" sldId="265"/>
            <ac:spMk id="2" creationId="{C45B4BC6-4778-44D8-BC43-38E9FA09807D}"/>
          </ac:spMkLst>
        </pc:spChg>
        <pc:spChg chg="mod">
          <ac:chgData name="郁儒 廖" userId="189a1d031aa848d3" providerId="LiveId" clId="{F7E03734-E1EE-48DE-9C2C-A02502A248C3}" dt="2021-06-26T16:01:50.347" v="280" actId="2711"/>
          <ac:spMkLst>
            <pc:docMk/>
            <pc:sldMk cId="1214235823" sldId="265"/>
            <ac:spMk id="3" creationId="{13A791DE-558D-404E-B9D6-E2E18467D5B7}"/>
          </ac:spMkLst>
        </pc:spChg>
      </pc:sldChg>
      <pc:sldChg chg="addSp delSp modSp add mod">
        <pc:chgData name="郁儒 廖" userId="189a1d031aa848d3" providerId="LiveId" clId="{F7E03734-E1EE-48DE-9C2C-A02502A248C3}" dt="2021-06-27T14:23:37.521" v="387" actId="20577"/>
        <pc:sldMkLst>
          <pc:docMk/>
          <pc:sldMk cId="436955770" sldId="266"/>
        </pc:sldMkLst>
        <pc:spChg chg="del">
          <ac:chgData name="郁儒 廖" userId="189a1d031aa848d3" providerId="LiveId" clId="{F7E03734-E1EE-48DE-9C2C-A02502A248C3}" dt="2021-06-26T16:03:18.299" v="296" actId="478"/>
          <ac:spMkLst>
            <pc:docMk/>
            <pc:sldMk cId="436955770" sldId="266"/>
            <ac:spMk id="2" creationId="{46D4B5A4-2E12-4B48-997F-0A3F6BB8E5EE}"/>
          </ac:spMkLst>
        </pc:spChg>
        <pc:spChg chg="mod">
          <ac:chgData name="郁儒 廖" userId="189a1d031aa848d3" providerId="LiveId" clId="{F7E03734-E1EE-48DE-9C2C-A02502A248C3}" dt="2021-06-27T14:16:09.160" v="338" actId="20577"/>
          <ac:spMkLst>
            <pc:docMk/>
            <pc:sldMk cId="436955770" sldId="266"/>
            <ac:spMk id="6" creationId="{56B442F7-5136-4E93-9FE2-2CAC213991C3}"/>
          </ac:spMkLst>
        </pc:spChg>
        <pc:spChg chg="mod">
          <ac:chgData name="郁儒 廖" userId="189a1d031aa848d3" providerId="LiveId" clId="{F7E03734-E1EE-48DE-9C2C-A02502A248C3}" dt="2021-06-26T15:57:25.583" v="240" actId="20577"/>
          <ac:spMkLst>
            <pc:docMk/>
            <pc:sldMk cId="436955770" sldId="266"/>
            <ac:spMk id="7" creationId="{3C66C7FC-85B6-4F14-9AE1-6CD346D7F60C}"/>
          </ac:spMkLst>
        </pc:spChg>
        <pc:spChg chg="add del mod">
          <ac:chgData name="郁儒 廖" userId="189a1d031aa848d3" providerId="LiveId" clId="{F7E03734-E1EE-48DE-9C2C-A02502A248C3}" dt="2021-06-26T16:03:19.669" v="297" actId="478"/>
          <ac:spMkLst>
            <pc:docMk/>
            <pc:sldMk cId="436955770" sldId="266"/>
            <ac:spMk id="9" creationId="{EACDEBF3-A8A0-4D6F-ADEF-DF968F522A00}"/>
          </ac:spMkLst>
        </pc:spChg>
        <pc:spChg chg="add mod">
          <ac:chgData name="郁儒 廖" userId="189a1d031aa848d3" providerId="LiveId" clId="{F7E03734-E1EE-48DE-9C2C-A02502A248C3}" dt="2021-06-27T14:23:37.521" v="387" actId="20577"/>
          <ac:spMkLst>
            <pc:docMk/>
            <pc:sldMk cId="436955770" sldId="266"/>
            <ac:spMk id="10" creationId="{1EE41A3C-529C-4A3F-BE05-CD65AF5791C2}"/>
          </ac:spMkLst>
        </pc:spChg>
        <pc:graphicFrameChg chg="modGraphic">
          <ac:chgData name="郁儒 廖" userId="189a1d031aa848d3" providerId="LiveId" clId="{F7E03734-E1EE-48DE-9C2C-A02502A248C3}" dt="2021-06-26T17:36:46.386" v="318" actId="2084"/>
          <ac:graphicFrameMkLst>
            <pc:docMk/>
            <pc:sldMk cId="436955770" sldId="266"/>
            <ac:graphicFrameMk id="8" creationId="{006AF39E-8E64-46EE-89F2-035694BC962B}"/>
          </ac:graphicFrameMkLst>
        </pc:graphicFrameChg>
      </pc:sldChg>
      <pc:sldChg chg="addSp delSp modSp new mod">
        <pc:chgData name="郁儒 廖" userId="189a1d031aa848d3" providerId="LiveId" clId="{F7E03734-E1EE-48DE-9C2C-A02502A248C3}" dt="2021-06-29T05:07:12.884" v="403" actId="1035"/>
        <pc:sldMkLst>
          <pc:docMk/>
          <pc:sldMk cId="241416973" sldId="267"/>
        </pc:sldMkLst>
        <pc:spChg chg="mod">
          <ac:chgData name="郁儒 廖" userId="189a1d031aa848d3" providerId="LiveId" clId="{F7E03734-E1EE-48DE-9C2C-A02502A248C3}" dt="2021-06-27T14:19:51.970" v="374" actId="108"/>
          <ac:spMkLst>
            <pc:docMk/>
            <pc:sldMk cId="241416973" sldId="267"/>
            <ac:spMk id="2" creationId="{D6A8277B-EDA6-452C-9F3A-ACBBCEC32FC4}"/>
          </ac:spMkLst>
        </pc:spChg>
        <pc:spChg chg="del">
          <ac:chgData name="郁儒 廖" userId="189a1d031aa848d3" providerId="LiveId" clId="{F7E03734-E1EE-48DE-9C2C-A02502A248C3}" dt="2021-06-27T14:18:27.624" v="358"/>
          <ac:spMkLst>
            <pc:docMk/>
            <pc:sldMk cId="241416973" sldId="267"/>
            <ac:spMk id="3" creationId="{0CC80AB5-D57B-4FE1-A7E8-BC00F6DC7E0D}"/>
          </ac:spMkLst>
        </pc:spChg>
        <pc:picChg chg="add mod ord">
          <ac:chgData name="郁儒 廖" userId="189a1d031aa848d3" providerId="LiveId" clId="{F7E03734-E1EE-48DE-9C2C-A02502A248C3}" dt="2021-06-27T14:20:08.969" v="380" actId="1076"/>
          <ac:picMkLst>
            <pc:docMk/>
            <pc:sldMk cId="241416973" sldId="267"/>
            <ac:picMk id="5" creationId="{3407E8DD-85EC-4C6E-A845-8088A23510E7}"/>
          </ac:picMkLst>
        </pc:picChg>
        <pc:picChg chg="add mod modCrop">
          <ac:chgData name="郁儒 廖" userId="189a1d031aa848d3" providerId="LiveId" clId="{F7E03734-E1EE-48DE-9C2C-A02502A248C3}" dt="2021-06-29T05:07:12.884" v="403" actId="1035"/>
          <ac:picMkLst>
            <pc:docMk/>
            <pc:sldMk cId="241416973" sldId="267"/>
            <ac:picMk id="7" creationId="{5C606B4B-5B79-496C-9B21-4C061E6C1E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93E5-9E32-46CB-9BD1-CF3DC61B1798}" type="datetimeFigureOut">
              <a:rPr lang="zh-TW" altLang="en-US" smtClean="0"/>
              <a:t>2022/5/10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1738E-A880-49BD-B814-06B562C38314}" type="slidenum">
              <a:rPr lang="zh-TW" altLang="en-US" smtClean="0"/>
              <a:t>‹#›</a:t>
            </a:fld>
            <a:endParaRPr lang="zh-TW" altLang="en-US"/>
          </a:p>
        </p:txBody>
      </p:sp>
    </p:spTree>
    <p:extLst>
      <p:ext uri="{BB962C8B-B14F-4D97-AF65-F5344CB8AC3E}">
        <p14:creationId xmlns:p14="http://schemas.microsoft.com/office/powerpoint/2010/main" val="47641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2</a:t>
            </a:fld>
            <a:endParaRPr lang="zh-TW" altLang="en-US"/>
          </a:p>
        </p:txBody>
      </p:sp>
    </p:spTree>
    <p:extLst>
      <p:ext uri="{BB962C8B-B14F-4D97-AF65-F5344CB8AC3E}">
        <p14:creationId xmlns:p14="http://schemas.microsoft.com/office/powerpoint/2010/main" val="4012989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3</a:t>
            </a:fld>
            <a:endParaRPr lang="zh-TW" altLang="en-US"/>
          </a:p>
        </p:txBody>
      </p:sp>
    </p:spTree>
    <p:extLst>
      <p:ext uri="{BB962C8B-B14F-4D97-AF65-F5344CB8AC3E}">
        <p14:creationId xmlns:p14="http://schemas.microsoft.com/office/powerpoint/2010/main" val="1994727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9</a:t>
            </a:fld>
            <a:endParaRPr lang="zh-TW" altLang="en-US"/>
          </a:p>
        </p:txBody>
      </p:sp>
    </p:spTree>
    <p:extLst>
      <p:ext uri="{BB962C8B-B14F-4D97-AF65-F5344CB8AC3E}">
        <p14:creationId xmlns:p14="http://schemas.microsoft.com/office/powerpoint/2010/main" val="3836216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3AABAC-6B8E-458B-87A9-FC95DF0B8F5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71B5578-F299-4881-8B5B-102DDAA79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84E2F50-9F48-4153-B7FB-AE89C9F8F345}"/>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5" name="頁尾版面配置區 4">
            <a:extLst>
              <a:ext uri="{FF2B5EF4-FFF2-40B4-BE49-F238E27FC236}">
                <a16:creationId xmlns:a16="http://schemas.microsoft.com/office/drawing/2014/main" id="{FC8BE511-9E7D-4A66-B9D9-10D3819E00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5E1956-0432-4163-B095-BE9592A1B4B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88326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724DBA-E9AB-4458-8D72-D12468563E1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492CF5B-48D0-486D-BDE5-702510CF389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C1CA7C-731F-42D8-9E66-E55ACB51AD33}"/>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5" name="頁尾版面配置區 4">
            <a:extLst>
              <a:ext uri="{FF2B5EF4-FFF2-40B4-BE49-F238E27FC236}">
                <a16:creationId xmlns:a16="http://schemas.microsoft.com/office/drawing/2014/main" id="{70B2252B-3157-43F1-BDB9-D5E06E5E12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48BD8F-585C-4901-AAD4-C8A30024AD3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14099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F83A60-D16F-4B0A-A2D5-0CF74289D20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B30B74-D6CF-41E7-894C-2E9D290BEF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3F89CFB-10FA-4ABB-BBE0-5D82B49781DB}"/>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5" name="頁尾版面配置區 4">
            <a:extLst>
              <a:ext uri="{FF2B5EF4-FFF2-40B4-BE49-F238E27FC236}">
                <a16:creationId xmlns:a16="http://schemas.microsoft.com/office/drawing/2014/main" id="{38B75838-7C4B-414C-AB5A-D6E9CC0163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D81BAC-02FA-43D7-82F7-37BA220AC21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923255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A3CAF-2D56-4F31-A4DA-4ACE1AD65B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5323DF0-8F79-43AF-B6B1-5DDBDE61B2F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7CE4B7C-31E0-4994-BDB4-7E3D7D0AA6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1FD789-2003-43D6-A165-5FB527BB3D04}"/>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6" name="頁尾版面配置區 5">
            <a:extLst>
              <a:ext uri="{FF2B5EF4-FFF2-40B4-BE49-F238E27FC236}">
                <a16:creationId xmlns:a16="http://schemas.microsoft.com/office/drawing/2014/main" id="{33C5753D-B95D-4D58-AE0C-17ABA6690FF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E2808E-C4E2-4D43-B0F8-AF225F342A1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732698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0C2EE-D1F1-4E59-BC1D-45244DBBBC1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6272FEA-976A-46B4-80CB-B4F073C06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DB90053-F827-46C2-8CA9-C4803CF676A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6A95FC0-310C-435C-A28E-2349643C8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2137BD6-A73C-48CF-AF8E-BADAFDA98E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E8CB200-2405-4077-AF2B-BB45D6A8CFBF}"/>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8" name="頁尾版面配置區 7">
            <a:extLst>
              <a:ext uri="{FF2B5EF4-FFF2-40B4-BE49-F238E27FC236}">
                <a16:creationId xmlns:a16="http://schemas.microsoft.com/office/drawing/2014/main" id="{2553B3E4-697D-4346-A4F6-25009467430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3603104-FBBC-47F6-B186-4B034EE53F14}"/>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1460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0AB8C-172F-4256-912D-2ABF696763C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15EC422-CFDD-4192-8D7B-E749FC8C9A9C}"/>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4" name="頁尾版面配置區 3">
            <a:extLst>
              <a:ext uri="{FF2B5EF4-FFF2-40B4-BE49-F238E27FC236}">
                <a16:creationId xmlns:a16="http://schemas.microsoft.com/office/drawing/2014/main" id="{6B379ACF-F041-4A75-88E9-844E576F7B2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6303947-7C54-46F8-8A6C-9740764B4EE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2795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8F5FEF2-1B25-499E-ADEF-336142F06CF7}"/>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3" name="頁尾版面配置區 2">
            <a:extLst>
              <a:ext uri="{FF2B5EF4-FFF2-40B4-BE49-F238E27FC236}">
                <a16:creationId xmlns:a16="http://schemas.microsoft.com/office/drawing/2014/main" id="{AC534BB4-23D8-4326-A942-3A40EDC88F0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A862594-5ADB-4578-BBBC-DA6FD707FC2B}"/>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57683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FDC25A-2D74-4FD9-A623-2AC6DA94869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8FD3C7A-03FA-4F7D-82BE-E415D6064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373B6B-7224-433D-B944-619CC07EB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5A10749-EBB6-4433-83D9-C9F3F1335DCE}"/>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6" name="頁尾版面配置區 5">
            <a:extLst>
              <a:ext uri="{FF2B5EF4-FFF2-40B4-BE49-F238E27FC236}">
                <a16:creationId xmlns:a16="http://schemas.microsoft.com/office/drawing/2014/main" id="{C51CCFD6-CDD0-4036-9EB5-10A41441AD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1ADF89F-1605-4E7C-B65D-735D72BD372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47186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DAEBBF-E5A1-4483-A48B-35A46F4C22D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515D8BB-761E-470D-BD12-60F8515C3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2DBCFAA-8436-4014-A249-727DD9BA6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CA481B0-C03C-4ADD-AF5D-B68095E0207E}"/>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6" name="頁尾版面配置區 5">
            <a:extLst>
              <a:ext uri="{FF2B5EF4-FFF2-40B4-BE49-F238E27FC236}">
                <a16:creationId xmlns:a16="http://schemas.microsoft.com/office/drawing/2014/main" id="{828C2B1C-0BCE-49C6-9F15-AD78FFE2C6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EE5F118-8F1E-4318-9458-2039211056A0}"/>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63443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8D3A47-B576-4E78-AFD8-969CE5C3750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C8E1B31-5433-408D-83C5-7E7E3A0C1D5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0BA576-DD3F-4D3F-A1E4-8C2C20E3DDF7}"/>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5" name="頁尾版面配置區 4">
            <a:extLst>
              <a:ext uri="{FF2B5EF4-FFF2-40B4-BE49-F238E27FC236}">
                <a16:creationId xmlns:a16="http://schemas.microsoft.com/office/drawing/2014/main" id="{A1A458E2-B47E-4BFC-9417-D71FB1D999A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F4CA44-F054-4C5E-A20D-66475D27A45C}"/>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6007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B695474-749B-46ED-8421-5CF8F3E5060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5F59AFC-9F25-4896-8342-7C00D9907AC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2B817EC-97FE-4024-9A6C-38E83AD796E1}"/>
              </a:ext>
            </a:extLst>
          </p:cNvPr>
          <p:cNvSpPr>
            <a:spLocks noGrp="1"/>
          </p:cNvSpPr>
          <p:nvPr>
            <p:ph type="dt" sz="half" idx="10"/>
          </p:nvPr>
        </p:nvSpPr>
        <p:spPr/>
        <p:txBody>
          <a:bodyPr/>
          <a:lstStyle/>
          <a:p>
            <a:fld id="{7A2423A0-705C-4784-8939-75A5005BCEE5}" type="datetimeFigureOut">
              <a:rPr lang="zh-TW" altLang="en-US" smtClean="0"/>
              <a:t>2022/5/10</a:t>
            </a:fld>
            <a:endParaRPr lang="zh-TW" altLang="en-US"/>
          </a:p>
        </p:txBody>
      </p:sp>
      <p:sp>
        <p:nvSpPr>
          <p:cNvPr id="5" name="頁尾版面配置區 4">
            <a:extLst>
              <a:ext uri="{FF2B5EF4-FFF2-40B4-BE49-F238E27FC236}">
                <a16:creationId xmlns:a16="http://schemas.microsoft.com/office/drawing/2014/main" id="{78A8F477-E65E-481A-B117-0C96774C7B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AA5132-440A-428F-B04E-D89094DD18A9}"/>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390275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08F0E7A-AAF4-41A0-921F-E7CF53951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0653E51-E47D-4FA4-BF3A-2EB883BCD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F8EF7A0-37CE-4C90-91E0-19707D2A9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423A0-705C-4784-8939-75A5005BCEE5}" type="datetimeFigureOut">
              <a:rPr lang="zh-TW" altLang="en-US" smtClean="0"/>
              <a:t>2022/5/10</a:t>
            </a:fld>
            <a:endParaRPr lang="zh-TW" altLang="en-US"/>
          </a:p>
        </p:txBody>
      </p:sp>
      <p:sp>
        <p:nvSpPr>
          <p:cNvPr id="5" name="頁尾版面配置區 4">
            <a:extLst>
              <a:ext uri="{FF2B5EF4-FFF2-40B4-BE49-F238E27FC236}">
                <a16:creationId xmlns:a16="http://schemas.microsoft.com/office/drawing/2014/main" id="{C6FD17EE-A0D2-4BEF-8A28-0945579BA6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7C8CD83-5395-4058-83B2-77176E37F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602199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63378F-50B2-45BD-A6DA-5CB61DB247F9}"/>
              </a:ext>
            </a:extLst>
          </p:cNvPr>
          <p:cNvSpPr>
            <a:spLocks noGrp="1"/>
          </p:cNvSpPr>
          <p:nvPr>
            <p:ph type="ctrTitle"/>
          </p:nvPr>
        </p:nvSpPr>
        <p:spPr>
          <a:xfrm>
            <a:off x="985101" y="1792199"/>
            <a:ext cx="10221798" cy="1030293"/>
          </a:xfrm>
        </p:spPr>
        <p:txBody>
          <a:bodyPr>
            <a:normAutofit/>
          </a:bodyPr>
          <a:lstStyle/>
          <a:p>
            <a:r>
              <a:rPr lang="en-US" altLang="zh-TW" sz="2800" dirty="0">
                <a:latin typeface="Times New Roman" panose="02020603050405020304" pitchFamily="18" charset="0"/>
                <a:cs typeface="Times New Roman" panose="02020603050405020304" pitchFamily="18" charset="0"/>
              </a:rPr>
              <a:t>A bit-pattern-based matrix strategy for efficient iconic</a:t>
            </a:r>
            <a:br>
              <a:rPr lang="en-US" altLang="zh-TW" sz="2800" dirty="0">
                <a:latin typeface="Times New Roman" panose="02020603050405020304" pitchFamily="18" charset="0"/>
                <a:cs typeface="Times New Roman" panose="02020603050405020304" pitchFamily="18" charset="0"/>
              </a:rPr>
            </a:br>
            <a:r>
              <a:rPr lang="en-US" altLang="zh-TW" sz="2800" dirty="0">
                <a:latin typeface="Times New Roman" panose="02020603050405020304" pitchFamily="18" charset="0"/>
                <a:cs typeface="Times New Roman" panose="02020603050405020304" pitchFamily="18" charset="0"/>
              </a:rPr>
              <a:t>indexing of symbolic pictures</a:t>
            </a:r>
            <a:endParaRPr lang="zh-TW" altLang="en-US" sz="2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71E7239B-5619-42E5-947E-7CC9BEF1FE52}"/>
              </a:ext>
            </a:extLst>
          </p:cNvPr>
          <p:cNvSpPr>
            <a:spLocks noGrp="1"/>
          </p:cNvSpPr>
          <p:nvPr>
            <p:ph type="subTitle" idx="1"/>
          </p:nvPr>
        </p:nvSpPr>
        <p:spPr>
          <a:xfrm>
            <a:off x="1524000" y="3429000"/>
            <a:ext cx="9144000" cy="1177017"/>
          </a:xfrm>
        </p:spPr>
        <p:txBody>
          <a:bodyPr>
            <a:normAutofit/>
          </a:bodyPr>
          <a:lstStyle/>
          <a:p>
            <a:r>
              <a:rPr lang="en-US" altLang="zh-TW" sz="1600" dirty="0">
                <a:latin typeface="Times New Roman" panose="02020603050405020304" pitchFamily="18" charset="0"/>
                <a:cs typeface="Times New Roman" panose="02020603050405020304" pitchFamily="18" charset="0"/>
              </a:rPr>
              <a:t>Ye-In Chang, Bi-Yen Yang, Wei-</a:t>
            </a:r>
            <a:r>
              <a:rPr lang="en-US" altLang="zh-TW" sz="1600" dirty="0" err="1">
                <a:latin typeface="Times New Roman" panose="02020603050405020304" pitchFamily="18" charset="0"/>
                <a:cs typeface="Times New Roman" panose="02020603050405020304" pitchFamily="18" charset="0"/>
              </a:rPr>
              <a:t>Horng</a:t>
            </a:r>
            <a:r>
              <a:rPr lang="en-US" altLang="zh-TW" sz="1600" dirty="0">
                <a:latin typeface="Times New Roman" panose="02020603050405020304" pitchFamily="18" charset="0"/>
                <a:cs typeface="Times New Roman" panose="02020603050405020304" pitchFamily="18" charset="0"/>
              </a:rPr>
              <a:t> Yeh</a:t>
            </a:r>
          </a:p>
          <a:p>
            <a:r>
              <a:rPr lang="en-US" altLang="zh-TW" sz="1600" dirty="0">
                <a:latin typeface="Times New Roman" panose="02020603050405020304" pitchFamily="18" charset="0"/>
                <a:cs typeface="Times New Roman" panose="02020603050405020304" pitchFamily="18" charset="0"/>
              </a:rPr>
              <a:t> Pattern Recognition Letters 24 (2003) 537–545</a:t>
            </a:r>
          </a:p>
        </p:txBody>
      </p:sp>
      <p:sp>
        <p:nvSpPr>
          <p:cNvPr id="5" name="副標題 2">
            <a:extLst>
              <a:ext uri="{FF2B5EF4-FFF2-40B4-BE49-F238E27FC236}">
                <a16:creationId xmlns:a16="http://schemas.microsoft.com/office/drawing/2014/main" id="{E943A7B3-D75F-42BE-987F-B5D29452E318}"/>
              </a:ext>
            </a:extLst>
          </p:cNvPr>
          <p:cNvSpPr txBox="1">
            <a:spLocks/>
          </p:cNvSpPr>
          <p:nvPr/>
        </p:nvSpPr>
        <p:spPr>
          <a:xfrm>
            <a:off x="9177555" y="5393255"/>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Times New Roman" panose="02020603050405020304" pitchFamily="18" charset="0"/>
                <a:ea typeface="微軟正黑體" pitchFamily="34" charset="-120"/>
                <a:cs typeface="Times New Roman" panose="02020603050405020304" pitchFamily="18" charset="0"/>
              </a:rPr>
              <a:t>Presenter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Yu-Ju Liao</a:t>
            </a:r>
          </a:p>
          <a:p>
            <a:r>
              <a:rPr lang="en-US" altLang="zh-TW" sz="1600" dirty="0">
                <a:latin typeface="Times New Roman" panose="02020603050405020304" pitchFamily="18" charset="0"/>
                <a:ea typeface="微軟正黑體" pitchFamily="34" charset="-120"/>
                <a:cs typeface="Times New Roman" panose="02020603050405020304" pitchFamily="18" charset="0"/>
              </a:rPr>
              <a:t>Date :May</a:t>
            </a:r>
            <a:r>
              <a:rPr lang="en-US" altLang="zh-TW" sz="1600" dirty="0">
                <a:latin typeface="Times New Roman" panose="02020603050405020304" pitchFamily="18" charset="0"/>
                <a:cs typeface="Times New Roman" panose="02020603050405020304" pitchFamily="18" charset="0"/>
              </a:rPr>
              <a:t> 10, 2022</a:t>
            </a:r>
            <a:endParaRPr lang="zh-TW"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0905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F29CD-F8CF-4F47-92BE-649B84536D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444A68A-3CE0-4A7F-9A14-0740120E091F}"/>
              </a:ext>
            </a:extLst>
          </p:cNvPr>
          <p:cNvSpPr>
            <a:spLocks noGrp="1"/>
          </p:cNvSpPr>
          <p:nvPr>
            <p:ph idx="1"/>
          </p:nvPr>
        </p:nvSpPr>
        <p:spPr>
          <a:xfrm>
            <a:off x="430490" y="1690688"/>
            <a:ext cx="11582401" cy="4351338"/>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In this paper, we propose an efficient iconic indexing strategy called bit-pattern-based matrix (BP matrix) for symbolic pictures, in which each spatial relationship between any two objects along the x-axis (or y-axis) is represented as a binary-bit pattern and is recorded in a matrix. There are 12 bits in each bit pattern. When the bits in a certain subset of those 12 bits are set to 1, they denote a certain spatial relationship. Bit-wise-and/bit-wise-or operations are used for query processing; therefore, they are efficient enough as compared to the previous approaches. From our simulation, we show that the proposed BP matrix strategy requires shorter time for query processing than the generalized prime-number-based matrix strategy.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591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Spatial operators</a:t>
            </a:r>
            <a:endParaRPr lang="en-US" altLang="zh-TW" sz="4400" dirty="0">
              <a:latin typeface="Times New Roman" panose="02020603050405020304" pitchFamily="18" charset="0"/>
              <a:cs typeface="Times New Roman" panose="02020603050405020304" pitchFamily="18" charset="0"/>
            </a:endParaRPr>
          </a:p>
        </p:txBody>
      </p:sp>
      <p:pic>
        <p:nvPicPr>
          <p:cNvPr id="4" name="內容版面配置區 6">
            <a:extLst>
              <a:ext uri="{FF2B5EF4-FFF2-40B4-BE49-F238E27FC236}">
                <a16:creationId xmlns:a16="http://schemas.microsoft.com/office/drawing/2014/main" id="{A5EA0ABD-D53F-98C9-2CFF-40923115B4B9}"/>
              </a:ext>
            </a:extLst>
          </p:cNvPr>
          <p:cNvPicPr>
            <a:picLocks noGrp="1" noChangeAspect="1"/>
          </p:cNvPicPr>
          <p:nvPr>
            <p:ph idx="1"/>
          </p:nvPr>
        </p:nvPicPr>
        <p:blipFill>
          <a:blip r:embed="rId3"/>
          <a:stretch>
            <a:fillRect/>
          </a:stretch>
        </p:blipFill>
        <p:spPr>
          <a:xfrm>
            <a:off x="3239980" y="1759637"/>
            <a:ext cx="4316871" cy="4351338"/>
          </a:xfrm>
        </p:spPr>
      </p:pic>
    </p:spTree>
    <p:extLst>
      <p:ext uri="{BB962C8B-B14F-4D97-AF65-F5344CB8AC3E}">
        <p14:creationId xmlns:p14="http://schemas.microsoft.com/office/powerpoint/2010/main" val="322216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Spatial categories</a:t>
            </a:r>
            <a:endParaRPr lang="zh-TW" altLang="en-US" dirty="0"/>
          </a:p>
        </p:txBody>
      </p:sp>
      <p:pic>
        <p:nvPicPr>
          <p:cNvPr id="6" name="內容版面配置區 5">
            <a:extLst>
              <a:ext uri="{FF2B5EF4-FFF2-40B4-BE49-F238E27FC236}">
                <a16:creationId xmlns:a16="http://schemas.microsoft.com/office/drawing/2014/main" id="{7FD63695-AFCA-48BB-3B81-9E84B4B19F0C}"/>
              </a:ext>
            </a:extLst>
          </p:cNvPr>
          <p:cNvPicPr>
            <a:picLocks noGrp="1" noChangeAspect="1"/>
          </p:cNvPicPr>
          <p:nvPr>
            <p:ph idx="1"/>
          </p:nvPr>
        </p:nvPicPr>
        <p:blipFill>
          <a:blip r:embed="rId2"/>
          <a:stretch>
            <a:fillRect/>
          </a:stretch>
        </p:blipFill>
        <p:spPr>
          <a:xfrm>
            <a:off x="6096000" y="58034"/>
            <a:ext cx="4311192" cy="6733461"/>
          </a:xfrm>
        </p:spPr>
      </p:pic>
      <p:sp>
        <p:nvSpPr>
          <p:cNvPr id="11" name="文字方塊 10">
            <a:extLst>
              <a:ext uri="{FF2B5EF4-FFF2-40B4-BE49-F238E27FC236}">
                <a16:creationId xmlns:a16="http://schemas.microsoft.com/office/drawing/2014/main" id="{C774D544-C68F-11E1-283D-9E5490C32DE4}"/>
              </a:ext>
            </a:extLst>
          </p:cNvPr>
          <p:cNvSpPr txBox="1"/>
          <p:nvPr/>
        </p:nvSpPr>
        <p:spPr>
          <a:xfrm>
            <a:off x="2101544" y="2661588"/>
            <a:ext cx="4034672" cy="2246769"/>
          </a:xfrm>
          <a:prstGeom prst="rect">
            <a:avLst/>
          </a:prstGeom>
          <a:noFill/>
        </p:spPr>
        <p:txBody>
          <a:bodyPr wrap="square" rtlCol="0">
            <a:spAutoFit/>
          </a:bodyPr>
          <a:lstStyle/>
          <a:p>
            <a:pPr marL="285750" indent="-285750">
              <a:buFont typeface="Arial" panose="020B0604020202020204" pitchFamily="34" charset="0"/>
              <a:buChar char="•"/>
            </a:pPr>
            <a:r>
              <a:rPr lang="en-US" altLang="zh-TW" sz="2800" dirty="0"/>
              <a:t>Disjoin</a:t>
            </a:r>
          </a:p>
          <a:p>
            <a:pPr marL="285750" indent="-285750">
              <a:buFont typeface="Arial" panose="020B0604020202020204" pitchFamily="34" charset="0"/>
              <a:buChar char="•"/>
            </a:pPr>
            <a:r>
              <a:rPr lang="en-US" altLang="zh-TW" sz="2800" dirty="0"/>
              <a:t>Join</a:t>
            </a:r>
          </a:p>
          <a:p>
            <a:pPr marL="285750" indent="-285750">
              <a:buFont typeface="Arial" panose="020B0604020202020204" pitchFamily="34" charset="0"/>
              <a:buChar char="•"/>
            </a:pPr>
            <a:r>
              <a:rPr lang="en-US" altLang="zh-TW" sz="2800" dirty="0"/>
              <a:t>Contain</a:t>
            </a:r>
          </a:p>
          <a:p>
            <a:pPr marL="285750" indent="-285750">
              <a:buFont typeface="Arial" panose="020B0604020202020204" pitchFamily="34" charset="0"/>
              <a:buChar char="•"/>
            </a:pPr>
            <a:r>
              <a:rPr lang="en-US" altLang="zh-TW" sz="2800" dirty="0"/>
              <a:t>Belong</a:t>
            </a:r>
          </a:p>
          <a:p>
            <a:pPr marL="285750" indent="-285750">
              <a:buFont typeface="Arial" panose="020B0604020202020204" pitchFamily="34" charset="0"/>
              <a:buChar char="•"/>
            </a:pPr>
            <a:r>
              <a:rPr lang="en-US" altLang="zh-TW" sz="2800" dirty="0" err="1"/>
              <a:t>Part_overlap</a:t>
            </a:r>
            <a:endParaRPr lang="zh-TW" altLang="en-US" sz="2800" dirty="0"/>
          </a:p>
        </p:txBody>
      </p:sp>
    </p:spTree>
    <p:extLst>
      <p:ext uri="{BB962C8B-B14F-4D97-AF65-F5344CB8AC3E}">
        <p14:creationId xmlns:p14="http://schemas.microsoft.com/office/powerpoint/2010/main" val="334639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Bit string</a:t>
            </a:r>
            <a:endParaRPr lang="zh-TW" altLang="en-US" dirty="0"/>
          </a:p>
        </p:txBody>
      </p:sp>
      <p:pic>
        <p:nvPicPr>
          <p:cNvPr id="7" name="圖片 6">
            <a:extLst>
              <a:ext uri="{FF2B5EF4-FFF2-40B4-BE49-F238E27FC236}">
                <a16:creationId xmlns:a16="http://schemas.microsoft.com/office/drawing/2014/main" id="{9F593E17-BC6C-4312-C4EA-F4FB4B33297E}"/>
              </a:ext>
            </a:extLst>
          </p:cNvPr>
          <p:cNvPicPr>
            <a:picLocks noChangeAspect="1"/>
          </p:cNvPicPr>
          <p:nvPr/>
        </p:nvPicPr>
        <p:blipFill>
          <a:blip r:embed="rId2"/>
          <a:stretch>
            <a:fillRect/>
          </a:stretch>
        </p:blipFill>
        <p:spPr>
          <a:xfrm>
            <a:off x="-7159" y="1307734"/>
            <a:ext cx="8898055" cy="2121266"/>
          </a:xfrm>
          <a:prstGeom prst="rect">
            <a:avLst/>
          </a:prstGeom>
        </p:spPr>
      </p:pic>
      <p:pic>
        <p:nvPicPr>
          <p:cNvPr id="9" name="圖片 8">
            <a:extLst>
              <a:ext uri="{FF2B5EF4-FFF2-40B4-BE49-F238E27FC236}">
                <a16:creationId xmlns:a16="http://schemas.microsoft.com/office/drawing/2014/main" id="{5E2CCCCA-C2CE-24B1-5A3C-1878E954F9D3}"/>
              </a:ext>
            </a:extLst>
          </p:cNvPr>
          <p:cNvPicPr>
            <a:picLocks noChangeAspect="1"/>
          </p:cNvPicPr>
          <p:nvPr/>
        </p:nvPicPr>
        <p:blipFill>
          <a:blip r:embed="rId3"/>
          <a:stretch>
            <a:fillRect/>
          </a:stretch>
        </p:blipFill>
        <p:spPr>
          <a:xfrm>
            <a:off x="546509" y="3259941"/>
            <a:ext cx="7486650" cy="3552825"/>
          </a:xfrm>
          <a:prstGeom prst="rect">
            <a:avLst/>
          </a:prstGeom>
        </p:spPr>
      </p:pic>
      <p:pic>
        <p:nvPicPr>
          <p:cNvPr id="5" name="內容版面配置區 5">
            <a:extLst>
              <a:ext uri="{FF2B5EF4-FFF2-40B4-BE49-F238E27FC236}">
                <a16:creationId xmlns:a16="http://schemas.microsoft.com/office/drawing/2014/main" id="{52DF8C97-0E24-3BD7-A9B8-D83FD88A4CF4}"/>
              </a:ext>
            </a:extLst>
          </p:cNvPr>
          <p:cNvPicPr>
            <a:picLocks noGrp="1" noChangeAspect="1"/>
          </p:cNvPicPr>
          <p:nvPr>
            <p:ph idx="1"/>
          </p:nvPr>
        </p:nvPicPr>
        <p:blipFill>
          <a:blip r:embed="rId4"/>
          <a:stretch>
            <a:fillRect/>
          </a:stretch>
        </p:blipFill>
        <p:spPr>
          <a:xfrm>
            <a:off x="8633962" y="1027906"/>
            <a:ext cx="3612332" cy="5641942"/>
          </a:xfrm>
        </p:spPr>
      </p:pic>
    </p:spTree>
    <p:extLst>
      <p:ext uri="{BB962C8B-B14F-4D97-AF65-F5344CB8AC3E}">
        <p14:creationId xmlns:p14="http://schemas.microsoft.com/office/powerpoint/2010/main" val="2596015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bit string</a:t>
            </a:r>
            <a:endParaRPr lang="zh-TW" altLang="en-US" dirty="0"/>
          </a:p>
        </p:txBody>
      </p:sp>
      <p:pic>
        <p:nvPicPr>
          <p:cNvPr id="7" name="圖片 6">
            <a:extLst>
              <a:ext uri="{FF2B5EF4-FFF2-40B4-BE49-F238E27FC236}">
                <a16:creationId xmlns:a16="http://schemas.microsoft.com/office/drawing/2014/main" id="{9F593E17-BC6C-4312-C4EA-F4FB4B33297E}"/>
              </a:ext>
            </a:extLst>
          </p:cNvPr>
          <p:cNvPicPr>
            <a:picLocks noChangeAspect="1"/>
          </p:cNvPicPr>
          <p:nvPr/>
        </p:nvPicPr>
        <p:blipFill>
          <a:blip r:embed="rId2"/>
          <a:stretch>
            <a:fillRect/>
          </a:stretch>
        </p:blipFill>
        <p:spPr>
          <a:xfrm>
            <a:off x="1651319" y="1307734"/>
            <a:ext cx="8898055" cy="2121266"/>
          </a:xfrm>
          <a:prstGeom prst="rect">
            <a:avLst/>
          </a:prstGeom>
        </p:spPr>
      </p:pic>
      <p:pic>
        <p:nvPicPr>
          <p:cNvPr id="4" name="圖片 3">
            <a:extLst>
              <a:ext uri="{FF2B5EF4-FFF2-40B4-BE49-F238E27FC236}">
                <a16:creationId xmlns:a16="http://schemas.microsoft.com/office/drawing/2014/main" id="{19F2FA0B-E8E9-6BDB-86F6-EACE50FBEC3F}"/>
              </a:ext>
            </a:extLst>
          </p:cNvPr>
          <p:cNvPicPr>
            <a:picLocks noChangeAspect="1"/>
          </p:cNvPicPr>
          <p:nvPr/>
        </p:nvPicPr>
        <p:blipFill>
          <a:blip r:embed="rId3"/>
          <a:stretch>
            <a:fillRect/>
          </a:stretch>
        </p:blipFill>
        <p:spPr>
          <a:xfrm>
            <a:off x="3458392" y="3682263"/>
            <a:ext cx="5136967" cy="2317900"/>
          </a:xfrm>
          <a:prstGeom prst="rect">
            <a:avLst/>
          </a:prstGeom>
        </p:spPr>
      </p:pic>
    </p:spTree>
    <p:extLst>
      <p:ext uri="{BB962C8B-B14F-4D97-AF65-F5344CB8AC3E}">
        <p14:creationId xmlns:p14="http://schemas.microsoft.com/office/powerpoint/2010/main" val="2953060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a:t>
            </a:r>
            <a:r>
              <a:rPr lang="en-US" altLang="zh-TW" sz="4400" dirty="0">
                <a:latin typeface="Times New Roman" panose="02020603050405020304" pitchFamily="18" charset="0"/>
                <a:cs typeface="Times New Roman" panose="02020603050405020304" pitchFamily="18" charset="0"/>
              </a:rPr>
              <a:t>patial matrix</a:t>
            </a:r>
            <a:endParaRPr lang="zh-TW" altLang="en-US" dirty="0"/>
          </a:p>
        </p:txBody>
      </p:sp>
      <p:pic>
        <p:nvPicPr>
          <p:cNvPr id="5" name="圖片 4">
            <a:extLst>
              <a:ext uri="{FF2B5EF4-FFF2-40B4-BE49-F238E27FC236}">
                <a16:creationId xmlns:a16="http://schemas.microsoft.com/office/drawing/2014/main" id="{C8E61A99-490F-9BA4-46A3-D86CDADEE1AA}"/>
              </a:ext>
            </a:extLst>
          </p:cNvPr>
          <p:cNvPicPr>
            <a:picLocks noChangeAspect="1"/>
          </p:cNvPicPr>
          <p:nvPr/>
        </p:nvPicPr>
        <p:blipFill>
          <a:blip r:embed="rId2"/>
          <a:stretch>
            <a:fillRect/>
          </a:stretch>
        </p:blipFill>
        <p:spPr>
          <a:xfrm>
            <a:off x="3937117" y="4664075"/>
            <a:ext cx="3629464" cy="1828800"/>
          </a:xfrm>
          <a:prstGeom prst="rect">
            <a:avLst/>
          </a:prstGeom>
        </p:spPr>
      </p:pic>
      <p:pic>
        <p:nvPicPr>
          <p:cNvPr id="8" name="圖片 7">
            <a:extLst>
              <a:ext uri="{FF2B5EF4-FFF2-40B4-BE49-F238E27FC236}">
                <a16:creationId xmlns:a16="http://schemas.microsoft.com/office/drawing/2014/main" id="{B0311F9C-F522-4C49-D5C6-C416D92A01EE}"/>
              </a:ext>
            </a:extLst>
          </p:cNvPr>
          <p:cNvPicPr>
            <a:picLocks noChangeAspect="1"/>
          </p:cNvPicPr>
          <p:nvPr/>
        </p:nvPicPr>
        <p:blipFill>
          <a:blip r:embed="rId3"/>
          <a:stretch>
            <a:fillRect/>
          </a:stretch>
        </p:blipFill>
        <p:spPr>
          <a:xfrm>
            <a:off x="2856249" y="1690688"/>
            <a:ext cx="5791200" cy="2124075"/>
          </a:xfrm>
          <a:prstGeom prst="rect">
            <a:avLst/>
          </a:prstGeom>
        </p:spPr>
      </p:pic>
    </p:spTree>
    <p:extLst>
      <p:ext uri="{BB962C8B-B14F-4D97-AF65-F5344CB8AC3E}">
        <p14:creationId xmlns:p14="http://schemas.microsoft.com/office/powerpoint/2010/main" val="3058088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BP matrix</a:t>
            </a:r>
            <a:endParaRPr lang="zh-TW" altLang="en-US" dirty="0"/>
          </a:p>
        </p:txBody>
      </p:sp>
      <p:pic>
        <p:nvPicPr>
          <p:cNvPr id="5" name="圖片 4">
            <a:extLst>
              <a:ext uri="{FF2B5EF4-FFF2-40B4-BE49-F238E27FC236}">
                <a16:creationId xmlns:a16="http://schemas.microsoft.com/office/drawing/2014/main" id="{C8E61A99-490F-9BA4-46A3-D86CDADEE1AA}"/>
              </a:ext>
            </a:extLst>
          </p:cNvPr>
          <p:cNvPicPr>
            <a:picLocks noChangeAspect="1"/>
          </p:cNvPicPr>
          <p:nvPr/>
        </p:nvPicPr>
        <p:blipFill>
          <a:blip r:embed="rId2"/>
          <a:stretch>
            <a:fillRect/>
          </a:stretch>
        </p:blipFill>
        <p:spPr>
          <a:xfrm>
            <a:off x="7887408" y="1600200"/>
            <a:ext cx="3629464" cy="1828800"/>
          </a:xfrm>
          <a:prstGeom prst="rect">
            <a:avLst/>
          </a:prstGeom>
        </p:spPr>
      </p:pic>
      <p:pic>
        <p:nvPicPr>
          <p:cNvPr id="8" name="圖片 7">
            <a:extLst>
              <a:ext uri="{FF2B5EF4-FFF2-40B4-BE49-F238E27FC236}">
                <a16:creationId xmlns:a16="http://schemas.microsoft.com/office/drawing/2014/main" id="{B0311F9C-F522-4C49-D5C6-C416D92A01EE}"/>
              </a:ext>
            </a:extLst>
          </p:cNvPr>
          <p:cNvPicPr>
            <a:picLocks noChangeAspect="1"/>
          </p:cNvPicPr>
          <p:nvPr/>
        </p:nvPicPr>
        <p:blipFill>
          <a:blip r:embed="rId3"/>
          <a:stretch>
            <a:fillRect/>
          </a:stretch>
        </p:blipFill>
        <p:spPr>
          <a:xfrm>
            <a:off x="1371600" y="1527977"/>
            <a:ext cx="5791200" cy="2124075"/>
          </a:xfrm>
          <a:prstGeom prst="rect">
            <a:avLst/>
          </a:prstGeom>
        </p:spPr>
      </p:pic>
      <p:pic>
        <p:nvPicPr>
          <p:cNvPr id="10" name="圖片 9">
            <a:extLst>
              <a:ext uri="{FF2B5EF4-FFF2-40B4-BE49-F238E27FC236}">
                <a16:creationId xmlns:a16="http://schemas.microsoft.com/office/drawing/2014/main" id="{EE4F0D19-E668-BC89-7C64-BC06F0A8AB42}"/>
              </a:ext>
            </a:extLst>
          </p:cNvPr>
          <p:cNvPicPr>
            <a:picLocks noChangeAspect="1"/>
          </p:cNvPicPr>
          <p:nvPr/>
        </p:nvPicPr>
        <p:blipFill>
          <a:blip r:embed="rId4"/>
          <a:stretch>
            <a:fillRect/>
          </a:stretch>
        </p:blipFill>
        <p:spPr>
          <a:xfrm>
            <a:off x="2113450" y="4530725"/>
            <a:ext cx="8629650" cy="1962150"/>
          </a:xfrm>
          <a:prstGeom prst="rect">
            <a:avLst/>
          </a:prstGeom>
        </p:spPr>
      </p:pic>
    </p:spTree>
    <p:extLst>
      <p:ext uri="{BB962C8B-B14F-4D97-AF65-F5344CB8AC3E}">
        <p14:creationId xmlns:p14="http://schemas.microsoft.com/office/powerpoint/2010/main" val="871253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Similarity retrieval</a:t>
            </a:r>
            <a:endParaRPr lang="zh-TW" altLang="en-US" dirty="0"/>
          </a:p>
        </p:txBody>
      </p:sp>
      <p:pic>
        <p:nvPicPr>
          <p:cNvPr id="4" name="圖片 3">
            <a:extLst>
              <a:ext uri="{FF2B5EF4-FFF2-40B4-BE49-F238E27FC236}">
                <a16:creationId xmlns:a16="http://schemas.microsoft.com/office/drawing/2014/main" id="{47EEB06A-7060-B035-C963-2B295CAD4270}"/>
              </a:ext>
            </a:extLst>
          </p:cNvPr>
          <p:cNvPicPr>
            <a:picLocks noChangeAspect="1"/>
          </p:cNvPicPr>
          <p:nvPr/>
        </p:nvPicPr>
        <p:blipFill>
          <a:blip r:embed="rId3"/>
          <a:stretch>
            <a:fillRect/>
          </a:stretch>
        </p:blipFill>
        <p:spPr>
          <a:xfrm>
            <a:off x="2027548" y="1567601"/>
            <a:ext cx="7342695" cy="1994209"/>
          </a:xfrm>
          <a:prstGeom prst="rect">
            <a:avLst/>
          </a:prstGeom>
        </p:spPr>
      </p:pic>
      <p:pic>
        <p:nvPicPr>
          <p:cNvPr id="7" name="圖片 6">
            <a:extLst>
              <a:ext uri="{FF2B5EF4-FFF2-40B4-BE49-F238E27FC236}">
                <a16:creationId xmlns:a16="http://schemas.microsoft.com/office/drawing/2014/main" id="{9B1F49BB-71DD-E106-095E-A62C1E082C8D}"/>
              </a:ext>
            </a:extLst>
          </p:cNvPr>
          <p:cNvPicPr>
            <a:picLocks noChangeAspect="1"/>
          </p:cNvPicPr>
          <p:nvPr/>
        </p:nvPicPr>
        <p:blipFill>
          <a:blip r:embed="rId4"/>
          <a:stretch>
            <a:fillRect/>
          </a:stretch>
        </p:blipFill>
        <p:spPr>
          <a:xfrm>
            <a:off x="0" y="3721966"/>
            <a:ext cx="12192000" cy="2770909"/>
          </a:xfrm>
          <a:prstGeom prst="rect">
            <a:avLst/>
          </a:prstGeom>
        </p:spPr>
      </p:pic>
    </p:spTree>
    <p:extLst>
      <p:ext uri="{BB962C8B-B14F-4D97-AF65-F5344CB8AC3E}">
        <p14:creationId xmlns:p14="http://schemas.microsoft.com/office/powerpoint/2010/main" val="2957759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54F26-EEED-4382-B739-46AD983CDEFE}"/>
              </a:ext>
            </a:extLst>
          </p:cNvPr>
          <p:cNvSpPr>
            <a:spLocks noGrp="1"/>
          </p:cNvSpPr>
          <p:nvPr>
            <p:ph type="title"/>
          </p:nvPr>
        </p:nvSpPr>
        <p:spPr/>
        <p:txBody>
          <a:bodyPr/>
          <a:lstStyle/>
          <a:p>
            <a:r>
              <a:rPr lang="en-US" altLang="zh-TW" sz="4400" dirty="0">
                <a:latin typeface="Times New Roman" panose="02020603050405020304" pitchFamily="18" charset="0"/>
                <a:cs typeface="Times New Roman" panose="02020603050405020304" pitchFamily="18" charset="0"/>
              </a:rPr>
              <a:t>Matrix C</a:t>
            </a:r>
            <a:endParaRPr lang="zh-TW" altLang="en-US" dirty="0"/>
          </a:p>
        </p:txBody>
      </p:sp>
      <p:pic>
        <p:nvPicPr>
          <p:cNvPr id="4" name="圖片 3">
            <a:extLst>
              <a:ext uri="{FF2B5EF4-FFF2-40B4-BE49-F238E27FC236}">
                <a16:creationId xmlns:a16="http://schemas.microsoft.com/office/drawing/2014/main" id="{7BCF3212-999D-4A4F-9A64-238A8992646D}"/>
              </a:ext>
            </a:extLst>
          </p:cNvPr>
          <p:cNvPicPr>
            <a:picLocks noChangeAspect="1"/>
          </p:cNvPicPr>
          <p:nvPr/>
        </p:nvPicPr>
        <p:blipFill>
          <a:blip r:embed="rId2"/>
          <a:stretch>
            <a:fillRect/>
          </a:stretch>
        </p:blipFill>
        <p:spPr>
          <a:xfrm>
            <a:off x="9427" y="2339177"/>
            <a:ext cx="12192000" cy="2496586"/>
          </a:xfrm>
          <a:prstGeom prst="rect">
            <a:avLst/>
          </a:prstGeom>
        </p:spPr>
      </p:pic>
    </p:spTree>
    <p:extLst>
      <p:ext uri="{BB962C8B-B14F-4D97-AF65-F5344CB8AC3E}">
        <p14:creationId xmlns:p14="http://schemas.microsoft.com/office/powerpoint/2010/main" val="459668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5A7E66-AC0B-4E65-B96B-CB4BCDFB1DC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Algorithm</a:t>
            </a:r>
            <a:endParaRPr lang="zh-TW" altLang="en-US"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F384055D-8C9D-055C-D64C-659F173CD43E}"/>
              </a:ext>
            </a:extLst>
          </p:cNvPr>
          <p:cNvSpPr>
            <a:spLocks noGrp="1"/>
          </p:cNvSpPr>
          <p:nvPr>
            <p:ph idx="1"/>
          </p:nvPr>
        </p:nvSpPr>
        <p:spPr>
          <a:xfrm>
            <a:off x="838199" y="1797345"/>
            <a:ext cx="9993199" cy="4695530"/>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(type-0)</a:t>
            </a:r>
          </a:p>
          <a:p>
            <a:pPr lvl="1"/>
            <a:r>
              <a:rPr lang="en-US" altLang="zh-TW" sz="2800" dirty="0">
                <a:latin typeface="Times New Roman" panose="02020603050405020304" pitchFamily="18" charset="0"/>
                <a:cs typeface="Times New Roman" panose="02020603050405020304" pitchFamily="18" charset="0"/>
              </a:rPr>
              <a:t>C  =  C1 - C2. If C is zero in the lower triangular matrix, these two pictures are of type-0 similarity.</a:t>
            </a:r>
          </a:p>
          <a:p>
            <a:r>
              <a:rPr lang="en-US" altLang="zh-TW" dirty="0">
                <a:latin typeface="Times New Roman" panose="02020603050405020304" pitchFamily="18" charset="0"/>
                <a:cs typeface="Times New Roman" panose="02020603050405020304" pitchFamily="18" charset="0"/>
              </a:rPr>
              <a:t>(type-1)</a:t>
            </a:r>
          </a:p>
          <a:p>
            <a:pPr lvl="1"/>
            <a:r>
              <a:rPr lang="fr-FR" altLang="zh-TW" sz="2800" dirty="0">
                <a:latin typeface="Times New Roman" panose="02020603050405020304" pitchFamily="18" charset="0"/>
                <a:cs typeface="Times New Roman" panose="02020603050405020304" pitchFamily="18" charset="0"/>
              </a:rPr>
              <a:t>(1) Algorithm (type-0) passed</a:t>
            </a:r>
          </a:p>
          <a:p>
            <a:pPr lvl="1"/>
            <a:r>
              <a:rPr lang="fr-FR" altLang="zh-TW" sz="2800" dirty="0">
                <a:latin typeface="Times New Roman" panose="02020603050405020304" pitchFamily="18" charset="0"/>
                <a:cs typeface="Times New Roman" panose="02020603050405020304" pitchFamily="18" charset="0"/>
              </a:rPr>
              <a:t>(2) T = T1 - T2</a:t>
            </a:r>
          </a:p>
          <a:p>
            <a:pPr lvl="1"/>
            <a:r>
              <a:rPr lang="fr-FR" altLang="zh-TW" sz="2800" dirty="0">
                <a:latin typeface="Times New Roman" panose="02020603050405020304" pitchFamily="18" charset="0"/>
                <a:cs typeface="Times New Roman" panose="02020603050405020304" pitchFamily="18" charset="0"/>
              </a:rPr>
              <a:t>(3) T</a:t>
            </a:r>
            <a:r>
              <a:rPr lang="fr-FR" altLang="zh-TW" sz="2800" baseline="30000" dirty="0">
                <a:latin typeface="Times New Roman" panose="02020603050405020304" pitchFamily="18" charset="0"/>
                <a:cs typeface="Times New Roman" panose="02020603050405020304" pitchFamily="18" charset="0"/>
              </a:rPr>
              <a:t>*</a:t>
            </a:r>
            <a:r>
              <a:rPr lang="fr-FR" altLang="zh-TW" sz="2800" dirty="0">
                <a:latin typeface="Times New Roman" panose="02020603050405020304" pitchFamily="18" charset="0"/>
                <a:cs typeface="Times New Roman" panose="02020603050405020304" pitchFamily="18" charset="0"/>
              </a:rPr>
              <a:t> = T(i,j) * T(j,i), </a:t>
            </a:r>
            <a:r>
              <a:rPr lang="en-US" altLang="zh-TW" sz="2800" dirty="0">
                <a:latin typeface="Times New Roman" panose="02020603050405020304" pitchFamily="18" charset="0"/>
                <a:cs typeface="Times New Roman" panose="02020603050405020304" pitchFamily="18" charset="0"/>
              </a:rPr>
              <a:t>if T</a:t>
            </a:r>
            <a:r>
              <a:rPr lang="en-US" altLang="zh-TW" sz="2800" baseline="30000" dirty="0">
                <a:latin typeface="Times New Roman" panose="02020603050405020304" pitchFamily="18" charset="0"/>
                <a:cs typeface="Times New Roman" panose="02020603050405020304" pitchFamily="18" charset="0"/>
              </a:rPr>
              <a:t>*</a:t>
            </a:r>
            <a:r>
              <a:rPr lang="en-US" altLang="zh-TW" sz="2800" dirty="0">
                <a:latin typeface="Times New Roman" panose="02020603050405020304" pitchFamily="18" charset="0"/>
                <a:cs typeface="Times New Roman" panose="02020603050405020304" pitchFamily="18" charset="0"/>
              </a:rPr>
              <a:t> is zero in the lower triangular matrix</a:t>
            </a:r>
          </a:p>
          <a:p>
            <a:r>
              <a:rPr lang="en-US" altLang="zh-TW" dirty="0">
                <a:latin typeface="Times New Roman" panose="02020603050405020304" pitchFamily="18" charset="0"/>
                <a:cs typeface="Times New Roman" panose="02020603050405020304" pitchFamily="18" charset="0"/>
              </a:rPr>
              <a:t>(type-2)</a:t>
            </a:r>
          </a:p>
          <a:p>
            <a:pPr lvl="1"/>
            <a:r>
              <a:rPr lang="en-US" altLang="zh-TW" sz="2800" dirty="0">
                <a:latin typeface="Times New Roman" panose="02020603050405020304" pitchFamily="18" charset="0"/>
                <a:cs typeface="Times New Roman" panose="02020603050405020304" pitchFamily="18" charset="0"/>
              </a:rPr>
              <a:t>T = T1 - T2. If T is zero, these two pictures are of type-2 similarity</a:t>
            </a:r>
          </a:p>
        </p:txBody>
      </p:sp>
    </p:spTree>
    <p:extLst>
      <p:ext uri="{BB962C8B-B14F-4D97-AF65-F5344CB8AC3E}">
        <p14:creationId xmlns:p14="http://schemas.microsoft.com/office/powerpoint/2010/main" val="217103166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13239</TotalTime>
  <Words>294</Words>
  <Application>Microsoft Office PowerPoint</Application>
  <PresentationFormat>寬螢幕</PresentationFormat>
  <Paragraphs>32</Paragraphs>
  <Slides>11</Slides>
  <Notes>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A bit-pattern-based matrix strategy for efficient iconic indexing of symbolic pictures</vt:lpstr>
      <vt:lpstr>Abstract</vt:lpstr>
      <vt:lpstr>Spatial operators</vt:lpstr>
      <vt:lpstr>Spatial categories</vt:lpstr>
      <vt:lpstr>Bit string</vt:lpstr>
      <vt:lpstr>bit string</vt:lpstr>
      <vt:lpstr>Spatial matrix</vt:lpstr>
      <vt:lpstr>BP matrix</vt:lpstr>
      <vt:lpstr>Similarity retrieval</vt:lpstr>
      <vt:lpstr>Matrix C</vt:lpstr>
      <vt:lpstr>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郁儒 廖</cp:lastModifiedBy>
  <cp:revision>29</cp:revision>
  <dcterms:created xsi:type="dcterms:W3CDTF">2021-06-26T09:28:31Z</dcterms:created>
  <dcterms:modified xsi:type="dcterms:W3CDTF">2022-05-10T12:02:46Z</dcterms:modified>
</cp:coreProperties>
</file>