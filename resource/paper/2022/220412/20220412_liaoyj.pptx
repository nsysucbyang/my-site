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1" r:id="rId3"/>
    <p:sldId id="323" r:id="rId4"/>
    <p:sldId id="353" r:id="rId5"/>
    <p:sldId id="344" r:id="rId6"/>
    <p:sldId id="343" r:id="rId7"/>
    <p:sldId id="345" r:id="rId8"/>
    <p:sldId id="321" r:id="rId9"/>
    <p:sldId id="334" r:id="rId10"/>
    <p:sldId id="336" r:id="rId11"/>
    <p:sldId id="335" r:id="rId12"/>
    <p:sldId id="342" r:id="rId13"/>
    <p:sldId id="339" r:id="rId14"/>
    <p:sldId id="338" r:id="rId15"/>
    <p:sldId id="346" r:id="rId16"/>
    <p:sldId id="347" r:id="rId17"/>
    <p:sldId id="341" r:id="rId18"/>
    <p:sldId id="340" r:id="rId19"/>
    <p:sldId id="348" r:id="rId20"/>
    <p:sldId id="325" r:id="rId21"/>
    <p:sldId id="349" r:id="rId22"/>
    <p:sldId id="350" r:id="rId23"/>
    <p:sldId id="351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郁儒 廖" initials="郁儒" lastIdx="1" clrIdx="0">
    <p:extLst>
      <p:ext uri="{19B8F6BF-5375-455C-9EA6-DF929625EA0E}">
        <p15:presenceInfo xmlns:p15="http://schemas.microsoft.com/office/powerpoint/2012/main" userId="189a1d031aa848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  <a:srgbClr val="66FF33"/>
    <a:srgbClr val="F09030"/>
    <a:srgbClr val="000000"/>
    <a:srgbClr val="FFFF00"/>
    <a:srgbClr val="E2F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90FA8-A7D4-44E9-ADF4-3783012E1A54}" v="73" dt="2021-07-27T06:09:15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4" autoAdjust="0"/>
    <p:restoredTop sz="90000" autoAdjust="0"/>
  </p:normalViewPr>
  <p:slideViewPr>
    <p:cSldViewPr snapToGrid="0">
      <p:cViewPr varScale="1">
        <p:scale>
          <a:sx n="75" d="100"/>
          <a:sy n="75" d="100"/>
        </p:scale>
        <p:origin x="3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CE290FA8-A7D4-44E9-ADF4-3783012E1A54}"/>
    <pc:docChg chg="undo custSel addSld delSld modSld sldOrd">
      <pc:chgData name="郁儒 廖" userId="189a1d031aa848d3" providerId="LiveId" clId="{CE290FA8-A7D4-44E9-ADF4-3783012E1A54}" dt="2021-07-27T06:09:43.438" v="630" actId="14100"/>
      <pc:docMkLst>
        <pc:docMk/>
      </pc:docMkLst>
      <pc:sldChg chg="modSp mod">
        <pc:chgData name="郁儒 廖" userId="189a1d031aa848d3" providerId="LiveId" clId="{CE290FA8-A7D4-44E9-ADF4-3783012E1A54}" dt="2021-07-27T05:27:42.104" v="599" actId="20577"/>
        <pc:sldMkLst>
          <pc:docMk/>
          <pc:sldMk cId="1310905560" sldId="256"/>
        </pc:sldMkLst>
        <pc:spChg chg="mod">
          <ac:chgData name="郁儒 廖" userId="189a1d031aa848d3" providerId="LiveId" clId="{CE290FA8-A7D4-44E9-ADF4-3783012E1A54}" dt="2021-07-27T05:26:44.346" v="588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CE290FA8-A7D4-44E9-ADF4-3783012E1A54}" dt="2021-07-27T05:27:09.968" v="592" actId="20577"/>
          <ac:spMkLst>
            <pc:docMk/>
            <pc:sldMk cId="1310905560" sldId="256"/>
            <ac:spMk id="3" creationId="{71E7239B-5619-42E5-947E-7CC9BEF1FE52}"/>
          </ac:spMkLst>
        </pc:spChg>
        <pc:spChg chg="mod">
          <ac:chgData name="郁儒 廖" userId="189a1d031aa848d3" providerId="LiveId" clId="{CE290FA8-A7D4-44E9-ADF4-3783012E1A54}" dt="2021-07-27T05:27:42.104" v="599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del">
        <pc:chgData name="郁儒 廖" userId="189a1d031aa848d3" providerId="LiveId" clId="{CE290FA8-A7D4-44E9-ADF4-3783012E1A54}" dt="2021-07-18T06:04:38.733" v="247" actId="47"/>
        <pc:sldMkLst>
          <pc:docMk/>
          <pc:sldMk cId="2573059498" sldId="258"/>
        </pc:sldMkLst>
      </pc:sldChg>
      <pc:sldChg chg="del">
        <pc:chgData name="郁儒 廖" userId="189a1d031aa848d3" providerId="LiveId" clId="{CE290FA8-A7D4-44E9-ADF4-3783012E1A54}" dt="2021-07-18T06:04:37.419" v="246" actId="47"/>
        <pc:sldMkLst>
          <pc:docMk/>
          <pc:sldMk cId="3515119788" sldId="259"/>
        </pc:sldMkLst>
      </pc:sldChg>
      <pc:sldChg chg="del">
        <pc:chgData name="郁儒 廖" userId="189a1d031aa848d3" providerId="LiveId" clId="{CE290FA8-A7D4-44E9-ADF4-3783012E1A54}" dt="2021-07-18T06:04:30.791" v="242" actId="47"/>
        <pc:sldMkLst>
          <pc:docMk/>
          <pc:sldMk cId="3353010267" sldId="260"/>
        </pc:sldMkLst>
      </pc:sldChg>
      <pc:sldChg chg="del">
        <pc:chgData name="郁儒 廖" userId="189a1d031aa848d3" providerId="LiveId" clId="{CE290FA8-A7D4-44E9-ADF4-3783012E1A54}" dt="2021-07-18T06:04:31.598" v="243" actId="47"/>
        <pc:sldMkLst>
          <pc:docMk/>
          <pc:sldMk cId="3679457579" sldId="261"/>
        </pc:sldMkLst>
      </pc:sldChg>
      <pc:sldChg chg="del">
        <pc:chgData name="郁儒 廖" userId="189a1d031aa848d3" providerId="LiveId" clId="{CE290FA8-A7D4-44E9-ADF4-3783012E1A54}" dt="2021-07-18T06:04:33.411" v="244" actId="47"/>
        <pc:sldMkLst>
          <pc:docMk/>
          <pc:sldMk cId="2166195919" sldId="262"/>
        </pc:sldMkLst>
      </pc:sldChg>
      <pc:sldChg chg="del">
        <pc:chgData name="郁儒 廖" userId="189a1d031aa848d3" providerId="LiveId" clId="{CE290FA8-A7D4-44E9-ADF4-3783012E1A54}" dt="2021-07-18T06:04:39.808" v="248" actId="47"/>
        <pc:sldMkLst>
          <pc:docMk/>
          <pc:sldMk cId="3405566990" sldId="263"/>
        </pc:sldMkLst>
      </pc:sldChg>
      <pc:sldChg chg="del">
        <pc:chgData name="郁儒 廖" userId="189a1d031aa848d3" providerId="LiveId" clId="{CE290FA8-A7D4-44E9-ADF4-3783012E1A54}" dt="2021-07-18T06:04:41.167" v="249" actId="47"/>
        <pc:sldMkLst>
          <pc:docMk/>
          <pc:sldMk cId="1720717751" sldId="264"/>
        </pc:sldMkLst>
      </pc:sldChg>
      <pc:sldChg chg="modSp del mod">
        <pc:chgData name="郁儒 廖" userId="189a1d031aa848d3" providerId="LiveId" clId="{CE290FA8-A7D4-44E9-ADF4-3783012E1A54}" dt="2021-07-17T14:22:50.813" v="10" actId="47"/>
        <pc:sldMkLst>
          <pc:docMk/>
          <pc:sldMk cId="1214235823" sldId="265"/>
        </pc:sldMkLst>
        <pc:spChg chg="mod">
          <ac:chgData name="郁儒 廖" userId="189a1d031aa848d3" providerId="LiveId" clId="{CE290FA8-A7D4-44E9-ADF4-3783012E1A54}" dt="2021-07-17T14:22:47.176" v="9" actId="20577"/>
          <ac:spMkLst>
            <pc:docMk/>
            <pc:sldMk cId="1214235823" sldId="265"/>
            <ac:spMk id="3" creationId="{13A791DE-558D-404E-B9D6-E2E18467D5B7}"/>
          </ac:spMkLst>
        </pc:spChg>
      </pc:sldChg>
      <pc:sldChg chg="del">
        <pc:chgData name="郁儒 廖" userId="189a1d031aa848d3" providerId="LiveId" clId="{CE290FA8-A7D4-44E9-ADF4-3783012E1A54}" dt="2021-07-18T06:04:34.917" v="245" actId="47"/>
        <pc:sldMkLst>
          <pc:docMk/>
          <pc:sldMk cId="436955770" sldId="266"/>
        </pc:sldMkLst>
      </pc:sldChg>
      <pc:sldChg chg="addSp delSp modSp mod">
        <pc:chgData name="郁儒 廖" userId="189a1d031aa848d3" providerId="LiveId" clId="{CE290FA8-A7D4-44E9-ADF4-3783012E1A54}" dt="2021-07-27T06:09:43.438" v="630" actId="14100"/>
        <pc:sldMkLst>
          <pc:docMk/>
          <pc:sldMk cId="241416973" sldId="267"/>
        </pc:sldMkLst>
        <pc:spChg chg="mod">
          <ac:chgData name="郁儒 廖" userId="189a1d031aa848d3" providerId="LiveId" clId="{CE290FA8-A7D4-44E9-ADF4-3783012E1A54}" dt="2021-07-17T14:31:28.777" v="110" actId="20577"/>
          <ac:spMkLst>
            <pc:docMk/>
            <pc:sldMk cId="241416973" sldId="267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7T06:09:38.914" v="628" actId="20577"/>
          <ac:spMkLst>
            <pc:docMk/>
            <pc:sldMk cId="241416973" sldId="267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27T06:09:07.376" v="615" actId="478"/>
          <ac:spMkLst>
            <pc:docMk/>
            <pc:sldMk cId="241416973" sldId="267"/>
            <ac:spMk id="10" creationId="{8DA8BF74-FE9D-4519-8620-99AE75A2367E}"/>
          </ac:spMkLst>
        </pc:spChg>
        <pc:spChg chg="add del mod">
          <ac:chgData name="郁儒 廖" userId="189a1d031aa848d3" providerId="LiveId" clId="{CE290FA8-A7D4-44E9-ADF4-3783012E1A54}" dt="2021-07-27T06:09:10.493" v="616" actId="478"/>
          <ac:spMkLst>
            <pc:docMk/>
            <pc:sldMk cId="241416973" sldId="267"/>
            <ac:spMk id="11" creationId="{DCCFAB12-E387-4B75-909B-61F3577D6F05}"/>
          </ac:spMkLst>
        </pc:spChg>
        <pc:picChg chg="del">
          <ac:chgData name="郁儒 廖" userId="189a1d031aa848d3" providerId="LiveId" clId="{CE290FA8-A7D4-44E9-ADF4-3783012E1A54}" dt="2021-07-17T14:25:14.288" v="39" actId="478"/>
          <ac:picMkLst>
            <pc:docMk/>
            <pc:sldMk cId="241416973" sldId="267"/>
            <ac:picMk id="5" creationId="{3407E8DD-85EC-4C6E-A845-8088A23510E7}"/>
          </ac:picMkLst>
        </pc:picChg>
        <pc:picChg chg="del">
          <ac:chgData name="郁儒 廖" userId="189a1d031aa848d3" providerId="LiveId" clId="{CE290FA8-A7D4-44E9-ADF4-3783012E1A54}" dt="2021-07-17T14:25:13.738" v="38" actId="478"/>
          <ac:picMkLst>
            <pc:docMk/>
            <pc:sldMk cId="241416973" sldId="267"/>
            <ac:picMk id="7" creationId="{5C606B4B-5B79-496C-9B21-4C061E6C1E65}"/>
          </ac:picMkLst>
        </pc:picChg>
        <pc:picChg chg="add mod">
          <ac:chgData name="郁儒 廖" userId="189a1d031aa848d3" providerId="LiveId" clId="{CE290FA8-A7D4-44E9-ADF4-3783012E1A54}" dt="2021-07-27T06:09:15.622" v="619" actId="1076"/>
          <ac:picMkLst>
            <pc:docMk/>
            <pc:sldMk cId="241416973" sldId="267"/>
            <ac:picMk id="9" creationId="{8FE30836-4E34-4954-AF9F-42EC74B3FB2D}"/>
          </ac:picMkLst>
        </pc:picChg>
        <pc:picChg chg="add mod modCrop">
          <ac:chgData name="郁儒 廖" userId="189a1d031aa848d3" providerId="LiveId" clId="{CE290FA8-A7D4-44E9-ADF4-3783012E1A54}" dt="2021-07-27T06:09:43.438" v="630" actId="14100"/>
          <ac:picMkLst>
            <pc:docMk/>
            <pc:sldMk cId="241416973" sldId="267"/>
            <ac:picMk id="12" creationId="{C9E48EDE-4C35-494E-8EC4-E4F919E37AD6}"/>
          </ac:picMkLst>
        </pc:picChg>
        <pc:picChg chg="add del mod">
          <ac:chgData name="郁儒 廖" userId="189a1d031aa848d3" providerId="LiveId" clId="{CE290FA8-A7D4-44E9-ADF4-3783012E1A54}" dt="2021-07-27T06:09:04.569" v="613" actId="478"/>
          <ac:picMkLst>
            <pc:docMk/>
            <pc:sldMk cId="241416973" sldId="267"/>
            <ac:picMk id="1026" creationId="{248CCDC8-4F61-4FF3-8C60-E4A53D0FFD5F}"/>
          </ac:picMkLst>
        </pc:picChg>
        <pc:picChg chg="add del">
          <ac:chgData name="郁儒 廖" userId="189a1d031aa848d3" providerId="LiveId" clId="{CE290FA8-A7D4-44E9-ADF4-3783012E1A54}" dt="2021-07-17T14:35:45.190" v="139" actId="478"/>
          <ac:picMkLst>
            <pc:docMk/>
            <pc:sldMk cId="241416973" sldId="267"/>
            <ac:picMk id="1028" creationId="{E7FBCA58-D5BD-4EC5-BD03-9B28EA37243A}"/>
          </ac:picMkLst>
        </pc:picChg>
        <pc:cxnChg chg="add del mod">
          <ac:chgData name="郁儒 廖" userId="189a1d031aa848d3" providerId="LiveId" clId="{CE290FA8-A7D4-44E9-ADF4-3783012E1A54}" dt="2021-07-27T06:09:05.624" v="614" actId="478"/>
          <ac:cxnSpMkLst>
            <pc:docMk/>
            <pc:sldMk cId="241416973" sldId="267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17T14:39:54.916" v="211" actId="1076"/>
        <pc:sldMkLst>
          <pc:docMk/>
          <pc:sldMk cId="3166609206" sldId="268"/>
        </pc:sldMkLst>
        <pc:spChg chg="mod">
          <ac:chgData name="郁儒 廖" userId="189a1d031aa848d3" providerId="LiveId" clId="{CE290FA8-A7D4-44E9-ADF4-3783012E1A54}" dt="2021-07-17T14:39:42.083" v="205" actId="20577"/>
          <ac:spMkLst>
            <pc:docMk/>
            <pc:sldMk cId="3166609206" sldId="268"/>
            <ac:spMk id="4" creationId="{F295903F-D2E5-48CE-8311-2AD281F8E88E}"/>
          </ac:spMkLst>
        </pc:spChg>
        <pc:spChg chg="del">
          <ac:chgData name="郁儒 廖" userId="189a1d031aa848d3" providerId="LiveId" clId="{CE290FA8-A7D4-44E9-ADF4-3783012E1A54}" dt="2021-07-17T14:36:03.655" v="149" actId="478"/>
          <ac:spMkLst>
            <pc:docMk/>
            <pc:sldMk cId="3166609206" sldId="268"/>
            <ac:spMk id="10" creationId="{8DA8BF74-FE9D-4519-8620-99AE75A2367E}"/>
          </ac:spMkLst>
        </pc:spChg>
        <pc:spChg chg="del mod">
          <ac:chgData name="郁儒 廖" userId="189a1d031aa848d3" providerId="LiveId" clId="{CE290FA8-A7D4-44E9-ADF4-3783012E1A54}" dt="2021-07-17T14:36:01.384" v="147" actId="478"/>
          <ac:spMkLst>
            <pc:docMk/>
            <pc:sldMk cId="3166609206" sldId="268"/>
            <ac:spMk id="11" creationId="{DCCFAB12-E387-4B75-909B-61F3577D6F05}"/>
          </ac:spMkLst>
        </pc:spChg>
        <pc:picChg chg="add del mod modCrop">
          <ac:chgData name="郁儒 廖" userId="189a1d031aa848d3" providerId="LiveId" clId="{CE290FA8-A7D4-44E9-ADF4-3783012E1A54}" dt="2021-07-17T14:38:01.120" v="164" actId="478"/>
          <ac:picMkLst>
            <pc:docMk/>
            <pc:sldMk cId="3166609206" sldId="268"/>
            <ac:picMk id="3" creationId="{5B82F403-D953-4A89-B479-DBBE1802B411}"/>
          </ac:picMkLst>
        </pc:picChg>
        <pc:picChg chg="add mod">
          <ac:chgData name="郁儒 廖" userId="189a1d031aa848d3" providerId="LiveId" clId="{CE290FA8-A7D4-44E9-ADF4-3783012E1A54}" dt="2021-07-17T14:39:52.713" v="210" actId="1076"/>
          <ac:picMkLst>
            <pc:docMk/>
            <pc:sldMk cId="3166609206" sldId="268"/>
            <ac:picMk id="5" creationId="{682F1B4C-7056-4721-8D1D-BD7EB72C0217}"/>
          </ac:picMkLst>
        </pc:picChg>
        <pc:picChg chg="add mod">
          <ac:chgData name="郁儒 廖" userId="189a1d031aa848d3" providerId="LiveId" clId="{CE290FA8-A7D4-44E9-ADF4-3783012E1A54}" dt="2021-07-17T14:39:54.916" v="211" actId="1076"/>
          <ac:picMkLst>
            <pc:docMk/>
            <pc:sldMk cId="3166609206" sldId="268"/>
            <ac:picMk id="6" creationId="{9FAC3BD5-CA98-40D5-9C8D-D85D5ABE788D}"/>
          </ac:picMkLst>
        </pc:picChg>
        <pc:picChg chg="del">
          <ac:chgData name="郁儒 廖" userId="189a1d031aa848d3" providerId="LiveId" clId="{CE290FA8-A7D4-44E9-ADF4-3783012E1A54}" dt="2021-07-17T14:35:57.335" v="142" actId="478"/>
          <ac:picMkLst>
            <pc:docMk/>
            <pc:sldMk cId="3166609206" sldId="268"/>
            <ac:picMk id="12" creationId="{C9E48EDE-4C35-494E-8EC4-E4F919E37AD6}"/>
          </ac:picMkLst>
        </pc:picChg>
        <pc:picChg chg="del">
          <ac:chgData name="郁儒 廖" userId="189a1d031aa848d3" providerId="LiveId" clId="{CE290FA8-A7D4-44E9-ADF4-3783012E1A54}" dt="2021-07-17T14:35:59.042" v="144" actId="478"/>
          <ac:picMkLst>
            <pc:docMk/>
            <pc:sldMk cId="3166609206" sldId="268"/>
            <ac:picMk id="1026" creationId="{248CCDC8-4F61-4FF3-8C60-E4A53D0FFD5F}"/>
          </ac:picMkLst>
        </pc:picChg>
        <pc:cxnChg chg="del">
          <ac:chgData name="郁儒 廖" userId="189a1d031aa848d3" providerId="LiveId" clId="{CE290FA8-A7D4-44E9-ADF4-3783012E1A54}" dt="2021-07-17T14:36:02.455" v="148" actId="478"/>
          <ac:cxnSpMkLst>
            <pc:docMk/>
            <pc:sldMk cId="3166609206" sldId="268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24T18:03:51.813" v="388" actId="14100"/>
        <pc:sldMkLst>
          <pc:docMk/>
          <pc:sldMk cId="3730348283" sldId="269"/>
        </pc:sldMkLst>
        <pc:spChg chg="mod">
          <ac:chgData name="郁儒 廖" userId="189a1d031aa848d3" providerId="LiveId" clId="{CE290FA8-A7D4-44E9-ADF4-3783012E1A54}" dt="2021-07-17T14:40:32.535" v="230" actId="20577"/>
          <ac:spMkLst>
            <pc:docMk/>
            <pc:sldMk cId="3730348283" sldId="269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3T11:28:53.612" v="270" actId="1076"/>
          <ac:spMkLst>
            <pc:docMk/>
            <pc:sldMk cId="3730348283" sldId="269"/>
            <ac:spMk id="3" creationId="{77054F84-D25D-409A-A373-1951079F871A}"/>
          </ac:spMkLst>
        </pc:spChg>
        <pc:spChg chg="add mod">
          <ac:chgData name="郁儒 廖" userId="189a1d031aa848d3" providerId="LiveId" clId="{CE290FA8-A7D4-44E9-ADF4-3783012E1A54}" dt="2021-07-24T18:03:51.813" v="388" actId="14100"/>
          <ac:spMkLst>
            <pc:docMk/>
            <pc:sldMk cId="3730348283" sldId="269"/>
            <ac:spMk id="4" creationId="{2E8CACBA-9080-420A-8A43-5AF30B4BE4AD}"/>
          </ac:spMkLst>
        </pc:spChg>
        <pc:spChg chg="del mod">
          <ac:chgData name="郁儒 廖" userId="189a1d031aa848d3" providerId="LiveId" clId="{CE290FA8-A7D4-44E9-ADF4-3783012E1A54}" dt="2021-07-17T14:40:40.212" v="235" actId="478"/>
          <ac:spMkLst>
            <pc:docMk/>
            <pc:sldMk cId="3730348283" sldId="269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17T14:41:00.560" v="236"/>
          <ac:spMkLst>
            <pc:docMk/>
            <pc:sldMk cId="3730348283" sldId="269"/>
            <ac:spMk id="7" creationId="{0CA88C01-DCD3-4C79-A03D-3DE3AFEE3134}"/>
          </ac:spMkLst>
        </pc:spChg>
        <pc:picChg chg="del">
          <ac:chgData name="郁儒 廖" userId="189a1d031aa848d3" providerId="LiveId" clId="{CE290FA8-A7D4-44E9-ADF4-3783012E1A54}" dt="2021-07-17T14:40:34.490" v="231" actId="478"/>
          <ac:picMkLst>
            <pc:docMk/>
            <pc:sldMk cId="3730348283" sldId="269"/>
            <ac:picMk id="5" creationId="{682F1B4C-7056-4721-8D1D-BD7EB72C0217}"/>
          </ac:picMkLst>
        </pc:picChg>
        <pc:picChg chg="del mod">
          <ac:chgData name="郁儒 廖" userId="189a1d031aa848d3" providerId="LiveId" clId="{CE290FA8-A7D4-44E9-ADF4-3783012E1A54}" dt="2021-07-17T14:40:35.122" v="233" actId="478"/>
          <ac:picMkLst>
            <pc:docMk/>
            <pc:sldMk cId="3730348283" sldId="269"/>
            <ac:picMk id="6" creationId="{9FAC3BD5-CA98-40D5-9C8D-D85D5ABE788D}"/>
          </ac:picMkLst>
        </pc:picChg>
        <pc:picChg chg="add mod modCrop">
          <ac:chgData name="郁儒 廖" userId="189a1d031aa848d3" providerId="LiveId" clId="{CE290FA8-A7D4-44E9-ADF4-3783012E1A54}" dt="2021-07-23T11:26:54.547" v="252" actId="1076"/>
          <ac:picMkLst>
            <pc:docMk/>
            <pc:sldMk cId="3730348283" sldId="269"/>
            <ac:picMk id="8" creationId="{9F2F42F3-0BD4-4846-959C-F5713662D6D2}"/>
          </ac:picMkLst>
        </pc:picChg>
      </pc:sldChg>
      <pc:sldChg chg="addSp delSp modSp new mod">
        <pc:chgData name="郁儒 廖" userId="189a1d031aa848d3" providerId="LiveId" clId="{CE290FA8-A7D4-44E9-ADF4-3783012E1A54}" dt="2021-07-24T18:02:50.329" v="370" actId="22"/>
        <pc:sldMkLst>
          <pc:docMk/>
          <pc:sldMk cId="612480251" sldId="270"/>
        </pc:sldMkLst>
        <pc:spChg chg="mod">
          <ac:chgData name="郁儒 廖" userId="189a1d031aa848d3" providerId="LiveId" clId="{CE290FA8-A7D4-44E9-ADF4-3783012E1A54}" dt="2021-07-24T18:01:47.888" v="367"/>
          <ac:spMkLst>
            <pc:docMk/>
            <pc:sldMk cId="612480251" sldId="270"/>
            <ac:spMk id="2" creationId="{31EEA96D-6767-4A89-84BF-40B7D6C406DA}"/>
          </ac:spMkLst>
        </pc:spChg>
        <pc:spChg chg="del">
          <ac:chgData name="郁儒 廖" userId="189a1d031aa848d3" providerId="LiveId" clId="{CE290FA8-A7D4-44E9-ADF4-3783012E1A54}" dt="2021-07-24T17:46:07.348" v="272"/>
          <ac:spMkLst>
            <pc:docMk/>
            <pc:sldMk cId="612480251" sldId="270"/>
            <ac:spMk id="3" creationId="{B21077FF-8D2A-4E8F-A8B1-26CEF1D1936B}"/>
          </ac:spMkLst>
        </pc:spChg>
        <pc:spChg chg="add">
          <ac:chgData name="郁儒 廖" userId="189a1d031aa848d3" providerId="LiveId" clId="{CE290FA8-A7D4-44E9-ADF4-3783012E1A54}" dt="2021-07-24T18:02:50.329" v="370" actId="22"/>
          <ac:spMkLst>
            <pc:docMk/>
            <pc:sldMk cId="612480251" sldId="270"/>
            <ac:spMk id="6" creationId="{CD1529A4-63A1-45FB-B291-EDE108FE2E08}"/>
          </ac:spMkLst>
        </pc:spChg>
        <pc:picChg chg="add mod modCrop">
          <ac:chgData name="郁儒 廖" userId="189a1d031aa848d3" providerId="LiveId" clId="{CE290FA8-A7D4-44E9-ADF4-3783012E1A54}" dt="2021-07-24T18:02:19.869" v="369" actId="1076"/>
          <ac:picMkLst>
            <pc:docMk/>
            <pc:sldMk cId="612480251" sldId="270"/>
            <ac:picMk id="4" creationId="{490E72E3-BBC4-4F10-9503-FB8C7DA61056}"/>
          </ac:picMkLst>
        </pc:picChg>
      </pc:sldChg>
      <pc:sldChg chg="addSp delSp modSp add mod">
        <pc:chgData name="郁儒 廖" userId="189a1d031aa848d3" providerId="LiveId" clId="{CE290FA8-A7D4-44E9-ADF4-3783012E1A54}" dt="2021-07-24T18:00:47.661" v="366" actId="1076"/>
        <pc:sldMkLst>
          <pc:docMk/>
          <pc:sldMk cId="1643148301" sldId="271"/>
        </pc:sldMkLst>
        <pc:spChg chg="add del mod">
          <ac:chgData name="郁儒 廖" userId="189a1d031aa848d3" providerId="LiveId" clId="{CE290FA8-A7D4-44E9-ADF4-3783012E1A54}" dt="2021-07-24T17:48:03.412" v="293" actId="478"/>
          <ac:spMkLst>
            <pc:docMk/>
            <pc:sldMk cId="1643148301" sldId="271"/>
            <ac:spMk id="5" creationId="{26529FA3-3B21-41FC-B8C4-CF22A500FB24}"/>
          </ac:spMkLst>
        </pc:spChg>
        <pc:spChg chg="add mod">
          <ac:chgData name="郁儒 廖" userId="189a1d031aa848d3" providerId="LiveId" clId="{CE290FA8-A7D4-44E9-ADF4-3783012E1A54}" dt="2021-07-24T17:54:06.750" v="354" actId="208"/>
          <ac:spMkLst>
            <pc:docMk/>
            <pc:sldMk cId="1643148301" sldId="271"/>
            <ac:spMk id="6" creationId="{D062D2FA-3605-4209-9490-372C5A27D06F}"/>
          </ac:spMkLst>
        </pc:spChg>
        <pc:spChg chg="add mod">
          <ac:chgData name="郁儒 廖" userId="189a1d031aa848d3" providerId="LiveId" clId="{CE290FA8-A7D4-44E9-ADF4-3783012E1A54}" dt="2021-07-24T17:54:20.973" v="356" actId="1076"/>
          <ac:spMkLst>
            <pc:docMk/>
            <pc:sldMk cId="1643148301" sldId="271"/>
            <ac:spMk id="10" creationId="{819D7A24-47F2-4B36-9CFA-969CC90CC346}"/>
          </ac:spMkLst>
        </pc:spChg>
        <pc:spChg chg="add mod">
          <ac:chgData name="郁儒 廖" userId="189a1d031aa848d3" providerId="LiveId" clId="{CE290FA8-A7D4-44E9-ADF4-3783012E1A54}" dt="2021-07-24T18:00:47.661" v="366" actId="1076"/>
          <ac:spMkLst>
            <pc:docMk/>
            <pc:sldMk cId="1643148301" sldId="271"/>
            <ac:spMk id="13" creationId="{07FB3D3F-AF05-4609-B8CE-4FAB7B1E7DD6}"/>
          </ac:spMkLst>
        </pc:spChg>
        <pc:picChg chg="del">
          <ac:chgData name="郁儒 廖" userId="189a1d031aa848d3" providerId="LiveId" clId="{CE290FA8-A7D4-44E9-ADF4-3783012E1A54}" dt="2021-07-24T17:47:57.294" v="290" actId="478"/>
          <ac:picMkLst>
            <pc:docMk/>
            <pc:sldMk cId="1643148301" sldId="271"/>
            <ac:picMk id="4" creationId="{490E72E3-BBC4-4F10-9503-FB8C7DA61056}"/>
          </ac:picMkLst>
        </pc:picChg>
        <pc:picChg chg="add mod">
          <ac:chgData name="郁儒 廖" userId="189a1d031aa848d3" providerId="LiveId" clId="{CE290FA8-A7D4-44E9-ADF4-3783012E1A54}" dt="2021-07-24T17:53:16.909" v="346" actId="1076"/>
          <ac:picMkLst>
            <pc:docMk/>
            <pc:sldMk cId="1643148301" sldId="271"/>
            <ac:picMk id="8" creationId="{8D9D1387-BD00-4E2B-95D5-A495F8D46641}"/>
          </ac:picMkLst>
        </pc:picChg>
        <pc:picChg chg="add mod">
          <ac:chgData name="郁儒 廖" userId="189a1d031aa848d3" providerId="LiveId" clId="{CE290FA8-A7D4-44E9-ADF4-3783012E1A54}" dt="2021-07-24T18:00:30.365" v="362" actId="14100"/>
          <ac:picMkLst>
            <pc:docMk/>
            <pc:sldMk cId="1643148301" sldId="271"/>
            <ac:picMk id="9" creationId="{00422705-6A67-4E13-93DB-0357C07B6811}"/>
          </ac:picMkLst>
        </pc:picChg>
        <pc:picChg chg="add mod">
          <ac:chgData name="郁儒 廖" userId="189a1d031aa848d3" providerId="LiveId" clId="{CE290FA8-A7D4-44E9-ADF4-3783012E1A54}" dt="2021-07-24T18:00:25.084" v="360" actId="1076"/>
          <ac:picMkLst>
            <pc:docMk/>
            <pc:sldMk cId="1643148301" sldId="271"/>
            <ac:picMk id="1026" creationId="{2483219A-00C8-489E-A7F0-1F15452192AA}"/>
          </ac:picMkLst>
        </pc:picChg>
        <pc:picChg chg="add del mod">
          <ac:chgData name="郁儒 廖" userId="189a1d031aa848d3" providerId="LiveId" clId="{CE290FA8-A7D4-44E9-ADF4-3783012E1A54}" dt="2021-07-24T17:48:46.922" v="306" actId="478"/>
          <ac:picMkLst>
            <pc:docMk/>
            <pc:sldMk cId="1643148301" sldId="271"/>
            <ac:picMk id="1028" creationId="{C3390DAD-1C47-458D-BA83-E32470B7D5A3}"/>
          </ac:picMkLst>
        </pc:picChg>
      </pc:sldChg>
      <pc:sldChg chg="addSp delSp modSp new mod">
        <pc:chgData name="郁儒 廖" userId="189a1d031aa848d3" providerId="LiveId" clId="{CE290FA8-A7D4-44E9-ADF4-3783012E1A54}" dt="2021-07-24T17:52:15.037" v="336" actId="1076"/>
        <pc:sldMkLst>
          <pc:docMk/>
          <pc:sldMk cId="1708893990" sldId="272"/>
        </pc:sldMkLst>
        <pc:spChg chg="mod">
          <ac:chgData name="郁儒 廖" userId="189a1d031aa848d3" providerId="LiveId" clId="{CE290FA8-A7D4-44E9-ADF4-3783012E1A54}" dt="2021-07-24T17:51:20.979" v="319" actId="20577"/>
          <ac:spMkLst>
            <pc:docMk/>
            <pc:sldMk cId="1708893990" sldId="272"/>
            <ac:spMk id="2" creationId="{716E27F3-A6FF-4346-A231-DEA8C2F1A6F4}"/>
          </ac:spMkLst>
        </pc:spChg>
        <pc:spChg chg="del">
          <ac:chgData name="郁儒 廖" userId="189a1d031aa848d3" providerId="LiveId" clId="{CE290FA8-A7D4-44E9-ADF4-3783012E1A54}" dt="2021-07-24T17:51:18.819" v="316"/>
          <ac:spMkLst>
            <pc:docMk/>
            <pc:sldMk cId="1708893990" sldId="272"/>
            <ac:spMk id="3" creationId="{EFB150A1-F460-43AD-B8C2-A22B81E6BC5F}"/>
          </ac:spMkLst>
        </pc:spChg>
        <pc:spChg chg="add mod">
          <ac:chgData name="郁儒 廖" userId="189a1d031aa848d3" providerId="LiveId" clId="{CE290FA8-A7D4-44E9-ADF4-3783012E1A54}" dt="2021-07-24T17:52:15.037" v="336" actId="1076"/>
          <ac:spMkLst>
            <pc:docMk/>
            <pc:sldMk cId="1708893990" sldId="272"/>
            <ac:spMk id="4" creationId="{88337500-A4AC-4D18-826D-9F9279AA6B8A}"/>
          </ac:spMkLst>
        </pc:spChg>
        <pc:picChg chg="add mod">
          <ac:chgData name="郁儒 廖" userId="189a1d031aa848d3" providerId="LiveId" clId="{CE290FA8-A7D4-44E9-ADF4-3783012E1A54}" dt="2021-07-24T17:51:29.933" v="320" actId="1076"/>
          <ac:picMkLst>
            <pc:docMk/>
            <pc:sldMk cId="1708893990" sldId="272"/>
            <ac:picMk id="2050" creationId="{CD2C5727-6CF7-4166-B1FD-9A6B05E767B3}"/>
          </ac:picMkLst>
        </pc:picChg>
      </pc:sldChg>
      <pc:sldChg chg="delSp modSp add del ord">
        <pc:chgData name="郁儒 廖" userId="189a1d031aa848d3" providerId="LiveId" clId="{CE290FA8-A7D4-44E9-ADF4-3783012E1A54}" dt="2021-07-24T17:49:53.021" v="313" actId="47"/>
        <pc:sldMkLst>
          <pc:docMk/>
          <pc:sldMk cId="1758154840" sldId="272"/>
        </pc:sldMkLst>
        <pc:picChg chg="del">
          <ac:chgData name="郁儒 廖" userId="189a1d031aa848d3" providerId="LiveId" clId="{CE290FA8-A7D4-44E9-ADF4-3783012E1A54}" dt="2021-07-24T17:48:42.338" v="303" actId="478"/>
          <ac:picMkLst>
            <pc:docMk/>
            <pc:sldMk cId="1758154840" sldId="272"/>
            <ac:picMk id="1026" creationId="{2483219A-00C8-489E-A7F0-1F15452192AA}"/>
          </ac:picMkLst>
        </pc:picChg>
        <pc:picChg chg="mod">
          <ac:chgData name="郁儒 廖" userId="189a1d031aa848d3" providerId="LiveId" clId="{CE290FA8-A7D4-44E9-ADF4-3783012E1A54}" dt="2021-07-24T17:49:04.309" v="311" actId="14100"/>
          <ac:picMkLst>
            <pc:docMk/>
            <pc:sldMk cId="1758154840" sldId="272"/>
            <ac:picMk id="1028" creationId="{C3390DAD-1C47-458D-BA83-E32470B7D5A3}"/>
          </ac:picMkLst>
        </pc:picChg>
      </pc:sldChg>
      <pc:sldChg chg="add ord">
        <pc:chgData name="郁儒 廖" userId="189a1d031aa848d3" providerId="LiveId" clId="{CE290FA8-A7D4-44E9-ADF4-3783012E1A54}" dt="2021-07-24T17:52:37.838" v="339"/>
        <pc:sldMkLst>
          <pc:docMk/>
          <pc:sldMk cId="1569140240" sldId="273"/>
        </pc:sldMkLst>
      </pc:sldChg>
      <pc:sldChg chg="addSp delSp modSp new mod">
        <pc:chgData name="郁儒 廖" userId="189a1d031aa848d3" providerId="LiveId" clId="{CE290FA8-A7D4-44E9-ADF4-3783012E1A54}" dt="2021-07-25T03:07:16.414" v="581" actId="14100"/>
        <pc:sldMkLst>
          <pc:docMk/>
          <pc:sldMk cId="4060451678" sldId="274"/>
        </pc:sldMkLst>
        <pc:spChg chg="mod">
          <ac:chgData name="郁儒 廖" userId="189a1d031aa848d3" providerId="LiveId" clId="{CE290FA8-A7D4-44E9-ADF4-3783012E1A54}" dt="2021-07-24T18:03:05.773" v="380" actId="20577"/>
          <ac:spMkLst>
            <pc:docMk/>
            <pc:sldMk cId="4060451678" sldId="274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05:33.151" v="389"/>
          <ac:spMkLst>
            <pc:docMk/>
            <pc:sldMk cId="4060451678" sldId="274"/>
            <ac:spMk id="3" creationId="{82A49E8B-872F-48C9-9FBB-8B84A2FFA0EE}"/>
          </ac:spMkLst>
        </pc:spChg>
        <pc:spChg chg="add mod">
          <ac:chgData name="郁儒 廖" userId="189a1d031aa848d3" providerId="LiveId" clId="{CE290FA8-A7D4-44E9-ADF4-3783012E1A54}" dt="2021-07-24T18:10:30.356" v="414" actId="1076"/>
          <ac:spMkLst>
            <pc:docMk/>
            <pc:sldMk cId="4060451678" sldId="274"/>
            <ac:spMk id="5" creationId="{76FE55B1-B35E-43D9-8134-37E5A5237685}"/>
          </ac:spMkLst>
        </pc:spChg>
        <pc:spChg chg="add mod">
          <ac:chgData name="郁儒 廖" userId="189a1d031aa848d3" providerId="LiveId" clId="{CE290FA8-A7D4-44E9-ADF4-3783012E1A54}" dt="2021-07-24T18:10:40.300" v="416" actId="1076"/>
          <ac:spMkLst>
            <pc:docMk/>
            <pc:sldMk cId="4060451678" sldId="274"/>
            <ac:spMk id="10" creationId="{18228516-59B3-4FE2-A6D6-84A751C34D05}"/>
          </ac:spMkLst>
        </pc:spChg>
        <pc:picChg chg="add mod">
          <ac:chgData name="郁儒 廖" userId="189a1d031aa848d3" providerId="LiveId" clId="{CE290FA8-A7D4-44E9-ADF4-3783012E1A54}" dt="2021-07-24T18:10:35.653" v="415" actId="1076"/>
          <ac:picMkLst>
            <pc:docMk/>
            <pc:sldMk cId="4060451678" sldId="274"/>
            <ac:picMk id="4" creationId="{2156ABF1-55AF-4D86-A95D-78E14E556BA9}"/>
          </ac:picMkLst>
        </pc:picChg>
        <pc:picChg chg="add mod">
          <ac:chgData name="郁儒 廖" userId="189a1d031aa848d3" providerId="LiveId" clId="{CE290FA8-A7D4-44E9-ADF4-3783012E1A54}" dt="2021-07-24T18:10:48.517" v="419" actId="1076"/>
          <ac:picMkLst>
            <pc:docMk/>
            <pc:sldMk cId="4060451678" sldId="274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2:03.933" v="430" actId="1076"/>
          <ac:picMkLst>
            <pc:docMk/>
            <pc:sldMk cId="4060451678" sldId="274"/>
            <ac:picMk id="22" creationId="{EF213945-2A91-4CDF-9245-4505860F2713}"/>
          </ac:picMkLst>
        </pc:picChg>
        <pc:cxnChg chg="add mod">
          <ac:chgData name="郁儒 廖" userId="189a1d031aa848d3" providerId="LiveId" clId="{CE290FA8-A7D4-44E9-ADF4-3783012E1A54}" dt="2021-07-24T18:10:43.021" v="417" actId="1076"/>
          <ac:cxnSpMkLst>
            <pc:docMk/>
            <pc:sldMk cId="4060451678" sldId="274"/>
            <ac:cxnSpMk id="7" creationId="{6DE49F1A-36EB-4148-B8C6-92BC3E69D765}"/>
          </ac:cxnSpMkLst>
        </pc:cxnChg>
        <pc:cxnChg chg="add mod">
          <ac:chgData name="郁儒 廖" userId="189a1d031aa848d3" providerId="LiveId" clId="{CE290FA8-A7D4-44E9-ADF4-3783012E1A54}" dt="2021-07-24T18:10:46.157" v="418" actId="1076"/>
          <ac:cxnSpMkLst>
            <pc:docMk/>
            <pc:sldMk cId="4060451678" sldId="274"/>
            <ac:cxnSpMk id="8" creationId="{B860984A-1D1A-4AC4-94C7-2809DD1E4C0C}"/>
          </ac:cxnSpMkLst>
        </pc:cxnChg>
        <pc:cxnChg chg="add mod">
          <ac:chgData name="郁儒 廖" userId="189a1d031aa848d3" providerId="LiveId" clId="{CE290FA8-A7D4-44E9-ADF4-3783012E1A54}" dt="2021-07-25T03:07:16.414" v="581" actId="14100"/>
          <ac:cxnSpMkLst>
            <pc:docMk/>
            <pc:sldMk cId="4060451678" sldId="274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17:19.363" v="491" actId="478"/>
        <pc:sldMkLst>
          <pc:docMk/>
          <pc:sldMk cId="4088539193" sldId="275"/>
        </pc:sldMkLst>
        <pc:spChg chg="mod">
          <ac:chgData name="郁儒 廖" userId="189a1d031aa848d3" providerId="LiveId" clId="{CE290FA8-A7D4-44E9-ADF4-3783012E1A54}" dt="2021-07-24T18:15:08.763" v="453" actId="20577"/>
          <ac:spMkLst>
            <pc:docMk/>
            <pc:sldMk cId="4088539193" sldId="275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5" creationId="{76FE55B1-B35E-43D9-8134-37E5A5237685}"/>
          </ac:spMkLst>
        </pc:spChg>
        <pc:spChg chg="add del mod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6" creationId="{35F27EF8-2BBB-4FD8-B5F7-BAE78EBC4C40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10" creationId="{18228516-59B3-4FE2-A6D6-84A751C34D05}"/>
          </ac:spMkLst>
        </pc:spChg>
        <pc:spChg chg="add mod">
          <ac:chgData name="郁儒 廖" userId="189a1d031aa848d3" providerId="LiveId" clId="{CE290FA8-A7D4-44E9-ADF4-3783012E1A54}" dt="2021-07-24T18:16:44.013" v="474" actId="14100"/>
          <ac:spMkLst>
            <pc:docMk/>
            <pc:sldMk cId="4088539193" sldId="275"/>
            <ac:spMk id="20" creationId="{A9E9C65A-9533-4F3E-8868-36DA0C1D5308}"/>
          </ac:spMkLst>
        </pc:spChg>
        <pc:spChg chg="add mod">
          <ac:chgData name="郁儒 廖" userId="189a1d031aa848d3" providerId="LiveId" clId="{CE290FA8-A7D4-44E9-ADF4-3783012E1A54}" dt="2021-07-24T18:16:54.395" v="480" actId="20577"/>
          <ac:spMkLst>
            <pc:docMk/>
            <pc:sldMk cId="4088539193" sldId="275"/>
            <ac:spMk id="23" creationId="{12E12CF4-EB5A-435C-902B-52B004EEAAF8}"/>
          </ac:spMkLst>
        </pc:spChg>
        <pc:spChg chg="add mod">
          <ac:chgData name="郁儒 廖" userId="189a1d031aa848d3" providerId="LiveId" clId="{CE290FA8-A7D4-44E9-ADF4-3783012E1A54}" dt="2021-07-24T18:17:08.521" v="489" actId="20577"/>
          <ac:spMkLst>
            <pc:docMk/>
            <pc:sldMk cId="4088539193" sldId="275"/>
            <ac:spMk id="24" creationId="{A8E74644-2461-45A4-8D84-34730FC66438}"/>
          </ac:spMkLst>
        </pc:spChg>
        <pc:picChg chg="del">
          <ac:chgData name="郁儒 廖" userId="189a1d031aa848d3" providerId="LiveId" clId="{CE290FA8-A7D4-44E9-ADF4-3783012E1A54}" dt="2021-07-24T18:13:49.018" v="433" actId="478"/>
          <ac:picMkLst>
            <pc:docMk/>
            <pc:sldMk cId="4088539193" sldId="275"/>
            <ac:picMk id="4" creationId="{2156ABF1-55AF-4D86-A95D-78E14E556BA9}"/>
          </ac:picMkLst>
        </pc:picChg>
        <pc:picChg chg="add del mod">
          <ac:chgData name="郁儒 廖" userId="189a1d031aa848d3" providerId="LiveId" clId="{CE290FA8-A7D4-44E9-ADF4-3783012E1A54}" dt="2021-07-24T18:17:19.363" v="491" actId="478"/>
          <ac:picMkLst>
            <pc:docMk/>
            <pc:sldMk cId="4088539193" sldId="275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3:53.049" v="434" actId="478"/>
          <ac:picMkLst>
            <pc:docMk/>
            <pc:sldMk cId="4088539193" sldId="275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5:53.165" v="459" actId="1076"/>
          <ac:picMkLst>
            <pc:docMk/>
            <pc:sldMk cId="4088539193" sldId="275"/>
            <ac:picMk id="15" creationId="{7816074C-61F1-48A5-BFA0-2A19A0E2804C}"/>
          </ac:picMkLst>
        </pc:picChg>
        <pc:picChg chg="add mod">
          <ac:chgData name="郁儒 廖" userId="189a1d031aa848d3" providerId="LiveId" clId="{CE290FA8-A7D4-44E9-ADF4-3783012E1A54}" dt="2021-07-24T18:15:55.789" v="460" actId="1076"/>
          <ac:picMkLst>
            <pc:docMk/>
            <pc:sldMk cId="4088539193" sldId="275"/>
            <ac:picMk id="17" creationId="{0AFCE2B6-3338-4E90-9275-8EF897D20035}"/>
          </ac:picMkLst>
        </pc:picChg>
        <pc:picChg chg="add mod">
          <ac:chgData name="郁儒 廖" userId="189a1d031aa848d3" providerId="LiveId" clId="{CE290FA8-A7D4-44E9-ADF4-3783012E1A54}" dt="2021-07-24T18:16:22.773" v="462" actId="1076"/>
          <ac:picMkLst>
            <pc:docMk/>
            <pc:sldMk cId="4088539193" sldId="275"/>
            <ac:picMk id="19" creationId="{AAA49C79-6DB8-494C-9F04-83235636C9D5}"/>
          </ac:picMkLst>
        </pc:picChg>
        <pc:picChg chg="del">
          <ac:chgData name="郁儒 廖" userId="189a1d031aa848d3" providerId="LiveId" clId="{CE290FA8-A7D4-44E9-ADF4-3783012E1A54}" dt="2021-07-24T18:13:57.884" v="435" actId="478"/>
          <ac:picMkLst>
            <pc:docMk/>
            <pc:sldMk cId="4088539193" sldId="275"/>
            <ac:picMk id="22" creationId="{EF213945-2A91-4CDF-9245-4505860F2713}"/>
          </ac:picMkLst>
        </pc:pic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7" creationId="{6DE49F1A-36EB-4148-B8C6-92BC3E69D765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8" creationId="{B860984A-1D1A-4AC4-94C7-2809DD1E4C0C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20:26.635" v="536"/>
        <pc:sldMkLst>
          <pc:docMk/>
          <pc:sldMk cId="895972717" sldId="276"/>
        </pc:sldMkLst>
        <pc:spChg chg="mod">
          <ac:chgData name="郁儒 廖" userId="189a1d031aa848d3" providerId="LiveId" clId="{CE290FA8-A7D4-44E9-ADF4-3783012E1A54}" dt="2021-07-24T18:18:04.609" v="492"/>
          <ac:spMkLst>
            <pc:docMk/>
            <pc:sldMk cId="895972717" sldId="276"/>
            <ac:spMk id="2" creationId="{5F3DBE48-F582-4210-8455-88167B475D2E}"/>
          </ac:spMkLst>
        </pc:spChg>
        <pc:spChg chg="add mod">
          <ac:chgData name="郁儒 廖" userId="189a1d031aa848d3" providerId="LiveId" clId="{CE290FA8-A7D4-44E9-ADF4-3783012E1A54}" dt="2021-07-24T18:20:26.635" v="536"/>
          <ac:spMkLst>
            <pc:docMk/>
            <pc:sldMk cId="895972717" sldId="276"/>
            <ac:spMk id="5" creationId="{2997800A-4C16-41C5-A09B-D4C483B1FF9D}"/>
          </ac:spMkLst>
        </pc:spChg>
        <pc:spChg chg="del">
          <ac:chgData name="郁儒 廖" userId="189a1d031aa848d3" providerId="LiveId" clId="{CE290FA8-A7D4-44E9-ADF4-3783012E1A54}" dt="2021-07-24T18:18:10.396" v="498" actId="478"/>
          <ac:spMkLst>
            <pc:docMk/>
            <pc:sldMk cId="895972717" sldId="276"/>
            <ac:spMk id="20" creationId="{A9E9C65A-9533-4F3E-8868-36DA0C1D5308}"/>
          </ac:spMkLst>
        </pc:spChg>
        <pc:spChg chg="del">
          <ac:chgData name="郁儒 廖" userId="189a1d031aa848d3" providerId="LiveId" clId="{CE290FA8-A7D4-44E9-ADF4-3783012E1A54}" dt="2021-07-24T18:18:09.210" v="497" actId="478"/>
          <ac:spMkLst>
            <pc:docMk/>
            <pc:sldMk cId="895972717" sldId="276"/>
            <ac:spMk id="23" creationId="{12E12CF4-EB5A-435C-902B-52B004EEAAF8}"/>
          </ac:spMkLst>
        </pc:spChg>
        <pc:spChg chg="del">
          <ac:chgData name="郁儒 廖" userId="189a1d031aa848d3" providerId="LiveId" clId="{CE290FA8-A7D4-44E9-ADF4-3783012E1A54}" dt="2021-07-24T18:18:08.157" v="496" actId="478"/>
          <ac:spMkLst>
            <pc:docMk/>
            <pc:sldMk cId="895972717" sldId="276"/>
            <ac:spMk id="24" creationId="{A8E74644-2461-45A4-8D84-34730FC66438}"/>
          </ac:spMkLst>
        </pc:spChg>
        <pc:picChg chg="add mod">
          <ac:chgData name="郁儒 廖" userId="189a1d031aa848d3" providerId="LiveId" clId="{CE290FA8-A7D4-44E9-ADF4-3783012E1A54}" dt="2021-07-24T18:18:30.413" v="502" actId="1076"/>
          <ac:picMkLst>
            <pc:docMk/>
            <pc:sldMk cId="895972717" sldId="276"/>
            <ac:picMk id="4" creationId="{84FC0F8C-F0C8-4FED-879D-7025B28442DF}"/>
          </ac:picMkLst>
        </pc:picChg>
        <pc:picChg chg="mod">
          <ac:chgData name="郁儒 廖" userId="189a1d031aa848d3" providerId="LiveId" clId="{CE290FA8-A7D4-44E9-ADF4-3783012E1A54}" dt="2021-07-24T18:18:36.693" v="504" actId="1076"/>
          <ac:picMkLst>
            <pc:docMk/>
            <pc:sldMk cId="895972717" sldId="276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8:06.466" v="494" actId="478"/>
          <ac:picMkLst>
            <pc:docMk/>
            <pc:sldMk cId="895972717" sldId="276"/>
            <ac:picMk id="15" creationId="{7816074C-61F1-48A5-BFA0-2A19A0E2804C}"/>
          </ac:picMkLst>
        </pc:picChg>
        <pc:picChg chg="del">
          <ac:chgData name="郁儒 廖" userId="189a1d031aa848d3" providerId="LiveId" clId="{CE290FA8-A7D4-44E9-ADF4-3783012E1A54}" dt="2021-07-24T18:18:05.896" v="493" actId="478"/>
          <ac:picMkLst>
            <pc:docMk/>
            <pc:sldMk cId="895972717" sldId="276"/>
            <ac:picMk id="17" creationId="{0AFCE2B6-3338-4E90-9275-8EF897D20035}"/>
          </ac:picMkLst>
        </pc:picChg>
        <pc:picChg chg="del">
          <ac:chgData name="郁儒 廖" userId="189a1d031aa848d3" providerId="LiveId" clId="{CE290FA8-A7D4-44E9-ADF4-3783012E1A54}" dt="2021-07-24T18:18:06.958" v="495" actId="478"/>
          <ac:picMkLst>
            <pc:docMk/>
            <pc:sldMk cId="895972717" sldId="276"/>
            <ac:picMk id="19" creationId="{AAA49C79-6DB8-494C-9F04-83235636C9D5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9.635" v="608" actId="729"/>
        <pc:sldMkLst>
          <pc:docMk/>
          <pc:sldMk cId="986427882" sldId="277"/>
        </pc:sldMkLst>
        <pc:spChg chg="mod">
          <ac:chgData name="郁儒 廖" userId="189a1d031aa848d3" providerId="LiveId" clId="{CE290FA8-A7D4-44E9-ADF4-3783012E1A54}" dt="2021-07-24T18:23:06.896" v="538"/>
          <ac:spMkLst>
            <pc:docMk/>
            <pc:sldMk cId="986427882" sldId="277"/>
            <ac:spMk id="2" creationId="{5F3DBE48-F582-4210-8455-88167B475D2E}"/>
          </ac:spMkLst>
        </pc:spChg>
        <pc:spChg chg="mod">
          <ac:chgData name="郁儒 廖" userId="189a1d031aa848d3" providerId="LiveId" clId="{CE290FA8-A7D4-44E9-ADF4-3783012E1A54}" dt="2021-07-24T18:23:36.580" v="544" actId="1076"/>
          <ac:spMkLst>
            <pc:docMk/>
            <pc:sldMk cId="986427882" sldId="277"/>
            <ac:spMk id="5" creationId="{2997800A-4C16-41C5-A09B-D4C483B1FF9D}"/>
          </ac:spMkLst>
        </pc:spChg>
        <pc:picChg chg="del">
          <ac:chgData name="郁儒 廖" userId="189a1d031aa848d3" providerId="LiveId" clId="{CE290FA8-A7D4-44E9-ADF4-3783012E1A54}" dt="2021-07-24T18:23:23.957" v="539" actId="478"/>
          <ac:picMkLst>
            <pc:docMk/>
            <pc:sldMk cId="986427882" sldId="277"/>
            <ac:picMk id="4" creationId="{84FC0F8C-F0C8-4FED-879D-7025B28442DF}"/>
          </ac:picMkLst>
        </pc:picChg>
        <pc:picChg chg="add mod">
          <ac:chgData name="郁儒 廖" userId="189a1d031aa848d3" providerId="LiveId" clId="{CE290FA8-A7D4-44E9-ADF4-3783012E1A54}" dt="2021-07-24T18:23:41.364" v="547" actId="1076"/>
          <ac:picMkLst>
            <pc:docMk/>
            <pc:sldMk cId="986427882" sldId="277"/>
            <ac:picMk id="6" creationId="{B6C10702-40EF-4024-8C46-9FE9DE7D1195}"/>
          </ac:picMkLst>
        </pc:picChg>
        <pc:picChg chg="del">
          <ac:chgData name="郁儒 廖" userId="189a1d031aa848d3" providerId="LiveId" clId="{CE290FA8-A7D4-44E9-ADF4-3783012E1A54}" dt="2021-07-24T18:23:24.819" v="540" actId="478"/>
          <ac:picMkLst>
            <pc:docMk/>
            <pc:sldMk cId="986427882" sldId="277"/>
            <ac:picMk id="11" creationId="{23427283-8C26-4B6E-A445-C57B1FDB559E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5.834" v="607" actId="729"/>
        <pc:sldMkLst>
          <pc:docMk/>
          <pc:sldMk cId="2549370280" sldId="278"/>
        </pc:sldMkLst>
        <pc:spChg chg="mod">
          <ac:chgData name="郁儒 廖" userId="189a1d031aa848d3" providerId="LiveId" clId="{CE290FA8-A7D4-44E9-ADF4-3783012E1A54}" dt="2021-07-24T18:26:46.629" v="553" actId="20577"/>
          <ac:spMkLst>
            <pc:docMk/>
            <pc:sldMk cId="2549370280" sldId="278"/>
            <ac:spMk id="2" creationId="{5F3DBE48-F582-4210-8455-88167B475D2E}"/>
          </ac:spMkLst>
        </pc:spChg>
        <pc:picChg chg="add mod">
          <ac:chgData name="郁儒 廖" userId="189a1d031aa848d3" providerId="LiveId" clId="{CE290FA8-A7D4-44E9-ADF4-3783012E1A54}" dt="2021-07-24T18:27:11.796" v="560" actId="1076"/>
          <ac:picMkLst>
            <pc:docMk/>
            <pc:sldMk cId="2549370280" sldId="278"/>
            <ac:picMk id="4" creationId="{C9E58167-DC45-4F55-AF9B-4E740B477C38}"/>
          </ac:picMkLst>
        </pc:picChg>
        <pc:picChg chg="del">
          <ac:chgData name="郁儒 廖" userId="189a1d031aa848d3" providerId="LiveId" clId="{CE290FA8-A7D4-44E9-ADF4-3783012E1A54}" dt="2021-07-24T18:26:48.467" v="554" actId="478"/>
          <ac:picMkLst>
            <pc:docMk/>
            <pc:sldMk cId="2549370280" sldId="278"/>
            <ac:picMk id="6" creationId="{B6C10702-40EF-4024-8C46-9FE9DE7D1195}"/>
          </ac:picMkLst>
        </pc:picChg>
      </pc:sldChg>
      <pc:sldChg chg="addSp delSp modSp add del mod modShow">
        <pc:chgData name="郁儒 廖" userId="189a1d031aa848d3" providerId="LiveId" clId="{CE290FA8-A7D4-44E9-ADF4-3783012E1A54}" dt="2021-07-27T06:06:42.266" v="612" actId="47"/>
        <pc:sldMkLst>
          <pc:docMk/>
          <pc:sldMk cId="4289364975" sldId="279"/>
        </pc:sldMkLst>
        <pc:spChg chg="mod">
          <ac:chgData name="郁儒 廖" userId="189a1d031aa848d3" providerId="LiveId" clId="{CE290FA8-A7D4-44E9-ADF4-3783012E1A54}" dt="2021-07-24T18:30:23.203" v="566" actId="20577"/>
          <ac:spMkLst>
            <pc:docMk/>
            <pc:sldMk cId="4289364975" sldId="279"/>
            <ac:spMk id="2" creationId="{5F3DBE48-F582-4210-8455-88167B475D2E}"/>
          </ac:spMkLst>
        </pc:spChg>
        <pc:picChg chg="del">
          <ac:chgData name="郁儒 廖" userId="189a1d031aa848d3" providerId="LiveId" clId="{CE290FA8-A7D4-44E9-ADF4-3783012E1A54}" dt="2021-07-24T18:30:25.880" v="567" actId="478"/>
          <ac:picMkLst>
            <pc:docMk/>
            <pc:sldMk cId="4289364975" sldId="279"/>
            <ac:picMk id="4" creationId="{C9E58167-DC45-4F55-AF9B-4E740B477C38}"/>
          </ac:picMkLst>
        </pc:picChg>
        <pc:picChg chg="add mod">
          <ac:chgData name="郁儒 廖" userId="189a1d031aa848d3" providerId="LiveId" clId="{CE290FA8-A7D4-44E9-ADF4-3783012E1A54}" dt="2021-07-24T18:30:44.948" v="571" actId="1076"/>
          <ac:picMkLst>
            <pc:docMk/>
            <pc:sldMk cId="4289364975" sldId="279"/>
            <ac:picMk id="6" creationId="{9C668F7F-9D09-494C-9EDF-C36E6189F463}"/>
          </ac:picMkLst>
        </pc:picChg>
      </pc:sldChg>
      <pc:sldChg chg="add del mod modShow">
        <pc:chgData name="郁儒 廖" userId="189a1d031aa848d3" providerId="LiveId" clId="{CE290FA8-A7D4-44E9-ADF4-3783012E1A54}" dt="2021-07-27T06:06:38.674" v="611" actId="47"/>
        <pc:sldMkLst>
          <pc:docMk/>
          <pc:sldMk cId="3461190198" sldId="280"/>
        </pc:sldMkLst>
      </pc:sldChg>
      <pc:sldChg chg="modSp new mod">
        <pc:chgData name="郁儒 廖" userId="189a1d031aa848d3" providerId="LiveId" clId="{CE290FA8-A7D4-44E9-ADF4-3783012E1A54}" dt="2021-07-27T05:27:51.573" v="600" actId="5793"/>
        <pc:sldMkLst>
          <pc:docMk/>
          <pc:sldMk cId="1339591712" sldId="281"/>
        </pc:sldMkLst>
        <pc:spChg chg="mod">
          <ac:chgData name="郁儒 廖" userId="189a1d031aa848d3" providerId="LiveId" clId="{CE290FA8-A7D4-44E9-ADF4-3783012E1A54}" dt="2021-07-25T05:53:20.406" v="585"/>
          <ac:spMkLst>
            <pc:docMk/>
            <pc:sldMk cId="1339591712" sldId="281"/>
            <ac:spMk id="2" creationId="{D3BF29CD-F8CF-4F47-92BE-649B84536DD9}"/>
          </ac:spMkLst>
        </pc:spChg>
        <pc:spChg chg="mod">
          <ac:chgData name="郁儒 廖" userId="189a1d031aa848d3" providerId="LiveId" clId="{CE290FA8-A7D4-44E9-ADF4-3783012E1A54}" dt="2021-07-27T05:27:51.573" v="600" actId="5793"/>
          <ac:spMkLst>
            <pc:docMk/>
            <pc:sldMk cId="1339591712" sldId="281"/>
            <ac:spMk id="3" creationId="{5444A68A-3CE0-4A7F-9A14-0740120E091F}"/>
          </ac:spMkLst>
        </pc:spChg>
      </pc:sldChg>
    </pc:docChg>
  </pc:docChgLst>
  <pc:docChgLst>
    <pc:chgData name="郁儒 廖" userId="189a1d031aa848d3" providerId="LiveId" clId="{F7E03734-E1EE-48DE-9C2C-A02502A248C3}"/>
    <pc:docChg chg="undo custSel addSld modSld sldOrd">
      <pc:chgData name="郁儒 廖" userId="189a1d031aa848d3" providerId="LiveId" clId="{F7E03734-E1EE-48DE-9C2C-A02502A248C3}" dt="2021-06-29T06:27:05.226" v="405" actId="20577"/>
      <pc:docMkLst>
        <pc:docMk/>
      </pc:docMkLst>
      <pc:sldChg chg="addSp delSp modSp mod">
        <pc:chgData name="郁儒 廖" userId="189a1d031aa848d3" providerId="LiveId" clId="{F7E03734-E1EE-48DE-9C2C-A02502A248C3}" dt="2021-06-29T06:27:05.226" v="405" actId="20577"/>
        <pc:sldMkLst>
          <pc:docMk/>
          <pc:sldMk cId="1310905560" sldId="256"/>
        </pc:sldMkLst>
        <pc:spChg chg="mod">
          <ac:chgData name="郁儒 廖" userId="189a1d031aa848d3" providerId="LiveId" clId="{F7E03734-E1EE-48DE-9C2C-A02502A248C3}" dt="2021-06-26T16:01:18.582" v="272" actId="1076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F7E03734-E1EE-48DE-9C2C-A02502A248C3}" dt="2021-06-26T16:01:33.256" v="278" actId="1036"/>
          <ac:spMkLst>
            <pc:docMk/>
            <pc:sldMk cId="1310905560" sldId="256"/>
            <ac:spMk id="3" creationId="{71E7239B-5619-42E5-947E-7CC9BEF1FE52}"/>
          </ac:spMkLst>
        </pc:spChg>
        <pc:spChg chg="add del mod">
          <ac:chgData name="郁儒 廖" userId="189a1d031aa848d3" providerId="LiveId" clId="{F7E03734-E1EE-48DE-9C2C-A02502A248C3}" dt="2021-06-26T15:59:48.174" v="258" actId="478"/>
          <ac:spMkLst>
            <pc:docMk/>
            <pc:sldMk cId="1310905560" sldId="256"/>
            <ac:spMk id="4" creationId="{ACE1550D-4A56-4151-A627-51590743053C}"/>
          </ac:spMkLst>
        </pc:spChg>
        <pc:spChg chg="add mod">
          <ac:chgData name="郁儒 廖" userId="189a1d031aa848d3" providerId="LiveId" clId="{F7E03734-E1EE-48DE-9C2C-A02502A248C3}" dt="2021-06-29T06:27:05.226" v="405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modSp mod">
        <pc:chgData name="郁儒 廖" userId="189a1d031aa848d3" providerId="LiveId" clId="{F7E03734-E1EE-48DE-9C2C-A02502A248C3}" dt="2021-06-27T14:20:55.197" v="382" actId="20577"/>
        <pc:sldMkLst>
          <pc:docMk/>
          <pc:sldMk cId="2573059498" sldId="258"/>
        </pc:sldMkLst>
        <pc:spChg chg="mod">
          <ac:chgData name="郁儒 廖" userId="189a1d031aa848d3" providerId="LiveId" clId="{F7E03734-E1EE-48DE-9C2C-A02502A248C3}" dt="2021-06-26T16:03:35.398" v="301" actId="108"/>
          <ac:spMkLst>
            <pc:docMk/>
            <pc:sldMk cId="2573059498" sldId="258"/>
            <ac:spMk id="2" creationId="{47AB24D3-3C1B-4033-BC50-76F4ABFC7748}"/>
          </ac:spMkLst>
        </pc:spChg>
        <pc:spChg chg="mod">
          <ac:chgData name="郁儒 廖" userId="189a1d031aa848d3" providerId="LiveId" clId="{F7E03734-E1EE-48DE-9C2C-A02502A248C3}" dt="2021-06-26T16:04:08.224" v="310" actId="113"/>
          <ac:spMkLst>
            <pc:docMk/>
            <pc:sldMk cId="2573059498" sldId="258"/>
            <ac:spMk id="6" creationId="{0F99D5B4-A2E2-4A60-9E54-A84D4DC5F055}"/>
          </ac:spMkLst>
        </pc:spChg>
        <pc:spChg chg="mod">
          <ac:chgData name="郁儒 廖" userId="189a1d031aa848d3" providerId="LiveId" clId="{F7E03734-E1EE-48DE-9C2C-A02502A248C3}" dt="2021-06-26T16:04:37.092" v="311" actId="2711"/>
          <ac:spMkLst>
            <pc:docMk/>
            <pc:sldMk cId="2573059498" sldId="258"/>
            <ac:spMk id="7" creationId="{54B50B5B-0771-4250-8A8E-75209CA49F4B}"/>
          </ac:spMkLst>
        </pc:spChg>
        <pc:spChg chg="mod">
          <ac:chgData name="郁儒 廖" userId="189a1d031aa848d3" providerId="LiveId" clId="{F7E03734-E1EE-48DE-9C2C-A02502A248C3}" dt="2021-06-27T14:20:55.197" v="382" actId="20577"/>
          <ac:spMkLst>
            <pc:docMk/>
            <pc:sldMk cId="2573059498" sldId="258"/>
            <ac:spMk id="8" creationId="{E88579BE-F294-484D-BDCD-7FD9728485CA}"/>
          </ac:spMkLst>
        </pc:spChg>
        <pc:spChg chg="mod">
          <ac:chgData name="郁儒 廖" userId="189a1d031aa848d3" providerId="LiveId" clId="{F7E03734-E1EE-48DE-9C2C-A02502A248C3}" dt="2021-06-26T16:04:54.375" v="313" actId="2711"/>
          <ac:spMkLst>
            <pc:docMk/>
            <pc:sldMk cId="2573059498" sldId="258"/>
            <ac:spMk id="9" creationId="{25E96A07-4275-4C3A-B0F3-9FAC6D8FED6F}"/>
          </ac:spMkLst>
        </pc:spChg>
        <pc:spChg chg="mod">
          <ac:chgData name="郁儒 廖" userId="189a1d031aa848d3" providerId="LiveId" clId="{F7E03734-E1EE-48DE-9C2C-A02502A248C3}" dt="2021-06-26T16:04:59.061" v="314" actId="2711"/>
          <ac:spMkLst>
            <pc:docMk/>
            <pc:sldMk cId="2573059498" sldId="258"/>
            <ac:spMk id="10" creationId="{DA5D15EC-FB11-4EAF-A240-F4881E5EA7A8}"/>
          </ac:spMkLst>
        </pc:spChg>
      </pc:sldChg>
      <pc:sldChg chg="modSp mod ord">
        <pc:chgData name="郁儒 廖" userId="189a1d031aa848d3" providerId="LiveId" clId="{F7E03734-E1EE-48DE-9C2C-A02502A248C3}" dt="2021-06-27T14:11:18.442" v="322"/>
        <pc:sldMkLst>
          <pc:docMk/>
          <pc:sldMk cId="3515119788" sldId="259"/>
        </pc:sldMkLst>
        <pc:spChg chg="mod">
          <ac:chgData name="郁儒 廖" userId="189a1d031aa848d3" providerId="LiveId" clId="{F7E03734-E1EE-48DE-9C2C-A02502A248C3}" dt="2021-06-26T16:02:09.590" v="281" actId="108"/>
          <ac:spMkLst>
            <pc:docMk/>
            <pc:sldMk cId="3515119788" sldId="259"/>
            <ac:spMk id="2" creationId="{46D4B5A4-2E12-4B48-997F-0A3F6BB8E5EE}"/>
          </ac:spMkLst>
        </pc:spChg>
      </pc:sldChg>
      <pc:sldChg chg="modSp mod">
        <pc:chgData name="郁儒 廖" userId="189a1d031aa848d3" providerId="LiveId" clId="{F7E03734-E1EE-48DE-9C2C-A02502A248C3}" dt="2021-06-27T14:23:26.793" v="384" actId="20577"/>
        <pc:sldMkLst>
          <pc:docMk/>
          <pc:sldMk cId="3353010267" sldId="260"/>
        </pc:sldMkLst>
        <pc:spChg chg="mod">
          <ac:chgData name="郁儒 廖" userId="189a1d031aa848d3" providerId="LiveId" clId="{F7E03734-E1EE-48DE-9C2C-A02502A248C3}" dt="2021-06-27T14:23:26.793" v="384" actId="20577"/>
          <ac:spMkLst>
            <pc:docMk/>
            <pc:sldMk cId="3353010267" sldId="260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7:05.809" v="356" actId="20577"/>
          <ac:spMkLst>
            <pc:docMk/>
            <pc:sldMk cId="3353010267" sldId="260"/>
            <ac:spMk id="6" creationId="{56B442F7-5136-4E93-9FE2-2CAC213991C3}"/>
          </ac:spMkLst>
        </pc:spChg>
        <pc:graphicFrameChg chg="modGraphic">
          <ac:chgData name="郁儒 廖" userId="189a1d031aa848d3" providerId="LiveId" clId="{F7E03734-E1EE-48DE-9C2C-A02502A248C3}" dt="2021-06-27T14:16:58.756" v="353" actId="20577"/>
          <ac:graphicFrameMkLst>
            <pc:docMk/>
            <pc:sldMk cId="3353010267" sldId="260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0.041" v="385" actId="20577"/>
        <pc:sldMkLst>
          <pc:docMk/>
          <pc:sldMk cId="3679457579" sldId="261"/>
        </pc:sldMkLst>
        <pc:spChg chg="del">
          <ac:chgData name="郁儒 廖" userId="189a1d031aa848d3" providerId="LiveId" clId="{F7E03734-E1EE-48DE-9C2C-A02502A248C3}" dt="2021-06-26T16:03:01.460" v="290" actId="478"/>
          <ac:spMkLst>
            <pc:docMk/>
            <pc:sldMk cId="3679457579" sldId="261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49.767" v="350" actId="20577"/>
          <ac:spMkLst>
            <pc:docMk/>
            <pc:sldMk cId="3679457579" sldId="261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3.573" v="291" actId="478"/>
          <ac:spMkLst>
            <pc:docMk/>
            <pc:sldMk cId="3679457579" sldId="261"/>
            <ac:spMk id="9" creationId="{96B04D9E-B30D-4A69-A4C1-C72C313A1153}"/>
          </ac:spMkLst>
        </pc:spChg>
        <pc:spChg chg="add mod">
          <ac:chgData name="郁儒 廖" userId="189a1d031aa848d3" providerId="LiveId" clId="{F7E03734-E1EE-48DE-9C2C-A02502A248C3}" dt="2021-06-27T14:23:30.041" v="385" actId="20577"/>
          <ac:spMkLst>
            <pc:docMk/>
            <pc:sldMk cId="3679457579" sldId="261"/>
            <ac:spMk id="10" creationId="{31815381-98AE-4F5B-9A6C-08961D44B59B}"/>
          </ac:spMkLst>
        </pc:spChg>
        <pc:graphicFrameChg chg="modGraphic">
          <ac:chgData name="郁儒 廖" userId="189a1d031aa848d3" providerId="LiveId" clId="{F7E03734-E1EE-48DE-9C2C-A02502A248C3}" dt="2021-06-27T14:16:40.230" v="347" actId="20577"/>
          <ac:graphicFrameMkLst>
            <pc:docMk/>
            <pc:sldMk cId="3679457579" sldId="261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4.001" v="386" actId="20577"/>
        <pc:sldMkLst>
          <pc:docMk/>
          <pc:sldMk cId="2166195919" sldId="262"/>
        </pc:sldMkLst>
        <pc:spChg chg="del">
          <ac:chgData name="郁儒 廖" userId="189a1d031aa848d3" providerId="LiveId" clId="{F7E03734-E1EE-48DE-9C2C-A02502A248C3}" dt="2021-06-26T16:03:07.212" v="293" actId="478"/>
          <ac:spMkLst>
            <pc:docMk/>
            <pc:sldMk cId="2166195919" sldId="262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24.522" v="344" actId="20577"/>
          <ac:spMkLst>
            <pc:docMk/>
            <pc:sldMk cId="2166195919" sldId="262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9.405" v="294" actId="478"/>
          <ac:spMkLst>
            <pc:docMk/>
            <pc:sldMk cId="2166195919" sldId="262"/>
            <ac:spMk id="10" creationId="{70BBB809-686D-4CEC-93AA-D5B3B2B35460}"/>
          </ac:spMkLst>
        </pc:spChg>
        <pc:spChg chg="add mod">
          <ac:chgData name="郁儒 廖" userId="189a1d031aa848d3" providerId="LiveId" clId="{F7E03734-E1EE-48DE-9C2C-A02502A248C3}" dt="2021-06-27T14:23:34.001" v="386" actId="20577"/>
          <ac:spMkLst>
            <pc:docMk/>
            <pc:sldMk cId="2166195919" sldId="262"/>
            <ac:spMk id="11" creationId="{63D33D3B-20F9-481F-AF36-DDE7CAA21EDD}"/>
          </ac:spMkLst>
        </pc:spChg>
        <pc:graphicFrameChg chg="modGraphic">
          <ac:chgData name="郁儒 廖" userId="189a1d031aa848d3" providerId="LiveId" clId="{F7E03734-E1EE-48DE-9C2C-A02502A248C3}" dt="2021-06-27T14:16:17.852" v="342" actId="20577"/>
          <ac:graphicFrameMkLst>
            <pc:docMk/>
            <pc:sldMk cId="2166195919" sldId="262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7T14:22:51.561" v="383" actId="1076"/>
        <pc:sldMkLst>
          <pc:docMk/>
          <pc:sldMk cId="3405566990" sldId="263"/>
        </pc:sldMkLst>
        <pc:spChg chg="mod">
          <ac:chgData name="郁儒 廖" userId="189a1d031aa848d3" providerId="LiveId" clId="{F7E03734-E1EE-48DE-9C2C-A02502A248C3}" dt="2021-06-26T16:05:32.214" v="315" actId="108"/>
          <ac:spMkLst>
            <pc:docMk/>
            <pc:sldMk cId="3405566990" sldId="263"/>
            <ac:spMk id="2" creationId="{871DA2CC-86CE-43D0-9AA4-0B9F02AB7E2C}"/>
          </ac:spMkLst>
        </pc:spChg>
        <pc:spChg chg="del">
          <ac:chgData name="郁儒 廖" userId="189a1d031aa848d3" providerId="LiveId" clId="{F7E03734-E1EE-48DE-9C2C-A02502A248C3}" dt="2021-06-26T15:06:27.054" v="1"/>
          <ac:spMkLst>
            <pc:docMk/>
            <pc:sldMk cId="3405566990" sldId="263"/>
            <ac:spMk id="3" creationId="{1092DADC-AC3B-4153-8FB2-F51F9B6DF0FB}"/>
          </ac:spMkLst>
        </pc:spChg>
        <pc:spChg chg="add del mod">
          <ac:chgData name="郁儒 廖" userId="189a1d031aa848d3" providerId="LiveId" clId="{F7E03734-E1EE-48DE-9C2C-A02502A248C3}" dt="2021-06-26T15:08:45.936" v="12"/>
          <ac:spMkLst>
            <pc:docMk/>
            <pc:sldMk cId="3405566990" sldId="263"/>
            <ac:spMk id="8" creationId="{328596ED-DC25-421B-9587-A92F160C842A}"/>
          </ac:spMkLst>
        </pc:spChg>
        <pc:picChg chg="add del mod">
          <ac:chgData name="郁儒 廖" userId="189a1d031aa848d3" providerId="LiveId" clId="{F7E03734-E1EE-48DE-9C2C-A02502A248C3}" dt="2021-06-26T15:08:24.112" v="11" actId="478"/>
          <ac:picMkLst>
            <pc:docMk/>
            <pc:sldMk cId="3405566990" sldId="263"/>
            <ac:picMk id="4" creationId="{C149A7D8-DE8D-4A0C-9507-66EB6F680343}"/>
          </ac:picMkLst>
        </pc:picChg>
        <pc:picChg chg="add mod modCrop">
          <ac:chgData name="郁儒 廖" userId="189a1d031aa848d3" providerId="LiveId" clId="{F7E03734-E1EE-48DE-9C2C-A02502A248C3}" dt="2021-06-26T15:09:22.960" v="16" actId="1076"/>
          <ac:picMkLst>
            <pc:docMk/>
            <pc:sldMk cId="3405566990" sldId="263"/>
            <ac:picMk id="6" creationId="{E354104B-0801-4CA0-98FD-552E1846872B}"/>
          </ac:picMkLst>
        </pc:picChg>
        <pc:picChg chg="add mod">
          <ac:chgData name="郁儒 廖" userId="189a1d031aa848d3" providerId="LiveId" clId="{F7E03734-E1EE-48DE-9C2C-A02502A248C3}" dt="2021-06-27T14:22:51.561" v="383" actId="1076"/>
          <ac:picMkLst>
            <pc:docMk/>
            <pc:sldMk cId="3405566990" sldId="263"/>
            <ac:picMk id="10" creationId="{F18BFCA9-F27F-4774-AB88-724DD1ACE7E9}"/>
          </ac:picMkLst>
        </pc:picChg>
        <pc:picChg chg="add del mod modCrop">
          <ac:chgData name="郁儒 廖" userId="189a1d031aa848d3" providerId="LiveId" clId="{F7E03734-E1EE-48DE-9C2C-A02502A248C3}" dt="2021-06-26T15:09:32.831" v="18" actId="478"/>
          <ac:picMkLst>
            <pc:docMk/>
            <pc:sldMk cId="3405566990" sldId="263"/>
            <ac:picMk id="12" creationId="{F6E5B030-3DC8-4FED-84DB-3E594A744DF5}"/>
          </ac:picMkLst>
        </pc:picChg>
      </pc:sldChg>
      <pc:sldChg chg="addSp delSp modSp add mod">
        <pc:chgData name="郁儒 廖" userId="189a1d031aa848d3" providerId="LiveId" clId="{F7E03734-E1EE-48DE-9C2C-A02502A248C3}" dt="2021-06-26T16:05:39.869" v="317" actId="1076"/>
        <pc:sldMkLst>
          <pc:docMk/>
          <pc:sldMk cId="1720717751" sldId="264"/>
        </pc:sldMkLst>
        <pc:spChg chg="mod">
          <ac:chgData name="郁儒 廖" userId="189a1d031aa848d3" providerId="LiveId" clId="{F7E03734-E1EE-48DE-9C2C-A02502A248C3}" dt="2021-06-26T16:05:38.279" v="316" actId="108"/>
          <ac:spMkLst>
            <pc:docMk/>
            <pc:sldMk cId="1720717751" sldId="264"/>
            <ac:spMk id="2" creationId="{871DA2CC-86CE-43D0-9AA4-0B9F02AB7E2C}"/>
          </ac:spMkLst>
        </pc:spChg>
        <pc:spChg chg="add del mod">
          <ac:chgData name="郁儒 廖" userId="189a1d031aa848d3" providerId="LiveId" clId="{F7E03734-E1EE-48DE-9C2C-A02502A248C3}" dt="2021-06-26T15:09:52.239" v="35" actId="478"/>
          <ac:spMkLst>
            <pc:docMk/>
            <pc:sldMk cId="1720717751" sldId="264"/>
            <ac:spMk id="4" creationId="{F31D7F13-9E3B-4905-BD5C-9F756C7A82B5}"/>
          </ac:spMkLst>
        </pc:spChg>
        <pc:picChg chg="del">
          <ac:chgData name="郁儒 廖" userId="189a1d031aa848d3" providerId="LiveId" clId="{F7E03734-E1EE-48DE-9C2C-A02502A248C3}" dt="2021-06-26T15:09:53.321" v="36" actId="478"/>
          <ac:picMkLst>
            <pc:docMk/>
            <pc:sldMk cId="1720717751" sldId="264"/>
            <ac:picMk id="6" creationId="{E354104B-0801-4CA0-98FD-552E1846872B}"/>
          </ac:picMkLst>
        </pc:picChg>
        <pc:picChg chg="del">
          <ac:chgData name="郁儒 廖" userId="189a1d031aa848d3" providerId="LiveId" clId="{F7E03734-E1EE-48DE-9C2C-A02502A248C3}" dt="2021-06-26T15:09:49.855" v="33" actId="478"/>
          <ac:picMkLst>
            <pc:docMk/>
            <pc:sldMk cId="1720717751" sldId="264"/>
            <ac:picMk id="10" creationId="{F18BFCA9-F27F-4774-AB88-724DD1ACE7E9}"/>
          </ac:picMkLst>
        </pc:picChg>
        <pc:picChg chg="mod">
          <ac:chgData name="郁儒 廖" userId="189a1d031aa848d3" providerId="LiveId" clId="{F7E03734-E1EE-48DE-9C2C-A02502A248C3}" dt="2021-06-26T16:05:39.869" v="317" actId="1076"/>
          <ac:picMkLst>
            <pc:docMk/>
            <pc:sldMk cId="1720717751" sldId="264"/>
            <ac:picMk id="12" creationId="{F6E5B030-3DC8-4FED-84DB-3E594A744DF5}"/>
          </ac:picMkLst>
        </pc:picChg>
      </pc:sldChg>
      <pc:sldChg chg="modSp new mod">
        <pc:chgData name="郁儒 廖" userId="189a1d031aa848d3" providerId="LiveId" clId="{F7E03734-E1EE-48DE-9C2C-A02502A248C3}" dt="2021-06-26T16:01:50.347" v="280" actId="2711"/>
        <pc:sldMkLst>
          <pc:docMk/>
          <pc:sldMk cId="1214235823" sldId="265"/>
        </pc:sldMkLst>
        <pc:spChg chg="mod">
          <ac:chgData name="郁儒 廖" userId="189a1d031aa848d3" providerId="LiveId" clId="{F7E03734-E1EE-48DE-9C2C-A02502A248C3}" dt="2021-06-26T16:01:44.347" v="279" actId="2711"/>
          <ac:spMkLst>
            <pc:docMk/>
            <pc:sldMk cId="1214235823" sldId="265"/>
            <ac:spMk id="2" creationId="{C45B4BC6-4778-44D8-BC43-38E9FA09807D}"/>
          </ac:spMkLst>
        </pc:spChg>
        <pc:spChg chg="mod">
          <ac:chgData name="郁儒 廖" userId="189a1d031aa848d3" providerId="LiveId" clId="{F7E03734-E1EE-48DE-9C2C-A02502A248C3}" dt="2021-06-26T16:01:50.347" v="280" actId="2711"/>
          <ac:spMkLst>
            <pc:docMk/>
            <pc:sldMk cId="1214235823" sldId="265"/>
            <ac:spMk id="3" creationId="{13A791DE-558D-404E-B9D6-E2E18467D5B7}"/>
          </ac:spMkLst>
        </pc:spChg>
      </pc:sldChg>
      <pc:sldChg chg="addSp delSp modSp add mod">
        <pc:chgData name="郁儒 廖" userId="189a1d031aa848d3" providerId="LiveId" clId="{F7E03734-E1EE-48DE-9C2C-A02502A248C3}" dt="2021-06-27T14:23:37.521" v="387" actId="20577"/>
        <pc:sldMkLst>
          <pc:docMk/>
          <pc:sldMk cId="436955770" sldId="266"/>
        </pc:sldMkLst>
        <pc:spChg chg="del">
          <ac:chgData name="郁儒 廖" userId="189a1d031aa848d3" providerId="LiveId" clId="{F7E03734-E1EE-48DE-9C2C-A02502A248C3}" dt="2021-06-26T16:03:18.299" v="296" actId="478"/>
          <ac:spMkLst>
            <pc:docMk/>
            <pc:sldMk cId="436955770" sldId="266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09.160" v="338" actId="20577"/>
          <ac:spMkLst>
            <pc:docMk/>
            <pc:sldMk cId="436955770" sldId="266"/>
            <ac:spMk id="6" creationId="{56B442F7-5136-4E93-9FE2-2CAC213991C3}"/>
          </ac:spMkLst>
        </pc:spChg>
        <pc:spChg chg="mod">
          <ac:chgData name="郁儒 廖" userId="189a1d031aa848d3" providerId="LiveId" clId="{F7E03734-E1EE-48DE-9C2C-A02502A248C3}" dt="2021-06-26T15:57:25.583" v="240" actId="20577"/>
          <ac:spMkLst>
            <pc:docMk/>
            <pc:sldMk cId="436955770" sldId="266"/>
            <ac:spMk id="7" creationId="{3C66C7FC-85B6-4F14-9AE1-6CD346D7F60C}"/>
          </ac:spMkLst>
        </pc:spChg>
        <pc:spChg chg="add del mod">
          <ac:chgData name="郁儒 廖" userId="189a1d031aa848d3" providerId="LiveId" clId="{F7E03734-E1EE-48DE-9C2C-A02502A248C3}" dt="2021-06-26T16:03:19.669" v="297" actId="478"/>
          <ac:spMkLst>
            <pc:docMk/>
            <pc:sldMk cId="436955770" sldId="266"/>
            <ac:spMk id="9" creationId="{EACDEBF3-A8A0-4D6F-ADEF-DF968F522A00}"/>
          </ac:spMkLst>
        </pc:spChg>
        <pc:spChg chg="add mod">
          <ac:chgData name="郁儒 廖" userId="189a1d031aa848d3" providerId="LiveId" clId="{F7E03734-E1EE-48DE-9C2C-A02502A248C3}" dt="2021-06-27T14:23:37.521" v="387" actId="20577"/>
          <ac:spMkLst>
            <pc:docMk/>
            <pc:sldMk cId="436955770" sldId="266"/>
            <ac:spMk id="10" creationId="{1EE41A3C-529C-4A3F-BE05-CD65AF5791C2}"/>
          </ac:spMkLst>
        </pc:spChg>
        <pc:graphicFrameChg chg="modGraphic">
          <ac:chgData name="郁儒 廖" userId="189a1d031aa848d3" providerId="LiveId" clId="{F7E03734-E1EE-48DE-9C2C-A02502A248C3}" dt="2021-06-26T17:36:46.386" v="318" actId="2084"/>
          <ac:graphicFrameMkLst>
            <pc:docMk/>
            <pc:sldMk cId="436955770" sldId="266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9T05:07:12.884" v="403" actId="1035"/>
        <pc:sldMkLst>
          <pc:docMk/>
          <pc:sldMk cId="241416973" sldId="267"/>
        </pc:sldMkLst>
        <pc:spChg chg="mod">
          <ac:chgData name="郁儒 廖" userId="189a1d031aa848d3" providerId="LiveId" clId="{F7E03734-E1EE-48DE-9C2C-A02502A248C3}" dt="2021-06-27T14:19:51.970" v="374" actId="108"/>
          <ac:spMkLst>
            <pc:docMk/>
            <pc:sldMk cId="241416973" sldId="267"/>
            <ac:spMk id="2" creationId="{D6A8277B-EDA6-452C-9F3A-ACBBCEC32FC4}"/>
          </ac:spMkLst>
        </pc:spChg>
        <pc:spChg chg="del">
          <ac:chgData name="郁儒 廖" userId="189a1d031aa848d3" providerId="LiveId" clId="{F7E03734-E1EE-48DE-9C2C-A02502A248C3}" dt="2021-06-27T14:18:27.624" v="358"/>
          <ac:spMkLst>
            <pc:docMk/>
            <pc:sldMk cId="241416973" sldId="267"/>
            <ac:spMk id="3" creationId="{0CC80AB5-D57B-4FE1-A7E8-BC00F6DC7E0D}"/>
          </ac:spMkLst>
        </pc:spChg>
        <pc:picChg chg="add mod ord">
          <ac:chgData name="郁儒 廖" userId="189a1d031aa848d3" providerId="LiveId" clId="{F7E03734-E1EE-48DE-9C2C-A02502A248C3}" dt="2021-06-27T14:20:08.969" v="380" actId="1076"/>
          <ac:picMkLst>
            <pc:docMk/>
            <pc:sldMk cId="241416973" sldId="267"/>
            <ac:picMk id="5" creationId="{3407E8DD-85EC-4C6E-A845-8088A23510E7}"/>
          </ac:picMkLst>
        </pc:picChg>
        <pc:picChg chg="add mod modCrop">
          <ac:chgData name="郁儒 廖" userId="189a1d031aa848d3" providerId="LiveId" clId="{F7E03734-E1EE-48DE-9C2C-A02502A248C3}" dt="2021-06-29T05:07:12.884" v="403" actId="1035"/>
          <ac:picMkLst>
            <pc:docMk/>
            <pc:sldMk cId="241416973" sldId="267"/>
            <ac:picMk id="7" creationId="{5C606B4B-5B79-496C-9B21-4C061E6C1E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093E5-9E32-46CB-9BD1-CF3DC61B1798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738E-A880-49BD-B814-06B562C38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72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948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02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515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401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20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384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511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976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43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17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7099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816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074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AABAC-6B8E-458B-87A9-FC95DF0B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1B5578-F299-4881-8B5B-102DDAA7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E2F50-9F48-4153-B7FB-AE89C9F8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E511-9E7D-4A66-B9D9-10D3819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E1956-0432-4163-B095-BE9592A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6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4DBA-E9AB-4458-8D72-D1246856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CF5B-48D0-486D-BDE5-702510C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1CA7C-731F-42D8-9E66-E55ACB5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2252B-3157-43F1-BDB9-D5E06E5E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8BD8F-585C-4901-AAD4-C8A30024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9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3A60-D16F-4B0A-A2D5-0CF7428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B30B74-D6CF-41E7-894C-2E9D290B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89CFB-10FA-4ABB-BBE0-5D82B497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5838-7C4B-414C-AB5A-D6E9CC01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81BAC-02FA-43D7-82F7-37BA220A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5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A3CAF-2D56-4F31-A4DA-4ACE1AD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23DF0-8F79-43AF-B6B1-5DDBDE61B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CE4B7C-31E0-4994-BDB4-7E3D7D0AA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FD789-2003-43D6-A165-5FB527B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5753D-B95D-4D58-AE0C-17ABA669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2808E-C4E2-4D43-B0F8-AF225F34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69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C2EE-D1F1-4E59-BC1D-45244DB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272FEA-976A-46B4-80CB-B4F073C0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90053-F827-46C2-8CA9-C4803CF6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A95FC0-310C-435C-A28E-2349643C8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37BD6-A73C-48CF-AF8E-BADAFDA98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8CB200-2405-4077-AF2B-BB45D6A8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53B3E4-697D-4346-A4F6-25009467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03104-FBBC-47F6-B186-4B034EE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60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0AB8C-172F-4256-912D-2ABF69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EC422-CFDD-4192-8D7B-E749FC8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79ACF-F041-4A75-88E9-844E576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03947-7C54-46F8-8A6C-9740764B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9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F5FEF2-1B25-499E-ADEF-336142F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534BB4-23D8-4326-A942-3A40EDC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62594-5ADB-4578-BBBC-DA6FD70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8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DC25A-2D74-4FD9-A623-2AC6DA94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D3C7A-03FA-4F7D-82BE-E415D60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373B6B-7224-433D-B944-619CC07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A10749-EBB6-4433-83D9-C9F3F133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CCFD6-CDD0-4036-9EB5-10A4144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ADF89F-1605-4E7C-B65D-735D72BD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8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AEBBF-E5A1-4483-A48B-35A46F4C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15D8BB-761E-470D-BD12-60F8515C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DBCFAA-8436-4014-A249-727DD9BA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A481B0-C03C-4ADD-AF5D-B68095E0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C2B1C-0BCE-49C6-9F15-AD78FFE2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E5F118-8F1E-4318-9458-20392110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3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D3A47-B576-4E78-AFD8-969CE5C3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8E1B31-5433-408D-83C5-7E7E3A0C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0BA576-DD3F-4D3F-A1E4-8C2C20E3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458E2-B47E-4BFC-9417-D71FB1D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4CA44-F054-4C5E-A20D-66475D2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7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695474-749B-46ED-8421-5CF8F3E5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F59AFC-9F25-4896-8342-7C00D9907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B817EC-97FE-4024-9A6C-38E83AD7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8F477-E65E-481A-B117-0C96774C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A5132-440A-428F-B04E-D89094DD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7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F0E7A-AAF4-41A0-921F-E7CF5395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653E51-E47D-4FA4-BF3A-2EB883BCD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EF7A0-37CE-4C90-91E0-19707D2A9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423A0-705C-4784-8939-75A5005BCEE5}" type="datetimeFigureOut">
              <a:rPr lang="zh-TW" altLang="en-US" smtClean="0"/>
              <a:t>2022/4/12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D17EE-A0D2-4BEF-8A28-0945579B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8CD83-5395-4058-83B2-77176E37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3378F-50B2-45BD-A6DA-5CB61DB2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101" y="1792199"/>
            <a:ext cx="10221798" cy="1030293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Z-string: A new spatial knowledge representation</a:t>
            </a:r>
            <a:b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image databases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7239B-5619-42E5-947E-7CC9BEF1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177017"/>
          </a:xfrm>
        </p:spPr>
        <p:txBody>
          <a:bodyPr>
            <a:norm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Anthony J.T. Lee ,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Han-Pang Chiu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Information Management, National Taiwan University, No. 1, Section 4, Roosevelt Road, Taipei 106, Taiwan, ROC Received 18 February 2003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943A7B3-D75F-42BE-987F-B5D29452E318}"/>
              </a:ext>
            </a:extLst>
          </p:cNvPr>
          <p:cNvSpPr txBox="1">
            <a:spLocks/>
          </p:cNvSpPr>
          <p:nvPr/>
        </p:nvSpPr>
        <p:spPr>
          <a:xfrm>
            <a:off x="9177555" y="5393255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Yu-Ju Liao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Date :Apr.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>
                <a:latin typeface="Times New Roman" panose="02020603050405020304" pitchFamily="18" charset="0"/>
                <a:cs typeface="Times New Roman" panose="02020603050405020304" pitchFamily="18" charset="0"/>
              </a:rPr>
              <a:t>12,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0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F29CD-F8CF-4F47-92BE-649B8453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4A68A-3CE0-4A7F-9A14-0740120E0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90" y="1690688"/>
            <a:ext cx="1158240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 structure called the 2D 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-string, proposed by Huang et al., to represent symbolic pictures allows a natural way to construct iconic indexes for images. According to the cutting mechanism of the 2D 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-string, an object may be partitioned into several subparts. The number of partitioned subparts is bounded to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where n is the number of objects in the image. Hence, the string length is also bounded to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In this paper, we propose a new spatial knowledge representation called the 2D Z-string. Since there are no cuttings between objects in the 2D Z-string, the integrity of objects is preserved and the string length is bounded to O(n). Finally, some experiments are conducted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performance of both approaches.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9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knowledge representation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F0C9E1-BF04-48DA-99D4-F7D39B49F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921" y="2297822"/>
            <a:ext cx="4314825" cy="3800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06EEE-8D7E-4998-A697-A6BDCEF35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603" y="3575901"/>
            <a:ext cx="5476875" cy="762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DC63DD0-481C-4CE4-AD32-B1AEF87D3F02}"/>
              </a:ext>
            </a:extLst>
          </p:cNvPr>
          <p:cNvSpPr txBox="1"/>
          <p:nvPr/>
        </p:nvSpPr>
        <p:spPr>
          <a:xfrm>
            <a:off x="762350" y="2498927"/>
            <a:ext cx="15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v-string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C2C69D-D8CC-4E8F-86E8-86E80B7FE40C}"/>
              </a:ext>
            </a:extLst>
          </p:cNvPr>
          <p:cNvSpPr txBox="1"/>
          <p:nvPr/>
        </p:nvSpPr>
        <p:spPr>
          <a:xfrm>
            <a:off x="2028334" y="2084895"/>
            <a:ext cx="15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u-string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21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54F26-EEED-4382-B739-46AD983C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measurements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0794F50-7E55-481E-9498-277F5E0ED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9407" y="1759637"/>
            <a:ext cx="4316871" cy="4351338"/>
          </a:xfr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238B6A48-B901-4CD5-949E-67C6C9B2E57F}"/>
              </a:ext>
            </a:extLst>
          </p:cNvPr>
          <p:cNvSpPr/>
          <p:nvPr/>
        </p:nvSpPr>
        <p:spPr>
          <a:xfrm>
            <a:off x="5891753" y="5099901"/>
            <a:ext cx="1536569" cy="9992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3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A7E66-AC0B-4E65-B96B-CB4BCDFB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G-string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5A001F5-E029-43D0-B45B-CBBF7152F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194" y="2827671"/>
            <a:ext cx="4095750" cy="3009900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0C864CB-EDB0-4C85-AA91-B047BB550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471" y="3662210"/>
            <a:ext cx="4933950" cy="1524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307765B-5825-4020-B1D5-CF730DFAC25C}"/>
              </a:ext>
            </a:extLst>
          </p:cNvPr>
          <p:cNvSpPr txBox="1"/>
          <p:nvPr/>
        </p:nvSpPr>
        <p:spPr>
          <a:xfrm>
            <a:off x="1276645" y="1502108"/>
            <a:ext cx="98947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2D string (2D G-string) representation with a </a:t>
            </a:r>
            <a:r>
              <a:rPr lang="en-US" altLang="zh-TW" sz="2000" dirty="0">
                <a:solidFill>
                  <a:schemeClr val="accent2"/>
                </a:solidFill>
              </a:rPr>
              <a:t>cutting mechanism </a:t>
            </a:r>
            <a:r>
              <a:rPr lang="en-US" altLang="zh-TW" sz="2000" dirty="0"/>
              <a:t>to describe the objects of an image. </a:t>
            </a:r>
            <a:r>
              <a:rPr lang="en-US" altLang="zh-TW" sz="2000" dirty="0" err="1">
                <a:solidFill>
                  <a:schemeClr val="accent2"/>
                </a:solidFill>
              </a:rPr>
              <a:t>G</a:t>
            </a:r>
            <a:r>
              <a:rPr lang="en-US" altLang="zh-TW" sz="2000" baseline="-25000" dirty="0" err="1">
                <a:solidFill>
                  <a:schemeClr val="accent2"/>
                </a:solidFill>
              </a:rPr>
              <a:t>op</a:t>
            </a:r>
            <a:r>
              <a:rPr lang="en-US" altLang="zh-TW" sz="2000" dirty="0">
                <a:solidFill>
                  <a:schemeClr val="accent2"/>
                </a:solidFill>
              </a:rPr>
              <a:t> = {"&lt;", "=", “|"} </a:t>
            </a:r>
            <a:r>
              <a:rPr lang="en-US" altLang="zh-TW" sz="2000" dirty="0"/>
              <a:t>is the set of generalized relational operators. </a:t>
            </a:r>
            <a:endParaRPr lang="zh-TW" altLang="en-US" sz="2000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C1B4E14E-D274-4782-B7D3-A580E73DB14E}"/>
              </a:ext>
            </a:extLst>
          </p:cNvPr>
          <p:cNvSpPr/>
          <p:nvPr/>
        </p:nvSpPr>
        <p:spPr>
          <a:xfrm>
            <a:off x="2064470" y="3261674"/>
            <a:ext cx="141402" cy="230014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22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A7E66-AC0B-4E65-B96B-CB4BCDFB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G-string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5A001F5-E029-43D0-B45B-CBBF7152F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194" y="2827671"/>
            <a:ext cx="4095750" cy="3009900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0C864CB-EDB0-4C85-AA91-B047BB550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471" y="3662210"/>
            <a:ext cx="4933950" cy="1524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307765B-5825-4020-B1D5-CF730DFAC25C}"/>
              </a:ext>
            </a:extLst>
          </p:cNvPr>
          <p:cNvSpPr txBox="1"/>
          <p:nvPr/>
        </p:nvSpPr>
        <p:spPr>
          <a:xfrm>
            <a:off x="1276645" y="1502108"/>
            <a:ext cx="98947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2D string (2D G-string) representation with a </a:t>
            </a:r>
            <a:r>
              <a:rPr lang="en-US" altLang="zh-TW" sz="2000" dirty="0">
                <a:solidFill>
                  <a:schemeClr val="accent2"/>
                </a:solidFill>
              </a:rPr>
              <a:t>cutting mechanism </a:t>
            </a:r>
            <a:r>
              <a:rPr lang="en-US" altLang="zh-TW" sz="2000" dirty="0"/>
              <a:t>to describe the objects of an image. </a:t>
            </a:r>
            <a:r>
              <a:rPr lang="en-US" altLang="zh-TW" sz="2000" dirty="0" err="1">
                <a:solidFill>
                  <a:schemeClr val="accent2"/>
                </a:solidFill>
              </a:rPr>
              <a:t>G</a:t>
            </a:r>
            <a:r>
              <a:rPr lang="en-US" altLang="zh-TW" sz="2000" baseline="-25000" dirty="0" err="1">
                <a:solidFill>
                  <a:schemeClr val="accent2"/>
                </a:solidFill>
              </a:rPr>
              <a:t>op</a:t>
            </a:r>
            <a:r>
              <a:rPr lang="en-US" altLang="zh-TW" sz="2000" dirty="0">
                <a:solidFill>
                  <a:schemeClr val="accent2"/>
                </a:solidFill>
              </a:rPr>
              <a:t> = {"&lt;", "=", “|"} </a:t>
            </a:r>
            <a:r>
              <a:rPr lang="en-US" altLang="zh-TW" sz="2000" dirty="0"/>
              <a:t>is the set of generalized relational operators. 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0363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A7E66-AC0B-4E65-B96B-CB4BCDFB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C-string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07765B-5825-4020-B1D5-CF730DFAC25C}"/>
              </a:ext>
            </a:extLst>
          </p:cNvPr>
          <p:cNvSpPr txBox="1"/>
          <p:nvPr/>
        </p:nvSpPr>
        <p:spPr>
          <a:xfrm>
            <a:off x="1276645" y="1502108"/>
            <a:ext cx="98947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2D string (2D C-string) representation with a </a:t>
            </a:r>
            <a:r>
              <a:rPr lang="en-US" altLang="zh-TW" sz="2000" dirty="0">
                <a:solidFill>
                  <a:schemeClr val="accent2"/>
                </a:solidFill>
              </a:rPr>
              <a:t>cutting mechanism </a:t>
            </a:r>
            <a:r>
              <a:rPr lang="en-US" altLang="zh-TW" sz="2000" dirty="0"/>
              <a:t>to describe the objects of an image. </a:t>
            </a:r>
            <a:r>
              <a:rPr lang="en-US" altLang="zh-TW" sz="2000" dirty="0" err="1">
                <a:solidFill>
                  <a:schemeClr val="accent2"/>
                </a:solidFill>
              </a:rPr>
              <a:t>R</a:t>
            </a:r>
            <a:r>
              <a:rPr lang="en-US" altLang="zh-TW" sz="2000" baseline="-25000" dirty="0" err="1">
                <a:solidFill>
                  <a:schemeClr val="accent2"/>
                </a:solidFill>
              </a:rPr>
              <a:t>g</a:t>
            </a:r>
            <a:r>
              <a:rPr lang="en-US" altLang="zh-TW" sz="2000" dirty="0">
                <a:solidFill>
                  <a:schemeClr val="accent2"/>
                </a:solidFill>
              </a:rPr>
              <a:t> = {"&lt;", “|"} </a:t>
            </a:r>
            <a:r>
              <a:rPr lang="en-US" altLang="zh-TW" sz="2000" dirty="0"/>
              <a:t>is the set of global relational operators, </a:t>
            </a:r>
            <a:r>
              <a:rPr lang="en-US" altLang="zh-TW" sz="2000" dirty="0">
                <a:solidFill>
                  <a:schemeClr val="accent2"/>
                </a:solidFill>
              </a:rPr>
              <a:t>R</a:t>
            </a:r>
            <a:r>
              <a:rPr lang="en-US" altLang="zh-TW" sz="2000" baseline="-25000" dirty="0">
                <a:solidFill>
                  <a:schemeClr val="accent2"/>
                </a:solidFill>
              </a:rPr>
              <a:t>i</a:t>
            </a:r>
            <a:r>
              <a:rPr lang="en-US" altLang="zh-TW" sz="2000" dirty="0">
                <a:solidFill>
                  <a:schemeClr val="accent2"/>
                </a:solidFill>
              </a:rPr>
              <a:t> = {"=", "[", "]", "%"} </a:t>
            </a:r>
            <a:r>
              <a:rPr lang="en-US" altLang="zh-TW" sz="2000" dirty="0"/>
              <a:t>is the set of local relational operators;</a:t>
            </a:r>
            <a:endParaRPr lang="zh-TW" altLang="en-US" sz="2000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F561AA9-E07B-4BC8-B6EB-799730050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060" y="3361705"/>
            <a:ext cx="4105275" cy="2924175"/>
          </a:xfr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46E4E23-BEF0-43FA-9BD3-56D1A24E6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320" y="4452317"/>
            <a:ext cx="4324350" cy="742950"/>
          </a:xfrm>
          <a:prstGeom prst="rect">
            <a:avLst/>
          </a:prstGeom>
        </p:spPr>
      </p:pic>
      <p:sp>
        <p:nvSpPr>
          <p:cNvPr id="13" name="橢圓 12">
            <a:extLst>
              <a:ext uri="{FF2B5EF4-FFF2-40B4-BE49-F238E27FC236}">
                <a16:creationId xmlns:a16="http://schemas.microsoft.com/office/drawing/2014/main" id="{99FAC300-13F8-4288-A930-BFF3AD4D9CDE}"/>
              </a:ext>
            </a:extLst>
          </p:cNvPr>
          <p:cNvSpPr/>
          <p:nvPr/>
        </p:nvSpPr>
        <p:spPr>
          <a:xfrm>
            <a:off x="7899662" y="4452317"/>
            <a:ext cx="518474" cy="298792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03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20E4A10-F906-48E7-8D54-4D6237140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054" y="3659796"/>
            <a:ext cx="2790825" cy="1066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8AE8EC2-AA3D-4FEB-8BA3-847220135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517" y="2232394"/>
            <a:ext cx="2247900" cy="120967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Z-string: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measurements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F047F5D-AF36-40DE-950B-62D99FE6B113}"/>
              </a:ext>
            </a:extLst>
          </p:cNvPr>
          <p:cNvSpPr txBox="1"/>
          <p:nvPr/>
        </p:nvSpPr>
        <p:spPr>
          <a:xfrm>
            <a:off x="1265549" y="1832669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size of an object: </a:t>
            </a:r>
            <a:r>
              <a:rPr lang="en-US" altLang="zh-TW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400" baseline="-25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134797D-ACEB-45AF-87B0-F2478894CF74}"/>
              </a:ext>
            </a:extLst>
          </p:cNvPr>
          <p:cNvSpPr txBox="1"/>
          <p:nvPr/>
        </p:nvSpPr>
        <p:spPr>
          <a:xfrm>
            <a:off x="1265547" y="3284115"/>
            <a:ext cx="8085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distance associated with operator ‘‘&lt;’’: </a:t>
            </a:r>
            <a:r>
              <a:rPr lang="en-US" altLang="zh-TW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&lt;</a:t>
            </a:r>
            <a:r>
              <a:rPr lang="en-US" altLang="zh-TW" sz="2400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zh-TW" altLang="en-US" sz="2400" baseline="-25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07F66E7-ECCC-4BD1-B430-66B45A660342}"/>
              </a:ext>
            </a:extLst>
          </p:cNvPr>
          <p:cNvSpPr txBox="1"/>
          <p:nvPr/>
        </p:nvSpPr>
        <p:spPr>
          <a:xfrm>
            <a:off x="1265545" y="4804663"/>
            <a:ext cx="8085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 distance associated with operator ‘‘%’’:  </a:t>
            </a:r>
            <a:r>
              <a:rPr lang="en-US" altLang="zh-TW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A%</a:t>
            </a:r>
            <a:r>
              <a:rPr lang="en-US" altLang="zh-TW" sz="2400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321BCB1D-C633-498F-9A61-C6C99CCC8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645" y="5339207"/>
            <a:ext cx="30480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F369CE8-CD77-4A12-966D-B1F2B13DF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811" y="2294334"/>
            <a:ext cx="3438525" cy="155257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Z-string: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measurements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F047F5D-AF36-40DE-950B-62D99FE6B113}"/>
              </a:ext>
            </a:extLst>
          </p:cNvPr>
          <p:cNvSpPr txBox="1"/>
          <p:nvPr/>
        </p:nvSpPr>
        <p:spPr>
          <a:xfrm>
            <a:off x="1265549" y="1832669"/>
            <a:ext cx="9528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The distance associated with operator ‘‘/’’: </a:t>
            </a:r>
            <a:r>
              <a:rPr lang="en-US" altLang="zh-TW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A/</a:t>
            </a:r>
            <a:r>
              <a:rPr lang="en-US" altLang="zh-TW" sz="2400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endParaRPr lang="zh-TW" altLang="en-US" sz="2400" baseline="-25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7FB4161-AE4D-45DD-812C-D2B8870DCB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93"/>
          <a:stretch/>
        </p:blipFill>
        <p:spPr>
          <a:xfrm>
            <a:off x="1821974" y="3771494"/>
            <a:ext cx="7115175" cy="2880183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54C5FBD2-3E45-41DE-92A2-B5464B9C080A}"/>
              </a:ext>
            </a:extLst>
          </p:cNvPr>
          <p:cNvSpPr/>
          <p:nvPr/>
        </p:nvSpPr>
        <p:spPr>
          <a:xfrm>
            <a:off x="2158738" y="4628559"/>
            <a:ext cx="6344239" cy="612743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65A6D1E-9183-4983-B97A-38B34C362E62}"/>
              </a:ext>
            </a:extLst>
          </p:cNvPr>
          <p:cNvSpPr/>
          <p:nvPr/>
        </p:nvSpPr>
        <p:spPr>
          <a:xfrm>
            <a:off x="2158738" y="5572811"/>
            <a:ext cx="6344239" cy="612743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86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F0C9E1-BF04-48DA-99D4-F7D39B49F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921" y="2297822"/>
            <a:ext cx="4314825" cy="3800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06EEE-8D7E-4998-A697-A6BDCEF35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603" y="3575901"/>
            <a:ext cx="5476875" cy="762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DC63DD0-481C-4CE4-AD32-B1AEF87D3F02}"/>
              </a:ext>
            </a:extLst>
          </p:cNvPr>
          <p:cNvSpPr txBox="1"/>
          <p:nvPr/>
        </p:nvSpPr>
        <p:spPr>
          <a:xfrm>
            <a:off x="762350" y="2498927"/>
            <a:ext cx="15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v-string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C2C69D-D8CC-4E8F-86E8-86E80B7FE40C}"/>
              </a:ext>
            </a:extLst>
          </p:cNvPr>
          <p:cNvSpPr txBox="1"/>
          <p:nvPr/>
        </p:nvSpPr>
        <p:spPr>
          <a:xfrm>
            <a:off x="2028334" y="2084895"/>
            <a:ext cx="15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u-string</a:t>
            </a:r>
            <a:endParaRPr lang="zh-TW" altLang="en-US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9D20393A-AA68-4042-A7D2-4DCD4D75CC37}"/>
              </a:ext>
            </a:extLst>
          </p:cNvPr>
          <p:cNvSpPr/>
          <p:nvPr/>
        </p:nvSpPr>
        <p:spPr>
          <a:xfrm>
            <a:off x="1772239" y="4807670"/>
            <a:ext cx="669303" cy="169683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3A2E71C-E8F9-40C8-A373-E47AC8EA05E6}"/>
              </a:ext>
            </a:extLst>
          </p:cNvPr>
          <p:cNvSpPr/>
          <p:nvPr/>
        </p:nvSpPr>
        <p:spPr>
          <a:xfrm>
            <a:off x="2028334" y="4487159"/>
            <a:ext cx="669303" cy="169683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CDC3672-7B90-42C7-9729-C9CF60B08035}"/>
              </a:ext>
            </a:extLst>
          </p:cNvPr>
          <p:cNvSpPr/>
          <p:nvPr/>
        </p:nvSpPr>
        <p:spPr>
          <a:xfrm>
            <a:off x="7381188" y="3497344"/>
            <a:ext cx="1263191" cy="41478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894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F0C9E1-BF04-48DA-99D4-F7D39B49F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921" y="2297822"/>
            <a:ext cx="4314825" cy="3800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06EEE-8D7E-4998-A697-A6BDCEF35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603" y="3575901"/>
            <a:ext cx="5476875" cy="762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DC63DD0-481C-4CE4-AD32-B1AEF87D3F02}"/>
              </a:ext>
            </a:extLst>
          </p:cNvPr>
          <p:cNvSpPr txBox="1"/>
          <p:nvPr/>
        </p:nvSpPr>
        <p:spPr>
          <a:xfrm>
            <a:off x="762350" y="2498927"/>
            <a:ext cx="15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v-string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C2C69D-D8CC-4E8F-86E8-86E80B7FE40C}"/>
              </a:ext>
            </a:extLst>
          </p:cNvPr>
          <p:cNvSpPr txBox="1"/>
          <p:nvPr/>
        </p:nvSpPr>
        <p:spPr>
          <a:xfrm>
            <a:off x="2028334" y="2084895"/>
            <a:ext cx="15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u-string</a:t>
            </a:r>
            <a:endParaRPr lang="zh-TW" alt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FDA8A23-F49B-48BC-833A-330BB5491618}"/>
              </a:ext>
            </a:extLst>
          </p:cNvPr>
          <p:cNvSpPr/>
          <p:nvPr/>
        </p:nvSpPr>
        <p:spPr>
          <a:xfrm>
            <a:off x="2100955" y="3575901"/>
            <a:ext cx="226244" cy="1627695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9FCCC8F-EE44-4AD5-9C55-CACC69AD1E0F}"/>
              </a:ext>
            </a:extLst>
          </p:cNvPr>
          <p:cNvSpPr/>
          <p:nvPr/>
        </p:nvSpPr>
        <p:spPr>
          <a:xfrm>
            <a:off x="7381188" y="3497344"/>
            <a:ext cx="1263191" cy="41478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20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D53457-E199-40FF-BD4F-CC81466041E6}"/>
              </a:ext>
            </a:extLst>
          </p:cNvPr>
          <p:cNvSpPr txBox="1"/>
          <p:nvPr/>
        </p:nvSpPr>
        <p:spPr>
          <a:xfrm>
            <a:off x="6612117" y="2145108"/>
            <a:ext cx="47416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(1)</a:t>
            </a:r>
            <a:r>
              <a:rPr lang="en-US" altLang="zh-TW" b="1" dirty="0"/>
              <a:t>dominating point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(2) </a:t>
            </a:r>
            <a:r>
              <a:rPr lang="en-US" altLang="zh-TW" b="1" dirty="0"/>
              <a:t>former objects </a:t>
            </a:r>
          </a:p>
          <a:p>
            <a:r>
              <a:rPr lang="en-US" altLang="zh-TW" dirty="0"/>
              <a:t>	A former object of object O is an object with </a:t>
            </a:r>
            <a:r>
              <a:rPr lang="en-US" altLang="zh-TW" dirty="0">
                <a:solidFill>
                  <a:schemeClr val="accent2"/>
                </a:solidFill>
              </a:rPr>
              <a:t>smaller begin-bound </a:t>
            </a:r>
            <a:r>
              <a:rPr lang="en-US" altLang="zh-TW" dirty="0"/>
              <a:t>than that of object O or an object </a:t>
            </a:r>
            <a:r>
              <a:rPr lang="en-US" altLang="zh-TW" dirty="0">
                <a:solidFill>
                  <a:schemeClr val="accent2"/>
                </a:solidFill>
              </a:rPr>
              <a:t>with equal begin-bound and bigger end-bound </a:t>
            </a:r>
            <a:r>
              <a:rPr lang="en-US" altLang="zh-TW" dirty="0"/>
              <a:t>than that of object O.</a:t>
            </a:r>
          </a:p>
          <a:p>
            <a:endParaRPr lang="en-US" altLang="zh-TW" dirty="0"/>
          </a:p>
          <a:p>
            <a:r>
              <a:rPr lang="en-US" altLang="zh-TW" dirty="0"/>
              <a:t>(3) </a:t>
            </a:r>
            <a:r>
              <a:rPr lang="en-US" altLang="zh-TW" b="1" dirty="0"/>
              <a:t>nearest former object </a:t>
            </a:r>
          </a:p>
          <a:p>
            <a:r>
              <a:rPr lang="en-US" altLang="zh-TW" dirty="0"/>
              <a:t>	The former object with the </a:t>
            </a:r>
            <a:r>
              <a:rPr lang="en-US" altLang="zh-TW" dirty="0">
                <a:solidFill>
                  <a:schemeClr val="accent2"/>
                </a:solidFill>
              </a:rPr>
              <a:t>biggest begin-bound</a:t>
            </a:r>
            <a:r>
              <a:rPr lang="en-US" altLang="zh-TW" dirty="0"/>
              <a:t>. </a:t>
            </a:r>
            <a:r>
              <a:rPr lang="en-US" altLang="zh-TW" dirty="0">
                <a:solidFill>
                  <a:schemeClr val="accent2"/>
                </a:solidFill>
              </a:rPr>
              <a:t>	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5A4A0B-ECFA-4B86-B89A-5CFE651EE79A}"/>
              </a:ext>
            </a:extLst>
          </p:cNvPr>
          <p:cNvSpPr/>
          <p:nvPr/>
        </p:nvSpPr>
        <p:spPr>
          <a:xfrm>
            <a:off x="2258861" y="4777008"/>
            <a:ext cx="305230" cy="341747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586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65A4A0B-ECFA-4B86-B89A-5CFE651EE79A}"/>
              </a:ext>
            </a:extLst>
          </p:cNvPr>
          <p:cNvSpPr/>
          <p:nvPr/>
        </p:nvSpPr>
        <p:spPr>
          <a:xfrm>
            <a:off x="2569945" y="4456497"/>
            <a:ext cx="702644" cy="644892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B357A1-EBDF-4759-94EA-4B3827251C1A}"/>
              </a:ext>
            </a:extLst>
          </p:cNvPr>
          <p:cNvSpPr txBox="1"/>
          <p:nvPr/>
        </p:nvSpPr>
        <p:spPr>
          <a:xfrm>
            <a:off x="6612117" y="2145108"/>
            <a:ext cx="47416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(1)</a:t>
            </a:r>
            <a:r>
              <a:rPr lang="en-US" altLang="zh-TW" b="1" dirty="0"/>
              <a:t>dominating point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(2) </a:t>
            </a:r>
            <a:r>
              <a:rPr lang="en-US" altLang="zh-TW" b="1" dirty="0"/>
              <a:t>former objects </a:t>
            </a:r>
          </a:p>
          <a:p>
            <a:r>
              <a:rPr lang="en-US" altLang="zh-TW" dirty="0"/>
              <a:t>	A former object of object O is an object with </a:t>
            </a:r>
            <a:r>
              <a:rPr lang="en-US" altLang="zh-TW" dirty="0">
                <a:solidFill>
                  <a:schemeClr val="accent2"/>
                </a:solidFill>
              </a:rPr>
              <a:t>smaller begin-bound </a:t>
            </a:r>
            <a:r>
              <a:rPr lang="en-US" altLang="zh-TW" dirty="0"/>
              <a:t>than that of object O or an object </a:t>
            </a:r>
            <a:r>
              <a:rPr lang="en-US" altLang="zh-TW" dirty="0">
                <a:solidFill>
                  <a:schemeClr val="accent2"/>
                </a:solidFill>
              </a:rPr>
              <a:t>with equal begin-bound and bigger end-bound </a:t>
            </a:r>
            <a:r>
              <a:rPr lang="en-US" altLang="zh-TW" dirty="0"/>
              <a:t>than that of object O.</a:t>
            </a:r>
          </a:p>
          <a:p>
            <a:endParaRPr lang="en-US" altLang="zh-TW" dirty="0"/>
          </a:p>
          <a:p>
            <a:r>
              <a:rPr lang="en-US" altLang="zh-TW" dirty="0"/>
              <a:t>(3) </a:t>
            </a:r>
            <a:r>
              <a:rPr lang="en-US" altLang="zh-TW" b="1" dirty="0"/>
              <a:t>nearest former object </a:t>
            </a:r>
          </a:p>
          <a:p>
            <a:r>
              <a:rPr lang="en-US" altLang="zh-TW" dirty="0"/>
              <a:t>	The former object with the </a:t>
            </a:r>
            <a:r>
              <a:rPr lang="en-US" altLang="zh-TW" dirty="0">
                <a:solidFill>
                  <a:schemeClr val="accent2"/>
                </a:solidFill>
              </a:rPr>
              <a:t>biggest begin-bound</a:t>
            </a:r>
            <a:r>
              <a:rPr lang="en-US" altLang="zh-TW" dirty="0"/>
              <a:t>. </a:t>
            </a:r>
            <a:r>
              <a:rPr lang="en-US" altLang="zh-TW" dirty="0">
                <a:solidFill>
                  <a:schemeClr val="accent2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03903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D53457-E199-40FF-BD4F-CC81466041E6}"/>
              </a:ext>
            </a:extLst>
          </p:cNvPr>
          <p:cNvSpPr txBox="1"/>
          <p:nvPr/>
        </p:nvSpPr>
        <p:spPr>
          <a:xfrm>
            <a:off x="6429080" y="1356692"/>
            <a:ext cx="4741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(1)Dominating point: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overlapping: x, cover: x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(2)Dominating point: </a:t>
            </a:r>
            <a:r>
              <a:rPr lang="en-US" altLang="zh-TW" dirty="0">
                <a:solidFill>
                  <a:schemeClr val="accent2"/>
                </a:solidFill>
              </a:rPr>
              <a:t>A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cover: </a:t>
            </a:r>
            <a:r>
              <a:rPr lang="en-US" altLang="zh-TW" dirty="0">
                <a:solidFill>
                  <a:schemeClr val="accent2"/>
                </a:solidFill>
              </a:rPr>
              <a:t>B, C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CCC1436-1572-4D64-944D-F19C7AD12952}"/>
              </a:ext>
            </a:extLst>
          </p:cNvPr>
          <p:cNvSpPr txBox="1"/>
          <p:nvPr/>
        </p:nvSpPr>
        <p:spPr>
          <a:xfrm>
            <a:off x="6429079" y="2631820"/>
            <a:ext cx="474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2"/>
                </a:solidFill>
              </a:rPr>
              <a:t>(A, B, C):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0BD184-AECC-4610-A689-A145A001847B}"/>
              </a:ext>
            </a:extLst>
          </p:cNvPr>
          <p:cNvSpPr txBox="1"/>
          <p:nvPr/>
        </p:nvSpPr>
        <p:spPr>
          <a:xfrm>
            <a:off x="7063032" y="3037123"/>
            <a:ext cx="41077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not any objects former objects: </a:t>
            </a:r>
            <a:r>
              <a:rPr lang="en-US" altLang="zh-TW" dirty="0">
                <a:solidFill>
                  <a:schemeClr val="accent2"/>
                </a:solidFill>
              </a:rPr>
              <a:t>C</a:t>
            </a:r>
          </a:p>
          <a:p>
            <a:r>
              <a:rPr lang="en-US" altLang="zh-TW" dirty="0"/>
              <a:t>      nearest former object: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r>
              <a:rPr lang="en-US" altLang="zh-TW" dirty="0"/>
              <a:t>       =&gt;</a:t>
            </a:r>
            <a:r>
              <a:rPr lang="en-US" altLang="zh-TW" dirty="0">
                <a:solidFill>
                  <a:schemeClr val="accent2"/>
                </a:solidFill>
              </a:rPr>
              <a:t>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not any objects former objects: </a:t>
            </a:r>
            <a:r>
              <a:rPr lang="en-US" altLang="zh-TW" dirty="0">
                <a:solidFill>
                  <a:schemeClr val="accent2"/>
                </a:solidFill>
              </a:rPr>
              <a:t>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      nearest former object: </a:t>
            </a:r>
            <a:r>
              <a:rPr lang="en-US" altLang="zh-TW" dirty="0">
                <a:solidFill>
                  <a:schemeClr val="accent2"/>
                </a:solidFill>
              </a:rPr>
              <a:t>A</a:t>
            </a:r>
          </a:p>
          <a:p>
            <a:r>
              <a:rPr lang="en-US" altLang="zh-TW" dirty="0"/>
              <a:t>       =&gt;</a:t>
            </a:r>
            <a:r>
              <a:rPr lang="en-US" altLang="zh-TW" dirty="0">
                <a:solidFill>
                  <a:schemeClr val="accent2"/>
                </a:solidFill>
              </a:rPr>
              <a:t> (A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]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369DC3-1C3C-4D0A-B662-8EC7B1C3148F}"/>
              </a:ext>
            </a:extLst>
          </p:cNvPr>
          <p:cNvSpPr/>
          <p:nvPr/>
        </p:nvSpPr>
        <p:spPr>
          <a:xfrm>
            <a:off x="2258861" y="4777008"/>
            <a:ext cx="305230" cy="341747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254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D53457-E199-40FF-BD4F-CC81466041E6}"/>
              </a:ext>
            </a:extLst>
          </p:cNvPr>
          <p:cNvSpPr txBox="1"/>
          <p:nvPr/>
        </p:nvSpPr>
        <p:spPr>
          <a:xfrm>
            <a:off x="6429080" y="1356692"/>
            <a:ext cx="4741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(1)Dominating point: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overlapping: x, cover: x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(2)Dominating point: </a:t>
            </a:r>
            <a:r>
              <a:rPr lang="en-US" altLang="zh-TW" dirty="0">
                <a:solidFill>
                  <a:schemeClr val="accent2"/>
                </a:solidFill>
              </a:rPr>
              <a:t>A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cover: </a:t>
            </a:r>
            <a:r>
              <a:rPr lang="en-US" altLang="zh-TW" dirty="0">
                <a:solidFill>
                  <a:schemeClr val="accent2"/>
                </a:solidFill>
              </a:rPr>
              <a:t>B, C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CCC1436-1572-4D64-944D-F19C7AD12952}"/>
              </a:ext>
            </a:extLst>
          </p:cNvPr>
          <p:cNvSpPr txBox="1"/>
          <p:nvPr/>
        </p:nvSpPr>
        <p:spPr>
          <a:xfrm>
            <a:off x="6429079" y="2631820"/>
            <a:ext cx="474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2"/>
                </a:solidFill>
              </a:rPr>
              <a:t>(A, B, C):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0BD184-AECC-4610-A689-A145A001847B}"/>
              </a:ext>
            </a:extLst>
          </p:cNvPr>
          <p:cNvSpPr txBox="1"/>
          <p:nvPr/>
        </p:nvSpPr>
        <p:spPr>
          <a:xfrm>
            <a:off x="7063032" y="3037123"/>
            <a:ext cx="41077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not any objects former objects: </a:t>
            </a:r>
            <a:r>
              <a:rPr lang="en-US" altLang="zh-TW" dirty="0">
                <a:solidFill>
                  <a:schemeClr val="accent2"/>
                </a:solidFill>
              </a:rPr>
              <a:t>C</a:t>
            </a:r>
          </a:p>
          <a:p>
            <a:r>
              <a:rPr lang="en-US" altLang="zh-TW" dirty="0"/>
              <a:t>      nearest former object: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r>
              <a:rPr lang="en-US" altLang="zh-TW" dirty="0"/>
              <a:t>       =&gt;</a:t>
            </a:r>
            <a:r>
              <a:rPr lang="en-US" altLang="zh-TW" dirty="0">
                <a:solidFill>
                  <a:schemeClr val="accent2"/>
                </a:solidFill>
              </a:rPr>
              <a:t>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not any objects former objects: </a:t>
            </a:r>
            <a:r>
              <a:rPr lang="en-US" altLang="zh-TW" dirty="0">
                <a:solidFill>
                  <a:schemeClr val="accent2"/>
                </a:solidFill>
              </a:rPr>
              <a:t>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      nearest former object: </a:t>
            </a:r>
            <a:r>
              <a:rPr lang="en-US" altLang="zh-TW" dirty="0">
                <a:solidFill>
                  <a:schemeClr val="accent2"/>
                </a:solidFill>
              </a:rPr>
              <a:t>A</a:t>
            </a:r>
          </a:p>
          <a:p>
            <a:r>
              <a:rPr lang="en-US" altLang="zh-TW" dirty="0"/>
              <a:t>       =&gt;</a:t>
            </a:r>
            <a:r>
              <a:rPr lang="en-US" altLang="zh-TW" dirty="0">
                <a:solidFill>
                  <a:schemeClr val="accent2"/>
                </a:solidFill>
              </a:rPr>
              <a:t> (A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]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293138-8545-4230-BC47-689122DCF8A5}"/>
              </a:ext>
            </a:extLst>
          </p:cNvPr>
          <p:cNvSpPr/>
          <p:nvPr/>
        </p:nvSpPr>
        <p:spPr>
          <a:xfrm>
            <a:off x="1910069" y="3483107"/>
            <a:ext cx="1361032" cy="655260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921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D53457-E199-40FF-BD4F-CC81466041E6}"/>
              </a:ext>
            </a:extLst>
          </p:cNvPr>
          <p:cNvSpPr txBox="1"/>
          <p:nvPr/>
        </p:nvSpPr>
        <p:spPr>
          <a:xfrm>
            <a:off x="6429080" y="1356692"/>
            <a:ext cx="4741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(1)Dominating point: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overlapping: x, cover: x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(2)Dominating point: </a:t>
            </a:r>
            <a:r>
              <a:rPr lang="en-US" altLang="zh-TW" dirty="0">
                <a:solidFill>
                  <a:schemeClr val="accent2"/>
                </a:solidFill>
              </a:rPr>
              <a:t>A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cover: </a:t>
            </a:r>
            <a:r>
              <a:rPr lang="en-US" altLang="zh-TW" dirty="0">
                <a:solidFill>
                  <a:schemeClr val="accent2"/>
                </a:solidFill>
              </a:rPr>
              <a:t>B, C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CCC1436-1572-4D64-944D-F19C7AD12952}"/>
              </a:ext>
            </a:extLst>
          </p:cNvPr>
          <p:cNvSpPr txBox="1"/>
          <p:nvPr/>
        </p:nvSpPr>
        <p:spPr>
          <a:xfrm>
            <a:off x="6429079" y="2631820"/>
            <a:ext cx="474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2"/>
                </a:solidFill>
              </a:rPr>
              <a:t>(A, B, C):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0BD184-AECC-4610-A689-A145A001847B}"/>
              </a:ext>
            </a:extLst>
          </p:cNvPr>
          <p:cNvSpPr txBox="1"/>
          <p:nvPr/>
        </p:nvSpPr>
        <p:spPr>
          <a:xfrm>
            <a:off x="7063032" y="3037123"/>
            <a:ext cx="41077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not any objects former objects: </a:t>
            </a:r>
            <a:r>
              <a:rPr lang="en-US" altLang="zh-TW" dirty="0">
                <a:solidFill>
                  <a:schemeClr val="accent2"/>
                </a:solidFill>
              </a:rPr>
              <a:t>C</a:t>
            </a:r>
          </a:p>
          <a:p>
            <a:r>
              <a:rPr lang="en-US" altLang="zh-TW" dirty="0"/>
              <a:t>      nearest former object: </a:t>
            </a:r>
            <a:r>
              <a:rPr lang="en-US" altLang="zh-TW" dirty="0">
                <a:solidFill>
                  <a:schemeClr val="accent2"/>
                </a:solidFill>
              </a:rPr>
              <a:t>B</a:t>
            </a:r>
          </a:p>
          <a:p>
            <a:r>
              <a:rPr lang="en-US" altLang="zh-TW" dirty="0"/>
              <a:t>       =&gt;</a:t>
            </a:r>
            <a:r>
              <a:rPr lang="en-US" altLang="zh-TW" dirty="0">
                <a:solidFill>
                  <a:schemeClr val="accent2"/>
                </a:solidFill>
              </a:rPr>
              <a:t>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not any objects former objects: </a:t>
            </a:r>
            <a:r>
              <a:rPr lang="en-US" altLang="zh-TW" dirty="0">
                <a:solidFill>
                  <a:schemeClr val="accent2"/>
                </a:solidFill>
              </a:rPr>
              <a:t>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      nearest former object: </a:t>
            </a:r>
            <a:r>
              <a:rPr lang="en-US" altLang="zh-TW" dirty="0">
                <a:solidFill>
                  <a:schemeClr val="accent2"/>
                </a:solidFill>
              </a:rPr>
              <a:t>A</a:t>
            </a:r>
          </a:p>
          <a:p>
            <a:r>
              <a:rPr lang="en-US" altLang="zh-TW" dirty="0"/>
              <a:t>       =&gt;</a:t>
            </a:r>
            <a:r>
              <a:rPr lang="en-US" altLang="zh-TW" dirty="0">
                <a:solidFill>
                  <a:schemeClr val="accent2"/>
                </a:solidFill>
              </a:rPr>
              <a:t> (A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]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1AF4463-9B1A-4595-BDF5-56856E15934D}"/>
              </a:ext>
            </a:extLst>
          </p:cNvPr>
          <p:cNvSpPr/>
          <p:nvPr/>
        </p:nvSpPr>
        <p:spPr>
          <a:xfrm>
            <a:off x="1659118" y="3129699"/>
            <a:ext cx="2007909" cy="2318994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56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838B85E-3E6B-4F9D-BCD4-CCE4BA54000E}"/>
              </a:ext>
            </a:extLst>
          </p:cNvPr>
          <p:cNvSpPr txBox="1"/>
          <p:nvPr/>
        </p:nvSpPr>
        <p:spPr>
          <a:xfrm>
            <a:off x="6328366" y="1479213"/>
            <a:ext cx="52426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(3)Dominating point: </a:t>
            </a:r>
            <a:r>
              <a:rPr lang="en-US" altLang="zh-TW" dirty="0">
                <a:solidFill>
                  <a:schemeClr val="accent2"/>
                </a:solidFill>
              </a:rPr>
              <a:t>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overlapping: x, cover: x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(4)Dominating point: </a:t>
            </a:r>
            <a:r>
              <a:rPr lang="en-US" altLang="zh-TW" dirty="0">
                <a:solidFill>
                  <a:schemeClr val="accent2"/>
                </a:solidFill>
              </a:rPr>
              <a:t>D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 overlapping: </a:t>
            </a:r>
            <a:r>
              <a:rPr lang="en-US" altLang="zh-TW" dirty="0">
                <a:solidFill>
                  <a:schemeClr val="accent2"/>
                </a:solidFill>
              </a:rPr>
              <a:t>F</a:t>
            </a:r>
          </a:p>
          <a:p>
            <a:r>
              <a:rPr lang="en-US" altLang="zh-TW" dirty="0"/>
              <a:t>(5)Object covered by F : </a:t>
            </a:r>
            <a:r>
              <a:rPr lang="en-US" altLang="zh-TW" dirty="0">
                <a:solidFill>
                  <a:schemeClr val="accent2"/>
                </a:solidFill>
              </a:rPr>
              <a:t>G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 	</a:t>
            </a:r>
            <a:r>
              <a:rPr lang="en-US" altLang="zh-TW" dirty="0"/>
              <a:t> =&gt;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(6) Objects covered by the dominating object but not by object F:</a:t>
            </a:r>
            <a:r>
              <a:rPr lang="en-US" altLang="zh-TW" dirty="0">
                <a:solidFill>
                  <a:schemeClr val="accent2"/>
                </a:solidFill>
              </a:rPr>
              <a:t>D, 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=&gt;</a:t>
            </a:r>
            <a:r>
              <a:rPr lang="en-US" altLang="zh-TW" dirty="0">
                <a:solidFill>
                  <a:schemeClr val="accent2"/>
                </a:solidFill>
              </a:rPr>
              <a:t> 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(7)Merge</a:t>
            </a:r>
          </a:p>
          <a:p>
            <a:r>
              <a:rPr lang="en-US" altLang="zh-TW" dirty="0"/>
              <a:t>	=&gt;</a:t>
            </a:r>
            <a:r>
              <a:rPr lang="en-US" altLang="zh-TW" dirty="0">
                <a:solidFill>
                  <a:schemeClr val="accent2"/>
                </a:solidFill>
              </a:rPr>
              <a:t> ((D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 /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  <a:p>
            <a:r>
              <a:rPr lang="en-US" altLang="zh-TW" dirty="0"/>
              <a:t>(8)Merge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 =&gt;</a:t>
            </a:r>
            <a:r>
              <a:rPr lang="en-US" altLang="zh-TW" dirty="0">
                <a:solidFill>
                  <a:schemeClr val="accent2"/>
                </a:solidFill>
              </a:rPr>
              <a:t> (A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]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)) &lt;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 /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  <a:p>
            <a:endParaRPr lang="en-US" altLang="zh-TW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FE978B-AC16-4922-A89B-FD813748614F}"/>
              </a:ext>
            </a:extLst>
          </p:cNvPr>
          <p:cNvSpPr/>
          <p:nvPr/>
        </p:nvSpPr>
        <p:spPr>
          <a:xfrm>
            <a:off x="3949832" y="4458878"/>
            <a:ext cx="716436" cy="631596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840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4B909E6-DC86-45CE-9B87-7215013F43AC}"/>
              </a:ext>
            </a:extLst>
          </p:cNvPr>
          <p:cNvSpPr/>
          <p:nvPr/>
        </p:nvSpPr>
        <p:spPr>
          <a:xfrm>
            <a:off x="3648392" y="2210537"/>
            <a:ext cx="1413802" cy="605949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13F3EE2-A28E-4606-931C-1807608A5E58}"/>
              </a:ext>
            </a:extLst>
          </p:cNvPr>
          <p:cNvSpPr txBox="1"/>
          <p:nvPr/>
        </p:nvSpPr>
        <p:spPr>
          <a:xfrm>
            <a:off x="6328366" y="1479213"/>
            <a:ext cx="52426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(3)Dominating point: </a:t>
            </a:r>
            <a:r>
              <a:rPr lang="en-US" altLang="zh-TW" dirty="0">
                <a:solidFill>
                  <a:schemeClr val="accent2"/>
                </a:solidFill>
              </a:rPr>
              <a:t>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overlapping: x, cover: x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(4)Dominating point: </a:t>
            </a:r>
            <a:r>
              <a:rPr lang="en-US" altLang="zh-TW" dirty="0">
                <a:solidFill>
                  <a:schemeClr val="accent2"/>
                </a:solidFill>
              </a:rPr>
              <a:t>D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 overlapping: </a:t>
            </a:r>
            <a:r>
              <a:rPr lang="en-US" altLang="zh-TW" dirty="0">
                <a:solidFill>
                  <a:schemeClr val="accent2"/>
                </a:solidFill>
              </a:rPr>
              <a:t>F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(D, F)</a:t>
            </a:r>
          </a:p>
          <a:p>
            <a:r>
              <a:rPr lang="en-US" altLang="zh-TW" dirty="0"/>
              <a:t>(5)Object covered by F(smallest end-bound) : </a:t>
            </a:r>
            <a:r>
              <a:rPr lang="en-US" altLang="zh-TW" dirty="0">
                <a:solidFill>
                  <a:schemeClr val="accent2"/>
                </a:solidFill>
              </a:rPr>
              <a:t>G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 	</a:t>
            </a:r>
            <a:r>
              <a:rPr lang="en-US" altLang="zh-TW" dirty="0"/>
              <a:t> =&gt;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(6) Objects covered by the dominating object but not by object F:</a:t>
            </a:r>
            <a:r>
              <a:rPr lang="en-US" altLang="zh-TW" dirty="0">
                <a:solidFill>
                  <a:schemeClr val="accent2"/>
                </a:solidFill>
              </a:rPr>
              <a:t>D, 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=&gt;</a:t>
            </a:r>
            <a:r>
              <a:rPr lang="en-US" altLang="zh-TW" dirty="0">
                <a:solidFill>
                  <a:schemeClr val="accent2"/>
                </a:solidFill>
              </a:rPr>
              <a:t> 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(7)Merge</a:t>
            </a:r>
          </a:p>
          <a:p>
            <a:r>
              <a:rPr lang="en-US" altLang="zh-TW" dirty="0"/>
              <a:t>	=&gt;</a:t>
            </a:r>
            <a:r>
              <a:rPr lang="en-US" altLang="zh-TW" dirty="0">
                <a:solidFill>
                  <a:schemeClr val="accent2"/>
                </a:solidFill>
              </a:rPr>
              <a:t> ((D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 /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  <a:p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(8)Merge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 =&gt;</a:t>
            </a:r>
            <a:r>
              <a:rPr lang="en-US" altLang="zh-TW" dirty="0">
                <a:solidFill>
                  <a:schemeClr val="accent2"/>
                </a:solidFill>
              </a:rPr>
              <a:t> (A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]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)) &lt;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 /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72324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Z-string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ABD777E-3691-4D8A-B481-1FCB6157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62" y="1776722"/>
            <a:ext cx="3711260" cy="37733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37E9050-3F90-4B09-8F53-90BE5016D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1" y="5738849"/>
            <a:ext cx="5242615" cy="75402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4B909E6-DC86-45CE-9B87-7215013F43AC}"/>
              </a:ext>
            </a:extLst>
          </p:cNvPr>
          <p:cNvSpPr/>
          <p:nvPr/>
        </p:nvSpPr>
        <p:spPr>
          <a:xfrm>
            <a:off x="4682198" y="3161397"/>
            <a:ext cx="691080" cy="675312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0557B38-95C8-4248-8B0D-FD514A854D9B}"/>
              </a:ext>
            </a:extLst>
          </p:cNvPr>
          <p:cNvSpPr txBox="1"/>
          <p:nvPr/>
        </p:nvSpPr>
        <p:spPr>
          <a:xfrm>
            <a:off x="6328366" y="1479213"/>
            <a:ext cx="52426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(3)Dominating point: </a:t>
            </a:r>
            <a:r>
              <a:rPr lang="en-US" altLang="zh-TW" dirty="0">
                <a:solidFill>
                  <a:schemeClr val="accent2"/>
                </a:solidFill>
              </a:rPr>
              <a:t>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overlapping: x, cover: x</a:t>
            </a:r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(4)Dominating point: </a:t>
            </a:r>
            <a:r>
              <a:rPr lang="en-US" altLang="zh-TW" dirty="0">
                <a:solidFill>
                  <a:schemeClr val="accent2"/>
                </a:solidFill>
              </a:rPr>
              <a:t>D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 overlapping: </a:t>
            </a:r>
            <a:r>
              <a:rPr lang="en-US" altLang="zh-TW" dirty="0">
                <a:solidFill>
                  <a:schemeClr val="accent2"/>
                </a:solidFill>
              </a:rPr>
              <a:t>F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(D, F)</a:t>
            </a:r>
          </a:p>
          <a:p>
            <a:r>
              <a:rPr lang="en-US" altLang="zh-TW" dirty="0"/>
              <a:t>(5)Object covered by F(smallest end-bound) : </a:t>
            </a:r>
            <a:r>
              <a:rPr lang="en-US" altLang="zh-TW" dirty="0">
                <a:solidFill>
                  <a:schemeClr val="accent2"/>
                </a:solidFill>
              </a:rPr>
              <a:t>G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 	</a:t>
            </a:r>
            <a:r>
              <a:rPr lang="en-US" altLang="zh-TW" dirty="0"/>
              <a:t> =&gt;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(6) Objects covered by the dominating object but not by object F:</a:t>
            </a:r>
            <a:r>
              <a:rPr lang="en-US" altLang="zh-TW" dirty="0">
                <a:solidFill>
                  <a:schemeClr val="accent2"/>
                </a:solidFill>
              </a:rPr>
              <a:t>D, 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=&gt;</a:t>
            </a:r>
            <a:r>
              <a:rPr lang="en-US" altLang="zh-TW" dirty="0">
                <a:solidFill>
                  <a:schemeClr val="accent2"/>
                </a:solidFill>
              </a:rPr>
              <a:t> 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</a:p>
          <a:p>
            <a:r>
              <a:rPr lang="en-US" altLang="zh-TW" dirty="0"/>
              <a:t>(7)Merge</a:t>
            </a:r>
          </a:p>
          <a:p>
            <a:r>
              <a:rPr lang="en-US" altLang="zh-TW" dirty="0"/>
              <a:t>	=&gt;</a:t>
            </a:r>
            <a:r>
              <a:rPr lang="en-US" altLang="zh-TW" dirty="0">
                <a:solidFill>
                  <a:schemeClr val="accent2"/>
                </a:solidFill>
              </a:rPr>
              <a:t> ((D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 /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  <a:p>
            <a:endParaRPr lang="en-US" altLang="zh-TW" dirty="0">
              <a:solidFill>
                <a:schemeClr val="accent2"/>
              </a:solidFill>
            </a:endParaRPr>
          </a:p>
          <a:p>
            <a:r>
              <a:rPr lang="en-US" altLang="zh-TW" dirty="0"/>
              <a:t>(8)Merge</a:t>
            </a:r>
          </a:p>
          <a:p>
            <a:r>
              <a:rPr lang="en-US" altLang="zh-TW" dirty="0">
                <a:solidFill>
                  <a:schemeClr val="accent2"/>
                </a:solidFill>
              </a:rPr>
              <a:t>	</a:t>
            </a:r>
            <a:r>
              <a:rPr lang="en-US" altLang="zh-TW" dirty="0"/>
              <a:t> =&gt;</a:t>
            </a:r>
            <a:r>
              <a:rPr lang="en-US" altLang="zh-TW" dirty="0">
                <a:solidFill>
                  <a:schemeClr val="accent2"/>
                </a:solidFill>
              </a:rPr>
              <a:t> (A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] (B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| C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)) &lt;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((D</a:t>
            </a:r>
            <a:r>
              <a:rPr lang="en-US" altLang="zh-TW" baseline="-25000" dirty="0">
                <a:solidFill>
                  <a:schemeClr val="accent2"/>
                </a:solidFill>
              </a:rPr>
              <a:t>4</a:t>
            </a:r>
            <a:r>
              <a:rPr lang="en-US" altLang="zh-TW" dirty="0">
                <a:solidFill>
                  <a:schemeClr val="accent2"/>
                </a:solidFill>
              </a:rPr>
              <a:t> %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E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) /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 (F</a:t>
            </a:r>
            <a:r>
              <a:rPr lang="en-US" altLang="zh-TW" baseline="-25000" dirty="0">
                <a:solidFill>
                  <a:schemeClr val="accent2"/>
                </a:solidFill>
              </a:rPr>
              <a:t>2</a:t>
            </a:r>
            <a:r>
              <a:rPr lang="en-US" altLang="zh-TW" dirty="0">
                <a:solidFill>
                  <a:schemeClr val="accent2"/>
                </a:solidFill>
              </a:rPr>
              <a:t> ] G</a:t>
            </a:r>
            <a:r>
              <a:rPr lang="en-US" altLang="zh-TW" baseline="-25000" dirty="0">
                <a:solidFill>
                  <a:schemeClr val="accent2"/>
                </a:solidFill>
              </a:rPr>
              <a:t>1</a:t>
            </a:r>
            <a:r>
              <a:rPr lang="en-US" altLang="zh-TW" dirty="0">
                <a:solidFill>
                  <a:schemeClr val="accent2"/>
                </a:solidFill>
              </a:rPr>
              <a:t>))</a:t>
            </a:r>
          </a:p>
          <a:p>
            <a:endParaRPr lang="en-US" altLang="zh-TW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7A09AB-D6FE-403D-A2C3-2D2999A92EC0}"/>
              </a:ext>
            </a:extLst>
          </p:cNvPr>
          <p:cNvSpPr/>
          <p:nvPr/>
        </p:nvSpPr>
        <p:spPr>
          <a:xfrm>
            <a:off x="3648392" y="2210537"/>
            <a:ext cx="1413802" cy="605949"/>
          </a:xfrm>
          <a:prstGeom prst="rect">
            <a:avLst/>
          </a:prstGeom>
          <a:solidFill>
            <a:srgbClr val="4472C4">
              <a:alpha val="4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467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C759021-3DF9-465A-8AC8-C3519568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3" y="1467547"/>
            <a:ext cx="12192000" cy="266527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14E94F2-DD2F-4545-8040-13CE3B010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68373"/>
            <a:ext cx="12192000" cy="30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14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3C8DD-A486-4577-B406-F587247E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D92A65-D1B0-4AE3-8868-F0FA8A0A1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259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1BC1C994-EE29-4D9A-B1BB-56280B2F7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76" y="4800600"/>
            <a:ext cx="2243339" cy="206259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5CC4C20-1681-4651-8F4E-BE589BD1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complete subgraph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71DEC5-99F2-4219-86F1-1BA5B186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146" y="2057400"/>
            <a:ext cx="3657600" cy="2743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7D62950-6CE2-4F7A-8021-675E9DBCE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55" y="2057400"/>
            <a:ext cx="5691400" cy="395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42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7FEB95-6433-4423-BEA5-0E74CAC1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Five categories of relations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5240C08-6F92-4114-AE31-B284E313726B}"/>
              </a:ext>
            </a:extLst>
          </p:cNvPr>
          <p:cNvSpPr txBox="1"/>
          <p:nvPr/>
        </p:nvSpPr>
        <p:spPr>
          <a:xfrm>
            <a:off x="663821" y="1813147"/>
            <a:ext cx="39647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en-US" altLang="zh-TW" dirty="0">
                <a:solidFill>
                  <a:schemeClr val="accent2"/>
                </a:solidFill>
              </a:rPr>
              <a:t>A disjoins B</a:t>
            </a:r>
            <a:r>
              <a:rPr lang="en-US" altLang="zh-TW" dirty="0"/>
              <a:t>. All parts of A are separated from all parts of B.</a:t>
            </a:r>
          </a:p>
          <a:p>
            <a:pPr marL="342900" indent="-342900">
              <a:buAutoNum type="arabicParenBoth"/>
            </a:pPr>
            <a:r>
              <a:rPr lang="en-US" altLang="zh-TW" dirty="0">
                <a:solidFill>
                  <a:schemeClr val="accent2"/>
                </a:solidFill>
              </a:rPr>
              <a:t>A is edge to edge with B</a:t>
            </a:r>
            <a:r>
              <a:rPr lang="en-US" altLang="zh-TW" dirty="0"/>
              <a:t>. The bound of A is edge to edge with the bound of B, and no part of A overlaps with any part of B. </a:t>
            </a:r>
          </a:p>
          <a:p>
            <a:pPr marL="342900" indent="-342900">
              <a:buAutoNum type="arabicParenBoth"/>
            </a:pPr>
            <a:r>
              <a:rPr lang="en-US" altLang="zh-TW" dirty="0">
                <a:solidFill>
                  <a:schemeClr val="accent2"/>
                </a:solidFill>
              </a:rPr>
              <a:t>A contains B.</a:t>
            </a:r>
            <a:r>
              <a:rPr lang="en-US" altLang="zh-TW" dirty="0"/>
              <a:t> All parts of B are completely overlapped with some parts of A. </a:t>
            </a:r>
          </a:p>
          <a:p>
            <a:pPr marL="342900" indent="-342900">
              <a:buAutoNum type="arabicParenBoth"/>
            </a:pPr>
            <a:r>
              <a:rPr lang="en-US" altLang="zh-TW" dirty="0">
                <a:solidFill>
                  <a:schemeClr val="accent2"/>
                </a:solidFill>
              </a:rPr>
              <a:t>A belongs to B</a:t>
            </a:r>
            <a:r>
              <a:rPr lang="en-US" altLang="zh-TW" dirty="0"/>
              <a:t>, All parts of A are completely overlapped with some parts of B. </a:t>
            </a:r>
            <a:endParaRPr lang="en-US" altLang="zh-TW" dirty="0">
              <a:solidFill>
                <a:schemeClr val="accent2"/>
              </a:solidFill>
            </a:endParaRPr>
          </a:p>
          <a:p>
            <a:pPr marL="342900" indent="-342900">
              <a:buAutoNum type="arabicParenBoth"/>
            </a:pPr>
            <a:r>
              <a:rPr lang="en-US" altLang="zh-TW" dirty="0">
                <a:solidFill>
                  <a:schemeClr val="accent2"/>
                </a:solidFill>
              </a:rPr>
              <a:t>A is partly overlapped with B. </a:t>
            </a:r>
            <a:endParaRPr lang="zh-TW" altLang="en-US" dirty="0">
              <a:solidFill>
                <a:schemeClr val="accent2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6C1B5A3-8D0E-4EFB-8A94-967697349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25" y="2107528"/>
            <a:ext cx="6236017" cy="331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37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12206</TotalTime>
  <Words>1277</Words>
  <Application>Microsoft Office PowerPoint</Application>
  <PresentationFormat>寬螢幕</PresentationFormat>
  <Paragraphs>147</Paragraphs>
  <Slides>23</Slides>
  <Notes>15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佈景主題</vt:lpstr>
      <vt:lpstr>2D Z-string: A new spatial knowledge representation for image databases</vt:lpstr>
      <vt:lpstr>Abstract</vt:lpstr>
      <vt:lpstr>Spatial knowledge representation</vt:lpstr>
      <vt:lpstr>Metric measurements</vt:lpstr>
      <vt:lpstr>2D G-string</vt:lpstr>
      <vt:lpstr>2D G-string</vt:lpstr>
      <vt:lpstr>2D C-string</vt:lpstr>
      <vt:lpstr>2D Z-string: Metric measurements</vt:lpstr>
      <vt:lpstr>2D Z-string: Metric measurements</vt:lpstr>
      <vt:lpstr>2D Z-string</vt:lpstr>
      <vt:lpstr>2D Z-string</vt:lpstr>
      <vt:lpstr>2D Z-string</vt:lpstr>
      <vt:lpstr>2D Z-string</vt:lpstr>
      <vt:lpstr>2D Z-string</vt:lpstr>
      <vt:lpstr>2D Z-string</vt:lpstr>
      <vt:lpstr>2D Z-string</vt:lpstr>
      <vt:lpstr>2D Z-string</vt:lpstr>
      <vt:lpstr>2D Z-string</vt:lpstr>
      <vt:lpstr>2D Z-string</vt:lpstr>
      <vt:lpstr>Result</vt:lpstr>
      <vt:lpstr>PowerPoint 簡報</vt:lpstr>
      <vt:lpstr>Maximal complete subgraph problem</vt:lpstr>
      <vt:lpstr>Five categories of relations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pplab</cp:lastModifiedBy>
  <cp:revision>25</cp:revision>
  <dcterms:created xsi:type="dcterms:W3CDTF">2021-06-26T09:28:31Z</dcterms:created>
  <dcterms:modified xsi:type="dcterms:W3CDTF">2022-04-12T11:19:18Z</dcterms:modified>
</cp:coreProperties>
</file>