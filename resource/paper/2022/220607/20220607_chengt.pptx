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6"/>
  </p:notesMasterIdLst>
  <p:sldIdLst>
    <p:sldId id="256" r:id="rId2"/>
    <p:sldId id="258" r:id="rId3"/>
    <p:sldId id="259" r:id="rId4"/>
    <p:sldId id="260" r:id="rId5"/>
    <p:sldId id="261" r:id="rId6"/>
    <p:sldId id="262" r:id="rId7"/>
    <p:sldId id="264" r:id="rId8"/>
    <p:sldId id="266" r:id="rId9"/>
    <p:sldId id="270" r:id="rId10"/>
    <p:sldId id="267" r:id="rId11"/>
    <p:sldId id="272" r:id="rId12"/>
    <p:sldId id="268" r:id="rId13"/>
    <p:sldId id="271" r:id="rId14"/>
    <p:sldId id="269" r:id="rId1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0" d="100"/>
          <a:sy n="110" d="100"/>
        </p:scale>
        <p:origin x="59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E71A6C-2C44-478D-971D-C6B8D23831BB}" type="datetimeFigureOut">
              <a:rPr lang="zh-TW" altLang="en-US" smtClean="0"/>
              <a:t>2022/6/7</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B8E3AD-4DDF-46F0-847C-9E019181D1BB}" type="slidenum">
              <a:rPr lang="zh-TW" altLang="en-US" smtClean="0"/>
              <a:t>‹#›</a:t>
            </a:fld>
            <a:endParaRPr lang="zh-TW" altLang="en-US"/>
          </a:p>
        </p:txBody>
      </p:sp>
    </p:spTree>
    <p:extLst>
      <p:ext uri="{BB962C8B-B14F-4D97-AF65-F5344CB8AC3E}">
        <p14:creationId xmlns:p14="http://schemas.microsoft.com/office/powerpoint/2010/main" val="944395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5F9860-E560-416D-9431-5E47F3244069}"/>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dirty="0"/>
              <a:t>按一下以編輯母片標題樣式</a:t>
            </a:r>
          </a:p>
        </p:txBody>
      </p:sp>
      <p:sp>
        <p:nvSpPr>
          <p:cNvPr id="3" name="副標題 2">
            <a:extLst>
              <a:ext uri="{FF2B5EF4-FFF2-40B4-BE49-F238E27FC236}">
                <a16:creationId xmlns:a16="http://schemas.microsoft.com/office/drawing/2014/main" id="{59134497-E75B-48A4-91DD-EA0D8766ED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dirty="0"/>
              <a:t>按一下以編輯母片子標題樣式</a:t>
            </a:r>
          </a:p>
        </p:txBody>
      </p:sp>
      <p:sp>
        <p:nvSpPr>
          <p:cNvPr id="4" name="日期版面配置區 3">
            <a:extLst>
              <a:ext uri="{FF2B5EF4-FFF2-40B4-BE49-F238E27FC236}">
                <a16:creationId xmlns:a16="http://schemas.microsoft.com/office/drawing/2014/main" id="{D7863F84-58C6-42BD-8450-BB1EF0A0CAB5}"/>
              </a:ext>
            </a:extLst>
          </p:cNvPr>
          <p:cNvSpPr>
            <a:spLocks noGrp="1"/>
          </p:cNvSpPr>
          <p:nvPr>
            <p:ph type="dt" sz="half" idx="10"/>
          </p:nvPr>
        </p:nvSpPr>
        <p:spPr/>
        <p:txBody>
          <a:bodyPr/>
          <a:lstStyle/>
          <a:p>
            <a:fld id="{21B4348C-36CF-493F-87A0-F09F5C79557B}" type="datetime1">
              <a:rPr lang="zh-TW" altLang="en-US" smtClean="0"/>
              <a:t>2022/6/7</a:t>
            </a:fld>
            <a:endParaRPr lang="zh-TW" altLang="en-US"/>
          </a:p>
        </p:txBody>
      </p:sp>
      <p:sp>
        <p:nvSpPr>
          <p:cNvPr id="5" name="頁尾版面配置區 4">
            <a:extLst>
              <a:ext uri="{FF2B5EF4-FFF2-40B4-BE49-F238E27FC236}">
                <a16:creationId xmlns:a16="http://schemas.microsoft.com/office/drawing/2014/main" id="{98432305-1513-4FF2-B137-EE8BE60701C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A45DE15-CC67-477E-9512-252BB1C19B01}"/>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5126107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0FF7CE-2933-4750-A85D-DACE9F916DBC}"/>
              </a:ext>
            </a:extLst>
          </p:cNvPr>
          <p:cNvSpPr>
            <a:spLocks noGrp="1"/>
          </p:cNvSpPr>
          <p:nvPr>
            <p:ph type="title"/>
          </p:nvPr>
        </p:nvSpPr>
        <p:spPr/>
        <p:txBody>
          <a:bodyPr/>
          <a:lstStyle/>
          <a:p>
            <a:r>
              <a:rPr lang="zh-TW" altLang="en-US" dirty="0"/>
              <a:t>按一下以編輯母片標題樣式</a:t>
            </a:r>
          </a:p>
        </p:txBody>
      </p:sp>
      <p:sp>
        <p:nvSpPr>
          <p:cNvPr id="3" name="內容版面配置區 2">
            <a:extLst>
              <a:ext uri="{FF2B5EF4-FFF2-40B4-BE49-F238E27FC236}">
                <a16:creationId xmlns:a16="http://schemas.microsoft.com/office/drawing/2014/main" id="{F3F8675F-A7F4-411C-87FE-AF53DB2321FB}"/>
              </a:ext>
            </a:extLst>
          </p:cNvPr>
          <p:cNvSpPr>
            <a:spLocks noGrp="1"/>
          </p:cNvSpPr>
          <p:nvPr>
            <p:ph idx="1"/>
          </p:nvPr>
        </p:nvSpPr>
        <p:spPr/>
        <p:txBody>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74D891A1-BED0-4372-94A4-FAEA0FDB1AB8}"/>
              </a:ext>
            </a:extLst>
          </p:cNvPr>
          <p:cNvSpPr>
            <a:spLocks noGrp="1"/>
          </p:cNvSpPr>
          <p:nvPr>
            <p:ph type="dt" sz="half" idx="10"/>
          </p:nvPr>
        </p:nvSpPr>
        <p:spPr/>
        <p:txBody>
          <a:bodyPr/>
          <a:lstStyle/>
          <a:p>
            <a:fld id="{9D8D1CB8-68CC-40D0-8B95-D3C3A7ADB4E8}" type="datetime1">
              <a:rPr lang="zh-TW" altLang="en-US" smtClean="0"/>
              <a:t>2022/6/7</a:t>
            </a:fld>
            <a:endParaRPr lang="zh-TW" altLang="en-US"/>
          </a:p>
        </p:txBody>
      </p:sp>
      <p:sp>
        <p:nvSpPr>
          <p:cNvPr id="5" name="頁尾版面配置區 4">
            <a:extLst>
              <a:ext uri="{FF2B5EF4-FFF2-40B4-BE49-F238E27FC236}">
                <a16:creationId xmlns:a16="http://schemas.microsoft.com/office/drawing/2014/main" id="{5ADB4587-43E1-4B31-85FA-4F512D06B04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E62905B-D2C7-4BB5-A1C0-9C466C3C3381}"/>
              </a:ext>
            </a:extLst>
          </p:cNvPr>
          <p:cNvSpPr>
            <a:spLocks noGrp="1"/>
          </p:cNvSpPr>
          <p:nvPr>
            <p:ph type="sldNum" sz="quarter" idx="12"/>
          </p:nvPr>
        </p:nvSpPr>
        <p:spPr/>
        <p:txBody>
          <a:bodyPr/>
          <a:lstStyle>
            <a:lvl1pPr>
              <a:defRPr sz="2400">
                <a:latin typeface="源流明體 M" panose="02020500000000000000" pitchFamily="18" charset="-120"/>
                <a:ea typeface="源流明體 M" panose="02020500000000000000" pitchFamily="18" charset="-120"/>
              </a:defRPr>
            </a:lvl1pPr>
          </a:lstStyle>
          <a:p>
            <a:fld id="{4CD2C34A-D3D3-4A9B-8692-9279E332F0C9}" type="slidenum">
              <a:rPr lang="zh-TW" altLang="en-US" smtClean="0"/>
              <a:pPr/>
              <a:t>‹#›</a:t>
            </a:fld>
            <a:endParaRPr lang="zh-TW" altLang="en-US" dirty="0"/>
          </a:p>
        </p:txBody>
      </p:sp>
    </p:spTree>
    <p:extLst>
      <p:ext uri="{BB962C8B-B14F-4D97-AF65-F5344CB8AC3E}">
        <p14:creationId xmlns:p14="http://schemas.microsoft.com/office/powerpoint/2010/main" val="754709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BCA837B-11EB-4BCD-BB75-016BDBC72001}"/>
              </a:ext>
            </a:extLst>
          </p:cNvPr>
          <p:cNvSpPr>
            <a:spLocks noGrp="1"/>
          </p:cNvSpPr>
          <p:nvPr>
            <p:ph type="title"/>
          </p:nvPr>
        </p:nvSpPr>
        <p:spPr>
          <a:xfrm>
            <a:off x="831850" y="1709738"/>
            <a:ext cx="10515600" cy="2852737"/>
          </a:xfrm>
        </p:spPr>
        <p:txBody>
          <a:bodyPr anchor="b"/>
          <a:lstStyle>
            <a:lvl1pPr>
              <a:defRPr sz="6000"/>
            </a:lvl1pPr>
          </a:lstStyle>
          <a:p>
            <a:r>
              <a:rPr lang="zh-TW" altLang="en-US" dirty="0"/>
              <a:t>按一下以編輯母片標題樣式</a:t>
            </a:r>
          </a:p>
        </p:txBody>
      </p:sp>
      <p:sp>
        <p:nvSpPr>
          <p:cNvPr id="3" name="文字版面配置區 2">
            <a:extLst>
              <a:ext uri="{FF2B5EF4-FFF2-40B4-BE49-F238E27FC236}">
                <a16:creationId xmlns:a16="http://schemas.microsoft.com/office/drawing/2014/main" id="{601CEDA6-E03F-4FC9-9AE0-3165E22F83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dirty="0"/>
              <a:t>按一下以編輯母片文字樣式</a:t>
            </a:r>
          </a:p>
        </p:txBody>
      </p:sp>
      <p:sp>
        <p:nvSpPr>
          <p:cNvPr id="4" name="日期版面配置區 3">
            <a:extLst>
              <a:ext uri="{FF2B5EF4-FFF2-40B4-BE49-F238E27FC236}">
                <a16:creationId xmlns:a16="http://schemas.microsoft.com/office/drawing/2014/main" id="{00B5DA1D-6AE9-48E7-B940-0B03E7173D24}"/>
              </a:ext>
            </a:extLst>
          </p:cNvPr>
          <p:cNvSpPr>
            <a:spLocks noGrp="1"/>
          </p:cNvSpPr>
          <p:nvPr>
            <p:ph type="dt" sz="half" idx="10"/>
          </p:nvPr>
        </p:nvSpPr>
        <p:spPr/>
        <p:txBody>
          <a:bodyPr/>
          <a:lstStyle/>
          <a:p>
            <a:fld id="{5E79369E-9364-4DE1-B777-922645A66F1A}" type="datetime1">
              <a:rPr lang="zh-TW" altLang="en-US" smtClean="0"/>
              <a:t>2022/6/7</a:t>
            </a:fld>
            <a:endParaRPr lang="zh-TW" altLang="en-US"/>
          </a:p>
        </p:txBody>
      </p:sp>
      <p:sp>
        <p:nvSpPr>
          <p:cNvPr id="5" name="頁尾版面配置區 4">
            <a:extLst>
              <a:ext uri="{FF2B5EF4-FFF2-40B4-BE49-F238E27FC236}">
                <a16:creationId xmlns:a16="http://schemas.microsoft.com/office/drawing/2014/main" id="{69AA8402-DA28-4A1A-A558-D9347B92172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39B33D7-3156-4125-A854-05E2F5EC21C9}"/>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2030135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2C2D9AB-19FC-4A41-8B16-512340B33FF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9427EFF3-6358-445E-AB7A-1BC735609739}"/>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E60E9C49-7EE0-48B3-B571-72D3290F1033}"/>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3F1A1EF6-39FE-482A-8143-781B6CB2E38E}"/>
              </a:ext>
            </a:extLst>
          </p:cNvPr>
          <p:cNvSpPr>
            <a:spLocks noGrp="1"/>
          </p:cNvSpPr>
          <p:nvPr>
            <p:ph type="dt" sz="half" idx="10"/>
          </p:nvPr>
        </p:nvSpPr>
        <p:spPr/>
        <p:txBody>
          <a:bodyPr/>
          <a:lstStyle/>
          <a:p>
            <a:fld id="{1551FF31-668F-4AB9-96F0-D30DF02CF383}" type="datetime1">
              <a:rPr lang="zh-TW" altLang="en-US" smtClean="0"/>
              <a:t>2022/6/7</a:t>
            </a:fld>
            <a:endParaRPr lang="zh-TW" altLang="en-US"/>
          </a:p>
        </p:txBody>
      </p:sp>
      <p:sp>
        <p:nvSpPr>
          <p:cNvPr id="6" name="頁尾版面配置區 5">
            <a:extLst>
              <a:ext uri="{FF2B5EF4-FFF2-40B4-BE49-F238E27FC236}">
                <a16:creationId xmlns:a16="http://schemas.microsoft.com/office/drawing/2014/main" id="{589D48EB-695D-48D5-972D-703BA95FA53C}"/>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0DEBC84-B4B2-48A5-9453-4968DF6013A8}"/>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635305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364652-1B77-4696-A668-DE346840B3F0}"/>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05EA96D6-19BA-4F0C-9D27-5E3C912623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6DD1974A-B943-4208-8541-2CC976952B9C}"/>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7F423B03-A8AF-4A4A-8E8F-F37A0EC215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A68F243B-B7F9-4BFF-961C-9D0B9CDCABF6}"/>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7FF30C15-CFD8-4836-816C-2F7AD002FCA8}"/>
              </a:ext>
            </a:extLst>
          </p:cNvPr>
          <p:cNvSpPr>
            <a:spLocks noGrp="1"/>
          </p:cNvSpPr>
          <p:nvPr>
            <p:ph type="dt" sz="half" idx="10"/>
          </p:nvPr>
        </p:nvSpPr>
        <p:spPr/>
        <p:txBody>
          <a:bodyPr/>
          <a:lstStyle/>
          <a:p>
            <a:fld id="{5015F927-1548-411C-9F0A-7E2338821FD2}" type="datetime1">
              <a:rPr lang="zh-TW" altLang="en-US" smtClean="0"/>
              <a:t>2022/6/7</a:t>
            </a:fld>
            <a:endParaRPr lang="zh-TW" altLang="en-US"/>
          </a:p>
        </p:txBody>
      </p:sp>
      <p:sp>
        <p:nvSpPr>
          <p:cNvPr id="8" name="頁尾版面配置區 7">
            <a:extLst>
              <a:ext uri="{FF2B5EF4-FFF2-40B4-BE49-F238E27FC236}">
                <a16:creationId xmlns:a16="http://schemas.microsoft.com/office/drawing/2014/main" id="{BB75EC47-F26E-4E34-8F29-34396015820A}"/>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F0357AA1-531D-48AF-9CCE-B1E9F1D580E8}"/>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3207383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371D42C-7250-4132-82B5-5BC22B5AA61E}"/>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5A93FF5C-9744-48EF-A3FE-F6AB3634F768}"/>
              </a:ext>
            </a:extLst>
          </p:cNvPr>
          <p:cNvSpPr>
            <a:spLocks noGrp="1"/>
          </p:cNvSpPr>
          <p:nvPr>
            <p:ph type="dt" sz="half" idx="10"/>
          </p:nvPr>
        </p:nvSpPr>
        <p:spPr/>
        <p:txBody>
          <a:bodyPr/>
          <a:lstStyle/>
          <a:p>
            <a:fld id="{E8CD5000-B342-4B97-BFC6-0D5CDADFA95C}" type="datetime1">
              <a:rPr lang="zh-TW" altLang="en-US" smtClean="0"/>
              <a:t>2022/6/7</a:t>
            </a:fld>
            <a:endParaRPr lang="zh-TW" altLang="en-US"/>
          </a:p>
        </p:txBody>
      </p:sp>
      <p:sp>
        <p:nvSpPr>
          <p:cNvPr id="4" name="頁尾版面配置區 3">
            <a:extLst>
              <a:ext uri="{FF2B5EF4-FFF2-40B4-BE49-F238E27FC236}">
                <a16:creationId xmlns:a16="http://schemas.microsoft.com/office/drawing/2014/main" id="{601019B5-97EB-4FAA-B9E0-A8872AE738E1}"/>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33A332F1-DF5D-4F87-97BF-68EBD8F1352C}"/>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9589064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B876C78C-4473-4753-A6D0-22BA1F476198}"/>
              </a:ext>
            </a:extLst>
          </p:cNvPr>
          <p:cNvSpPr>
            <a:spLocks noGrp="1"/>
          </p:cNvSpPr>
          <p:nvPr>
            <p:ph type="dt" sz="half" idx="10"/>
          </p:nvPr>
        </p:nvSpPr>
        <p:spPr/>
        <p:txBody>
          <a:bodyPr/>
          <a:lstStyle/>
          <a:p>
            <a:fld id="{F39CF939-D763-48D5-8B03-D0F1129A1E9E}" type="datetime1">
              <a:rPr lang="zh-TW" altLang="en-US" smtClean="0"/>
              <a:t>2022/6/7</a:t>
            </a:fld>
            <a:endParaRPr lang="zh-TW" altLang="en-US"/>
          </a:p>
        </p:txBody>
      </p:sp>
      <p:sp>
        <p:nvSpPr>
          <p:cNvPr id="3" name="頁尾版面配置區 2">
            <a:extLst>
              <a:ext uri="{FF2B5EF4-FFF2-40B4-BE49-F238E27FC236}">
                <a16:creationId xmlns:a16="http://schemas.microsoft.com/office/drawing/2014/main" id="{60A9D2FC-48F6-4EB8-9020-7AACF6C93FB7}"/>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AF61A111-BA32-4DCC-B1B3-F6F29930C813}"/>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2360765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96626C-3788-4FAE-8B9A-B23CC278E365}"/>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B9050D94-23AF-4060-B5E4-D28F7AF294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847E624D-101B-4B1B-A033-653188284A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163E474D-7185-4142-8E1A-C096A190E30D}"/>
              </a:ext>
            </a:extLst>
          </p:cNvPr>
          <p:cNvSpPr>
            <a:spLocks noGrp="1"/>
          </p:cNvSpPr>
          <p:nvPr>
            <p:ph type="dt" sz="half" idx="10"/>
          </p:nvPr>
        </p:nvSpPr>
        <p:spPr/>
        <p:txBody>
          <a:bodyPr/>
          <a:lstStyle/>
          <a:p>
            <a:fld id="{8F3FAF7E-03FF-47C7-BE82-6927213C9CE5}" type="datetime1">
              <a:rPr lang="zh-TW" altLang="en-US" smtClean="0"/>
              <a:t>2022/6/7</a:t>
            </a:fld>
            <a:endParaRPr lang="zh-TW" altLang="en-US"/>
          </a:p>
        </p:txBody>
      </p:sp>
      <p:sp>
        <p:nvSpPr>
          <p:cNvPr id="6" name="頁尾版面配置區 5">
            <a:extLst>
              <a:ext uri="{FF2B5EF4-FFF2-40B4-BE49-F238E27FC236}">
                <a16:creationId xmlns:a16="http://schemas.microsoft.com/office/drawing/2014/main" id="{ED8FD9AE-93F8-4516-981E-888A3585872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7C235FE-7EC6-45BD-AFD3-28E236227C22}"/>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2206267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3BEFEB1-3B54-45E8-9090-D0CF4FF911BD}"/>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4CBE35E7-646E-4404-821A-D22E70E0B0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72357CA3-B57C-4FE1-AA0C-39A1BB09A4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7D38B033-98F0-477A-A016-863BD32FF2DC}"/>
              </a:ext>
            </a:extLst>
          </p:cNvPr>
          <p:cNvSpPr>
            <a:spLocks noGrp="1"/>
          </p:cNvSpPr>
          <p:nvPr>
            <p:ph type="dt" sz="half" idx="10"/>
          </p:nvPr>
        </p:nvSpPr>
        <p:spPr/>
        <p:txBody>
          <a:bodyPr/>
          <a:lstStyle/>
          <a:p>
            <a:fld id="{8EFEA15A-BC96-4FDC-81B9-0D28C6E02324}" type="datetime1">
              <a:rPr lang="zh-TW" altLang="en-US" smtClean="0"/>
              <a:t>2022/6/7</a:t>
            </a:fld>
            <a:endParaRPr lang="zh-TW" altLang="en-US"/>
          </a:p>
        </p:txBody>
      </p:sp>
      <p:sp>
        <p:nvSpPr>
          <p:cNvPr id="6" name="頁尾版面配置區 5">
            <a:extLst>
              <a:ext uri="{FF2B5EF4-FFF2-40B4-BE49-F238E27FC236}">
                <a16:creationId xmlns:a16="http://schemas.microsoft.com/office/drawing/2014/main" id="{217603EF-D0A2-4BE2-BB6E-F1E7428564D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7C60FDF8-CDA0-4176-93FB-878ED2BD301B}"/>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723221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CE1F33-6DA3-4E3D-A50B-59EF378400A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8453AB78-8699-463C-8D35-0DAE4736C1FD}"/>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B0C9C6C-B437-4A6A-B50E-D76A9DFEF2A5}"/>
              </a:ext>
            </a:extLst>
          </p:cNvPr>
          <p:cNvSpPr>
            <a:spLocks noGrp="1"/>
          </p:cNvSpPr>
          <p:nvPr>
            <p:ph type="dt" sz="half" idx="10"/>
          </p:nvPr>
        </p:nvSpPr>
        <p:spPr/>
        <p:txBody>
          <a:bodyPr/>
          <a:lstStyle/>
          <a:p>
            <a:fld id="{15698257-1A0C-4C00-86B7-D3CBE1E4FDE3}" type="datetime1">
              <a:rPr lang="zh-TW" altLang="en-US" smtClean="0"/>
              <a:t>2022/6/7</a:t>
            </a:fld>
            <a:endParaRPr lang="zh-TW" altLang="en-US"/>
          </a:p>
        </p:txBody>
      </p:sp>
      <p:sp>
        <p:nvSpPr>
          <p:cNvPr id="5" name="頁尾版面配置區 4">
            <a:extLst>
              <a:ext uri="{FF2B5EF4-FFF2-40B4-BE49-F238E27FC236}">
                <a16:creationId xmlns:a16="http://schemas.microsoft.com/office/drawing/2014/main" id="{77009B86-8BAF-49D3-9FBD-AF620355BA0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1B07FA9-F3F7-4DA7-A0F4-66D3B567042B}"/>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7241612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C295D24-4D4D-472A-AB73-D1239EA9C15C}"/>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FBDB5D60-51C4-436D-BBDD-F77793327BE6}"/>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6632C48-A4E5-459A-B5AA-57D86A08E29A}"/>
              </a:ext>
            </a:extLst>
          </p:cNvPr>
          <p:cNvSpPr>
            <a:spLocks noGrp="1"/>
          </p:cNvSpPr>
          <p:nvPr>
            <p:ph type="dt" sz="half" idx="10"/>
          </p:nvPr>
        </p:nvSpPr>
        <p:spPr/>
        <p:txBody>
          <a:bodyPr/>
          <a:lstStyle/>
          <a:p>
            <a:fld id="{E3A91720-F347-4FFB-ADA5-0AD2EE56A4E5}" type="datetime1">
              <a:rPr lang="zh-TW" altLang="en-US" smtClean="0"/>
              <a:t>2022/6/7</a:t>
            </a:fld>
            <a:endParaRPr lang="zh-TW" altLang="en-US"/>
          </a:p>
        </p:txBody>
      </p:sp>
      <p:sp>
        <p:nvSpPr>
          <p:cNvPr id="5" name="頁尾版面配置區 4">
            <a:extLst>
              <a:ext uri="{FF2B5EF4-FFF2-40B4-BE49-F238E27FC236}">
                <a16:creationId xmlns:a16="http://schemas.microsoft.com/office/drawing/2014/main" id="{3D1A3D36-B64D-4E79-8824-D40005CB9D0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FCBCD96-2981-4CEB-BF02-CDF1449F88B4}"/>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3023326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0588B45C-60F2-4BCE-B810-D930011E70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dirty="0"/>
              <a:t>按一下以編輯母片標題樣式</a:t>
            </a:r>
          </a:p>
        </p:txBody>
      </p:sp>
      <p:sp>
        <p:nvSpPr>
          <p:cNvPr id="3" name="文字版面配置區 2">
            <a:extLst>
              <a:ext uri="{FF2B5EF4-FFF2-40B4-BE49-F238E27FC236}">
                <a16:creationId xmlns:a16="http://schemas.microsoft.com/office/drawing/2014/main" id="{AC153474-8A42-4461-A925-C46F64482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F2A84AEC-A2FC-47EE-8B0B-6CF68B8386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60A89E-5F59-45C6-916E-2029F486A7DF}" type="datetime1">
              <a:rPr lang="zh-TW" altLang="en-US" smtClean="0"/>
              <a:t>2022/6/7</a:t>
            </a:fld>
            <a:endParaRPr lang="zh-TW" altLang="en-US"/>
          </a:p>
        </p:txBody>
      </p:sp>
      <p:sp>
        <p:nvSpPr>
          <p:cNvPr id="5" name="頁尾版面配置區 4">
            <a:extLst>
              <a:ext uri="{FF2B5EF4-FFF2-40B4-BE49-F238E27FC236}">
                <a16:creationId xmlns:a16="http://schemas.microsoft.com/office/drawing/2014/main" id="{F389F9A5-C535-4FCE-9462-8748EDBDF1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2D0B99F-AC6F-4C56-843B-B3324F7192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117137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143474-6387-4BE8-A4BF-0CDEA67657E1}"/>
              </a:ext>
            </a:extLst>
          </p:cNvPr>
          <p:cNvSpPr>
            <a:spLocks noGrp="1"/>
          </p:cNvSpPr>
          <p:nvPr>
            <p:ph type="ctrTitle"/>
          </p:nvPr>
        </p:nvSpPr>
        <p:spPr/>
        <p:txBody>
          <a:bodyPr>
            <a:normAutofit fontScale="90000"/>
          </a:bodyPr>
          <a:lstStyle/>
          <a:p>
            <a:r>
              <a:rPr lang="en-US" altLang="zh-TW" dirty="0"/>
              <a:t>An Optimal Algorithm for Finding the Longest Increasing</a:t>
            </a:r>
            <a:br>
              <a:rPr lang="en-US" altLang="zh-TW" dirty="0"/>
            </a:br>
            <a:r>
              <a:rPr lang="en-US" altLang="zh-TW" dirty="0"/>
              <a:t>Subsequence of Every Substring</a:t>
            </a:r>
            <a:endParaRPr lang="zh-TW" altLang="en-US" dirty="0"/>
          </a:p>
        </p:txBody>
      </p:sp>
      <p:sp>
        <p:nvSpPr>
          <p:cNvPr id="3" name="副標題 2">
            <a:extLst>
              <a:ext uri="{FF2B5EF4-FFF2-40B4-BE49-F238E27FC236}">
                <a16:creationId xmlns:a16="http://schemas.microsoft.com/office/drawing/2014/main" id="{92B8BEBC-EA8D-40AC-8B6F-CE2FB945F54D}"/>
              </a:ext>
            </a:extLst>
          </p:cNvPr>
          <p:cNvSpPr>
            <a:spLocks noGrp="1"/>
          </p:cNvSpPr>
          <p:nvPr>
            <p:ph type="subTitle" idx="1"/>
          </p:nvPr>
        </p:nvSpPr>
        <p:spPr/>
        <p:txBody>
          <a:bodyPr/>
          <a:lstStyle/>
          <a:p>
            <a:r>
              <a:rPr lang="en-US" altLang="zh-TW" dirty="0"/>
              <a:t>C. T. Tseng, S. H. </a:t>
            </a:r>
            <a:r>
              <a:rPr lang="en-US" altLang="zh-TW" dirty="0" err="1"/>
              <a:t>Shiau</a:t>
            </a:r>
            <a:r>
              <a:rPr lang="en-US" altLang="zh-TW" dirty="0"/>
              <a:t>, C. B. Yang</a:t>
            </a:r>
          </a:p>
          <a:p>
            <a:r>
              <a:rPr lang="en-US" altLang="zh-TW" dirty="0"/>
              <a:t>Proc. of the 5th Conference on Information Technology and Applications in Outlying Islands, Kinmen, Taiwan, June 2, 2006.</a:t>
            </a:r>
            <a:endParaRPr lang="zh-TW" altLang="en-US" dirty="0"/>
          </a:p>
        </p:txBody>
      </p:sp>
      <p:sp>
        <p:nvSpPr>
          <p:cNvPr id="5" name="文字方塊 4">
            <a:extLst>
              <a:ext uri="{FF2B5EF4-FFF2-40B4-BE49-F238E27FC236}">
                <a16:creationId xmlns:a16="http://schemas.microsoft.com/office/drawing/2014/main" id="{D2AB8FE2-23CB-4533-87D5-C2F44C82D244}"/>
              </a:ext>
            </a:extLst>
          </p:cNvPr>
          <p:cNvSpPr txBox="1"/>
          <p:nvPr/>
        </p:nvSpPr>
        <p:spPr>
          <a:xfrm>
            <a:off x="9474926" y="6211669"/>
            <a:ext cx="2717074" cy="646331"/>
          </a:xfrm>
          <a:prstGeom prst="rect">
            <a:avLst/>
          </a:prstGeom>
          <a:noFill/>
        </p:spPr>
        <p:txBody>
          <a:bodyPr wrap="square" rtlCol="0">
            <a:spAutoFit/>
          </a:bodyPr>
          <a:lstStyle/>
          <a:p>
            <a:r>
              <a:rPr lang="en-US" altLang="zh-TW" dirty="0">
                <a:latin typeface="Times New Roman" panose="02020603050405020304" pitchFamily="18" charset="0"/>
                <a:ea typeface="源流明體 M" panose="02020500000000000000" pitchFamily="18" charset="-120"/>
                <a:cs typeface="Times New Roman" panose="02020603050405020304" pitchFamily="18" charset="0"/>
              </a:rPr>
              <a:t>Presenter: Guan-Ting Chen</a:t>
            </a:r>
          </a:p>
          <a:p>
            <a:r>
              <a:rPr lang="en-US" altLang="zh-TW" dirty="0">
                <a:latin typeface="Times New Roman" panose="02020603050405020304" pitchFamily="18" charset="0"/>
                <a:ea typeface="源流明體 M" panose="02020500000000000000" pitchFamily="18" charset="-120"/>
                <a:cs typeface="Times New Roman" panose="02020603050405020304" pitchFamily="18" charset="0"/>
              </a:rPr>
              <a:t>Date: </a:t>
            </a:r>
            <a:r>
              <a:rPr lang="en-US" altLang="zh-TW">
                <a:latin typeface="Times New Roman" panose="02020603050405020304" pitchFamily="18" charset="0"/>
                <a:ea typeface="源流明體 M" panose="02020500000000000000" pitchFamily="18" charset="-120"/>
                <a:cs typeface="Times New Roman" panose="02020603050405020304" pitchFamily="18" charset="0"/>
              </a:rPr>
              <a:t>June 7, </a:t>
            </a:r>
            <a:r>
              <a:rPr lang="en-US" altLang="zh-TW" dirty="0">
                <a:latin typeface="Times New Roman" panose="02020603050405020304" pitchFamily="18" charset="0"/>
                <a:ea typeface="源流明體 M" panose="02020500000000000000" pitchFamily="18" charset="-120"/>
                <a:cs typeface="Times New Roman" panose="02020603050405020304" pitchFamily="18" charset="0"/>
              </a:rPr>
              <a:t>2022</a:t>
            </a:r>
          </a:p>
        </p:txBody>
      </p:sp>
    </p:spTree>
    <p:extLst>
      <p:ext uri="{BB962C8B-B14F-4D97-AF65-F5344CB8AC3E}">
        <p14:creationId xmlns:p14="http://schemas.microsoft.com/office/powerpoint/2010/main" val="9928461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24AF41-DCC8-4BFE-B3AA-9D793E863EAC}"/>
              </a:ext>
            </a:extLst>
          </p:cNvPr>
          <p:cNvSpPr>
            <a:spLocks noGrp="1"/>
          </p:cNvSpPr>
          <p:nvPr>
            <p:ph type="title"/>
          </p:nvPr>
        </p:nvSpPr>
        <p:spPr/>
        <p:txBody>
          <a:bodyPr/>
          <a:lstStyle/>
          <a:p>
            <a:r>
              <a:rPr lang="en-US" altLang="zh-TW" dirty="0"/>
              <a:t>Abstract</a:t>
            </a:r>
            <a:endParaRPr lang="zh-TW" altLang="en-US" dirty="0"/>
          </a:p>
        </p:txBody>
      </p:sp>
      <p:sp>
        <p:nvSpPr>
          <p:cNvPr id="3" name="內容版面配置區 2">
            <a:extLst>
              <a:ext uri="{FF2B5EF4-FFF2-40B4-BE49-F238E27FC236}">
                <a16:creationId xmlns:a16="http://schemas.microsoft.com/office/drawing/2014/main" id="{2FBE2A12-C9F0-4093-A018-44F05764C477}"/>
              </a:ext>
            </a:extLst>
          </p:cNvPr>
          <p:cNvSpPr>
            <a:spLocks noGrp="1"/>
          </p:cNvSpPr>
          <p:nvPr>
            <p:ph idx="1"/>
          </p:nvPr>
        </p:nvSpPr>
        <p:spPr>
          <a:xfrm>
            <a:off x="838200" y="1558833"/>
            <a:ext cx="10813869" cy="5299167"/>
          </a:xfrm>
        </p:spPr>
        <p:txBody>
          <a:bodyPr>
            <a:normAutofit fontScale="92500" lnSpcReduction="10000"/>
          </a:bodyPr>
          <a:lstStyle/>
          <a:p>
            <a:pPr marL="0" indent="0">
              <a:buNone/>
            </a:pPr>
            <a:r>
              <a:rPr lang="en-US" altLang="zh-TW" dirty="0"/>
              <a:t>Given a string S = {a 1 , a 2 , a 3 , · · · , a n }, the longest increasing subsequence (LIS) problem is to ﬁnd a subsequence of the given string such that the subsequence is increasing and its length is maximal. </a:t>
            </a:r>
          </a:p>
          <a:p>
            <a:pPr marL="0" indent="0">
              <a:buNone/>
            </a:pPr>
            <a:r>
              <a:rPr lang="en-US" altLang="zh-TW" dirty="0"/>
              <a:t>In a previous result, to ﬁnd the longest increasing subsequences of each sliding windows with a ﬁxed size w of a given string can be solved in O(</a:t>
            </a:r>
            <a:r>
              <a:rPr lang="en-US" altLang="zh-TW" dirty="0" err="1"/>
              <a:t>wloglogn+OUTPUT</a:t>
            </a:r>
            <a:r>
              <a:rPr lang="en-US" altLang="zh-TW" dirty="0"/>
              <a:t>) time, where O(</a:t>
            </a:r>
            <a:r>
              <a:rPr lang="en-US" altLang="zh-TW" dirty="0" err="1"/>
              <a:t>wloglogn</a:t>
            </a:r>
            <a:r>
              <a:rPr lang="en-US" altLang="zh-TW" dirty="0"/>
              <a:t>) is taken for preprocessing. </a:t>
            </a:r>
          </a:p>
          <a:p>
            <a:pPr marL="0" indent="0">
              <a:buNone/>
            </a:pPr>
            <a:r>
              <a:rPr lang="en-US" altLang="zh-TW" dirty="0"/>
              <a:t>In this paper, we solve the problem for ﬁnding the longest increasing subsequence of every substring of S. With the straightforward implementation of the previous result, the time required for the preprocessing would be O(n</a:t>
            </a:r>
            <a:r>
              <a:rPr lang="en-US" altLang="zh-TW" baseline="30000" dirty="0"/>
              <a:t>2</a:t>
            </a:r>
            <a:r>
              <a:rPr lang="en-US" altLang="zh-TW" dirty="0"/>
              <a:t>loglogn). With the modiﬁcation of the data structure used in the algorithm, our algorithm needs only O(n</a:t>
            </a:r>
            <a:r>
              <a:rPr lang="en-US" altLang="zh-TW" baseline="30000" dirty="0"/>
              <a:t>2</a:t>
            </a:r>
            <a:r>
              <a:rPr lang="en-US" altLang="zh-TW" dirty="0"/>
              <a:t>) preprocessing time. Since there are O(n</a:t>
            </a:r>
            <a:r>
              <a:rPr lang="en-US" altLang="zh-TW" baseline="30000" dirty="0"/>
              <a:t>2</a:t>
            </a:r>
            <a:r>
              <a:rPr lang="en-US" altLang="zh-TW" dirty="0"/>
              <a:t>) substrings totally in a given string with length n, our algorithm is optimal. The time required for the reporting stage is linear to the size of the output. In other words, our algorithm can ﬁnd the LIS of every substring in O(n</a:t>
            </a:r>
            <a:r>
              <a:rPr lang="en-US" altLang="zh-TW" baseline="30000" dirty="0"/>
              <a:t>2</a:t>
            </a:r>
            <a:r>
              <a:rPr lang="en-US" altLang="zh-TW" dirty="0"/>
              <a:t>+OUTPUT) time, where OUTPUT is the sum of the lengths of the outputs.</a:t>
            </a:r>
          </a:p>
          <a:p>
            <a:pPr marL="0" indent="0">
              <a:buNone/>
            </a:pPr>
            <a:endParaRPr lang="zh-TW" altLang="en-US" dirty="0"/>
          </a:p>
        </p:txBody>
      </p:sp>
      <p:sp>
        <p:nvSpPr>
          <p:cNvPr id="4" name="投影片編號版面配置區 3">
            <a:extLst>
              <a:ext uri="{FF2B5EF4-FFF2-40B4-BE49-F238E27FC236}">
                <a16:creationId xmlns:a16="http://schemas.microsoft.com/office/drawing/2014/main" id="{B9099A3E-11CF-4D79-A20E-36E8E58CE980}"/>
              </a:ext>
            </a:extLst>
          </p:cNvPr>
          <p:cNvSpPr>
            <a:spLocks noGrp="1"/>
          </p:cNvSpPr>
          <p:nvPr>
            <p:ph type="sldNum" sz="quarter" idx="12"/>
          </p:nvPr>
        </p:nvSpPr>
        <p:spPr/>
        <p:txBody>
          <a:bodyPr/>
          <a:lstStyle/>
          <a:p>
            <a:fld id="{4CD2C34A-D3D3-4A9B-8692-9279E332F0C9}" type="slidenum">
              <a:rPr lang="zh-TW" altLang="en-US" smtClean="0"/>
              <a:t>2</a:t>
            </a:fld>
            <a:endParaRPr lang="zh-TW" altLang="en-US" dirty="0"/>
          </a:p>
        </p:txBody>
      </p:sp>
    </p:spTree>
    <p:extLst>
      <p:ext uri="{BB962C8B-B14F-4D97-AF65-F5344CB8AC3E}">
        <p14:creationId xmlns:p14="http://schemas.microsoft.com/office/powerpoint/2010/main" val="847236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560F3F-4CF0-C5AB-41E2-A8036C14A521}"/>
              </a:ext>
            </a:extLst>
          </p:cNvPr>
          <p:cNvSpPr>
            <a:spLocks noGrp="1"/>
          </p:cNvSpPr>
          <p:nvPr>
            <p:ph type="title"/>
          </p:nvPr>
        </p:nvSpPr>
        <p:spPr/>
        <p:txBody>
          <a:bodyPr/>
          <a:lstStyle/>
          <a:p>
            <a:r>
              <a:rPr lang="en-US" altLang="zh-TW" dirty="0"/>
              <a:t>Longest Increasing Subsequence</a:t>
            </a:r>
            <a:endParaRPr lang="zh-TW" altLang="en-US" dirty="0"/>
          </a:p>
        </p:txBody>
      </p:sp>
      <p:sp>
        <p:nvSpPr>
          <p:cNvPr id="4" name="投影片編號版面配置區 3">
            <a:extLst>
              <a:ext uri="{FF2B5EF4-FFF2-40B4-BE49-F238E27FC236}">
                <a16:creationId xmlns:a16="http://schemas.microsoft.com/office/drawing/2014/main" id="{9FD45D7F-9E01-81CD-CF73-A679835370B5}"/>
              </a:ext>
            </a:extLst>
          </p:cNvPr>
          <p:cNvSpPr>
            <a:spLocks noGrp="1"/>
          </p:cNvSpPr>
          <p:nvPr>
            <p:ph type="sldNum" sz="quarter" idx="12"/>
          </p:nvPr>
        </p:nvSpPr>
        <p:spPr/>
        <p:txBody>
          <a:bodyPr/>
          <a:lstStyle/>
          <a:p>
            <a:fld id="{4CD2C34A-D3D3-4A9B-8692-9279E332F0C9}" type="slidenum">
              <a:rPr lang="zh-TW" altLang="en-US" smtClean="0"/>
              <a:pPr/>
              <a:t>3</a:t>
            </a:fld>
            <a:endParaRPr lang="zh-TW" altLang="en-US" dirty="0"/>
          </a:p>
        </p:txBody>
      </p:sp>
      <p:pic>
        <p:nvPicPr>
          <p:cNvPr id="6" name="圖片 5">
            <a:extLst>
              <a:ext uri="{FF2B5EF4-FFF2-40B4-BE49-F238E27FC236}">
                <a16:creationId xmlns:a16="http://schemas.microsoft.com/office/drawing/2014/main" id="{FF9936F6-A28E-B36B-F578-3A92F6A9D12F}"/>
              </a:ext>
            </a:extLst>
          </p:cNvPr>
          <p:cNvPicPr>
            <a:picLocks noChangeAspect="1"/>
          </p:cNvPicPr>
          <p:nvPr/>
        </p:nvPicPr>
        <p:blipFill>
          <a:blip r:embed="rId2"/>
          <a:stretch>
            <a:fillRect/>
          </a:stretch>
        </p:blipFill>
        <p:spPr>
          <a:xfrm>
            <a:off x="2249241" y="2312020"/>
            <a:ext cx="7693517" cy="2943430"/>
          </a:xfrm>
          <a:prstGeom prst="rect">
            <a:avLst/>
          </a:prstGeom>
        </p:spPr>
      </p:pic>
    </p:spTree>
    <p:extLst>
      <p:ext uri="{BB962C8B-B14F-4D97-AF65-F5344CB8AC3E}">
        <p14:creationId xmlns:p14="http://schemas.microsoft.com/office/powerpoint/2010/main" val="2295531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560F3F-4CF0-C5AB-41E2-A8036C14A521}"/>
              </a:ext>
            </a:extLst>
          </p:cNvPr>
          <p:cNvSpPr>
            <a:spLocks noGrp="1"/>
          </p:cNvSpPr>
          <p:nvPr>
            <p:ph type="title"/>
          </p:nvPr>
        </p:nvSpPr>
        <p:spPr/>
        <p:txBody>
          <a:bodyPr/>
          <a:lstStyle/>
          <a:p>
            <a:r>
              <a:rPr lang="en-US" altLang="zh-TW" dirty="0"/>
              <a:t>LIS of Every Substring</a:t>
            </a:r>
            <a:endParaRPr lang="zh-TW" altLang="en-US" dirty="0"/>
          </a:p>
        </p:txBody>
      </p:sp>
      <p:sp>
        <p:nvSpPr>
          <p:cNvPr id="3" name="內容版面配置區 2">
            <a:extLst>
              <a:ext uri="{FF2B5EF4-FFF2-40B4-BE49-F238E27FC236}">
                <a16:creationId xmlns:a16="http://schemas.microsoft.com/office/drawing/2014/main" id="{00317CCB-EF22-C4FD-2EFE-A0F529C69B66}"/>
              </a:ext>
            </a:extLst>
          </p:cNvPr>
          <p:cNvSpPr>
            <a:spLocks noGrp="1"/>
          </p:cNvSpPr>
          <p:nvPr>
            <p:ph idx="1"/>
          </p:nvPr>
        </p:nvSpPr>
        <p:spPr/>
        <p:txBody>
          <a:bodyPr/>
          <a:lstStyle/>
          <a:p>
            <a:r>
              <a:rPr lang="en-US" altLang="zh-TW" dirty="0"/>
              <a:t>Sequence: 4 1 5 7 3</a:t>
            </a:r>
          </a:p>
        </p:txBody>
      </p:sp>
      <p:sp>
        <p:nvSpPr>
          <p:cNvPr id="4" name="投影片編號版面配置區 3">
            <a:extLst>
              <a:ext uri="{FF2B5EF4-FFF2-40B4-BE49-F238E27FC236}">
                <a16:creationId xmlns:a16="http://schemas.microsoft.com/office/drawing/2014/main" id="{9FD45D7F-9E01-81CD-CF73-A679835370B5}"/>
              </a:ext>
            </a:extLst>
          </p:cNvPr>
          <p:cNvSpPr>
            <a:spLocks noGrp="1"/>
          </p:cNvSpPr>
          <p:nvPr>
            <p:ph type="sldNum" sz="quarter" idx="12"/>
          </p:nvPr>
        </p:nvSpPr>
        <p:spPr/>
        <p:txBody>
          <a:bodyPr/>
          <a:lstStyle/>
          <a:p>
            <a:fld id="{4CD2C34A-D3D3-4A9B-8692-9279E332F0C9}" type="slidenum">
              <a:rPr lang="zh-TW" altLang="en-US" smtClean="0"/>
              <a:pPr/>
              <a:t>4</a:t>
            </a:fld>
            <a:endParaRPr lang="zh-TW" altLang="en-US" dirty="0"/>
          </a:p>
        </p:txBody>
      </p:sp>
      <p:graphicFrame>
        <p:nvGraphicFramePr>
          <p:cNvPr id="5" name="表格 5">
            <a:extLst>
              <a:ext uri="{FF2B5EF4-FFF2-40B4-BE49-F238E27FC236}">
                <a16:creationId xmlns:a16="http://schemas.microsoft.com/office/drawing/2014/main" id="{35268E4B-73BA-8951-8916-ADA0EA9EB18A}"/>
              </a:ext>
            </a:extLst>
          </p:cNvPr>
          <p:cNvGraphicFramePr>
            <a:graphicFrameLocks noGrp="1"/>
          </p:cNvGraphicFramePr>
          <p:nvPr>
            <p:extLst>
              <p:ext uri="{D42A27DB-BD31-4B8C-83A1-F6EECF244321}">
                <p14:modId xmlns:p14="http://schemas.microsoft.com/office/powerpoint/2010/main" val="790461709"/>
              </p:ext>
            </p:extLst>
          </p:nvPr>
        </p:nvGraphicFramePr>
        <p:xfrm>
          <a:off x="3259954" y="2484483"/>
          <a:ext cx="5672092" cy="3200400"/>
        </p:xfrm>
        <a:graphic>
          <a:graphicData uri="http://schemas.openxmlformats.org/drawingml/2006/table">
            <a:tbl>
              <a:tblPr firstRow="1" bandRow="1">
                <a:tableStyleId>{5940675A-B579-460E-94D1-54222C63F5DA}</a:tableStyleId>
              </a:tblPr>
              <a:tblGrid>
                <a:gridCol w="2836046">
                  <a:extLst>
                    <a:ext uri="{9D8B030D-6E8A-4147-A177-3AD203B41FA5}">
                      <a16:colId xmlns:a16="http://schemas.microsoft.com/office/drawing/2014/main" val="3626842283"/>
                    </a:ext>
                  </a:extLst>
                </a:gridCol>
                <a:gridCol w="2836046">
                  <a:extLst>
                    <a:ext uri="{9D8B030D-6E8A-4147-A177-3AD203B41FA5}">
                      <a16:colId xmlns:a16="http://schemas.microsoft.com/office/drawing/2014/main" val="2391577994"/>
                    </a:ext>
                  </a:extLst>
                </a:gridCol>
              </a:tblGrid>
              <a:tr h="370840">
                <a:tc>
                  <a:txBody>
                    <a:bodyPr/>
                    <a:lstStyle/>
                    <a:p>
                      <a:pPr algn="r"/>
                      <a:r>
                        <a:rPr lang="en-US" altLang="zh-TW" sz="2400" dirty="0">
                          <a:latin typeface="Times New Roman" panose="02020603050405020304" pitchFamily="18" charset="0"/>
                          <a:cs typeface="Times New Roman" panose="02020603050405020304" pitchFamily="18" charset="0"/>
                        </a:rPr>
                        <a:t>Sequence [ </a:t>
                      </a:r>
                      <a:r>
                        <a:rPr lang="en-US" altLang="zh-TW" sz="2400" dirty="0" err="1">
                          <a:latin typeface="Times New Roman" panose="02020603050405020304" pitchFamily="18" charset="0"/>
                          <a:cs typeface="Times New Roman" panose="02020603050405020304" pitchFamily="18" charset="0"/>
                        </a:rPr>
                        <a:t>i</a:t>
                      </a:r>
                      <a:r>
                        <a:rPr lang="en-US" altLang="zh-TW" sz="2400" dirty="0">
                          <a:latin typeface="Times New Roman" panose="02020603050405020304" pitchFamily="18" charset="0"/>
                          <a:cs typeface="Times New Roman" panose="02020603050405020304" pitchFamily="18" charset="0"/>
                        </a:rPr>
                        <a:t>, j ]</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LIS</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2403294"/>
                  </a:ext>
                </a:extLst>
              </a:tr>
              <a:tr h="37084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2400" dirty="0">
                          <a:latin typeface="Times New Roman" panose="02020603050405020304" pitchFamily="18" charset="0"/>
                          <a:cs typeface="Times New Roman" panose="02020603050405020304" pitchFamily="18" charset="0"/>
                        </a:rPr>
                        <a:t>4 1 5 7 3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400" dirty="0">
                          <a:latin typeface="Times New Roman" panose="02020603050405020304" pitchFamily="18" charset="0"/>
                          <a:cs typeface="Times New Roman" panose="02020603050405020304" pitchFamily="18" charset="0"/>
                        </a:rPr>
                        <a:t>4 5 7, 1 5 7</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61092780"/>
                  </a:ext>
                </a:extLst>
              </a:tr>
              <a:tr h="37084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2400" dirty="0">
                          <a:latin typeface="Times New Roman" panose="02020603050405020304" pitchFamily="18" charset="0"/>
                          <a:cs typeface="Times New Roman" panose="02020603050405020304" pitchFamily="18" charset="0"/>
                        </a:rPr>
                        <a:t>4 1 5 7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400" dirty="0">
                          <a:latin typeface="Times New Roman" panose="02020603050405020304" pitchFamily="18" charset="0"/>
                          <a:cs typeface="Times New Roman" panose="02020603050405020304" pitchFamily="18" charset="0"/>
                        </a:rPr>
                        <a:t>4 5 7, 1 5 7</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02228309"/>
                  </a:ext>
                </a:extLst>
              </a:tr>
              <a:tr h="370840">
                <a:tc>
                  <a:txBody>
                    <a:bodyPr/>
                    <a:lstStyle/>
                    <a:p>
                      <a:pPr algn="r"/>
                      <a:r>
                        <a:rPr lang="en-US" altLang="zh-TW" sz="2400" dirty="0">
                          <a:latin typeface="Times New Roman" panose="02020603050405020304" pitchFamily="18" charset="0"/>
                          <a:cs typeface="Times New Roman" panose="02020603050405020304" pitchFamily="18" charset="0"/>
                        </a:rPr>
                        <a:t>1 5 7 3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1 5 7</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89141765"/>
                  </a:ext>
                </a:extLst>
              </a:tr>
              <a:tr h="370840">
                <a:tc>
                  <a:txBody>
                    <a:bodyPr/>
                    <a:lstStyle/>
                    <a:p>
                      <a:pPr algn="r"/>
                      <a:r>
                        <a:rPr lang="en-US" altLang="zh-TW" sz="2400" dirty="0">
                          <a:latin typeface="Times New Roman" panose="02020603050405020304" pitchFamily="18" charset="0"/>
                          <a:cs typeface="Times New Roman" panose="02020603050405020304" pitchFamily="18" charset="0"/>
                        </a:rPr>
                        <a:t>5 7 3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5 7</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3276472"/>
                  </a:ext>
                </a:extLst>
              </a:tr>
              <a:tr h="370840">
                <a:tc>
                  <a:txBody>
                    <a:bodyPr/>
                    <a:lstStyle/>
                    <a:p>
                      <a:pPr algn="r"/>
                      <a:r>
                        <a:rPr lang="en-US" altLang="zh-TW" sz="2400" dirty="0">
                          <a:latin typeface="Times New Roman" panose="02020603050405020304" pitchFamily="18" charset="0"/>
                          <a:cs typeface="Times New Roman" panose="02020603050405020304" pitchFamily="18" charset="0"/>
                        </a:rPr>
                        <a:t>7 3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7, 3</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62804078"/>
                  </a:ext>
                </a:extLst>
              </a:tr>
              <a:tr h="370840">
                <a:tc>
                  <a:txBody>
                    <a:bodyPr/>
                    <a:lstStyle/>
                    <a:p>
                      <a:pPr algn="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89916193"/>
                  </a:ext>
                </a:extLst>
              </a:tr>
            </a:tbl>
          </a:graphicData>
        </a:graphic>
      </p:graphicFrame>
    </p:spTree>
    <p:extLst>
      <p:ext uri="{BB962C8B-B14F-4D97-AF65-F5344CB8AC3E}">
        <p14:creationId xmlns:p14="http://schemas.microsoft.com/office/powerpoint/2010/main" val="154570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820950-42DA-335D-7D5B-BB77EA340E9F}"/>
              </a:ext>
            </a:extLst>
          </p:cNvPr>
          <p:cNvSpPr>
            <a:spLocks noGrp="1"/>
          </p:cNvSpPr>
          <p:nvPr>
            <p:ph type="title"/>
          </p:nvPr>
        </p:nvSpPr>
        <p:spPr/>
        <p:txBody>
          <a:bodyPr/>
          <a:lstStyle/>
          <a:p>
            <a:r>
              <a:rPr lang="en-US" altLang="zh-TW" dirty="0"/>
              <a:t>Patience Sorting</a:t>
            </a:r>
            <a:endParaRPr lang="zh-TW" altLang="en-US" dirty="0"/>
          </a:p>
        </p:txBody>
      </p:sp>
      <p:sp>
        <p:nvSpPr>
          <p:cNvPr id="3" name="內容版面配置區 2">
            <a:extLst>
              <a:ext uri="{FF2B5EF4-FFF2-40B4-BE49-F238E27FC236}">
                <a16:creationId xmlns:a16="http://schemas.microsoft.com/office/drawing/2014/main" id="{18AFF4EF-206A-7771-DF39-0019B5F22A2B}"/>
              </a:ext>
            </a:extLst>
          </p:cNvPr>
          <p:cNvSpPr>
            <a:spLocks noGrp="1"/>
          </p:cNvSpPr>
          <p:nvPr>
            <p:ph idx="1"/>
          </p:nvPr>
        </p:nvSpPr>
        <p:spPr/>
        <p:txBody>
          <a:bodyPr/>
          <a:lstStyle/>
          <a:p>
            <a:r>
              <a:rPr lang="en-US" altLang="zh-TW" dirty="0"/>
              <a:t>Sequence 415736</a:t>
            </a:r>
          </a:p>
          <a:p>
            <a:endParaRPr lang="en-US" altLang="zh-TW" dirty="0"/>
          </a:p>
          <a:p>
            <a:pPr marL="0" indent="0">
              <a:buNone/>
            </a:pPr>
            <a:endParaRPr lang="en-US" altLang="zh-TW" dirty="0"/>
          </a:p>
          <a:p>
            <a:pPr marL="0" indent="0">
              <a:buNone/>
            </a:pPr>
            <a:endParaRPr lang="en-US" altLang="zh-TW" sz="1050" dirty="0"/>
          </a:p>
          <a:p>
            <a:r>
              <a:rPr lang="en-US" altLang="zh-TW" dirty="0"/>
              <a:t>Principle Row</a:t>
            </a:r>
          </a:p>
        </p:txBody>
      </p:sp>
      <p:sp>
        <p:nvSpPr>
          <p:cNvPr id="4" name="投影片編號版面配置區 3">
            <a:extLst>
              <a:ext uri="{FF2B5EF4-FFF2-40B4-BE49-F238E27FC236}">
                <a16:creationId xmlns:a16="http://schemas.microsoft.com/office/drawing/2014/main" id="{00CA262D-AAE3-3753-1244-87DFBC637F9E}"/>
              </a:ext>
            </a:extLst>
          </p:cNvPr>
          <p:cNvSpPr>
            <a:spLocks noGrp="1"/>
          </p:cNvSpPr>
          <p:nvPr>
            <p:ph type="sldNum" sz="quarter" idx="12"/>
          </p:nvPr>
        </p:nvSpPr>
        <p:spPr/>
        <p:txBody>
          <a:bodyPr/>
          <a:lstStyle/>
          <a:p>
            <a:fld id="{4CD2C34A-D3D3-4A9B-8692-9279E332F0C9}" type="slidenum">
              <a:rPr lang="zh-TW" altLang="en-US" smtClean="0"/>
              <a:pPr/>
              <a:t>5</a:t>
            </a:fld>
            <a:endParaRPr lang="zh-TW" altLang="en-US" dirty="0"/>
          </a:p>
        </p:txBody>
      </p:sp>
      <p:pic>
        <p:nvPicPr>
          <p:cNvPr id="6" name="圖片 5">
            <a:extLst>
              <a:ext uri="{FF2B5EF4-FFF2-40B4-BE49-F238E27FC236}">
                <a16:creationId xmlns:a16="http://schemas.microsoft.com/office/drawing/2014/main" id="{87702AF8-89F0-C762-0B82-8BA54DAF2159}"/>
              </a:ext>
            </a:extLst>
          </p:cNvPr>
          <p:cNvPicPr>
            <a:picLocks noChangeAspect="1"/>
          </p:cNvPicPr>
          <p:nvPr/>
        </p:nvPicPr>
        <p:blipFill rotWithShape="1">
          <a:blip r:embed="rId2"/>
          <a:srcRect t="3046"/>
          <a:stretch/>
        </p:blipFill>
        <p:spPr>
          <a:xfrm>
            <a:off x="0" y="2349830"/>
            <a:ext cx="12192000" cy="1165620"/>
          </a:xfrm>
          <a:prstGeom prst="rect">
            <a:avLst/>
          </a:prstGeom>
        </p:spPr>
      </p:pic>
      <p:graphicFrame>
        <p:nvGraphicFramePr>
          <p:cNvPr id="7" name="表格 7">
            <a:extLst>
              <a:ext uri="{FF2B5EF4-FFF2-40B4-BE49-F238E27FC236}">
                <a16:creationId xmlns:a16="http://schemas.microsoft.com/office/drawing/2014/main" id="{5F267FC6-6CBF-0BF3-1C6E-20B481F117FF}"/>
              </a:ext>
            </a:extLst>
          </p:cNvPr>
          <p:cNvGraphicFramePr>
            <a:graphicFrameLocks noGrp="1"/>
          </p:cNvGraphicFramePr>
          <p:nvPr>
            <p:extLst>
              <p:ext uri="{D42A27DB-BD31-4B8C-83A1-F6EECF244321}">
                <p14:modId xmlns:p14="http://schemas.microsoft.com/office/powerpoint/2010/main" val="1478083657"/>
              </p:ext>
            </p:extLst>
          </p:nvPr>
        </p:nvGraphicFramePr>
        <p:xfrm>
          <a:off x="4590143" y="3653168"/>
          <a:ext cx="3011714" cy="2987040"/>
        </p:xfrm>
        <a:graphic>
          <a:graphicData uri="http://schemas.openxmlformats.org/drawingml/2006/table">
            <a:tbl>
              <a:tblPr firstRow="1" bandRow="1">
                <a:tableStyleId>{5940675A-B579-460E-94D1-54222C63F5DA}</a:tableStyleId>
              </a:tblPr>
              <a:tblGrid>
                <a:gridCol w="564968">
                  <a:extLst>
                    <a:ext uri="{9D8B030D-6E8A-4147-A177-3AD203B41FA5}">
                      <a16:colId xmlns:a16="http://schemas.microsoft.com/office/drawing/2014/main" val="2973022698"/>
                    </a:ext>
                  </a:extLst>
                </a:gridCol>
                <a:gridCol w="564968">
                  <a:extLst>
                    <a:ext uri="{9D8B030D-6E8A-4147-A177-3AD203B41FA5}">
                      <a16:colId xmlns:a16="http://schemas.microsoft.com/office/drawing/2014/main" val="3561261654"/>
                    </a:ext>
                  </a:extLst>
                </a:gridCol>
                <a:gridCol w="1881778">
                  <a:extLst>
                    <a:ext uri="{9D8B030D-6E8A-4147-A177-3AD203B41FA5}">
                      <a16:colId xmlns:a16="http://schemas.microsoft.com/office/drawing/2014/main" val="4121178892"/>
                    </a:ext>
                  </a:extLst>
                </a:gridCol>
              </a:tblGrid>
              <a:tr h="370840">
                <a:tc>
                  <a:txBody>
                    <a:bodyPr/>
                    <a:lstStyle/>
                    <a:p>
                      <a:pPr algn="ctr"/>
                      <a:r>
                        <a:rPr lang="en-US" altLang="zh-TW" sz="2200" dirty="0" err="1">
                          <a:latin typeface="Times New Roman" panose="02020603050405020304" pitchFamily="18" charset="0"/>
                          <a:cs typeface="Times New Roman" panose="02020603050405020304" pitchFamily="18" charset="0"/>
                        </a:rPr>
                        <a:t>i</a:t>
                      </a:r>
                      <a:endParaRPr lang="zh-TW" altLang="en-US" sz="22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200" dirty="0">
                          <a:latin typeface="Times New Roman" panose="02020603050405020304" pitchFamily="18" charset="0"/>
                          <a:cs typeface="Times New Roman" panose="02020603050405020304" pitchFamily="18" charset="0"/>
                        </a:rPr>
                        <a:t>S[</a:t>
                      </a:r>
                      <a:r>
                        <a:rPr lang="en-US" altLang="zh-TW" sz="2200" dirty="0" err="1">
                          <a:latin typeface="Times New Roman" panose="02020603050405020304" pitchFamily="18" charset="0"/>
                          <a:cs typeface="Times New Roman" panose="02020603050405020304" pitchFamily="18" charset="0"/>
                        </a:rPr>
                        <a:t>i</a:t>
                      </a:r>
                      <a:r>
                        <a:rPr lang="en-US" altLang="zh-TW" sz="2200" dirty="0">
                          <a:latin typeface="Times New Roman" panose="02020603050405020304" pitchFamily="18" charset="0"/>
                          <a:cs typeface="Times New Roman" panose="02020603050405020304" pitchFamily="18" charset="0"/>
                        </a:rPr>
                        <a:t>]</a:t>
                      </a:r>
                      <a:endParaRPr lang="zh-TW" altLang="en-US" sz="2200" dirty="0">
                        <a:latin typeface="Times New Roman" panose="02020603050405020304" pitchFamily="18" charset="0"/>
                        <a:cs typeface="Times New Roman" panose="02020603050405020304" pitchFamily="18" charset="0"/>
                      </a:endParaRPr>
                    </a:p>
                  </a:txBody>
                  <a:tcPr/>
                </a:tc>
                <a:tc>
                  <a:txBody>
                    <a:bodyPr/>
                    <a:lstStyle/>
                    <a:p>
                      <a:endParaRPr lang="zh-TW" altLang="en-US"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77140752"/>
                  </a:ext>
                </a:extLst>
              </a:tr>
              <a:tr h="370840">
                <a:tc>
                  <a:txBody>
                    <a:bodyPr/>
                    <a:lstStyle/>
                    <a:p>
                      <a:pPr algn="ctr"/>
                      <a:r>
                        <a:rPr lang="en-US" altLang="zh-TW" sz="2200" dirty="0">
                          <a:latin typeface="Times New Roman" panose="02020603050405020304" pitchFamily="18" charset="0"/>
                          <a:cs typeface="Times New Roman" panose="02020603050405020304" pitchFamily="18" charset="0"/>
                        </a:rPr>
                        <a:t>1</a:t>
                      </a:r>
                      <a:endParaRPr lang="zh-TW" altLang="en-US" sz="22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200" dirty="0">
                          <a:latin typeface="Times New Roman" panose="02020603050405020304" pitchFamily="18" charset="0"/>
                          <a:cs typeface="Times New Roman" panose="02020603050405020304" pitchFamily="18" charset="0"/>
                        </a:rPr>
                        <a:t>4</a:t>
                      </a:r>
                      <a:endParaRPr lang="zh-TW" altLang="en-US" sz="2200" dirty="0">
                        <a:latin typeface="Times New Roman" panose="02020603050405020304" pitchFamily="18" charset="0"/>
                        <a:cs typeface="Times New Roman" panose="02020603050405020304" pitchFamily="18" charset="0"/>
                      </a:endParaRPr>
                    </a:p>
                  </a:txBody>
                  <a:tcPr/>
                </a:tc>
                <a:tc>
                  <a:txBody>
                    <a:bodyPr/>
                    <a:lstStyle/>
                    <a:p>
                      <a:r>
                        <a:rPr lang="en-US" altLang="zh-TW" sz="2200" dirty="0">
                          <a:latin typeface="Times New Roman" panose="02020603050405020304" pitchFamily="18" charset="0"/>
                          <a:cs typeface="Times New Roman" panose="02020603050405020304" pitchFamily="18" charset="0"/>
                        </a:rPr>
                        <a:t>4</a:t>
                      </a:r>
                      <a:endParaRPr lang="zh-TW" altLang="en-US"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60347949"/>
                  </a:ext>
                </a:extLst>
              </a:tr>
              <a:tr h="370840">
                <a:tc>
                  <a:txBody>
                    <a:bodyPr/>
                    <a:lstStyle/>
                    <a:p>
                      <a:pPr algn="ctr"/>
                      <a:r>
                        <a:rPr lang="en-US" altLang="zh-TW" sz="2200" dirty="0">
                          <a:latin typeface="Times New Roman" panose="02020603050405020304" pitchFamily="18" charset="0"/>
                          <a:cs typeface="Times New Roman" panose="02020603050405020304" pitchFamily="18" charset="0"/>
                        </a:rPr>
                        <a:t>2</a:t>
                      </a:r>
                      <a:endParaRPr lang="zh-TW" altLang="en-US" sz="22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200" dirty="0">
                          <a:latin typeface="Times New Roman" panose="02020603050405020304" pitchFamily="18" charset="0"/>
                          <a:cs typeface="Times New Roman" panose="02020603050405020304" pitchFamily="18" charset="0"/>
                        </a:rPr>
                        <a:t>1</a:t>
                      </a:r>
                      <a:endParaRPr lang="zh-TW" altLang="en-US" sz="2200" dirty="0">
                        <a:latin typeface="Times New Roman" panose="02020603050405020304" pitchFamily="18" charset="0"/>
                        <a:cs typeface="Times New Roman" panose="02020603050405020304" pitchFamily="18" charset="0"/>
                      </a:endParaRPr>
                    </a:p>
                  </a:txBody>
                  <a:tcPr/>
                </a:tc>
                <a:tc>
                  <a:txBody>
                    <a:bodyPr/>
                    <a:lstStyle/>
                    <a:p>
                      <a:r>
                        <a:rPr lang="en-US" altLang="zh-TW" sz="2200" dirty="0">
                          <a:latin typeface="Times New Roman" panose="02020603050405020304" pitchFamily="18" charset="0"/>
                          <a:cs typeface="Times New Roman" panose="02020603050405020304" pitchFamily="18" charset="0"/>
                        </a:rPr>
                        <a:t>1</a:t>
                      </a:r>
                      <a:endParaRPr lang="zh-TW" altLang="en-US"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35820711"/>
                  </a:ext>
                </a:extLst>
              </a:tr>
              <a:tr h="370840">
                <a:tc>
                  <a:txBody>
                    <a:bodyPr/>
                    <a:lstStyle/>
                    <a:p>
                      <a:pPr algn="ctr"/>
                      <a:r>
                        <a:rPr lang="en-US" altLang="zh-TW" sz="2200" dirty="0">
                          <a:latin typeface="Times New Roman" panose="02020603050405020304" pitchFamily="18" charset="0"/>
                          <a:cs typeface="Times New Roman" panose="02020603050405020304" pitchFamily="18" charset="0"/>
                        </a:rPr>
                        <a:t>3</a:t>
                      </a:r>
                    </a:p>
                  </a:txBody>
                  <a:tcPr/>
                </a:tc>
                <a:tc>
                  <a:txBody>
                    <a:bodyPr/>
                    <a:lstStyle/>
                    <a:p>
                      <a:pPr algn="ctr"/>
                      <a:r>
                        <a:rPr lang="en-US" altLang="zh-TW" sz="2200" dirty="0">
                          <a:latin typeface="Times New Roman" panose="02020603050405020304" pitchFamily="18" charset="0"/>
                          <a:cs typeface="Times New Roman" panose="02020603050405020304" pitchFamily="18" charset="0"/>
                        </a:rPr>
                        <a:t>5</a:t>
                      </a:r>
                      <a:endParaRPr lang="zh-TW" altLang="en-US" sz="2200" dirty="0">
                        <a:latin typeface="Times New Roman" panose="02020603050405020304" pitchFamily="18" charset="0"/>
                        <a:cs typeface="Times New Roman" panose="02020603050405020304" pitchFamily="18" charset="0"/>
                      </a:endParaRPr>
                    </a:p>
                  </a:txBody>
                  <a:tcPr/>
                </a:tc>
                <a:tc>
                  <a:txBody>
                    <a:bodyPr/>
                    <a:lstStyle/>
                    <a:p>
                      <a:r>
                        <a:rPr lang="en-US" altLang="zh-TW" sz="2200" dirty="0">
                          <a:latin typeface="Times New Roman" panose="02020603050405020304" pitchFamily="18" charset="0"/>
                          <a:cs typeface="Times New Roman" panose="02020603050405020304" pitchFamily="18" charset="0"/>
                        </a:rPr>
                        <a:t>1 5</a:t>
                      </a:r>
                      <a:endParaRPr lang="zh-TW" altLang="en-US"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24633610"/>
                  </a:ext>
                </a:extLst>
              </a:tr>
              <a:tr h="370840">
                <a:tc>
                  <a:txBody>
                    <a:bodyPr/>
                    <a:lstStyle/>
                    <a:p>
                      <a:pPr algn="ctr"/>
                      <a:r>
                        <a:rPr lang="en-US" altLang="zh-TW" sz="2200" dirty="0">
                          <a:latin typeface="Times New Roman" panose="02020603050405020304" pitchFamily="18" charset="0"/>
                          <a:cs typeface="Times New Roman" panose="02020603050405020304" pitchFamily="18" charset="0"/>
                        </a:rPr>
                        <a:t>4</a:t>
                      </a:r>
                      <a:endParaRPr lang="zh-TW" altLang="en-US" sz="22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200" dirty="0">
                          <a:latin typeface="Times New Roman" panose="02020603050405020304" pitchFamily="18" charset="0"/>
                          <a:cs typeface="Times New Roman" panose="02020603050405020304" pitchFamily="18" charset="0"/>
                        </a:rPr>
                        <a:t>7</a:t>
                      </a:r>
                      <a:endParaRPr lang="zh-TW" altLang="en-US" sz="2200" dirty="0">
                        <a:latin typeface="Times New Roman" panose="02020603050405020304" pitchFamily="18" charset="0"/>
                        <a:cs typeface="Times New Roman" panose="02020603050405020304" pitchFamily="18" charset="0"/>
                      </a:endParaRPr>
                    </a:p>
                  </a:txBody>
                  <a:tcPr/>
                </a:tc>
                <a:tc>
                  <a:txBody>
                    <a:bodyPr/>
                    <a:lstStyle/>
                    <a:p>
                      <a:r>
                        <a:rPr lang="en-US" altLang="zh-TW" sz="2200" dirty="0">
                          <a:latin typeface="Times New Roman" panose="02020603050405020304" pitchFamily="18" charset="0"/>
                          <a:cs typeface="Times New Roman" panose="02020603050405020304" pitchFamily="18" charset="0"/>
                        </a:rPr>
                        <a:t>1 5 7</a:t>
                      </a:r>
                      <a:endParaRPr lang="zh-TW" altLang="en-US"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93519005"/>
                  </a:ext>
                </a:extLst>
              </a:tr>
              <a:tr h="370840">
                <a:tc>
                  <a:txBody>
                    <a:bodyPr/>
                    <a:lstStyle/>
                    <a:p>
                      <a:pPr algn="ctr"/>
                      <a:r>
                        <a:rPr lang="en-US" altLang="zh-TW" sz="2200" dirty="0">
                          <a:latin typeface="Times New Roman" panose="02020603050405020304" pitchFamily="18" charset="0"/>
                          <a:cs typeface="Times New Roman" panose="02020603050405020304" pitchFamily="18" charset="0"/>
                        </a:rPr>
                        <a:t>5</a:t>
                      </a:r>
                    </a:p>
                  </a:txBody>
                  <a:tcPr/>
                </a:tc>
                <a:tc>
                  <a:txBody>
                    <a:bodyPr/>
                    <a:lstStyle/>
                    <a:p>
                      <a:pPr algn="ctr"/>
                      <a:r>
                        <a:rPr lang="en-US" altLang="zh-TW" sz="2200" dirty="0">
                          <a:latin typeface="Times New Roman" panose="02020603050405020304" pitchFamily="18" charset="0"/>
                          <a:cs typeface="Times New Roman" panose="02020603050405020304" pitchFamily="18" charset="0"/>
                        </a:rPr>
                        <a:t>3</a:t>
                      </a:r>
                      <a:endParaRPr lang="zh-TW" altLang="en-US" sz="2200" dirty="0">
                        <a:latin typeface="Times New Roman" panose="02020603050405020304" pitchFamily="18" charset="0"/>
                        <a:cs typeface="Times New Roman" panose="02020603050405020304" pitchFamily="18" charset="0"/>
                      </a:endParaRPr>
                    </a:p>
                  </a:txBody>
                  <a:tcPr/>
                </a:tc>
                <a:tc>
                  <a:txBody>
                    <a:bodyPr/>
                    <a:lstStyle/>
                    <a:p>
                      <a:r>
                        <a:rPr lang="en-US" altLang="zh-TW" sz="2200" b="1" dirty="0">
                          <a:latin typeface="Times New Roman" panose="02020603050405020304" pitchFamily="18" charset="0"/>
                          <a:cs typeface="Times New Roman" panose="02020603050405020304" pitchFamily="18" charset="0"/>
                        </a:rPr>
                        <a:t>1 3 7</a:t>
                      </a:r>
                      <a:endParaRPr lang="zh-TW" altLang="en-US" sz="22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02600794"/>
                  </a:ext>
                </a:extLst>
              </a:tr>
              <a:tr h="370840">
                <a:tc>
                  <a:txBody>
                    <a:bodyPr/>
                    <a:lstStyle/>
                    <a:p>
                      <a:pPr algn="ctr"/>
                      <a:r>
                        <a:rPr lang="en-US" altLang="zh-TW" sz="2200" dirty="0">
                          <a:latin typeface="Times New Roman" panose="02020603050405020304" pitchFamily="18" charset="0"/>
                          <a:cs typeface="Times New Roman" panose="02020603050405020304" pitchFamily="18" charset="0"/>
                        </a:rPr>
                        <a:t>6</a:t>
                      </a:r>
                    </a:p>
                  </a:txBody>
                  <a:tcPr/>
                </a:tc>
                <a:tc>
                  <a:txBody>
                    <a:bodyPr/>
                    <a:lstStyle/>
                    <a:p>
                      <a:pPr algn="ctr"/>
                      <a:r>
                        <a:rPr lang="en-US" altLang="zh-TW" sz="2200" dirty="0">
                          <a:latin typeface="Times New Roman" panose="02020603050405020304" pitchFamily="18" charset="0"/>
                          <a:cs typeface="Times New Roman" panose="02020603050405020304" pitchFamily="18" charset="0"/>
                        </a:rPr>
                        <a:t>6</a:t>
                      </a:r>
                      <a:endParaRPr lang="zh-TW" altLang="en-US" sz="2200" dirty="0">
                        <a:latin typeface="Times New Roman" panose="02020603050405020304" pitchFamily="18" charset="0"/>
                        <a:cs typeface="Times New Roman" panose="02020603050405020304" pitchFamily="18" charset="0"/>
                      </a:endParaRPr>
                    </a:p>
                  </a:txBody>
                  <a:tcPr/>
                </a:tc>
                <a:tc>
                  <a:txBody>
                    <a:bodyPr/>
                    <a:lstStyle/>
                    <a:p>
                      <a:r>
                        <a:rPr lang="en-US" altLang="zh-TW" sz="2200" b="1" dirty="0">
                          <a:latin typeface="Times New Roman" panose="02020603050405020304" pitchFamily="18" charset="0"/>
                          <a:cs typeface="Times New Roman" panose="02020603050405020304" pitchFamily="18" charset="0"/>
                        </a:rPr>
                        <a:t>1 3 6</a:t>
                      </a:r>
                      <a:endParaRPr lang="zh-TW" altLang="en-US" sz="22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35349752"/>
                  </a:ext>
                </a:extLst>
              </a:tr>
            </a:tbl>
          </a:graphicData>
        </a:graphic>
      </p:graphicFrame>
    </p:spTree>
    <p:extLst>
      <p:ext uri="{BB962C8B-B14F-4D97-AF65-F5344CB8AC3E}">
        <p14:creationId xmlns:p14="http://schemas.microsoft.com/office/powerpoint/2010/main" val="21341413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內容版面配置區 5">
            <a:extLst>
              <a:ext uri="{FF2B5EF4-FFF2-40B4-BE49-F238E27FC236}">
                <a16:creationId xmlns:a16="http://schemas.microsoft.com/office/drawing/2014/main" id="{52B21E43-D02F-A76B-902B-D44FC4003A1E}"/>
              </a:ext>
            </a:extLst>
          </p:cNvPr>
          <p:cNvPicPr>
            <a:picLocks noGrp="1" noChangeAspect="1"/>
          </p:cNvPicPr>
          <p:nvPr>
            <p:ph idx="1"/>
          </p:nvPr>
        </p:nvPicPr>
        <p:blipFill rotWithShape="1">
          <a:blip r:embed="rId2"/>
          <a:srcRect t="371"/>
          <a:stretch/>
        </p:blipFill>
        <p:spPr>
          <a:xfrm>
            <a:off x="173152" y="1097784"/>
            <a:ext cx="11845696" cy="4662431"/>
          </a:xfrm>
        </p:spPr>
      </p:pic>
      <p:sp>
        <p:nvSpPr>
          <p:cNvPr id="4" name="投影片編號版面配置區 3">
            <a:extLst>
              <a:ext uri="{FF2B5EF4-FFF2-40B4-BE49-F238E27FC236}">
                <a16:creationId xmlns:a16="http://schemas.microsoft.com/office/drawing/2014/main" id="{52FDC212-3160-FB8F-EAF0-7226B53F2F4F}"/>
              </a:ext>
            </a:extLst>
          </p:cNvPr>
          <p:cNvSpPr>
            <a:spLocks noGrp="1"/>
          </p:cNvSpPr>
          <p:nvPr>
            <p:ph type="sldNum" sz="quarter" idx="12"/>
          </p:nvPr>
        </p:nvSpPr>
        <p:spPr/>
        <p:txBody>
          <a:bodyPr/>
          <a:lstStyle/>
          <a:p>
            <a:fld id="{4CD2C34A-D3D3-4A9B-8692-9279E332F0C9}" type="slidenum">
              <a:rPr lang="zh-TW" altLang="en-US" smtClean="0"/>
              <a:pPr/>
              <a:t>6</a:t>
            </a:fld>
            <a:endParaRPr lang="zh-TW" altLang="en-US" dirty="0"/>
          </a:p>
        </p:txBody>
      </p:sp>
    </p:spTree>
    <p:extLst>
      <p:ext uri="{BB962C8B-B14F-4D97-AF65-F5344CB8AC3E}">
        <p14:creationId xmlns:p14="http://schemas.microsoft.com/office/powerpoint/2010/main" val="10987571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664E0CD2-AEDD-3534-5863-F2C75E23B6F6}"/>
              </a:ext>
            </a:extLst>
          </p:cNvPr>
          <p:cNvSpPr>
            <a:spLocks noGrp="1"/>
          </p:cNvSpPr>
          <p:nvPr>
            <p:ph type="sldNum" sz="quarter" idx="12"/>
          </p:nvPr>
        </p:nvSpPr>
        <p:spPr/>
        <p:txBody>
          <a:bodyPr/>
          <a:lstStyle/>
          <a:p>
            <a:fld id="{4CD2C34A-D3D3-4A9B-8692-9279E332F0C9}" type="slidenum">
              <a:rPr lang="zh-TW" altLang="en-US" smtClean="0"/>
              <a:pPr/>
              <a:t>7</a:t>
            </a:fld>
            <a:endParaRPr lang="zh-TW" altLang="en-US" dirty="0"/>
          </a:p>
        </p:txBody>
      </p:sp>
      <p:graphicFrame>
        <p:nvGraphicFramePr>
          <p:cNvPr id="5" name="表格 4">
            <a:extLst>
              <a:ext uri="{FF2B5EF4-FFF2-40B4-BE49-F238E27FC236}">
                <a16:creationId xmlns:a16="http://schemas.microsoft.com/office/drawing/2014/main" id="{51B0D858-2DA0-334A-3A0E-D233918A073A}"/>
              </a:ext>
            </a:extLst>
          </p:cNvPr>
          <p:cNvGraphicFramePr>
            <a:graphicFrameLocks/>
          </p:cNvGraphicFramePr>
          <p:nvPr>
            <p:extLst>
              <p:ext uri="{D42A27DB-BD31-4B8C-83A1-F6EECF244321}">
                <p14:modId xmlns:p14="http://schemas.microsoft.com/office/powerpoint/2010/main" val="4230962052"/>
              </p:ext>
            </p:extLst>
          </p:nvPr>
        </p:nvGraphicFramePr>
        <p:xfrm>
          <a:off x="4065815" y="508422"/>
          <a:ext cx="4060370" cy="4114800"/>
        </p:xfrm>
        <a:graphic>
          <a:graphicData uri="http://schemas.openxmlformats.org/drawingml/2006/table">
            <a:tbl>
              <a:tblPr firstRow="1" bandRow="1">
                <a:tableStyleId>{5940675A-B579-460E-94D1-54222C63F5DA}</a:tableStyleId>
              </a:tblPr>
              <a:tblGrid>
                <a:gridCol w="2030185">
                  <a:extLst>
                    <a:ext uri="{9D8B030D-6E8A-4147-A177-3AD203B41FA5}">
                      <a16:colId xmlns:a16="http://schemas.microsoft.com/office/drawing/2014/main" val="3482844923"/>
                    </a:ext>
                  </a:extLst>
                </a:gridCol>
                <a:gridCol w="2030185">
                  <a:extLst>
                    <a:ext uri="{9D8B030D-6E8A-4147-A177-3AD203B41FA5}">
                      <a16:colId xmlns:a16="http://schemas.microsoft.com/office/drawing/2014/main" val="2369468145"/>
                    </a:ext>
                  </a:extLst>
                </a:gridCol>
              </a:tblGrid>
              <a:tr h="370840">
                <a:tc>
                  <a:txBody>
                    <a:bodyPr/>
                    <a:lstStyle/>
                    <a:p>
                      <a:r>
                        <a:rPr lang="en-US" altLang="zh-TW" sz="2400" dirty="0">
                          <a:latin typeface="Times New Roman" panose="02020603050405020304" pitchFamily="18" charset="0"/>
                          <a:cs typeface="Times New Roman" panose="02020603050405020304" pitchFamily="18" charset="0"/>
                        </a:rPr>
                        <a:t>S</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R(S)</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04265161"/>
                  </a:ext>
                </a:extLst>
              </a:tr>
              <a:tr h="370840">
                <a:tc>
                  <a:txBody>
                    <a:bodyPr/>
                    <a:lstStyle/>
                    <a:p>
                      <a:pPr algn="r"/>
                      <a:r>
                        <a:rPr lang="en-US" altLang="zh-TW" sz="2400" dirty="0">
                          <a:latin typeface="Times New Roman" panose="02020603050405020304" pitchFamily="18" charset="0"/>
                          <a:cs typeface="Times New Roman" panose="02020603050405020304" pitchFamily="18" charset="0"/>
                        </a:rPr>
                        <a:t>45623178</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solidFill>
                            <a:srgbClr val="FF0000"/>
                          </a:solidFill>
                          <a:latin typeface="Times New Roman" panose="02020603050405020304" pitchFamily="18" charset="0"/>
                          <a:cs typeface="Times New Roman" panose="02020603050405020304" pitchFamily="18" charset="0"/>
                        </a:rPr>
                        <a:t>13678</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14008353"/>
                  </a:ext>
                </a:extLst>
              </a:tr>
              <a:tr h="37084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2400" dirty="0">
                          <a:latin typeface="Times New Roman" panose="02020603050405020304" pitchFamily="18" charset="0"/>
                          <a:cs typeface="Times New Roman" panose="02020603050405020304" pitchFamily="18" charset="0"/>
                        </a:rPr>
                        <a:t>5623178</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1378</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21575868"/>
                  </a:ext>
                </a:extLst>
              </a:tr>
              <a:tr h="370840">
                <a:tc>
                  <a:txBody>
                    <a:bodyPr/>
                    <a:lstStyle/>
                    <a:p>
                      <a:pPr algn="r"/>
                      <a:r>
                        <a:rPr lang="en-US" altLang="zh-TW" sz="2400" dirty="0">
                          <a:latin typeface="Times New Roman" panose="02020603050405020304" pitchFamily="18" charset="0"/>
                          <a:cs typeface="Times New Roman" panose="02020603050405020304" pitchFamily="18" charset="0"/>
                        </a:rPr>
                        <a:t>623178</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400" dirty="0">
                          <a:latin typeface="Times New Roman" panose="02020603050405020304" pitchFamily="18" charset="0"/>
                          <a:cs typeface="Times New Roman" panose="02020603050405020304" pitchFamily="18" charset="0"/>
                        </a:rPr>
                        <a:t>1378</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71003330"/>
                  </a:ext>
                </a:extLst>
              </a:tr>
              <a:tr h="370840">
                <a:tc>
                  <a:txBody>
                    <a:bodyPr/>
                    <a:lstStyle/>
                    <a:p>
                      <a:pPr algn="r"/>
                      <a:r>
                        <a:rPr lang="en-US" altLang="zh-TW" sz="2400" dirty="0">
                          <a:latin typeface="Times New Roman" panose="02020603050405020304" pitchFamily="18" charset="0"/>
                          <a:cs typeface="Times New Roman" panose="02020603050405020304" pitchFamily="18" charset="0"/>
                        </a:rPr>
                        <a:t>23178</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400" dirty="0">
                          <a:latin typeface="Times New Roman" panose="02020603050405020304" pitchFamily="18" charset="0"/>
                          <a:cs typeface="Times New Roman" panose="02020603050405020304" pitchFamily="18" charset="0"/>
                        </a:rPr>
                        <a:t>1378</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46988034"/>
                  </a:ext>
                </a:extLst>
              </a:tr>
              <a:tr h="370840">
                <a:tc>
                  <a:txBody>
                    <a:bodyPr/>
                    <a:lstStyle/>
                    <a:p>
                      <a:pPr algn="r"/>
                      <a:r>
                        <a:rPr lang="en-US" altLang="zh-TW" sz="2400" dirty="0">
                          <a:latin typeface="Times New Roman" panose="02020603050405020304" pitchFamily="18" charset="0"/>
                          <a:cs typeface="Times New Roman" panose="02020603050405020304" pitchFamily="18" charset="0"/>
                        </a:rPr>
                        <a:t>3178</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400" dirty="0">
                          <a:latin typeface="Times New Roman" panose="02020603050405020304" pitchFamily="18" charset="0"/>
                          <a:cs typeface="Times New Roman" panose="02020603050405020304" pitchFamily="18" charset="0"/>
                        </a:rPr>
                        <a:t>178</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56000412"/>
                  </a:ext>
                </a:extLst>
              </a:tr>
              <a:tr h="370840">
                <a:tc>
                  <a:txBody>
                    <a:bodyPr/>
                    <a:lstStyle/>
                    <a:p>
                      <a:pPr algn="r"/>
                      <a:r>
                        <a:rPr lang="en-US" altLang="zh-TW" sz="2400" dirty="0">
                          <a:latin typeface="Times New Roman" panose="02020603050405020304" pitchFamily="18" charset="0"/>
                          <a:cs typeface="Times New Roman" panose="02020603050405020304" pitchFamily="18" charset="0"/>
                        </a:rPr>
                        <a:t>178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400" dirty="0">
                          <a:latin typeface="Times New Roman" panose="02020603050405020304" pitchFamily="18" charset="0"/>
                          <a:cs typeface="Times New Roman" panose="02020603050405020304" pitchFamily="18" charset="0"/>
                        </a:rPr>
                        <a:t>178</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86197497"/>
                  </a:ext>
                </a:extLst>
              </a:tr>
              <a:tr h="370840">
                <a:tc>
                  <a:txBody>
                    <a:bodyPr/>
                    <a:lstStyle/>
                    <a:p>
                      <a:pPr algn="r"/>
                      <a:r>
                        <a:rPr lang="en-US" altLang="zh-TW" sz="2400" dirty="0">
                          <a:latin typeface="Times New Roman" panose="02020603050405020304" pitchFamily="18" charset="0"/>
                          <a:cs typeface="Times New Roman" panose="02020603050405020304" pitchFamily="18" charset="0"/>
                        </a:rPr>
                        <a:t>78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400" dirty="0">
                          <a:latin typeface="Times New Roman" panose="02020603050405020304" pitchFamily="18" charset="0"/>
                          <a:cs typeface="Times New Roman" panose="02020603050405020304" pitchFamily="18" charset="0"/>
                        </a:rPr>
                        <a:t>78</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93452877"/>
                  </a:ext>
                </a:extLst>
              </a:tr>
              <a:tr h="370840">
                <a:tc>
                  <a:txBody>
                    <a:bodyPr/>
                    <a:lstStyle/>
                    <a:p>
                      <a:pPr algn="r"/>
                      <a:r>
                        <a:rPr lang="en-US" altLang="zh-TW" sz="2400" dirty="0">
                          <a:latin typeface="Times New Roman" panose="02020603050405020304" pitchFamily="18" charset="0"/>
                          <a:cs typeface="Times New Roman" panose="02020603050405020304" pitchFamily="18" charset="0"/>
                        </a:rPr>
                        <a:t>8</a:t>
                      </a:r>
                    </a:p>
                  </a:txBody>
                  <a:tcPr/>
                </a:tc>
                <a:tc>
                  <a:txBody>
                    <a:bodyPr/>
                    <a:lstStyle/>
                    <a:p>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14288395"/>
                  </a:ext>
                </a:extLst>
              </a:tr>
            </a:tbl>
          </a:graphicData>
        </a:graphic>
      </p:graphicFrame>
      <p:graphicFrame>
        <p:nvGraphicFramePr>
          <p:cNvPr id="7" name="表格 7">
            <a:extLst>
              <a:ext uri="{FF2B5EF4-FFF2-40B4-BE49-F238E27FC236}">
                <a16:creationId xmlns:a16="http://schemas.microsoft.com/office/drawing/2014/main" id="{D0DD7461-74A5-8AD5-E78C-9A945FA8B9B3}"/>
              </a:ext>
            </a:extLst>
          </p:cNvPr>
          <p:cNvGraphicFramePr>
            <a:graphicFrameLocks noGrp="1"/>
          </p:cNvGraphicFramePr>
          <p:nvPr>
            <p:extLst>
              <p:ext uri="{D42A27DB-BD31-4B8C-83A1-F6EECF244321}">
                <p14:modId xmlns:p14="http://schemas.microsoft.com/office/powerpoint/2010/main" val="43819469"/>
              </p:ext>
            </p:extLst>
          </p:nvPr>
        </p:nvGraphicFramePr>
        <p:xfrm>
          <a:off x="2508069" y="4803986"/>
          <a:ext cx="7175862" cy="1371600"/>
        </p:xfrm>
        <a:graphic>
          <a:graphicData uri="http://schemas.openxmlformats.org/drawingml/2006/table">
            <a:tbl>
              <a:tblPr firstRow="1" bandRow="1">
                <a:tableStyleId>{5940675A-B579-460E-94D1-54222C63F5DA}</a:tableStyleId>
              </a:tblPr>
              <a:tblGrid>
                <a:gridCol w="1195977">
                  <a:extLst>
                    <a:ext uri="{9D8B030D-6E8A-4147-A177-3AD203B41FA5}">
                      <a16:colId xmlns:a16="http://schemas.microsoft.com/office/drawing/2014/main" val="3409491224"/>
                    </a:ext>
                  </a:extLst>
                </a:gridCol>
                <a:gridCol w="1195977">
                  <a:extLst>
                    <a:ext uri="{9D8B030D-6E8A-4147-A177-3AD203B41FA5}">
                      <a16:colId xmlns:a16="http://schemas.microsoft.com/office/drawing/2014/main" val="1262963132"/>
                    </a:ext>
                  </a:extLst>
                </a:gridCol>
                <a:gridCol w="1195977">
                  <a:extLst>
                    <a:ext uri="{9D8B030D-6E8A-4147-A177-3AD203B41FA5}">
                      <a16:colId xmlns:a16="http://schemas.microsoft.com/office/drawing/2014/main" val="3638175726"/>
                    </a:ext>
                  </a:extLst>
                </a:gridCol>
                <a:gridCol w="1195977">
                  <a:extLst>
                    <a:ext uri="{9D8B030D-6E8A-4147-A177-3AD203B41FA5}">
                      <a16:colId xmlns:a16="http://schemas.microsoft.com/office/drawing/2014/main" val="2018575671"/>
                    </a:ext>
                  </a:extLst>
                </a:gridCol>
                <a:gridCol w="1195977">
                  <a:extLst>
                    <a:ext uri="{9D8B030D-6E8A-4147-A177-3AD203B41FA5}">
                      <a16:colId xmlns:a16="http://schemas.microsoft.com/office/drawing/2014/main" val="3446101849"/>
                    </a:ext>
                  </a:extLst>
                </a:gridCol>
                <a:gridCol w="1195977">
                  <a:extLst>
                    <a:ext uri="{9D8B030D-6E8A-4147-A177-3AD203B41FA5}">
                      <a16:colId xmlns:a16="http://schemas.microsoft.com/office/drawing/2014/main" val="1204651413"/>
                    </a:ext>
                  </a:extLst>
                </a:gridCol>
              </a:tblGrid>
              <a:tr h="370840">
                <a:tc>
                  <a:txBody>
                    <a:bodyPr/>
                    <a:lstStyle/>
                    <a:p>
                      <a:r>
                        <a:rPr lang="en-US" altLang="zh-TW" sz="2400" dirty="0">
                          <a:latin typeface="Times New Roman" panose="02020603050405020304" pitchFamily="18" charset="0"/>
                          <a:cs typeface="Times New Roman" panose="02020603050405020304" pitchFamily="18" charset="0"/>
                        </a:rPr>
                        <a:t>pr</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solidFill>
                            <a:srgbClr val="FF0000"/>
                          </a:solidFill>
                          <a:latin typeface="Times New Roman" panose="02020603050405020304" pitchFamily="18" charset="0"/>
                          <a:cs typeface="Times New Roman" panose="02020603050405020304" pitchFamily="18" charset="0"/>
                        </a:rPr>
                        <a:t>1</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altLang="zh-TW" sz="2400" dirty="0">
                          <a:solidFill>
                            <a:srgbClr val="FF0000"/>
                          </a:solidFill>
                          <a:latin typeface="Times New Roman" panose="02020603050405020304" pitchFamily="18" charset="0"/>
                          <a:cs typeface="Times New Roman" panose="02020603050405020304" pitchFamily="18" charset="0"/>
                        </a:rPr>
                        <a:t>3</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lnR w="12700" cap="flat" cmpd="sng" algn="ctr">
                      <a:solidFill>
                        <a:schemeClr val="tx1"/>
                      </a:solidFill>
                      <a:prstDash val="solid"/>
                      <a:round/>
                      <a:headEnd type="none" w="med" len="med"/>
                      <a:tailEnd type="none" w="med" len="med"/>
                    </a:lnR>
                  </a:tcPr>
                </a:tc>
                <a:tc>
                  <a:txBody>
                    <a:bodyPr/>
                    <a:lstStyle/>
                    <a:p>
                      <a:r>
                        <a:rPr lang="en-US" altLang="zh-TW" sz="2400" dirty="0">
                          <a:solidFill>
                            <a:srgbClr val="FF0000"/>
                          </a:solidFill>
                          <a:latin typeface="Times New Roman" panose="02020603050405020304" pitchFamily="18" charset="0"/>
                          <a:cs typeface="Times New Roman" panose="02020603050405020304" pitchFamily="18" charset="0"/>
                        </a:rPr>
                        <a:t>6</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tcPr>
                </a:tc>
                <a:tc>
                  <a:txBody>
                    <a:bodyPr/>
                    <a:lstStyle/>
                    <a:p>
                      <a:r>
                        <a:rPr lang="en-US" altLang="zh-TW" sz="2400" dirty="0">
                          <a:solidFill>
                            <a:srgbClr val="FF0000"/>
                          </a:solidFill>
                          <a:latin typeface="Times New Roman" panose="02020603050405020304" pitchFamily="18" charset="0"/>
                          <a:cs typeface="Times New Roman" panose="02020603050405020304" pitchFamily="18" charset="0"/>
                        </a:rPr>
                        <a:t>7</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altLang="zh-TW" sz="2400" dirty="0">
                          <a:solidFill>
                            <a:srgbClr val="FF0000"/>
                          </a:solidFill>
                          <a:latin typeface="Times New Roman" panose="02020603050405020304" pitchFamily="18" charset="0"/>
                          <a:cs typeface="Times New Roman" panose="02020603050405020304" pitchFamily="18" charset="0"/>
                        </a:rPr>
                        <a:t>8</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79675252"/>
                  </a:ext>
                </a:extLst>
              </a:tr>
              <a:tr h="370840">
                <a:tc>
                  <a:txBody>
                    <a:bodyPr/>
                    <a:lstStyle/>
                    <a:p>
                      <a:r>
                        <a:rPr lang="en-US" altLang="zh-TW" sz="2400" dirty="0">
                          <a:latin typeface="Times New Roman" panose="02020603050405020304" pitchFamily="18" charset="0"/>
                          <a:cs typeface="Times New Roman" panose="02020603050405020304" pitchFamily="18" charset="0"/>
                        </a:rPr>
                        <a:t>d</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8</a:t>
                      </a:r>
                    </a:p>
                  </a:txBody>
                  <a:tcPr/>
                </a:tc>
                <a:extLst>
                  <a:ext uri="{0D108BD9-81ED-4DB2-BD59-A6C34878D82A}">
                    <a16:rowId xmlns:a16="http://schemas.microsoft.com/office/drawing/2014/main" val="2274074496"/>
                  </a:ext>
                </a:extLst>
              </a:tr>
              <a:tr h="370840">
                <a:tc>
                  <a:txBody>
                    <a:bodyPr/>
                    <a:lstStyle/>
                    <a:p>
                      <a:r>
                        <a:rPr lang="el-GR" altLang="zh-TW" sz="2400" dirty="0">
                          <a:latin typeface="Times New Roman" panose="02020603050405020304" pitchFamily="18" charset="0"/>
                          <a:cs typeface="Times New Roman" panose="02020603050405020304" pitchFamily="18" charset="0"/>
                        </a:rPr>
                        <a:t>σ</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94241689"/>
                  </a:ext>
                </a:extLst>
              </a:tr>
            </a:tbl>
          </a:graphicData>
        </a:graphic>
      </p:graphicFrame>
    </p:spTree>
    <p:extLst>
      <p:ext uri="{BB962C8B-B14F-4D97-AF65-F5344CB8AC3E}">
        <p14:creationId xmlns:p14="http://schemas.microsoft.com/office/powerpoint/2010/main" val="16552375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866236D-2269-70E4-755F-F2AC2BBCE8BA}"/>
              </a:ext>
            </a:extLst>
          </p:cNvPr>
          <p:cNvSpPr>
            <a:spLocks noGrp="1"/>
          </p:cNvSpPr>
          <p:nvPr>
            <p:ph type="title"/>
          </p:nvPr>
        </p:nvSpPr>
        <p:spPr/>
        <p:txBody>
          <a:bodyPr/>
          <a:lstStyle/>
          <a:p>
            <a:r>
              <a:rPr lang="en-US" altLang="zh-TW" dirty="0"/>
              <a:t>ADD</a:t>
            </a:r>
            <a:endParaRPr lang="zh-TW" altLang="en-US" dirty="0"/>
          </a:p>
        </p:txBody>
      </p:sp>
      <p:sp>
        <p:nvSpPr>
          <p:cNvPr id="3" name="內容版面配置區 2">
            <a:extLst>
              <a:ext uri="{FF2B5EF4-FFF2-40B4-BE49-F238E27FC236}">
                <a16:creationId xmlns:a16="http://schemas.microsoft.com/office/drawing/2014/main" id="{532E9FA2-2420-77FE-2E26-695189926103}"/>
              </a:ext>
            </a:extLst>
          </p:cNvPr>
          <p:cNvSpPr>
            <a:spLocks noGrp="1"/>
          </p:cNvSpPr>
          <p:nvPr>
            <p:ph idx="1"/>
          </p:nvPr>
        </p:nvSpPr>
        <p:spPr/>
        <p:txBody>
          <a:bodyPr/>
          <a:lstStyle/>
          <a:p>
            <a:pPr marL="0" indent="0">
              <a:buNone/>
            </a:pPr>
            <a:r>
              <a:rPr lang="en-US" altLang="zh-TW" dirty="0"/>
              <a:t>Get the position that the new element </a:t>
            </a:r>
            <a:r>
              <a:rPr lang="en-US" altLang="zh-TW" dirty="0">
                <a:solidFill>
                  <a:srgbClr val="FF0000"/>
                </a:solidFill>
              </a:rPr>
              <a:t>2</a:t>
            </a:r>
            <a:r>
              <a:rPr lang="en-US" altLang="zh-TW" dirty="0"/>
              <a:t> should be ADD</a:t>
            </a:r>
          </a:p>
          <a:p>
            <a:r>
              <a:rPr lang="en-US" altLang="zh-TW" dirty="0"/>
              <a:t>Find Successor</a:t>
            </a:r>
          </a:p>
          <a:p>
            <a:r>
              <a:rPr lang="en-US" altLang="zh-TW" dirty="0"/>
              <a:t>Chain</a:t>
            </a:r>
          </a:p>
          <a:p>
            <a:pPr lvl="1"/>
            <a:r>
              <a:rPr lang="en-US" altLang="zh-TW" dirty="0"/>
              <a:t>p = 2 4 5</a:t>
            </a:r>
            <a:endParaRPr lang="zh-TW" altLang="en-US" dirty="0"/>
          </a:p>
        </p:txBody>
      </p:sp>
      <p:sp>
        <p:nvSpPr>
          <p:cNvPr id="4" name="投影片編號版面配置區 3">
            <a:extLst>
              <a:ext uri="{FF2B5EF4-FFF2-40B4-BE49-F238E27FC236}">
                <a16:creationId xmlns:a16="http://schemas.microsoft.com/office/drawing/2014/main" id="{92CBEAC3-ED3B-D4F2-F863-A2CEE355EDCB}"/>
              </a:ext>
            </a:extLst>
          </p:cNvPr>
          <p:cNvSpPr>
            <a:spLocks noGrp="1"/>
          </p:cNvSpPr>
          <p:nvPr>
            <p:ph type="sldNum" sz="quarter" idx="12"/>
          </p:nvPr>
        </p:nvSpPr>
        <p:spPr/>
        <p:txBody>
          <a:bodyPr/>
          <a:lstStyle/>
          <a:p>
            <a:fld id="{4CD2C34A-D3D3-4A9B-8692-9279E332F0C9}" type="slidenum">
              <a:rPr lang="zh-TW" altLang="en-US" smtClean="0"/>
              <a:pPr/>
              <a:t>8</a:t>
            </a:fld>
            <a:endParaRPr lang="zh-TW" altLang="en-US" dirty="0"/>
          </a:p>
        </p:txBody>
      </p:sp>
      <p:graphicFrame>
        <p:nvGraphicFramePr>
          <p:cNvPr id="7" name="表格 7">
            <a:extLst>
              <a:ext uri="{FF2B5EF4-FFF2-40B4-BE49-F238E27FC236}">
                <a16:creationId xmlns:a16="http://schemas.microsoft.com/office/drawing/2014/main" id="{C2AFD447-A921-A15A-DF45-EBA251BE43AE}"/>
              </a:ext>
            </a:extLst>
          </p:cNvPr>
          <p:cNvGraphicFramePr>
            <a:graphicFrameLocks noGrp="1"/>
          </p:cNvGraphicFramePr>
          <p:nvPr>
            <p:extLst>
              <p:ext uri="{D42A27DB-BD31-4B8C-83A1-F6EECF244321}">
                <p14:modId xmlns:p14="http://schemas.microsoft.com/office/powerpoint/2010/main" val="4096321346"/>
              </p:ext>
            </p:extLst>
          </p:nvPr>
        </p:nvGraphicFramePr>
        <p:xfrm>
          <a:off x="2031999" y="4518729"/>
          <a:ext cx="8128002" cy="1371600"/>
        </p:xfrm>
        <a:graphic>
          <a:graphicData uri="http://schemas.openxmlformats.org/drawingml/2006/table">
            <a:tbl>
              <a:tblPr firstRow="1" bandRow="1">
                <a:tableStyleId>{5940675A-B579-460E-94D1-54222C63F5DA}</a:tableStyleId>
              </a:tblPr>
              <a:tblGrid>
                <a:gridCol w="1354667">
                  <a:extLst>
                    <a:ext uri="{9D8B030D-6E8A-4147-A177-3AD203B41FA5}">
                      <a16:colId xmlns:a16="http://schemas.microsoft.com/office/drawing/2014/main" val="378594617"/>
                    </a:ext>
                  </a:extLst>
                </a:gridCol>
                <a:gridCol w="1354667">
                  <a:extLst>
                    <a:ext uri="{9D8B030D-6E8A-4147-A177-3AD203B41FA5}">
                      <a16:colId xmlns:a16="http://schemas.microsoft.com/office/drawing/2014/main" val="1403255733"/>
                    </a:ext>
                  </a:extLst>
                </a:gridCol>
                <a:gridCol w="1354667">
                  <a:extLst>
                    <a:ext uri="{9D8B030D-6E8A-4147-A177-3AD203B41FA5}">
                      <a16:colId xmlns:a16="http://schemas.microsoft.com/office/drawing/2014/main" val="2541779730"/>
                    </a:ext>
                  </a:extLst>
                </a:gridCol>
                <a:gridCol w="1354667">
                  <a:extLst>
                    <a:ext uri="{9D8B030D-6E8A-4147-A177-3AD203B41FA5}">
                      <a16:colId xmlns:a16="http://schemas.microsoft.com/office/drawing/2014/main" val="1571962604"/>
                    </a:ext>
                  </a:extLst>
                </a:gridCol>
                <a:gridCol w="1354667">
                  <a:extLst>
                    <a:ext uri="{9D8B030D-6E8A-4147-A177-3AD203B41FA5}">
                      <a16:colId xmlns:a16="http://schemas.microsoft.com/office/drawing/2014/main" val="308536574"/>
                    </a:ext>
                  </a:extLst>
                </a:gridCol>
                <a:gridCol w="1354667">
                  <a:extLst>
                    <a:ext uri="{9D8B030D-6E8A-4147-A177-3AD203B41FA5}">
                      <a16:colId xmlns:a16="http://schemas.microsoft.com/office/drawing/2014/main" val="2417351718"/>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400" dirty="0" err="1">
                          <a:latin typeface="Times New Roman" panose="02020603050405020304" pitchFamily="18" charset="0"/>
                          <a:cs typeface="Times New Roman" panose="02020603050405020304" pitchFamily="18" charset="0"/>
                        </a:rPr>
                        <a:t>i</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solidFill>
                      <a:schemeClr val="accent2">
                        <a:lumMod val="20000"/>
                        <a:lumOff val="80000"/>
                      </a:schemeClr>
                    </a:solidFill>
                  </a:tcPr>
                </a:tc>
                <a:tc>
                  <a:txBody>
                    <a:bodyPr/>
                    <a:lstStyle/>
                    <a:p>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283950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400" dirty="0">
                          <a:latin typeface="Times New Roman" panose="02020603050405020304" pitchFamily="18" charset="0"/>
                          <a:cs typeface="Times New Roman" panose="02020603050405020304" pitchFamily="18" charset="0"/>
                        </a:rPr>
                        <a:t>pr</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solidFill>
                      <a:schemeClr val="accent2">
                        <a:lumMod val="20000"/>
                        <a:lumOff val="80000"/>
                      </a:schemeClr>
                    </a:solidFill>
                  </a:tcPr>
                </a:tc>
                <a:tc>
                  <a:txBody>
                    <a:bodyPr/>
                    <a:lstStyle/>
                    <a:p>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0251100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altLang="zh-TW" sz="2400" dirty="0">
                          <a:latin typeface="Times New Roman" panose="02020603050405020304" pitchFamily="18" charset="0"/>
                          <a:cs typeface="Times New Roman" panose="02020603050405020304" pitchFamily="18" charset="0"/>
                        </a:rPr>
                        <a:t>σ</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solidFill>
                      <a:schemeClr val="accent2">
                        <a:lumMod val="20000"/>
                        <a:lumOff val="80000"/>
                      </a:schemeClr>
                    </a:solidFill>
                  </a:tcPr>
                </a:tc>
                <a:tc>
                  <a:txBody>
                    <a:bodyPr/>
                    <a:lstStyle/>
                    <a:p>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solidFill>
                      <a:schemeClr val="accent2">
                        <a:lumMod val="60000"/>
                        <a:lumOff val="40000"/>
                      </a:schemeClr>
                    </a:solidFill>
                  </a:tcPr>
                </a:tc>
                <a:tc>
                  <a:txBody>
                    <a:bodyPr/>
                    <a:lstStyle/>
                    <a:p>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solidFill>
                      <a:schemeClr val="accent2">
                        <a:lumMod val="75000"/>
                      </a:schemeClr>
                    </a:solidFill>
                  </a:tcPr>
                </a:tc>
                <a:extLst>
                  <a:ext uri="{0D108BD9-81ED-4DB2-BD59-A6C34878D82A}">
                    <a16:rowId xmlns:a16="http://schemas.microsoft.com/office/drawing/2014/main" val="3712830149"/>
                  </a:ext>
                </a:extLst>
              </a:tr>
            </a:tbl>
          </a:graphicData>
        </a:graphic>
      </p:graphicFrame>
    </p:spTree>
    <p:extLst>
      <p:ext uri="{BB962C8B-B14F-4D97-AF65-F5344CB8AC3E}">
        <p14:creationId xmlns:p14="http://schemas.microsoft.com/office/powerpoint/2010/main" val="1208824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80AB1AA-5F9A-9093-FF36-0537DB5F2A68}"/>
              </a:ext>
            </a:extLst>
          </p:cNvPr>
          <p:cNvSpPr>
            <a:spLocks noGrp="1"/>
          </p:cNvSpPr>
          <p:nvPr>
            <p:ph type="title"/>
          </p:nvPr>
        </p:nvSpPr>
        <p:spPr/>
        <p:txBody>
          <a:bodyPr/>
          <a:lstStyle/>
          <a:p>
            <a:r>
              <a:rPr lang="en-US" altLang="zh-TW" dirty="0"/>
              <a:t>ADD (cont.)</a:t>
            </a:r>
            <a:endParaRPr lang="zh-TW" altLang="en-US" dirty="0"/>
          </a:p>
        </p:txBody>
      </p:sp>
      <p:pic>
        <p:nvPicPr>
          <p:cNvPr id="6" name="內容版面配置區 5">
            <a:extLst>
              <a:ext uri="{FF2B5EF4-FFF2-40B4-BE49-F238E27FC236}">
                <a16:creationId xmlns:a16="http://schemas.microsoft.com/office/drawing/2014/main" id="{28A258CC-9A1D-C252-4E45-9894D28DA505}"/>
              </a:ext>
            </a:extLst>
          </p:cNvPr>
          <p:cNvPicPr>
            <a:picLocks noGrp="1" noChangeAspect="1"/>
          </p:cNvPicPr>
          <p:nvPr>
            <p:ph idx="1"/>
          </p:nvPr>
        </p:nvPicPr>
        <p:blipFill>
          <a:blip r:embed="rId2"/>
          <a:stretch>
            <a:fillRect/>
          </a:stretch>
        </p:blipFill>
        <p:spPr>
          <a:xfrm>
            <a:off x="346044" y="2361721"/>
            <a:ext cx="11499912" cy="3994629"/>
          </a:xfrm>
        </p:spPr>
      </p:pic>
      <p:sp>
        <p:nvSpPr>
          <p:cNvPr id="4" name="投影片編號版面配置區 3">
            <a:extLst>
              <a:ext uri="{FF2B5EF4-FFF2-40B4-BE49-F238E27FC236}">
                <a16:creationId xmlns:a16="http://schemas.microsoft.com/office/drawing/2014/main" id="{A61FEB3B-E885-5C7C-A159-1E23EF5CB39F}"/>
              </a:ext>
            </a:extLst>
          </p:cNvPr>
          <p:cNvSpPr>
            <a:spLocks noGrp="1"/>
          </p:cNvSpPr>
          <p:nvPr>
            <p:ph type="sldNum" sz="quarter" idx="12"/>
          </p:nvPr>
        </p:nvSpPr>
        <p:spPr/>
        <p:txBody>
          <a:bodyPr/>
          <a:lstStyle/>
          <a:p>
            <a:fld id="{4CD2C34A-D3D3-4A9B-8692-9279E332F0C9}" type="slidenum">
              <a:rPr lang="zh-TW" altLang="en-US" smtClean="0"/>
              <a:pPr/>
              <a:t>9</a:t>
            </a:fld>
            <a:endParaRPr lang="zh-TW" altLang="en-US" dirty="0"/>
          </a:p>
        </p:txBody>
      </p:sp>
      <p:sp>
        <p:nvSpPr>
          <p:cNvPr id="7" name="文字方塊 6">
            <a:extLst>
              <a:ext uri="{FF2B5EF4-FFF2-40B4-BE49-F238E27FC236}">
                <a16:creationId xmlns:a16="http://schemas.microsoft.com/office/drawing/2014/main" id="{8BA32E1E-A0D2-FD38-CA3B-06C4A44AA1BB}"/>
              </a:ext>
            </a:extLst>
          </p:cNvPr>
          <p:cNvSpPr txBox="1"/>
          <p:nvPr/>
        </p:nvSpPr>
        <p:spPr>
          <a:xfrm>
            <a:off x="4395926" y="1795372"/>
            <a:ext cx="3400147" cy="461665"/>
          </a:xfrm>
          <a:prstGeom prst="rect">
            <a:avLst/>
          </a:prstGeom>
          <a:noFill/>
        </p:spPr>
        <p:txBody>
          <a:bodyPr wrap="square" rtlCol="0">
            <a:spAutoFit/>
          </a:bodyPr>
          <a:lstStyle/>
          <a:p>
            <a:pPr algn="ctr"/>
            <a:r>
              <a:rPr lang="en-US" altLang="zh-TW" sz="2400" dirty="0">
                <a:latin typeface="Times New Roman" panose="02020603050405020304" pitchFamily="18" charset="0"/>
                <a:cs typeface="Times New Roman" panose="02020603050405020304" pitchFamily="18" charset="0"/>
              </a:rPr>
              <a:t>S = 45623178 ADD 2</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28053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F3DD802-4109-D0A5-31C3-D96FB37C7EF9}"/>
              </a:ext>
            </a:extLst>
          </p:cNvPr>
          <p:cNvSpPr>
            <a:spLocks noGrp="1"/>
          </p:cNvSpPr>
          <p:nvPr>
            <p:ph type="title"/>
          </p:nvPr>
        </p:nvSpPr>
        <p:spPr/>
        <p:txBody>
          <a:bodyPr/>
          <a:lstStyle/>
          <a:p>
            <a:r>
              <a:rPr lang="en-US" altLang="zh-TW" dirty="0"/>
              <a:t>ADD (cont.)</a:t>
            </a:r>
            <a:endParaRPr lang="zh-TW" altLang="en-US" dirty="0"/>
          </a:p>
        </p:txBody>
      </p:sp>
      <p:sp>
        <p:nvSpPr>
          <p:cNvPr id="4" name="投影片編號版面配置區 3">
            <a:extLst>
              <a:ext uri="{FF2B5EF4-FFF2-40B4-BE49-F238E27FC236}">
                <a16:creationId xmlns:a16="http://schemas.microsoft.com/office/drawing/2014/main" id="{E8AF22F4-6990-0214-7C01-5D4D8FECD8BC}"/>
              </a:ext>
            </a:extLst>
          </p:cNvPr>
          <p:cNvSpPr>
            <a:spLocks noGrp="1"/>
          </p:cNvSpPr>
          <p:nvPr>
            <p:ph type="sldNum" sz="quarter" idx="12"/>
          </p:nvPr>
        </p:nvSpPr>
        <p:spPr/>
        <p:txBody>
          <a:bodyPr/>
          <a:lstStyle/>
          <a:p>
            <a:fld id="{4CD2C34A-D3D3-4A9B-8692-9279E332F0C9}" type="slidenum">
              <a:rPr lang="zh-TW" altLang="en-US" smtClean="0"/>
              <a:pPr/>
              <a:t>10</a:t>
            </a:fld>
            <a:endParaRPr lang="zh-TW" altLang="en-US" dirty="0"/>
          </a:p>
        </p:txBody>
      </p:sp>
      <p:pic>
        <p:nvPicPr>
          <p:cNvPr id="11" name="內容版面配置區 5">
            <a:extLst>
              <a:ext uri="{FF2B5EF4-FFF2-40B4-BE49-F238E27FC236}">
                <a16:creationId xmlns:a16="http://schemas.microsoft.com/office/drawing/2014/main" id="{D33BB2AE-BAAB-6445-A554-514E916DFB64}"/>
              </a:ext>
            </a:extLst>
          </p:cNvPr>
          <p:cNvPicPr>
            <a:picLocks noGrp="1" noChangeAspect="1"/>
          </p:cNvPicPr>
          <p:nvPr>
            <p:ph idx="1"/>
          </p:nvPr>
        </p:nvPicPr>
        <p:blipFill rotWithShape="1">
          <a:blip r:embed="rId2"/>
          <a:srcRect t="371"/>
          <a:stretch/>
        </p:blipFill>
        <p:spPr>
          <a:xfrm>
            <a:off x="173152" y="1690688"/>
            <a:ext cx="11845696" cy="4662431"/>
          </a:xfrm>
        </p:spPr>
      </p:pic>
      <p:sp>
        <p:nvSpPr>
          <p:cNvPr id="12" name="矩形 11">
            <a:extLst>
              <a:ext uri="{FF2B5EF4-FFF2-40B4-BE49-F238E27FC236}">
                <a16:creationId xmlns:a16="http://schemas.microsoft.com/office/drawing/2014/main" id="{E5A58E08-CDF3-B7B4-DAA7-5C4AAE1FC679}"/>
              </a:ext>
            </a:extLst>
          </p:cNvPr>
          <p:cNvSpPr/>
          <p:nvPr/>
        </p:nvSpPr>
        <p:spPr>
          <a:xfrm>
            <a:off x="7776753" y="1690688"/>
            <a:ext cx="2665749" cy="466243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735953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F3DD802-4109-D0A5-31C3-D96FB37C7EF9}"/>
              </a:ext>
            </a:extLst>
          </p:cNvPr>
          <p:cNvSpPr>
            <a:spLocks noGrp="1"/>
          </p:cNvSpPr>
          <p:nvPr>
            <p:ph type="title"/>
          </p:nvPr>
        </p:nvSpPr>
        <p:spPr/>
        <p:txBody>
          <a:bodyPr/>
          <a:lstStyle/>
          <a:p>
            <a:r>
              <a:rPr lang="en-US" altLang="zh-TW" dirty="0"/>
              <a:t>EXPIRE</a:t>
            </a:r>
            <a:endParaRPr lang="zh-TW" altLang="en-US" dirty="0"/>
          </a:p>
        </p:txBody>
      </p:sp>
      <p:sp>
        <p:nvSpPr>
          <p:cNvPr id="4" name="投影片編號版面配置區 3">
            <a:extLst>
              <a:ext uri="{FF2B5EF4-FFF2-40B4-BE49-F238E27FC236}">
                <a16:creationId xmlns:a16="http://schemas.microsoft.com/office/drawing/2014/main" id="{E8AF22F4-6990-0214-7C01-5D4D8FECD8BC}"/>
              </a:ext>
            </a:extLst>
          </p:cNvPr>
          <p:cNvSpPr>
            <a:spLocks noGrp="1"/>
          </p:cNvSpPr>
          <p:nvPr>
            <p:ph type="sldNum" sz="quarter" idx="12"/>
          </p:nvPr>
        </p:nvSpPr>
        <p:spPr/>
        <p:txBody>
          <a:bodyPr/>
          <a:lstStyle/>
          <a:p>
            <a:fld id="{4CD2C34A-D3D3-4A9B-8692-9279E332F0C9}" type="slidenum">
              <a:rPr lang="zh-TW" altLang="en-US" smtClean="0"/>
              <a:pPr/>
              <a:t>11</a:t>
            </a:fld>
            <a:endParaRPr lang="zh-TW" altLang="en-US" dirty="0"/>
          </a:p>
        </p:txBody>
      </p:sp>
      <p:pic>
        <p:nvPicPr>
          <p:cNvPr id="8" name="圖片 7">
            <a:extLst>
              <a:ext uri="{FF2B5EF4-FFF2-40B4-BE49-F238E27FC236}">
                <a16:creationId xmlns:a16="http://schemas.microsoft.com/office/drawing/2014/main" id="{B70BA577-D85C-E012-4D18-60ACA770AAFD}"/>
              </a:ext>
            </a:extLst>
          </p:cNvPr>
          <p:cNvPicPr>
            <a:picLocks noChangeAspect="1"/>
          </p:cNvPicPr>
          <p:nvPr/>
        </p:nvPicPr>
        <p:blipFill>
          <a:blip r:embed="rId2"/>
          <a:stretch>
            <a:fillRect/>
          </a:stretch>
        </p:blipFill>
        <p:spPr>
          <a:xfrm>
            <a:off x="1485821" y="1407208"/>
            <a:ext cx="9220357" cy="5188171"/>
          </a:xfrm>
          <a:prstGeom prst="rect">
            <a:avLst/>
          </a:prstGeom>
        </p:spPr>
      </p:pic>
      <p:sp>
        <p:nvSpPr>
          <p:cNvPr id="9" name="矩形 8">
            <a:extLst>
              <a:ext uri="{FF2B5EF4-FFF2-40B4-BE49-F238E27FC236}">
                <a16:creationId xmlns:a16="http://schemas.microsoft.com/office/drawing/2014/main" id="{8F246583-5431-987B-390E-D8F12634E094}"/>
              </a:ext>
            </a:extLst>
          </p:cNvPr>
          <p:cNvSpPr/>
          <p:nvPr/>
        </p:nvSpPr>
        <p:spPr>
          <a:xfrm>
            <a:off x="4702629" y="5869577"/>
            <a:ext cx="1567542" cy="32221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C2470321-CA51-098F-F6B4-EA78D6171518}"/>
              </a:ext>
            </a:extLst>
          </p:cNvPr>
          <p:cNvSpPr/>
          <p:nvPr/>
        </p:nvSpPr>
        <p:spPr>
          <a:xfrm>
            <a:off x="6270171" y="5869576"/>
            <a:ext cx="1428206" cy="33092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473749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0795A03-7B70-D39E-1220-B8FEFF5D43E3}"/>
              </a:ext>
            </a:extLst>
          </p:cNvPr>
          <p:cNvSpPr>
            <a:spLocks noGrp="1"/>
          </p:cNvSpPr>
          <p:nvPr>
            <p:ph type="title"/>
          </p:nvPr>
        </p:nvSpPr>
        <p:spPr/>
        <p:txBody>
          <a:bodyPr/>
          <a:lstStyle/>
          <a:p>
            <a:r>
              <a:rPr lang="en-US" altLang="zh-TW" dirty="0"/>
              <a:t>Trace</a:t>
            </a:r>
            <a:endParaRPr lang="zh-TW" altLang="en-US" dirty="0"/>
          </a:p>
        </p:txBody>
      </p:sp>
      <p:sp>
        <p:nvSpPr>
          <p:cNvPr id="3" name="內容版面配置區 2">
            <a:extLst>
              <a:ext uri="{FF2B5EF4-FFF2-40B4-BE49-F238E27FC236}">
                <a16:creationId xmlns:a16="http://schemas.microsoft.com/office/drawing/2014/main" id="{BC31D91A-D760-4832-FA9B-38E317816CE4}"/>
              </a:ext>
            </a:extLst>
          </p:cNvPr>
          <p:cNvSpPr>
            <a:spLocks noGrp="1"/>
          </p:cNvSpPr>
          <p:nvPr>
            <p:ph idx="1"/>
          </p:nvPr>
        </p:nvSpPr>
        <p:spPr/>
        <p:txBody>
          <a:bodyPr/>
          <a:lstStyle/>
          <a:p>
            <a:r>
              <a:rPr lang="en-US" altLang="zh-TW" dirty="0"/>
              <a:t>Find predecessor</a:t>
            </a:r>
            <a:endParaRPr lang="zh-TW" altLang="en-US" dirty="0"/>
          </a:p>
        </p:txBody>
      </p:sp>
      <p:sp>
        <p:nvSpPr>
          <p:cNvPr id="4" name="投影片編號版面配置區 3">
            <a:extLst>
              <a:ext uri="{FF2B5EF4-FFF2-40B4-BE49-F238E27FC236}">
                <a16:creationId xmlns:a16="http://schemas.microsoft.com/office/drawing/2014/main" id="{ACAC0E67-72D1-961B-ED83-F0C211D98BEA}"/>
              </a:ext>
            </a:extLst>
          </p:cNvPr>
          <p:cNvSpPr>
            <a:spLocks noGrp="1"/>
          </p:cNvSpPr>
          <p:nvPr>
            <p:ph type="sldNum" sz="quarter" idx="12"/>
          </p:nvPr>
        </p:nvSpPr>
        <p:spPr/>
        <p:txBody>
          <a:bodyPr/>
          <a:lstStyle/>
          <a:p>
            <a:fld id="{4CD2C34A-D3D3-4A9B-8692-9279E332F0C9}" type="slidenum">
              <a:rPr lang="zh-TW" altLang="en-US" smtClean="0"/>
              <a:pPr/>
              <a:t>12</a:t>
            </a:fld>
            <a:endParaRPr lang="zh-TW" altLang="en-US" dirty="0"/>
          </a:p>
        </p:txBody>
      </p:sp>
      <p:graphicFrame>
        <p:nvGraphicFramePr>
          <p:cNvPr id="5" name="表格 5">
            <a:extLst>
              <a:ext uri="{FF2B5EF4-FFF2-40B4-BE49-F238E27FC236}">
                <a16:creationId xmlns:a16="http://schemas.microsoft.com/office/drawing/2014/main" id="{A8F9478F-EAFD-1A31-809B-F0BA3D7E30B9}"/>
              </a:ext>
            </a:extLst>
          </p:cNvPr>
          <p:cNvGraphicFramePr>
            <a:graphicFrameLocks noGrp="1"/>
          </p:cNvGraphicFramePr>
          <p:nvPr>
            <p:extLst>
              <p:ext uri="{D42A27DB-BD31-4B8C-83A1-F6EECF244321}">
                <p14:modId xmlns:p14="http://schemas.microsoft.com/office/powerpoint/2010/main" val="1648275526"/>
              </p:ext>
            </p:extLst>
          </p:nvPr>
        </p:nvGraphicFramePr>
        <p:xfrm>
          <a:off x="1719755" y="2743200"/>
          <a:ext cx="8752490" cy="1371600"/>
        </p:xfrm>
        <a:graphic>
          <a:graphicData uri="http://schemas.openxmlformats.org/drawingml/2006/table">
            <a:tbl>
              <a:tblPr firstRow="1" bandRow="1">
                <a:tableStyleId>{5940675A-B579-460E-94D1-54222C63F5DA}</a:tableStyleId>
              </a:tblPr>
              <a:tblGrid>
                <a:gridCol w="1232217">
                  <a:extLst>
                    <a:ext uri="{9D8B030D-6E8A-4147-A177-3AD203B41FA5}">
                      <a16:colId xmlns:a16="http://schemas.microsoft.com/office/drawing/2014/main" val="1238114177"/>
                    </a:ext>
                  </a:extLst>
                </a:gridCol>
                <a:gridCol w="411480">
                  <a:extLst>
                    <a:ext uri="{9D8B030D-6E8A-4147-A177-3AD203B41FA5}">
                      <a16:colId xmlns:a16="http://schemas.microsoft.com/office/drawing/2014/main" val="157755297"/>
                    </a:ext>
                  </a:extLst>
                </a:gridCol>
                <a:gridCol w="563880">
                  <a:extLst>
                    <a:ext uri="{9D8B030D-6E8A-4147-A177-3AD203B41FA5}">
                      <a16:colId xmlns:a16="http://schemas.microsoft.com/office/drawing/2014/main" val="2008129778"/>
                    </a:ext>
                  </a:extLst>
                </a:gridCol>
                <a:gridCol w="677513">
                  <a:extLst>
                    <a:ext uri="{9D8B030D-6E8A-4147-A177-3AD203B41FA5}">
                      <a16:colId xmlns:a16="http://schemas.microsoft.com/office/drawing/2014/main" val="3021458811"/>
                    </a:ext>
                  </a:extLst>
                </a:gridCol>
                <a:gridCol w="868680">
                  <a:extLst>
                    <a:ext uri="{9D8B030D-6E8A-4147-A177-3AD203B41FA5}">
                      <a16:colId xmlns:a16="http://schemas.microsoft.com/office/drawing/2014/main" val="2640572162"/>
                    </a:ext>
                  </a:extLst>
                </a:gridCol>
                <a:gridCol w="1021080">
                  <a:extLst>
                    <a:ext uri="{9D8B030D-6E8A-4147-A177-3AD203B41FA5}">
                      <a16:colId xmlns:a16="http://schemas.microsoft.com/office/drawing/2014/main" val="2802217768"/>
                    </a:ext>
                  </a:extLst>
                </a:gridCol>
                <a:gridCol w="1173480">
                  <a:extLst>
                    <a:ext uri="{9D8B030D-6E8A-4147-A177-3AD203B41FA5}">
                      <a16:colId xmlns:a16="http://schemas.microsoft.com/office/drawing/2014/main" val="3186866086"/>
                    </a:ext>
                  </a:extLst>
                </a:gridCol>
                <a:gridCol w="1325880">
                  <a:extLst>
                    <a:ext uri="{9D8B030D-6E8A-4147-A177-3AD203B41FA5}">
                      <a16:colId xmlns:a16="http://schemas.microsoft.com/office/drawing/2014/main" val="3360780677"/>
                    </a:ext>
                  </a:extLst>
                </a:gridCol>
                <a:gridCol w="1478280">
                  <a:extLst>
                    <a:ext uri="{9D8B030D-6E8A-4147-A177-3AD203B41FA5}">
                      <a16:colId xmlns:a16="http://schemas.microsoft.com/office/drawing/2014/main" val="720952384"/>
                    </a:ext>
                  </a:extLst>
                </a:gridCol>
              </a:tblGrid>
              <a:tr h="370840">
                <a:tc>
                  <a:txBody>
                    <a:bodyPr/>
                    <a:lstStyle/>
                    <a:p>
                      <a:pPr algn="ctr"/>
                      <a:r>
                        <a:rPr lang="en-US" altLang="zh-TW" sz="2400" dirty="0">
                          <a:latin typeface="Times New Roman" panose="02020603050405020304" pitchFamily="18" charset="0"/>
                          <a:cs typeface="Times New Roman" panose="02020603050405020304" pitchFamily="18" charset="0"/>
                        </a:rPr>
                        <a:t>S</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456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4562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45623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456231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4562317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45623178</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10723337"/>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R</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456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256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236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136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1367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1367</a:t>
                      </a:r>
                      <a:r>
                        <a:rPr lang="en-US" altLang="zh-TW" sz="2400" dirty="0">
                          <a:solidFill>
                            <a:srgbClr val="FF0000"/>
                          </a:solidFill>
                          <a:latin typeface="Times New Roman" panose="02020603050405020304" pitchFamily="18" charset="0"/>
                          <a:cs typeface="Times New Roman" panose="02020603050405020304" pitchFamily="18" charset="0"/>
                        </a:rPr>
                        <a:t>8</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15136717"/>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altLang="zh-TW" sz="2400" dirty="0">
                          <a:latin typeface="Times New Roman" panose="02020603050405020304" pitchFamily="18" charset="0"/>
                          <a:cs typeface="Times New Roman" panose="02020603050405020304" pitchFamily="18" charset="0"/>
                        </a:rPr>
                        <a:t>σ</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123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312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231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321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3214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3214</a:t>
                      </a:r>
                      <a:r>
                        <a:rPr lang="en-US" altLang="zh-TW" sz="2400" dirty="0">
                          <a:solidFill>
                            <a:srgbClr val="FF0000"/>
                          </a:solidFill>
                          <a:latin typeface="Times New Roman" panose="02020603050405020304" pitchFamily="18" charset="0"/>
                          <a:cs typeface="Times New Roman" panose="02020603050405020304" pitchFamily="18" charset="0"/>
                        </a:rPr>
                        <a:t>5</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65989093"/>
                  </a:ext>
                </a:extLst>
              </a:tr>
            </a:tbl>
          </a:graphicData>
        </a:graphic>
      </p:graphicFrame>
    </p:spTree>
    <p:extLst>
      <p:ext uri="{BB962C8B-B14F-4D97-AF65-F5344CB8AC3E}">
        <p14:creationId xmlns:p14="http://schemas.microsoft.com/office/powerpoint/2010/main" val="36616004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0795A03-7B70-D39E-1220-B8FEFF5D43E3}"/>
              </a:ext>
            </a:extLst>
          </p:cNvPr>
          <p:cNvSpPr>
            <a:spLocks noGrp="1"/>
          </p:cNvSpPr>
          <p:nvPr>
            <p:ph type="title"/>
          </p:nvPr>
        </p:nvSpPr>
        <p:spPr/>
        <p:txBody>
          <a:bodyPr/>
          <a:lstStyle/>
          <a:p>
            <a:r>
              <a:rPr lang="en-US" altLang="zh-TW" dirty="0"/>
              <a:t>Trace</a:t>
            </a:r>
            <a:endParaRPr lang="zh-TW" altLang="en-US" dirty="0"/>
          </a:p>
        </p:txBody>
      </p:sp>
      <p:sp>
        <p:nvSpPr>
          <p:cNvPr id="3" name="內容版面配置區 2">
            <a:extLst>
              <a:ext uri="{FF2B5EF4-FFF2-40B4-BE49-F238E27FC236}">
                <a16:creationId xmlns:a16="http://schemas.microsoft.com/office/drawing/2014/main" id="{BC31D91A-D760-4832-FA9B-38E317816CE4}"/>
              </a:ext>
            </a:extLst>
          </p:cNvPr>
          <p:cNvSpPr>
            <a:spLocks noGrp="1"/>
          </p:cNvSpPr>
          <p:nvPr>
            <p:ph idx="1"/>
          </p:nvPr>
        </p:nvSpPr>
        <p:spPr/>
        <p:txBody>
          <a:bodyPr/>
          <a:lstStyle/>
          <a:p>
            <a:r>
              <a:rPr lang="en-US" altLang="zh-TW" dirty="0"/>
              <a:t>Find predecessor</a:t>
            </a:r>
            <a:endParaRPr lang="zh-TW" altLang="en-US" dirty="0"/>
          </a:p>
        </p:txBody>
      </p:sp>
      <p:sp>
        <p:nvSpPr>
          <p:cNvPr id="4" name="投影片編號版面配置區 3">
            <a:extLst>
              <a:ext uri="{FF2B5EF4-FFF2-40B4-BE49-F238E27FC236}">
                <a16:creationId xmlns:a16="http://schemas.microsoft.com/office/drawing/2014/main" id="{ACAC0E67-72D1-961B-ED83-F0C211D98BEA}"/>
              </a:ext>
            </a:extLst>
          </p:cNvPr>
          <p:cNvSpPr>
            <a:spLocks noGrp="1"/>
          </p:cNvSpPr>
          <p:nvPr>
            <p:ph type="sldNum" sz="quarter" idx="12"/>
          </p:nvPr>
        </p:nvSpPr>
        <p:spPr/>
        <p:txBody>
          <a:bodyPr/>
          <a:lstStyle/>
          <a:p>
            <a:fld id="{4CD2C34A-D3D3-4A9B-8692-9279E332F0C9}" type="slidenum">
              <a:rPr lang="zh-TW" altLang="en-US" smtClean="0"/>
              <a:pPr/>
              <a:t>13</a:t>
            </a:fld>
            <a:endParaRPr lang="zh-TW" altLang="en-US" dirty="0"/>
          </a:p>
        </p:txBody>
      </p:sp>
      <p:graphicFrame>
        <p:nvGraphicFramePr>
          <p:cNvPr id="6" name="表格 6">
            <a:extLst>
              <a:ext uri="{FF2B5EF4-FFF2-40B4-BE49-F238E27FC236}">
                <a16:creationId xmlns:a16="http://schemas.microsoft.com/office/drawing/2014/main" id="{F411788D-2B1D-28BE-3366-C0178AD60374}"/>
              </a:ext>
            </a:extLst>
          </p:cNvPr>
          <p:cNvGraphicFramePr>
            <a:graphicFrameLocks noGrp="1"/>
          </p:cNvGraphicFramePr>
          <p:nvPr>
            <p:extLst>
              <p:ext uri="{D42A27DB-BD31-4B8C-83A1-F6EECF244321}">
                <p14:modId xmlns:p14="http://schemas.microsoft.com/office/powerpoint/2010/main" val="3280181222"/>
              </p:ext>
            </p:extLst>
          </p:nvPr>
        </p:nvGraphicFramePr>
        <p:xfrm>
          <a:off x="1152434" y="2629694"/>
          <a:ext cx="1991360" cy="1371600"/>
        </p:xfrm>
        <a:graphic>
          <a:graphicData uri="http://schemas.openxmlformats.org/drawingml/2006/table">
            <a:tbl>
              <a:tblPr firstRow="1" bandRow="1">
                <a:tableStyleId>{5940675A-B579-460E-94D1-54222C63F5DA}</a:tableStyleId>
              </a:tblPr>
              <a:tblGrid>
                <a:gridCol w="513080">
                  <a:extLst>
                    <a:ext uri="{9D8B030D-6E8A-4147-A177-3AD203B41FA5}">
                      <a16:colId xmlns:a16="http://schemas.microsoft.com/office/drawing/2014/main" val="2808057050"/>
                    </a:ext>
                  </a:extLst>
                </a:gridCol>
                <a:gridCol w="1478280">
                  <a:extLst>
                    <a:ext uri="{9D8B030D-6E8A-4147-A177-3AD203B41FA5}">
                      <a16:colId xmlns:a16="http://schemas.microsoft.com/office/drawing/2014/main" val="2009929705"/>
                    </a:ext>
                  </a:extLst>
                </a:gridCol>
              </a:tblGrid>
              <a:tr h="370840">
                <a:tc>
                  <a:txBody>
                    <a:bodyPr/>
                    <a:lstStyle/>
                    <a:p>
                      <a:r>
                        <a:rPr lang="en-US" altLang="zh-TW" sz="2400" dirty="0">
                          <a:latin typeface="Times New Roman" panose="02020603050405020304" pitchFamily="18" charset="0"/>
                          <a:cs typeface="Times New Roman" panose="02020603050405020304" pitchFamily="18" charset="0"/>
                        </a:rPr>
                        <a:t>S</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45623178</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71497544"/>
                  </a:ext>
                </a:extLst>
              </a:tr>
              <a:tr h="370840">
                <a:tc>
                  <a:txBody>
                    <a:bodyPr/>
                    <a:lstStyle/>
                    <a:p>
                      <a:r>
                        <a:rPr lang="en-US" altLang="zh-TW" sz="2400" dirty="0">
                          <a:latin typeface="Times New Roman" panose="02020603050405020304" pitchFamily="18" charset="0"/>
                          <a:cs typeface="Times New Roman" panose="02020603050405020304" pitchFamily="18" charset="0"/>
                        </a:rPr>
                        <a:t>pr</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1367</a:t>
                      </a:r>
                      <a:r>
                        <a:rPr lang="en-US" altLang="zh-TW" sz="2400" dirty="0">
                          <a:solidFill>
                            <a:srgbClr val="FF0000"/>
                          </a:solidFill>
                          <a:latin typeface="Times New Roman" panose="02020603050405020304" pitchFamily="18" charset="0"/>
                          <a:cs typeface="Times New Roman" panose="02020603050405020304" pitchFamily="18" charset="0"/>
                        </a:rPr>
                        <a:t>8</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1858850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altLang="zh-TW" sz="2400" dirty="0">
                          <a:latin typeface="Times New Roman" panose="02020603050405020304" pitchFamily="18" charset="0"/>
                          <a:cs typeface="Times New Roman" panose="02020603050405020304" pitchFamily="18" charset="0"/>
                        </a:rPr>
                        <a:t>σ</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321</a:t>
                      </a:r>
                      <a:r>
                        <a:rPr lang="en-US" altLang="zh-TW" sz="2400" dirty="0">
                          <a:solidFill>
                            <a:srgbClr val="00B0F0"/>
                          </a:solidFill>
                          <a:latin typeface="Times New Roman" panose="02020603050405020304" pitchFamily="18" charset="0"/>
                          <a:cs typeface="Times New Roman" panose="02020603050405020304" pitchFamily="18" charset="0"/>
                        </a:rPr>
                        <a:t>4</a:t>
                      </a:r>
                      <a:r>
                        <a:rPr lang="en-US" altLang="zh-TW" sz="2400" dirty="0">
                          <a:solidFill>
                            <a:srgbClr val="FF0000"/>
                          </a:solidFill>
                          <a:latin typeface="Times New Roman" panose="02020603050405020304" pitchFamily="18" charset="0"/>
                          <a:cs typeface="Times New Roman" panose="02020603050405020304" pitchFamily="18" charset="0"/>
                        </a:rPr>
                        <a:t>5</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52751132"/>
                  </a:ext>
                </a:extLst>
              </a:tr>
            </a:tbl>
          </a:graphicData>
        </a:graphic>
      </p:graphicFrame>
      <p:graphicFrame>
        <p:nvGraphicFramePr>
          <p:cNvPr id="7" name="表格 6">
            <a:extLst>
              <a:ext uri="{FF2B5EF4-FFF2-40B4-BE49-F238E27FC236}">
                <a16:creationId xmlns:a16="http://schemas.microsoft.com/office/drawing/2014/main" id="{D5B9B912-02DE-5C07-70B1-7EDEA8E08370}"/>
              </a:ext>
            </a:extLst>
          </p:cNvPr>
          <p:cNvGraphicFramePr>
            <a:graphicFrameLocks noGrp="1"/>
          </p:cNvGraphicFramePr>
          <p:nvPr>
            <p:extLst>
              <p:ext uri="{D42A27DB-BD31-4B8C-83A1-F6EECF244321}">
                <p14:modId xmlns:p14="http://schemas.microsoft.com/office/powerpoint/2010/main" val="1348263355"/>
              </p:ext>
            </p:extLst>
          </p:nvPr>
        </p:nvGraphicFramePr>
        <p:xfrm>
          <a:off x="4071086" y="2629399"/>
          <a:ext cx="1991360" cy="1371600"/>
        </p:xfrm>
        <a:graphic>
          <a:graphicData uri="http://schemas.openxmlformats.org/drawingml/2006/table">
            <a:tbl>
              <a:tblPr firstRow="1" bandRow="1">
                <a:tableStyleId>{5940675A-B579-460E-94D1-54222C63F5DA}</a:tableStyleId>
              </a:tblPr>
              <a:tblGrid>
                <a:gridCol w="513080">
                  <a:extLst>
                    <a:ext uri="{9D8B030D-6E8A-4147-A177-3AD203B41FA5}">
                      <a16:colId xmlns:a16="http://schemas.microsoft.com/office/drawing/2014/main" val="2808057050"/>
                    </a:ext>
                  </a:extLst>
                </a:gridCol>
                <a:gridCol w="1478280">
                  <a:extLst>
                    <a:ext uri="{9D8B030D-6E8A-4147-A177-3AD203B41FA5}">
                      <a16:colId xmlns:a16="http://schemas.microsoft.com/office/drawing/2014/main" val="2009929705"/>
                    </a:ext>
                  </a:extLst>
                </a:gridCol>
              </a:tblGrid>
              <a:tr h="370840">
                <a:tc>
                  <a:txBody>
                    <a:bodyPr/>
                    <a:lstStyle/>
                    <a:p>
                      <a:r>
                        <a:rPr lang="en-US" altLang="zh-TW" sz="2400" dirty="0">
                          <a:latin typeface="Times New Roman" panose="02020603050405020304" pitchFamily="18" charset="0"/>
                          <a:cs typeface="Times New Roman" panose="02020603050405020304" pitchFamily="18" charset="0"/>
                        </a:rPr>
                        <a:t>S</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4562317</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71497544"/>
                  </a:ext>
                </a:extLst>
              </a:tr>
              <a:tr h="370840">
                <a:tc>
                  <a:txBody>
                    <a:bodyPr/>
                    <a:lstStyle/>
                    <a:p>
                      <a:r>
                        <a:rPr lang="en-US" altLang="zh-TW" sz="2400" dirty="0">
                          <a:latin typeface="Times New Roman" panose="02020603050405020304" pitchFamily="18" charset="0"/>
                          <a:cs typeface="Times New Roman" panose="02020603050405020304" pitchFamily="18" charset="0"/>
                        </a:rPr>
                        <a:t>pr</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136</a:t>
                      </a:r>
                      <a:r>
                        <a:rPr lang="en-US" altLang="zh-TW" sz="2400" dirty="0">
                          <a:solidFill>
                            <a:srgbClr val="FF0000"/>
                          </a:solidFill>
                          <a:latin typeface="Times New Roman" panose="02020603050405020304" pitchFamily="18" charset="0"/>
                          <a:cs typeface="Times New Roman" panose="02020603050405020304" pitchFamily="18" charset="0"/>
                        </a:rPr>
                        <a:t>7</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1858850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altLang="zh-TW" sz="2400" dirty="0">
                          <a:latin typeface="Times New Roman" panose="02020603050405020304" pitchFamily="18" charset="0"/>
                          <a:cs typeface="Times New Roman" panose="02020603050405020304" pitchFamily="18" charset="0"/>
                        </a:rPr>
                        <a:t>σ</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solidFill>
                            <a:srgbClr val="00B0F0"/>
                          </a:solidFill>
                          <a:latin typeface="Times New Roman" panose="02020603050405020304" pitchFamily="18" charset="0"/>
                          <a:cs typeface="Times New Roman" panose="02020603050405020304" pitchFamily="18" charset="0"/>
                        </a:rPr>
                        <a:t>321</a:t>
                      </a:r>
                      <a:r>
                        <a:rPr lang="en-US" altLang="zh-TW" sz="2400" dirty="0">
                          <a:solidFill>
                            <a:srgbClr val="FF0000"/>
                          </a:solidFill>
                          <a:latin typeface="Times New Roman" panose="02020603050405020304" pitchFamily="18" charset="0"/>
                          <a:cs typeface="Times New Roman" panose="02020603050405020304" pitchFamily="18" charset="0"/>
                        </a:rPr>
                        <a:t>4</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52751132"/>
                  </a:ext>
                </a:extLst>
              </a:tr>
            </a:tbl>
          </a:graphicData>
        </a:graphic>
      </p:graphicFrame>
      <p:graphicFrame>
        <p:nvGraphicFramePr>
          <p:cNvPr id="8" name="表格 7">
            <a:extLst>
              <a:ext uri="{FF2B5EF4-FFF2-40B4-BE49-F238E27FC236}">
                <a16:creationId xmlns:a16="http://schemas.microsoft.com/office/drawing/2014/main" id="{1EF1DCB9-F7A6-2373-EF75-FEC567AA3852}"/>
              </a:ext>
            </a:extLst>
          </p:cNvPr>
          <p:cNvGraphicFramePr>
            <a:graphicFrameLocks noGrp="1"/>
          </p:cNvGraphicFramePr>
          <p:nvPr>
            <p:extLst>
              <p:ext uri="{D42A27DB-BD31-4B8C-83A1-F6EECF244321}">
                <p14:modId xmlns:p14="http://schemas.microsoft.com/office/powerpoint/2010/main" val="2930390060"/>
              </p:ext>
            </p:extLst>
          </p:nvPr>
        </p:nvGraphicFramePr>
        <p:xfrm>
          <a:off x="4071086" y="4805363"/>
          <a:ext cx="1991360" cy="1371600"/>
        </p:xfrm>
        <a:graphic>
          <a:graphicData uri="http://schemas.openxmlformats.org/drawingml/2006/table">
            <a:tbl>
              <a:tblPr firstRow="1" bandRow="1">
                <a:tableStyleId>{5940675A-B579-460E-94D1-54222C63F5DA}</a:tableStyleId>
              </a:tblPr>
              <a:tblGrid>
                <a:gridCol w="513080">
                  <a:extLst>
                    <a:ext uri="{9D8B030D-6E8A-4147-A177-3AD203B41FA5}">
                      <a16:colId xmlns:a16="http://schemas.microsoft.com/office/drawing/2014/main" val="2808057050"/>
                    </a:ext>
                  </a:extLst>
                </a:gridCol>
                <a:gridCol w="1478280">
                  <a:extLst>
                    <a:ext uri="{9D8B030D-6E8A-4147-A177-3AD203B41FA5}">
                      <a16:colId xmlns:a16="http://schemas.microsoft.com/office/drawing/2014/main" val="2009929705"/>
                    </a:ext>
                  </a:extLst>
                </a:gridCol>
              </a:tblGrid>
              <a:tr h="370840">
                <a:tc>
                  <a:txBody>
                    <a:bodyPr/>
                    <a:lstStyle/>
                    <a:p>
                      <a:r>
                        <a:rPr lang="en-US" altLang="zh-TW" sz="2400" dirty="0">
                          <a:latin typeface="Times New Roman" panose="02020603050405020304" pitchFamily="18" charset="0"/>
                          <a:cs typeface="Times New Roman" panose="02020603050405020304" pitchFamily="18" charset="0"/>
                        </a:rPr>
                        <a:t>S</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456</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71497544"/>
                  </a:ext>
                </a:extLst>
              </a:tr>
              <a:tr h="370840">
                <a:tc>
                  <a:txBody>
                    <a:bodyPr/>
                    <a:lstStyle/>
                    <a:p>
                      <a:r>
                        <a:rPr lang="en-US" altLang="zh-TW" sz="2400" dirty="0">
                          <a:latin typeface="Times New Roman" panose="02020603050405020304" pitchFamily="18" charset="0"/>
                          <a:cs typeface="Times New Roman" panose="02020603050405020304" pitchFamily="18" charset="0"/>
                        </a:rPr>
                        <a:t>pr</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solidFill>
                            <a:schemeClr val="tx1"/>
                          </a:solidFill>
                          <a:latin typeface="Times New Roman" panose="02020603050405020304" pitchFamily="18" charset="0"/>
                          <a:cs typeface="Times New Roman" panose="02020603050405020304" pitchFamily="18" charset="0"/>
                        </a:rPr>
                        <a:t>45</a:t>
                      </a:r>
                      <a:r>
                        <a:rPr lang="en-US" altLang="zh-TW" sz="2400" dirty="0">
                          <a:solidFill>
                            <a:srgbClr val="FF0000"/>
                          </a:solidFill>
                          <a:latin typeface="Times New Roman" panose="02020603050405020304" pitchFamily="18" charset="0"/>
                          <a:cs typeface="Times New Roman" panose="02020603050405020304" pitchFamily="18" charset="0"/>
                        </a:rPr>
                        <a:t>6</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1858850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altLang="zh-TW" sz="2400" dirty="0">
                          <a:latin typeface="Times New Roman" panose="02020603050405020304" pitchFamily="18" charset="0"/>
                          <a:cs typeface="Times New Roman" panose="02020603050405020304" pitchFamily="18" charset="0"/>
                        </a:rPr>
                        <a:t>σ</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solidFill>
                            <a:schemeClr val="tx1"/>
                          </a:solidFill>
                          <a:latin typeface="Times New Roman" panose="02020603050405020304" pitchFamily="18" charset="0"/>
                          <a:cs typeface="Times New Roman" panose="02020603050405020304" pitchFamily="18" charset="0"/>
                        </a:rPr>
                        <a:t>1</a:t>
                      </a:r>
                      <a:r>
                        <a:rPr lang="en-US" altLang="zh-TW" sz="2400" dirty="0">
                          <a:solidFill>
                            <a:srgbClr val="00B0F0"/>
                          </a:solidFill>
                          <a:latin typeface="Times New Roman" panose="02020603050405020304" pitchFamily="18" charset="0"/>
                          <a:cs typeface="Times New Roman" panose="02020603050405020304" pitchFamily="18" charset="0"/>
                        </a:rPr>
                        <a:t>2</a:t>
                      </a:r>
                      <a:r>
                        <a:rPr lang="en-US" altLang="zh-TW" sz="2400" dirty="0">
                          <a:solidFill>
                            <a:srgbClr val="FF0000"/>
                          </a:solidFill>
                          <a:latin typeface="Times New Roman" panose="02020603050405020304" pitchFamily="18" charset="0"/>
                          <a:cs typeface="Times New Roman" panose="02020603050405020304" pitchFamily="18" charset="0"/>
                        </a:rPr>
                        <a:t>3</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52751132"/>
                  </a:ext>
                </a:extLst>
              </a:tr>
            </a:tbl>
          </a:graphicData>
        </a:graphic>
      </p:graphicFrame>
      <p:graphicFrame>
        <p:nvGraphicFramePr>
          <p:cNvPr id="9" name="表格 8">
            <a:extLst>
              <a:ext uri="{FF2B5EF4-FFF2-40B4-BE49-F238E27FC236}">
                <a16:creationId xmlns:a16="http://schemas.microsoft.com/office/drawing/2014/main" id="{E8F1C196-11CF-4DE5-88B1-E5A2DCA7A91B}"/>
              </a:ext>
            </a:extLst>
          </p:cNvPr>
          <p:cNvGraphicFramePr>
            <a:graphicFrameLocks noGrp="1"/>
          </p:cNvGraphicFramePr>
          <p:nvPr>
            <p:extLst>
              <p:ext uri="{D42A27DB-BD31-4B8C-83A1-F6EECF244321}">
                <p14:modId xmlns:p14="http://schemas.microsoft.com/office/powerpoint/2010/main" val="1030950157"/>
              </p:ext>
            </p:extLst>
          </p:nvPr>
        </p:nvGraphicFramePr>
        <p:xfrm>
          <a:off x="6989738" y="2629399"/>
          <a:ext cx="2542274" cy="1371600"/>
        </p:xfrm>
        <a:graphic>
          <a:graphicData uri="http://schemas.openxmlformats.org/drawingml/2006/table">
            <a:tbl>
              <a:tblPr firstRow="1" bandRow="1">
                <a:tableStyleId>{5940675A-B579-460E-94D1-54222C63F5DA}</a:tableStyleId>
              </a:tblPr>
              <a:tblGrid>
                <a:gridCol w="1021080">
                  <a:extLst>
                    <a:ext uri="{9D8B030D-6E8A-4147-A177-3AD203B41FA5}">
                      <a16:colId xmlns:a16="http://schemas.microsoft.com/office/drawing/2014/main" val="2009929705"/>
                    </a:ext>
                  </a:extLst>
                </a:gridCol>
                <a:gridCol w="716280">
                  <a:extLst>
                    <a:ext uri="{9D8B030D-6E8A-4147-A177-3AD203B41FA5}">
                      <a16:colId xmlns:a16="http://schemas.microsoft.com/office/drawing/2014/main" val="1041818743"/>
                    </a:ext>
                  </a:extLst>
                </a:gridCol>
                <a:gridCol w="804914">
                  <a:extLst>
                    <a:ext uri="{9D8B030D-6E8A-4147-A177-3AD203B41FA5}">
                      <a16:colId xmlns:a16="http://schemas.microsoft.com/office/drawing/2014/main" val="4107366190"/>
                    </a:ext>
                  </a:extLst>
                </a:gridCol>
              </a:tblGrid>
              <a:tr h="370840">
                <a:tc>
                  <a:txBody>
                    <a:bodyPr/>
                    <a:lstStyle/>
                    <a:p>
                      <a:r>
                        <a:rPr lang="en-US" altLang="zh-TW" sz="2400" dirty="0">
                          <a:latin typeface="Times New Roman" panose="02020603050405020304" pitchFamily="18" charset="0"/>
                          <a:cs typeface="Times New Roman" panose="02020603050405020304" pitchFamily="18" charset="0"/>
                        </a:rPr>
                        <a:t>S</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tcPr>
                </a:tc>
                <a:tc>
                  <a:txBody>
                    <a:bodyPr/>
                    <a:lstStyle/>
                    <a:p>
                      <a:r>
                        <a:rPr lang="en-US" altLang="zh-TW" sz="2400" dirty="0">
                          <a:latin typeface="Times New Roman" panose="02020603050405020304" pitchFamily="18" charset="0"/>
                          <a:cs typeface="Times New Roman" panose="02020603050405020304" pitchFamily="18" charset="0"/>
                        </a:rPr>
                        <a:t>pr</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altLang="zh-TW" sz="2400" dirty="0">
                          <a:latin typeface="Times New Roman" panose="02020603050405020304" pitchFamily="18" charset="0"/>
                          <a:cs typeface="Times New Roman" panose="02020603050405020304" pitchFamily="18" charset="0"/>
                        </a:rPr>
                        <a:t>σ</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60137656"/>
                  </a:ext>
                </a:extLst>
              </a:tr>
              <a:tr h="370840">
                <a:tc>
                  <a:txBody>
                    <a:bodyPr/>
                    <a:lstStyle/>
                    <a:p>
                      <a:r>
                        <a:rPr lang="en-US" altLang="zh-TW" sz="2400" dirty="0">
                          <a:latin typeface="Times New Roman" panose="02020603050405020304" pitchFamily="18" charset="0"/>
                          <a:cs typeface="Times New Roman" panose="02020603050405020304" pitchFamily="18" charset="0"/>
                        </a:rPr>
                        <a:t>45623</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tcPr>
                </a:tc>
                <a:tc>
                  <a:txBody>
                    <a:bodyPr/>
                    <a:lstStyle/>
                    <a:p>
                      <a:r>
                        <a:rPr lang="en-US" altLang="zh-TW" sz="2400" dirty="0">
                          <a:latin typeface="Times New Roman" panose="02020603050405020304" pitchFamily="18" charset="0"/>
                          <a:cs typeface="Times New Roman" panose="02020603050405020304" pitchFamily="18" charset="0"/>
                        </a:rPr>
                        <a:t>236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r>
                        <a:rPr lang="en-US" altLang="zh-TW" sz="2400" dirty="0">
                          <a:latin typeface="Times New Roman" panose="02020603050405020304" pitchFamily="18" charset="0"/>
                          <a:cs typeface="Times New Roman" panose="02020603050405020304" pitchFamily="18" charset="0"/>
                        </a:rPr>
                        <a:t>231</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71497544"/>
                  </a:ext>
                </a:extLst>
              </a:tr>
              <a:tr h="370840">
                <a:tc>
                  <a:txBody>
                    <a:bodyPr/>
                    <a:lstStyle/>
                    <a:p>
                      <a:r>
                        <a:rPr lang="en-US" altLang="zh-TW" sz="2400" dirty="0">
                          <a:solidFill>
                            <a:schemeClr val="tx1"/>
                          </a:solidFill>
                          <a:latin typeface="Times New Roman" panose="02020603050405020304" pitchFamily="18" charset="0"/>
                          <a:cs typeface="Times New Roman" panose="02020603050405020304" pitchFamily="18" charset="0"/>
                        </a:rPr>
                        <a:t>5623</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tcPr>
                </a:tc>
                <a:tc>
                  <a:txBody>
                    <a:bodyPr/>
                    <a:lstStyle/>
                    <a:p>
                      <a:r>
                        <a:rPr lang="en-US" altLang="zh-TW" sz="2400" dirty="0">
                          <a:solidFill>
                            <a:schemeClr val="tx1"/>
                          </a:solidFill>
                          <a:latin typeface="Times New Roman" panose="02020603050405020304" pitchFamily="18" charset="0"/>
                          <a:cs typeface="Times New Roman" panose="02020603050405020304" pitchFamily="18" charset="0"/>
                        </a:rPr>
                        <a:t>23</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altLang="zh-TW" sz="2400" dirty="0">
                          <a:solidFill>
                            <a:srgbClr val="00B0F0"/>
                          </a:solidFill>
                          <a:latin typeface="Times New Roman" panose="02020603050405020304" pitchFamily="18" charset="0"/>
                          <a:cs typeface="Times New Roman" panose="02020603050405020304" pitchFamily="18" charset="0"/>
                        </a:rPr>
                        <a:t>1</a:t>
                      </a:r>
                      <a:r>
                        <a:rPr lang="en-US" altLang="zh-TW" sz="2400" dirty="0">
                          <a:solidFill>
                            <a:srgbClr val="FF0000"/>
                          </a:solidFill>
                          <a:latin typeface="Times New Roman" panose="02020603050405020304" pitchFamily="18" charset="0"/>
                          <a:cs typeface="Times New Roman" panose="02020603050405020304" pitchFamily="18" charset="0"/>
                        </a:rPr>
                        <a:t>2</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18588509"/>
                  </a:ext>
                </a:extLst>
              </a:tr>
            </a:tbl>
          </a:graphicData>
        </a:graphic>
      </p:graphicFrame>
      <p:sp>
        <p:nvSpPr>
          <p:cNvPr id="11" name="箭號: 向右 10">
            <a:extLst>
              <a:ext uri="{FF2B5EF4-FFF2-40B4-BE49-F238E27FC236}">
                <a16:creationId xmlns:a16="http://schemas.microsoft.com/office/drawing/2014/main" id="{5B5060A8-D865-F770-20E5-7F38BAC9BB4D}"/>
              </a:ext>
            </a:extLst>
          </p:cNvPr>
          <p:cNvSpPr/>
          <p:nvPr/>
        </p:nvSpPr>
        <p:spPr>
          <a:xfrm>
            <a:off x="3143794" y="3204505"/>
            <a:ext cx="927292" cy="22256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2" name="箭號: 向右 11">
            <a:extLst>
              <a:ext uri="{FF2B5EF4-FFF2-40B4-BE49-F238E27FC236}">
                <a16:creationId xmlns:a16="http://schemas.microsoft.com/office/drawing/2014/main" id="{41D6EA5E-A343-C99D-0DCE-7F7BEC3D1CA5}"/>
              </a:ext>
            </a:extLst>
          </p:cNvPr>
          <p:cNvSpPr/>
          <p:nvPr/>
        </p:nvSpPr>
        <p:spPr>
          <a:xfrm>
            <a:off x="6062446" y="3204505"/>
            <a:ext cx="927292" cy="22256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箭號: 向右 12">
            <a:extLst>
              <a:ext uri="{FF2B5EF4-FFF2-40B4-BE49-F238E27FC236}">
                <a16:creationId xmlns:a16="http://schemas.microsoft.com/office/drawing/2014/main" id="{E11C0926-B4CC-4C2F-C359-0A12B5833A4C}"/>
              </a:ext>
            </a:extLst>
          </p:cNvPr>
          <p:cNvSpPr/>
          <p:nvPr/>
        </p:nvSpPr>
        <p:spPr>
          <a:xfrm rot="5400000">
            <a:off x="4654483" y="4291899"/>
            <a:ext cx="804365" cy="22256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4" name="文字方塊 13">
            <a:extLst>
              <a:ext uri="{FF2B5EF4-FFF2-40B4-BE49-F238E27FC236}">
                <a16:creationId xmlns:a16="http://schemas.microsoft.com/office/drawing/2014/main" id="{2063B971-7E34-1A9F-A006-BE091519B27E}"/>
              </a:ext>
            </a:extLst>
          </p:cNvPr>
          <p:cNvSpPr txBox="1"/>
          <p:nvPr/>
        </p:nvSpPr>
        <p:spPr>
          <a:xfrm>
            <a:off x="8256021" y="5715298"/>
            <a:ext cx="2078621"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Output: 45678</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29965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2AC1059-5C8E-4BFA-18F2-917E8187FC2A}"/>
              </a:ext>
            </a:extLst>
          </p:cNvPr>
          <p:cNvSpPr>
            <a:spLocks noGrp="1"/>
          </p:cNvSpPr>
          <p:nvPr>
            <p:ph type="title"/>
          </p:nvPr>
        </p:nvSpPr>
        <p:spPr/>
        <p:txBody>
          <a:bodyPr/>
          <a:lstStyle/>
          <a:p>
            <a:r>
              <a:rPr lang="en-US" altLang="zh-TW" dirty="0"/>
              <a:t>Time Complexity</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2EB42797-2C85-208B-E38B-0F9279098143}"/>
                  </a:ext>
                </a:extLst>
              </p:cNvPr>
              <p:cNvSpPr>
                <a:spLocks noGrp="1"/>
              </p:cNvSpPr>
              <p:nvPr>
                <p:ph idx="1"/>
              </p:nvPr>
            </p:nvSpPr>
            <p:spPr/>
            <p:txBody>
              <a:bodyPr/>
              <a:lstStyle/>
              <a:p>
                <a14:m>
                  <m:oMath xmlns:m="http://schemas.openxmlformats.org/officeDocument/2006/math">
                    <m:r>
                      <a:rPr lang="en-US" altLang="zh-TW" i="1" dirty="0" smtClean="0">
                        <a:latin typeface="Cambria Math" panose="02040503050406030204" pitchFamily="18" charset="0"/>
                      </a:rPr>
                      <m:t>𝑂</m:t>
                    </m:r>
                    <m:d>
                      <m:dPr>
                        <m:ctrlPr>
                          <a:rPr lang="en-US" altLang="zh-TW" i="1" dirty="0" smtClean="0">
                            <a:latin typeface="Cambria Math" panose="02040503050406030204" pitchFamily="18" charset="0"/>
                          </a:rPr>
                        </m:ctrlPr>
                      </m:dPr>
                      <m:e>
                        <m:sSup>
                          <m:sSupPr>
                            <m:ctrlPr>
                              <a:rPr lang="en-US" altLang="zh-TW" i="1" dirty="0" smtClean="0">
                                <a:latin typeface="Cambria Math" panose="02040503050406030204" pitchFamily="18" charset="0"/>
                              </a:rPr>
                            </m:ctrlPr>
                          </m:sSupPr>
                          <m:e>
                            <m:r>
                              <a:rPr lang="en-US" altLang="zh-TW" i="1" dirty="0" smtClean="0">
                                <a:latin typeface="Cambria Math" panose="02040503050406030204" pitchFamily="18" charset="0"/>
                              </a:rPr>
                              <m:t>𝑛</m:t>
                            </m:r>
                          </m:e>
                          <m:sup>
                            <m:r>
                              <a:rPr lang="en-US" altLang="zh-TW" i="1" dirty="0" smtClean="0">
                                <a:latin typeface="Cambria Math" panose="02040503050406030204" pitchFamily="18" charset="0"/>
                              </a:rPr>
                              <m:t>2</m:t>
                            </m:r>
                          </m:sup>
                        </m:sSup>
                        <m:r>
                          <a:rPr lang="en-US" altLang="zh-TW" i="1" dirty="0" smtClean="0">
                            <a:latin typeface="Cambria Math" panose="02040503050406030204" pitchFamily="18" charset="0"/>
                          </a:rPr>
                          <m:t>+ </m:t>
                        </m:r>
                        <m:r>
                          <a:rPr lang="en-US" altLang="zh-TW" i="1" dirty="0" smtClean="0">
                            <a:latin typeface="Cambria Math" panose="02040503050406030204" pitchFamily="18" charset="0"/>
                          </a:rPr>
                          <m:t>𝑂𝑈𝑇𝑃𝑈𝑇</m:t>
                        </m:r>
                      </m:e>
                    </m:d>
                  </m:oMath>
                </a14:m>
                <a:endParaRPr lang="en-US" altLang="zh-TW" dirty="0"/>
              </a:p>
              <a:p>
                <a:endParaRPr lang="en-US" altLang="zh-TW" dirty="0"/>
              </a:p>
              <a:p>
                <a:r>
                  <a:rPr lang="en-US" altLang="zh-TW" dirty="0"/>
                  <a:t>ADD,</a:t>
                </a:r>
                <a:r>
                  <a:rPr lang="zh-TW" altLang="en-US" dirty="0"/>
                  <a:t> </a:t>
                </a:r>
                <a:r>
                  <a:rPr lang="en-US" altLang="zh-TW" dirty="0"/>
                  <a:t>EXPIRE</a:t>
                </a:r>
              </a:p>
              <a:p>
                <a:pPr lvl="1"/>
                <a14:m>
                  <m:oMath xmlns:m="http://schemas.openxmlformats.org/officeDocument/2006/math">
                    <m:r>
                      <a:rPr lang="en-US" altLang="zh-TW" i="1" dirty="0" smtClean="0">
                        <a:latin typeface="Cambria Math" panose="02040503050406030204" pitchFamily="18" charset="0"/>
                      </a:rPr>
                      <m:t>𝑂</m:t>
                    </m:r>
                    <m:r>
                      <a:rPr lang="en-US" altLang="zh-TW" i="1" dirty="0" smtClean="0">
                        <a:latin typeface="Cambria Math" panose="02040503050406030204" pitchFamily="18" charset="0"/>
                      </a:rPr>
                      <m:t>(</m:t>
                    </m:r>
                    <m:r>
                      <a:rPr lang="en-US" altLang="zh-TW" i="1" dirty="0" smtClean="0">
                        <a:latin typeface="Cambria Math" panose="02040503050406030204" pitchFamily="18" charset="0"/>
                      </a:rPr>
                      <m:t>𝑙</m:t>
                    </m:r>
                    <m:r>
                      <a:rPr lang="en-US" altLang="zh-TW" i="1" dirty="0" smtClean="0">
                        <a:latin typeface="Cambria Math" panose="02040503050406030204" pitchFamily="18" charset="0"/>
                      </a:rPr>
                      <m:t>)</m:t>
                    </m:r>
                  </m:oMath>
                </a14:m>
                <a:endParaRPr lang="en-US" altLang="zh-TW" dirty="0"/>
              </a:p>
              <a:p>
                <a:pPr lvl="2"/>
                <a:r>
                  <a:rPr lang="en-US" altLang="zh-TW" i="1" dirty="0"/>
                  <a:t>l</a:t>
                </a:r>
                <a:r>
                  <a:rPr lang="en-US" altLang="zh-TW" dirty="0"/>
                  <a:t> is the LIS length in the window</a:t>
                </a:r>
                <a:endParaRPr lang="zh-TW" altLang="en-US" dirty="0"/>
              </a:p>
            </p:txBody>
          </p:sp>
        </mc:Choice>
        <mc:Fallback xmlns="">
          <p:sp>
            <p:nvSpPr>
              <p:cNvPr id="3" name="內容版面配置區 2">
                <a:extLst>
                  <a:ext uri="{FF2B5EF4-FFF2-40B4-BE49-F238E27FC236}">
                    <a16:creationId xmlns:a16="http://schemas.microsoft.com/office/drawing/2014/main" id="{2EB42797-2C85-208B-E38B-0F9279098143}"/>
                  </a:ext>
                </a:extLst>
              </p:cNvPr>
              <p:cNvSpPr>
                <a:spLocks noGrp="1" noRot="1" noChangeAspect="1" noMove="1" noResize="1" noEditPoints="1" noAdjustHandles="1" noChangeArrowheads="1" noChangeShapeType="1" noTextEdit="1"/>
              </p:cNvSpPr>
              <p:nvPr>
                <p:ph idx="1"/>
              </p:nvPr>
            </p:nvSpPr>
            <p:spPr>
              <a:blipFill>
                <a:blip r:embed="rId2"/>
                <a:stretch>
                  <a:fillRect l="-1043"/>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C84F0232-3A04-7A16-330D-EF060E6763B9}"/>
              </a:ext>
            </a:extLst>
          </p:cNvPr>
          <p:cNvSpPr>
            <a:spLocks noGrp="1"/>
          </p:cNvSpPr>
          <p:nvPr>
            <p:ph type="sldNum" sz="quarter" idx="12"/>
          </p:nvPr>
        </p:nvSpPr>
        <p:spPr/>
        <p:txBody>
          <a:bodyPr/>
          <a:lstStyle/>
          <a:p>
            <a:fld id="{4CD2C34A-D3D3-4A9B-8692-9279E332F0C9}" type="slidenum">
              <a:rPr lang="zh-TW" altLang="en-US" smtClean="0"/>
              <a:pPr/>
              <a:t>14</a:t>
            </a:fld>
            <a:endParaRPr lang="zh-TW" altLang="en-US" dirty="0"/>
          </a:p>
        </p:txBody>
      </p:sp>
    </p:spTree>
    <p:extLst>
      <p:ext uri="{BB962C8B-B14F-4D97-AF65-F5344CB8AC3E}">
        <p14:creationId xmlns:p14="http://schemas.microsoft.com/office/powerpoint/2010/main" val="4208749450"/>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1524</TotalTime>
  <Words>583</Words>
  <Application>Microsoft Office PowerPoint</Application>
  <PresentationFormat>寬螢幕</PresentationFormat>
  <Paragraphs>193</Paragraphs>
  <Slides>14</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14</vt:i4>
      </vt:variant>
    </vt:vector>
  </HeadingPairs>
  <TitlesOfParts>
    <vt:vector size="20" baseType="lpstr">
      <vt:lpstr>源流明體 M</vt:lpstr>
      <vt:lpstr>Arial</vt:lpstr>
      <vt:lpstr>Calibri</vt:lpstr>
      <vt:lpstr>Cambria Math</vt:lpstr>
      <vt:lpstr>Times New Roman</vt:lpstr>
      <vt:lpstr>Office 佈景主題</vt:lpstr>
      <vt:lpstr>An Optimal Algorithm for Finding the Longest Increasing Subsequence of Every Substring</vt:lpstr>
      <vt:lpstr>Abstract</vt:lpstr>
      <vt:lpstr>Longest Increasing Subsequence</vt:lpstr>
      <vt:lpstr>LIS of Every Substring</vt:lpstr>
      <vt:lpstr>Patience Sorting</vt:lpstr>
      <vt:lpstr>PowerPoint 簡報</vt:lpstr>
      <vt:lpstr>PowerPoint 簡報</vt:lpstr>
      <vt:lpstr>ADD</vt:lpstr>
      <vt:lpstr>ADD (cont.)</vt:lpstr>
      <vt:lpstr>ADD (cont.)</vt:lpstr>
      <vt:lpstr>EXPIRE</vt:lpstr>
      <vt:lpstr>Trace</vt:lpstr>
      <vt:lpstr>Trace</vt:lpstr>
      <vt:lpstr>Time Complexity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Ting B</dc:creator>
  <cp:lastModifiedBy>Ting B</cp:lastModifiedBy>
  <cp:revision>304</cp:revision>
  <dcterms:created xsi:type="dcterms:W3CDTF">2022-02-13T12:00:20Z</dcterms:created>
  <dcterms:modified xsi:type="dcterms:W3CDTF">2022-06-07T11:32:38Z</dcterms:modified>
</cp:coreProperties>
</file>