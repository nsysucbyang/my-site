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63" r:id="rId2"/>
    <p:sldId id="262" r:id="rId3"/>
    <p:sldId id="266" r:id="rId4"/>
    <p:sldId id="258" r:id="rId5"/>
    <p:sldId id="289" r:id="rId6"/>
    <p:sldId id="290" r:id="rId7"/>
    <p:sldId id="259" r:id="rId8"/>
    <p:sldId id="291" r:id="rId9"/>
    <p:sldId id="292" r:id="rId10"/>
    <p:sldId id="293" r:id="rId11"/>
    <p:sldId id="294" r:id="rId12"/>
    <p:sldId id="283" r:id="rId13"/>
    <p:sldId id="284" r:id="rId14"/>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932" autoAdjust="0"/>
  </p:normalViewPr>
  <p:slideViewPr>
    <p:cSldViewPr>
      <p:cViewPr>
        <p:scale>
          <a:sx n="100" d="100"/>
          <a:sy n="100" d="100"/>
        </p:scale>
        <p:origin x="1914" y="-1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8C2939-B1A7-4514-8535-C0FA2719FDF5}" type="datetimeFigureOut">
              <a:rPr lang="zh-TW" altLang="en-US" smtClean="0"/>
              <a:pPr/>
              <a:t>2022/5/18</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05C87CB-DD22-4F6F-BC7E-D0042601E3D6}"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1</a:t>
            </a:fld>
            <a:endParaRPr lang="zh-TW" altLang="en-US"/>
          </a:p>
        </p:txBody>
      </p:sp>
    </p:spTree>
    <p:extLst>
      <p:ext uri="{BB962C8B-B14F-4D97-AF65-F5344CB8AC3E}">
        <p14:creationId xmlns:p14="http://schemas.microsoft.com/office/powerpoint/2010/main" val="26156352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2</a:t>
            </a:fld>
            <a:endParaRPr lang="zh-TW" altLang="en-US"/>
          </a:p>
        </p:txBody>
      </p:sp>
    </p:spTree>
    <p:extLst>
      <p:ext uri="{BB962C8B-B14F-4D97-AF65-F5344CB8AC3E}">
        <p14:creationId xmlns:p14="http://schemas.microsoft.com/office/powerpoint/2010/main" val="11526446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dirty="0"/>
              <a:t>MLCS</a:t>
            </a:r>
            <a:r>
              <a:rPr lang="zh-TW" altLang="en-US" dirty="0"/>
              <a:t>這個問題</a:t>
            </a:r>
            <a:r>
              <a:rPr lang="en-US" altLang="zh-TW" dirty="0"/>
              <a:t>:</a:t>
            </a:r>
            <a:r>
              <a:rPr lang="zh-TW" altLang="en-US" dirty="0"/>
              <a:t>主要有</a:t>
            </a:r>
            <a:r>
              <a:rPr lang="en-US" dirty="0"/>
              <a:t>dynamic programming</a:t>
            </a:r>
            <a:r>
              <a:rPr lang="zh-TW" altLang="en-US" dirty="0"/>
              <a:t>方法與</a:t>
            </a:r>
            <a:r>
              <a:rPr lang="en-US" dirty="0"/>
              <a:t>dominant point</a:t>
            </a:r>
            <a:r>
              <a:rPr lang="zh-TW" altLang="en-US" dirty="0"/>
              <a:t>方法</a:t>
            </a:r>
            <a:endParaRPr lang="en-US" altLang="zh-TW" dirty="0"/>
          </a:p>
          <a:p>
            <a:endParaRPr lang="en-US" altLang="zh-TW" dirty="0"/>
          </a:p>
          <a:p>
            <a:r>
              <a:rPr lang="zh-TW" altLang="en-US" dirty="0"/>
              <a:t>這篇論文主要想改善</a:t>
            </a:r>
            <a:r>
              <a:rPr lang="en-US" dirty="0"/>
              <a:t>dominant point</a:t>
            </a:r>
            <a:r>
              <a:rPr lang="zh-TW" altLang="en-US" dirty="0"/>
              <a:t>方法</a:t>
            </a:r>
          </a:p>
        </p:txBody>
      </p:sp>
      <p:sp>
        <p:nvSpPr>
          <p:cNvPr id="4" name="投影片編號版面配置區 3"/>
          <p:cNvSpPr>
            <a:spLocks noGrp="1"/>
          </p:cNvSpPr>
          <p:nvPr>
            <p:ph type="sldNum" sz="quarter" idx="10"/>
          </p:nvPr>
        </p:nvSpPr>
        <p:spPr/>
        <p:txBody>
          <a:bodyPr/>
          <a:lstStyle/>
          <a:p>
            <a:fld id="{E05C87CB-DD22-4F6F-BC7E-D0042601E3D6}" type="slidenum">
              <a:rPr lang="zh-TW" altLang="en-US" smtClean="0"/>
              <a:pPr/>
              <a:t>3</a:t>
            </a:fld>
            <a:endParaRPr lang="zh-TW"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O(d|</a:t>
            </a:r>
            <a:r>
              <a:rPr lang="el-GR" altLang="zh-TW" b="0" i="0" dirty="0">
                <a:solidFill>
                  <a:srgbClr val="202122"/>
                </a:solidFill>
                <a:effectLst/>
                <a:latin typeface="Arial" panose="020B0604020202020204" pitchFamily="34" charset="0"/>
              </a:rPr>
              <a:t>Σ</a:t>
            </a:r>
            <a:r>
              <a:rPr lang="en-US" altLang="zh-TW" dirty="0"/>
              <a:t>|n)</a:t>
            </a:r>
            <a:endParaRPr lang="zh-TW" altLang="en-US"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4</a:t>
            </a:fld>
            <a:endParaRPr lang="zh-TW" altLang="en-US"/>
          </a:p>
        </p:txBody>
      </p:sp>
    </p:spTree>
    <p:extLst>
      <p:ext uri="{BB962C8B-B14F-4D97-AF65-F5344CB8AC3E}">
        <p14:creationId xmlns:p14="http://schemas.microsoft.com/office/powerpoint/2010/main" val="11319864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TW" dirty="0"/>
              <a:t>Dominate</a:t>
            </a:r>
            <a:r>
              <a:rPr lang="zh-TW" altLang="en-US" dirty="0"/>
              <a:t>的方法就是建立一個這種的</a:t>
            </a:r>
            <a:r>
              <a:rPr lang="zh-TW" altLang="en-US" sz="1200" b="0" i="0" kern="1200" dirty="0">
                <a:solidFill>
                  <a:schemeClr val="tx1"/>
                </a:solidFill>
                <a:latin typeface="+mn-lt"/>
                <a:ea typeface="+mn-ea"/>
                <a:cs typeface="+mn-cs"/>
              </a:rPr>
              <a:t>有向無環圖</a:t>
            </a:r>
            <a:endParaRPr lang="en-US" altLang="zh-TW" sz="1200" b="0" i="0" kern="1200" dirty="0">
              <a:solidFill>
                <a:schemeClr val="tx1"/>
              </a:solidFill>
              <a:latin typeface="+mn-lt"/>
              <a:ea typeface="+mn-ea"/>
              <a:cs typeface="+mn-cs"/>
            </a:endParaRPr>
          </a:p>
          <a:p>
            <a:r>
              <a:rPr lang="zh-TW" altLang="en-US" sz="1200" b="0" i="0" kern="1200" dirty="0">
                <a:solidFill>
                  <a:schemeClr val="tx1"/>
                </a:solidFill>
                <a:latin typeface="+mn-lt"/>
                <a:ea typeface="+mn-ea"/>
                <a:cs typeface="+mn-cs"/>
              </a:rPr>
              <a:t>那這個圖是依照這兩個字串所建立的</a:t>
            </a:r>
            <a:endParaRPr lang="en-US" altLang="zh-TW" sz="1200" b="0" i="0" kern="1200" dirty="0">
              <a:solidFill>
                <a:schemeClr val="tx1"/>
              </a:solidFill>
              <a:latin typeface="+mn-lt"/>
              <a:ea typeface="+mn-ea"/>
              <a:cs typeface="+mn-cs"/>
            </a:endParaRPr>
          </a:p>
          <a:p>
            <a:r>
              <a:rPr lang="zh-TW" altLang="en-US" sz="1200" b="0" i="0" kern="1200" dirty="0">
                <a:solidFill>
                  <a:schemeClr val="tx1"/>
                </a:solidFill>
                <a:latin typeface="+mn-lt"/>
                <a:ea typeface="+mn-ea"/>
                <a:cs typeface="+mn-cs"/>
              </a:rPr>
              <a:t>每個元素都會往後延伸</a:t>
            </a:r>
            <a:r>
              <a:rPr lang="en-US" altLang="zh-TW" sz="1200" b="0" i="0" kern="1200" dirty="0">
                <a:solidFill>
                  <a:schemeClr val="tx1"/>
                </a:solidFill>
                <a:latin typeface="+mn-lt"/>
                <a:ea typeface="+mn-ea"/>
                <a:cs typeface="+mn-cs"/>
              </a:rPr>
              <a:t>A</a:t>
            </a:r>
            <a:r>
              <a:rPr lang="zh-TW" altLang="en-US" dirty="0"/>
              <a:t>、</a:t>
            </a:r>
            <a:r>
              <a:rPr lang="en-US" altLang="zh-TW" dirty="0"/>
              <a:t>C</a:t>
            </a:r>
            <a:r>
              <a:rPr lang="zh-TW" altLang="en-US" dirty="0"/>
              <a:t>、</a:t>
            </a:r>
            <a:r>
              <a:rPr lang="en-US" altLang="zh-TW" dirty="0"/>
              <a:t>G</a:t>
            </a:r>
            <a:r>
              <a:rPr lang="zh-TW" altLang="en-US" dirty="0"/>
              <a:t>、</a:t>
            </a:r>
            <a:r>
              <a:rPr lang="en-US" altLang="zh-TW" dirty="0"/>
              <a:t>T</a:t>
            </a:r>
            <a:r>
              <a:rPr lang="zh-TW" altLang="en-US" sz="1200" b="0" i="0" kern="1200" dirty="0">
                <a:solidFill>
                  <a:schemeClr val="tx1"/>
                </a:solidFill>
                <a:latin typeface="+mn-lt"/>
                <a:ea typeface="+mn-ea"/>
                <a:cs typeface="+mn-cs"/>
              </a:rPr>
              <a:t> </a:t>
            </a:r>
            <a:r>
              <a:rPr lang="en-US" altLang="zh-TW" sz="1200" b="0" i="0" kern="1200" dirty="0">
                <a:solidFill>
                  <a:schemeClr val="tx1"/>
                </a:solidFill>
                <a:latin typeface="+mn-lt"/>
                <a:ea typeface="+mn-ea"/>
                <a:cs typeface="+mn-cs"/>
              </a:rPr>
              <a:t> </a:t>
            </a:r>
            <a:r>
              <a:rPr lang="zh-TW" altLang="en-US" sz="1200" b="0" i="0" kern="1200" dirty="0">
                <a:solidFill>
                  <a:schemeClr val="tx1"/>
                </a:solidFill>
                <a:latin typeface="+mn-lt"/>
                <a:ea typeface="+mn-ea"/>
                <a:cs typeface="+mn-cs"/>
              </a:rPr>
              <a:t>延伸的方式就是去查找</a:t>
            </a:r>
            <a:r>
              <a:rPr lang="en-US" altLang="zh-TW" dirty="0"/>
              <a:t>Successor Table</a:t>
            </a:r>
          </a:p>
          <a:p>
            <a:endParaRPr lang="en-US" altLang="zh-TW" dirty="0"/>
          </a:p>
          <a:p>
            <a:r>
              <a:rPr lang="zh-TW" altLang="en-US" dirty="0"/>
              <a:t>灰色的點代表的意思是說可以被其他點所支配 </a:t>
            </a:r>
            <a:r>
              <a:rPr lang="en-US" altLang="zh-TW" dirty="0"/>
              <a:t>(2,1)</a:t>
            </a:r>
            <a:r>
              <a:rPr lang="zh-TW" altLang="en-US" dirty="0"/>
              <a:t>就能支配</a:t>
            </a:r>
            <a:r>
              <a:rPr lang="en-US" altLang="zh-TW" dirty="0"/>
              <a:t>(5,4)</a:t>
            </a:r>
            <a:r>
              <a:rPr lang="zh-TW" altLang="en-US" dirty="0"/>
              <a:t>因為他點兩個字串的</a:t>
            </a:r>
            <a:r>
              <a:rPr lang="en-US" altLang="zh-TW" dirty="0"/>
              <a:t>index</a:t>
            </a:r>
            <a:r>
              <a:rPr lang="zh-TW" altLang="en-US" dirty="0"/>
              <a:t>都比較小</a:t>
            </a:r>
            <a:endParaRPr lang="en-US" altLang="zh-TW" dirty="0"/>
          </a:p>
          <a:p>
            <a:r>
              <a:rPr lang="zh-TW" altLang="en-US" dirty="0"/>
              <a:t>黑色的點為同一</a:t>
            </a:r>
            <a:r>
              <a:rPr lang="en-US" altLang="zh-TW" dirty="0"/>
              <a:t>LEVEL</a:t>
            </a:r>
            <a:r>
              <a:rPr lang="zh-TW" altLang="en-US" dirty="0"/>
              <a:t>中已經出現過這個點</a:t>
            </a:r>
            <a:endParaRPr lang="en-US" altLang="zh-TW" dirty="0"/>
          </a:p>
          <a:p>
            <a:endParaRPr lang="en-US" altLang="zh-TW" dirty="0"/>
          </a:p>
          <a:p>
            <a:r>
              <a:rPr lang="zh-TW" altLang="en-US" dirty="0"/>
              <a:t>那我們每一層</a:t>
            </a:r>
            <a:r>
              <a:rPr lang="en-US" altLang="zh-TW" dirty="0"/>
              <a:t>LEVEL</a:t>
            </a:r>
            <a:r>
              <a:rPr lang="zh-TW" altLang="en-US" dirty="0"/>
              <a:t>都去探索所有的可能，重複此步驟，直到找不到其他點</a:t>
            </a:r>
            <a:endParaRPr lang="en-US" altLang="zh-TW" dirty="0"/>
          </a:p>
          <a:p>
            <a:endParaRPr lang="en-US" altLang="zh-TW" dirty="0"/>
          </a:p>
          <a:p>
            <a:r>
              <a:rPr lang="en-US" altLang="zh-TW" dirty="0"/>
              <a:t>1.</a:t>
            </a:r>
            <a:r>
              <a:rPr lang="zh-TW" altLang="en-US" dirty="0"/>
              <a:t>大量重複點與支配點 ，浪費了大量的空間和計算時間。</a:t>
            </a:r>
            <a:endParaRPr lang="en-US" altLang="zh-TW" dirty="0"/>
          </a:p>
          <a:p>
            <a:r>
              <a:rPr lang="en-US" altLang="zh-TW" dirty="0"/>
              <a:t>2.</a:t>
            </a:r>
            <a:r>
              <a:rPr lang="zh-TW" altLang="en-US" dirty="0"/>
              <a:t>在圖中，找到重複的節點與被支配的節點是很耗費時間的，因為需要做多維度向量的比較。</a:t>
            </a:r>
            <a:endParaRPr lang="en-US" altLang="zh-TW" dirty="0"/>
          </a:p>
          <a:p>
            <a:endParaRPr lang="en-US" altLang="zh-TW" dirty="0"/>
          </a:p>
        </p:txBody>
      </p:sp>
      <p:sp>
        <p:nvSpPr>
          <p:cNvPr id="4" name="投影片編號版面配置區 3"/>
          <p:cNvSpPr>
            <a:spLocks noGrp="1"/>
          </p:cNvSpPr>
          <p:nvPr>
            <p:ph type="sldNum" sz="quarter" idx="10"/>
          </p:nvPr>
        </p:nvSpPr>
        <p:spPr/>
        <p:txBody>
          <a:bodyPr/>
          <a:lstStyle/>
          <a:p>
            <a:fld id="{E05C87CB-DD22-4F6F-BC7E-D0042601E3D6}" type="slidenum">
              <a:rPr lang="zh-TW" altLang="en-US" smtClean="0"/>
              <a:pPr/>
              <a:t>5</a:t>
            </a:fld>
            <a:endParaRPr lang="zh-TW" altLang="en-US"/>
          </a:p>
        </p:txBody>
      </p:sp>
    </p:spTree>
    <p:extLst>
      <p:ext uri="{BB962C8B-B14F-4D97-AF65-F5344CB8AC3E}">
        <p14:creationId xmlns:p14="http://schemas.microsoft.com/office/powerpoint/2010/main" val="34438389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6</a:t>
            </a:fld>
            <a:endParaRPr lang="zh-TW" altLang="en-US"/>
          </a:p>
        </p:txBody>
      </p:sp>
    </p:spTree>
    <p:extLst>
      <p:ext uri="{BB962C8B-B14F-4D97-AF65-F5344CB8AC3E}">
        <p14:creationId xmlns:p14="http://schemas.microsoft.com/office/powerpoint/2010/main" val="1746662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zh-TW" altLang="en-US" dirty="0"/>
              <a:t>一開始先</a:t>
            </a:r>
            <a:r>
              <a:rPr lang="en-US" altLang="zh-TW" dirty="0"/>
              <a:t>create </a:t>
            </a:r>
            <a:r>
              <a:rPr lang="zh-TW" altLang="en-US" dirty="0"/>
              <a:t>一個原點，找到 </a:t>
            </a:r>
            <a:r>
              <a:rPr lang="en-US" altLang="zh-TW" dirty="0"/>
              <a:t>A,C,G,T</a:t>
            </a:r>
            <a:r>
              <a:rPr lang="zh-TW" altLang="en-US" dirty="0"/>
              <a:t>四個</a:t>
            </a:r>
            <a:r>
              <a:rPr lang="en-US" altLang="zh-TW" dirty="0"/>
              <a:t>successors</a:t>
            </a:r>
            <a:r>
              <a:rPr lang="zh-TW" altLang="en-US" dirty="0"/>
              <a:t>，檢查是否有在集合裡，因為一開始為空集合故將此四點加入至</a:t>
            </a:r>
            <a:r>
              <a:rPr lang="en-US" altLang="zh-TW" dirty="0"/>
              <a:t>queue</a:t>
            </a:r>
          </a:p>
        </p:txBody>
      </p:sp>
      <p:sp>
        <p:nvSpPr>
          <p:cNvPr id="4" name="投影片編號版面配置區 3"/>
          <p:cNvSpPr>
            <a:spLocks noGrp="1"/>
          </p:cNvSpPr>
          <p:nvPr>
            <p:ph type="sldNum" sz="quarter" idx="10"/>
          </p:nvPr>
        </p:nvSpPr>
        <p:spPr/>
        <p:txBody>
          <a:bodyPr/>
          <a:lstStyle/>
          <a:p>
            <a:fld id="{E05C87CB-DD22-4F6F-BC7E-D0042601E3D6}" type="slidenum">
              <a:rPr lang="zh-TW" altLang="en-US" smtClean="0"/>
              <a:pPr/>
              <a:t>7</a:t>
            </a:fld>
            <a:endParaRPr lang="zh-TW"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zh-TW" altLang="en-US" dirty="0"/>
              <a:t>接著取出</a:t>
            </a:r>
            <a:r>
              <a:rPr lang="en-US" altLang="zh-TW" dirty="0"/>
              <a:t>queue</a:t>
            </a:r>
            <a:r>
              <a:rPr lang="zh-TW" altLang="en-US" dirty="0"/>
              <a:t>的元素為</a:t>
            </a:r>
            <a:r>
              <a:rPr lang="en-US" altLang="zh-TW" dirty="0"/>
              <a:t>(2,1)</a:t>
            </a:r>
            <a:r>
              <a:rPr lang="zh-TW" altLang="en-US" dirty="0"/>
              <a:t>，一樣找到他的四個</a:t>
            </a:r>
            <a:r>
              <a:rPr lang="en-US" altLang="zh-TW" sz="1200" dirty="0"/>
              <a:t>successors</a:t>
            </a:r>
            <a:r>
              <a:rPr lang="zh-TW" altLang="en-US" sz="1200" dirty="0"/>
              <a:t>，分別為</a:t>
            </a:r>
            <a:r>
              <a:rPr lang="en-US" altLang="zh-TW" sz="1200" dirty="0"/>
              <a:t>(3,7)(4,2)(5,4)(7,3)</a:t>
            </a:r>
            <a:r>
              <a:rPr lang="zh-TW" altLang="en-US" sz="1200" dirty="0"/>
              <a:t>，其中</a:t>
            </a:r>
            <a:r>
              <a:rPr lang="en-US" altLang="zh-TW" sz="1200" dirty="0"/>
              <a:t>successors</a:t>
            </a:r>
            <a:r>
              <a:rPr lang="zh-TW" altLang="en-US" sz="1200" dirty="0"/>
              <a:t>已經在上一張投影片時已經加入</a:t>
            </a:r>
            <a:r>
              <a:rPr lang="en-US" altLang="zh-TW" sz="1200" dirty="0"/>
              <a:t>set</a:t>
            </a:r>
            <a:r>
              <a:rPr lang="zh-TW" altLang="en-US" sz="1200" dirty="0"/>
              <a:t>，這時候去比較長度</a:t>
            </a:r>
            <a:endParaRPr lang="en-US" altLang="zh-TW" sz="1200" dirty="0"/>
          </a:p>
        </p:txBody>
      </p:sp>
      <p:sp>
        <p:nvSpPr>
          <p:cNvPr id="4" name="投影片編號版面配置區 3"/>
          <p:cNvSpPr>
            <a:spLocks noGrp="1"/>
          </p:cNvSpPr>
          <p:nvPr>
            <p:ph type="sldNum" sz="quarter" idx="10"/>
          </p:nvPr>
        </p:nvSpPr>
        <p:spPr/>
        <p:txBody>
          <a:bodyPr/>
          <a:lstStyle/>
          <a:p>
            <a:fld id="{E05C87CB-DD22-4F6F-BC7E-D0042601E3D6}" type="slidenum">
              <a:rPr lang="zh-TW" altLang="en-US" smtClean="0"/>
              <a:pPr/>
              <a:t>8</a:t>
            </a:fld>
            <a:endParaRPr lang="zh-TW" altLang="en-US"/>
          </a:p>
        </p:txBody>
      </p:sp>
    </p:spTree>
    <p:extLst>
      <p:ext uri="{BB962C8B-B14F-4D97-AF65-F5344CB8AC3E}">
        <p14:creationId xmlns:p14="http://schemas.microsoft.com/office/powerpoint/2010/main" val="388698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en-US" altLang="zh-TW" dirty="0"/>
          </a:p>
        </p:txBody>
      </p:sp>
      <p:sp>
        <p:nvSpPr>
          <p:cNvPr id="4" name="投影片編號版面配置區 3"/>
          <p:cNvSpPr>
            <a:spLocks noGrp="1"/>
          </p:cNvSpPr>
          <p:nvPr>
            <p:ph type="sldNum" sz="quarter" idx="10"/>
          </p:nvPr>
        </p:nvSpPr>
        <p:spPr/>
        <p:txBody>
          <a:bodyPr/>
          <a:lstStyle/>
          <a:p>
            <a:fld id="{E05C87CB-DD22-4F6F-BC7E-D0042601E3D6}" type="slidenum">
              <a:rPr lang="zh-TW" altLang="en-US" smtClean="0"/>
              <a:pPr/>
              <a:t>9</a:t>
            </a:fld>
            <a:endParaRPr lang="zh-TW" altLang="en-US"/>
          </a:p>
        </p:txBody>
      </p:sp>
    </p:spTree>
    <p:extLst>
      <p:ext uri="{BB962C8B-B14F-4D97-AF65-F5344CB8AC3E}">
        <p14:creationId xmlns:p14="http://schemas.microsoft.com/office/powerpoint/2010/main" val="2499109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en-US" altLang="zh-TW" dirty="0"/>
          </a:p>
        </p:txBody>
      </p:sp>
      <p:sp>
        <p:nvSpPr>
          <p:cNvPr id="4" name="投影片編號版面配置區 3"/>
          <p:cNvSpPr>
            <a:spLocks noGrp="1"/>
          </p:cNvSpPr>
          <p:nvPr>
            <p:ph type="sldNum" sz="quarter" idx="10"/>
          </p:nvPr>
        </p:nvSpPr>
        <p:spPr/>
        <p:txBody>
          <a:bodyPr/>
          <a:lstStyle/>
          <a:p>
            <a:fld id="{E05C87CB-DD22-4F6F-BC7E-D0042601E3D6}" type="slidenum">
              <a:rPr lang="zh-TW" altLang="en-US" smtClean="0"/>
              <a:pPr/>
              <a:t>10</a:t>
            </a:fld>
            <a:endParaRPr lang="zh-TW" altLang="en-US"/>
          </a:p>
        </p:txBody>
      </p:sp>
    </p:spTree>
    <p:extLst>
      <p:ext uri="{BB962C8B-B14F-4D97-AF65-F5344CB8AC3E}">
        <p14:creationId xmlns:p14="http://schemas.microsoft.com/office/powerpoint/2010/main" val="22524358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en-US" altLang="zh-TW" dirty="0"/>
          </a:p>
        </p:txBody>
      </p:sp>
      <p:sp>
        <p:nvSpPr>
          <p:cNvPr id="4" name="投影片編號版面配置區 3"/>
          <p:cNvSpPr>
            <a:spLocks noGrp="1"/>
          </p:cNvSpPr>
          <p:nvPr>
            <p:ph type="sldNum" sz="quarter" idx="10"/>
          </p:nvPr>
        </p:nvSpPr>
        <p:spPr/>
        <p:txBody>
          <a:bodyPr/>
          <a:lstStyle/>
          <a:p>
            <a:fld id="{E05C87CB-DD22-4F6F-BC7E-D0042601E3D6}" type="slidenum">
              <a:rPr lang="zh-TW" altLang="en-US" smtClean="0"/>
              <a:pPr/>
              <a:t>11</a:t>
            </a:fld>
            <a:endParaRPr lang="zh-TW" altLang="en-US"/>
          </a:p>
        </p:txBody>
      </p:sp>
    </p:spTree>
    <p:extLst>
      <p:ext uri="{BB962C8B-B14F-4D97-AF65-F5344CB8AC3E}">
        <p14:creationId xmlns:p14="http://schemas.microsoft.com/office/powerpoint/2010/main" val="5313020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zh-TW" altLang="en-US" dirty="0"/>
              <a:t>序列長度固定</a:t>
            </a:r>
            <a:r>
              <a:rPr lang="en-US" altLang="zh-TW" dirty="0"/>
              <a:t>240</a:t>
            </a:r>
            <a:r>
              <a:rPr lang="zh-TW" altLang="en-US" dirty="0"/>
              <a:t>   字母種類</a:t>
            </a:r>
            <a:r>
              <a:rPr lang="en-US" altLang="zh-TW" dirty="0"/>
              <a:t>20</a:t>
            </a:r>
            <a:r>
              <a:rPr lang="zh-TW" altLang="en-US" dirty="0"/>
              <a:t>種 </a:t>
            </a:r>
            <a:r>
              <a:rPr lang="en-US" altLang="zh-TW" dirty="0"/>
              <a:t>d</a:t>
            </a:r>
            <a:r>
              <a:rPr lang="zh-TW" altLang="en-US" dirty="0"/>
              <a:t>是序列數量由</a:t>
            </a:r>
            <a:r>
              <a:rPr lang="en-US" altLang="zh-TW" dirty="0"/>
              <a:t>3-9000</a:t>
            </a:r>
            <a:r>
              <a:rPr lang="zh-TW" altLang="en-US" dirty="0"/>
              <a:t>遞增   </a:t>
            </a:r>
            <a:r>
              <a:rPr lang="en-US" altLang="zh-TW" dirty="0"/>
              <a:t>l </a:t>
            </a:r>
            <a:r>
              <a:rPr lang="zh-TW" altLang="en-US" dirty="0"/>
              <a:t>是</a:t>
            </a:r>
            <a:r>
              <a:rPr lang="en-US" altLang="zh-TW" dirty="0"/>
              <a:t>MLCS</a:t>
            </a:r>
            <a:r>
              <a:rPr lang="zh-TW" altLang="en-US" dirty="0"/>
              <a:t>最終長度</a:t>
            </a:r>
            <a:endParaRPr lang="en-US" altLang="zh-TW" dirty="0"/>
          </a:p>
          <a:p>
            <a:endParaRPr lang="en-US" altLang="zh-TW" dirty="0"/>
          </a:p>
          <a:p>
            <a:endParaRPr lang="en-US" altLang="zh-TW" dirty="0"/>
          </a:p>
          <a:p>
            <a:r>
              <a:rPr lang="zh-TW" altLang="en-US" dirty="0"/>
              <a:t>無法跑出來原因是因為序列數量上升導致維度成長  因為這兩個方法都需比較誰可以</a:t>
            </a:r>
            <a:r>
              <a:rPr lang="en-US" altLang="zh-TW" dirty="0"/>
              <a:t>Dominate</a:t>
            </a:r>
          </a:p>
          <a:p>
            <a:endParaRPr lang="en-US" altLang="zh-TW" dirty="0"/>
          </a:p>
          <a:p>
            <a:r>
              <a:rPr lang="en-US" altLang="zh-TW" dirty="0"/>
              <a:t>PRA is 33.34% in average faster than </a:t>
            </a:r>
            <a:r>
              <a:rPr lang="en-US" altLang="zh-TW" dirty="0" err="1"/>
              <a:t>Top_MLCS</a:t>
            </a:r>
            <a:r>
              <a:rPr lang="en-US" altLang="zh-TW" dirty="0"/>
              <a:t>. </a:t>
            </a:r>
          </a:p>
          <a:p>
            <a:endParaRPr lang="en-US" altLang="zh-TW" dirty="0"/>
          </a:p>
        </p:txBody>
      </p:sp>
      <p:sp>
        <p:nvSpPr>
          <p:cNvPr id="4" name="投影片編號版面配置區 3"/>
          <p:cNvSpPr>
            <a:spLocks noGrp="1"/>
          </p:cNvSpPr>
          <p:nvPr>
            <p:ph type="sldNum" sz="quarter" idx="10"/>
          </p:nvPr>
        </p:nvSpPr>
        <p:spPr/>
        <p:txBody>
          <a:bodyPr/>
          <a:lstStyle/>
          <a:p>
            <a:fld id="{E05C87CB-DD22-4F6F-BC7E-D0042601E3D6}" type="slidenum">
              <a:rPr lang="zh-TW" altLang="en-US" smtClean="0"/>
              <a:pPr/>
              <a:t>12</a:t>
            </a:fld>
            <a:endParaRPr lang="zh-TW"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zh-TW" altLang="en-US" dirty="0"/>
              <a:t>序列數量固定</a:t>
            </a:r>
            <a:r>
              <a:rPr lang="en-US" altLang="zh-TW" dirty="0"/>
              <a:t>10</a:t>
            </a:r>
            <a:r>
              <a:rPr lang="zh-TW" altLang="en-US" dirty="0"/>
              <a:t>   字母種類</a:t>
            </a:r>
            <a:r>
              <a:rPr lang="en-US" altLang="zh-TW" dirty="0"/>
              <a:t>20</a:t>
            </a:r>
            <a:r>
              <a:rPr lang="zh-TW" altLang="en-US" dirty="0"/>
              <a:t>種   </a:t>
            </a:r>
            <a:r>
              <a:rPr lang="en-US" altLang="zh-TW" dirty="0"/>
              <a:t>L</a:t>
            </a:r>
            <a:r>
              <a:rPr lang="zh-TW" altLang="en-US" dirty="0"/>
              <a:t>是序列長度由</a:t>
            </a:r>
            <a:r>
              <a:rPr lang="en-US" altLang="zh-TW" dirty="0"/>
              <a:t>80-250</a:t>
            </a:r>
            <a:r>
              <a:rPr lang="zh-TW" altLang="en-US" dirty="0"/>
              <a:t>遞增   </a:t>
            </a:r>
            <a:r>
              <a:rPr lang="en-US" altLang="zh-TW" dirty="0"/>
              <a:t>l </a:t>
            </a:r>
            <a:r>
              <a:rPr lang="zh-TW" altLang="en-US" dirty="0"/>
              <a:t>是</a:t>
            </a:r>
            <a:r>
              <a:rPr lang="en-US" altLang="zh-TW" dirty="0"/>
              <a:t>MLCS</a:t>
            </a:r>
            <a:r>
              <a:rPr lang="zh-TW" altLang="en-US" dirty="0"/>
              <a:t>最終長度</a:t>
            </a:r>
            <a:endParaRPr lang="en-US" altLang="zh-TW" dirty="0"/>
          </a:p>
          <a:p>
            <a:endParaRPr lang="en-US" altLang="zh-TW" dirty="0"/>
          </a:p>
          <a:p>
            <a:r>
              <a:rPr lang="zh-TW" altLang="en-US" dirty="0"/>
              <a:t>隨著序列長度增加 </a:t>
            </a:r>
            <a:r>
              <a:rPr lang="en-US" altLang="zh-TW" dirty="0"/>
              <a:t>FAST_LCS </a:t>
            </a:r>
            <a:r>
              <a:rPr lang="zh-TW" altLang="en-US" dirty="0"/>
              <a:t>和 </a:t>
            </a:r>
            <a:r>
              <a:rPr lang="en-US" altLang="zh-TW" dirty="0"/>
              <a:t>Quick-DP </a:t>
            </a:r>
            <a:r>
              <a:rPr lang="zh-TW" altLang="en-US" dirty="0"/>
              <a:t>時間消耗增加極快</a:t>
            </a:r>
            <a:endParaRPr lang="en-US" altLang="zh-TW" dirty="0"/>
          </a:p>
        </p:txBody>
      </p:sp>
      <p:sp>
        <p:nvSpPr>
          <p:cNvPr id="4" name="投影片編號版面配置區 3"/>
          <p:cNvSpPr>
            <a:spLocks noGrp="1"/>
          </p:cNvSpPr>
          <p:nvPr>
            <p:ph type="sldNum" sz="quarter" idx="10"/>
          </p:nvPr>
        </p:nvSpPr>
        <p:spPr/>
        <p:txBody>
          <a:bodyPr/>
          <a:lstStyle/>
          <a:p>
            <a:fld id="{E05C87CB-DD22-4F6F-BC7E-D0042601E3D6}" type="slidenum">
              <a:rPr lang="zh-TW" altLang="en-US" smtClean="0"/>
              <a:pPr/>
              <a:t>13</a:t>
            </a:fld>
            <a:endParaRPr lang="zh-TW"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BA57A5FF-B09D-4861-A15A-3127FCDEB20B}" type="datetimeFigureOut">
              <a:rPr lang="zh-TW" altLang="en-US" smtClean="0"/>
              <a:pPr/>
              <a:t>2022/5/18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BA57A5FF-B09D-4861-A15A-3127FCDEB20B}" type="datetimeFigureOut">
              <a:rPr lang="zh-TW" altLang="en-US" smtClean="0"/>
              <a:pPr/>
              <a:t>2022/5/18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BA57A5FF-B09D-4861-A15A-3127FCDEB20B}" type="datetimeFigureOut">
              <a:rPr lang="zh-TW" altLang="en-US" smtClean="0"/>
              <a:pPr/>
              <a:t>2022/5/18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BA57A5FF-B09D-4861-A15A-3127FCDEB20B}" type="datetimeFigureOut">
              <a:rPr lang="zh-TW" altLang="en-US" smtClean="0"/>
              <a:pPr/>
              <a:t>2022/5/18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BA57A5FF-B09D-4861-A15A-3127FCDEB20B}" type="datetimeFigureOut">
              <a:rPr lang="zh-TW" altLang="en-US" smtClean="0"/>
              <a:pPr/>
              <a:t>2022/5/18</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BA57A5FF-B09D-4861-A15A-3127FCDEB20B}" type="datetimeFigureOut">
              <a:rPr lang="zh-TW" altLang="en-US" smtClean="0"/>
              <a:pPr/>
              <a:t>2022/5/18</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BA57A5FF-B09D-4861-A15A-3127FCDEB20B}" type="datetimeFigureOut">
              <a:rPr lang="zh-TW" altLang="en-US" smtClean="0"/>
              <a:pPr/>
              <a:t>2022/5/18</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BA57A5FF-B09D-4861-A15A-3127FCDEB20B}" type="datetimeFigureOut">
              <a:rPr lang="zh-TW" altLang="en-US" smtClean="0"/>
              <a:pPr/>
              <a:t>2022/5/18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BA57A5FF-B09D-4861-A15A-3127FCDEB20B}" type="datetimeFigureOut">
              <a:rPr lang="zh-TW" altLang="en-US" smtClean="0"/>
              <a:pPr/>
              <a:t>2022/5/18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BA57A5FF-B09D-4861-A15A-3127FCDEB20B}" type="datetimeFigureOut">
              <a:rPr lang="zh-TW" altLang="en-US" smtClean="0"/>
              <a:pPr/>
              <a:t>2022/5/18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BA57A5FF-B09D-4861-A15A-3127FCDEB20B}" type="datetimeFigureOut">
              <a:rPr lang="zh-TW" altLang="en-US" smtClean="0"/>
              <a:pPr/>
              <a:t>2022/5/18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57A5FF-B09D-4861-A15A-3127FCDEB20B}" type="datetimeFigureOut">
              <a:rPr lang="zh-TW" altLang="en-US" smtClean="0"/>
              <a:pPr/>
              <a:t>2022/5/18</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2DDFCA-1BA1-4113-A59F-BE40A323E13E}"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6C020BB-2F3A-40BC-8D8D-94312CEA4980}"/>
              </a:ext>
            </a:extLst>
          </p:cNvPr>
          <p:cNvSpPr>
            <a:spLocks noGrp="1"/>
          </p:cNvSpPr>
          <p:nvPr>
            <p:ph type="ctrTitle"/>
          </p:nvPr>
        </p:nvSpPr>
        <p:spPr>
          <a:xfrm>
            <a:off x="364920" y="672353"/>
            <a:ext cx="8625823" cy="2837610"/>
          </a:xfrm>
        </p:spPr>
        <p:txBody>
          <a:bodyPr anchor="t">
            <a:noAutofit/>
          </a:bodyPr>
          <a:lstStyle/>
          <a:p>
            <a:r>
              <a:rPr lang="en-US" altLang="zh-TW" dirty="0"/>
              <a:t>A Path Recorder Algorithm for Multiple Longest Common Subsequences (MLCS) Problems</a:t>
            </a:r>
            <a:br>
              <a:rPr lang="en-US" b="1" dirty="0"/>
            </a:br>
            <a:br>
              <a:rPr lang="af-ZA" altLang="zh-TW" sz="4400" b="0" i="0" dirty="0">
                <a:solidFill>
                  <a:srgbClr val="000000"/>
                </a:solidFill>
                <a:effectLst/>
                <a:latin typeface="Times New Roman" panose="02020603050405020304" pitchFamily="18" charset="0"/>
              </a:rPr>
            </a:br>
            <a:r>
              <a:rPr lang="af-ZA" altLang="zh-TW" sz="2800" b="1" dirty="0">
                <a:latin typeface="Times New Roman" panose="02020603050405020304" pitchFamily="18" charset="0"/>
                <a:cs typeface="Times New Roman" panose="02020603050405020304" pitchFamily="18" charset="0"/>
              </a:rPr>
              <a:t>​</a:t>
            </a:r>
            <a:br>
              <a:rPr lang="af-ZA" altLang="zh-TW" sz="2800" b="1" dirty="0">
                <a:latin typeface="Times New Roman" panose="02020603050405020304" pitchFamily="18" charset="0"/>
                <a:cs typeface="Times New Roman" panose="02020603050405020304" pitchFamily="18" charset="0"/>
              </a:rPr>
            </a:br>
            <a:br>
              <a:rPr lang="en-US" altLang="zh-TW" sz="4400" b="0" i="0" dirty="0">
                <a:solidFill>
                  <a:srgbClr val="505050"/>
                </a:solidFill>
                <a:effectLst/>
                <a:latin typeface="Times New Roman" panose="02020603050405020304" pitchFamily="18" charset="0"/>
                <a:cs typeface="Times New Roman" panose="02020603050405020304" pitchFamily="18" charset="0"/>
              </a:rPr>
            </a:br>
            <a:br>
              <a:rPr lang="en-US" altLang="zh-TW" sz="3200" b="0" i="0" dirty="0">
                <a:solidFill>
                  <a:srgbClr val="505050"/>
                </a:solidFill>
                <a:effectLst/>
                <a:latin typeface="Times New Roman" panose="02020603050405020304" pitchFamily="18" charset="0"/>
                <a:cs typeface="Times New Roman" panose="02020603050405020304" pitchFamily="18" charset="0"/>
              </a:rPr>
            </a:br>
            <a:endParaRPr lang="zh-TW" altLang="en-US" sz="3200" dirty="0">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id="{B9014221-E47C-4C31-898A-DB1330B1B844}"/>
              </a:ext>
            </a:extLst>
          </p:cNvPr>
          <p:cNvSpPr txBox="1"/>
          <p:nvPr/>
        </p:nvSpPr>
        <p:spPr>
          <a:xfrm>
            <a:off x="6084168" y="5862481"/>
            <a:ext cx="2775670" cy="646331"/>
          </a:xfrm>
          <a:prstGeom prst="rect">
            <a:avLst/>
          </a:prstGeom>
          <a:noFill/>
        </p:spPr>
        <p:txBody>
          <a:bodyPr wrap="square">
            <a:spAutoFit/>
          </a:bodyPr>
          <a:lstStyle/>
          <a:p>
            <a:r>
              <a:rPr lang="en-US" altLang="zh-TW" dirty="0" err="1"/>
              <a:t>Presenter:Chien-Ting</a:t>
            </a:r>
            <a:r>
              <a:rPr lang="en-US" altLang="zh-TW" dirty="0"/>
              <a:t> Lee</a:t>
            </a:r>
          </a:p>
          <a:p>
            <a:pPr marR="0" lvl="0" indent="0" fontAlgn="auto">
              <a:lnSpc>
                <a:spcPct val="100000"/>
              </a:lnSpc>
              <a:spcBef>
                <a:spcPts val="0"/>
              </a:spcBef>
              <a:spcAft>
                <a:spcPts val="0"/>
              </a:spcAft>
              <a:buClrTx/>
              <a:buSzTx/>
              <a:buFontTx/>
              <a:buNone/>
              <a:tabLst/>
              <a:defRPr/>
            </a:pPr>
            <a:r>
              <a:rPr lang="x-none" altLang="zh-TW" dirty="0"/>
              <a:t>Date:</a:t>
            </a:r>
            <a:r>
              <a:rPr lang="zh-TW" altLang="en-US" dirty="0"/>
              <a:t> </a:t>
            </a:r>
            <a:r>
              <a:rPr lang="en-US" altLang="zh-TW" dirty="0"/>
              <a:t>May</a:t>
            </a:r>
            <a:r>
              <a:rPr lang="x-none" altLang="zh-TW" dirty="0"/>
              <a:t>. </a:t>
            </a:r>
            <a:r>
              <a:rPr lang="en-US" altLang="zh-TW" dirty="0"/>
              <a:t>18</a:t>
            </a:r>
            <a:r>
              <a:rPr lang="x-none" altLang="zh-TW" dirty="0"/>
              <a:t>, 202</a:t>
            </a:r>
            <a:r>
              <a:rPr lang="en-US" altLang="zh-TW"/>
              <a:t>2</a:t>
            </a:r>
            <a:endParaRPr lang="x-none" altLang="zh-TW" dirty="0"/>
          </a:p>
        </p:txBody>
      </p:sp>
      <p:sp>
        <p:nvSpPr>
          <p:cNvPr id="4" name="副標題 2">
            <a:extLst>
              <a:ext uri="{FF2B5EF4-FFF2-40B4-BE49-F238E27FC236}">
                <a16:creationId xmlns:a16="http://schemas.microsoft.com/office/drawing/2014/main" id="{C2097824-8D05-480F-BF6D-DD8BBC3EFED6}"/>
              </a:ext>
            </a:extLst>
          </p:cNvPr>
          <p:cNvSpPr>
            <a:spLocks noGrp="1"/>
          </p:cNvSpPr>
          <p:nvPr>
            <p:ph type="subTitle" idx="1"/>
          </p:nvPr>
        </p:nvSpPr>
        <p:spPr>
          <a:xfrm>
            <a:off x="8760" y="3509963"/>
            <a:ext cx="9144000" cy="1655762"/>
          </a:xfrm>
        </p:spPr>
        <p:txBody>
          <a:bodyPr>
            <a:normAutofit/>
          </a:bodyPr>
          <a:lstStyle/>
          <a:p>
            <a:pPr>
              <a:lnSpc>
                <a:spcPct val="110000"/>
              </a:lnSpc>
              <a:spcBef>
                <a:spcPts val="1000"/>
              </a:spcBef>
            </a:pPr>
            <a:r>
              <a:rPr lang="en-US" altLang="zh-TW" sz="2400" dirty="0" err="1">
                <a:solidFill>
                  <a:schemeClr val="tx1"/>
                </a:solidFill>
              </a:rPr>
              <a:t>Shiwei</a:t>
            </a:r>
            <a:r>
              <a:rPr lang="en-US" altLang="zh-TW" sz="2400" dirty="0">
                <a:solidFill>
                  <a:schemeClr val="tx1"/>
                </a:solidFill>
              </a:rPr>
              <a:t> Wei,</a:t>
            </a:r>
            <a:r>
              <a:rPr lang="zh-TW" altLang="en-US" sz="2400" dirty="0">
                <a:solidFill>
                  <a:schemeClr val="tx1"/>
                </a:solidFill>
              </a:rPr>
              <a:t> </a:t>
            </a:r>
            <a:r>
              <a:rPr lang="en-US" altLang="zh-TW" sz="2400" dirty="0" err="1">
                <a:solidFill>
                  <a:schemeClr val="tx1"/>
                </a:solidFill>
              </a:rPr>
              <a:t>Yuping</a:t>
            </a:r>
            <a:r>
              <a:rPr lang="en-US" altLang="zh-TW" sz="2400" dirty="0">
                <a:solidFill>
                  <a:schemeClr val="tx1"/>
                </a:solidFill>
              </a:rPr>
              <a:t> Wang, </a:t>
            </a:r>
            <a:r>
              <a:rPr lang="en-US" altLang="zh-TW" sz="2400" dirty="0" err="1">
                <a:solidFill>
                  <a:schemeClr val="tx1"/>
                </a:solidFill>
              </a:rPr>
              <a:t>Yuanchao</a:t>
            </a:r>
            <a:r>
              <a:rPr lang="en-US" altLang="zh-TW" sz="2400" dirty="0">
                <a:solidFill>
                  <a:schemeClr val="tx1"/>
                </a:solidFill>
              </a:rPr>
              <a:t> Yang and Sen Liu</a:t>
            </a:r>
          </a:p>
          <a:p>
            <a:pPr>
              <a:lnSpc>
                <a:spcPct val="110000"/>
              </a:lnSpc>
              <a:spcBef>
                <a:spcPts val="1000"/>
              </a:spcBef>
            </a:pPr>
            <a:r>
              <a:rPr lang="en-US" altLang="zh-TW" sz="2400" dirty="0">
                <a:solidFill>
                  <a:schemeClr val="tx1"/>
                </a:solidFill>
              </a:rPr>
              <a:t>Bioinformatics, Volume 36, Issue 10, 15 May 2020, Pages 3035–3042,</a:t>
            </a:r>
          </a:p>
          <a:p>
            <a:pPr>
              <a:lnSpc>
                <a:spcPct val="110000"/>
              </a:lnSpc>
              <a:spcBef>
                <a:spcPts val="1000"/>
              </a:spcBef>
            </a:pPr>
            <a:endParaRPr lang="en-US" altLang="zh-TW" sz="2400" dirty="0">
              <a:solidFill>
                <a:schemeClr val="tx1"/>
              </a:solidFill>
            </a:endParaRPr>
          </a:p>
          <a:p>
            <a:pPr>
              <a:lnSpc>
                <a:spcPct val="110000"/>
              </a:lnSpc>
              <a:spcBef>
                <a:spcPts val="1000"/>
              </a:spcBef>
            </a:pPr>
            <a:endParaRPr lang="en-US" altLang="zh-TW" sz="2400" dirty="0">
              <a:solidFill>
                <a:schemeClr val="tx1"/>
              </a:solidFill>
            </a:endParaRPr>
          </a:p>
        </p:txBody>
      </p:sp>
    </p:spTree>
    <p:extLst>
      <p:ext uri="{BB962C8B-B14F-4D97-AF65-F5344CB8AC3E}">
        <p14:creationId xmlns:p14="http://schemas.microsoft.com/office/powerpoint/2010/main" val="14943632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Abstract(1/2)</a:t>
            </a:r>
            <a:endParaRPr lang="zh-TW" altLang="en-US" dirty="0"/>
          </a:p>
        </p:txBody>
      </p:sp>
      <p:sp>
        <p:nvSpPr>
          <p:cNvPr id="3" name="內容版面配置區 2"/>
          <p:cNvSpPr>
            <a:spLocks noGrp="1"/>
          </p:cNvSpPr>
          <p:nvPr>
            <p:ph idx="1"/>
          </p:nvPr>
        </p:nvSpPr>
        <p:spPr/>
        <p:txBody>
          <a:bodyPr>
            <a:normAutofit/>
          </a:bodyPr>
          <a:lstStyle/>
          <a:p>
            <a:pPr>
              <a:buNone/>
            </a:pPr>
            <a:r>
              <a:rPr lang="en-US" altLang="zh-TW" sz="2200" dirty="0"/>
              <a:t>	Motivation: Searching the Longest Common Subsequences of many sequences is called a Multiple Longest Common Subsequence (MLCS) problem which is a very fundamental and challenging problem in many fields of data mining. The existing algorithms can not applicable to problems with long and large-scale sequences due to their huge time and space consumption. To efficiently handle large-scale MLCS problems, a Path Recorder Directed Acyclic Graph (PRDAG) model and a novel Path Recorder Algorithm (PRA) are proposed.</a:t>
            </a:r>
          </a:p>
          <a:p>
            <a:pPr>
              <a:buNone/>
            </a:pPr>
            <a:r>
              <a:rPr lang="en-US" altLang="zh-TW" sz="2200" dirty="0"/>
              <a:t>	</a:t>
            </a:r>
            <a:endParaRPr lang="zh-TW" alt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Abstract(2/2)</a:t>
            </a:r>
            <a:endParaRPr lang="zh-TW" altLang="en-US" dirty="0"/>
          </a:p>
        </p:txBody>
      </p:sp>
      <p:sp>
        <p:nvSpPr>
          <p:cNvPr id="3" name="內容版面配置區 2"/>
          <p:cNvSpPr>
            <a:spLocks noGrp="1"/>
          </p:cNvSpPr>
          <p:nvPr>
            <p:ph idx="1"/>
          </p:nvPr>
        </p:nvSpPr>
        <p:spPr/>
        <p:txBody>
          <a:bodyPr>
            <a:noAutofit/>
          </a:bodyPr>
          <a:lstStyle/>
          <a:p>
            <a:pPr>
              <a:buNone/>
            </a:pPr>
            <a:r>
              <a:rPr lang="en-US" altLang="zh-TW" sz="2200" dirty="0"/>
              <a:t> 	Results: In PRDAG, we transform the MLCS problem into searching the longest path from the Directed Acyclic Graph (DAG), where each longest path in DAG corresponds to an MLCS. To tackle the problem efficiently, we eliminate all redundant and repeated nodes during the construction of DAG, and for each node, we only maintain the longest paths from the source node to it but ignore all non-longest </a:t>
            </a:r>
            <a:r>
              <a:rPr lang="en-US" altLang="zh-TW" sz="2200" dirty="0" err="1"/>
              <a:t>pathes</a:t>
            </a:r>
            <a:r>
              <a:rPr lang="en-US" altLang="zh-TW" sz="2200" dirty="0"/>
              <a:t>. As a result, the size of the DAG becomes very small, and the memory space and search time will be greatly saved. Empirical experiments have been performed on a standard benchmark set of both DNA sequences and protein sequences. The experimental results demonstrate that our model and algorithm outperform the related leading algorithms, especially for large-scale MLCS problems.</a:t>
            </a:r>
            <a:endParaRPr lang="zh-TW" alt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Successor Table </a:t>
            </a:r>
            <a:br>
              <a:rPr lang="en-US" altLang="zh-TW" dirty="0"/>
            </a:br>
            <a:endParaRPr lang="zh-TW" altLang="en-US" dirty="0"/>
          </a:p>
        </p:txBody>
      </p:sp>
      <p:graphicFrame>
        <p:nvGraphicFramePr>
          <p:cNvPr id="5" name="表格 5">
            <a:extLst>
              <a:ext uri="{FF2B5EF4-FFF2-40B4-BE49-F238E27FC236}">
                <a16:creationId xmlns:a16="http://schemas.microsoft.com/office/drawing/2014/main" id="{FEE30AB3-2780-838D-962E-9E0B759E98CC}"/>
              </a:ext>
            </a:extLst>
          </p:cNvPr>
          <p:cNvGraphicFramePr>
            <a:graphicFrameLocks noGrp="1"/>
          </p:cNvGraphicFramePr>
          <p:nvPr>
            <p:ph idx="1"/>
            <p:extLst>
              <p:ext uri="{D42A27DB-BD31-4B8C-83A1-F6EECF244321}">
                <p14:modId xmlns:p14="http://schemas.microsoft.com/office/powerpoint/2010/main" val="3818790697"/>
              </p:ext>
            </p:extLst>
          </p:nvPr>
        </p:nvGraphicFramePr>
        <p:xfrm>
          <a:off x="1547664" y="1234440"/>
          <a:ext cx="6491060" cy="2194560"/>
        </p:xfrm>
        <a:graphic>
          <a:graphicData uri="http://schemas.openxmlformats.org/drawingml/2006/table">
            <a:tbl>
              <a:tblPr firstRow="1" bandRow="1">
                <a:tableStyleId>{5C22544A-7EE6-4342-B048-85BDC9FD1C3A}</a:tableStyleId>
              </a:tblPr>
              <a:tblGrid>
                <a:gridCol w="649106">
                  <a:extLst>
                    <a:ext uri="{9D8B030D-6E8A-4147-A177-3AD203B41FA5}">
                      <a16:colId xmlns:a16="http://schemas.microsoft.com/office/drawing/2014/main" val="1898754109"/>
                    </a:ext>
                  </a:extLst>
                </a:gridCol>
                <a:gridCol w="649106">
                  <a:extLst>
                    <a:ext uri="{9D8B030D-6E8A-4147-A177-3AD203B41FA5}">
                      <a16:colId xmlns:a16="http://schemas.microsoft.com/office/drawing/2014/main" val="3224462606"/>
                    </a:ext>
                  </a:extLst>
                </a:gridCol>
                <a:gridCol w="649106">
                  <a:extLst>
                    <a:ext uri="{9D8B030D-6E8A-4147-A177-3AD203B41FA5}">
                      <a16:colId xmlns:a16="http://schemas.microsoft.com/office/drawing/2014/main" val="2510012454"/>
                    </a:ext>
                  </a:extLst>
                </a:gridCol>
                <a:gridCol w="649106">
                  <a:extLst>
                    <a:ext uri="{9D8B030D-6E8A-4147-A177-3AD203B41FA5}">
                      <a16:colId xmlns:a16="http://schemas.microsoft.com/office/drawing/2014/main" val="3796120955"/>
                    </a:ext>
                  </a:extLst>
                </a:gridCol>
                <a:gridCol w="649106">
                  <a:extLst>
                    <a:ext uri="{9D8B030D-6E8A-4147-A177-3AD203B41FA5}">
                      <a16:colId xmlns:a16="http://schemas.microsoft.com/office/drawing/2014/main" val="3515533339"/>
                    </a:ext>
                  </a:extLst>
                </a:gridCol>
                <a:gridCol w="649106">
                  <a:extLst>
                    <a:ext uri="{9D8B030D-6E8A-4147-A177-3AD203B41FA5}">
                      <a16:colId xmlns:a16="http://schemas.microsoft.com/office/drawing/2014/main" val="1306893939"/>
                    </a:ext>
                  </a:extLst>
                </a:gridCol>
                <a:gridCol w="649106">
                  <a:extLst>
                    <a:ext uri="{9D8B030D-6E8A-4147-A177-3AD203B41FA5}">
                      <a16:colId xmlns:a16="http://schemas.microsoft.com/office/drawing/2014/main" val="1179272519"/>
                    </a:ext>
                  </a:extLst>
                </a:gridCol>
                <a:gridCol w="649106">
                  <a:extLst>
                    <a:ext uri="{9D8B030D-6E8A-4147-A177-3AD203B41FA5}">
                      <a16:colId xmlns:a16="http://schemas.microsoft.com/office/drawing/2014/main" val="2625996415"/>
                    </a:ext>
                  </a:extLst>
                </a:gridCol>
                <a:gridCol w="649106">
                  <a:extLst>
                    <a:ext uri="{9D8B030D-6E8A-4147-A177-3AD203B41FA5}">
                      <a16:colId xmlns:a16="http://schemas.microsoft.com/office/drawing/2014/main" val="1008476416"/>
                    </a:ext>
                  </a:extLst>
                </a:gridCol>
                <a:gridCol w="649106">
                  <a:extLst>
                    <a:ext uri="{9D8B030D-6E8A-4147-A177-3AD203B41FA5}">
                      <a16:colId xmlns:a16="http://schemas.microsoft.com/office/drawing/2014/main" val="1140659569"/>
                    </a:ext>
                  </a:extLst>
                </a:gridCol>
              </a:tblGrid>
              <a:tr h="232792">
                <a:tc>
                  <a:txBody>
                    <a:bodyPr/>
                    <a:lstStyle/>
                    <a:p>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tc>
                  <a:txBody>
                    <a:bodyPr/>
                    <a:lstStyle/>
                    <a:p>
                      <a:r>
                        <a:rPr lang="en-US" altLang="zh-TW" dirty="0"/>
                        <a:t>4</a:t>
                      </a:r>
                      <a:endParaRPr lang="zh-TW" altLang="en-US" dirty="0"/>
                    </a:p>
                  </a:txBody>
                  <a:tcPr/>
                </a:tc>
                <a:tc>
                  <a:txBody>
                    <a:bodyPr/>
                    <a:lstStyle/>
                    <a:p>
                      <a:r>
                        <a:rPr lang="en-US" altLang="zh-TW" dirty="0"/>
                        <a:t>5</a:t>
                      </a:r>
                      <a:endParaRPr lang="zh-TW" altLang="en-US" dirty="0"/>
                    </a:p>
                  </a:txBody>
                  <a:tcPr/>
                </a:tc>
                <a:tc>
                  <a:txBody>
                    <a:bodyPr/>
                    <a:lstStyle/>
                    <a:p>
                      <a:r>
                        <a:rPr lang="en-US" altLang="zh-TW" dirty="0"/>
                        <a:t>6</a:t>
                      </a:r>
                      <a:endParaRPr lang="zh-TW" altLang="en-US" dirty="0"/>
                    </a:p>
                  </a:txBody>
                  <a:tcPr/>
                </a:tc>
                <a:tc>
                  <a:txBody>
                    <a:bodyPr/>
                    <a:lstStyle/>
                    <a:p>
                      <a:pPr marL="0" indent="0">
                        <a:buFont typeface="+mj-lt"/>
                        <a:buNone/>
                      </a:pPr>
                      <a:r>
                        <a:rPr lang="en-US" altLang="zh-TW" dirty="0"/>
                        <a:t>7</a:t>
                      </a:r>
                      <a:endParaRPr lang="zh-TW" altLang="en-US" dirty="0"/>
                    </a:p>
                  </a:txBody>
                  <a:tcPr/>
                </a:tc>
                <a:tc>
                  <a:txBody>
                    <a:bodyPr/>
                    <a:lstStyle/>
                    <a:p>
                      <a:pPr marL="0" indent="0">
                        <a:buFont typeface="+mj-lt"/>
                        <a:buNone/>
                      </a:pPr>
                      <a:r>
                        <a:rPr lang="en-US" altLang="zh-TW" dirty="0"/>
                        <a:t>8</a:t>
                      </a:r>
                      <a:endParaRPr lang="zh-TW" altLang="en-US" dirty="0"/>
                    </a:p>
                  </a:txBody>
                  <a:tcPr/>
                </a:tc>
                <a:extLst>
                  <a:ext uri="{0D108BD9-81ED-4DB2-BD59-A6C34878D82A}">
                    <a16:rowId xmlns:a16="http://schemas.microsoft.com/office/drawing/2014/main" val="2462012123"/>
                  </a:ext>
                </a:extLst>
              </a:tr>
              <a:tr h="232792">
                <a:tc>
                  <a:txBody>
                    <a:bodyPr/>
                    <a:lstStyle/>
                    <a:p>
                      <a:endParaRPr lang="zh-TW" altLang="en-US" dirty="0"/>
                    </a:p>
                  </a:txBody>
                  <a:tcPr/>
                </a:tc>
                <a:tc>
                  <a:txBody>
                    <a:bodyPr/>
                    <a:lstStyle/>
                    <a:p>
                      <a:endParaRPr lang="zh-TW" altLang="en-US" dirty="0"/>
                    </a:p>
                  </a:txBody>
                  <a:tcPr/>
                </a:tc>
                <a:tc>
                  <a:txBody>
                    <a:bodyPr/>
                    <a:lstStyle/>
                    <a:p>
                      <a:r>
                        <a:rPr lang="en-US" altLang="zh-TW" dirty="0"/>
                        <a:t>G</a:t>
                      </a:r>
                      <a:endParaRPr lang="zh-TW" altLang="en-US" dirty="0"/>
                    </a:p>
                  </a:txBody>
                  <a:tcPr/>
                </a:tc>
                <a:tc>
                  <a:txBody>
                    <a:bodyPr/>
                    <a:lstStyle/>
                    <a:p>
                      <a:r>
                        <a:rPr lang="en-US" altLang="zh-TW" dirty="0"/>
                        <a:t>A</a:t>
                      </a:r>
                      <a:endParaRPr lang="zh-TW" altLang="en-US" dirty="0"/>
                    </a:p>
                  </a:txBody>
                  <a:tcPr/>
                </a:tc>
                <a:tc>
                  <a:txBody>
                    <a:bodyPr/>
                    <a:lstStyle/>
                    <a:p>
                      <a:r>
                        <a:rPr lang="en-US" altLang="zh-TW" dirty="0"/>
                        <a:t>A</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tc>
                  <a:txBody>
                    <a:bodyPr/>
                    <a:lstStyle/>
                    <a:p>
                      <a:pPr marL="0" indent="0">
                        <a:buFont typeface="+mj-lt"/>
                        <a:buNone/>
                      </a:pPr>
                      <a:r>
                        <a:rPr lang="en-US" altLang="zh-TW" dirty="0"/>
                        <a:t>T</a:t>
                      </a:r>
                      <a:endParaRPr lang="zh-TW" altLang="en-US" dirty="0"/>
                    </a:p>
                  </a:txBody>
                  <a:tcPr/>
                </a:tc>
                <a:tc>
                  <a:txBody>
                    <a:bodyPr/>
                    <a:lstStyle/>
                    <a:p>
                      <a:pPr marL="0" indent="0">
                        <a:buFont typeface="+mj-lt"/>
                        <a:buNone/>
                      </a:pPr>
                      <a:r>
                        <a:rPr lang="en-US" altLang="zh-TW" dirty="0"/>
                        <a:t>A</a:t>
                      </a:r>
                      <a:endParaRPr lang="zh-TW" altLang="en-US" dirty="0"/>
                    </a:p>
                  </a:txBody>
                  <a:tcPr/>
                </a:tc>
                <a:extLst>
                  <a:ext uri="{0D108BD9-81ED-4DB2-BD59-A6C34878D82A}">
                    <a16:rowId xmlns:a16="http://schemas.microsoft.com/office/drawing/2014/main" val="3764949697"/>
                  </a:ext>
                </a:extLst>
              </a:tr>
              <a:tr h="232792">
                <a:tc>
                  <a:txBody>
                    <a:bodyPr/>
                    <a:lstStyle/>
                    <a:p>
                      <a:r>
                        <a:rPr lang="en-US" altLang="zh-TW" dirty="0"/>
                        <a:t>A</a:t>
                      </a:r>
                      <a:endParaRPr lang="zh-TW" altLang="en-US" dirty="0"/>
                    </a:p>
                  </a:txBody>
                  <a:tcPr/>
                </a:tc>
                <a:tc>
                  <a:txBody>
                    <a:bodyPr/>
                    <a:lstStyle/>
                    <a:p>
                      <a:r>
                        <a:rPr lang="en-US" altLang="zh-TW" dirty="0"/>
                        <a:t>2</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tc>
                  <a:txBody>
                    <a:bodyPr/>
                    <a:lstStyle/>
                    <a:p>
                      <a:r>
                        <a:rPr lang="en-US" altLang="zh-TW" dirty="0"/>
                        <a:t>3</a:t>
                      </a:r>
                      <a:endParaRPr lang="zh-TW" altLang="en-US" dirty="0"/>
                    </a:p>
                  </a:txBody>
                  <a:tcPr/>
                </a:tc>
                <a:tc>
                  <a:txBody>
                    <a:bodyPr/>
                    <a:lstStyle/>
                    <a:p>
                      <a:r>
                        <a:rPr lang="en-US" altLang="zh-TW" dirty="0"/>
                        <a:t>8</a:t>
                      </a:r>
                      <a:endParaRPr lang="zh-TW" altLang="en-US" dirty="0"/>
                    </a:p>
                  </a:txBody>
                  <a:tcPr/>
                </a:tc>
                <a:tc>
                  <a:txBody>
                    <a:bodyPr/>
                    <a:lstStyle/>
                    <a:p>
                      <a:r>
                        <a:rPr lang="en-US" altLang="zh-TW" dirty="0"/>
                        <a:t>8</a:t>
                      </a:r>
                      <a:endParaRPr lang="zh-TW" altLang="en-US" dirty="0"/>
                    </a:p>
                  </a:txBody>
                  <a:tcPr/>
                </a:tc>
                <a:tc>
                  <a:txBody>
                    <a:bodyPr/>
                    <a:lstStyle/>
                    <a:p>
                      <a:r>
                        <a:rPr lang="en-US" altLang="zh-TW" dirty="0"/>
                        <a:t>8</a:t>
                      </a:r>
                      <a:endParaRPr lang="zh-TW" altLang="en-US" dirty="0"/>
                    </a:p>
                  </a:txBody>
                  <a:tcPr/>
                </a:tc>
                <a:tc>
                  <a:txBody>
                    <a:bodyPr/>
                    <a:lstStyle/>
                    <a:p>
                      <a:pPr marL="0" indent="0">
                        <a:buFont typeface="+mj-lt"/>
                        <a:buNone/>
                      </a:pPr>
                      <a:r>
                        <a:rPr lang="en-US" altLang="zh-TW" dirty="0"/>
                        <a:t>8</a:t>
                      </a:r>
                      <a:endParaRPr lang="zh-TW" altLang="en-US" dirty="0"/>
                    </a:p>
                  </a:txBody>
                  <a:tcPr/>
                </a:tc>
                <a:tc>
                  <a:txBody>
                    <a:bodyPr/>
                    <a:lstStyle/>
                    <a:p>
                      <a:pPr marL="0" indent="0">
                        <a:buFont typeface="+mj-lt"/>
                        <a:buNone/>
                      </a:pPr>
                      <a:r>
                        <a:rPr lang="en-US" altLang="zh-TW" dirty="0"/>
                        <a:t>--</a:t>
                      </a:r>
                      <a:endParaRPr lang="zh-TW" altLang="en-US" dirty="0"/>
                    </a:p>
                  </a:txBody>
                  <a:tcPr/>
                </a:tc>
                <a:extLst>
                  <a:ext uri="{0D108BD9-81ED-4DB2-BD59-A6C34878D82A}">
                    <a16:rowId xmlns:a16="http://schemas.microsoft.com/office/drawing/2014/main" val="1398535372"/>
                  </a:ext>
                </a:extLst>
              </a:tr>
              <a:tr h="232792">
                <a:tc>
                  <a:txBody>
                    <a:bodyPr/>
                    <a:lstStyle/>
                    <a:p>
                      <a:r>
                        <a:rPr lang="en-US" altLang="zh-TW" dirty="0"/>
                        <a:t>C</a:t>
                      </a:r>
                      <a:endParaRPr lang="zh-TW" altLang="en-US" dirty="0"/>
                    </a:p>
                  </a:txBody>
                  <a:tcPr/>
                </a:tc>
                <a:tc>
                  <a:txBody>
                    <a:bodyPr/>
                    <a:lstStyle/>
                    <a:p>
                      <a:r>
                        <a:rPr lang="en-US" altLang="zh-TW" dirty="0"/>
                        <a:t>5</a:t>
                      </a:r>
                      <a:endParaRPr lang="zh-TW" altLang="en-US" dirty="0"/>
                    </a:p>
                  </a:txBody>
                  <a:tcPr/>
                </a:tc>
                <a:tc>
                  <a:txBody>
                    <a:bodyPr/>
                    <a:lstStyle/>
                    <a:p>
                      <a:r>
                        <a:rPr lang="en-US" altLang="zh-TW" dirty="0"/>
                        <a:t>5</a:t>
                      </a:r>
                      <a:endParaRPr lang="zh-TW" altLang="en-US" dirty="0"/>
                    </a:p>
                  </a:txBody>
                  <a:tcPr/>
                </a:tc>
                <a:tc>
                  <a:txBody>
                    <a:bodyPr/>
                    <a:lstStyle/>
                    <a:p>
                      <a:r>
                        <a:rPr lang="en-US" altLang="zh-TW" dirty="0"/>
                        <a:t>5</a:t>
                      </a:r>
                      <a:endParaRPr lang="zh-TW" altLang="en-US" dirty="0"/>
                    </a:p>
                  </a:txBody>
                  <a:tcPr/>
                </a:tc>
                <a:tc>
                  <a:txBody>
                    <a:bodyPr/>
                    <a:lstStyle/>
                    <a:p>
                      <a:r>
                        <a:rPr lang="en-US" altLang="zh-TW" dirty="0"/>
                        <a:t>5</a:t>
                      </a:r>
                      <a:endParaRPr lang="zh-TW" altLang="en-US" dirty="0"/>
                    </a:p>
                  </a:txBody>
                  <a:tcPr/>
                </a:tc>
                <a:tc>
                  <a:txBody>
                    <a:bodyPr/>
                    <a:lstStyle/>
                    <a:p>
                      <a:r>
                        <a:rPr lang="en-US" altLang="zh-TW" dirty="0"/>
                        <a:t>5</a:t>
                      </a:r>
                      <a:endParaRPr lang="zh-TW" altLang="en-US" dirty="0"/>
                    </a:p>
                  </a:txBody>
                  <a:tcPr/>
                </a:tc>
                <a:tc>
                  <a:txBody>
                    <a:bodyPr/>
                    <a:lstStyle/>
                    <a:p>
                      <a:r>
                        <a:rPr lang="en-US" altLang="zh-TW" dirty="0"/>
                        <a:t>--</a:t>
                      </a:r>
                      <a:endParaRPr lang="zh-TW" altLang="en-US" dirty="0"/>
                    </a:p>
                  </a:txBody>
                  <a:tcPr/>
                </a:tc>
                <a:tc>
                  <a:txBody>
                    <a:bodyPr/>
                    <a:lstStyle/>
                    <a:p>
                      <a:r>
                        <a:rPr lang="en-US" altLang="zh-TW" dirty="0"/>
                        <a:t>--</a:t>
                      </a:r>
                      <a:endParaRPr lang="zh-TW" altLang="en-US" dirty="0"/>
                    </a:p>
                  </a:txBody>
                  <a:tcPr/>
                </a:tc>
                <a:tc>
                  <a:txBody>
                    <a:bodyPr/>
                    <a:lstStyle/>
                    <a:p>
                      <a:pPr marL="0" indent="0">
                        <a:buFont typeface="+mj-lt"/>
                        <a:buNone/>
                      </a:pPr>
                      <a:r>
                        <a:rPr lang="en-US" altLang="zh-TW" dirty="0"/>
                        <a:t>--</a:t>
                      </a:r>
                      <a:endParaRPr lang="zh-TW" altLang="en-US" dirty="0"/>
                    </a:p>
                  </a:txBody>
                  <a:tcPr/>
                </a:tc>
                <a:tc>
                  <a:txBody>
                    <a:bodyPr/>
                    <a:lstStyle/>
                    <a:p>
                      <a:pPr marL="0" indent="0">
                        <a:buFont typeface="+mj-lt"/>
                        <a:buNone/>
                      </a:pPr>
                      <a:r>
                        <a:rPr lang="en-US" altLang="zh-TW" dirty="0"/>
                        <a:t>--</a:t>
                      </a:r>
                      <a:endParaRPr lang="zh-TW" altLang="en-US" dirty="0"/>
                    </a:p>
                  </a:txBody>
                  <a:tcPr/>
                </a:tc>
                <a:extLst>
                  <a:ext uri="{0D108BD9-81ED-4DB2-BD59-A6C34878D82A}">
                    <a16:rowId xmlns:a16="http://schemas.microsoft.com/office/drawing/2014/main" val="3492269432"/>
                  </a:ext>
                </a:extLst>
              </a:tr>
              <a:tr h="232792">
                <a:tc>
                  <a:txBody>
                    <a:bodyPr/>
                    <a:lstStyle/>
                    <a:p>
                      <a:r>
                        <a:rPr lang="en-US" altLang="zh-TW" dirty="0"/>
                        <a:t>G</a:t>
                      </a:r>
                      <a:endParaRPr lang="zh-TW" altLang="en-US" dirty="0"/>
                    </a:p>
                  </a:txBody>
                  <a:tcPr/>
                </a:tc>
                <a:tc>
                  <a:txBody>
                    <a:bodyPr/>
                    <a:lstStyle/>
                    <a:p>
                      <a:r>
                        <a:rPr lang="en-US" altLang="zh-TW" dirty="0"/>
                        <a:t>1</a:t>
                      </a:r>
                      <a:endParaRPr lang="zh-TW" altLang="en-US" dirty="0"/>
                    </a:p>
                  </a:txBody>
                  <a:tcPr/>
                </a:tc>
                <a:tc>
                  <a:txBody>
                    <a:bodyPr/>
                    <a:lstStyle/>
                    <a:p>
                      <a:r>
                        <a:rPr lang="en-US" altLang="zh-TW" dirty="0"/>
                        <a:t>4</a:t>
                      </a:r>
                      <a:endParaRPr lang="zh-TW" altLang="en-US" dirty="0"/>
                    </a:p>
                  </a:txBody>
                  <a:tcPr/>
                </a:tc>
                <a:tc>
                  <a:txBody>
                    <a:bodyPr/>
                    <a:lstStyle/>
                    <a:p>
                      <a:r>
                        <a:rPr lang="en-US" altLang="zh-TW" dirty="0"/>
                        <a:t>4</a:t>
                      </a:r>
                      <a:endParaRPr lang="zh-TW" altLang="en-US" dirty="0"/>
                    </a:p>
                  </a:txBody>
                  <a:tcPr/>
                </a:tc>
                <a:tc>
                  <a:txBody>
                    <a:bodyPr/>
                    <a:lstStyle/>
                    <a:p>
                      <a:r>
                        <a:rPr lang="en-US" altLang="zh-TW" dirty="0"/>
                        <a:t>4</a:t>
                      </a:r>
                      <a:endParaRPr lang="zh-TW" altLang="en-US" dirty="0"/>
                    </a:p>
                  </a:txBody>
                  <a:tcPr/>
                </a:tc>
                <a:tc>
                  <a:txBody>
                    <a:bodyPr/>
                    <a:lstStyle/>
                    <a:p>
                      <a:r>
                        <a:rPr lang="en-US" altLang="zh-TW" dirty="0"/>
                        <a:t>6</a:t>
                      </a:r>
                      <a:endParaRPr lang="zh-TW" altLang="en-US" dirty="0"/>
                    </a:p>
                  </a:txBody>
                  <a:tcPr/>
                </a:tc>
                <a:tc>
                  <a:txBody>
                    <a:bodyPr/>
                    <a:lstStyle/>
                    <a:p>
                      <a:r>
                        <a:rPr lang="en-US" altLang="zh-TW" dirty="0"/>
                        <a:t>6</a:t>
                      </a:r>
                      <a:endParaRPr lang="zh-TW" altLang="en-US" dirty="0"/>
                    </a:p>
                  </a:txBody>
                  <a:tcPr/>
                </a:tc>
                <a:tc>
                  <a:txBody>
                    <a:bodyPr/>
                    <a:lstStyle/>
                    <a:p>
                      <a:r>
                        <a:rPr lang="en-US" altLang="zh-TW" dirty="0"/>
                        <a:t>--</a:t>
                      </a:r>
                      <a:endParaRPr lang="zh-TW" altLang="en-US" dirty="0"/>
                    </a:p>
                  </a:txBody>
                  <a:tcPr/>
                </a:tc>
                <a:tc>
                  <a:txBody>
                    <a:bodyPr/>
                    <a:lstStyle/>
                    <a:p>
                      <a:pPr marL="0" indent="0">
                        <a:buFont typeface="+mj-lt"/>
                        <a:buNone/>
                      </a:pPr>
                      <a:r>
                        <a:rPr lang="en-US" altLang="zh-TW" dirty="0"/>
                        <a:t>--</a:t>
                      </a:r>
                      <a:endParaRPr lang="zh-TW" altLang="en-US" dirty="0"/>
                    </a:p>
                  </a:txBody>
                  <a:tcPr/>
                </a:tc>
                <a:tc>
                  <a:txBody>
                    <a:bodyPr/>
                    <a:lstStyle/>
                    <a:p>
                      <a:pPr marL="0" indent="0">
                        <a:buFont typeface="+mj-lt"/>
                        <a:buNone/>
                      </a:pPr>
                      <a:r>
                        <a:rPr lang="en-US" altLang="zh-TW" dirty="0"/>
                        <a:t>--</a:t>
                      </a:r>
                      <a:endParaRPr lang="zh-TW" altLang="en-US" dirty="0"/>
                    </a:p>
                  </a:txBody>
                  <a:tcPr/>
                </a:tc>
                <a:extLst>
                  <a:ext uri="{0D108BD9-81ED-4DB2-BD59-A6C34878D82A}">
                    <a16:rowId xmlns:a16="http://schemas.microsoft.com/office/drawing/2014/main" val="3943422730"/>
                  </a:ext>
                </a:extLst>
              </a:tr>
              <a:tr h="232792">
                <a:tc>
                  <a:txBody>
                    <a:bodyPr/>
                    <a:lstStyle/>
                    <a:p>
                      <a:r>
                        <a:rPr lang="en-US" altLang="zh-TW" dirty="0"/>
                        <a:t>T</a:t>
                      </a:r>
                      <a:endParaRPr lang="zh-TW" altLang="en-US" dirty="0"/>
                    </a:p>
                  </a:txBody>
                  <a:tcPr/>
                </a:tc>
                <a:tc>
                  <a:txBody>
                    <a:bodyPr/>
                    <a:lstStyle/>
                    <a:p>
                      <a:r>
                        <a:rPr lang="en-US" altLang="zh-TW" dirty="0"/>
                        <a:t>7</a:t>
                      </a:r>
                      <a:endParaRPr lang="zh-TW" altLang="en-US" dirty="0"/>
                    </a:p>
                  </a:txBody>
                  <a:tcPr/>
                </a:tc>
                <a:tc>
                  <a:txBody>
                    <a:bodyPr/>
                    <a:lstStyle/>
                    <a:p>
                      <a:r>
                        <a:rPr lang="en-US" altLang="zh-TW" dirty="0"/>
                        <a:t>7</a:t>
                      </a:r>
                      <a:endParaRPr lang="zh-TW" altLang="en-US" dirty="0"/>
                    </a:p>
                  </a:txBody>
                  <a:tcPr/>
                </a:tc>
                <a:tc>
                  <a:txBody>
                    <a:bodyPr/>
                    <a:lstStyle/>
                    <a:p>
                      <a:r>
                        <a:rPr lang="en-US" altLang="zh-TW" dirty="0"/>
                        <a:t>7</a:t>
                      </a:r>
                      <a:endParaRPr lang="zh-TW" altLang="en-US" dirty="0"/>
                    </a:p>
                  </a:txBody>
                  <a:tcPr/>
                </a:tc>
                <a:tc>
                  <a:txBody>
                    <a:bodyPr/>
                    <a:lstStyle/>
                    <a:p>
                      <a:r>
                        <a:rPr lang="en-US" altLang="zh-TW" dirty="0"/>
                        <a:t>7</a:t>
                      </a:r>
                      <a:endParaRPr lang="zh-TW" altLang="en-US" dirty="0"/>
                    </a:p>
                  </a:txBody>
                  <a:tcPr/>
                </a:tc>
                <a:tc>
                  <a:txBody>
                    <a:bodyPr/>
                    <a:lstStyle/>
                    <a:p>
                      <a:r>
                        <a:rPr lang="en-US" altLang="zh-TW" dirty="0"/>
                        <a:t>7</a:t>
                      </a:r>
                      <a:endParaRPr lang="zh-TW" altLang="en-US" dirty="0"/>
                    </a:p>
                  </a:txBody>
                  <a:tcPr/>
                </a:tc>
                <a:tc>
                  <a:txBody>
                    <a:bodyPr/>
                    <a:lstStyle/>
                    <a:p>
                      <a:r>
                        <a:rPr lang="en-US" altLang="zh-TW" dirty="0"/>
                        <a:t>7</a:t>
                      </a:r>
                      <a:endParaRPr lang="zh-TW" altLang="en-US" dirty="0"/>
                    </a:p>
                  </a:txBody>
                  <a:tcPr/>
                </a:tc>
                <a:tc>
                  <a:txBody>
                    <a:bodyPr/>
                    <a:lstStyle/>
                    <a:p>
                      <a:r>
                        <a:rPr lang="en-US" altLang="zh-TW" dirty="0"/>
                        <a:t>7</a:t>
                      </a:r>
                      <a:endParaRPr lang="zh-TW" altLang="en-US" dirty="0"/>
                    </a:p>
                  </a:txBody>
                  <a:tcPr/>
                </a:tc>
                <a:tc>
                  <a:txBody>
                    <a:bodyPr/>
                    <a:lstStyle/>
                    <a:p>
                      <a:pPr marL="0" indent="0">
                        <a:buFont typeface="+mj-lt"/>
                        <a:buNone/>
                      </a:pPr>
                      <a:r>
                        <a:rPr lang="en-US" altLang="zh-TW" dirty="0"/>
                        <a:t>--</a:t>
                      </a:r>
                      <a:endParaRPr lang="zh-TW" altLang="en-US" dirty="0"/>
                    </a:p>
                  </a:txBody>
                  <a:tcPr/>
                </a:tc>
                <a:tc>
                  <a:txBody>
                    <a:bodyPr/>
                    <a:lstStyle/>
                    <a:p>
                      <a:pPr marL="0" indent="0">
                        <a:buFont typeface="+mj-lt"/>
                        <a:buNone/>
                      </a:pPr>
                      <a:r>
                        <a:rPr lang="en-US" altLang="zh-TW" dirty="0"/>
                        <a:t>--</a:t>
                      </a:r>
                      <a:endParaRPr lang="zh-TW" altLang="en-US" dirty="0"/>
                    </a:p>
                  </a:txBody>
                  <a:tcPr/>
                </a:tc>
                <a:extLst>
                  <a:ext uri="{0D108BD9-81ED-4DB2-BD59-A6C34878D82A}">
                    <a16:rowId xmlns:a16="http://schemas.microsoft.com/office/drawing/2014/main" val="934418752"/>
                  </a:ext>
                </a:extLst>
              </a:tr>
            </a:tbl>
          </a:graphicData>
        </a:graphic>
      </p:graphicFrame>
      <p:graphicFrame>
        <p:nvGraphicFramePr>
          <p:cNvPr id="7" name="表格 5">
            <a:extLst>
              <a:ext uri="{FF2B5EF4-FFF2-40B4-BE49-F238E27FC236}">
                <a16:creationId xmlns:a16="http://schemas.microsoft.com/office/drawing/2014/main" id="{3B1A81A8-F2D5-12A0-1B6C-A147BD1B56F1}"/>
              </a:ext>
            </a:extLst>
          </p:cNvPr>
          <p:cNvGraphicFramePr>
            <a:graphicFrameLocks/>
          </p:cNvGraphicFramePr>
          <p:nvPr>
            <p:extLst>
              <p:ext uri="{D42A27DB-BD31-4B8C-83A1-F6EECF244321}">
                <p14:modId xmlns:p14="http://schemas.microsoft.com/office/powerpoint/2010/main" val="3069143298"/>
              </p:ext>
            </p:extLst>
          </p:nvPr>
        </p:nvGraphicFramePr>
        <p:xfrm>
          <a:off x="1475656" y="3645024"/>
          <a:ext cx="6563070" cy="2194560"/>
        </p:xfrm>
        <a:graphic>
          <a:graphicData uri="http://schemas.openxmlformats.org/drawingml/2006/table">
            <a:tbl>
              <a:tblPr firstRow="1" bandRow="1">
                <a:tableStyleId>{5C22544A-7EE6-4342-B048-85BDC9FD1C3A}</a:tableStyleId>
              </a:tblPr>
              <a:tblGrid>
                <a:gridCol w="656307">
                  <a:extLst>
                    <a:ext uri="{9D8B030D-6E8A-4147-A177-3AD203B41FA5}">
                      <a16:colId xmlns:a16="http://schemas.microsoft.com/office/drawing/2014/main" val="1898754109"/>
                    </a:ext>
                  </a:extLst>
                </a:gridCol>
                <a:gridCol w="656307">
                  <a:extLst>
                    <a:ext uri="{9D8B030D-6E8A-4147-A177-3AD203B41FA5}">
                      <a16:colId xmlns:a16="http://schemas.microsoft.com/office/drawing/2014/main" val="3224462606"/>
                    </a:ext>
                  </a:extLst>
                </a:gridCol>
                <a:gridCol w="656307">
                  <a:extLst>
                    <a:ext uri="{9D8B030D-6E8A-4147-A177-3AD203B41FA5}">
                      <a16:colId xmlns:a16="http://schemas.microsoft.com/office/drawing/2014/main" val="2510012454"/>
                    </a:ext>
                  </a:extLst>
                </a:gridCol>
                <a:gridCol w="656307">
                  <a:extLst>
                    <a:ext uri="{9D8B030D-6E8A-4147-A177-3AD203B41FA5}">
                      <a16:colId xmlns:a16="http://schemas.microsoft.com/office/drawing/2014/main" val="3796120955"/>
                    </a:ext>
                  </a:extLst>
                </a:gridCol>
                <a:gridCol w="656307">
                  <a:extLst>
                    <a:ext uri="{9D8B030D-6E8A-4147-A177-3AD203B41FA5}">
                      <a16:colId xmlns:a16="http://schemas.microsoft.com/office/drawing/2014/main" val="3515533339"/>
                    </a:ext>
                  </a:extLst>
                </a:gridCol>
                <a:gridCol w="656307">
                  <a:extLst>
                    <a:ext uri="{9D8B030D-6E8A-4147-A177-3AD203B41FA5}">
                      <a16:colId xmlns:a16="http://schemas.microsoft.com/office/drawing/2014/main" val="1306893939"/>
                    </a:ext>
                  </a:extLst>
                </a:gridCol>
                <a:gridCol w="656307">
                  <a:extLst>
                    <a:ext uri="{9D8B030D-6E8A-4147-A177-3AD203B41FA5}">
                      <a16:colId xmlns:a16="http://schemas.microsoft.com/office/drawing/2014/main" val="1179272519"/>
                    </a:ext>
                  </a:extLst>
                </a:gridCol>
                <a:gridCol w="656307">
                  <a:extLst>
                    <a:ext uri="{9D8B030D-6E8A-4147-A177-3AD203B41FA5}">
                      <a16:colId xmlns:a16="http://schemas.microsoft.com/office/drawing/2014/main" val="2625996415"/>
                    </a:ext>
                  </a:extLst>
                </a:gridCol>
                <a:gridCol w="656307">
                  <a:extLst>
                    <a:ext uri="{9D8B030D-6E8A-4147-A177-3AD203B41FA5}">
                      <a16:colId xmlns:a16="http://schemas.microsoft.com/office/drawing/2014/main" val="1008476416"/>
                    </a:ext>
                  </a:extLst>
                </a:gridCol>
                <a:gridCol w="656307">
                  <a:extLst>
                    <a:ext uri="{9D8B030D-6E8A-4147-A177-3AD203B41FA5}">
                      <a16:colId xmlns:a16="http://schemas.microsoft.com/office/drawing/2014/main" val="1140659569"/>
                    </a:ext>
                  </a:extLst>
                </a:gridCol>
              </a:tblGrid>
              <a:tr h="232792">
                <a:tc>
                  <a:txBody>
                    <a:bodyPr/>
                    <a:lstStyle/>
                    <a:p>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tc>
                  <a:txBody>
                    <a:bodyPr/>
                    <a:lstStyle/>
                    <a:p>
                      <a:r>
                        <a:rPr lang="en-US" altLang="zh-TW" dirty="0"/>
                        <a:t>4</a:t>
                      </a:r>
                      <a:endParaRPr lang="zh-TW" altLang="en-US" dirty="0"/>
                    </a:p>
                  </a:txBody>
                  <a:tcPr/>
                </a:tc>
                <a:tc>
                  <a:txBody>
                    <a:bodyPr/>
                    <a:lstStyle/>
                    <a:p>
                      <a:r>
                        <a:rPr lang="en-US" altLang="zh-TW" dirty="0"/>
                        <a:t>5</a:t>
                      </a:r>
                      <a:endParaRPr lang="zh-TW" altLang="en-US" dirty="0"/>
                    </a:p>
                  </a:txBody>
                  <a:tcPr/>
                </a:tc>
                <a:tc>
                  <a:txBody>
                    <a:bodyPr/>
                    <a:lstStyle/>
                    <a:p>
                      <a:r>
                        <a:rPr lang="en-US" altLang="zh-TW" dirty="0"/>
                        <a:t>6</a:t>
                      </a:r>
                      <a:endParaRPr lang="zh-TW" altLang="en-US" dirty="0"/>
                    </a:p>
                  </a:txBody>
                  <a:tcPr/>
                </a:tc>
                <a:tc>
                  <a:txBody>
                    <a:bodyPr/>
                    <a:lstStyle/>
                    <a:p>
                      <a:pPr marL="0" indent="0">
                        <a:buFont typeface="+mj-lt"/>
                        <a:buNone/>
                      </a:pPr>
                      <a:r>
                        <a:rPr lang="en-US" altLang="zh-TW" dirty="0"/>
                        <a:t>7</a:t>
                      </a:r>
                      <a:endParaRPr lang="zh-TW" altLang="en-US" dirty="0"/>
                    </a:p>
                  </a:txBody>
                  <a:tcPr/>
                </a:tc>
                <a:tc>
                  <a:txBody>
                    <a:bodyPr/>
                    <a:lstStyle/>
                    <a:p>
                      <a:pPr marL="0" indent="0">
                        <a:buFont typeface="+mj-lt"/>
                        <a:buNone/>
                      </a:pPr>
                      <a:r>
                        <a:rPr lang="en-US" altLang="zh-TW" dirty="0"/>
                        <a:t>8</a:t>
                      </a:r>
                      <a:endParaRPr lang="zh-TW" altLang="en-US" dirty="0"/>
                    </a:p>
                  </a:txBody>
                  <a:tcPr/>
                </a:tc>
                <a:extLst>
                  <a:ext uri="{0D108BD9-81ED-4DB2-BD59-A6C34878D82A}">
                    <a16:rowId xmlns:a16="http://schemas.microsoft.com/office/drawing/2014/main" val="2462012123"/>
                  </a:ext>
                </a:extLst>
              </a:tr>
              <a:tr h="232792">
                <a:tc>
                  <a:txBody>
                    <a:bodyPr/>
                    <a:lstStyle/>
                    <a:p>
                      <a:endParaRPr lang="zh-TW" altLang="en-US" dirty="0"/>
                    </a:p>
                  </a:txBody>
                  <a:tcPr/>
                </a:tc>
                <a:tc>
                  <a:txBody>
                    <a:bodyPr/>
                    <a:lstStyle/>
                    <a:p>
                      <a:endParaRPr lang="zh-TW" altLang="en-US" dirty="0"/>
                    </a:p>
                  </a:txBody>
                  <a:tcPr/>
                </a:tc>
                <a:tc>
                  <a:txBody>
                    <a:bodyPr/>
                    <a:lstStyle/>
                    <a:p>
                      <a:r>
                        <a:rPr lang="en-US" altLang="zh-TW" dirty="0"/>
                        <a:t>A</a:t>
                      </a:r>
                      <a:endParaRPr lang="zh-TW" altLang="en-US" dirty="0"/>
                    </a:p>
                  </a:txBody>
                  <a:tcPr/>
                </a:tc>
                <a:tc>
                  <a:txBody>
                    <a:bodyPr/>
                    <a:lstStyle/>
                    <a:p>
                      <a:r>
                        <a:rPr lang="en-US" altLang="zh-TW" dirty="0"/>
                        <a:t>G</a:t>
                      </a:r>
                      <a:endParaRPr lang="zh-TW" altLang="en-US" dirty="0"/>
                    </a:p>
                  </a:txBody>
                  <a:tcPr/>
                </a:tc>
                <a:tc>
                  <a:txBody>
                    <a:bodyPr/>
                    <a:lstStyle/>
                    <a:p>
                      <a:r>
                        <a:rPr lang="en-US" altLang="zh-TW" dirty="0"/>
                        <a:t>T</a:t>
                      </a:r>
                      <a:endParaRPr lang="zh-TW" altLang="en-US" dirty="0"/>
                    </a:p>
                  </a:txBody>
                  <a:tcPr/>
                </a:tc>
                <a:tc>
                  <a:txBody>
                    <a:bodyPr/>
                    <a:lstStyle/>
                    <a:p>
                      <a:r>
                        <a:rPr lang="en-US" altLang="zh-TW" dirty="0"/>
                        <a:t>C</a:t>
                      </a:r>
                      <a:endParaRPr lang="zh-TW" altLang="en-US" dirty="0"/>
                    </a:p>
                  </a:txBody>
                  <a:tcPr/>
                </a:tc>
                <a:tc>
                  <a:txBody>
                    <a:bodyPr/>
                    <a:lstStyle/>
                    <a:p>
                      <a:r>
                        <a:rPr lang="en-US" altLang="zh-TW" dirty="0"/>
                        <a:t>T</a:t>
                      </a:r>
                      <a:endParaRPr lang="zh-TW" altLang="en-US" dirty="0"/>
                    </a:p>
                  </a:txBody>
                  <a:tcPr/>
                </a:tc>
                <a:tc>
                  <a:txBody>
                    <a:bodyPr/>
                    <a:lstStyle/>
                    <a:p>
                      <a:r>
                        <a:rPr lang="en-US" altLang="zh-TW" dirty="0"/>
                        <a:t>G</a:t>
                      </a:r>
                      <a:endParaRPr lang="zh-TW" altLang="en-US" dirty="0"/>
                    </a:p>
                  </a:txBody>
                  <a:tcPr/>
                </a:tc>
                <a:tc>
                  <a:txBody>
                    <a:bodyPr/>
                    <a:lstStyle/>
                    <a:p>
                      <a:pPr marL="0" indent="0">
                        <a:buFont typeface="+mj-lt"/>
                        <a:buNone/>
                      </a:pPr>
                      <a:r>
                        <a:rPr lang="en-US" altLang="zh-TW" dirty="0"/>
                        <a:t>A</a:t>
                      </a:r>
                      <a:endParaRPr lang="zh-TW" altLang="en-US" dirty="0"/>
                    </a:p>
                  </a:txBody>
                  <a:tcPr/>
                </a:tc>
                <a:tc>
                  <a:txBody>
                    <a:bodyPr/>
                    <a:lstStyle/>
                    <a:p>
                      <a:pPr marL="0" indent="0">
                        <a:buFont typeface="+mj-lt"/>
                        <a:buNone/>
                      </a:pPr>
                      <a:r>
                        <a:rPr lang="en-US" altLang="zh-TW" dirty="0"/>
                        <a:t>C</a:t>
                      </a:r>
                      <a:endParaRPr lang="zh-TW" altLang="en-US" dirty="0"/>
                    </a:p>
                  </a:txBody>
                  <a:tcPr/>
                </a:tc>
                <a:extLst>
                  <a:ext uri="{0D108BD9-81ED-4DB2-BD59-A6C34878D82A}">
                    <a16:rowId xmlns:a16="http://schemas.microsoft.com/office/drawing/2014/main" val="3764949697"/>
                  </a:ext>
                </a:extLst>
              </a:tr>
              <a:tr h="232792">
                <a:tc>
                  <a:txBody>
                    <a:bodyPr/>
                    <a:lstStyle/>
                    <a:p>
                      <a:r>
                        <a:rPr lang="en-US" altLang="zh-TW" dirty="0"/>
                        <a:t>A</a:t>
                      </a:r>
                      <a:endParaRPr lang="zh-TW" altLang="en-US" dirty="0"/>
                    </a:p>
                  </a:txBody>
                  <a:tcPr/>
                </a:tc>
                <a:tc>
                  <a:txBody>
                    <a:bodyPr/>
                    <a:lstStyle/>
                    <a:p>
                      <a:r>
                        <a:rPr lang="en-US" altLang="zh-TW" dirty="0"/>
                        <a:t>1</a:t>
                      </a:r>
                      <a:endParaRPr lang="zh-TW" altLang="en-US" dirty="0"/>
                    </a:p>
                  </a:txBody>
                  <a:tcPr/>
                </a:tc>
                <a:tc>
                  <a:txBody>
                    <a:bodyPr/>
                    <a:lstStyle/>
                    <a:p>
                      <a:r>
                        <a:rPr lang="en-US" altLang="zh-TW" dirty="0"/>
                        <a:t>7</a:t>
                      </a:r>
                      <a:endParaRPr lang="zh-TW" altLang="en-US" dirty="0"/>
                    </a:p>
                  </a:txBody>
                  <a:tcPr/>
                </a:tc>
                <a:tc>
                  <a:txBody>
                    <a:bodyPr/>
                    <a:lstStyle/>
                    <a:p>
                      <a:r>
                        <a:rPr lang="en-US" altLang="zh-TW" dirty="0"/>
                        <a:t>7</a:t>
                      </a:r>
                      <a:endParaRPr lang="zh-TW" altLang="en-US" dirty="0"/>
                    </a:p>
                  </a:txBody>
                  <a:tcPr/>
                </a:tc>
                <a:tc>
                  <a:txBody>
                    <a:bodyPr/>
                    <a:lstStyle/>
                    <a:p>
                      <a:r>
                        <a:rPr lang="en-US" altLang="zh-TW" dirty="0"/>
                        <a:t>7</a:t>
                      </a:r>
                      <a:endParaRPr lang="zh-TW" altLang="en-US" dirty="0"/>
                    </a:p>
                  </a:txBody>
                  <a:tcPr/>
                </a:tc>
                <a:tc>
                  <a:txBody>
                    <a:bodyPr/>
                    <a:lstStyle/>
                    <a:p>
                      <a:r>
                        <a:rPr lang="en-US" altLang="zh-TW" dirty="0"/>
                        <a:t>7</a:t>
                      </a:r>
                      <a:endParaRPr lang="zh-TW" altLang="en-US" dirty="0"/>
                    </a:p>
                  </a:txBody>
                  <a:tcPr/>
                </a:tc>
                <a:tc>
                  <a:txBody>
                    <a:bodyPr/>
                    <a:lstStyle/>
                    <a:p>
                      <a:r>
                        <a:rPr lang="en-US" altLang="zh-TW" dirty="0"/>
                        <a:t>7</a:t>
                      </a:r>
                      <a:endParaRPr lang="zh-TW" altLang="en-US" dirty="0"/>
                    </a:p>
                  </a:txBody>
                  <a:tcPr/>
                </a:tc>
                <a:tc>
                  <a:txBody>
                    <a:bodyPr/>
                    <a:lstStyle/>
                    <a:p>
                      <a:r>
                        <a:rPr lang="en-US" altLang="zh-TW" dirty="0"/>
                        <a:t>7</a:t>
                      </a:r>
                      <a:endParaRPr lang="zh-TW" altLang="en-US" dirty="0"/>
                    </a:p>
                  </a:txBody>
                  <a:tcPr/>
                </a:tc>
                <a:tc>
                  <a:txBody>
                    <a:bodyPr/>
                    <a:lstStyle/>
                    <a:p>
                      <a:pPr marL="0" indent="0">
                        <a:buFont typeface="+mj-lt"/>
                        <a:buNone/>
                      </a:pPr>
                      <a:r>
                        <a:rPr lang="en-US" altLang="zh-TW" dirty="0"/>
                        <a:t>--</a:t>
                      </a:r>
                      <a:endParaRPr lang="zh-TW" altLang="en-US" dirty="0"/>
                    </a:p>
                  </a:txBody>
                  <a:tcPr/>
                </a:tc>
                <a:tc>
                  <a:txBody>
                    <a:bodyPr/>
                    <a:lstStyle/>
                    <a:p>
                      <a:pPr marL="0" indent="0">
                        <a:buFont typeface="+mj-lt"/>
                        <a:buNone/>
                      </a:pPr>
                      <a:r>
                        <a:rPr lang="en-US" altLang="zh-TW" dirty="0"/>
                        <a:t>--</a:t>
                      </a:r>
                      <a:endParaRPr lang="zh-TW" altLang="en-US" dirty="0"/>
                    </a:p>
                  </a:txBody>
                  <a:tcPr/>
                </a:tc>
                <a:extLst>
                  <a:ext uri="{0D108BD9-81ED-4DB2-BD59-A6C34878D82A}">
                    <a16:rowId xmlns:a16="http://schemas.microsoft.com/office/drawing/2014/main" val="1398535372"/>
                  </a:ext>
                </a:extLst>
              </a:tr>
              <a:tr h="232792">
                <a:tc>
                  <a:txBody>
                    <a:bodyPr/>
                    <a:lstStyle/>
                    <a:p>
                      <a:r>
                        <a:rPr lang="en-US" altLang="zh-TW" dirty="0"/>
                        <a:t>C</a:t>
                      </a:r>
                      <a:endParaRPr lang="zh-TW" altLang="en-US" dirty="0"/>
                    </a:p>
                  </a:txBody>
                  <a:tcPr/>
                </a:tc>
                <a:tc>
                  <a:txBody>
                    <a:bodyPr/>
                    <a:lstStyle/>
                    <a:p>
                      <a:r>
                        <a:rPr lang="en-US" altLang="zh-TW" dirty="0"/>
                        <a:t>4</a:t>
                      </a:r>
                      <a:endParaRPr lang="zh-TW" altLang="en-US" dirty="0"/>
                    </a:p>
                  </a:txBody>
                  <a:tcPr/>
                </a:tc>
                <a:tc>
                  <a:txBody>
                    <a:bodyPr/>
                    <a:lstStyle/>
                    <a:p>
                      <a:r>
                        <a:rPr lang="en-US" altLang="zh-TW" dirty="0"/>
                        <a:t>4</a:t>
                      </a:r>
                      <a:endParaRPr lang="zh-TW" altLang="en-US" dirty="0"/>
                    </a:p>
                  </a:txBody>
                  <a:tcPr/>
                </a:tc>
                <a:tc>
                  <a:txBody>
                    <a:bodyPr/>
                    <a:lstStyle/>
                    <a:p>
                      <a:r>
                        <a:rPr lang="en-US" altLang="zh-TW" dirty="0"/>
                        <a:t>4</a:t>
                      </a:r>
                      <a:endParaRPr lang="zh-TW" altLang="en-US" dirty="0"/>
                    </a:p>
                  </a:txBody>
                  <a:tcPr/>
                </a:tc>
                <a:tc>
                  <a:txBody>
                    <a:bodyPr/>
                    <a:lstStyle/>
                    <a:p>
                      <a:r>
                        <a:rPr lang="en-US" altLang="zh-TW" dirty="0"/>
                        <a:t>4</a:t>
                      </a:r>
                      <a:endParaRPr lang="zh-TW" altLang="en-US" dirty="0"/>
                    </a:p>
                  </a:txBody>
                  <a:tcPr/>
                </a:tc>
                <a:tc>
                  <a:txBody>
                    <a:bodyPr/>
                    <a:lstStyle/>
                    <a:p>
                      <a:r>
                        <a:rPr lang="en-US" altLang="zh-TW" dirty="0"/>
                        <a:t>8</a:t>
                      </a:r>
                      <a:endParaRPr lang="zh-TW" altLang="en-US" dirty="0"/>
                    </a:p>
                  </a:txBody>
                  <a:tcPr/>
                </a:tc>
                <a:tc>
                  <a:txBody>
                    <a:bodyPr/>
                    <a:lstStyle/>
                    <a:p>
                      <a:r>
                        <a:rPr lang="en-US" altLang="zh-TW" dirty="0"/>
                        <a:t>8</a:t>
                      </a:r>
                      <a:endParaRPr lang="zh-TW" altLang="en-US" dirty="0"/>
                    </a:p>
                  </a:txBody>
                  <a:tcPr/>
                </a:tc>
                <a:tc>
                  <a:txBody>
                    <a:bodyPr/>
                    <a:lstStyle/>
                    <a:p>
                      <a:r>
                        <a:rPr lang="en-US" altLang="zh-TW" dirty="0"/>
                        <a:t>8</a:t>
                      </a:r>
                      <a:endParaRPr lang="zh-TW" altLang="en-US" dirty="0"/>
                    </a:p>
                  </a:txBody>
                  <a:tcPr/>
                </a:tc>
                <a:tc>
                  <a:txBody>
                    <a:bodyPr/>
                    <a:lstStyle/>
                    <a:p>
                      <a:pPr marL="0" indent="0">
                        <a:buFont typeface="+mj-lt"/>
                        <a:buNone/>
                      </a:pPr>
                      <a:r>
                        <a:rPr lang="en-US" altLang="zh-TW" dirty="0"/>
                        <a:t>8</a:t>
                      </a:r>
                      <a:endParaRPr lang="zh-TW" altLang="en-US" dirty="0"/>
                    </a:p>
                  </a:txBody>
                  <a:tcPr/>
                </a:tc>
                <a:tc>
                  <a:txBody>
                    <a:bodyPr/>
                    <a:lstStyle/>
                    <a:p>
                      <a:pPr marL="0" indent="0">
                        <a:buFont typeface="+mj-lt"/>
                        <a:buNone/>
                      </a:pPr>
                      <a:r>
                        <a:rPr lang="en-US" altLang="zh-TW" dirty="0"/>
                        <a:t>--</a:t>
                      </a:r>
                      <a:endParaRPr lang="zh-TW" altLang="en-US" dirty="0"/>
                    </a:p>
                  </a:txBody>
                  <a:tcPr/>
                </a:tc>
                <a:extLst>
                  <a:ext uri="{0D108BD9-81ED-4DB2-BD59-A6C34878D82A}">
                    <a16:rowId xmlns:a16="http://schemas.microsoft.com/office/drawing/2014/main" val="3492269432"/>
                  </a:ext>
                </a:extLst>
              </a:tr>
              <a:tr h="232792">
                <a:tc>
                  <a:txBody>
                    <a:bodyPr/>
                    <a:lstStyle/>
                    <a:p>
                      <a:r>
                        <a:rPr lang="en-US" altLang="zh-TW" dirty="0"/>
                        <a:t>G</a:t>
                      </a:r>
                      <a:endParaRPr lang="zh-TW" altLang="en-US" dirty="0"/>
                    </a:p>
                  </a:txBody>
                  <a:tcPr/>
                </a:tc>
                <a:tc>
                  <a:txBody>
                    <a:bodyPr/>
                    <a:lstStyle/>
                    <a:p>
                      <a:r>
                        <a:rPr lang="en-US" altLang="zh-TW" dirty="0"/>
                        <a:t>2</a:t>
                      </a:r>
                      <a:endParaRPr lang="zh-TW" altLang="en-US" dirty="0"/>
                    </a:p>
                  </a:txBody>
                  <a:tcPr/>
                </a:tc>
                <a:tc>
                  <a:txBody>
                    <a:bodyPr/>
                    <a:lstStyle/>
                    <a:p>
                      <a:r>
                        <a:rPr lang="en-US" altLang="zh-TW" dirty="0"/>
                        <a:t>2</a:t>
                      </a:r>
                      <a:endParaRPr lang="zh-TW" altLang="en-US" dirty="0"/>
                    </a:p>
                  </a:txBody>
                  <a:tcPr/>
                </a:tc>
                <a:tc>
                  <a:txBody>
                    <a:bodyPr/>
                    <a:lstStyle/>
                    <a:p>
                      <a:r>
                        <a:rPr lang="en-US" altLang="zh-TW" dirty="0"/>
                        <a:t>6</a:t>
                      </a:r>
                      <a:endParaRPr lang="zh-TW" altLang="en-US" dirty="0"/>
                    </a:p>
                  </a:txBody>
                  <a:tcPr/>
                </a:tc>
                <a:tc>
                  <a:txBody>
                    <a:bodyPr/>
                    <a:lstStyle/>
                    <a:p>
                      <a:r>
                        <a:rPr lang="en-US" altLang="zh-TW" dirty="0"/>
                        <a:t>6</a:t>
                      </a:r>
                      <a:endParaRPr lang="zh-TW" altLang="en-US" dirty="0"/>
                    </a:p>
                  </a:txBody>
                  <a:tcPr/>
                </a:tc>
                <a:tc>
                  <a:txBody>
                    <a:bodyPr/>
                    <a:lstStyle/>
                    <a:p>
                      <a:r>
                        <a:rPr lang="en-US" altLang="zh-TW" dirty="0"/>
                        <a:t>6</a:t>
                      </a:r>
                      <a:endParaRPr lang="zh-TW" altLang="en-US" dirty="0"/>
                    </a:p>
                  </a:txBody>
                  <a:tcPr/>
                </a:tc>
                <a:tc>
                  <a:txBody>
                    <a:bodyPr/>
                    <a:lstStyle/>
                    <a:p>
                      <a:r>
                        <a:rPr lang="en-US" altLang="zh-TW" dirty="0"/>
                        <a:t>6</a:t>
                      </a:r>
                      <a:endParaRPr lang="zh-TW" altLang="en-US" dirty="0"/>
                    </a:p>
                  </a:txBody>
                  <a:tcPr/>
                </a:tc>
                <a:tc>
                  <a:txBody>
                    <a:bodyPr/>
                    <a:lstStyle/>
                    <a:p>
                      <a:r>
                        <a:rPr lang="en-US" altLang="zh-TW" dirty="0"/>
                        <a:t>--</a:t>
                      </a:r>
                      <a:endParaRPr lang="zh-TW" altLang="en-US" dirty="0"/>
                    </a:p>
                  </a:txBody>
                  <a:tcPr/>
                </a:tc>
                <a:tc>
                  <a:txBody>
                    <a:bodyPr/>
                    <a:lstStyle/>
                    <a:p>
                      <a:pPr marL="0" indent="0">
                        <a:buFont typeface="+mj-lt"/>
                        <a:buNone/>
                      </a:pPr>
                      <a:r>
                        <a:rPr lang="en-US" altLang="zh-TW" dirty="0"/>
                        <a:t>--</a:t>
                      </a:r>
                      <a:endParaRPr lang="zh-TW" altLang="en-US" dirty="0"/>
                    </a:p>
                  </a:txBody>
                  <a:tcPr/>
                </a:tc>
                <a:tc>
                  <a:txBody>
                    <a:bodyPr/>
                    <a:lstStyle/>
                    <a:p>
                      <a:pPr marL="0" indent="0">
                        <a:buFont typeface="+mj-lt"/>
                        <a:buNone/>
                      </a:pPr>
                      <a:r>
                        <a:rPr lang="en-US" altLang="zh-TW" dirty="0"/>
                        <a:t>--</a:t>
                      </a:r>
                      <a:endParaRPr lang="zh-TW" altLang="en-US" dirty="0"/>
                    </a:p>
                  </a:txBody>
                  <a:tcPr/>
                </a:tc>
                <a:extLst>
                  <a:ext uri="{0D108BD9-81ED-4DB2-BD59-A6C34878D82A}">
                    <a16:rowId xmlns:a16="http://schemas.microsoft.com/office/drawing/2014/main" val="3943422730"/>
                  </a:ext>
                </a:extLst>
              </a:tr>
              <a:tr h="232792">
                <a:tc>
                  <a:txBody>
                    <a:bodyPr/>
                    <a:lstStyle/>
                    <a:p>
                      <a:r>
                        <a:rPr lang="en-US" altLang="zh-TW" dirty="0"/>
                        <a:t>T</a:t>
                      </a:r>
                      <a:endParaRPr lang="zh-TW" altLang="en-US" dirty="0"/>
                    </a:p>
                  </a:txBody>
                  <a:tcPr/>
                </a:tc>
                <a:tc>
                  <a:txBody>
                    <a:bodyPr/>
                    <a:lstStyle/>
                    <a:p>
                      <a:r>
                        <a:rPr lang="en-US" altLang="zh-TW" dirty="0"/>
                        <a:t>3</a:t>
                      </a:r>
                      <a:endParaRPr lang="zh-TW" altLang="en-US" dirty="0"/>
                    </a:p>
                  </a:txBody>
                  <a:tcPr/>
                </a:tc>
                <a:tc>
                  <a:txBody>
                    <a:bodyPr/>
                    <a:lstStyle/>
                    <a:p>
                      <a:r>
                        <a:rPr lang="en-US" altLang="zh-TW" dirty="0"/>
                        <a:t>3</a:t>
                      </a:r>
                      <a:endParaRPr lang="zh-TW" altLang="en-US" dirty="0"/>
                    </a:p>
                  </a:txBody>
                  <a:tcPr/>
                </a:tc>
                <a:tc>
                  <a:txBody>
                    <a:bodyPr/>
                    <a:lstStyle/>
                    <a:p>
                      <a:r>
                        <a:rPr lang="en-US" altLang="zh-TW" dirty="0"/>
                        <a:t>3</a:t>
                      </a:r>
                      <a:endParaRPr lang="zh-TW" altLang="en-US" dirty="0"/>
                    </a:p>
                  </a:txBody>
                  <a:tcPr/>
                </a:tc>
                <a:tc>
                  <a:txBody>
                    <a:bodyPr/>
                    <a:lstStyle/>
                    <a:p>
                      <a:r>
                        <a:rPr lang="en-US" altLang="zh-TW" dirty="0"/>
                        <a:t>5</a:t>
                      </a:r>
                      <a:endParaRPr lang="zh-TW" altLang="en-US" dirty="0"/>
                    </a:p>
                  </a:txBody>
                  <a:tcPr/>
                </a:tc>
                <a:tc>
                  <a:txBody>
                    <a:bodyPr/>
                    <a:lstStyle/>
                    <a:p>
                      <a:r>
                        <a:rPr lang="en-US" altLang="zh-TW" dirty="0"/>
                        <a:t>5</a:t>
                      </a:r>
                      <a:endParaRPr lang="zh-TW" altLang="en-US" dirty="0"/>
                    </a:p>
                  </a:txBody>
                  <a:tcPr/>
                </a:tc>
                <a:tc>
                  <a:txBody>
                    <a:bodyPr/>
                    <a:lstStyle/>
                    <a:p>
                      <a:r>
                        <a:rPr lang="en-US" altLang="zh-TW" dirty="0"/>
                        <a:t>--</a:t>
                      </a:r>
                      <a:endParaRPr lang="zh-TW" altLang="en-US" dirty="0"/>
                    </a:p>
                  </a:txBody>
                  <a:tcPr/>
                </a:tc>
                <a:tc>
                  <a:txBody>
                    <a:bodyPr/>
                    <a:lstStyle/>
                    <a:p>
                      <a:r>
                        <a:rPr lang="en-US" altLang="zh-TW" dirty="0"/>
                        <a:t>--</a:t>
                      </a:r>
                      <a:endParaRPr lang="zh-TW" altLang="en-US" dirty="0"/>
                    </a:p>
                  </a:txBody>
                  <a:tcPr/>
                </a:tc>
                <a:tc>
                  <a:txBody>
                    <a:bodyPr/>
                    <a:lstStyle/>
                    <a:p>
                      <a:pPr marL="0" indent="0">
                        <a:buFont typeface="+mj-lt"/>
                        <a:buNone/>
                      </a:pPr>
                      <a:r>
                        <a:rPr lang="en-US" altLang="zh-TW" dirty="0"/>
                        <a:t>--</a:t>
                      </a:r>
                      <a:endParaRPr lang="zh-TW" altLang="en-US" dirty="0"/>
                    </a:p>
                  </a:txBody>
                  <a:tcPr/>
                </a:tc>
                <a:tc>
                  <a:txBody>
                    <a:bodyPr/>
                    <a:lstStyle/>
                    <a:p>
                      <a:pPr marL="0" indent="0">
                        <a:buFont typeface="+mj-lt"/>
                        <a:buNone/>
                      </a:pPr>
                      <a:r>
                        <a:rPr lang="en-US" altLang="zh-TW" dirty="0"/>
                        <a:t>--</a:t>
                      </a:r>
                      <a:endParaRPr lang="zh-TW" altLang="en-US" dirty="0"/>
                    </a:p>
                  </a:txBody>
                  <a:tcPr/>
                </a:tc>
                <a:extLst>
                  <a:ext uri="{0D108BD9-81ED-4DB2-BD59-A6C34878D82A}">
                    <a16:rowId xmlns:a16="http://schemas.microsoft.com/office/drawing/2014/main" val="934418752"/>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A581DF2A-96A4-09FC-A60C-92F4BAC326CE}"/>
              </a:ext>
            </a:extLst>
          </p:cNvPr>
          <p:cNvPicPr>
            <a:picLocks noChangeAspect="1"/>
          </p:cNvPicPr>
          <p:nvPr/>
        </p:nvPicPr>
        <p:blipFill>
          <a:blip r:embed="rId3"/>
          <a:stretch>
            <a:fillRect/>
          </a:stretch>
        </p:blipFill>
        <p:spPr>
          <a:xfrm>
            <a:off x="475109" y="2192090"/>
            <a:ext cx="7858125" cy="4242821"/>
          </a:xfrm>
          <a:prstGeom prst="rect">
            <a:avLst/>
          </a:prstGeom>
        </p:spPr>
      </p:pic>
      <p:sp>
        <p:nvSpPr>
          <p:cNvPr id="2" name="標題 1"/>
          <p:cNvSpPr>
            <a:spLocks noGrp="1"/>
          </p:cNvSpPr>
          <p:nvPr>
            <p:ph type="title"/>
          </p:nvPr>
        </p:nvSpPr>
        <p:spPr/>
        <p:txBody>
          <a:bodyPr/>
          <a:lstStyle/>
          <a:p>
            <a:r>
              <a:rPr lang="en-US" dirty="0"/>
              <a:t>Dominant point based approaches</a:t>
            </a:r>
            <a:endParaRPr lang="zh-TW" altLang="en-US" dirty="0"/>
          </a:p>
        </p:txBody>
      </p:sp>
      <p:sp>
        <p:nvSpPr>
          <p:cNvPr id="3" name="文字方塊 2">
            <a:extLst>
              <a:ext uri="{FF2B5EF4-FFF2-40B4-BE49-F238E27FC236}">
                <a16:creationId xmlns:a16="http://schemas.microsoft.com/office/drawing/2014/main" id="{A655988B-1548-43FE-B1B6-87B7B58DFFA3}"/>
              </a:ext>
            </a:extLst>
          </p:cNvPr>
          <p:cNvSpPr txBox="1"/>
          <p:nvPr/>
        </p:nvSpPr>
        <p:spPr>
          <a:xfrm>
            <a:off x="683568" y="1268760"/>
            <a:ext cx="5832648" cy="646331"/>
          </a:xfrm>
          <a:prstGeom prst="rect">
            <a:avLst/>
          </a:prstGeom>
          <a:noFill/>
        </p:spPr>
        <p:txBody>
          <a:bodyPr wrap="square" rtlCol="0">
            <a:spAutoFit/>
          </a:bodyPr>
          <a:lstStyle/>
          <a:p>
            <a:r>
              <a:rPr lang="en-US" altLang="zh-TW" dirty="0"/>
              <a:t>GAAGCGTA</a:t>
            </a:r>
          </a:p>
          <a:p>
            <a:r>
              <a:rPr lang="en-US" altLang="zh-TW" dirty="0"/>
              <a:t>AGTCTGAC</a:t>
            </a:r>
            <a:endParaRPr lang="zh-TW" altLang="en-US" dirty="0"/>
          </a:p>
        </p:txBody>
      </p:sp>
    </p:spTree>
    <p:extLst>
      <p:ext uri="{BB962C8B-B14F-4D97-AF65-F5344CB8AC3E}">
        <p14:creationId xmlns:p14="http://schemas.microsoft.com/office/powerpoint/2010/main" val="25202868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8953A52-43D5-3DEF-38EC-5FCA6B47A074}"/>
              </a:ext>
            </a:extLst>
          </p:cNvPr>
          <p:cNvSpPr>
            <a:spLocks noGrp="1"/>
          </p:cNvSpPr>
          <p:nvPr>
            <p:ph type="title"/>
          </p:nvPr>
        </p:nvSpPr>
        <p:spPr/>
        <p:txBody>
          <a:bodyPr/>
          <a:lstStyle/>
          <a:p>
            <a:r>
              <a:rPr lang="en-US" altLang="zh-TW" dirty="0"/>
              <a:t>PRDAG(1)</a:t>
            </a:r>
            <a:endParaRPr lang="zh-TW" altLang="en-US" dirty="0"/>
          </a:p>
        </p:txBody>
      </p:sp>
      <p:sp>
        <p:nvSpPr>
          <p:cNvPr id="3" name="內容版面配置區 2">
            <a:extLst>
              <a:ext uri="{FF2B5EF4-FFF2-40B4-BE49-F238E27FC236}">
                <a16:creationId xmlns:a16="http://schemas.microsoft.com/office/drawing/2014/main" id="{288901BA-3844-991C-4A2C-EB67B5D04E44}"/>
              </a:ext>
            </a:extLst>
          </p:cNvPr>
          <p:cNvSpPr>
            <a:spLocks noGrp="1"/>
          </p:cNvSpPr>
          <p:nvPr>
            <p:ph idx="1"/>
          </p:nvPr>
        </p:nvSpPr>
        <p:spPr/>
        <p:txBody>
          <a:bodyPr/>
          <a:lstStyle/>
          <a:p>
            <a:r>
              <a:rPr lang="en-US" altLang="zh-TW" sz="2400" dirty="0"/>
              <a:t>Step1:</a:t>
            </a:r>
            <a:r>
              <a:rPr lang="zh-TW" altLang="en-US" sz="2400" dirty="0"/>
              <a:t>將原點</a:t>
            </a:r>
            <a:r>
              <a:rPr lang="en-US" altLang="zh-TW" sz="2400" dirty="0"/>
              <a:t>( O(0, 0, · · · , 0))</a:t>
            </a:r>
            <a:r>
              <a:rPr lang="zh-TW" altLang="en-US" sz="2400" dirty="0"/>
              <a:t>加入至</a:t>
            </a:r>
            <a:r>
              <a:rPr lang="en-US" altLang="zh-TW" sz="2400" dirty="0"/>
              <a:t>queue,</a:t>
            </a:r>
            <a:r>
              <a:rPr lang="zh-TW" altLang="en-US" sz="2400" dirty="0"/>
              <a:t>並記錄長度為</a:t>
            </a:r>
            <a:r>
              <a:rPr lang="en-US" altLang="zh-TW" sz="2400" dirty="0"/>
              <a:t>0</a:t>
            </a:r>
          </a:p>
          <a:p>
            <a:r>
              <a:rPr lang="en-US" altLang="zh-TW" sz="2400" dirty="0"/>
              <a:t>Step2 :</a:t>
            </a:r>
            <a:r>
              <a:rPr lang="zh-TW" altLang="en-US" sz="2400" dirty="0"/>
              <a:t>從</a:t>
            </a:r>
            <a:r>
              <a:rPr lang="en-US" altLang="zh-TW" sz="2400" dirty="0"/>
              <a:t>queue</a:t>
            </a:r>
            <a:r>
              <a:rPr lang="zh-TW" altLang="en-US" sz="2400" dirty="0"/>
              <a:t>取一點找到其</a:t>
            </a:r>
            <a:r>
              <a:rPr lang="en-US" altLang="zh-TW" sz="2400" dirty="0"/>
              <a:t>successors</a:t>
            </a:r>
            <a:r>
              <a:rPr lang="zh-TW" altLang="en-US" sz="2400" dirty="0"/>
              <a:t> 檢查是否在</a:t>
            </a:r>
            <a:r>
              <a:rPr lang="en-US" altLang="zh-TW" sz="2400" dirty="0"/>
              <a:t>set</a:t>
            </a:r>
            <a:r>
              <a:rPr lang="zh-TW" altLang="en-US" sz="2400" dirty="0"/>
              <a:t>裡</a:t>
            </a:r>
            <a:endParaRPr lang="en-US" altLang="zh-TW" sz="2400" dirty="0"/>
          </a:p>
          <a:p>
            <a:pPr lvl="1"/>
            <a:r>
              <a:rPr lang="zh-TW" altLang="en-US" sz="2400" dirty="0"/>
              <a:t>在</a:t>
            </a:r>
            <a:r>
              <a:rPr lang="en-US" altLang="zh-TW" sz="2400" dirty="0"/>
              <a:t>:</a:t>
            </a:r>
            <a:r>
              <a:rPr lang="zh-TW" altLang="en-US" sz="2400" dirty="0"/>
              <a:t>就檢查長度大小決定是否取代</a:t>
            </a:r>
            <a:endParaRPr lang="en-US" altLang="zh-TW" sz="2400" dirty="0"/>
          </a:p>
          <a:p>
            <a:pPr lvl="1"/>
            <a:r>
              <a:rPr lang="zh-TW" altLang="en-US" sz="2400" dirty="0"/>
              <a:t>不在</a:t>
            </a:r>
            <a:r>
              <a:rPr lang="en-US" altLang="zh-TW" sz="2400" dirty="0"/>
              <a:t>:</a:t>
            </a:r>
            <a:r>
              <a:rPr lang="zh-TW" altLang="en-US" sz="2400" dirty="0"/>
              <a:t>加入至</a:t>
            </a:r>
            <a:r>
              <a:rPr lang="en-US" altLang="zh-TW" sz="2400" dirty="0"/>
              <a:t>queue</a:t>
            </a:r>
            <a:r>
              <a:rPr lang="zh-TW" altLang="en-US" sz="2400" dirty="0"/>
              <a:t>，並記錄長度</a:t>
            </a:r>
            <a:r>
              <a:rPr lang="en-US" altLang="zh-TW" sz="2400" dirty="0"/>
              <a:t>, precursor</a:t>
            </a:r>
          </a:p>
          <a:p>
            <a:r>
              <a:rPr lang="en-US" altLang="zh-TW" sz="2400" dirty="0"/>
              <a:t>Step3 :</a:t>
            </a:r>
            <a:r>
              <a:rPr lang="zh-TW" altLang="en-US" sz="2400" dirty="0"/>
              <a:t>重複</a:t>
            </a:r>
            <a:r>
              <a:rPr lang="en-US" altLang="zh-TW" sz="2400" dirty="0"/>
              <a:t>step2</a:t>
            </a:r>
            <a:r>
              <a:rPr lang="zh-TW" altLang="en-US" sz="2400" dirty="0"/>
              <a:t>直到</a:t>
            </a:r>
            <a:r>
              <a:rPr lang="en-US" altLang="zh-TW" sz="2400" dirty="0"/>
              <a:t>queue</a:t>
            </a:r>
            <a:r>
              <a:rPr lang="zh-TW" altLang="en-US" sz="2400" dirty="0"/>
              <a:t>為空，即完成</a:t>
            </a:r>
            <a:endParaRPr lang="en-US" altLang="zh-TW" dirty="0"/>
          </a:p>
          <a:p>
            <a:endParaRPr lang="zh-TW" altLang="en-US" dirty="0"/>
          </a:p>
        </p:txBody>
      </p:sp>
    </p:spTree>
    <p:extLst>
      <p:ext uri="{BB962C8B-B14F-4D97-AF65-F5344CB8AC3E}">
        <p14:creationId xmlns:p14="http://schemas.microsoft.com/office/powerpoint/2010/main" val="2221288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PRDAG(1)</a:t>
            </a:r>
            <a:endParaRPr lang="zh-TW" altLang="en-US" dirty="0"/>
          </a:p>
        </p:txBody>
      </p:sp>
      <p:graphicFrame>
        <p:nvGraphicFramePr>
          <p:cNvPr id="8" name="內容版面配置區 7">
            <a:extLst>
              <a:ext uri="{FF2B5EF4-FFF2-40B4-BE49-F238E27FC236}">
                <a16:creationId xmlns:a16="http://schemas.microsoft.com/office/drawing/2014/main" id="{72A9F4B6-1CF3-2B32-547D-53837537FECA}"/>
              </a:ext>
            </a:extLst>
          </p:cNvPr>
          <p:cNvGraphicFramePr>
            <a:graphicFrameLocks noGrp="1"/>
          </p:cNvGraphicFramePr>
          <p:nvPr>
            <p:ph idx="1"/>
            <p:extLst>
              <p:ext uri="{D42A27DB-BD31-4B8C-83A1-F6EECF244321}">
                <p14:modId xmlns:p14="http://schemas.microsoft.com/office/powerpoint/2010/main" val="1448259187"/>
              </p:ext>
            </p:extLst>
          </p:nvPr>
        </p:nvGraphicFramePr>
        <p:xfrm>
          <a:off x="5364088" y="1628800"/>
          <a:ext cx="3538740" cy="2194560"/>
        </p:xfrm>
        <a:graphic>
          <a:graphicData uri="http://schemas.openxmlformats.org/drawingml/2006/table">
            <a:tbl>
              <a:tblPr firstRow="1" bandRow="1">
                <a:tableStyleId>{5C22544A-7EE6-4342-B048-85BDC9FD1C3A}</a:tableStyleId>
              </a:tblPr>
              <a:tblGrid>
                <a:gridCol w="353874">
                  <a:extLst>
                    <a:ext uri="{9D8B030D-6E8A-4147-A177-3AD203B41FA5}">
                      <a16:colId xmlns:a16="http://schemas.microsoft.com/office/drawing/2014/main" val="4208694419"/>
                    </a:ext>
                  </a:extLst>
                </a:gridCol>
                <a:gridCol w="353874">
                  <a:extLst>
                    <a:ext uri="{9D8B030D-6E8A-4147-A177-3AD203B41FA5}">
                      <a16:colId xmlns:a16="http://schemas.microsoft.com/office/drawing/2014/main" val="522800100"/>
                    </a:ext>
                  </a:extLst>
                </a:gridCol>
                <a:gridCol w="353874">
                  <a:extLst>
                    <a:ext uri="{9D8B030D-6E8A-4147-A177-3AD203B41FA5}">
                      <a16:colId xmlns:a16="http://schemas.microsoft.com/office/drawing/2014/main" val="1285069252"/>
                    </a:ext>
                  </a:extLst>
                </a:gridCol>
                <a:gridCol w="353874">
                  <a:extLst>
                    <a:ext uri="{9D8B030D-6E8A-4147-A177-3AD203B41FA5}">
                      <a16:colId xmlns:a16="http://schemas.microsoft.com/office/drawing/2014/main" val="4177899872"/>
                    </a:ext>
                  </a:extLst>
                </a:gridCol>
                <a:gridCol w="353874">
                  <a:extLst>
                    <a:ext uri="{9D8B030D-6E8A-4147-A177-3AD203B41FA5}">
                      <a16:colId xmlns:a16="http://schemas.microsoft.com/office/drawing/2014/main" val="260681134"/>
                    </a:ext>
                  </a:extLst>
                </a:gridCol>
                <a:gridCol w="353874">
                  <a:extLst>
                    <a:ext uri="{9D8B030D-6E8A-4147-A177-3AD203B41FA5}">
                      <a16:colId xmlns:a16="http://schemas.microsoft.com/office/drawing/2014/main" val="3969818559"/>
                    </a:ext>
                  </a:extLst>
                </a:gridCol>
                <a:gridCol w="353874">
                  <a:extLst>
                    <a:ext uri="{9D8B030D-6E8A-4147-A177-3AD203B41FA5}">
                      <a16:colId xmlns:a16="http://schemas.microsoft.com/office/drawing/2014/main" val="1679872139"/>
                    </a:ext>
                  </a:extLst>
                </a:gridCol>
                <a:gridCol w="353874">
                  <a:extLst>
                    <a:ext uri="{9D8B030D-6E8A-4147-A177-3AD203B41FA5}">
                      <a16:colId xmlns:a16="http://schemas.microsoft.com/office/drawing/2014/main" val="2501495885"/>
                    </a:ext>
                  </a:extLst>
                </a:gridCol>
                <a:gridCol w="353874">
                  <a:extLst>
                    <a:ext uri="{9D8B030D-6E8A-4147-A177-3AD203B41FA5}">
                      <a16:colId xmlns:a16="http://schemas.microsoft.com/office/drawing/2014/main" val="1644670478"/>
                    </a:ext>
                  </a:extLst>
                </a:gridCol>
                <a:gridCol w="353874">
                  <a:extLst>
                    <a:ext uri="{9D8B030D-6E8A-4147-A177-3AD203B41FA5}">
                      <a16:colId xmlns:a16="http://schemas.microsoft.com/office/drawing/2014/main" val="2087901392"/>
                    </a:ext>
                  </a:extLst>
                </a:gridCol>
              </a:tblGrid>
              <a:tr h="190500">
                <a:tc>
                  <a:txBody>
                    <a:bodyPr/>
                    <a:lstStyle/>
                    <a:p>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tc>
                  <a:txBody>
                    <a:bodyPr/>
                    <a:lstStyle/>
                    <a:p>
                      <a:r>
                        <a:rPr lang="en-US" altLang="zh-TW" dirty="0"/>
                        <a:t>4</a:t>
                      </a:r>
                      <a:endParaRPr lang="zh-TW" altLang="en-US" dirty="0"/>
                    </a:p>
                  </a:txBody>
                  <a:tcPr/>
                </a:tc>
                <a:tc>
                  <a:txBody>
                    <a:bodyPr/>
                    <a:lstStyle/>
                    <a:p>
                      <a:r>
                        <a:rPr lang="en-US" altLang="zh-TW" dirty="0"/>
                        <a:t>5</a:t>
                      </a:r>
                      <a:endParaRPr lang="zh-TW" altLang="en-US" dirty="0"/>
                    </a:p>
                  </a:txBody>
                  <a:tcPr/>
                </a:tc>
                <a:tc>
                  <a:txBody>
                    <a:bodyPr/>
                    <a:lstStyle/>
                    <a:p>
                      <a:r>
                        <a:rPr lang="en-US" altLang="zh-TW" dirty="0"/>
                        <a:t>6</a:t>
                      </a:r>
                      <a:endParaRPr lang="zh-TW" altLang="en-US" dirty="0"/>
                    </a:p>
                  </a:txBody>
                  <a:tcPr/>
                </a:tc>
                <a:tc>
                  <a:txBody>
                    <a:bodyPr/>
                    <a:lstStyle/>
                    <a:p>
                      <a:pPr marL="0" indent="0">
                        <a:buFont typeface="+mj-lt"/>
                        <a:buNone/>
                      </a:pPr>
                      <a:r>
                        <a:rPr lang="en-US" altLang="zh-TW" dirty="0"/>
                        <a:t>7</a:t>
                      </a:r>
                      <a:endParaRPr lang="zh-TW" altLang="en-US" dirty="0"/>
                    </a:p>
                  </a:txBody>
                  <a:tcPr/>
                </a:tc>
                <a:tc>
                  <a:txBody>
                    <a:bodyPr/>
                    <a:lstStyle/>
                    <a:p>
                      <a:pPr marL="0" indent="0">
                        <a:buFont typeface="+mj-lt"/>
                        <a:buNone/>
                      </a:pPr>
                      <a:r>
                        <a:rPr lang="en-US" altLang="zh-TW" dirty="0"/>
                        <a:t>8</a:t>
                      </a:r>
                      <a:endParaRPr lang="zh-TW" altLang="en-US" dirty="0"/>
                    </a:p>
                  </a:txBody>
                  <a:tcPr/>
                </a:tc>
                <a:extLst>
                  <a:ext uri="{0D108BD9-81ED-4DB2-BD59-A6C34878D82A}">
                    <a16:rowId xmlns:a16="http://schemas.microsoft.com/office/drawing/2014/main" val="1539100808"/>
                  </a:ext>
                </a:extLst>
              </a:tr>
              <a:tr h="190500">
                <a:tc>
                  <a:txBody>
                    <a:bodyPr/>
                    <a:lstStyle/>
                    <a:p>
                      <a:endParaRPr lang="zh-TW" altLang="en-US" dirty="0"/>
                    </a:p>
                  </a:txBody>
                  <a:tcPr/>
                </a:tc>
                <a:tc>
                  <a:txBody>
                    <a:bodyPr/>
                    <a:lstStyle/>
                    <a:p>
                      <a:endParaRPr lang="zh-TW" altLang="en-US" dirty="0"/>
                    </a:p>
                  </a:txBody>
                  <a:tcPr/>
                </a:tc>
                <a:tc>
                  <a:txBody>
                    <a:bodyPr/>
                    <a:lstStyle/>
                    <a:p>
                      <a:r>
                        <a:rPr lang="en-US" altLang="zh-TW" dirty="0"/>
                        <a:t>G</a:t>
                      </a:r>
                      <a:endParaRPr lang="zh-TW" altLang="en-US" dirty="0"/>
                    </a:p>
                  </a:txBody>
                  <a:tcPr/>
                </a:tc>
                <a:tc>
                  <a:txBody>
                    <a:bodyPr/>
                    <a:lstStyle/>
                    <a:p>
                      <a:r>
                        <a:rPr lang="en-US" altLang="zh-TW" dirty="0"/>
                        <a:t>A</a:t>
                      </a:r>
                      <a:endParaRPr lang="zh-TW" altLang="en-US" dirty="0"/>
                    </a:p>
                  </a:txBody>
                  <a:tcPr/>
                </a:tc>
                <a:tc>
                  <a:txBody>
                    <a:bodyPr/>
                    <a:lstStyle/>
                    <a:p>
                      <a:r>
                        <a:rPr lang="en-US" altLang="zh-TW" dirty="0"/>
                        <a:t>A</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tc>
                  <a:txBody>
                    <a:bodyPr/>
                    <a:lstStyle/>
                    <a:p>
                      <a:pPr marL="0" indent="0">
                        <a:buFont typeface="+mj-lt"/>
                        <a:buNone/>
                      </a:pPr>
                      <a:r>
                        <a:rPr lang="en-US" altLang="zh-TW" dirty="0"/>
                        <a:t>T</a:t>
                      </a:r>
                      <a:endParaRPr lang="zh-TW" altLang="en-US" dirty="0"/>
                    </a:p>
                  </a:txBody>
                  <a:tcPr/>
                </a:tc>
                <a:tc>
                  <a:txBody>
                    <a:bodyPr/>
                    <a:lstStyle/>
                    <a:p>
                      <a:pPr marL="0" indent="0">
                        <a:buFont typeface="+mj-lt"/>
                        <a:buNone/>
                      </a:pPr>
                      <a:r>
                        <a:rPr lang="en-US" altLang="zh-TW" dirty="0"/>
                        <a:t>A</a:t>
                      </a:r>
                      <a:endParaRPr lang="zh-TW" altLang="en-US" dirty="0"/>
                    </a:p>
                  </a:txBody>
                  <a:tcPr/>
                </a:tc>
                <a:extLst>
                  <a:ext uri="{0D108BD9-81ED-4DB2-BD59-A6C34878D82A}">
                    <a16:rowId xmlns:a16="http://schemas.microsoft.com/office/drawing/2014/main" val="1080068748"/>
                  </a:ext>
                </a:extLst>
              </a:tr>
              <a:tr h="190500">
                <a:tc>
                  <a:txBody>
                    <a:bodyPr/>
                    <a:lstStyle/>
                    <a:p>
                      <a:r>
                        <a:rPr lang="en-US" altLang="zh-TW" dirty="0"/>
                        <a:t>A</a:t>
                      </a:r>
                      <a:endParaRPr lang="zh-TW" altLang="en-US" dirty="0"/>
                    </a:p>
                  </a:txBody>
                  <a:tcPr/>
                </a:tc>
                <a:tc>
                  <a:txBody>
                    <a:bodyPr/>
                    <a:lstStyle/>
                    <a:p>
                      <a:r>
                        <a:rPr lang="en-US" altLang="zh-TW" dirty="0"/>
                        <a:t>2</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tc>
                  <a:txBody>
                    <a:bodyPr/>
                    <a:lstStyle/>
                    <a:p>
                      <a:r>
                        <a:rPr lang="en-US" altLang="zh-TW" dirty="0"/>
                        <a:t>3</a:t>
                      </a:r>
                      <a:endParaRPr lang="zh-TW" altLang="en-US" dirty="0"/>
                    </a:p>
                  </a:txBody>
                  <a:tcPr/>
                </a:tc>
                <a:tc>
                  <a:txBody>
                    <a:bodyPr/>
                    <a:lstStyle/>
                    <a:p>
                      <a:r>
                        <a:rPr lang="en-US" altLang="zh-TW" dirty="0"/>
                        <a:t>8</a:t>
                      </a:r>
                      <a:endParaRPr lang="zh-TW" altLang="en-US" dirty="0"/>
                    </a:p>
                  </a:txBody>
                  <a:tcPr/>
                </a:tc>
                <a:tc>
                  <a:txBody>
                    <a:bodyPr/>
                    <a:lstStyle/>
                    <a:p>
                      <a:r>
                        <a:rPr lang="en-US" altLang="zh-TW" dirty="0"/>
                        <a:t>8</a:t>
                      </a:r>
                      <a:endParaRPr lang="zh-TW" altLang="en-US" dirty="0"/>
                    </a:p>
                  </a:txBody>
                  <a:tcPr/>
                </a:tc>
                <a:tc>
                  <a:txBody>
                    <a:bodyPr/>
                    <a:lstStyle/>
                    <a:p>
                      <a:r>
                        <a:rPr lang="en-US" altLang="zh-TW" dirty="0"/>
                        <a:t>8</a:t>
                      </a:r>
                      <a:endParaRPr lang="zh-TW" altLang="en-US" dirty="0"/>
                    </a:p>
                  </a:txBody>
                  <a:tcPr/>
                </a:tc>
                <a:tc>
                  <a:txBody>
                    <a:bodyPr/>
                    <a:lstStyle/>
                    <a:p>
                      <a:pPr marL="0" indent="0">
                        <a:buFont typeface="+mj-lt"/>
                        <a:buNone/>
                      </a:pPr>
                      <a:r>
                        <a:rPr lang="en-US" altLang="zh-TW" dirty="0"/>
                        <a:t>8</a:t>
                      </a:r>
                      <a:endParaRPr lang="zh-TW" altLang="en-US" dirty="0"/>
                    </a:p>
                  </a:txBody>
                  <a:tcPr/>
                </a:tc>
                <a:tc>
                  <a:txBody>
                    <a:bodyPr/>
                    <a:lstStyle/>
                    <a:p>
                      <a:pPr marL="0" indent="0">
                        <a:buFont typeface="+mj-lt"/>
                        <a:buNone/>
                      </a:pPr>
                      <a:r>
                        <a:rPr lang="en-US" altLang="zh-TW" dirty="0"/>
                        <a:t>--</a:t>
                      </a:r>
                      <a:endParaRPr lang="zh-TW" altLang="en-US" dirty="0"/>
                    </a:p>
                  </a:txBody>
                  <a:tcPr/>
                </a:tc>
                <a:extLst>
                  <a:ext uri="{0D108BD9-81ED-4DB2-BD59-A6C34878D82A}">
                    <a16:rowId xmlns:a16="http://schemas.microsoft.com/office/drawing/2014/main" val="2140999484"/>
                  </a:ext>
                </a:extLst>
              </a:tr>
              <a:tr h="190500">
                <a:tc>
                  <a:txBody>
                    <a:bodyPr/>
                    <a:lstStyle/>
                    <a:p>
                      <a:r>
                        <a:rPr lang="en-US" altLang="zh-TW" dirty="0"/>
                        <a:t>C</a:t>
                      </a:r>
                      <a:endParaRPr lang="zh-TW" altLang="en-US" dirty="0"/>
                    </a:p>
                  </a:txBody>
                  <a:tcPr/>
                </a:tc>
                <a:tc>
                  <a:txBody>
                    <a:bodyPr/>
                    <a:lstStyle/>
                    <a:p>
                      <a:r>
                        <a:rPr lang="en-US" altLang="zh-TW" dirty="0"/>
                        <a:t>5</a:t>
                      </a:r>
                      <a:endParaRPr lang="zh-TW" altLang="en-US" dirty="0"/>
                    </a:p>
                  </a:txBody>
                  <a:tcPr/>
                </a:tc>
                <a:tc>
                  <a:txBody>
                    <a:bodyPr/>
                    <a:lstStyle/>
                    <a:p>
                      <a:r>
                        <a:rPr lang="en-US" altLang="zh-TW" dirty="0"/>
                        <a:t>5</a:t>
                      </a:r>
                      <a:endParaRPr lang="zh-TW" altLang="en-US" dirty="0"/>
                    </a:p>
                  </a:txBody>
                  <a:tcPr/>
                </a:tc>
                <a:tc>
                  <a:txBody>
                    <a:bodyPr/>
                    <a:lstStyle/>
                    <a:p>
                      <a:r>
                        <a:rPr lang="en-US" altLang="zh-TW" dirty="0"/>
                        <a:t>5</a:t>
                      </a:r>
                      <a:endParaRPr lang="zh-TW" altLang="en-US" dirty="0"/>
                    </a:p>
                  </a:txBody>
                  <a:tcPr/>
                </a:tc>
                <a:tc>
                  <a:txBody>
                    <a:bodyPr/>
                    <a:lstStyle/>
                    <a:p>
                      <a:r>
                        <a:rPr lang="en-US" altLang="zh-TW" dirty="0"/>
                        <a:t>5</a:t>
                      </a:r>
                      <a:endParaRPr lang="zh-TW" altLang="en-US" dirty="0"/>
                    </a:p>
                  </a:txBody>
                  <a:tcPr/>
                </a:tc>
                <a:tc>
                  <a:txBody>
                    <a:bodyPr/>
                    <a:lstStyle/>
                    <a:p>
                      <a:r>
                        <a:rPr lang="en-US" altLang="zh-TW" dirty="0"/>
                        <a:t>5</a:t>
                      </a:r>
                      <a:endParaRPr lang="zh-TW" altLang="en-US" dirty="0"/>
                    </a:p>
                  </a:txBody>
                  <a:tcPr/>
                </a:tc>
                <a:tc>
                  <a:txBody>
                    <a:bodyPr/>
                    <a:lstStyle/>
                    <a:p>
                      <a:r>
                        <a:rPr lang="en-US" altLang="zh-TW" dirty="0"/>
                        <a:t>--</a:t>
                      </a:r>
                      <a:endParaRPr lang="zh-TW" altLang="en-US" dirty="0"/>
                    </a:p>
                  </a:txBody>
                  <a:tcPr/>
                </a:tc>
                <a:tc>
                  <a:txBody>
                    <a:bodyPr/>
                    <a:lstStyle/>
                    <a:p>
                      <a:r>
                        <a:rPr lang="en-US" altLang="zh-TW" dirty="0"/>
                        <a:t>--</a:t>
                      </a:r>
                      <a:endParaRPr lang="zh-TW" altLang="en-US" dirty="0"/>
                    </a:p>
                  </a:txBody>
                  <a:tcPr/>
                </a:tc>
                <a:tc>
                  <a:txBody>
                    <a:bodyPr/>
                    <a:lstStyle/>
                    <a:p>
                      <a:pPr marL="0" indent="0">
                        <a:buFont typeface="+mj-lt"/>
                        <a:buNone/>
                      </a:pPr>
                      <a:r>
                        <a:rPr lang="en-US" altLang="zh-TW" dirty="0"/>
                        <a:t>--</a:t>
                      </a:r>
                      <a:endParaRPr lang="zh-TW" altLang="en-US" dirty="0"/>
                    </a:p>
                  </a:txBody>
                  <a:tcPr/>
                </a:tc>
                <a:tc>
                  <a:txBody>
                    <a:bodyPr/>
                    <a:lstStyle/>
                    <a:p>
                      <a:pPr marL="0" indent="0">
                        <a:buFont typeface="+mj-lt"/>
                        <a:buNone/>
                      </a:pPr>
                      <a:r>
                        <a:rPr lang="en-US" altLang="zh-TW" dirty="0"/>
                        <a:t>--</a:t>
                      </a:r>
                      <a:endParaRPr lang="zh-TW" altLang="en-US" dirty="0"/>
                    </a:p>
                  </a:txBody>
                  <a:tcPr/>
                </a:tc>
                <a:extLst>
                  <a:ext uri="{0D108BD9-81ED-4DB2-BD59-A6C34878D82A}">
                    <a16:rowId xmlns:a16="http://schemas.microsoft.com/office/drawing/2014/main" val="1160664343"/>
                  </a:ext>
                </a:extLst>
              </a:tr>
              <a:tr h="190500">
                <a:tc>
                  <a:txBody>
                    <a:bodyPr/>
                    <a:lstStyle/>
                    <a:p>
                      <a:r>
                        <a:rPr lang="en-US" altLang="zh-TW" dirty="0"/>
                        <a:t>G</a:t>
                      </a:r>
                      <a:endParaRPr lang="zh-TW" altLang="en-US" dirty="0"/>
                    </a:p>
                  </a:txBody>
                  <a:tcPr/>
                </a:tc>
                <a:tc>
                  <a:txBody>
                    <a:bodyPr/>
                    <a:lstStyle/>
                    <a:p>
                      <a:r>
                        <a:rPr lang="en-US" altLang="zh-TW" dirty="0"/>
                        <a:t>1</a:t>
                      </a:r>
                      <a:endParaRPr lang="zh-TW" altLang="en-US" dirty="0"/>
                    </a:p>
                  </a:txBody>
                  <a:tcPr/>
                </a:tc>
                <a:tc>
                  <a:txBody>
                    <a:bodyPr/>
                    <a:lstStyle/>
                    <a:p>
                      <a:r>
                        <a:rPr lang="en-US" altLang="zh-TW" dirty="0"/>
                        <a:t>4</a:t>
                      </a:r>
                      <a:endParaRPr lang="zh-TW" altLang="en-US" dirty="0"/>
                    </a:p>
                  </a:txBody>
                  <a:tcPr/>
                </a:tc>
                <a:tc>
                  <a:txBody>
                    <a:bodyPr/>
                    <a:lstStyle/>
                    <a:p>
                      <a:r>
                        <a:rPr lang="en-US" altLang="zh-TW" dirty="0"/>
                        <a:t>4</a:t>
                      </a:r>
                      <a:endParaRPr lang="zh-TW" altLang="en-US" dirty="0"/>
                    </a:p>
                  </a:txBody>
                  <a:tcPr/>
                </a:tc>
                <a:tc>
                  <a:txBody>
                    <a:bodyPr/>
                    <a:lstStyle/>
                    <a:p>
                      <a:r>
                        <a:rPr lang="en-US" altLang="zh-TW" dirty="0"/>
                        <a:t>4</a:t>
                      </a:r>
                      <a:endParaRPr lang="zh-TW" altLang="en-US" dirty="0"/>
                    </a:p>
                  </a:txBody>
                  <a:tcPr/>
                </a:tc>
                <a:tc>
                  <a:txBody>
                    <a:bodyPr/>
                    <a:lstStyle/>
                    <a:p>
                      <a:r>
                        <a:rPr lang="en-US" altLang="zh-TW" dirty="0"/>
                        <a:t>6</a:t>
                      </a:r>
                      <a:endParaRPr lang="zh-TW" altLang="en-US" dirty="0"/>
                    </a:p>
                  </a:txBody>
                  <a:tcPr/>
                </a:tc>
                <a:tc>
                  <a:txBody>
                    <a:bodyPr/>
                    <a:lstStyle/>
                    <a:p>
                      <a:r>
                        <a:rPr lang="en-US" altLang="zh-TW" dirty="0"/>
                        <a:t>6</a:t>
                      </a:r>
                      <a:endParaRPr lang="zh-TW" altLang="en-US" dirty="0"/>
                    </a:p>
                  </a:txBody>
                  <a:tcPr/>
                </a:tc>
                <a:tc>
                  <a:txBody>
                    <a:bodyPr/>
                    <a:lstStyle/>
                    <a:p>
                      <a:r>
                        <a:rPr lang="en-US" altLang="zh-TW" dirty="0"/>
                        <a:t>--</a:t>
                      </a:r>
                      <a:endParaRPr lang="zh-TW" altLang="en-US" dirty="0"/>
                    </a:p>
                  </a:txBody>
                  <a:tcPr/>
                </a:tc>
                <a:tc>
                  <a:txBody>
                    <a:bodyPr/>
                    <a:lstStyle/>
                    <a:p>
                      <a:pPr marL="0" indent="0">
                        <a:buFont typeface="+mj-lt"/>
                        <a:buNone/>
                      </a:pPr>
                      <a:r>
                        <a:rPr lang="en-US" altLang="zh-TW" dirty="0"/>
                        <a:t>--</a:t>
                      </a:r>
                      <a:endParaRPr lang="zh-TW" altLang="en-US" dirty="0"/>
                    </a:p>
                  </a:txBody>
                  <a:tcPr/>
                </a:tc>
                <a:tc>
                  <a:txBody>
                    <a:bodyPr/>
                    <a:lstStyle/>
                    <a:p>
                      <a:pPr marL="0" indent="0">
                        <a:buFont typeface="+mj-lt"/>
                        <a:buNone/>
                      </a:pPr>
                      <a:r>
                        <a:rPr lang="en-US" altLang="zh-TW" dirty="0"/>
                        <a:t>--</a:t>
                      </a:r>
                      <a:endParaRPr lang="zh-TW" altLang="en-US" dirty="0"/>
                    </a:p>
                  </a:txBody>
                  <a:tcPr/>
                </a:tc>
                <a:extLst>
                  <a:ext uri="{0D108BD9-81ED-4DB2-BD59-A6C34878D82A}">
                    <a16:rowId xmlns:a16="http://schemas.microsoft.com/office/drawing/2014/main" val="2172066270"/>
                  </a:ext>
                </a:extLst>
              </a:tr>
              <a:tr h="190500">
                <a:tc>
                  <a:txBody>
                    <a:bodyPr/>
                    <a:lstStyle/>
                    <a:p>
                      <a:r>
                        <a:rPr lang="en-US" altLang="zh-TW" dirty="0"/>
                        <a:t>T</a:t>
                      </a:r>
                      <a:endParaRPr lang="zh-TW" altLang="en-US" dirty="0"/>
                    </a:p>
                  </a:txBody>
                  <a:tcPr/>
                </a:tc>
                <a:tc>
                  <a:txBody>
                    <a:bodyPr/>
                    <a:lstStyle/>
                    <a:p>
                      <a:r>
                        <a:rPr lang="en-US" altLang="zh-TW" dirty="0"/>
                        <a:t>7</a:t>
                      </a:r>
                      <a:endParaRPr lang="zh-TW" altLang="en-US" dirty="0"/>
                    </a:p>
                  </a:txBody>
                  <a:tcPr/>
                </a:tc>
                <a:tc>
                  <a:txBody>
                    <a:bodyPr/>
                    <a:lstStyle/>
                    <a:p>
                      <a:r>
                        <a:rPr lang="en-US" altLang="zh-TW" dirty="0"/>
                        <a:t>7</a:t>
                      </a:r>
                      <a:endParaRPr lang="zh-TW" altLang="en-US" dirty="0"/>
                    </a:p>
                  </a:txBody>
                  <a:tcPr/>
                </a:tc>
                <a:tc>
                  <a:txBody>
                    <a:bodyPr/>
                    <a:lstStyle/>
                    <a:p>
                      <a:r>
                        <a:rPr lang="en-US" altLang="zh-TW" dirty="0"/>
                        <a:t>7</a:t>
                      </a:r>
                      <a:endParaRPr lang="zh-TW" altLang="en-US" dirty="0"/>
                    </a:p>
                  </a:txBody>
                  <a:tcPr/>
                </a:tc>
                <a:tc>
                  <a:txBody>
                    <a:bodyPr/>
                    <a:lstStyle/>
                    <a:p>
                      <a:r>
                        <a:rPr lang="en-US" altLang="zh-TW" dirty="0"/>
                        <a:t>7</a:t>
                      </a:r>
                      <a:endParaRPr lang="zh-TW" altLang="en-US" dirty="0"/>
                    </a:p>
                  </a:txBody>
                  <a:tcPr/>
                </a:tc>
                <a:tc>
                  <a:txBody>
                    <a:bodyPr/>
                    <a:lstStyle/>
                    <a:p>
                      <a:r>
                        <a:rPr lang="en-US" altLang="zh-TW" dirty="0"/>
                        <a:t>7</a:t>
                      </a:r>
                      <a:endParaRPr lang="zh-TW" altLang="en-US" dirty="0"/>
                    </a:p>
                  </a:txBody>
                  <a:tcPr/>
                </a:tc>
                <a:tc>
                  <a:txBody>
                    <a:bodyPr/>
                    <a:lstStyle/>
                    <a:p>
                      <a:r>
                        <a:rPr lang="en-US" altLang="zh-TW" dirty="0"/>
                        <a:t>7</a:t>
                      </a:r>
                      <a:endParaRPr lang="zh-TW" altLang="en-US" dirty="0"/>
                    </a:p>
                  </a:txBody>
                  <a:tcPr/>
                </a:tc>
                <a:tc>
                  <a:txBody>
                    <a:bodyPr/>
                    <a:lstStyle/>
                    <a:p>
                      <a:r>
                        <a:rPr lang="en-US" altLang="zh-TW" dirty="0"/>
                        <a:t>7</a:t>
                      </a:r>
                      <a:endParaRPr lang="zh-TW" altLang="en-US" dirty="0"/>
                    </a:p>
                  </a:txBody>
                  <a:tcPr/>
                </a:tc>
                <a:tc>
                  <a:txBody>
                    <a:bodyPr/>
                    <a:lstStyle/>
                    <a:p>
                      <a:pPr marL="0" indent="0">
                        <a:buFont typeface="+mj-lt"/>
                        <a:buNone/>
                      </a:pPr>
                      <a:r>
                        <a:rPr lang="en-US" altLang="zh-TW" dirty="0"/>
                        <a:t>--</a:t>
                      </a:r>
                      <a:endParaRPr lang="zh-TW" altLang="en-US" dirty="0"/>
                    </a:p>
                  </a:txBody>
                  <a:tcPr/>
                </a:tc>
                <a:tc>
                  <a:txBody>
                    <a:bodyPr/>
                    <a:lstStyle/>
                    <a:p>
                      <a:pPr marL="0" indent="0">
                        <a:buFont typeface="+mj-lt"/>
                        <a:buNone/>
                      </a:pPr>
                      <a:r>
                        <a:rPr lang="en-US" altLang="zh-TW" dirty="0"/>
                        <a:t>--</a:t>
                      </a:r>
                      <a:endParaRPr lang="zh-TW" altLang="en-US" dirty="0"/>
                    </a:p>
                  </a:txBody>
                  <a:tcPr/>
                </a:tc>
                <a:extLst>
                  <a:ext uri="{0D108BD9-81ED-4DB2-BD59-A6C34878D82A}">
                    <a16:rowId xmlns:a16="http://schemas.microsoft.com/office/drawing/2014/main" val="2220325779"/>
                  </a:ext>
                </a:extLst>
              </a:tr>
            </a:tbl>
          </a:graphicData>
        </a:graphic>
      </p:graphicFrame>
      <p:graphicFrame>
        <p:nvGraphicFramePr>
          <p:cNvPr id="11" name="表格 5">
            <a:extLst>
              <a:ext uri="{FF2B5EF4-FFF2-40B4-BE49-F238E27FC236}">
                <a16:creationId xmlns:a16="http://schemas.microsoft.com/office/drawing/2014/main" id="{EA24076B-2822-41F8-B747-834B4B7898AF}"/>
              </a:ext>
            </a:extLst>
          </p:cNvPr>
          <p:cNvGraphicFramePr>
            <a:graphicFrameLocks/>
          </p:cNvGraphicFramePr>
          <p:nvPr>
            <p:extLst>
              <p:ext uri="{D42A27DB-BD31-4B8C-83A1-F6EECF244321}">
                <p14:modId xmlns:p14="http://schemas.microsoft.com/office/powerpoint/2010/main" val="2240593214"/>
              </p:ext>
            </p:extLst>
          </p:nvPr>
        </p:nvGraphicFramePr>
        <p:xfrm>
          <a:off x="5364088" y="4131920"/>
          <a:ext cx="3538740" cy="2194560"/>
        </p:xfrm>
        <a:graphic>
          <a:graphicData uri="http://schemas.openxmlformats.org/drawingml/2006/table">
            <a:tbl>
              <a:tblPr firstRow="1" bandRow="1">
                <a:tableStyleId>{5C22544A-7EE6-4342-B048-85BDC9FD1C3A}</a:tableStyleId>
              </a:tblPr>
              <a:tblGrid>
                <a:gridCol w="353874">
                  <a:extLst>
                    <a:ext uri="{9D8B030D-6E8A-4147-A177-3AD203B41FA5}">
                      <a16:colId xmlns:a16="http://schemas.microsoft.com/office/drawing/2014/main" val="1898754109"/>
                    </a:ext>
                  </a:extLst>
                </a:gridCol>
                <a:gridCol w="353874">
                  <a:extLst>
                    <a:ext uri="{9D8B030D-6E8A-4147-A177-3AD203B41FA5}">
                      <a16:colId xmlns:a16="http://schemas.microsoft.com/office/drawing/2014/main" val="3224462606"/>
                    </a:ext>
                  </a:extLst>
                </a:gridCol>
                <a:gridCol w="353874">
                  <a:extLst>
                    <a:ext uri="{9D8B030D-6E8A-4147-A177-3AD203B41FA5}">
                      <a16:colId xmlns:a16="http://schemas.microsoft.com/office/drawing/2014/main" val="2510012454"/>
                    </a:ext>
                  </a:extLst>
                </a:gridCol>
                <a:gridCol w="353874">
                  <a:extLst>
                    <a:ext uri="{9D8B030D-6E8A-4147-A177-3AD203B41FA5}">
                      <a16:colId xmlns:a16="http://schemas.microsoft.com/office/drawing/2014/main" val="3796120955"/>
                    </a:ext>
                  </a:extLst>
                </a:gridCol>
                <a:gridCol w="353874">
                  <a:extLst>
                    <a:ext uri="{9D8B030D-6E8A-4147-A177-3AD203B41FA5}">
                      <a16:colId xmlns:a16="http://schemas.microsoft.com/office/drawing/2014/main" val="3515533339"/>
                    </a:ext>
                  </a:extLst>
                </a:gridCol>
                <a:gridCol w="353874">
                  <a:extLst>
                    <a:ext uri="{9D8B030D-6E8A-4147-A177-3AD203B41FA5}">
                      <a16:colId xmlns:a16="http://schemas.microsoft.com/office/drawing/2014/main" val="1306893939"/>
                    </a:ext>
                  </a:extLst>
                </a:gridCol>
                <a:gridCol w="353874">
                  <a:extLst>
                    <a:ext uri="{9D8B030D-6E8A-4147-A177-3AD203B41FA5}">
                      <a16:colId xmlns:a16="http://schemas.microsoft.com/office/drawing/2014/main" val="1179272519"/>
                    </a:ext>
                  </a:extLst>
                </a:gridCol>
                <a:gridCol w="353874">
                  <a:extLst>
                    <a:ext uri="{9D8B030D-6E8A-4147-A177-3AD203B41FA5}">
                      <a16:colId xmlns:a16="http://schemas.microsoft.com/office/drawing/2014/main" val="2625996415"/>
                    </a:ext>
                  </a:extLst>
                </a:gridCol>
                <a:gridCol w="353874">
                  <a:extLst>
                    <a:ext uri="{9D8B030D-6E8A-4147-A177-3AD203B41FA5}">
                      <a16:colId xmlns:a16="http://schemas.microsoft.com/office/drawing/2014/main" val="1008476416"/>
                    </a:ext>
                  </a:extLst>
                </a:gridCol>
                <a:gridCol w="353874">
                  <a:extLst>
                    <a:ext uri="{9D8B030D-6E8A-4147-A177-3AD203B41FA5}">
                      <a16:colId xmlns:a16="http://schemas.microsoft.com/office/drawing/2014/main" val="1140659569"/>
                    </a:ext>
                  </a:extLst>
                </a:gridCol>
              </a:tblGrid>
              <a:tr h="314895">
                <a:tc>
                  <a:txBody>
                    <a:bodyPr/>
                    <a:lstStyle/>
                    <a:p>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tc>
                  <a:txBody>
                    <a:bodyPr/>
                    <a:lstStyle/>
                    <a:p>
                      <a:r>
                        <a:rPr lang="en-US" altLang="zh-TW" dirty="0"/>
                        <a:t>4</a:t>
                      </a:r>
                      <a:endParaRPr lang="zh-TW" altLang="en-US" dirty="0"/>
                    </a:p>
                  </a:txBody>
                  <a:tcPr/>
                </a:tc>
                <a:tc>
                  <a:txBody>
                    <a:bodyPr/>
                    <a:lstStyle/>
                    <a:p>
                      <a:r>
                        <a:rPr lang="en-US" altLang="zh-TW" dirty="0"/>
                        <a:t>5</a:t>
                      </a:r>
                      <a:endParaRPr lang="zh-TW" altLang="en-US" dirty="0"/>
                    </a:p>
                  </a:txBody>
                  <a:tcPr/>
                </a:tc>
                <a:tc>
                  <a:txBody>
                    <a:bodyPr/>
                    <a:lstStyle/>
                    <a:p>
                      <a:r>
                        <a:rPr lang="en-US" altLang="zh-TW" dirty="0"/>
                        <a:t>6</a:t>
                      </a:r>
                      <a:endParaRPr lang="zh-TW" altLang="en-US" dirty="0"/>
                    </a:p>
                  </a:txBody>
                  <a:tcPr/>
                </a:tc>
                <a:tc>
                  <a:txBody>
                    <a:bodyPr/>
                    <a:lstStyle/>
                    <a:p>
                      <a:pPr marL="0" indent="0">
                        <a:buFont typeface="+mj-lt"/>
                        <a:buNone/>
                      </a:pPr>
                      <a:r>
                        <a:rPr lang="en-US" altLang="zh-TW" dirty="0"/>
                        <a:t>7</a:t>
                      </a:r>
                      <a:endParaRPr lang="zh-TW" altLang="en-US" dirty="0"/>
                    </a:p>
                  </a:txBody>
                  <a:tcPr/>
                </a:tc>
                <a:tc>
                  <a:txBody>
                    <a:bodyPr/>
                    <a:lstStyle/>
                    <a:p>
                      <a:pPr marL="0" indent="0">
                        <a:buFont typeface="+mj-lt"/>
                        <a:buNone/>
                      </a:pPr>
                      <a:r>
                        <a:rPr lang="en-US" altLang="zh-TW" dirty="0"/>
                        <a:t>8</a:t>
                      </a:r>
                      <a:endParaRPr lang="zh-TW" altLang="en-US" dirty="0"/>
                    </a:p>
                  </a:txBody>
                  <a:tcPr/>
                </a:tc>
                <a:extLst>
                  <a:ext uri="{0D108BD9-81ED-4DB2-BD59-A6C34878D82A}">
                    <a16:rowId xmlns:a16="http://schemas.microsoft.com/office/drawing/2014/main" val="2462012123"/>
                  </a:ext>
                </a:extLst>
              </a:tr>
              <a:tr h="314895">
                <a:tc>
                  <a:txBody>
                    <a:bodyPr/>
                    <a:lstStyle/>
                    <a:p>
                      <a:endParaRPr lang="zh-TW" altLang="en-US" dirty="0"/>
                    </a:p>
                  </a:txBody>
                  <a:tcPr/>
                </a:tc>
                <a:tc>
                  <a:txBody>
                    <a:bodyPr/>
                    <a:lstStyle/>
                    <a:p>
                      <a:endParaRPr lang="zh-TW" altLang="en-US" dirty="0"/>
                    </a:p>
                  </a:txBody>
                  <a:tcPr/>
                </a:tc>
                <a:tc>
                  <a:txBody>
                    <a:bodyPr/>
                    <a:lstStyle/>
                    <a:p>
                      <a:r>
                        <a:rPr lang="en-US" altLang="zh-TW" dirty="0"/>
                        <a:t>A</a:t>
                      </a:r>
                      <a:endParaRPr lang="zh-TW" altLang="en-US" dirty="0"/>
                    </a:p>
                  </a:txBody>
                  <a:tcPr/>
                </a:tc>
                <a:tc>
                  <a:txBody>
                    <a:bodyPr/>
                    <a:lstStyle/>
                    <a:p>
                      <a:r>
                        <a:rPr lang="en-US" altLang="zh-TW" dirty="0"/>
                        <a:t>G</a:t>
                      </a:r>
                      <a:endParaRPr lang="zh-TW" altLang="en-US" dirty="0"/>
                    </a:p>
                  </a:txBody>
                  <a:tcPr/>
                </a:tc>
                <a:tc>
                  <a:txBody>
                    <a:bodyPr/>
                    <a:lstStyle/>
                    <a:p>
                      <a:r>
                        <a:rPr lang="en-US" altLang="zh-TW" dirty="0"/>
                        <a:t>T</a:t>
                      </a:r>
                      <a:endParaRPr lang="zh-TW" altLang="en-US" dirty="0"/>
                    </a:p>
                  </a:txBody>
                  <a:tcPr/>
                </a:tc>
                <a:tc>
                  <a:txBody>
                    <a:bodyPr/>
                    <a:lstStyle/>
                    <a:p>
                      <a:r>
                        <a:rPr lang="en-US" altLang="zh-TW" dirty="0"/>
                        <a:t>C</a:t>
                      </a:r>
                      <a:endParaRPr lang="zh-TW" altLang="en-US" dirty="0"/>
                    </a:p>
                  </a:txBody>
                  <a:tcPr/>
                </a:tc>
                <a:tc>
                  <a:txBody>
                    <a:bodyPr/>
                    <a:lstStyle/>
                    <a:p>
                      <a:r>
                        <a:rPr lang="en-US" altLang="zh-TW" dirty="0"/>
                        <a:t>T</a:t>
                      </a:r>
                      <a:endParaRPr lang="zh-TW" altLang="en-US" dirty="0"/>
                    </a:p>
                  </a:txBody>
                  <a:tcPr/>
                </a:tc>
                <a:tc>
                  <a:txBody>
                    <a:bodyPr/>
                    <a:lstStyle/>
                    <a:p>
                      <a:r>
                        <a:rPr lang="en-US" altLang="zh-TW" dirty="0"/>
                        <a:t>G</a:t>
                      </a:r>
                      <a:endParaRPr lang="zh-TW" altLang="en-US" dirty="0"/>
                    </a:p>
                  </a:txBody>
                  <a:tcPr/>
                </a:tc>
                <a:tc>
                  <a:txBody>
                    <a:bodyPr/>
                    <a:lstStyle/>
                    <a:p>
                      <a:pPr marL="0" indent="0">
                        <a:buFont typeface="+mj-lt"/>
                        <a:buNone/>
                      </a:pPr>
                      <a:r>
                        <a:rPr lang="en-US" altLang="zh-TW" dirty="0"/>
                        <a:t>A</a:t>
                      </a:r>
                      <a:endParaRPr lang="zh-TW" altLang="en-US" dirty="0"/>
                    </a:p>
                  </a:txBody>
                  <a:tcPr/>
                </a:tc>
                <a:tc>
                  <a:txBody>
                    <a:bodyPr/>
                    <a:lstStyle/>
                    <a:p>
                      <a:pPr marL="0" indent="0">
                        <a:buFont typeface="+mj-lt"/>
                        <a:buNone/>
                      </a:pPr>
                      <a:r>
                        <a:rPr lang="en-US" altLang="zh-TW" dirty="0"/>
                        <a:t>C</a:t>
                      </a:r>
                      <a:endParaRPr lang="zh-TW" altLang="en-US" dirty="0"/>
                    </a:p>
                  </a:txBody>
                  <a:tcPr/>
                </a:tc>
                <a:extLst>
                  <a:ext uri="{0D108BD9-81ED-4DB2-BD59-A6C34878D82A}">
                    <a16:rowId xmlns:a16="http://schemas.microsoft.com/office/drawing/2014/main" val="3764949697"/>
                  </a:ext>
                </a:extLst>
              </a:tr>
              <a:tr h="314895">
                <a:tc>
                  <a:txBody>
                    <a:bodyPr/>
                    <a:lstStyle/>
                    <a:p>
                      <a:r>
                        <a:rPr lang="en-US" altLang="zh-TW" dirty="0"/>
                        <a:t>A</a:t>
                      </a:r>
                      <a:endParaRPr lang="zh-TW" altLang="en-US" dirty="0"/>
                    </a:p>
                  </a:txBody>
                  <a:tcPr/>
                </a:tc>
                <a:tc>
                  <a:txBody>
                    <a:bodyPr/>
                    <a:lstStyle/>
                    <a:p>
                      <a:r>
                        <a:rPr lang="en-US" altLang="zh-TW" dirty="0"/>
                        <a:t>1</a:t>
                      </a:r>
                      <a:endParaRPr lang="zh-TW" altLang="en-US" dirty="0"/>
                    </a:p>
                  </a:txBody>
                  <a:tcPr/>
                </a:tc>
                <a:tc>
                  <a:txBody>
                    <a:bodyPr/>
                    <a:lstStyle/>
                    <a:p>
                      <a:r>
                        <a:rPr lang="en-US" altLang="zh-TW" dirty="0"/>
                        <a:t>7</a:t>
                      </a:r>
                      <a:endParaRPr lang="zh-TW" altLang="en-US" dirty="0"/>
                    </a:p>
                  </a:txBody>
                  <a:tcPr/>
                </a:tc>
                <a:tc>
                  <a:txBody>
                    <a:bodyPr/>
                    <a:lstStyle/>
                    <a:p>
                      <a:r>
                        <a:rPr lang="en-US" altLang="zh-TW" dirty="0"/>
                        <a:t>7</a:t>
                      </a:r>
                      <a:endParaRPr lang="zh-TW" altLang="en-US" dirty="0"/>
                    </a:p>
                  </a:txBody>
                  <a:tcPr/>
                </a:tc>
                <a:tc>
                  <a:txBody>
                    <a:bodyPr/>
                    <a:lstStyle/>
                    <a:p>
                      <a:r>
                        <a:rPr lang="en-US" altLang="zh-TW" dirty="0"/>
                        <a:t>7</a:t>
                      </a:r>
                      <a:endParaRPr lang="zh-TW" altLang="en-US" dirty="0"/>
                    </a:p>
                  </a:txBody>
                  <a:tcPr/>
                </a:tc>
                <a:tc>
                  <a:txBody>
                    <a:bodyPr/>
                    <a:lstStyle/>
                    <a:p>
                      <a:r>
                        <a:rPr lang="en-US" altLang="zh-TW" dirty="0"/>
                        <a:t>7</a:t>
                      </a:r>
                      <a:endParaRPr lang="zh-TW" altLang="en-US" dirty="0"/>
                    </a:p>
                  </a:txBody>
                  <a:tcPr/>
                </a:tc>
                <a:tc>
                  <a:txBody>
                    <a:bodyPr/>
                    <a:lstStyle/>
                    <a:p>
                      <a:r>
                        <a:rPr lang="en-US" altLang="zh-TW" dirty="0"/>
                        <a:t>7</a:t>
                      </a:r>
                      <a:endParaRPr lang="zh-TW" altLang="en-US" dirty="0"/>
                    </a:p>
                  </a:txBody>
                  <a:tcPr/>
                </a:tc>
                <a:tc>
                  <a:txBody>
                    <a:bodyPr/>
                    <a:lstStyle/>
                    <a:p>
                      <a:r>
                        <a:rPr lang="en-US" altLang="zh-TW" dirty="0"/>
                        <a:t>7</a:t>
                      </a:r>
                      <a:endParaRPr lang="zh-TW" altLang="en-US" dirty="0"/>
                    </a:p>
                  </a:txBody>
                  <a:tcPr/>
                </a:tc>
                <a:tc>
                  <a:txBody>
                    <a:bodyPr/>
                    <a:lstStyle/>
                    <a:p>
                      <a:pPr marL="0" indent="0">
                        <a:buFont typeface="+mj-lt"/>
                        <a:buNone/>
                      </a:pPr>
                      <a:r>
                        <a:rPr lang="en-US" altLang="zh-TW" dirty="0"/>
                        <a:t>--</a:t>
                      </a:r>
                      <a:endParaRPr lang="zh-TW" altLang="en-US" dirty="0"/>
                    </a:p>
                  </a:txBody>
                  <a:tcPr/>
                </a:tc>
                <a:tc>
                  <a:txBody>
                    <a:bodyPr/>
                    <a:lstStyle/>
                    <a:p>
                      <a:pPr marL="0" indent="0">
                        <a:buFont typeface="+mj-lt"/>
                        <a:buNone/>
                      </a:pPr>
                      <a:r>
                        <a:rPr lang="en-US" altLang="zh-TW" dirty="0"/>
                        <a:t>--</a:t>
                      </a:r>
                      <a:endParaRPr lang="zh-TW" altLang="en-US" dirty="0"/>
                    </a:p>
                  </a:txBody>
                  <a:tcPr/>
                </a:tc>
                <a:extLst>
                  <a:ext uri="{0D108BD9-81ED-4DB2-BD59-A6C34878D82A}">
                    <a16:rowId xmlns:a16="http://schemas.microsoft.com/office/drawing/2014/main" val="1398535372"/>
                  </a:ext>
                </a:extLst>
              </a:tr>
              <a:tr h="314895">
                <a:tc>
                  <a:txBody>
                    <a:bodyPr/>
                    <a:lstStyle/>
                    <a:p>
                      <a:r>
                        <a:rPr lang="en-US" altLang="zh-TW" dirty="0"/>
                        <a:t>C</a:t>
                      </a:r>
                      <a:endParaRPr lang="zh-TW" altLang="en-US" dirty="0"/>
                    </a:p>
                  </a:txBody>
                  <a:tcPr/>
                </a:tc>
                <a:tc>
                  <a:txBody>
                    <a:bodyPr/>
                    <a:lstStyle/>
                    <a:p>
                      <a:r>
                        <a:rPr lang="en-US" altLang="zh-TW" dirty="0"/>
                        <a:t>4</a:t>
                      </a:r>
                      <a:endParaRPr lang="zh-TW" altLang="en-US" dirty="0"/>
                    </a:p>
                  </a:txBody>
                  <a:tcPr/>
                </a:tc>
                <a:tc>
                  <a:txBody>
                    <a:bodyPr/>
                    <a:lstStyle/>
                    <a:p>
                      <a:r>
                        <a:rPr lang="en-US" altLang="zh-TW" dirty="0"/>
                        <a:t>4</a:t>
                      </a:r>
                      <a:endParaRPr lang="zh-TW" altLang="en-US" dirty="0"/>
                    </a:p>
                  </a:txBody>
                  <a:tcPr/>
                </a:tc>
                <a:tc>
                  <a:txBody>
                    <a:bodyPr/>
                    <a:lstStyle/>
                    <a:p>
                      <a:r>
                        <a:rPr lang="en-US" altLang="zh-TW" dirty="0"/>
                        <a:t>4</a:t>
                      </a:r>
                      <a:endParaRPr lang="zh-TW" altLang="en-US" dirty="0"/>
                    </a:p>
                  </a:txBody>
                  <a:tcPr/>
                </a:tc>
                <a:tc>
                  <a:txBody>
                    <a:bodyPr/>
                    <a:lstStyle/>
                    <a:p>
                      <a:r>
                        <a:rPr lang="en-US" altLang="zh-TW" dirty="0"/>
                        <a:t>4</a:t>
                      </a:r>
                      <a:endParaRPr lang="zh-TW" altLang="en-US" dirty="0"/>
                    </a:p>
                  </a:txBody>
                  <a:tcPr/>
                </a:tc>
                <a:tc>
                  <a:txBody>
                    <a:bodyPr/>
                    <a:lstStyle/>
                    <a:p>
                      <a:r>
                        <a:rPr lang="en-US" altLang="zh-TW" dirty="0"/>
                        <a:t>8</a:t>
                      </a:r>
                      <a:endParaRPr lang="zh-TW" altLang="en-US" dirty="0"/>
                    </a:p>
                  </a:txBody>
                  <a:tcPr/>
                </a:tc>
                <a:tc>
                  <a:txBody>
                    <a:bodyPr/>
                    <a:lstStyle/>
                    <a:p>
                      <a:r>
                        <a:rPr lang="en-US" altLang="zh-TW" dirty="0"/>
                        <a:t>8</a:t>
                      </a:r>
                      <a:endParaRPr lang="zh-TW" altLang="en-US" dirty="0"/>
                    </a:p>
                  </a:txBody>
                  <a:tcPr/>
                </a:tc>
                <a:tc>
                  <a:txBody>
                    <a:bodyPr/>
                    <a:lstStyle/>
                    <a:p>
                      <a:r>
                        <a:rPr lang="en-US" altLang="zh-TW" dirty="0"/>
                        <a:t>8</a:t>
                      </a:r>
                      <a:endParaRPr lang="zh-TW" altLang="en-US" dirty="0"/>
                    </a:p>
                  </a:txBody>
                  <a:tcPr/>
                </a:tc>
                <a:tc>
                  <a:txBody>
                    <a:bodyPr/>
                    <a:lstStyle/>
                    <a:p>
                      <a:pPr marL="0" indent="0">
                        <a:buFont typeface="+mj-lt"/>
                        <a:buNone/>
                      </a:pPr>
                      <a:r>
                        <a:rPr lang="en-US" altLang="zh-TW" dirty="0"/>
                        <a:t>8</a:t>
                      </a:r>
                      <a:endParaRPr lang="zh-TW" altLang="en-US" dirty="0"/>
                    </a:p>
                  </a:txBody>
                  <a:tcPr/>
                </a:tc>
                <a:tc>
                  <a:txBody>
                    <a:bodyPr/>
                    <a:lstStyle/>
                    <a:p>
                      <a:pPr marL="0" indent="0">
                        <a:buFont typeface="+mj-lt"/>
                        <a:buNone/>
                      </a:pPr>
                      <a:r>
                        <a:rPr lang="en-US" altLang="zh-TW" dirty="0"/>
                        <a:t>--</a:t>
                      </a:r>
                      <a:endParaRPr lang="zh-TW" altLang="en-US" dirty="0"/>
                    </a:p>
                  </a:txBody>
                  <a:tcPr/>
                </a:tc>
                <a:extLst>
                  <a:ext uri="{0D108BD9-81ED-4DB2-BD59-A6C34878D82A}">
                    <a16:rowId xmlns:a16="http://schemas.microsoft.com/office/drawing/2014/main" val="3492269432"/>
                  </a:ext>
                </a:extLst>
              </a:tr>
              <a:tr h="314895">
                <a:tc>
                  <a:txBody>
                    <a:bodyPr/>
                    <a:lstStyle/>
                    <a:p>
                      <a:r>
                        <a:rPr lang="en-US" altLang="zh-TW" dirty="0"/>
                        <a:t>G</a:t>
                      </a:r>
                      <a:endParaRPr lang="zh-TW" altLang="en-US" dirty="0"/>
                    </a:p>
                  </a:txBody>
                  <a:tcPr/>
                </a:tc>
                <a:tc>
                  <a:txBody>
                    <a:bodyPr/>
                    <a:lstStyle/>
                    <a:p>
                      <a:r>
                        <a:rPr lang="en-US" altLang="zh-TW" dirty="0"/>
                        <a:t>2</a:t>
                      </a:r>
                      <a:endParaRPr lang="zh-TW" altLang="en-US" dirty="0"/>
                    </a:p>
                  </a:txBody>
                  <a:tcPr/>
                </a:tc>
                <a:tc>
                  <a:txBody>
                    <a:bodyPr/>
                    <a:lstStyle/>
                    <a:p>
                      <a:r>
                        <a:rPr lang="en-US" altLang="zh-TW" dirty="0"/>
                        <a:t>2</a:t>
                      </a:r>
                      <a:endParaRPr lang="zh-TW" altLang="en-US" dirty="0"/>
                    </a:p>
                  </a:txBody>
                  <a:tcPr/>
                </a:tc>
                <a:tc>
                  <a:txBody>
                    <a:bodyPr/>
                    <a:lstStyle/>
                    <a:p>
                      <a:r>
                        <a:rPr lang="en-US" altLang="zh-TW" dirty="0"/>
                        <a:t>6</a:t>
                      </a:r>
                      <a:endParaRPr lang="zh-TW" altLang="en-US" dirty="0"/>
                    </a:p>
                  </a:txBody>
                  <a:tcPr/>
                </a:tc>
                <a:tc>
                  <a:txBody>
                    <a:bodyPr/>
                    <a:lstStyle/>
                    <a:p>
                      <a:r>
                        <a:rPr lang="en-US" altLang="zh-TW" dirty="0"/>
                        <a:t>6</a:t>
                      </a:r>
                      <a:endParaRPr lang="zh-TW" altLang="en-US" dirty="0"/>
                    </a:p>
                  </a:txBody>
                  <a:tcPr/>
                </a:tc>
                <a:tc>
                  <a:txBody>
                    <a:bodyPr/>
                    <a:lstStyle/>
                    <a:p>
                      <a:r>
                        <a:rPr lang="en-US" altLang="zh-TW" dirty="0"/>
                        <a:t>6</a:t>
                      </a:r>
                      <a:endParaRPr lang="zh-TW" altLang="en-US" dirty="0"/>
                    </a:p>
                  </a:txBody>
                  <a:tcPr/>
                </a:tc>
                <a:tc>
                  <a:txBody>
                    <a:bodyPr/>
                    <a:lstStyle/>
                    <a:p>
                      <a:r>
                        <a:rPr lang="en-US" altLang="zh-TW" dirty="0"/>
                        <a:t>6</a:t>
                      </a:r>
                      <a:endParaRPr lang="zh-TW" altLang="en-US" dirty="0"/>
                    </a:p>
                  </a:txBody>
                  <a:tcPr/>
                </a:tc>
                <a:tc>
                  <a:txBody>
                    <a:bodyPr/>
                    <a:lstStyle/>
                    <a:p>
                      <a:r>
                        <a:rPr lang="en-US" altLang="zh-TW" dirty="0"/>
                        <a:t>--</a:t>
                      </a:r>
                      <a:endParaRPr lang="zh-TW" altLang="en-US" dirty="0"/>
                    </a:p>
                  </a:txBody>
                  <a:tcPr/>
                </a:tc>
                <a:tc>
                  <a:txBody>
                    <a:bodyPr/>
                    <a:lstStyle/>
                    <a:p>
                      <a:pPr marL="0" indent="0">
                        <a:buFont typeface="+mj-lt"/>
                        <a:buNone/>
                      </a:pPr>
                      <a:r>
                        <a:rPr lang="en-US" altLang="zh-TW" dirty="0"/>
                        <a:t>--</a:t>
                      </a:r>
                      <a:endParaRPr lang="zh-TW" altLang="en-US" dirty="0"/>
                    </a:p>
                  </a:txBody>
                  <a:tcPr/>
                </a:tc>
                <a:tc>
                  <a:txBody>
                    <a:bodyPr/>
                    <a:lstStyle/>
                    <a:p>
                      <a:pPr marL="0" indent="0">
                        <a:buFont typeface="+mj-lt"/>
                        <a:buNone/>
                      </a:pPr>
                      <a:r>
                        <a:rPr lang="en-US" altLang="zh-TW" dirty="0"/>
                        <a:t>--</a:t>
                      </a:r>
                      <a:endParaRPr lang="zh-TW" altLang="en-US" dirty="0"/>
                    </a:p>
                  </a:txBody>
                  <a:tcPr/>
                </a:tc>
                <a:extLst>
                  <a:ext uri="{0D108BD9-81ED-4DB2-BD59-A6C34878D82A}">
                    <a16:rowId xmlns:a16="http://schemas.microsoft.com/office/drawing/2014/main" val="3943422730"/>
                  </a:ext>
                </a:extLst>
              </a:tr>
              <a:tr h="314895">
                <a:tc>
                  <a:txBody>
                    <a:bodyPr/>
                    <a:lstStyle/>
                    <a:p>
                      <a:r>
                        <a:rPr lang="en-US" altLang="zh-TW" dirty="0"/>
                        <a:t>T</a:t>
                      </a:r>
                      <a:endParaRPr lang="zh-TW" altLang="en-US" dirty="0"/>
                    </a:p>
                  </a:txBody>
                  <a:tcPr/>
                </a:tc>
                <a:tc>
                  <a:txBody>
                    <a:bodyPr/>
                    <a:lstStyle/>
                    <a:p>
                      <a:r>
                        <a:rPr lang="en-US" altLang="zh-TW" dirty="0"/>
                        <a:t>3</a:t>
                      </a:r>
                      <a:endParaRPr lang="zh-TW" altLang="en-US" dirty="0"/>
                    </a:p>
                  </a:txBody>
                  <a:tcPr/>
                </a:tc>
                <a:tc>
                  <a:txBody>
                    <a:bodyPr/>
                    <a:lstStyle/>
                    <a:p>
                      <a:r>
                        <a:rPr lang="en-US" altLang="zh-TW" dirty="0"/>
                        <a:t>3</a:t>
                      </a:r>
                      <a:endParaRPr lang="zh-TW" altLang="en-US" dirty="0"/>
                    </a:p>
                  </a:txBody>
                  <a:tcPr/>
                </a:tc>
                <a:tc>
                  <a:txBody>
                    <a:bodyPr/>
                    <a:lstStyle/>
                    <a:p>
                      <a:r>
                        <a:rPr lang="en-US" altLang="zh-TW" dirty="0"/>
                        <a:t>3</a:t>
                      </a:r>
                      <a:endParaRPr lang="zh-TW" altLang="en-US" dirty="0"/>
                    </a:p>
                  </a:txBody>
                  <a:tcPr/>
                </a:tc>
                <a:tc>
                  <a:txBody>
                    <a:bodyPr/>
                    <a:lstStyle/>
                    <a:p>
                      <a:r>
                        <a:rPr lang="en-US" altLang="zh-TW" dirty="0"/>
                        <a:t>5</a:t>
                      </a:r>
                      <a:endParaRPr lang="zh-TW" altLang="en-US" dirty="0"/>
                    </a:p>
                  </a:txBody>
                  <a:tcPr/>
                </a:tc>
                <a:tc>
                  <a:txBody>
                    <a:bodyPr/>
                    <a:lstStyle/>
                    <a:p>
                      <a:r>
                        <a:rPr lang="en-US" altLang="zh-TW" dirty="0"/>
                        <a:t>5</a:t>
                      </a:r>
                      <a:endParaRPr lang="zh-TW" altLang="en-US" dirty="0"/>
                    </a:p>
                  </a:txBody>
                  <a:tcPr/>
                </a:tc>
                <a:tc>
                  <a:txBody>
                    <a:bodyPr/>
                    <a:lstStyle/>
                    <a:p>
                      <a:r>
                        <a:rPr lang="en-US" altLang="zh-TW" dirty="0"/>
                        <a:t>--</a:t>
                      </a:r>
                      <a:endParaRPr lang="zh-TW" altLang="en-US" dirty="0"/>
                    </a:p>
                  </a:txBody>
                  <a:tcPr/>
                </a:tc>
                <a:tc>
                  <a:txBody>
                    <a:bodyPr/>
                    <a:lstStyle/>
                    <a:p>
                      <a:r>
                        <a:rPr lang="en-US" altLang="zh-TW" dirty="0"/>
                        <a:t>--</a:t>
                      </a:r>
                      <a:endParaRPr lang="zh-TW" altLang="en-US" dirty="0"/>
                    </a:p>
                  </a:txBody>
                  <a:tcPr/>
                </a:tc>
                <a:tc>
                  <a:txBody>
                    <a:bodyPr/>
                    <a:lstStyle/>
                    <a:p>
                      <a:pPr marL="0" indent="0">
                        <a:buFont typeface="+mj-lt"/>
                        <a:buNone/>
                      </a:pPr>
                      <a:r>
                        <a:rPr lang="en-US" altLang="zh-TW" dirty="0"/>
                        <a:t>--</a:t>
                      </a:r>
                      <a:endParaRPr lang="zh-TW" altLang="en-US" dirty="0"/>
                    </a:p>
                  </a:txBody>
                  <a:tcPr/>
                </a:tc>
                <a:tc>
                  <a:txBody>
                    <a:bodyPr/>
                    <a:lstStyle/>
                    <a:p>
                      <a:pPr marL="0" indent="0">
                        <a:buFont typeface="+mj-lt"/>
                        <a:buNone/>
                      </a:pPr>
                      <a:r>
                        <a:rPr lang="en-US" altLang="zh-TW" dirty="0"/>
                        <a:t>--</a:t>
                      </a:r>
                      <a:endParaRPr lang="zh-TW" altLang="en-US" dirty="0"/>
                    </a:p>
                  </a:txBody>
                  <a:tcPr/>
                </a:tc>
                <a:extLst>
                  <a:ext uri="{0D108BD9-81ED-4DB2-BD59-A6C34878D82A}">
                    <a16:rowId xmlns:a16="http://schemas.microsoft.com/office/drawing/2014/main" val="934418752"/>
                  </a:ext>
                </a:extLst>
              </a:tr>
            </a:tbl>
          </a:graphicData>
        </a:graphic>
      </p:graphicFrame>
      <p:pic>
        <p:nvPicPr>
          <p:cNvPr id="15" name="圖片 14">
            <a:extLst>
              <a:ext uri="{FF2B5EF4-FFF2-40B4-BE49-F238E27FC236}">
                <a16:creationId xmlns:a16="http://schemas.microsoft.com/office/drawing/2014/main" id="{5D4C2F7F-934E-FE17-652C-BD7E1A36A4EE}"/>
              </a:ext>
            </a:extLst>
          </p:cNvPr>
          <p:cNvPicPr>
            <a:picLocks noChangeAspect="1"/>
          </p:cNvPicPr>
          <p:nvPr/>
        </p:nvPicPr>
        <p:blipFill>
          <a:blip r:embed="rId3"/>
          <a:stretch>
            <a:fillRect/>
          </a:stretch>
        </p:blipFill>
        <p:spPr>
          <a:xfrm>
            <a:off x="694979" y="1394891"/>
            <a:ext cx="3105150" cy="518427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9942627C-6E7B-A5DA-97D3-0401FD10C344}"/>
              </a:ext>
            </a:extLst>
          </p:cNvPr>
          <p:cNvPicPr>
            <a:picLocks noChangeAspect="1"/>
          </p:cNvPicPr>
          <p:nvPr/>
        </p:nvPicPr>
        <p:blipFill>
          <a:blip r:embed="rId3"/>
          <a:stretch>
            <a:fillRect/>
          </a:stretch>
        </p:blipFill>
        <p:spPr>
          <a:xfrm>
            <a:off x="611560" y="1197590"/>
            <a:ext cx="4342181" cy="5356056"/>
          </a:xfrm>
          <a:prstGeom prst="rect">
            <a:avLst/>
          </a:prstGeom>
        </p:spPr>
      </p:pic>
      <p:sp>
        <p:nvSpPr>
          <p:cNvPr id="2" name="標題 1"/>
          <p:cNvSpPr>
            <a:spLocks noGrp="1"/>
          </p:cNvSpPr>
          <p:nvPr>
            <p:ph type="title"/>
          </p:nvPr>
        </p:nvSpPr>
        <p:spPr/>
        <p:txBody>
          <a:bodyPr/>
          <a:lstStyle/>
          <a:p>
            <a:r>
              <a:rPr lang="en-US" altLang="zh-TW" dirty="0"/>
              <a:t>PRDAG(2)</a:t>
            </a:r>
            <a:endParaRPr lang="zh-TW" altLang="en-US" dirty="0"/>
          </a:p>
        </p:txBody>
      </p:sp>
      <p:graphicFrame>
        <p:nvGraphicFramePr>
          <p:cNvPr id="8" name="內容版面配置區 7">
            <a:extLst>
              <a:ext uri="{FF2B5EF4-FFF2-40B4-BE49-F238E27FC236}">
                <a16:creationId xmlns:a16="http://schemas.microsoft.com/office/drawing/2014/main" id="{72A9F4B6-1CF3-2B32-547D-53837537FECA}"/>
              </a:ext>
            </a:extLst>
          </p:cNvPr>
          <p:cNvGraphicFramePr>
            <a:graphicFrameLocks noGrp="1"/>
          </p:cNvGraphicFramePr>
          <p:nvPr>
            <p:ph idx="1"/>
          </p:nvPr>
        </p:nvGraphicFramePr>
        <p:xfrm>
          <a:off x="5364088" y="1628800"/>
          <a:ext cx="3538740" cy="2194560"/>
        </p:xfrm>
        <a:graphic>
          <a:graphicData uri="http://schemas.openxmlformats.org/drawingml/2006/table">
            <a:tbl>
              <a:tblPr firstRow="1" bandRow="1">
                <a:tableStyleId>{5C22544A-7EE6-4342-B048-85BDC9FD1C3A}</a:tableStyleId>
              </a:tblPr>
              <a:tblGrid>
                <a:gridCol w="353874">
                  <a:extLst>
                    <a:ext uri="{9D8B030D-6E8A-4147-A177-3AD203B41FA5}">
                      <a16:colId xmlns:a16="http://schemas.microsoft.com/office/drawing/2014/main" val="4208694419"/>
                    </a:ext>
                  </a:extLst>
                </a:gridCol>
                <a:gridCol w="353874">
                  <a:extLst>
                    <a:ext uri="{9D8B030D-6E8A-4147-A177-3AD203B41FA5}">
                      <a16:colId xmlns:a16="http://schemas.microsoft.com/office/drawing/2014/main" val="522800100"/>
                    </a:ext>
                  </a:extLst>
                </a:gridCol>
                <a:gridCol w="353874">
                  <a:extLst>
                    <a:ext uri="{9D8B030D-6E8A-4147-A177-3AD203B41FA5}">
                      <a16:colId xmlns:a16="http://schemas.microsoft.com/office/drawing/2014/main" val="1285069252"/>
                    </a:ext>
                  </a:extLst>
                </a:gridCol>
                <a:gridCol w="353874">
                  <a:extLst>
                    <a:ext uri="{9D8B030D-6E8A-4147-A177-3AD203B41FA5}">
                      <a16:colId xmlns:a16="http://schemas.microsoft.com/office/drawing/2014/main" val="4177899872"/>
                    </a:ext>
                  </a:extLst>
                </a:gridCol>
                <a:gridCol w="353874">
                  <a:extLst>
                    <a:ext uri="{9D8B030D-6E8A-4147-A177-3AD203B41FA5}">
                      <a16:colId xmlns:a16="http://schemas.microsoft.com/office/drawing/2014/main" val="260681134"/>
                    </a:ext>
                  </a:extLst>
                </a:gridCol>
                <a:gridCol w="353874">
                  <a:extLst>
                    <a:ext uri="{9D8B030D-6E8A-4147-A177-3AD203B41FA5}">
                      <a16:colId xmlns:a16="http://schemas.microsoft.com/office/drawing/2014/main" val="3969818559"/>
                    </a:ext>
                  </a:extLst>
                </a:gridCol>
                <a:gridCol w="353874">
                  <a:extLst>
                    <a:ext uri="{9D8B030D-6E8A-4147-A177-3AD203B41FA5}">
                      <a16:colId xmlns:a16="http://schemas.microsoft.com/office/drawing/2014/main" val="1679872139"/>
                    </a:ext>
                  </a:extLst>
                </a:gridCol>
                <a:gridCol w="353874">
                  <a:extLst>
                    <a:ext uri="{9D8B030D-6E8A-4147-A177-3AD203B41FA5}">
                      <a16:colId xmlns:a16="http://schemas.microsoft.com/office/drawing/2014/main" val="2501495885"/>
                    </a:ext>
                  </a:extLst>
                </a:gridCol>
                <a:gridCol w="353874">
                  <a:extLst>
                    <a:ext uri="{9D8B030D-6E8A-4147-A177-3AD203B41FA5}">
                      <a16:colId xmlns:a16="http://schemas.microsoft.com/office/drawing/2014/main" val="1644670478"/>
                    </a:ext>
                  </a:extLst>
                </a:gridCol>
                <a:gridCol w="353874">
                  <a:extLst>
                    <a:ext uri="{9D8B030D-6E8A-4147-A177-3AD203B41FA5}">
                      <a16:colId xmlns:a16="http://schemas.microsoft.com/office/drawing/2014/main" val="2087901392"/>
                    </a:ext>
                  </a:extLst>
                </a:gridCol>
              </a:tblGrid>
              <a:tr h="190500">
                <a:tc>
                  <a:txBody>
                    <a:bodyPr/>
                    <a:lstStyle/>
                    <a:p>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tc>
                  <a:txBody>
                    <a:bodyPr/>
                    <a:lstStyle/>
                    <a:p>
                      <a:r>
                        <a:rPr lang="en-US" altLang="zh-TW" dirty="0"/>
                        <a:t>4</a:t>
                      </a:r>
                      <a:endParaRPr lang="zh-TW" altLang="en-US" dirty="0"/>
                    </a:p>
                  </a:txBody>
                  <a:tcPr/>
                </a:tc>
                <a:tc>
                  <a:txBody>
                    <a:bodyPr/>
                    <a:lstStyle/>
                    <a:p>
                      <a:r>
                        <a:rPr lang="en-US" altLang="zh-TW" dirty="0"/>
                        <a:t>5</a:t>
                      </a:r>
                      <a:endParaRPr lang="zh-TW" altLang="en-US" dirty="0"/>
                    </a:p>
                  </a:txBody>
                  <a:tcPr/>
                </a:tc>
                <a:tc>
                  <a:txBody>
                    <a:bodyPr/>
                    <a:lstStyle/>
                    <a:p>
                      <a:r>
                        <a:rPr lang="en-US" altLang="zh-TW" dirty="0"/>
                        <a:t>6</a:t>
                      </a:r>
                      <a:endParaRPr lang="zh-TW" altLang="en-US" dirty="0"/>
                    </a:p>
                  </a:txBody>
                  <a:tcPr/>
                </a:tc>
                <a:tc>
                  <a:txBody>
                    <a:bodyPr/>
                    <a:lstStyle/>
                    <a:p>
                      <a:pPr marL="0" indent="0">
                        <a:buFont typeface="+mj-lt"/>
                        <a:buNone/>
                      </a:pPr>
                      <a:r>
                        <a:rPr lang="en-US" altLang="zh-TW" dirty="0"/>
                        <a:t>7</a:t>
                      </a:r>
                      <a:endParaRPr lang="zh-TW" altLang="en-US" dirty="0"/>
                    </a:p>
                  </a:txBody>
                  <a:tcPr/>
                </a:tc>
                <a:tc>
                  <a:txBody>
                    <a:bodyPr/>
                    <a:lstStyle/>
                    <a:p>
                      <a:pPr marL="0" indent="0">
                        <a:buFont typeface="+mj-lt"/>
                        <a:buNone/>
                      </a:pPr>
                      <a:r>
                        <a:rPr lang="en-US" altLang="zh-TW" dirty="0"/>
                        <a:t>8</a:t>
                      </a:r>
                      <a:endParaRPr lang="zh-TW" altLang="en-US" dirty="0"/>
                    </a:p>
                  </a:txBody>
                  <a:tcPr/>
                </a:tc>
                <a:extLst>
                  <a:ext uri="{0D108BD9-81ED-4DB2-BD59-A6C34878D82A}">
                    <a16:rowId xmlns:a16="http://schemas.microsoft.com/office/drawing/2014/main" val="1539100808"/>
                  </a:ext>
                </a:extLst>
              </a:tr>
              <a:tr h="190500">
                <a:tc>
                  <a:txBody>
                    <a:bodyPr/>
                    <a:lstStyle/>
                    <a:p>
                      <a:endParaRPr lang="zh-TW" altLang="en-US" dirty="0"/>
                    </a:p>
                  </a:txBody>
                  <a:tcPr/>
                </a:tc>
                <a:tc>
                  <a:txBody>
                    <a:bodyPr/>
                    <a:lstStyle/>
                    <a:p>
                      <a:endParaRPr lang="zh-TW" altLang="en-US" dirty="0"/>
                    </a:p>
                  </a:txBody>
                  <a:tcPr/>
                </a:tc>
                <a:tc>
                  <a:txBody>
                    <a:bodyPr/>
                    <a:lstStyle/>
                    <a:p>
                      <a:r>
                        <a:rPr lang="en-US" altLang="zh-TW" dirty="0"/>
                        <a:t>G</a:t>
                      </a:r>
                      <a:endParaRPr lang="zh-TW" altLang="en-US" dirty="0"/>
                    </a:p>
                  </a:txBody>
                  <a:tcPr/>
                </a:tc>
                <a:tc>
                  <a:txBody>
                    <a:bodyPr/>
                    <a:lstStyle/>
                    <a:p>
                      <a:r>
                        <a:rPr lang="en-US" altLang="zh-TW" dirty="0"/>
                        <a:t>A</a:t>
                      </a:r>
                      <a:endParaRPr lang="zh-TW" altLang="en-US" dirty="0"/>
                    </a:p>
                  </a:txBody>
                  <a:tcPr/>
                </a:tc>
                <a:tc>
                  <a:txBody>
                    <a:bodyPr/>
                    <a:lstStyle/>
                    <a:p>
                      <a:r>
                        <a:rPr lang="en-US" altLang="zh-TW" dirty="0"/>
                        <a:t>A</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tc>
                  <a:txBody>
                    <a:bodyPr/>
                    <a:lstStyle/>
                    <a:p>
                      <a:pPr marL="0" indent="0">
                        <a:buFont typeface="+mj-lt"/>
                        <a:buNone/>
                      </a:pPr>
                      <a:r>
                        <a:rPr lang="en-US" altLang="zh-TW" dirty="0"/>
                        <a:t>T</a:t>
                      </a:r>
                      <a:endParaRPr lang="zh-TW" altLang="en-US" dirty="0"/>
                    </a:p>
                  </a:txBody>
                  <a:tcPr/>
                </a:tc>
                <a:tc>
                  <a:txBody>
                    <a:bodyPr/>
                    <a:lstStyle/>
                    <a:p>
                      <a:pPr marL="0" indent="0">
                        <a:buFont typeface="+mj-lt"/>
                        <a:buNone/>
                      </a:pPr>
                      <a:r>
                        <a:rPr lang="en-US" altLang="zh-TW" dirty="0"/>
                        <a:t>A</a:t>
                      </a:r>
                      <a:endParaRPr lang="zh-TW" altLang="en-US" dirty="0"/>
                    </a:p>
                  </a:txBody>
                  <a:tcPr/>
                </a:tc>
                <a:extLst>
                  <a:ext uri="{0D108BD9-81ED-4DB2-BD59-A6C34878D82A}">
                    <a16:rowId xmlns:a16="http://schemas.microsoft.com/office/drawing/2014/main" val="1080068748"/>
                  </a:ext>
                </a:extLst>
              </a:tr>
              <a:tr h="190500">
                <a:tc>
                  <a:txBody>
                    <a:bodyPr/>
                    <a:lstStyle/>
                    <a:p>
                      <a:r>
                        <a:rPr lang="en-US" altLang="zh-TW" dirty="0"/>
                        <a:t>A</a:t>
                      </a:r>
                      <a:endParaRPr lang="zh-TW" altLang="en-US" dirty="0"/>
                    </a:p>
                  </a:txBody>
                  <a:tcPr/>
                </a:tc>
                <a:tc>
                  <a:txBody>
                    <a:bodyPr/>
                    <a:lstStyle/>
                    <a:p>
                      <a:r>
                        <a:rPr lang="en-US" altLang="zh-TW" dirty="0"/>
                        <a:t>2</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tc>
                  <a:txBody>
                    <a:bodyPr/>
                    <a:lstStyle/>
                    <a:p>
                      <a:r>
                        <a:rPr lang="en-US" altLang="zh-TW" dirty="0"/>
                        <a:t>3</a:t>
                      </a:r>
                      <a:endParaRPr lang="zh-TW" altLang="en-US" dirty="0"/>
                    </a:p>
                  </a:txBody>
                  <a:tcPr/>
                </a:tc>
                <a:tc>
                  <a:txBody>
                    <a:bodyPr/>
                    <a:lstStyle/>
                    <a:p>
                      <a:r>
                        <a:rPr lang="en-US" altLang="zh-TW" dirty="0"/>
                        <a:t>8</a:t>
                      </a:r>
                      <a:endParaRPr lang="zh-TW" altLang="en-US" dirty="0"/>
                    </a:p>
                  </a:txBody>
                  <a:tcPr/>
                </a:tc>
                <a:tc>
                  <a:txBody>
                    <a:bodyPr/>
                    <a:lstStyle/>
                    <a:p>
                      <a:r>
                        <a:rPr lang="en-US" altLang="zh-TW" dirty="0"/>
                        <a:t>8</a:t>
                      </a:r>
                      <a:endParaRPr lang="zh-TW" altLang="en-US" dirty="0"/>
                    </a:p>
                  </a:txBody>
                  <a:tcPr/>
                </a:tc>
                <a:tc>
                  <a:txBody>
                    <a:bodyPr/>
                    <a:lstStyle/>
                    <a:p>
                      <a:r>
                        <a:rPr lang="en-US" altLang="zh-TW" dirty="0"/>
                        <a:t>8</a:t>
                      </a:r>
                      <a:endParaRPr lang="zh-TW" altLang="en-US" dirty="0"/>
                    </a:p>
                  </a:txBody>
                  <a:tcPr/>
                </a:tc>
                <a:tc>
                  <a:txBody>
                    <a:bodyPr/>
                    <a:lstStyle/>
                    <a:p>
                      <a:pPr marL="0" indent="0">
                        <a:buFont typeface="+mj-lt"/>
                        <a:buNone/>
                      </a:pPr>
                      <a:r>
                        <a:rPr lang="en-US" altLang="zh-TW" dirty="0"/>
                        <a:t>8</a:t>
                      </a:r>
                      <a:endParaRPr lang="zh-TW" altLang="en-US" dirty="0"/>
                    </a:p>
                  </a:txBody>
                  <a:tcPr/>
                </a:tc>
                <a:tc>
                  <a:txBody>
                    <a:bodyPr/>
                    <a:lstStyle/>
                    <a:p>
                      <a:pPr marL="0" indent="0">
                        <a:buFont typeface="+mj-lt"/>
                        <a:buNone/>
                      </a:pPr>
                      <a:r>
                        <a:rPr lang="en-US" altLang="zh-TW" dirty="0"/>
                        <a:t>--</a:t>
                      </a:r>
                      <a:endParaRPr lang="zh-TW" altLang="en-US" dirty="0"/>
                    </a:p>
                  </a:txBody>
                  <a:tcPr/>
                </a:tc>
                <a:extLst>
                  <a:ext uri="{0D108BD9-81ED-4DB2-BD59-A6C34878D82A}">
                    <a16:rowId xmlns:a16="http://schemas.microsoft.com/office/drawing/2014/main" val="2140999484"/>
                  </a:ext>
                </a:extLst>
              </a:tr>
              <a:tr h="190500">
                <a:tc>
                  <a:txBody>
                    <a:bodyPr/>
                    <a:lstStyle/>
                    <a:p>
                      <a:r>
                        <a:rPr lang="en-US" altLang="zh-TW" dirty="0"/>
                        <a:t>C</a:t>
                      </a:r>
                      <a:endParaRPr lang="zh-TW" altLang="en-US" dirty="0"/>
                    </a:p>
                  </a:txBody>
                  <a:tcPr/>
                </a:tc>
                <a:tc>
                  <a:txBody>
                    <a:bodyPr/>
                    <a:lstStyle/>
                    <a:p>
                      <a:r>
                        <a:rPr lang="en-US" altLang="zh-TW" dirty="0"/>
                        <a:t>5</a:t>
                      </a:r>
                      <a:endParaRPr lang="zh-TW" altLang="en-US" dirty="0"/>
                    </a:p>
                  </a:txBody>
                  <a:tcPr/>
                </a:tc>
                <a:tc>
                  <a:txBody>
                    <a:bodyPr/>
                    <a:lstStyle/>
                    <a:p>
                      <a:r>
                        <a:rPr lang="en-US" altLang="zh-TW" dirty="0"/>
                        <a:t>5</a:t>
                      </a:r>
                      <a:endParaRPr lang="zh-TW" altLang="en-US" dirty="0"/>
                    </a:p>
                  </a:txBody>
                  <a:tcPr/>
                </a:tc>
                <a:tc>
                  <a:txBody>
                    <a:bodyPr/>
                    <a:lstStyle/>
                    <a:p>
                      <a:r>
                        <a:rPr lang="en-US" altLang="zh-TW" dirty="0"/>
                        <a:t>5</a:t>
                      </a:r>
                      <a:endParaRPr lang="zh-TW" altLang="en-US" dirty="0"/>
                    </a:p>
                  </a:txBody>
                  <a:tcPr/>
                </a:tc>
                <a:tc>
                  <a:txBody>
                    <a:bodyPr/>
                    <a:lstStyle/>
                    <a:p>
                      <a:r>
                        <a:rPr lang="en-US" altLang="zh-TW" dirty="0"/>
                        <a:t>5</a:t>
                      </a:r>
                      <a:endParaRPr lang="zh-TW" altLang="en-US" dirty="0"/>
                    </a:p>
                  </a:txBody>
                  <a:tcPr/>
                </a:tc>
                <a:tc>
                  <a:txBody>
                    <a:bodyPr/>
                    <a:lstStyle/>
                    <a:p>
                      <a:r>
                        <a:rPr lang="en-US" altLang="zh-TW" dirty="0"/>
                        <a:t>5</a:t>
                      </a:r>
                      <a:endParaRPr lang="zh-TW" altLang="en-US" dirty="0"/>
                    </a:p>
                  </a:txBody>
                  <a:tcPr/>
                </a:tc>
                <a:tc>
                  <a:txBody>
                    <a:bodyPr/>
                    <a:lstStyle/>
                    <a:p>
                      <a:r>
                        <a:rPr lang="en-US" altLang="zh-TW" dirty="0"/>
                        <a:t>--</a:t>
                      </a:r>
                      <a:endParaRPr lang="zh-TW" altLang="en-US" dirty="0"/>
                    </a:p>
                  </a:txBody>
                  <a:tcPr/>
                </a:tc>
                <a:tc>
                  <a:txBody>
                    <a:bodyPr/>
                    <a:lstStyle/>
                    <a:p>
                      <a:r>
                        <a:rPr lang="en-US" altLang="zh-TW" dirty="0"/>
                        <a:t>--</a:t>
                      </a:r>
                      <a:endParaRPr lang="zh-TW" altLang="en-US" dirty="0"/>
                    </a:p>
                  </a:txBody>
                  <a:tcPr/>
                </a:tc>
                <a:tc>
                  <a:txBody>
                    <a:bodyPr/>
                    <a:lstStyle/>
                    <a:p>
                      <a:pPr marL="0" indent="0">
                        <a:buFont typeface="+mj-lt"/>
                        <a:buNone/>
                      </a:pPr>
                      <a:r>
                        <a:rPr lang="en-US" altLang="zh-TW" dirty="0"/>
                        <a:t>--</a:t>
                      </a:r>
                      <a:endParaRPr lang="zh-TW" altLang="en-US" dirty="0"/>
                    </a:p>
                  </a:txBody>
                  <a:tcPr/>
                </a:tc>
                <a:tc>
                  <a:txBody>
                    <a:bodyPr/>
                    <a:lstStyle/>
                    <a:p>
                      <a:pPr marL="0" indent="0">
                        <a:buFont typeface="+mj-lt"/>
                        <a:buNone/>
                      </a:pPr>
                      <a:r>
                        <a:rPr lang="en-US" altLang="zh-TW" dirty="0"/>
                        <a:t>--</a:t>
                      </a:r>
                      <a:endParaRPr lang="zh-TW" altLang="en-US" dirty="0"/>
                    </a:p>
                  </a:txBody>
                  <a:tcPr/>
                </a:tc>
                <a:extLst>
                  <a:ext uri="{0D108BD9-81ED-4DB2-BD59-A6C34878D82A}">
                    <a16:rowId xmlns:a16="http://schemas.microsoft.com/office/drawing/2014/main" val="1160664343"/>
                  </a:ext>
                </a:extLst>
              </a:tr>
              <a:tr h="190500">
                <a:tc>
                  <a:txBody>
                    <a:bodyPr/>
                    <a:lstStyle/>
                    <a:p>
                      <a:r>
                        <a:rPr lang="en-US" altLang="zh-TW" dirty="0"/>
                        <a:t>G</a:t>
                      </a:r>
                      <a:endParaRPr lang="zh-TW" altLang="en-US" dirty="0"/>
                    </a:p>
                  </a:txBody>
                  <a:tcPr/>
                </a:tc>
                <a:tc>
                  <a:txBody>
                    <a:bodyPr/>
                    <a:lstStyle/>
                    <a:p>
                      <a:r>
                        <a:rPr lang="en-US" altLang="zh-TW" dirty="0"/>
                        <a:t>1</a:t>
                      </a:r>
                      <a:endParaRPr lang="zh-TW" altLang="en-US" dirty="0"/>
                    </a:p>
                  </a:txBody>
                  <a:tcPr/>
                </a:tc>
                <a:tc>
                  <a:txBody>
                    <a:bodyPr/>
                    <a:lstStyle/>
                    <a:p>
                      <a:r>
                        <a:rPr lang="en-US" altLang="zh-TW" dirty="0"/>
                        <a:t>4</a:t>
                      </a:r>
                      <a:endParaRPr lang="zh-TW" altLang="en-US" dirty="0"/>
                    </a:p>
                  </a:txBody>
                  <a:tcPr/>
                </a:tc>
                <a:tc>
                  <a:txBody>
                    <a:bodyPr/>
                    <a:lstStyle/>
                    <a:p>
                      <a:r>
                        <a:rPr lang="en-US" altLang="zh-TW" dirty="0"/>
                        <a:t>4</a:t>
                      </a:r>
                      <a:endParaRPr lang="zh-TW" altLang="en-US" dirty="0"/>
                    </a:p>
                  </a:txBody>
                  <a:tcPr/>
                </a:tc>
                <a:tc>
                  <a:txBody>
                    <a:bodyPr/>
                    <a:lstStyle/>
                    <a:p>
                      <a:r>
                        <a:rPr lang="en-US" altLang="zh-TW" dirty="0"/>
                        <a:t>4</a:t>
                      </a:r>
                      <a:endParaRPr lang="zh-TW" altLang="en-US" dirty="0"/>
                    </a:p>
                  </a:txBody>
                  <a:tcPr/>
                </a:tc>
                <a:tc>
                  <a:txBody>
                    <a:bodyPr/>
                    <a:lstStyle/>
                    <a:p>
                      <a:r>
                        <a:rPr lang="en-US" altLang="zh-TW" dirty="0"/>
                        <a:t>6</a:t>
                      </a:r>
                      <a:endParaRPr lang="zh-TW" altLang="en-US" dirty="0"/>
                    </a:p>
                  </a:txBody>
                  <a:tcPr/>
                </a:tc>
                <a:tc>
                  <a:txBody>
                    <a:bodyPr/>
                    <a:lstStyle/>
                    <a:p>
                      <a:r>
                        <a:rPr lang="en-US" altLang="zh-TW" dirty="0"/>
                        <a:t>6</a:t>
                      </a:r>
                      <a:endParaRPr lang="zh-TW" altLang="en-US" dirty="0"/>
                    </a:p>
                  </a:txBody>
                  <a:tcPr/>
                </a:tc>
                <a:tc>
                  <a:txBody>
                    <a:bodyPr/>
                    <a:lstStyle/>
                    <a:p>
                      <a:r>
                        <a:rPr lang="en-US" altLang="zh-TW" dirty="0"/>
                        <a:t>--</a:t>
                      </a:r>
                      <a:endParaRPr lang="zh-TW" altLang="en-US" dirty="0"/>
                    </a:p>
                  </a:txBody>
                  <a:tcPr/>
                </a:tc>
                <a:tc>
                  <a:txBody>
                    <a:bodyPr/>
                    <a:lstStyle/>
                    <a:p>
                      <a:pPr marL="0" indent="0">
                        <a:buFont typeface="+mj-lt"/>
                        <a:buNone/>
                      </a:pPr>
                      <a:r>
                        <a:rPr lang="en-US" altLang="zh-TW" dirty="0"/>
                        <a:t>--</a:t>
                      </a:r>
                      <a:endParaRPr lang="zh-TW" altLang="en-US" dirty="0"/>
                    </a:p>
                  </a:txBody>
                  <a:tcPr/>
                </a:tc>
                <a:tc>
                  <a:txBody>
                    <a:bodyPr/>
                    <a:lstStyle/>
                    <a:p>
                      <a:pPr marL="0" indent="0">
                        <a:buFont typeface="+mj-lt"/>
                        <a:buNone/>
                      </a:pPr>
                      <a:r>
                        <a:rPr lang="en-US" altLang="zh-TW" dirty="0"/>
                        <a:t>--</a:t>
                      </a:r>
                      <a:endParaRPr lang="zh-TW" altLang="en-US" dirty="0"/>
                    </a:p>
                  </a:txBody>
                  <a:tcPr/>
                </a:tc>
                <a:extLst>
                  <a:ext uri="{0D108BD9-81ED-4DB2-BD59-A6C34878D82A}">
                    <a16:rowId xmlns:a16="http://schemas.microsoft.com/office/drawing/2014/main" val="2172066270"/>
                  </a:ext>
                </a:extLst>
              </a:tr>
              <a:tr h="190500">
                <a:tc>
                  <a:txBody>
                    <a:bodyPr/>
                    <a:lstStyle/>
                    <a:p>
                      <a:r>
                        <a:rPr lang="en-US" altLang="zh-TW" dirty="0"/>
                        <a:t>T</a:t>
                      </a:r>
                      <a:endParaRPr lang="zh-TW" altLang="en-US" dirty="0"/>
                    </a:p>
                  </a:txBody>
                  <a:tcPr/>
                </a:tc>
                <a:tc>
                  <a:txBody>
                    <a:bodyPr/>
                    <a:lstStyle/>
                    <a:p>
                      <a:r>
                        <a:rPr lang="en-US" altLang="zh-TW" dirty="0"/>
                        <a:t>7</a:t>
                      </a:r>
                      <a:endParaRPr lang="zh-TW" altLang="en-US" dirty="0"/>
                    </a:p>
                  </a:txBody>
                  <a:tcPr/>
                </a:tc>
                <a:tc>
                  <a:txBody>
                    <a:bodyPr/>
                    <a:lstStyle/>
                    <a:p>
                      <a:r>
                        <a:rPr lang="en-US" altLang="zh-TW" dirty="0"/>
                        <a:t>7</a:t>
                      </a:r>
                      <a:endParaRPr lang="zh-TW" altLang="en-US" dirty="0"/>
                    </a:p>
                  </a:txBody>
                  <a:tcPr/>
                </a:tc>
                <a:tc>
                  <a:txBody>
                    <a:bodyPr/>
                    <a:lstStyle/>
                    <a:p>
                      <a:r>
                        <a:rPr lang="en-US" altLang="zh-TW" dirty="0"/>
                        <a:t>7</a:t>
                      </a:r>
                      <a:endParaRPr lang="zh-TW" altLang="en-US" dirty="0"/>
                    </a:p>
                  </a:txBody>
                  <a:tcPr/>
                </a:tc>
                <a:tc>
                  <a:txBody>
                    <a:bodyPr/>
                    <a:lstStyle/>
                    <a:p>
                      <a:r>
                        <a:rPr lang="en-US" altLang="zh-TW" dirty="0"/>
                        <a:t>7</a:t>
                      </a:r>
                      <a:endParaRPr lang="zh-TW" altLang="en-US" dirty="0"/>
                    </a:p>
                  </a:txBody>
                  <a:tcPr/>
                </a:tc>
                <a:tc>
                  <a:txBody>
                    <a:bodyPr/>
                    <a:lstStyle/>
                    <a:p>
                      <a:r>
                        <a:rPr lang="en-US" altLang="zh-TW" dirty="0"/>
                        <a:t>7</a:t>
                      </a:r>
                      <a:endParaRPr lang="zh-TW" altLang="en-US" dirty="0"/>
                    </a:p>
                  </a:txBody>
                  <a:tcPr/>
                </a:tc>
                <a:tc>
                  <a:txBody>
                    <a:bodyPr/>
                    <a:lstStyle/>
                    <a:p>
                      <a:r>
                        <a:rPr lang="en-US" altLang="zh-TW" dirty="0"/>
                        <a:t>7</a:t>
                      </a:r>
                      <a:endParaRPr lang="zh-TW" altLang="en-US" dirty="0"/>
                    </a:p>
                  </a:txBody>
                  <a:tcPr/>
                </a:tc>
                <a:tc>
                  <a:txBody>
                    <a:bodyPr/>
                    <a:lstStyle/>
                    <a:p>
                      <a:r>
                        <a:rPr lang="en-US" altLang="zh-TW" dirty="0"/>
                        <a:t>7</a:t>
                      </a:r>
                      <a:endParaRPr lang="zh-TW" altLang="en-US" dirty="0"/>
                    </a:p>
                  </a:txBody>
                  <a:tcPr/>
                </a:tc>
                <a:tc>
                  <a:txBody>
                    <a:bodyPr/>
                    <a:lstStyle/>
                    <a:p>
                      <a:pPr marL="0" indent="0">
                        <a:buFont typeface="+mj-lt"/>
                        <a:buNone/>
                      </a:pPr>
                      <a:r>
                        <a:rPr lang="en-US" altLang="zh-TW" dirty="0"/>
                        <a:t>--</a:t>
                      </a:r>
                      <a:endParaRPr lang="zh-TW" altLang="en-US" dirty="0"/>
                    </a:p>
                  </a:txBody>
                  <a:tcPr/>
                </a:tc>
                <a:tc>
                  <a:txBody>
                    <a:bodyPr/>
                    <a:lstStyle/>
                    <a:p>
                      <a:pPr marL="0" indent="0">
                        <a:buFont typeface="+mj-lt"/>
                        <a:buNone/>
                      </a:pPr>
                      <a:r>
                        <a:rPr lang="en-US" altLang="zh-TW" dirty="0"/>
                        <a:t>--</a:t>
                      </a:r>
                      <a:endParaRPr lang="zh-TW" altLang="en-US" dirty="0"/>
                    </a:p>
                  </a:txBody>
                  <a:tcPr/>
                </a:tc>
                <a:extLst>
                  <a:ext uri="{0D108BD9-81ED-4DB2-BD59-A6C34878D82A}">
                    <a16:rowId xmlns:a16="http://schemas.microsoft.com/office/drawing/2014/main" val="2220325779"/>
                  </a:ext>
                </a:extLst>
              </a:tr>
            </a:tbl>
          </a:graphicData>
        </a:graphic>
      </p:graphicFrame>
      <p:graphicFrame>
        <p:nvGraphicFramePr>
          <p:cNvPr id="11" name="表格 5">
            <a:extLst>
              <a:ext uri="{FF2B5EF4-FFF2-40B4-BE49-F238E27FC236}">
                <a16:creationId xmlns:a16="http://schemas.microsoft.com/office/drawing/2014/main" id="{EA24076B-2822-41F8-B747-834B4B7898AF}"/>
              </a:ext>
            </a:extLst>
          </p:cNvPr>
          <p:cNvGraphicFramePr>
            <a:graphicFrameLocks/>
          </p:cNvGraphicFramePr>
          <p:nvPr/>
        </p:nvGraphicFramePr>
        <p:xfrm>
          <a:off x="5364088" y="4131920"/>
          <a:ext cx="3538740" cy="2194560"/>
        </p:xfrm>
        <a:graphic>
          <a:graphicData uri="http://schemas.openxmlformats.org/drawingml/2006/table">
            <a:tbl>
              <a:tblPr firstRow="1" bandRow="1">
                <a:tableStyleId>{5C22544A-7EE6-4342-B048-85BDC9FD1C3A}</a:tableStyleId>
              </a:tblPr>
              <a:tblGrid>
                <a:gridCol w="353874">
                  <a:extLst>
                    <a:ext uri="{9D8B030D-6E8A-4147-A177-3AD203B41FA5}">
                      <a16:colId xmlns:a16="http://schemas.microsoft.com/office/drawing/2014/main" val="1898754109"/>
                    </a:ext>
                  </a:extLst>
                </a:gridCol>
                <a:gridCol w="353874">
                  <a:extLst>
                    <a:ext uri="{9D8B030D-6E8A-4147-A177-3AD203B41FA5}">
                      <a16:colId xmlns:a16="http://schemas.microsoft.com/office/drawing/2014/main" val="3224462606"/>
                    </a:ext>
                  </a:extLst>
                </a:gridCol>
                <a:gridCol w="353874">
                  <a:extLst>
                    <a:ext uri="{9D8B030D-6E8A-4147-A177-3AD203B41FA5}">
                      <a16:colId xmlns:a16="http://schemas.microsoft.com/office/drawing/2014/main" val="2510012454"/>
                    </a:ext>
                  </a:extLst>
                </a:gridCol>
                <a:gridCol w="353874">
                  <a:extLst>
                    <a:ext uri="{9D8B030D-6E8A-4147-A177-3AD203B41FA5}">
                      <a16:colId xmlns:a16="http://schemas.microsoft.com/office/drawing/2014/main" val="3796120955"/>
                    </a:ext>
                  </a:extLst>
                </a:gridCol>
                <a:gridCol w="353874">
                  <a:extLst>
                    <a:ext uri="{9D8B030D-6E8A-4147-A177-3AD203B41FA5}">
                      <a16:colId xmlns:a16="http://schemas.microsoft.com/office/drawing/2014/main" val="3515533339"/>
                    </a:ext>
                  </a:extLst>
                </a:gridCol>
                <a:gridCol w="353874">
                  <a:extLst>
                    <a:ext uri="{9D8B030D-6E8A-4147-A177-3AD203B41FA5}">
                      <a16:colId xmlns:a16="http://schemas.microsoft.com/office/drawing/2014/main" val="1306893939"/>
                    </a:ext>
                  </a:extLst>
                </a:gridCol>
                <a:gridCol w="353874">
                  <a:extLst>
                    <a:ext uri="{9D8B030D-6E8A-4147-A177-3AD203B41FA5}">
                      <a16:colId xmlns:a16="http://schemas.microsoft.com/office/drawing/2014/main" val="1179272519"/>
                    </a:ext>
                  </a:extLst>
                </a:gridCol>
                <a:gridCol w="353874">
                  <a:extLst>
                    <a:ext uri="{9D8B030D-6E8A-4147-A177-3AD203B41FA5}">
                      <a16:colId xmlns:a16="http://schemas.microsoft.com/office/drawing/2014/main" val="2625996415"/>
                    </a:ext>
                  </a:extLst>
                </a:gridCol>
                <a:gridCol w="353874">
                  <a:extLst>
                    <a:ext uri="{9D8B030D-6E8A-4147-A177-3AD203B41FA5}">
                      <a16:colId xmlns:a16="http://schemas.microsoft.com/office/drawing/2014/main" val="1008476416"/>
                    </a:ext>
                  </a:extLst>
                </a:gridCol>
                <a:gridCol w="353874">
                  <a:extLst>
                    <a:ext uri="{9D8B030D-6E8A-4147-A177-3AD203B41FA5}">
                      <a16:colId xmlns:a16="http://schemas.microsoft.com/office/drawing/2014/main" val="1140659569"/>
                    </a:ext>
                  </a:extLst>
                </a:gridCol>
              </a:tblGrid>
              <a:tr h="314895">
                <a:tc>
                  <a:txBody>
                    <a:bodyPr/>
                    <a:lstStyle/>
                    <a:p>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tc>
                  <a:txBody>
                    <a:bodyPr/>
                    <a:lstStyle/>
                    <a:p>
                      <a:r>
                        <a:rPr lang="en-US" altLang="zh-TW" dirty="0"/>
                        <a:t>4</a:t>
                      </a:r>
                      <a:endParaRPr lang="zh-TW" altLang="en-US" dirty="0"/>
                    </a:p>
                  </a:txBody>
                  <a:tcPr/>
                </a:tc>
                <a:tc>
                  <a:txBody>
                    <a:bodyPr/>
                    <a:lstStyle/>
                    <a:p>
                      <a:r>
                        <a:rPr lang="en-US" altLang="zh-TW" dirty="0"/>
                        <a:t>5</a:t>
                      </a:r>
                      <a:endParaRPr lang="zh-TW" altLang="en-US" dirty="0"/>
                    </a:p>
                  </a:txBody>
                  <a:tcPr/>
                </a:tc>
                <a:tc>
                  <a:txBody>
                    <a:bodyPr/>
                    <a:lstStyle/>
                    <a:p>
                      <a:r>
                        <a:rPr lang="en-US" altLang="zh-TW" dirty="0"/>
                        <a:t>6</a:t>
                      </a:r>
                      <a:endParaRPr lang="zh-TW" altLang="en-US" dirty="0"/>
                    </a:p>
                  </a:txBody>
                  <a:tcPr/>
                </a:tc>
                <a:tc>
                  <a:txBody>
                    <a:bodyPr/>
                    <a:lstStyle/>
                    <a:p>
                      <a:pPr marL="0" indent="0">
                        <a:buFont typeface="+mj-lt"/>
                        <a:buNone/>
                      </a:pPr>
                      <a:r>
                        <a:rPr lang="en-US" altLang="zh-TW" dirty="0"/>
                        <a:t>7</a:t>
                      </a:r>
                      <a:endParaRPr lang="zh-TW" altLang="en-US" dirty="0"/>
                    </a:p>
                  </a:txBody>
                  <a:tcPr/>
                </a:tc>
                <a:tc>
                  <a:txBody>
                    <a:bodyPr/>
                    <a:lstStyle/>
                    <a:p>
                      <a:pPr marL="0" indent="0">
                        <a:buFont typeface="+mj-lt"/>
                        <a:buNone/>
                      </a:pPr>
                      <a:r>
                        <a:rPr lang="en-US" altLang="zh-TW" dirty="0"/>
                        <a:t>8</a:t>
                      </a:r>
                      <a:endParaRPr lang="zh-TW" altLang="en-US" dirty="0"/>
                    </a:p>
                  </a:txBody>
                  <a:tcPr/>
                </a:tc>
                <a:extLst>
                  <a:ext uri="{0D108BD9-81ED-4DB2-BD59-A6C34878D82A}">
                    <a16:rowId xmlns:a16="http://schemas.microsoft.com/office/drawing/2014/main" val="2462012123"/>
                  </a:ext>
                </a:extLst>
              </a:tr>
              <a:tr h="314895">
                <a:tc>
                  <a:txBody>
                    <a:bodyPr/>
                    <a:lstStyle/>
                    <a:p>
                      <a:endParaRPr lang="zh-TW" altLang="en-US" dirty="0"/>
                    </a:p>
                  </a:txBody>
                  <a:tcPr/>
                </a:tc>
                <a:tc>
                  <a:txBody>
                    <a:bodyPr/>
                    <a:lstStyle/>
                    <a:p>
                      <a:endParaRPr lang="zh-TW" altLang="en-US" dirty="0"/>
                    </a:p>
                  </a:txBody>
                  <a:tcPr/>
                </a:tc>
                <a:tc>
                  <a:txBody>
                    <a:bodyPr/>
                    <a:lstStyle/>
                    <a:p>
                      <a:r>
                        <a:rPr lang="en-US" altLang="zh-TW" dirty="0"/>
                        <a:t>A</a:t>
                      </a:r>
                      <a:endParaRPr lang="zh-TW" altLang="en-US" dirty="0"/>
                    </a:p>
                  </a:txBody>
                  <a:tcPr/>
                </a:tc>
                <a:tc>
                  <a:txBody>
                    <a:bodyPr/>
                    <a:lstStyle/>
                    <a:p>
                      <a:r>
                        <a:rPr lang="en-US" altLang="zh-TW" dirty="0"/>
                        <a:t>G</a:t>
                      </a:r>
                      <a:endParaRPr lang="zh-TW" altLang="en-US" dirty="0"/>
                    </a:p>
                  </a:txBody>
                  <a:tcPr/>
                </a:tc>
                <a:tc>
                  <a:txBody>
                    <a:bodyPr/>
                    <a:lstStyle/>
                    <a:p>
                      <a:r>
                        <a:rPr lang="en-US" altLang="zh-TW" dirty="0"/>
                        <a:t>T</a:t>
                      </a:r>
                      <a:endParaRPr lang="zh-TW" altLang="en-US" dirty="0"/>
                    </a:p>
                  </a:txBody>
                  <a:tcPr/>
                </a:tc>
                <a:tc>
                  <a:txBody>
                    <a:bodyPr/>
                    <a:lstStyle/>
                    <a:p>
                      <a:r>
                        <a:rPr lang="en-US" altLang="zh-TW" dirty="0"/>
                        <a:t>C</a:t>
                      </a:r>
                      <a:endParaRPr lang="zh-TW" altLang="en-US" dirty="0"/>
                    </a:p>
                  </a:txBody>
                  <a:tcPr/>
                </a:tc>
                <a:tc>
                  <a:txBody>
                    <a:bodyPr/>
                    <a:lstStyle/>
                    <a:p>
                      <a:r>
                        <a:rPr lang="en-US" altLang="zh-TW" dirty="0"/>
                        <a:t>T</a:t>
                      </a:r>
                      <a:endParaRPr lang="zh-TW" altLang="en-US" dirty="0"/>
                    </a:p>
                  </a:txBody>
                  <a:tcPr/>
                </a:tc>
                <a:tc>
                  <a:txBody>
                    <a:bodyPr/>
                    <a:lstStyle/>
                    <a:p>
                      <a:r>
                        <a:rPr lang="en-US" altLang="zh-TW" dirty="0"/>
                        <a:t>G</a:t>
                      </a:r>
                      <a:endParaRPr lang="zh-TW" altLang="en-US" dirty="0"/>
                    </a:p>
                  </a:txBody>
                  <a:tcPr/>
                </a:tc>
                <a:tc>
                  <a:txBody>
                    <a:bodyPr/>
                    <a:lstStyle/>
                    <a:p>
                      <a:pPr marL="0" indent="0">
                        <a:buFont typeface="+mj-lt"/>
                        <a:buNone/>
                      </a:pPr>
                      <a:r>
                        <a:rPr lang="en-US" altLang="zh-TW" dirty="0"/>
                        <a:t>A</a:t>
                      </a:r>
                      <a:endParaRPr lang="zh-TW" altLang="en-US" dirty="0"/>
                    </a:p>
                  </a:txBody>
                  <a:tcPr/>
                </a:tc>
                <a:tc>
                  <a:txBody>
                    <a:bodyPr/>
                    <a:lstStyle/>
                    <a:p>
                      <a:pPr marL="0" indent="0">
                        <a:buFont typeface="+mj-lt"/>
                        <a:buNone/>
                      </a:pPr>
                      <a:r>
                        <a:rPr lang="en-US" altLang="zh-TW" dirty="0"/>
                        <a:t>C</a:t>
                      </a:r>
                      <a:endParaRPr lang="zh-TW" altLang="en-US" dirty="0"/>
                    </a:p>
                  </a:txBody>
                  <a:tcPr/>
                </a:tc>
                <a:extLst>
                  <a:ext uri="{0D108BD9-81ED-4DB2-BD59-A6C34878D82A}">
                    <a16:rowId xmlns:a16="http://schemas.microsoft.com/office/drawing/2014/main" val="3764949697"/>
                  </a:ext>
                </a:extLst>
              </a:tr>
              <a:tr h="314895">
                <a:tc>
                  <a:txBody>
                    <a:bodyPr/>
                    <a:lstStyle/>
                    <a:p>
                      <a:r>
                        <a:rPr lang="en-US" altLang="zh-TW" dirty="0"/>
                        <a:t>A</a:t>
                      </a:r>
                      <a:endParaRPr lang="zh-TW" altLang="en-US" dirty="0"/>
                    </a:p>
                  </a:txBody>
                  <a:tcPr/>
                </a:tc>
                <a:tc>
                  <a:txBody>
                    <a:bodyPr/>
                    <a:lstStyle/>
                    <a:p>
                      <a:r>
                        <a:rPr lang="en-US" altLang="zh-TW" dirty="0"/>
                        <a:t>1</a:t>
                      </a:r>
                      <a:endParaRPr lang="zh-TW" altLang="en-US" dirty="0"/>
                    </a:p>
                  </a:txBody>
                  <a:tcPr/>
                </a:tc>
                <a:tc>
                  <a:txBody>
                    <a:bodyPr/>
                    <a:lstStyle/>
                    <a:p>
                      <a:r>
                        <a:rPr lang="en-US" altLang="zh-TW" dirty="0"/>
                        <a:t>7</a:t>
                      </a:r>
                      <a:endParaRPr lang="zh-TW" altLang="en-US" dirty="0"/>
                    </a:p>
                  </a:txBody>
                  <a:tcPr/>
                </a:tc>
                <a:tc>
                  <a:txBody>
                    <a:bodyPr/>
                    <a:lstStyle/>
                    <a:p>
                      <a:r>
                        <a:rPr lang="en-US" altLang="zh-TW" dirty="0"/>
                        <a:t>7</a:t>
                      </a:r>
                      <a:endParaRPr lang="zh-TW" altLang="en-US" dirty="0"/>
                    </a:p>
                  </a:txBody>
                  <a:tcPr/>
                </a:tc>
                <a:tc>
                  <a:txBody>
                    <a:bodyPr/>
                    <a:lstStyle/>
                    <a:p>
                      <a:r>
                        <a:rPr lang="en-US" altLang="zh-TW" dirty="0"/>
                        <a:t>7</a:t>
                      </a:r>
                      <a:endParaRPr lang="zh-TW" altLang="en-US" dirty="0"/>
                    </a:p>
                  </a:txBody>
                  <a:tcPr/>
                </a:tc>
                <a:tc>
                  <a:txBody>
                    <a:bodyPr/>
                    <a:lstStyle/>
                    <a:p>
                      <a:r>
                        <a:rPr lang="en-US" altLang="zh-TW" dirty="0"/>
                        <a:t>7</a:t>
                      </a:r>
                      <a:endParaRPr lang="zh-TW" altLang="en-US" dirty="0"/>
                    </a:p>
                  </a:txBody>
                  <a:tcPr/>
                </a:tc>
                <a:tc>
                  <a:txBody>
                    <a:bodyPr/>
                    <a:lstStyle/>
                    <a:p>
                      <a:r>
                        <a:rPr lang="en-US" altLang="zh-TW" dirty="0"/>
                        <a:t>7</a:t>
                      </a:r>
                      <a:endParaRPr lang="zh-TW" altLang="en-US" dirty="0"/>
                    </a:p>
                  </a:txBody>
                  <a:tcPr/>
                </a:tc>
                <a:tc>
                  <a:txBody>
                    <a:bodyPr/>
                    <a:lstStyle/>
                    <a:p>
                      <a:r>
                        <a:rPr lang="en-US" altLang="zh-TW" dirty="0"/>
                        <a:t>7</a:t>
                      </a:r>
                      <a:endParaRPr lang="zh-TW" altLang="en-US" dirty="0"/>
                    </a:p>
                  </a:txBody>
                  <a:tcPr/>
                </a:tc>
                <a:tc>
                  <a:txBody>
                    <a:bodyPr/>
                    <a:lstStyle/>
                    <a:p>
                      <a:pPr marL="0" indent="0">
                        <a:buFont typeface="+mj-lt"/>
                        <a:buNone/>
                      </a:pPr>
                      <a:r>
                        <a:rPr lang="en-US" altLang="zh-TW" dirty="0"/>
                        <a:t>--</a:t>
                      </a:r>
                      <a:endParaRPr lang="zh-TW" altLang="en-US" dirty="0"/>
                    </a:p>
                  </a:txBody>
                  <a:tcPr/>
                </a:tc>
                <a:tc>
                  <a:txBody>
                    <a:bodyPr/>
                    <a:lstStyle/>
                    <a:p>
                      <a:pPr marL="0" indent="0">
                        <a:buFont typeface="+mj-lt"/>
                        <a:buNone/>
                      </a:pPr>
                      <a:r>
                        <a:rPr lang="en-US" altLang="zh-TW" dirty="0"/>
                        <a:t>--</a:t>
                      </a:r>
                      <a:endParaRPr lang="zh-TW" altLang="en-US" dirty="0"/>
                    </a:p>
                  </a:txBody>
                  <a:tcPr/>
                </a:tc>
                <a:extLst>
                  <a:ext uri="{0D108BD9-81ED-4DB2-BD59-A6C34878D82A}">
                    <a16:rowId xmlns:a16="http://schemas.microsoft.com/office/drawing/2014/main" val="1398535372"/>
                  </a:ext>
                </a:extLst>
              </a:tr>
              <a:tr h="314895">
                <a:tc>
                  <a:txBody>
                    <a:bodyPr/>
                    <a:lstStyle/>
                    <a:p>
                      <a:r>
                        <a:rPr lang="en-US" altLang="zh-TW" dirty="0"/>
                        <a:t>C</a:t>
                      </a:r>
                      <a:endParaRPr lang="zh-TW" altLang="en-US" dirty="0"/>
                    </a:p>
                  </a:txBody>
                  <a:tcPr/>
                </a:tc>
                <a:tc>
                  <a:txBody>
                    <a:bodyPr/>
                    <a:lstStyle/>
                    <a:p>
                      <a:r>
                        <a:rPr lang="en-US" altLang="zh-TW" dirty="0"/>
                        <a:t>4</a:t>
                      </a:r>
                      <a:endParaRPr lang="zh-TW" altLang="en-US" dirty="0"/>
                    </a:p>
                  </a:txBody>
                  <a:tcPr/>
                </a:tc>
                <a:tc>
                  <a:txBody>
                    <a:bodyPr/>
                    <a:lstStyle/>
                    <a:p>
                      <a:r>
                        <a:rPr lang="en-US" altLang="zh-TW" dirty="0"/>
                        <a:t>4</a:t>
                      </a:r>
                      <a:endParaRPr lang="zh-TW" altLang="en-US" dirty="0"/>
                    </a:p>
                  </a:txBody>
                  <a:tcPr/>
                </a:tc>
                <a:tc>
                  <a:txBody>
                    <a:bodyPr/>
                    <a:lstStyle/>
                    <a:p>
                      <a:r>
                        <a:rPr lang="en-US" altLang="zh-TW" dirty="0"/>
                        <a:t>4</a:t>
                      </a:r>
                      <a:endParaRPr lang="zh-TW" altLang="en-US" dirty="0"/>
                    </a:p>
                  </a:txBody>
                  <a:tcPr/>
                </a:tc>
                <a:tc>
                  <a:txBody>
                    <a:bodyPr/>
                    <a:lstStyle/>
                    <a:p>
                      <a:r>
                        <a:rPr lang="en-US" altLang="zh-TW" dirty="0"/>
                        <a:t>4</a:t>
                      </a:r>
                      <a:endParaRPr lang="zh-TW" altLang="en-US" dirty="0"/>
                    </a:p>
                  </a:txBody>
                  <a:tcPr/>
                </a:tc>
                <a:tc>
                  <a:txBody>
                    <a:bodyPr/>
                    <a:lstStyle/>
                    <a:p>
                      <a:r>
                        <a:rPr lang="en-US" altLang="zh-TW" dirty="0"/>
                        <a:t>8</a:t>
                      </a:r>
                      <a:endParaRPr lang="zh-TW" altLang="en-US" dirty="0"/>
                    </a:p>
                  </a:txBody>
                  <a:tcPr/>
                </a:tc>
                <a:tc>
                  <a:txBody>
                    <a:bodyPr/>
                    <a:lstStyle/>
                    <a:p>
                      <a:r>
                        <a:rPr lang="en-US" altLang="zh-TW" dirty="0"/>
                        <a:t>8</a:t>
                      </a:r>
                      <a:endParaRPr lang="zh-TW" altLang="en-US" dirty="0"/>
                    </a:p>
                  </a:txBody>
                  <a:tcPr/>
                </a:tc>
                <a:tc>
                  <a:txBody>
                    <a:bodyPr/>
                    <a:lstStyle/>
                    <a:p>
                      <a:r>
                        <a:rPr lang="en-US" altLang="zh-TW" dirty="0"/>
                        <a:t>8</a:t>
                      </a:r>
                      <a:endParaRPr lang="zh-TW" altLang="en-US" dirty="0"/>
                    </a:p>
                  </a:txBody>
                  <a:tcPr/>
                </a:tc>
                <a:tc>
                  <a:txBody>
                    <a:bodyPr/>
                    <a:lstStyle/>
                    <a:p>
                      <a:pPr marL="0" indent="0">
                        <a:buFont typeface="+mj-lt"/>
                        <a:buNone/>
                      </a:pPr>
                      <a:r>
                        <a:rPr lang="en-US" altLang="zh-TW" dirty="0"/>
                        <a:t>8</a:t>
                      </a:r>
                      <a:endParaRPr lang="zh-TW" altLang="en-US" dirty="0"/>
                    </a:p>
                  </a:txBody>
                  <a:tcPr/>
                </a:tc>
                <a:tc>
                  <a:txBody>
                    <a:bodyPr/>
                    <a:lstStyle/>
                    <a:p>
                      <a:pPr marL="0" indent="0">
                        <a:buFont typeface="+mj-lt"/>
                        <a:buNone/>
                      </a:pPr>
                      <a:r>
                        <a:rPr lang="en-US" altLang="zh-TW" dirty="0"/>
                        <a:t>--</a:t>
                      </a:r>
                      <a:endParaRPr lang="zh-TW" altLang="en-US" dirty="0"/>
                    </a:p>
                  </a:txBody>
                  <a:tcPr/>
                </a:tc>
                <a:extLst>
                  <a:ext uri="{0D108BD9-81ED-4DB2-BD59-A6C34878D82A}">
                    <a16:rowId xmlns:a16="http://schemas.microsoft.com/office/drawing/2014/main" val="3492269432"/>
                  </a:ext>
                </a:extLst>
              </a:tr>
              <a:tr h="314895">
                <a:tc>
                  <a:txBody>
                    <a:bodyPr/>
                    <a:lstStyle/>
                    <a:p>
                      <a:r>
                        <a:rPr lang="en-US" altLang="zh-TW" dirty="0"/>
                        <a:t>G</a:t>
                      </a:r>
                      <a:endParaRPr lang="zh-TW" altLang="en-US" dirty="0"/>
                    </a:p>
                  </a:txBody>
                  <a:tcPr/>
                </a:tc>
                <a:tc>
                  <a:txBody>
                    <a:bodyPr/>
                    <a:lstStyle/>
                    <a:p>
                      <a:r>
                        <a:rPr lang="en-US" altLang="zh-TW" dirty="0"/>
                        <a:t>2</a:t>
                      </a:r>
                      <a:endParaRPr lang="zh-TW" altLang="en-US" dirty="0"/>
                    </a:p>
                  </a:txBody>
                  <a:tcPr/>
                </a:tc>
                <a:tc>
                  <a:txBody>
                    <a:bodyPr/>
                    <a:lstStyle/>
                    <a:p>
                      <a:r>
                        <a:rPr lang="en-US" altLang="zh-TW" dirty="0"/>
                        <a:t>2</a:t>
                      </a:r>
                      <a:endParaRPr lang="zh-TW" altLang="en-US" dirty="0"/>
                    </a:p>
                  </a:txBody>
                  <a:tcPr/>
                </a:tc>
                <a:tc>
                  <a:txBody>
                    <a:bodyPr/>
                    <a:lstStyle/>
                    <a:p>
                      <a:r>
                        <a:rPr lang="en-US" altLang="zh-TW" dirty="0"/>
                        <a:t>6</a:t>
                      </a:r>
                      <a:endParaRPr lang="zh-TW" altLang="en-US" dirty="0"/>
                    </a:p>
                  </a:txBody>
                  <a:tcPr/>
                </a:tc>
                <a:tc>
                  <a:txBody>
                    <a:bodyPr/>
                    <a:lstStyle/>
                    <a:p>
                      <a:r>
                        <a:rPr lang="en-US" altLang="zh-TW" dirty="0"/>
                        <a:t>6</a:t>
                      </a:r>
                      <a:endParaRPr lang="zh-TW" altLang="en-US" dirty="0"/>
                    </a:p>
                  </a:txBody>
                  <a:tcPr/>
                </a:tc>
                <a:tc>
                  <a:txBody>
                    <a:bodyPr/>
                    <a:lstStyle/>
                    <a:p>
                      <a:r>
                        <a:rPr lang="en-US" altLang="zh-TW" dirty="0"/>
                        <a:t>6</a:t>
                      </a:r>
                      <a:endParaRPr lang="zh-TW" altLang="en-US" dirty="0"/>
                    </a:p>
                  </a:txBody>
                  <a:tcPr/>
                </a:tc>
                <a:tc>
                  <a:txBody>
                    <a:bodyPr/>
                    <a:lstStyle/>
                    <a:p>
                      <a:r>
                        <a:rPr lang="en-US" altLang="zh-TW" dirty="0"/>
                        <a:t>6</a:t>
                      </a:r>
                      <a:endParaRPr lang="zh-TW" altLang="en-US" dirty="0"/>
                    </a:p>
                  </a:txBody>
                  <a:tcPr/>
                </a:tc>
                <a:tc>
                  <a:txBody>
                    <a:bodyPr/>
                    <a:lstStyle/>
                    <a:p>
                      <a:r>
                        <a:rPr lang="en-US" altLang="zh-TW" dirty="0"/>
                        <a:t>--</a:t>
                      </a:r>
                      <a:endParaRPr lang="zh-TW" altLang="en-US" dirty="0"/>
                    </a:p>
                  </a:txBody>
                  <a:tcPr/>
                </a:tc>
                <a:tc>
                  <a:txBody>
                    <a:bodyPr/>
                    <a:lstStyle/>
                    <a:p>
                      <a:pPr marL="0" indent="0">
                        <a:buFont typeface="+mj-lt"/>
                        <a:buNone/>
                      </a:pPr>
                      <a:r>
                        <a:rPr lang="en-US" altLang="zh-TW" dirty="0"/>
                        <a:t>--</a:t>
                      </a:r>
                      <a:endParaRPr lang="zh-TW" altLang="en-US" dirty="0"/>
                    </a:p>
                  </a:txBody>
                  <a:tcPr/>
                </a:tc>
                <a:tc>
                  <a:txBody>
                    <a:bodyPr/>
                    <a:lstStyle/>
                    <a:p>
                      <a:pPr marL="0" indent="0">
                        <a:buFont typeface="+mj-lt"/>
                        <a:buNone/>
                      </a:pPr>
                      <a:r>
                        <a:rPr lang="en-US" altLang="zh-TW" dirty="0"/>
                        <a:t>--</a:t>
                      </a:r>
                      <a:endParaRPr lang="zh-TW" altLang="en-US" dirty="0"/>
                    </a:p>
                  </a:txBody>
                  <a:tcPr/>
                </a:tc>
                <a:extLst>
                  <a:ext uri="{0D108BD9-81ED-4DB2-BD59-A6C34878D82A}">
                    <a16:rowId xmlns:a16="http://schemas.microsoft.com/office/drawing/2014/main" val="3943422730"/>
                  </a:ext>
                </a:extLst>
              </a:tr>
              <a:tr h="314895">
                <a:tc>
                  <a:txBody>
                    <a:bodyPr/>
                    <a:lstStyle/>
                    <a:p>
                      <a:r>
                        <a:rPr lang="en-US" altLang="zh-TW" dirty="0"/>
                        <a:t>T</a:t>
                      </a:r>
                      <a:endParaRPr lang="zh-TW" altLang="en-US" dirty="0"/>
                    </a:p>
                  </a:txBody>
                  <a:tcPr/>
                </a:tc>
                <a:tc>
                  <a:txBody>
                    <a:bodyPr/>
                    <a:lstStyle/>
                    <a:p>
                      <a:r>
                        <a:rPr lang="en-US" altLang="zh-TW" dirty="0"/>
                        <a:t>3</a:t>
                      </a:r>
                      <a:endParaRPr lang="zh-TW" altLang="en-US" dirty="0"/>
                    </a:p>
                  </a:txBody>
                  <a:tcPr/>
                </a:tc>
                <a:tc>
                  <a:txBody>
                    <a:bodyPr/>
                    <a:lstStyle/>
                    <a:p>
                      <a:r>
                        <a:rPr lang="en-US" altLang="zh-TW" dirty="0"/>
                        <a:t>3</a:t>
                      </a:r>
                      <a:endParaRPr lang="zh-TW" altLang="en-US" dirty="0"/>
                    </a:p>
                  </a:txBody>
                  <a:tcPr/>
                </a:tc>
                <a:tc>
                  <a:txBody>
                    <a:bodyPr/>
                    <a:lstStyle/>
                    <a:p>
                      <a:r>
                        <a:rPr lang="en-US" altLang="zh-TW" dirty="0"/>
                        <a:t>3</a:t>
                      </a:r>
                      <a:endParaRPr lang="zh-TW" altLang="en-US" dirty="0"/>
                    </a:p>
                  </a:txBody>
                  <a:tcPr/>
                </a:tc>
                <a:tc>
                  <a:txBody>
                    <a:bodyPr/>
                    <a:lstStyle/>
                    <a:p>
                      <a:r>
                        <a:rPr lang="en-US" altLang="zh-TW" dirty="0"/>
                        <a:t>5</a:t>
                      </a:r>
                      <a:endParaRPr lang="zh-TW" altLang="en-US" dirty="0"/>
                    </a:p>
                  </a:txBody>
                  <a:tcPr/>
                </a:tc>
                <a:tc>
                  <a:txBody>
                    <a:bodyPr/>
                    <a:lstStyle/>
                    <a:p>
                      <a:r>
                        <a:rPr lang="en-US" altLang="zh-TW" dirty="0"/>
                        <a:t>5</a:t>
                      </a:r>
                      <a:endParaRPr lang="zh-TW" altLang="en-US" dirty="0"/>
                    </a:p>
                  </a:txBody>
                  <a:tcPr/>
                </a:tc>
                <a:tc>
                  <a:txBody>
                    <a:bodyPr/>
                    <a:lstStyle/>
                    <a:p>
                      <a:r>
                        <a:rPr lang="en-US" altLang="zh-TW" dirty="0"/>
                        <a:t>--</a:t>
                      </a:r>
                      <a:endParaRPr lang="zh-TW" altLang="en-US" dirty="0"/>
                    </a:p>
                  </a:txBody>
                  <a:tcPr/>
                </a:tc>
                <a:tc>
                  <a:txBody>
                    <a:bodyPr/>
                    <a:lstStyle/>
                    <a:p>
                      <a:r>
                        <a:rPr lang="en-US" altLang="zh-TW" dirty="0"/>
                        <a:t>--</a:t>
                      </a:r>
                      <a:endParaRPr lang="zh-TW" altLang="en-US" dirty="0"/>
                    </a:p>
                  </a:txBody>
                  <a:tcPr/>
                </a:tc>
                <a:tc>
                  <a:txBody>
                    <a:bodyPr/>
                    <a:lstStyle/>
                    <a:p>
                      <a:pPr marL="0" indent="0">
                        <a:buFont typeface="+mj-lt"/>
                        <a:buNone/>
                      </a:pPr>
                      <a:r>
                        <a:rPr lang="en-US" altLang="zh-TW" dirty="0"/>
                        <a:t>--</a:t>
                      </a:r>
                      <a:endParaRPr lang="zh-TW" altLang="en-US" dirty="0"/>
                    </a:p>
                  </a:txBody>
                  <a:tcPr/>
                </a:tc>
                <a:tc>
                  <a:txBody>
                    <a:bodyPr/>
                    <a:lstStyle/>
                    <a:p>
                      <a:pPr marL="0" indent="0">
                        <a:buFont typeface="+mj-lt"/>
                        <a:buNone/>
                      </a:pPr>
                      <a:r>
                        <a:rPr lang="en-US" altLang="zh-TW" dirty="0"/>
                        <a:t>--</a:t>
                      </a:r>
                      <a:endParaRPr lang="zh-TW" altLang="en-US" dirty="0"/>
                    </a:p>
                  </a:txBody>
                  <a:tcPr/>
                </a:tc>
                <a:extLst>
                  <a:ext uri="{0D108BD9-81ED-4DB2-BD59-A6C34878D82A}">
                    <a16:rowId xmlns:a16="http://schemas.microsoft.com/office/drawing/2014/main" val="934418752"/>
                  </a:ext>
                </a:extLst>
              </a:tr>
            </a:tbl>
          </a:graphicData>
        </a:graphic>
      </p:graphicFrame>
    </p:spTree>
    <p:extLst>
      <p:ext uri="{BB962C8B-B14F-4D97-AF65-F5344CB8AC3E}">
        <p14:creationId xmlns:p14="http://schemas.microsoft.com/office/powerpoint/2010/main" val="12054445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9942627C-6E7B-A5DA-97D3-0401FD10C344}"/>
              </a:ext>
            </a:extLst>
          </p:cNvPr>
          <p:cNvPicPr>
            <a:picLocks noChangeAspect="1"/>
          </p:cNvPicPr>
          <p:nvPr/>
        </p:nvPicPr>
        <p:blipFill>
          <a:blip r:embed="rId3"/>
          <a:stretch>
            <a:fillRect/>
          </a:stretch>
        </p:blipFill>
        <p:spPr>
          <a:xfrm>
            <a:off x="323528" y="1644672"/>
            <a:ext cx="4003820" cy="4938690"/>
          </a:xfrm>
          <a:prstGeom prst="rect">
            <a:avLst/>
          </a:prstGeom>
        </p:spPr>
      </p:pic>
      <p:sp>
        <p:nvSpPr>
          <p:cNvPr id="2" name="標題 1"/>
          <p:cNvSpPr>
            <a:spLocks noGrp="1"/>
          </p:cNvSpPr>
          <p:nvPr>
            <p:ph type="title"/>
          </p:nvPr>
        </p:nvSpPr>
        <p:spPr/>
        <p:txBody>
          <a:bodyPr/>
          <a:lstStyle/>
          <a:p>
            <a:r>
              <a:rPr lang="en-US" altLang="zh-TW" dirty="0"/>
              <a:t>PRDAG(3)</a:t>
            </a:r>
            <a:endParaRPr lang="zh-TW" altLang="en-US" dirty="0"/>
          </a:p>
        </p:txBody>
      </p:sp>
      <p:sp>
        <p:nvSpPr>
          <p:cNvPr id="9" name="文字方塊 8">
            <a:extLst>
              <a:ext uri="{FF2B5EF4-FFF2-40B4-BE49-F238E27FC236}">
                <a16:creationId xmlns:a16="http://schemas.microsoft.com/office/drawing/2014/main" id="{F02D1F2D-D788-3AF3-2419-223A3AD791FB}"/>
              </a:ext>
            </a:extLst>
          </p:cNvPr>
          <p:cNvSpPr txBox="1"/>
          <p:nvPr/>
        </p:nvSpPr>
        <p:spPr>
          <a:xfrm>
            <a:off x="4211960" y="2420888"/>
            <a:ext cx="5112568" cy="3416320"/>
          </a:xfrm>
          <a:prstGeom prst="rect">
            <a:avLst/>
          </a:prstGeom>
          <a:noFill/>
        </p:spPr>
        <p:txBody>
          <a:bodyPr wrap="square">
            <a:spAutoFit/>
          </a:bodyPr>
          <a:lstStyle/>
          <a:p>
            <a:r>
              <a:rPr lang="en-US" altLang="zh-TW" dirty="0"/>
              <a:t>C(5,4), because L(C(5, 4)) &lt; L(A(2, 1)) + 1,</a:t>
            </a:r>
          </a:p>
          <a:p>
            <a:r>
              <a:rPr lang="en-US" altLang="zh-TW" dirty="0"/>
              <a:t>C(7,3), because L(C(7, 3)) &lt; L(A(2, 1)) + 1,</a:t>
            </a:r>
          </a:p>
          <a:p>
            <a:endParaRPr lang="en-US" altLang="zh-TW" dirty="0"/>
          </a:p>
          <a:p>
            <a:r>
              <a:rPr lang="zh-TW" altLang="en-US" dirty="0"/>
              <a:t>更換此兩點的</a:t>
            </a:r>
            <a:r>
              <a:rPr lang="en-US" altLang="zh-TW" sz="1800" dirty="0"/>
              <a:t> precursor</a:t>
            </a:r>
            <a:endParaRPr lang="en-US" altLang="zh-TW" dirty="0"/>
          </a:p>
          <a:p>
            <a:endParaRPr lang="en-US" altLang="zh-TW" dirty="0"/>
          </a:p>
          <a:p>
            <a:endParaRPr lang="en-US" altLang="zh-TW" dirty="0"/>
          </a:p>
          <a:p>
            <a:r>
              <a:rPr lang="en-US" altLang="zh-TW" dirty="0"/>
              <a:t>L(G(1, 2))</a:t>
            </a:r>
            <a:r>
              <a:rPr lang="zh-TW" altLang="en-US" dirty="0"/>
              <a:t> </a:t>
            </a:r>
            <a:r>
              <a:rPr lang="en-US" altLang="zh-TW" dirty="0"/>
              <a:t>+ 1 = L(C(5, 4)) </a:t>
            </a:r>
          </a:p>
          <a:p>
            <a:r>
              <a:rPr lang="en-US" altLang="zh-TW" dirty="0"/>
              <a:t>L(G(1, 2)) + 1 = L(T(7, 3))</a:t>
            </a:r>
          </a:p>
          <a:p>
            <a:r>
              <a:rPr lang="en-US" altLang="zh-TW" dirty="0"/>
              <a:t>G(1, 2) is also a key precursor of C(5, 4) and T(7, 3).</a:t>
            </a:r>
          </a:p>
          <a:p>
            <a:endParaRPr lang="en-US" altLang="zh-TW" dirty="0"/>
          </a:p>
          <a:p>
            <a:endParaRPr lang="zh-TW" altLang="en-US" dirty="0"/>
          </a:p>
          <a:p>
            <a:endParaRPr lang="zh-TW" altLang="en-US" dirty="0"/>
          </a:p>
        </p:txBody>
      </p:sp>
    </p:spTree>
    <p:extLst>
      <p:ext uri="{BB962C8B-B14F-4D97-AF65-F5344CB8AC3E}">
        <p14:creationId xmlns:p14="http://schemas.microsoft.com/office/powerpoint/2010/main" val="35139374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圖片 9">
            <a:extLst>
              <a:ext uri="{FF2B5EF4-FFF2-40B4-BE49-F238E27FC236}">
                <a16:creationId xmlns:a16="http://schemas.microsoft.com/office/drawing/2014/main" id="{E09C6180-73E6-26EF-1CA0-E3808B48C34A}"/>
              </a:ext>
            </a:extLst>
          </p:cNvPr>
          <p:cNvPicPr>
            <a:picLocks noChangeAspect="1"/>
          </p:cNvPicPr>
          <p:nvPr/>
        </p:nvPicPr>
        <p:blipFill>
          <a:blip r:embed="rId3"/>
          <a:stretch>
            <a:fillRect/>
          </a:stretch>
        </p:blipFill>
        <p:spPr>
          <a:xfrm>
            <a:off x="1115616" y="1268760"/>
            <a:ext cx="7166570" cy="5247522"/>
          </a:xfrm>
          <a:prstGeom prst="rect">
            <a:avLst/>
          </a:prstGeom>
        </p:spPr>
      </p:pic>
      <p:sp>
        <p:nvSpPr>
          <p:cNvPr id="2" name="標題 1"/>
          <p:cNvSpPr>
            <a:spLocks noGrp="1"/>
          </p:cNvSpPr>
          <p:nvPr>
            <p:ph type="title"/>
          </p:nvPr>
        </p:nvSpPr>
        <p:spPr/>
        <p:txBody>
          <a:bodyPr/>
          <a:lstStyle/>
          <a:p>
            <a:r>
              <a:rPr lang="en-US" altLang="zh-TW" dirty="0"/>
              <a:t>PRDAG(4)</a:t>
            </a:r>
            <a:endParaRPr lang="zh-TW" altLang="en-US" dirty="0"/>
          </a:p>
        </p:txBody>
      </p:sp>
    </p:spTree>
    <p:extLst>
      <p:ext uri="{BB962C8B-B14F-4D97-AF65-F5344CB8AC3E}">
        <p14:creationId xmlns:p14="http://schemas.microsoft.com/office/powerpoint/2010/main" val="5524189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PRDAG(5)</a:t>
            </a:r>
            <a:endParaRPr lang="zh-TW" altLang="en-US" dirty="0"/>
          </a:p>
        </p:txBody>
      </p:sp>
      <p:pic>
        <p:nvPicPr>
          <p:cNvPr id="5" name="圖片 4">
            <a:extLst>
              <a:ext uri="{FF2B5EF4-FFF2-40B4-BE49-F238E27FC236}">
                <a16:creationId xmlns:a16="http://schemas.microsoft.com/office/drawing/2014/main" id="{A0BFD7F6-ED7D-C08A-ECFF-112C85B561A6}"/>
              </a:ext>
            </a:extLst>
          </p:cNvPr>
          <p:cNvPicPr>
            <a:picLocks noChangeAspect="1"/>
          </p:cNvPicPr>
          <p:nvPr/>
        </p:nvPicPr>
        <p:blipFill>
          <a:blip r:embed="rId3"/>
          <a:stretch>
            <a:fillRect/>
          </a:stretch>
        </p:blipFill>
        <p:spPr>
          <a:xfrm>
            <a:off x="0" y="1497022"/>
            <a:ext cx="9144000" cy="1918741"/>
          </a:xfrm>
          <a:prstGeom prst="rect">
            <a:avLst/>
          </a:prstGeom>
        </p:spPr>
      </p:pic>
      <p:sp>
        <p:nvSpPr>
          <p:cNvPr id="8" name="文字方塊 7">
            <a:extLst>
              <a:ext uri="{FF2B5EF4-FFF2-40B4-BE49-F238E27FC236}">
                <a16:creationId xmlns:a16="http://schemas.microsoft.com/office/drawing/2014/main" id="{5601540B-AEFA-6925-1CCE-C5E6ACE929F3}"/>
              </a:ext>
            </a:extLst>
          </p:cNvPr>
          <p:cNvSpPr txBox="1"/>
          <p:nvPr/>
        </p:nvSpPr>
        <p:spPr>
          <a:xfrm>
            <a:off x="1403648" y="4149080"/>
            <a:ext cx="4572000" cy="461665"/>
          </a:xfrm>
          <a:prstGeom prst="rect">
            <a:avLst/>
          </a:prstGeom>
          <a:noFill/>
        </p:spPr>
        <p:txBody>
          <a:bodyPr wrap="square">
            <a:spAutoFit/>
          </a:bodyPr>
          <a:lstStyle/>
          <a:p>
            <a:r>
              <a:rPr lang="en-US" altLang="zh-TW" sz="2400" dirty="0"/>
              <a:t>MLCSs: AGCGA and AGCTA</a:t>
            </a:r>
            <a:endParaRPr lang="zh-TW" altLang="en-US" sz="2400" dirty="0"/>
          </a:p>
        </p:txBody>
      </p:sp>
    </p:spTree>
    <p:extLst>
      <p:ext uri="{BB962C8B-B14F-4D97-AF65-F5344CB8AC3E}">
        <p14:creationId xmlns:p14="http://schemas.microsoft.com/office/powerpoint/2010/main" val="30687898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4315BE5C-0E1A-B797-73A7-5C9FDE21C08D}"/>
              </a:ext>
            </a:extLst>
          </p:cNvPr>
          <p:cNvPicPr>
            <a:picLocks noChangeAspect="1"/>
          </p:cNvPicPr>
          <p:nvPr/>
        </p:nvPicPr>
        <p:blipFill>
          <a:blip r:embed="rId3"/>
          <a:stretch>
            <a:fillRect/>
          </a:stretch>
        </p:blipFill>
        <p:spPr>
          <a:xfrm>
            <a:off x="338458" y="1196752"/>
            <a:ext cx="8785351" cy="4680520"/>
          </a:xfrm>
          <a:prstGeom prst="rect">
            <a:avLst/>
          </a:prstGeom>
        </p:spPr>
      </p:pic>
      <p:sp>
        <p:nvSpPr>
          <p:cNvPr id="2" name="標題 1"/>
          <p:cNvSpPr>
            <a:spLocks noGrp="1"/>
          </p:cNvSpPr>
          <p:nvPr>
            <p:ph type="title"/>
          </p:nvPr>
        </p:nvSpPr>
        <p:spPr/>
        <p:txBody>
          <a:bodyPr/>
          <a:lstStyle/>
          <a:p>
            <a:r>
              <a:rPr lang="en-US" altLang="zh-TW" dirty="0"/>
              <a:t>EXPERIMENTAL RESULTS </a:t>
            </a:r>
            <a:endParaRPr lang="zh-TW" altLang="en-US" dirty="0"/>
          </a:p>
        </p:txBody>
      </p:sp>
      <p:sp>
        <p:nvSpPr>
          <p:cNvPr id="8" name="文字方塊 7">
            <a:extLst>
              <a:ext uri="{FF2B5EF4-FFF2-40B4-BE49-F238E27FC236}">
                <a16:creationId xmlns:a16="http://schemas.microsoft.com/office/drawing/2014/main" id="{9173CBE9-8048-80E6-DE10-7423F203CF9E}"/>
              </a:ext>
            </a:extLst>
          </p:cNvPr>
          <p:cNvSpPr txBox="1"/>
          <p:nvPr/>
        </p:nvSpPr>
        <p:spPr>
          <a:xfrm>
            <a:off x="683568" y="5937031"/>
            <a:ext cx="6480720" cy="369332"/>
          </a:xfrm>
          <a:prstGeom prst="rect">
            <a:avLst/>
          </a:prstGeom>
          <a:noFill/>
        </p:spPr>
        <p:txBody>
          <a:bodyPr wrap="square">
            <a:spAutoFit/>
          </a:bodyPr>
          <a:lstStyle/>
          <a:p>
            <a:r>
              <a:rPr lang="zh-TW" altLang="en-US" dirty="0"/>
              <a:t> PRA is more suitable for large-scale MLCS problems.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EXPERIMENTAL RESULTS </a:t>
            </a:r>
            <a:endParaRPr lang="zh-TW" altLang="en-US" dirty="0"/>
          </a:p>
        </p:txBody>
      </p:sp>
      <p:pic>
        <p:nvPicPr>
          <p:cNvPr id="7" name="內容版面配置區 6">
            <a:extLst>
              <a:ext uri="{FF2B5EF4-FFF2-40B4-BE49-F238E27FC236}">
                <a16:creationId xmlns:a16="http://schemas.microsoft.com/office/drawing/2014/main" id="{8C35CBEE-162E-9F15-05FD-291808A85D1F}"/>
              </a:ext>
            </a:extLst>
          </p:cNvPr>
          <p:cNvPicPr>
            <a:picLocks noGrp="1" noChangeAspect="1"/>
          </p:cNvPicPr>
          <p:nvPr>
            <p:ph idx="1"/>
          </p:nvPr>
        </p:nvPicPr>
        <p:blipFill>
          <a:blip r:embed="rId3"/>
          <a:stretch>
            <a:fillRect/>
          </a:stretch>
        </p:blipFill>
        <p:spPr>
          <a:xfrm>
            <a:off x="457200" y="1166017"/>
            <a:ext cx="8291264" cy="4899383"/>
          </a:xfrm>
        </p:spPr>
      </p:pic>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2229</TotalTime>
  <Words>1263</Words>
  <Application>Microsoft Office PowerPoint</Application>
  <PresentationFormat>如螢幕大小 (4:3)</PresentationFormat>
  <Paragraphs>420</Paragraphs>
  <Slides>13</Slides>
  <Notes>13</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13</vt:i4>
      </vt:variant>
    </vt:vector>
  </HeadingPairs>
  <TitlesOfParts>
    <vt:vector size="17" baseType="lpstr">
      <vt:lpstr>Arial</vt:lpstr>
      <vt:lpstr>Calibri</vt:lpstr>
      <vt:lpstr>Times New Roman</vt:lpstr>
      <vt:lpstr>Office 佈景主題</vt:lpstr>
      <vt:lpstr>A Path Recorder Algorithm for Multiple Longest Common Subsequences (MLCS) Problems  ​   </vt:lpstr>
      <vt:lpstr>Abstract(1/2)</vt:lpstr>
      <vt:lpstr>Abstract(2/2)</vt:lpstr>
      <vt:lpstr>Successor Table  </vt:lpstr>
      <vt:lpstr>Dominant point based approaches</vt:lpstr>
      <vt:lpstr>PRDAG(1)</vt:lpstr>
      <vt:lpstr>PRDAG(1)</vt:lpstr>
      <vt:lpstr>PRDAG(2)</vt:lpstr>
      <vt:lpstr>PRDAG(3)</vt:lpstr>
      <vt:lpstr>PRDAG(4)</vt:lpstr>
      <vt:lpstr>PRDAG(5)</vt:lpstr>
      <vt:lpstr>EXPERIMENTAL RESULTS </vt:lpstr>
      <vt:lpstr>EXPERIMENTAL RESULTS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投影片 1</dc:title>
  <dc:creator>李健廷</dc:creator>
  <cp:lastModifiedBy>健廷 李</cp:lastModifiedBy>
  <cp:revision>138</cp:revision>
  <dcterms:created xsi:type="dcterms:W3CDTF">2022-02-04T17:32:31Z</dcterms:created>
  <dcterms:modified xsi:type="dcterms:W3CDTF">2022-05-18T10:21:06Z</dcterms:modified>
</cp:coreProperties>
</file>