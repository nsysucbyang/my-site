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9"/>
  </p:notesMasterIdLst>
  <p:sldIdLst>
    <p:sldId id="256" r:id="rId2"/>
    <p:sldId id="258" r:id="rId3"/>
    <p:sldId id="274" r:id="rId4"/>
    <p:sldId id="259" r:id="rId5"/>
    <p:sldId id="260" r:id="rId6"/>
    <p:sldId id="261" r:id="rId7"/>
    <p:sldId id="273" r:id="rId8"/>
    <p:sldId id="262" r:id="rId9"/>
    <p:sldId id="263" r:id="rId10"/>
    <p:sldId id="265" r:id="rId11"/>
    <p:sldId id="267" r:id="rId12"/>
    <p:sldId id="266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5B98825-BE07-416F-9AA7-AC6D6B37CAF8}" v="147" dt="2022-08-10T15:22:57.81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ing B" userId="8a6456424c5e7c38" providerId="LiveId" clId="{65B98825-BE07-416F-9AA7-AC6D6B37CAF8}"/>
    <pc:docChg chg="undo custSel addSld modSld sldOrd">
      <pc:chgData name="Ting B" userId="8a6456424c5e7c38" providerId="LiveId" clId="{65B98825-BE07-416F-9AA7-AC6D6B37CAF8}" dt="2022-08-10T15:23:55.216" v="1389" actId="1076"/>
      <pc:docMkLst>
        <pc:docMk/>
      </pc:docMkLst>
      <pc:sldChg chg="addSp modSp mod">
        <pc:chgData name="Ting B" userId="8a6456424c5e7c38" providerId="LiveId" clId="{65B98825-BE07-416F-9AA7-AC6D6B37CAF8}" dt="2022-08-10T15:23:55.216" v="1389" actId="1076"/>
        <pc:sldMkLst>
          <pc:docMk/>
          <pc:sldMk cId="847236665" sldId="258"/>
        </pc:sldMkLst>
        <pc:spChg chg="mod">
          <ac:chgData name="Ting B" userId="8a6456424c5e7c38" providerId="LiveId" clId="{65B98825-BE07-416F-9AA7-AC6D6B37CAF8}" dt="2022-08-07T18:09:51.168" v="10" actId="20577"/>
          <ac:spMkLst>
            <pc:docMk/>
            <pc:sldMk cId="847236665" sldId="258"/>
            <ac:spMk id="2" creationId="{A624AF41-DCC8-4BFE-B3AA-9D793E863EAC}"/>
          </ac:spMkLst>
        </pc:spChg>
        <pc:spChg chg="mod">
          <ac:chgData name="Ting B" userId="8a6456424c5e7c38" providerId="LiveId" clId="{65B98825-BE07-416F-9AA7-AC6D6B37CAF8}" dt="2022-08-10T15:21:35.897" v="1128" actId="20577"/>
          <ac:spMkLst>
            <pc:docMk/>
            <pc:sldMk cId="847236665" sldId="258"/>
            <ac:spMk id="3" creationId="{2FBE2A12-C9F0-4093-A018-44F05764C477}"/>
          </ac:spMkLst>
        </pc:spChg>
        <pc:spChg chg="add mod">
          <ac:chgData name="Ting B" userId="8a6456424c5e7c38" providerId="LiveId" clId="{65B98825-BE07-416F-9AA7-AC6D6B37CAF8}" dt="2022-08-10T15:23:55.216" v="1389" actId="1076"/>
          <ac:spMkLst>
            <pc:docMk/>
            <pc:sldMk cId="847236665" sldId="258"/>
            <ac:spMk id="5" creationId="{78DC170A-5B1E-257C-FDA9-425D81AFE442}"/>
          </ac:spMkLst>
        </pc:spChg>
      </pc:sldChg>
      <pc:sldChg chg="modSp new mod">
        <pc:chgData name="Ting B" userId="8a6456424c5e7c38" providerId="LiveId" clId="{65B98825-BE07-416F-9AA7-AC6D6B37CAF8}" dt="2022-08-07T18:17:20.616" v="146" actId="207"/>
        <pc:sldMkLst>
          <pc:docMk/>
          <pc:sldMk cId="745875531" sldId="259"/>
        </pc:sldMkLst>
        <pc:spChg chg="mod">
          <ac:chgData name="Ting B" userId="8a6456424c5e7c38" providerId="LiveId" clId="{65B98825-BE07-416F-9AA7-AC6D6B37CAF8}" dt="2022-08-07T18:15:50.472" v="104" actId="20577"/>
          <ac:spMkLst>
            <pc:docMk/>
            <pc:sldMk cId="745875531" sldId="259"/>
            <ac:spMk id="2" creationId="{F501E790-C3F3-7C7F-5B65-691E3FF607C5}"/>
          </ac:spMkLst>
        </pc:spChg>
        <pc:spChg chg="mod">
          <ac:chgData name="Ting B" userId="8a6456424c5e7c38" providerId="LiveId" clId="{65B98825-BE07-416F-9AA7-AC6D6B37CAF8}" dt="2022-08-07T18:17:20.616" v="146" actId="207"/>
          <ac:spMkLst>
            <pc:docMk/>
            <pc:sldMk cId="745875531" sldId="259"/>
            <ac:spMk id="3" creationId="{78E540D7-004B-25E6-206C-B28BB6AC7E10}"/>
          </ac:spMkLst>
        </pc:spChg>
      </pc:sldChg>
      <pc:sldChg chg="addSp delSp modSp new mod">
        <pc:chgData name="Ting B" userId="8a6456424c5e7c38" providerId="LiveId" clId="{65B98825-BE07-416F-9AA7-AC6D6B37CAF8}" dt="2022-08-08T15:11:03.391" v="613"/>
        <pc:sldMkLst>
          <pc:docMk/>
          <pc:sldMk cId="2650502260" sldId="260"/>
        </pc:sldMkLst>
        <pc:spChg chg="mod">
          <ac:chgData name="Ting B" userId="8a6456424c5e7c38" providerId="LiveId" clId="{65B98825-BE07-416F-9AA7-AC6D6B37CAF8}" dt="2022-08-07T18:34:15.144" v="585"/>
          <ac:spMkLst>
            <pc:docMk/>
            <pc:sldMk cId="2650502260" sldId="260"/>
            <ac:spMk id="2" creationId="{61934700-073B-96AF-0EEE-FBD52DFAD69E}"/>
          </ac:spMkLst>
        </pc:spChg>
        <pc:spChg chg="mod">
          <ac:chgData name="Ting B" userId="8a6456424c5e7c38" providerId="LiveId" clId="{65B98825-BE07-416F-9AA7-AC6D6B37CAF8}" dt="2022-08-07T18:26:31.765" v="525" actId="20577"/>
          <ac:spMkLst>
            <pc:docMk/>
            <pc:sldMk cId="2650502260" sldId="260"/>
            <ac:spMk id="3" creationId="{FECAEA03-3D8D-511E-1FD1-46771C3EA6D5}"/>
          </ac:spMkLst>
        </pc:spChg>
        <pc:graphicFrameChg chg="add mod modGraphic">
          <ac:chgData name="Ting B" userId="8a6456424c5e7c38" providerId="LiveId" clId="{65B98825-BE07-416F-9AA7-AC6D6B37CAF8}" dt="2022-08-07T18:29:16.996" v="584" actId="20577"/>
          <ac:graphicFrameMkLst>
            <pc:docMk/>
            <pc:sldMk cId="2650502260" sldId="260"/>
            <ac:graphicFrameMk id="5" creationId="{82E81ED4-606A-FFBF-67AE-92660379D918}"/>
          </ac:graphicFrameMkLst>
        </pc:graphicFrameChg>
        <pc:graphicFrameChg chg="add del mod">
          <ac:chgData name="Ting B" userId="8a6456424c5e7c38" providerId="LiveId" clId="{65B98825-BE07-416F-9AA7-AC6D6B37CAF8}" dt="2022-08-08T15:11:03.391" v="613"/>
          <ac:graphicFrameMkLst>
            <pc:docMk/>
            <pc:sldMk cId="2650502260" sldId="260"/>
            <ac:graphicFrameMk id="6" creationId="{2638565A-B5B5-740C-F0DC-443FE64A83BB}"/>
          </ac:graphicFrameMkLst>
        </pc:graphicFrameChg>
      </pc:sldChg>
      <pc:sldChg chg="addSp delSp modSp add mod">
        <pc:chgData name="Ting B" userId="8a6456424c5e7c38" providerId="LiveId" clId="{65B98825-BE07-416F-9AA7-AC6D6B37CAF8}" dt="2022-08-08T15:17:14.261" v="725" actId="1076"/>
        <pc:sldMkLst>
          <pc:docMk/>
          <pc:sldMk cId="3689597564" sldId="261"/>
        </pc:sldMkLst>
        <pc:spChg chg="add mod">
          <ac:chgData name="Ting B" userId="8a6456424c5e7c38" providerId="LiveId" clId="{65B98825-BE07-416F-9AA7-AC6D6B37CAF8}" dt="2022-08-08T15:17:14.261" v="725" actId="1076"/>
          <ac:spMkLst>
            <pc:docMk/>
            <pc:sldMk cId="3689597564" sldId="261"/>
            <ac:spMk id="3" creationId="{7F527236-0635-9EA0-F8D3-55411A09E617}"/>
          </ac:spMkLst>
        </pc:spChg>
        <pc:spChg chg="del mod">
          <ac:chgData name="Ting B" userId="8a6456424c5e7c38" providerId="LiveId" clId="{65B98825-BE07-416F-9AA7-AC6D6B37CAF8}" dt="2022-08-07T18:55:12.073" v="596" actId="478"/>
          <ac:spMkLst>
            <pc:docMk/>
            <pc:sldMk cId="3689597564" sldId="261"/>
            <ac:spMk id="3" creationId="{FECAEA03-3D8D-511E-1FD1-46771C3EA6D5}"/>
          </ac:spMkLst>
        </pc:spChg>
        <pc:graphicFrameChg chg="del">
          <ac:chgData name="Ting B" userId="8a6456424c5e7c38" providerId="LiveId" clId="{65B98825-BE07-416F-9AA7-AC6D6B37CAF8}" dt="2022-08-07T18:54:54.087" v="589" actId="21"/>
          <ac:graphicFrameMkLst>
            <pc:docMk/>
            <pc:sldMk cId="3689597564" sldId="261"/>
            <ac:graphicFrameMk id="5" creationId="{82E81ED4-606A-FFBF-67AE-92660379D918}"/>
          </ac:graphicFrameMkLst>
        </pc:graphicFrameChg>
        <pc:graphicFrameChg chg="add mod modGraphic">
          <ac:chgData name="Ting B" userId="8a6456424c5e7c38" providerId="LiveId" clId="{65B98825-BE07-416F-9AA7-AC6D6B37CAF8}" dt="2022-08-07T18:55:49.855" v="605" actId="1076"/>
          <ac:graphicFrameMkLst>
            <pc:docMk/>
            <pc:sldMk cId="3689597564" sldId="261"/>
            <ac:graphicFrameMk id="6" creationId="{8C063AB9-A533-150B-29D4-7789F17198FE}"/>
          </ac:graphicFrameMkLst>
        </pc:graphicFrameChg>
      </pc:sldChg>
      <pc:sldChg chg="addSp delSp modSp new mod">
        <pc:chgData name="Ting B" userId="8a6456424c5e7c38" providerId="LiveId" clId="{65B98825-BE07-416F-9AA7-AC6D6B37CAF8}" dt="2022-08-08T15:17:08.731" v="724" actId="1076"/>
        <pc:sldMkLst>
          <pc:docMk/>
          <pc:sldMk cId="3024742525" sldId="262"/>
        </pc:sldMkLst>
        <pc:spChg chg="mod">
          <ac:chgData name="Ting B" userId="8a6456424c5e7c38" providerId="LiveId" clId="{65B98825-BE07-416F-9AA7-AC6D6B37CAF8}" dt="2022-08-08T15:11:17.580" v="622"/>
          <ac:spMkLst>
            <pc:docMk/>
            <pc:sldMk cId="3024742525" sldId="262"/>
            <ac:spMk id="2" creationId="{609B4ACB-3327-7FD7-EEAB-0C27A72ED00F}"/>
          </ac:spMkLst>
        </pc:spChg>
        <pc:spChg chg="del mod">
          <ac:chgData name="Ting B" userId="8a6456424c5e7c38" providerId="LiveId" clId="{65B98825-BE07-416F-9AA7-AC6D6B37CAF8}" dt="2022-08-08T15:11:19.257" v="623"/>
          <ac:spMkLst>
            <pc:docMk/>
            <pc:sldMk cId="3024742525" sldId="262"/>
            <ac:spMk id="3" creationId="{F588C9B2-E1FF-59FB-4EC8-0FCA133E6C4B}"/>
          </ac:spMkLst>
        </pc:spChg>
        <pc:spChg chg="add del mod">
          <ac:chgData name="Ting B" userId="8a6456424c5e7c38" providerId="LiveId" clId="{65B98825-BE07-416F-9AA7-AC6D6B37CAF8}" dt="2022-08-08T15:15:15.629" v="676"/>
          <ac:spMkLst>
            <pc:docMk/>
            <pc:sldMk cId="3024742525" sldId="262"/>
            <ac:spMk id="6" creationId="{C7658321-9379-2EB4-330D-8A0FAAA972E3}"/>
          </ac:spMkLst>
        </pc:spChg>
        <pc:spChg chg="add mod">
          <ac:chgData name="Ting B" userId="8a6456424c5e7c38" providerId="LiveId" clId="{65B98825-BE07-416F-9AA7-AC6D6B37CAF8}" dt="2022-08-08T15:17:08.731" v="724" actId="1076"/>
          <ac:spMkLst>
            <pc:docMk/>
            <pc:sldMk cId="3024742525" sldId="262"/>
            <ac:spMk id="7" creationId="{2E0C09F9-E1C6-6DA4-94AB-E6622A53805C}"/>
          </ac:spMkLst>
        </pc:spChg>
        <pc:spChg chg="add del mod">
          <ac:chgData name="Ting B" userId="8a6456424c5e7c38" providerId="LiveId" clId="{65B98825-BE07-416F-9AA7-AC6D6B37CAF8}" dt="2022-08-08T15:15:23.756" v="679"/>
          <ac:spMkLst>
            <pc:docMk/>
            <pc:sldMk cId="3024742525" sldId="262"/>
            <ac:spMk id="8" creationId="{0D7FC34A-495A-9239-E216-8D40A5B048D9}"/>
          </ac:spMkLst>
        </pc:spChg>
        <pc:graphicFrameChg chg="add mod">
          <ac:chgData name="Ting B" userId="8a6456424c5e7c38" providerId="LiveId" clId="{65B98825-BE07-416F-9AA7-AC6D6B37CAF8}" dt="2022-08-08T15:15:15.196" v="675" actId="1076"/>
          <ac:graphicFrameMkLst>
            <pc:docMk/>
            <pc:sldMk cId="3024742525" sldId="262"/>
            <ac:graphicFrameMk id="5" creationId="{E578A2B9-32F2-A371-32E0-4E9E1BFB90AB}"/>
          </ac:graphicFrameMkLst>
        </pc:graphicFrameChg>
      </pc:sldChg>
      <pc:sldChg chg="addSp modSp mod">
        <pc:chgData name="Ting B" userId="8a6456424c5e7c38" providerId="LiveId" clId="{65B98825-BE07-416F-9AA7-AC6D6B37CAF8}" dt="2022-08-08T18:19:38.219" v="769" actId="207"/>
        <pc:sldMkLst>
          <pc:docMk/>
          <pc:sldMk cId="2075805851" sldId="263"/>
        </pc:sldMkLst>
        <pc:spChg chg="add mod">
          <ac:chgData name="Ting B" userId="8a6456424c5e7c38" providerId="LiveId" clId="{65B98825-BE07-416F-9AA7-AC6D6B37CAF8}" dt="2022-08-08T18:08:30.156" v="746" actId="1076"/>
          <ac:spMkLst>
            <pc:docMk/>
            <pc:sldMk cId="2075805851" sldId="263"/>
            <ac:spMk id="12" creationId="{12B65154-6EFC-4A12-3FC2-C6DF75730DEB}"/>
          </ac:spMkLst>
        </pc:spChg>
        <pc:spChg chg="add mod">
          <ac:chgData name="Ting B" userId="8a6456424c5e7c38" providerId="LiveId" clId="{65B98825-BE07-416F-9AA7-AC6D6B37CAF8}" dt="2022-08-08T18:19:18.949" v="767" actId="1076"/>
          <ac:spMkLst>
            <pc:docMk/>
            <pc:sldMk cId="2075805851" sldId="263"/>
            <ac:spMk id="13" creationId="{9476246D-F4D0-BC3D-0829-85DB3F2D40FB}"/>
          </ac:spMkLst>
        </pc:spChg>
        <pc:graphicFrameChg chg="modGraphic">
          <ac:chgData name="Ting B" userId="8a6456424c5e7c38" providerId="LiveId" clId="{65B98825-BE07-416F-9AA7-AC6D6B37CAF8}" dt="2022-08-08T18:19:38.219" v="769" actId="207"/>
          <ac:graphicFrameMkLst>
            <pc:docMk/>
            <pc:sldMk cId="2075805851" sldId="263"/>
            <ac:graphicFrameMk id="5" creationId="{46A26A3E-A6EE-CD9C-5B44-E19FA63A323C}"/>
          </ac:graphicFrameMkLst>
        </pc:graphicFrameChg>
        <pc:graphicFrameChg chg="modGraphic">
          <ac:chgData name="Ting B" userId="8a6456424c5e7c38" providerId="LiveId" clId="{65B98825-BE07-416F-9AA7-AC6D6B37CAF8}" dt="2022-08-08T18:18:41.115" v="747" actId="207"/>
          <ac:graphicFrameMkLst>
            <pc:docMk/>
            <pc:sldMk cId="2075805851" sldId="263"/>
            <ac:graphicFrameMk id="7" creationId="{3065B0B0-8D5E-1FF5-407A-24EE3A17E8DA}"/>
          </ac:graphicFrameMkLst>
        </pc:graphicFrameChg>
        <pc:graphicFrameChg chg="modGraphic">
          <ac:chgData name="Ting B" userId="8a6456424c5e7c38" providerId="LiveId" clId="{65B98825-BE07-416F-9AA7-AC6D6B37CAF8}" dt="2022-08-08T18:07:55.295" v="734" actId="207"/>
          <ac:graphicFrameMkLst>
            <pc:docMk/>
            <pc:sldMk cId="2075805851" sldId="263"/>
            <ac:graphicFrameMk id="8" creationId="{898BF002-693A-DEFE-F986-E452E0A95D65}"/>
          </ac:graphicFrameMkLst>
        </pc:graphicFrameChg>
        <pc:graphicFrameChg chg="modGraphic">
          <ac:chgData name="Ting B" userId="8a6456424c5e7c38" providerId="LiveId" clId="{65B98825-BE07-416F-9AA7-AC6D6B37CAF8}" dt="2022-08-08T18:07:57.295" v="735" actId="207"/>
          <ac:graphicFrameMkLst>
            <pc:docMk/>
            <pc:sldMk cId="2075805851" sldId="263"/>
            <ac:graphicFrameMk id="9" creationId="{E2ADC08F-1604-CC61-9983-6DF2A49E614C}"/>
          </ac:graphicFrameMkLst>
        </pc:graphicFrameChg>
        <pc:graphicFrameChg chg="modGraphic">
          <ac:chgData name="Ting B" userId="8a6456424c5e7c38" providerId="LiveId" clId="{65B98825-BE07-416F-9AA7-AC6D6B37CAF8}" dt="2022-08-08T18:08:01.849" v="738" actId="207"/>
          <ac:graphicFrameMkLst>
            <pc:docMk/>
            <pc:sldMk cId="2075805851" sldId="263"/>
            <ac:graphicFrameMk id="10" creationId="{69163085-207A-F379-90B8-19C0A3703D24}"/>
          </ac:graphicFrameMkLst>
        </pc:graphicFrameChg>
        <pc:graphicFrameChg chg="modGraphic">
          <ac:chgData name="Ting B" userId="8a6456424c5e7c38" providerId="LiveId" clId="{65B98825-BE07-416F-9AA7-AC6D6B37CAF8}" dt="2022-08-08T18:08:04.149" v="739" actId="207"/>
          <ac:graphicFrameMkLst>
            <pc:docMk/>
            <pc:sldMk cId="2075805851" sldId="263"/>
            <ac:graphicFrameMk id="11" creationId="{4B752E20-51B6-2015-4C53-8200EAB8FA0C}"/>
          </ac:graphicFrameMkLst>
        </pc:graphicFrameChg>
      </pc:sldChg>
      <pc:sldChg chg="addSp modSp new mod">
        <pc:chgData name="Ting B" userId="8a6456424c5e7c38" providerId="LiveId" clId="{65B98825-BE07-416F-9AA7-AC6D6B37CAF8}" dt="2022-08-09T01:21:56.266" v="834" actId="20577"/>
        <pc:sldMkLst>
          <pc:docMk/>
          <pc:sldMk cId="356120360" sldId="264"/>
        </pc:sldMkLst>
        <pc:spChg chg="mod">
          <ac:chgData name="Ting B" userId="8a6456424c5e7c38" providerId="LiveId" clId="{65B98825-BE07-416F-9AA7-AC6D6B37CAF8}" dt="2022-08-08T15:52:21.810" v="727"/>
          <ac:spMkLst>
            <pc:docMk/>
            <pc:sldMk cId="356120360" sldId="264"/>
            <ac:spMk id="2" creationId="{16900A09-E696-3788-97C5-AD0C491785FA}"/>
          </ac:spMkLst>
        </pc:spChg>
        <pc:spChg chg="mod">
          <ac:chgData name="Ting B" userId="8a6456424c5e7c38" providerId="LiveId" clId="{65B98825-BE07-416F-9AA7-AC6D6B37CAF8}" dt="2022-08-09T01:17:47.201" v="770" actId="20577"/>
          <ac:spMkLst>
            <pc:docMk/>
            <pc:sldMk cId="356120360" sldId="264"/>
            <ac:spMk id="3" creationId="{559A160B-660E-D468-ACE6-06E15E03E563}"/>
          </ac:spMkLst>
        </pc:spChg>
        <pc:graphicFrameChg chg="add mod modGraphic">
          <ac:chgData name="Ting B" userId="8a6456424c5e7c38" providerId="LiveId" clId="{65B98825-BE07-416F-9AA7-AC6D6B37CAF8}" dt="2022-08-09T01:21:56.266" v="834" actId="20577"/>
          <ac:graphicFrameMkLst>
            <pc:docMk/>
            <pc:sldMk cId="356120360" sldId="264"/>
            <ac:graphicFrameMk id="5" creationId="{34C9D718-6CDB-1484-1D0C-3D0A22244509}"/>
          </ac:graphicFrameMkLst>
        </pc:graphicFrameChg>
      </pc:sldChg>
      <pc:sldChg chg="addSp delSp modSp add mod">
        <pc:chgData name="Ting B" userId="8a6456424c5e7c38" providerId="LiveId" clId="{65B98825-BE07-416F-9AA7-AC6D6B37CAF8}" dt="2022-08-09T01:48:51.838" v="1037" actId="207"/>
        <pc:sldMkLst>
          <pc:docMk/>
          <pc:sldMk cId="3493252079" sldId="265"/>
        </pc:sldMkLst>
        <pc:spChg chg="mod">
          <ac:chgData name="Ting B" userId="8a6456424c5e7c38" providerId="LiveId" clId="{65B98825-BE07-416F-9AA7-AC6D6B37CAF8}" dt="2022-08-09T01:34:11.839" v="855" actId="1076"/>
          <ac:spMkLst>
            <pc:docMk/>
            <pc:sldMk cId="3493252079" sldId="265"/>
            <ac:spMk id="2" creationId="{87B08A2D-F375-1A74-00E1-C6F5790C58A2}"/>
          </ac:spMkLst>
        </pc:spChg>
        <pc:spChg chg="del">
          <ac:chgData name="Ting B" userId="8a6456424c5e7c38" providerId="LiveId" clId="{65B98825-BE07-416F-9AA7-AC6D6B37CAF8}" dt="2022-08-09T01:22:36.430" v="837" actId="478"/>
          <ac:spMkLst>
            <pc:docMk/>
            <pc:sldMk cId="3493252079" sldId="265"/>
            <ac:spMk id="12" creationId="{12B65154-6EFC-4A12-3FC2-C6DF75730DEB}"/>
          </ac:spMkLst>
        </pc:spChg>
        <pc:spChg chg="del">
          <ac:chgData name="Ting B" userId="8a6456424c5e7c38" providerId="LiveId" clId="{65B98825-BE07-416F-9AA7-AC6D6B37CAF8}" dt="2022-08-09T01:22:36.430" v="837" actId="478"/>
          <ac:spMkLst>
            <pc:docMk/>
            <pc:sldMk cId="3493252079" sldId="265"/>
            <ac:spMk id="13" creationId="{9476246D-F4D0-BC3D-0829-85DB3F2D40FB}"/>
          </ac:spMkLst>
        </pc:spChg>
        <pc:graphicFrameChg chg="add mod modGraphic">
          <ac:chgData name="Ting B" userId="8a6456424c5e7c38" providerId="LiveId" clId="{65B98825-BE07-416F-9AA7-AC6D6B37CAF8}" dt="2022-08-09T01:48:51.838" v="1037" actId="207"/>
          <ac:graphicFrameMkLst>
            <pc:docMk/>
            <pc:sldMk cId="3493252079" sldId="265"/>
            <ac:graphicFrameMk id="3" creationId="{8A78C19F-BAFF-04C5-0F2E-7FB5665C62A7}"/>
          </ac:graphicFrameMkLst>
        </pc:graphicFrameChg>
        <pc:graphicFrameChg chg="mod modGraphic">
          <ac:chgData name="Ting B" userId="8a6456424c5e7c38" providerId="LiveId" clId="{65B98825-BE07-416F-9AA7-AC6D6B37CAF8}" dt="2022-08-09T01:37:35.554" v="887" actId="207"/>
          <ac:graphicFrameMkLst>
            <pc:docMk/>
            <pc:sldMk cId="3493252079" sldId="265"/>
            <ac:graphicFrameMk id="5" creationId="{46A26A3E-A6EE-CD9C-5B44-E19FA63A323C}"/>
          </ac:graphicFrameMkLst>
        </pc:graphicFrameChg>
        <pc:graphicFrameChg chg="del">
          <ac:chgData name="Ting B" userId="8a6456424c5e7c38" providerId="LiveId" clId="{65B98825-BE07-416F-9AA7-AC6D6B37CAF8}" dt="2022-08-09T01:22:36.430" v="837" actId="478"/>
          <ac:graphicFrameMkLst>
            <pc:docMk/>
            <pc:sldMk cId="3493252079" sldId="265"/>
            <ac:graphicFrameMk id="7" creationId="{3065B0B0-8D5E-1FF5-407A-24EE3A17E8DA}"/>
          </ac:graphicFrameMkLst>
        </pc:graphicFrameChg>
        <pc:graphicFrameChg chg="del">
          <ac:chgData name="Ting B" userId="8a6456424c5e7c38" providerId="LiveId" clId="{65B98825-BE07-416F-9AA7-AC6D6B37CAF8}" dt="2022-08-09T01:22:36.430" v="837" actId="478"/>
          <ac:graphicFrameMkLst>
            <pc:docMk/>
            <pc:sldMk cId="3493252079" sldId="265"/>
            <ac:graphicFrameMk id="8" creationId="{898BF002-693A-DEFE-F986-E452E0A95D65}"/>
          </ac:graphicFrameMkLst>
        </pc:graphicFrameChg>
        <pc:graphicFrameChg chg="del">
          <ac:chgData name="Ting B" userId="8a6456424c5e7c38" providerId="LiveId" clId="{65B98825-BE07-416F-9AA7-AC6D6B37CAF8}" dt="2022-08-09T01:22:36.430" v="837" actId="478"/>
          <ac:graphicFrameMkLst>
            <pc:docMk/>
            <pc:sldMk cId="3493252079" sldId="265"/>
            <ac:graphicFrameMk id="9" creationId="{E2ADC08F-1604-CC61-9983-6DF2A49E614C}"/>
          </ac:graphicFrameMkLst>
        </pc:graphicFrameChg>
        <pc:graphicFrameChg chg="del">
          <ac:chgData name="Ting B" userId="8a6456424c5e7c38" providerId="LiveId" clId="{65B98825-BE07-416F-9AA7-AC6D6B37CAF8}" dt="2022-08-09T01:22:36.430" v="837" actId="478"/>
          <ac:graphicFrameMkLst>
            <pc:docMk/>
            <pc:sldMk cId="3493252079" sldId="265"/>
            <ac:graphicFrameMk id="10" creationId="{69163085-207A-F379-90B8-19C0A3703D24}"/>
          </ac:graphicFrameMkLst>
        </pc:graphicFrameChg>
        <pc:graphicFrameChg chg="del">
          <ac:chgData name="Ting B" userId="8a6456424c5e7c38" providerId="LiveId" clId="{65B98825-BE07-416F-9AA7-AC6D6B37CAF8}" dt="2022-08-09T01:22:36.430" v="837" actId="478"/>
          <ac:graphicFrameMkLst>
            <pc:docMk/>
            <pc:sldMk cId="3493252079" sldId="265"/>
            <ac:graphicFrameMk id="11" creationId="{4B752E20-51B6-2015-4C53-8200EAB8FA0C}"/>
          </ac:graphicFrameMkLst>
        </pc:graphicFrameChg>
        <pc:graphicFrameChg chg="add mod modGraphic">
          <ac:chgData name="Ting B" userId="8a6456424c5e7c38" providerId="LiveId" clId="{65B98825-BE07-416F-9AA7-AC6D6B37CAF8}" dt="2022-08-09T01:48:29.485" v="1030" actId="207"/>
          <ac:graphicFrameMkLst>
            <pc:docMk/>
            <pc:sldMk cId="3493252079" sldId="265"/>
            <ac:graphicFrameMk id="14" creationId="{F35D5153-DA5A-3E0A-2DFF-1343FA9F5FB9}"/>
          </ac:graphicFrameMkLst>
        </pc:graphicFrameChg>
      </pc:sldChg>
      <pc:sldChg chg="addSp modSp add mod">
        <pc:chgData name="Ting B" userId="8a6456424c5e7c38" providerId="LiveId" clId="{65B98825-BE07-416F-9AA7-AC6D6B37CAF8}" dt="2022-08-09T01:51:56.643" v="1076" actId="2084"/>
        <pc:sldMkLst>
          <pc:docMk/>
          <pc:sldMk cId="2802349088" sldId="266"/>
        </pc:sldMkLst>
        <pc:graphicFrameChg chg="mod modGraphic">
          <ac:chgData name="Ting B" userId="8a6456424c5e7c38" providerId="LiveId" clId="{65B98825-BE07-416F-9AA7-AC6D6B37CAF8}" dt="2022-08-09T01:50:09.682" v="1053" actId="20577"/>
          <ac:graphicFrameMkLst>
            <pc:docMk/>
            <pc:sldMk cId="2802349088" sldId="266"/>
            <ac:graphicFrameMk id="3" creationId="{8A78C19F-BAFF-04C5-0F2E-7FB5665C62A7}"/>
          </ac:graphicFrameMkLst>
        </pc:graphicFrameChg>
        <pc:graphicFrameChg chg="modGraphic">
          <ac:chgData name="Ting B" userId="8a6456424c5e7c38" providerId="LiveId" clId="{65B98825-BE07-416F-9AA7-AC6D6B37CAF8}" dt="2022-08-09T01:51:56.643" v="1076" actId="2084"/>
          <ac:graphicFrameMkLst>
            <pc:docMk/>
            <pc:sldMk cId="2802349088" sldId="266"/>
            <ac:graphicFrameMk id="5" creationId="{46A26A3E-A6EE-CD9C-5B44-E19FA63A323C}"/>
          </ac:graphicFrameMkLst>
        </pc:graphicFrameChg>
        <pc:graphicFrameChg chg="add mod modGraphic">
          <ac:chgData name="Ting B" userId="8a6456424c5e7c38" providerId="LiveId" clId="{65B98825-BE07-416F-9AA7-AC6D6B37CAF8}" dt="2022-08-09T01:48:43.857" v="1034" actId="207"/>
          <ac:graphicFrameMkLst>
            <pc:docMk/>
            <pc:sldMk cId="2802349088" sldId="266"/>
            <ac:graphicFrameMk id="7" creationId="{5A8C144F-4729-1FD8-45B9-E8410C08017A}"/>
          </ac:graphicFrameMkLst>
        </pc:graphicFrameChg>
        <pc:graphicFrameChg chg="mod">
          <ac:chgData name="Ting B" userId="8a6456424c5e7c38" providerId="LiveId" clId="{65B98825-BE07-416F-9AA7-AC6D6B37CAF8}" dt="2022-08-09T01:40:16.302" v="919" actId="1076"/>
          <ac:graphicFrameMkLst>
            <pc:docMk/>
            <pc:sldMk cId="2802349088" sldId="266"/>
            <ac:graphicFrameMk id="14" creationId="{F35D5153-DA5A-3E0A-2DFF-1343FA9F5FB9}"/>
          </ac:graphicFrameMkLst>
        </pc:graphicFrameChg>
      </pc:sldChg>
      <pc:sldChg chg="modSp add mod ord">
        <pc:chgData name="Ting B" userId="8a6456424c5e7c38" providerId="LiveId" clId="{65B98825-BE07-416F-9AA7-AC6D6B37CAF8}" dt="2022-08-09T01:48:49.199" v="1036" actId="207"/>
        <pc:sldMkLst>
          <pc:docMk/>
          <pc:sldMk cId="114104743" sldId="267"/>
        </pc:sldMkLst>
        <pc:graphicFrameChg chg="modGraphic">
          <ac:chgData name="Ting B" userId="8a6456424c5e7c38" providerId="LiveId" clId="{65B98825-BE07-416F-9AA7-AC6D6B37CAF8}" dt="2022-08-09T01:48:49.199" v="1036" actId="207"/>
          <ac:graphicFrameMkLst>
            <pc:docMk/>
            <pc:sldMk cId="114104743" sldId="267"/>
            <ac:graphicFrameMk id="3" creationId="{8A78C19F-BAFF-04C5-0F2E-7FB5665C62A7}"/>
          </ac:graphicFrameMkLst>
        </pc:graphicFrameChg>
        <pc:graphicFrameChg chg="mod modGraphic">
          <ac:chgData name="Ting B" userId="8a6456424c5e7c38" providerId="LiveId" clId="{65B98825-BE07-416F-9AA7-AC6D6B37CAF8}" dt="2022-08-09T01:48:39.621" v="1033" actId="207"/>
          <ac:graphicFrameMkLst>
            <pc:docMk/>
            <pc:sldMk cId="114104743" sldId="267"/>
            <ac:graphicFrameMk id="7" creationId="{5A8C144F-4729-1FD8-45B9-E8410C08017A}"/>
          </ac:graphicFrameMkLst>
        </pc:graphicFrameChg>
        <pc:graphicFrameChg chg="mod">
          <ac:chgData name="Ting B" userId="8a6456424c5e7c38" providerId="LiveId" clId="{65B98825-BE07-416F-9AA7-AC6D6B37CAF8}" dt="2022-08-09T01:48:34.461" v="1031" actId="1076"/>
          <ac:graphicFrameMkLst>
            <pc:docMk/>
            <pc:sldMk cId="114104743" sldId="267"/>
            <ac:graphicFrameMk id="14" creationId="{F35D5153-DA5A-3E0A-2DFF-1343FA9F5FB9}"/>
          </ac:graphicFrameMkLst>
        </pc:graphicFrameChg>
      </pc:sldChg>
      <pc:sldChg chg="addSp modSp add mod">
        <pc:chgData name="Ting B" userId="8a6456424c5e7c38" providerId="LiveId" clId="{65B98825-BE07-416F-9AA7-AC6D6B37CAF8}" dt="2022-08-10T15:19:43.766" v="1114" actId="20577"/>
        <pc:sldMkLst>
          <pc:docMk/>
          <pc:sldMk cId="2359253343" sldId="268"/>
        </pc:sldMkLst>
        <pc:graphicFrameChg chg="mod modGraphic">
          <ac:chgData name="Ting B" userId="8a6456424c5e7c38" providerId="LiveId" clId="{65B98825-BE07-416F-9AA7-AC6D6B37CAF8}" dt="2022-08-09T01:48:57.647" v="1038" actId="207"/>
          <ac:graphicFrameMkLst>
            <pc:docMk/>
            <pc:sldMk cId="2359253343" sldId="268"/>
            <ac:graphicFrameMk id="3" creationId="{8A78C19F-BAFF-04C5-0F2E-7FB5665C62A7}"/>
          </ac:graphicFrameMkLst>
        </pc:graphicFrameChg>
        <pc:graphicFrameChg chg="modGraphic">
          <ac:chgData name="Ting B" userId="8a6456424c5e7c38" providerId="LiveId" clId="{65B98825-BE07-416F-9AA7-AC6D6B37CAF8}" dt="2022-08-10T15:19:43.766" v="1114" actId="20577"/>
          <ac:graphicFrameMkLst>
            <pc:docMk/>
            <pc:sldMk cId="2359253343" sldId="268"/>
            <ac:graphicFrameMk id="5" creationId="{46A26A3E-A6EE-CD9C-5B44-E19FA63A323C}"/>
          </ac:graphicFrameMkLst>
        </pc:graphicFrameChg>
        <pc:graphicFrameChg chg="mod">
          <ac:chgData name="Ting B" userId="8a6456424c5e7c38" providerId="LiveId" clId="{65B98825-BE07-416F-9AA7-AC6D6B37CAF8}" dt="2022-08-09T01:41:31.415" v="934" actId="1076"/>
          <ac:graphicFrameMkLst>
            <pc:docMk/>
            <pc:sldMk cId="2359253343" sldId="268"/>
            <ac:graphicFrameMk id="7" creationId="{5A8C144F-4729-1FD8-45B9-E8410C08017A}"/>
          </ac:graphicFrameMkLst>
        </pc:graphicFrameChg>
        <pc:graphicFrameChg chg="add mod modGraphic">
          <ac:chgData name="Ting B" userId="8a6456424c5e7c38" providerId="LiveId" clId="{65B98825-BE07-416F-9AA7-AC6D6B37CAF8}" dt="2022-08-09T01:48:59.631" v="1039" actId="207"/>
          <ac:graphicFrameMkLst>
            <pc:docMk/>
            <pc:sldMk cId="2359253343" sldId="268"/>
            <ac:graphicFrameMk id="8" creationId="{3F6BBB6E-9B31-A232-0063-264DF1FECA15}"/>
          </ac:graphicFrameMkLst>
        </pc:graphicFrameChg>
        <pc:graphicFrameChg chg="mod">
          <ac:chgData name="Ting B" userId="8a6456424c5e7c38" providerId="LiveId" clId="{65B98825-BE07-416F-9AA7-AC6D6B37CAF8}" dt="2022-08-09T01:41:39.503" v="936" actId="1076"/>
          <ac:graphicFrameMkLst>
            <pc:docMk/>
            <pc:sldMk cId="2359253343" sldId="268"/>
            <ac:graphicFrameMk id="14" creationId="{F35D5153-DA5A-3E0A-2DFF-1343FA9F5FB9}"/>
          </ac:graphicFrameMkLst>
        </pc:graphicFrameChg>
      </pc:sldChg>
      <pc:sldChg chg="modSp add mod">
        <pc:chgData name="Ting B" userId="8a6456424c5e7c38" providerId="LiveId" clId="{65B98825-BE07-416F-9AA7-AC6D6B37CAF8}" dt="2022-08-10T15:19:49.637" v="1115" actId="20577"/>
        <pc:sldMkLst>
          <pc:docMk/>
          <pc:sldMk cId="944967926" sldId="269"/>
        </pc:sldMkLst>
        <pc:graphicFrameChg chg="mod modGraphic">
          <ac:chgData name="Ting B" userId="8a6456424c5e7c38" providerId="LiveId" clId="{65B98825-BE07-416F-9AA7-AC6D6B37CAF8}" dt="2022-08-09T01:50:03.855" v="1051" actId="20577"/>
          <ac:graphicFrameMkLst>
            <pc:docMk/>
            <pc:sldMk cId="944967926" sldId="269"/>
            <ac:graphicFrameMk id="3" creationId="{8A78C19F-BAFF-04C5-0F2E-7FB5665C62A7}"/>
          </ac:graphicFrameMkLst>
        </pc:graphicFrameChg>
        <pc:graphicFrameChg chg="modGraphic">
          <ac:chgData name="Ting B" userId="8a6456424c5e7c38" providerId="LiveId" clId="{65B98825-BE07-416F-9AA7-AC6D6B37CAF8}" dt="2022-08-10T15:19:49.637" v="1115" actId="20577"/>
          <ac:graphicFrameMkLst>
            <pc:docMk/>
            <pc:sldMk cId="944967926" sldId="269"/>
            <ac:graphicFrameMk id="5" creationId="{46A26A3E-A6EE-CD9C-5B44-E19FA63A323C}"/>
          </ac:graphicFrameMkLst>
        </pc:graphicFrameChg>
        <pc:graphicFrameChg chg="mod modGraphic">
          <ac:chgData name="Ting B" userId="8a6456424c5e7c38" providerId="LiveId" clId="{65B98825-BE07-416F-9AA7-AC6D6B37CAF8}" dt="2022-08-09T01:49:06.920" v="1040" actId="207"/>
          <ac:graphicFrameMkLst>
            <pc:docMk/>
            <pc:sldMk cId="944967926" sldId="269"/>
            <ac:graphicFrameMk id="14" creationId="{F35D5153-DA5A-3E0A-2DFF-1343FA9F5FB9}"/>
          </ac:graphicFrameMkLst>
        </pc:graphicFrameChg>
      </pc:sldChg>
      <pc:sldChg chg="addSp delSp modSp add mod">
        <pc:chgData name="Ting B" userId="8a6456424c5e7c38" providerId="LiveId" clId="{65B98825-BE07-416F-9AA7-AC6D6B37CAF8}" dt="2022-08-10T15:19:54.887" v="1117" actId="20577"/>
        <pc:sldMkLst>
          <pc:docMk/>
          <pc:sldMk cId="916709606" sldId="270"/>
        </pc:sldMkLst>
        <pc:graphicFrameChg chg="mod modGraphic">
          <ac:chgData name="Ting B" userId="8a6456424c5e7c38" providerId="LiveId" clId="{65B98825-BE07-416F-9AA7-AC6D6B37CAF8}" dt="2022-08-09T01:49:59.257" v="1050"/>
          <ac:graphicFrameMkLst>
            <pc:docMk/>
            <pc:sldMk cId="916709606" sldId="270"/>
            <ac:graphicFrameMk id="3" creationId="{8A78C19F-BAFF-04C5-0F2E-7FB5665C62A7}"/>
          </ac:graphicFrameMkLst>
        </pc:graphicFrameChg>
        <pc:graphicFrameChg chg="modGraphic">
          <ac:chgData name="Ting B" userId="8a6456424c5e7c38" providerId="LiveId" clId="{65B98825-BE07-416F-9AA7-AC6D6B37CAF8}" dt="2022-08-10T15:19:54.887" v="1117" actId="20577"/>
          <ac:graphicFrameMkLst>
            <pc:docMk/>
            <pc:sldMk cId="916709606" sldId="270"/>
            <ac:graphicFrameMk id="5" creationId="{46A26A3E-A6EE-CD9C-5B44-E19FA63A323C}"/>
          </ac:graphicFrameMkLst>
        </pc:graphicFrameChg>
        <pc:graphicFrameChg chg="mod">
          <ac:chgData name="Ting B" userId="8a6456424c5e7c38" providerId="LiveId" clId="{65B98825-BE07-416F-9AA7-AC6D6B37CAF8}" dt="2022-08-09T01:48:11.026" v="1027" actId="1076"/>
          <ac:graphicFrameMkLst>
            <pc:docMk/>
            <pc:sldMk cId="916709606" sldId="270"/>
            <ac:graphicFrameMk id="7" creationId="{5A8C144F-4729-1FD8-45B9-E8410C08017A}"/>
          </ac:graphicFrameMkLst>
        </pc:graphicFrameChg>
        <pc:graphicFrameChg chg="mod modGraphic">
          <ac:chgData name="Ting B" userId="8a6456424c5e7c38" providerId="LiveId" clId="{65B98825-BE07-416F-9AA7-AC6D6B37CAF8}" dt="2022-08-09T01:49:16.270" v="1042" actId="207"/>
          <ac:graphicFrameMkLst>
            <pc:docMk/>
            <pc:sldMk cId="916709606" sldId="270"/>
            <ac:graphicFrameMk id="8" creationId="{3F6BBB6E-9B31-A232-0063-264DF1FECA15}"/>
          </ac:graphicFrameMkLst>
        </pc:graphicFrameChg>
        <pc:graphicFrameChg chg="add del mod modGraphic">
          <ac:chgData name="Ting B" userId="8a6456424c5e7c38" providerId="LiveId" clId="{65B98825-BE07-416F-9AA7-AC6D6B37CAF8}" dt="2022-08-09T01:48:01.927" v="1025" actId="478"/>
          <ac:graphicFrameMkLst>
            <pc:docMk/>
            <pc:sldMk cId="916709606" sldId="270"/>
            <ac:graphicFrameMk id="9" creationId="{2B7D18D2-38E3-9717-8464-4B1DAB95C0B2}"/>
          </ac:graphicFrameMkLst>
        </pc:graphicFrameChg>
        <pc:graphicFrameChg chg="mod">
          <ac:chgData name="Ting B" userId="8a6456424c5e7c38" providerId="LiveId" clId="{65B98825-BE07-416F-9AA7-AC6D6B37CAF8}" dt="2022-08-09T01:48:19.729" v="1029" actId="1076"/>
          <ac:graphicFrameMkLst>
            <pc:docMk/>
            <pc:sldMk cId="916709606" sldId="270"/>
            <ac:graphicFrameMk id="14" creationId="{F35D5153-DA5A-3E0A-2DFF-1343FA9F5FB9}"/>
          </ac:graphicFrameMkLst>
        </pc:graphicFrameChg>
      </pc:sldChg>
      <pc:sldChg chg="modSp add mod">
        <pc:chgData name="Ting B" userId="8a6456424c5e7c38" providerId="LiveId" clId="{65B98825-BE07-416F-9AA7-AC6D6B37CAF8}" dt="2022-08-10T15:20:02.661" v="1120" actId="20577"/>
        <pc:sldMkLst>
          <pc:docMk/>
          <pc:sldMk cId="4181768945" sldId="271"/>
        </pc:sldMkLst>
        <pc:graphicFrameChg chg="mod modGraphic">
          <ac:chgData name="Ting B" userId="8a6456424c5e7c38" providerId="LiveId" clId="{65B98825-BE07-416F-9AA7-AC6D6B37CAF8}" dt="2022-08-09T01:51:34.453" v="1072"/>
          <ac:graphicFrameMkLst>
            <pc:docMk/>
            <pc:sldMk cId="4181768945" sldId="271"/>
            <ac:graphicFrameMk id="3" creationId="{8A78C19F-BAFF-04C5-0F2E-7FB5665C62A7}"/>
          </ac:graphicFrameMkLst>
        </pc:graphicFrameChg>
        <pc:graphicFrameChg chg="modGraphic">
          <ac:chgData name="Ting B" userId="8a6456424c5e7c38" providerId="LiveId" clId="{65B98825-BE07-416F-9AA7-AC6D6B37CAF8}" dt="2022-08-10T15:20:02.661" v="1120" actId="20577"/>
          <ac:graphicFrameMkLst>
            <pc:docMk/>
            <pc:sldMk cId="4181768945" sldId="271"/>
            <ac:graphicFrameMk id="5" creationId="{46A26A3E-A6EE-CD9C-5B44-E19FA63A323C}"/>
          </ac:graphicFrameMkLst>
        </pc:graphicFrameChg>
        <pc:graphicFrameChg chg="modGraphic">
          <ac:chgData name="Ting B" userId="8a6456424c5e7c38" providerId="LiveId" clId="{65B98825-BE07-416F-9AA7-AC6D6B37CAF8}" dt="2022-08-09T01:50:47.590" v="1061" actId="2084"/>
          <ac:graphicFrameMkLst>
            <pc:docMk/>
            <pc:sldMk cId="4181768945" sldId="271"/>
            <ac:graphicFrameMk id="8" creationId="{3F6BBB6E-9B31-A232-0063-264DF1FECA15}"/>
          </ac:graphicFrameMkLst>
        </pc:graphicFrameChg>
        <pc:graphicFrameChg chg="mod modGraphic">
          <ac:chgData name="Ting B" userId="8a6456424c5e7c38" providerId="LiveId" clId="{65B98825-BE07-416F-9AA7-AC6D6B37CAF8}" dt="2022-08-09T01:51:29.744" v="1071" actId="207"/>
          <ac:graphicFrameMkLst>
            <pc:docMk/>
            <pc:sldMk cId="4181768945" sldId="271"/>
            <ac:graphicFrameMk id="14" creationId="{F35D5153-DA5A-3E0A-2DFF-1343FA9F5FB9}"/>
          </ac:graphicFrameMkLst>
        </pc:graphicFrameChg>
      </pc:sldChg>
      <pc:sldChg chg="addSp delSp modSp add mod">
        <pc:chgData name="Ting B" userId="8a6456424c5e7c38" providerId="LiveId" clId="{65B98825-BE07-416F-9AA7-AC6D6B37CAF8}" dt="2022-08-10T15:20:19.375" v="1124" actId="20577"/>
        <pc:sldMkLst>
          <pc:docMk/>
          <pc:sldMk cId="279628456" sldId="272"/>
        </pc:sldMkLst>
        <pc:graphicFrameChg chg="mod modGraphic">
          <ac:chgData name="Ting B" userId="8a6456424c5e7c38" providerId="LiveId" clId="{65B98825-BE07-416F-9AA7-AC6D6B37CAF8}" dt="2022-08-09T01:54:17.263" v="1097" actId="20577"/>
          <ac:graphicFrameMkLst>
            <pc:docMk/>
            <pc:sldMk cId="279628456" sldId="272"/>
            <ac:graphicFrameMk id="3" creationId="{8A78C19F-BAFF-04C5-0F2E-7FB5665C62A7}"/>
          </ac:graphicFrameMkLst>
        </pc:graphicFrameChg>
        <pc:graphicFrameChg chg="mod modGraphic">
          <ac:chgData name="Ting B" userId="8a6456424c5e7c38" providerId="LiveId" clId="{65B98825-BE07-416F-9AA7-AC6D6B37CAF8}" dt="2022-08-10T15:20:19.375" v="1124" actId="20577"/>
          <ac:graphicFrameMkLst>
            <pc:docMk/>
            <pc:sldMk cId="279628456" sldId="272"/>
            <ac:graphicFrameMk id="5" creationId="{46A26A3E-A6EE-CD9C-5B44-E19FA63A323C}"/>
          </ac:graphicFrameMkLst>
        </pc:graphicFrameChg>
        <pc:graphicFrameChg chg="del">
          <ac:chgData name="Ting B" userId="8a6456424c5e7c38" providerId="LiveId" clId="{65B98825-BE07-416F-9AA7-AC6D6B37CAF8}" dt="2022-08-09T01:53:16.545" v="1085" actId="478"/>
          <ac:graphicFrameMkLst>
            <pc:docMk/>
            <pc:sldMk cId="279628456" sldId="272"/>
            <ac:graphicFrameMk id="7" creationId="{5A8C144F-4729-1FD8-45B9-E8410C08017A}"/>
          </ac:graphicFrameMkLst>
        </pc:graphicFrameChg>
        <pc:graphicFrameChg chg="del">
          <ac:chgData name="Ting B" userId="8a6456424c5e7c38" providerId="LiveId" clId="{65B98825-BE07-416F-9AA7-AC6D6B37CAF8}" dt="2022-08-09T01:53:16.545" v="1085" actId="478"/>
          <ac:graphicFrameMkLst>
            <pc:docMk/>
            <pc:sldMk cId="279628456" sldId="272"/>
            <ac:graphicFrameMk id="8" creationId="{3F6BBB6E-9B31-A232-0063-264DF1FECA15}"/>
          </ac:graphicFrameMkLst>
        </pc:graphicFrameChg>
        <pc:graphicFrameChg chg="add mod modGraphic">
          <ac:chgData name="Ting B" userId="8a6456424c5e7c38" providerId="LiveId" clId="{65B98825-BE07-416F-9AA7-AC6D6B37CAF8}" dt="2022-08-09T01:54:21.801" v="1098" actId="2084"/>
          <ac:graphicFrameMkLst>
            <pc:docMk/>
            <pc:sldMk cId="279628456" sldId="272"/>
            <ac:graphicFrameMk id="9" creationId="{EFEE154C-FF6D-442E-4C51-086AEF9F65A0}"/>
          </ac:graphicFrameMkLst>
        </pc:graphicFrameChg>
        <pc:graphicFrameChg chg="add mod">
          <ac:chgData name="Ting B" userId="8a6456424c5e7c38" providerId="LiveId" clId="{65B98825-BE07-416F-9AA7-AC6D6B37CAF8}" dt="2022-08-09T01:53:34.397" v="1088" actId="1076"/>
          <ac:graphicFrameMkLst>
            <pc:docMk/>
            <pc:sldMk cId="279628456" sldId="272"/>
            <ac:graphicFrameMk id="10" creationId="{04809E9E-E31C-04D4-ADFD-C708D46A7FA8}"/>
          </ac:graphicFrameMkLst>
        </pc:graphicFrameChg>
        <pc:graphicFrameChg chg="add mod">
          <ac:chgData name="Ting B" userId="8a6456424c5e7c38" providerId="LiveId" clId="{65B98825-BE07-416F-9AA7-AC6D6B37CAF8}" dt="2022-08-09T01:53:46.907" v="1089" actId="1076"/>
          <ac:graphicFrameMkLst>
            <pc:docMk/>
            <pc:sldMk cId="279628456" sldId="272"/>
            <ac:graphicFrameMk id="11" creationId="{CC566B28-856C-E391-BD14-7AFC3B1A965D}"/>
          </ac:graphicFrameMkLst>
        </pc:graphicFrameChg>
        <pc:graphicFrameChg chg="add mod">
          <ac:chgData name="Ting B" userId="8a6456424c5e7c38" providerId="LiveId" clId="{65B98825-BE07-416F-9AA7-AC6D6B37CAF8}" dt="2022-08-09T01:53:50.674" v="1090" actId="1076"/>
          <ac:graphicFrameMkLst>
            <pc:docMk/>
            <pc:sldMk cId="279628456" sldId="272"/>
            <ac:graphicFrameMk id="12" creationId="{50A5035C-EFA1-A99B-D1FE-E405F99F4B17}"/>
          </ac:graphicFrameMkLst>
        </pc:graphicFrameChg>
        <pc:graphicFrameChg chg="add mod">
          <ac:chgData name="Ting B" userId="8a6456424c5e7c38" providerId="LiveId" clId="{65B98825-BE07-416F-9AA7-AC6D6B37CAF8}" dt="2022-08-09T01:53:52.803" v="1091" actId="1076"/>
          <ac:graphicFrameMkLst>
            <pc:docMk/>
            <pc:sldMk cId="279628456" sldId="272"/>
            <ac:graphicFrameMk id="13" creationId="{37D9D1E5-F354-4C39-7C25-B2245CA6203D}"/>
          </ac:graphicFrameMkLst>
        </pc:graphicFrameChg>
        <pc:graphicFrameChg chg="del">
          <ac:chgData name="Ting B" userId="8a6456424c5e7c38" providerId="LiveId" clId="{65B98825-BE07-416F-9AA7-AC6D6B37CAF8}" dt="2022-08-09T01:53:16.545" v="1085" actId="478"/>
          <ac:graphicFrameMkLst>
            <pc:docMk/>
            <pc:sldMk cId="279628456" sldId="272"/>
            <ac:graphicFrameMk id="14" creationId="{F35D5153-DA5A-3E0A-2DFF-1343FA9F5FB9}"/>
          </ac:graphicFrameMkLst>
        </pc:graphicFrameChg>
      </pc:sldChg>
    </pc:docChg>
  </pc:docChgLst>
  <pc:docChgLst>
    <pc:chgData name="Ting B" userId="8a6456424c5e7c38" providerId="LiveId" clId="{13790F77-D0C4-47D6-B67C-71DDD0AB1431}"/>
    <pc:docChg chg="undo custSel addSld delSld modSld">
      <pc:chgData name="Ting B" userId="8a6456424c5e7c38" providerId="LiveId" clId="{13790F77-D0C4-47D6-B67C-71DDD0AB1431}" dt="2022-08-09T09:02:55.922" v="518" actId="207"/>
      <pc:docMkLst>
        <pc:docMk/>
      </pc:docMkLst>
      <pc:sldChg chg="modSp mod">
        <pc:chgData name="Ting B" userId="8a6456424c5e7c38" providerId="LiveId" clId="{13790F77-D0C4-47D6-B67C-71DDD0AB1431}" dt="2022-08-09T08:14:53.215" v="357" actId="20577"/>
        <pc:sldMkLst>
          <pc:docMk/>
          <pc:sldMk cId="3689597564" sldId="261"/>
        </pc:sldMkLst>
        <pc:spChg chg="mod">
          <ac:chgData name="Ting B" userId="8a6456424c5e7c38" providerId="LiveId" clId="{13790F77-D0C4-47D6-B67C-71DDD0AB1431}" dt="2022-08-09T08:14:53.215" v="357" actId="20577"/>
          <ac:spMkLst>
            <pc:docMk/>
            <pc:sldMk cId="3689597564" sldId="261"/>
            <ac:spMk id="3" creationId="{7F527236-0635-9EA0-F8D3-55411A09E617}"/>
          </ac:spMkLst>
        </pc:spChg>
      </pc:sldChg>
      <pc:sldChg chg="addSp delSp modSp new mod">
        <pc:chgData name="Ting B" userId="8a6456424c5e7c38" providerId="LiveId" clId="{13790F77-D0C4-47D6-B67C-71DDD0AB1431}" dt="2022-08-08T08:50:38.843" v="96" actId="1076"/>
        <pc:sldMkLst>
          <pc:docMk/>
          <pc:sldMk cId="2075805851" sldId="263"/>
        </pc:sldMkLst>
        <pc:spChg chg="mod">
          <ac:chgData name="Ting B" userId="8a6456424c5e7c38" providerId="LiveId" clId="{13790F77-D0C4-47D6-B67C-71DDD0AB1431}" dt="2022-08-08T08:33:13.298" v="7"/>
          <ac:spMkLst>
            <pc:docMk/>
            <pc:sldMk cId="2075805851" sldId="263"/>
            <ac:spMk id="2" creationId="{87B08A2D-F375-1A74-00E1-C6F5790C58A2}"/>
          </ac:spMkLst>
        </pc:spChg>
        <pc:spChg chg="del mod">
          <ac:chgData name="Ting B" userId="8a6456424c5e7c38" providerId="LiveId" clId="{13790F77-D0C4-47D6-B67C-71DDD0AB1431}" dt="2022-08-08T08:44:48.133" v="33" actId="478"/>
          <ac:spMkLst>
            <pc:docMk/>
            <pc:sldMk cId="2075805851" sldId="263"/>
            <ac:spMk id="3" creationId="{3992F273-8D13-4D79-1C6A-A775F02103F4}"/>
          </ac:spMkLst>
        </pc:spChg>
        <pc:graphicFrameChg chg="add mod modGraphic">
          <ac:chgData name="Ting B" userId="8a6456424c5e7c38" providerId="LiveId" clId="{13790F77-D0C4-47D6-B67C-71DDD0AB1431}" dt="2022-08-08T08:49:55.612" v="89" actId="1076"/>
          <ac:graphicFrameMkLst>
            <pc:docMk/>
            <pc:sldMk cId="2075805851" sldId="263"/>
            <ac:graphicFrameMk id="5" creationId="{46A26A3E-A6EE-CD9C-5B44-E19FA63A323C}"/>
          </ac:graphicFrameMkLst>
        </pc:graphicFrameChg>
        <pc:graphicFrameChg chg="add del mod modGraphic">
          <ac:chgData name="Ting B" userId="8a6456424c5e7c38" providerId="LiveId" clId="{13790F77-D0C4-47D6-B67C-71DDD0AB1431}" dt="2022-08-08T08:46:05.245" v="40" actId="478"/>
          <ac:graphicFrameMkLst>
            <pc:docMk/>
            <pc:sldMk cId="2075805851" sldId="263"/>
            <ac:graphicFrameMk id="6" creationId="{2BADD6C3-E6CA-C8ED-06E8-1B24F4BBB85F}"/>
          </ac:graphicFrameMkLst>
        </pc:graphicFrameChg>
        <pc:graphicFrameChg chg="add mod modGraphic">
          <ac:chgData name="Ting B" userId="8a6456424c5e7c38" providerId="LiveId" clId="{13790F77-D0C4-47D6-B67C-71DDD0AB1431}" dt="2022-08-08T08:50:38.843" v="96" actId="1076"/>
          <ac:graphicFrameMkLst>
            <pc:docMk/>
            <pc:sldMk cId="2075805851" sldId="263"/>
            <ac:graphicFrameMk id="7" creationId="{3065B0B0-8D5E-1FF5-407A-24EE3A17E8DA}"/>
          </ac:graphicFrameMkLst>
        </pc:graphicFrameChg>
        <pc:graphicFrameChg chg="add mod modGraphic">
          <ac:chgData name="Ting B" userId="8a6456424c5e7c38" providerId="LiveId" clId="{13790F77-D0C4-47D6-B67C-71DDD0AB1431}" dt="2022-08-08T08:50:32.762" v="95" actId="1076"/>
          <ac:graphicFrameMkLst>
            <pc:docMk/>
            <pc:sldMk cId="2075805851" sldId="263"/>
            <ac:graphicFrameMk id="8" creationId="{898BF002-693A-DEFE-F986-E452E0A95D65}"/>
          </ac:graphicFrameMkLst>
        </pc:graphicFrameChg>
        <pc:graphicFrameChg chg="add mod modGraphic">
          <ac:chgData name="Ting B" userId="8a6456424c5e7c38" providerId="LiveId" clId="{13790F77-D0C4-47D6-B67C-71DDD0AB1431}" dt="2022-08-08T08:49:59.878" v="90" actId="1076"/>
          <ac:graphicFrameMkLst>
            <pc:docMk/>
            <pc:sldMk cId="2075805851" sldId="263"/>
            <ac:graphicFrameMk id="9" creationId="{E2ADC08F-1604-CC61-9983-6DF2A49E614C}"/>
          </ac:graphicFrameMkLst>
        </pc:graphicFrameChg>
        <pc:graphicFrameChg chg="add mod modGraphic">
          <ac:chgData name="Ting B" userId="8a6456424c5e7c38" providerId="LiveId" clId="{13790F77-D0C4-47D6-B67C-71DDD0AB1431}" dt="2022-08-08T08:50:25.868" v="94" actId="1076"/>
          <ac:graphicFrameMkLst>
            <pc:docMk/>
            <pc:sldMk cId="2075805851" sldId="263"/>
            <ac:graphicFrameMk id="10" creationId="{69163085-207A-F379-90B8-19C0A3703D24}"/>
          </ac:graphicFrameMkLst>
        </pc:graphicFrameChg>
        <pc:graphicFrameChg chg="add mod modGraphic">
          <ac:chgData name="Ting B" userId="8a6456424c5e7c38" providerId="LiveId" clId="{13790F77-D0C4-47D6-B67C-71DDD0AB1431}" dt="2022-08-08T08:50:21.738" v="93" actId="1076"/>
          <ac:graphicFrameMkLst>
            <pc:docMk/>
            <pc:sldMk cId="2075805851" sldId="263"/>
            <ac:graphicFrameMk id="11" creationId="{4B752E20-51B6-2015-4C53-8200EAB8FA0C}"/>
          </ac:graphicFrameMkLst>
        </pc:graphicFrameChg>
      </pc:sldChg>
      <pc:sldChg chg="del">
        <pc:chgData name="Ting B" userId="8a6456424c5e7c38" providerId="LiveId" clId="{13790F77-D0C4-47D6-B67C-71DDD0AB1431}" dt="2022-08-09T08:17:45.817" v="406" actId="47"/>
        <pc:sldMkLst>
          <pc:docMk/>
          <pc:sldMk cId="356120360" sldId="264"/>
        </pc:sldMkLst>
      </pc:sldChg>
      <pc:sldChg chg="addSp delSp modSp mod">
        <pc:chgData name="Ting B" userId="8a6456424c5e7c38" providerId="LiveId" clId="{13790F77-D0C4-47D6-B67C-71DDD0AB1431}" dt="2022-08-09T08:17:10.901" v="405" actId="1076"/>
        <pc:sldMkLst>
          <pc:docMk/>
          <pc:sldMk cId="3493252079" sldId="265"/>
        </pc:sldMkLst>
        <pc:spChg chg="add del mod">
          <ac:chgData name="Ting B" userId="8a6456424c5e7c38" providerId="LiveId" clId="{13790F77-D0C4-47D6-B67C-71DDD0AB1431}" dt="2022-08-09T08:16:08.718" v="396"/>
          <ac:spMkLst>
            <pc:docMk/>
            <pc:sldMk cId="3493252079" sldId="265"/>
            <ac:spMk id="7" creationId="{5C493510-3BE4-83DD-6AA0-874C30A94169}"/>
          </ac:spMkLst>
        </pc:spChg>
        <pc:spChg chg="add mod">
          <ac:chgData name="Ting B" userId="8a6456424c5e7c38" providerId="LiveId" clId="{13790F77-D0C4-47D6-B67C-71DDD0AB1431}" dt="2022-08-09T08:17:10.901" v="405" actId="1076"/>
          <ac:spMkLst>
            <pc:docMk/>
            <pc:sldMk cId="3493252079" sldId="265"/>
            <ac:spMk id="8" creationId="{CD8088A8-8714-7906-9901-EFC2D286E09A}"/>
          </ac:spMkLst>
        </pc:spChg>
        <pc:graphicFrameChg chg="mod">
          <ac:chgData name="Ting B" userId="8a6456424c5e7c38" providerId="LiveId" clId="{13790F77-D0C4-47D6-B67C-71DDD0AB1431}" dt="2022-08-09T08:17:08.142" v="404" actId="1076"/>
          <ac:graphicFrameMkLst>
            <pc:docMk/>
            <pc:sldMk cId="3493252079" sldId="265"/>
            <ac:graphicFrameMk id="14" creationId="{F35D5153-DA5A-3E0A-2DFF-1343FA9F5FB9}"/>
          </ac:graphicFrameMkLst>
        </pc:graphicFrameChg>
      </pc:sldChg>
      <pc:sldChg chg="addSp modSp mod">
        <pc:chgData name="Ting B" userId="8a6456424c5e7c38" providerId="LiveId" clId="{13790F77-D0C4-47D6-B67C-71DDD0AB1431}" dt="2022-08-09T08:18:35.203" v="408" actId="1076"/>
        <pc:sldMkLst>
          <pc:docMk/>
          <pc:sldMk cId="279628456" sldId="272"/>
        </pc:sldMkLst>
        <pc:spChg chg="add mod">
          <ac:chgData name="Ting B" userId="8a6456424c5e7c38" providerId="LiveId" clId="{13790F77-D0C4-47D6-B67C-71DDD0AB1431}" dt="2022-08-09T08:18:35.203" v="408" actId="1076"/>
          <ac:spMkLst>
            <pc:docMk/>
            <pc:sldMk cId="279628456" sldId="272"/>
            <ac:spMk id="14" creationId="{B2960196-F8F3-CEF1-4482-BA4CC89AF5FE}"/>
          </ac:spMkLst>
        </pc:spChg>
      </pc:sldChg>
      <pc:sldChg chg="addSp delSp modSp new mod">
        <pc:chgData name="Ting B" userId="8a6456424c5e7c38" providerId="LiveId" clId="{13790F77-D0C4-47D6-B67C-71DDD0AB1431}" dt="2022-08-09T08:15:29.048" v="394" actId="20577"/>
        <pc:sldMkLst>
          <pc:docMk/>
          <pc:sldMk cId="1428282795" sldId="273"/>
        </pc:sldMkLst>
        <pc:spChg chg="mod">
          <ac:chgData name="Ting B" userId="8a6456424c5e7c38" providerId="LiveId" clId="{13790F77-D0C4-47D6-B67C-71DDD0AB1431}" dt="2022-08-09T04:55:37.610" v="98"/>
          <ac:spMkLst>
            <pc:docMk/>
            <pc:sldMk cId="1428282795" sldId="273"/>
            <ac:spMk id="2" creationId="{0984D38B-A414-3463-A890-94A095931709}"/>
          </ac:spMkLst>
        </pc:spChg>
        <pc:spChg chg="del">
          <ac:chgData name="Ting B" userId="8a6456424c5e7c38" providerId="LiveId" clId="{13790F77-D0C4-47D6-B67C-71DDD0AB1431}" dt="2022-08-09T04:57:08.733" v="99" actId="3680"/>
          <ac:spMkLst>
            <pc:docMk/>
            <pc:sldMk cId="1428282795" sldId="273"/>
            <ac:spMk id="3" creationId="{93094EA0-6D97-7357-1082-8B8445B0A0D5}"/>
          </ac:spMkLst>
        </pc:spChg>
        <pc:spChg chg="add mod">
          <ac:chgData name="Ting B" userId="8a6456424c5e7c38" providerId="LiveId" clId="{13790F77-D0C4-47D6-B67C-71DDD0AB1431}" dt="2022-08-09T08:15:29.048" v="394" actId="20577"/>
          <ac:spMkLst>
            <pc:docMk/>
            <pc:sldMk cId="1428282795" sldId="273"/>
            <ac:spMk id="6" creationId="{DEF2563E-21B1-1CBD-F9CB-2F2C15A741DE}"/>
          </ac:spMkLst>
        </pc:spChg>
        <pc:graphicFrameChg chg="add mod ord modGraphic">
          <ac:chgData name="Ting B" userId="8a6456424c5e7c38" providerId="LiveId" clId="{13790F77-D0C4-47D6-B67C-71DDD0AB1431}" dt="2022-08-09T05:23:41.518" v="352" actId="122"/>
          <ac:graphicFrameMkLst>
            <pc:docMk/>
            <pc:sldMk cId="1428282795" sldId="273"/>
            <ac:graphicFrameMk id="5" creationId="{D4E13BFE-2558-EDD3-B839-6589129BA7F0}"/>
          </ac:graphicFrameMkLst>
        </pc:graphicFrameChg>
      </pc:sldChg>
      <pc:sldChg chg="modSp new mod">
        <pc:chgData name="Ting B" userId="8a6456424c5e7c38" providerId="LiveId" clId="{13790F77-D0C4-47D6-B67C-71DDD0AB1431}" dt="2022-08-09T09:02:55.922" v="518" actId="207"/>
        <pc:sldMkLst>
          <pc:docMk/>
          <pc:sldMk cId="1616376348" sldId="274"/>
        </pc:sldMkLst>
        <pc:spChg chg="mod">
          <ac:chgData name="Ting B" userId="8a6456424c5e7c38" providerId="LiveId" clId="{13790F77-D0C4-47D6-B67C-71DDD0AB1431}" dt="2022-08-09T09:00:42.442" v="431" actId="20577"/>
          <ac:spMkLst>
            <pc:docMk/>
            <pc:sldMk cId="1616376348" sldId="274"/>
            <ac:spMk id="2" creationId="{7639CCCA-8EEF-25DF-0B51-51529D0B5F14}"/>
          </ac:spMkLst>
        </pc:spChg>
        <pc:spChg chg="mod">
          <ac:chgData name="Ting B" userId="8a6456424c5e7c38" providerId="LiveId" clId="{13790F77-D0C4-47D6-B67C-71DDD0AB1431}" dt="2022-08-09T09:02:55.922" v="518" actId="207"/>
          <ac:spMkLst>
            <pc:docMk/>
            <pc:sldMk cId="1616376348" sldId="274"/>
            <ac:spMk id="3" creationId="{10BEED24-9C9C-CB1A-7799-36B8D8AB2A5B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E71A6C-2C44-478D-971D-C6B8D23831BB}" type="datetimeFigureOut">
              <a:rPr lang="zh-TW" altLang="en-US" smtClean="0"/>
              <a:t>2022/8/10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B8E3AD-4DDF-46F0-847C-9E019181D1B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443958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F5F9860-E560-416D-9431-5E47F32440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59134497-E75B-48A4-91DD-EA0D8766ED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7863F84-58C6-42BD-8450-BB1EF0A0CA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4348C-36CF-493F-87A0-F09F5C79557B}" type="datetime1">
              <a:rPr lang="zh-TW" altLang="en-US" smtClean="0"/>
              <a:t>2022/8/10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8432305-1513-4FF2-B137-EE8BE60701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A45DE15-CC67-477E-9512-252BB1C19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2C34A-D3D3-4A9B-8692-9279E332F0C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126107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F0FF7CE-2933-4750-A85D-DACE9F916D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3F8675F-A7F4-411C-87FE-AF53DB2321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4D891A1-BED0-4372-94A4-FAEA0FDB1A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D1CB8-68CC-40D0-8B95-D3C3A7ADB4E8}" type="datetime1">
              <a:rPr lang="zh-TW" altLang="en-US" smtClean="0"/>
              <a:t>2022/8/10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ADB4587-43E1-4B31-85FA-4F512D06B0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E62905B-D2C7-4BB5-A1C0-9C466C3C3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latin typeface="源流明體 M" panose="02020500000000000000" pitchFamily="18" charset="-120"/>
                <a:ea typeface="源流明體 M" panose="02020500000000000000" pitchFamily="18" charset="-120"/>
              </a:defRPr>
            </a:lvl1pPr>
          </a:lstStyle>
          <a:p>
            <a:fld id="{4CD2C34A-D3D3-4A9B-8692-9279E332F0C9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547097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BCA837B-11EB-4BCD-BB75-016BDBC720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601CEDA6-E03F-4FC9-9AE0-3165E22F83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0B5DA1D-6AE9-48E7-B940-0B03E7173D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9369E-9364-4DE1-B777-922645A66F1A}" type="datetime1">
              <a:rPr lang="zh-TW" altLang="en-US" smtClean="0"/>
              <a:t>2022/8/10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9AA8402-DA28-4A1A-A558-D9347B9217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39B33D7-3156-4125-A854-05E2F5EC2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2C34A-D3D3-4A9B-8692-9279E332F0C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301359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2C2D9AB-19FC-4A41-8B16-512340B33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427EFF3-6358-445E-AB7A-1BC7356097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E60E9C49-7EE0-48B3-B571-72D3290F10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F1A1EF6-39FE-482A-8143-781B6CB2E3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1FF31-668F-4AB9-96F0-D30DF02CF383}" type="datetime1">
              <a:rPr lang="zh-TW" altLang="en-US" smtClean="0"/>
              <a:t>2022/8/10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89D48EB-695D-48D5-972D-703BA95FA5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50DEBC84-B4B2-48A5-9453-4968DF601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2C34A-D3D3-4A9B-8692-9279E332F0C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353056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C364652-1B77-4696-A668-DE346840B3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5EA96D6-19BA-4F0C-9D27-5E3C912623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6DD1974A-B943-4208-8541-2CC976952B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7F423B03-A8AF-4A4A-8E8F-F37A0EC215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A68F243B-B7F9-4BFF-961C-9D0B9CDCAB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7FF30C15-CFD8-4836-816C-2F7AD002FC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5F927-1548-411C-9F0A-7E2338821FD2}" type="datetime1">
              <a:rPr lang="zh-TW" altLang="en-US" smtClean="0"/>
              <a:t>2022/8/10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BB75EC47-F26E-4E34-8F29-343960158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F0357AA1-531D-48AF-9CCE-B1E9F1D58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2C34A-D3D3-4A9B-8692-9279E332F0C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073834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371D42C-7250-4132-82B5-5BC22B5AA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5A93FF5C-9744-48EF-A3FE-F6AB3634F7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D5000-B342-4B97-BFC6-0D5CDADFA95C}" type="datetime1">
              <a:rPr lang="zh-TW" altLang="en-US" smtClean="0"/>
              <a:t>2022/8/10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601019B5-97EB-4FAA-B9E0-A8872AE738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33A332F1-DF5D-4F87-97BF-68EBD8F13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2C34A-D3D3-4A9B-8692-9279E332F0C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589064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B876C78C-4473-4753-A6D0-22BA1F4761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CF939-D763-48D5-8B03-D0F1129A1E9E}" type="datetime1">
              <a:rPr lang="zh-TW" altLang="en-US" smtClean="0"/>
              <a:t>2022/8/10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60A9D2FC-48F6-4EB8-9020-7AACF6C93F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F61A111-BA32-4DCC-B1B3-F6F29930C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2C34A-D3D3-4A9B-8692-9279E332F0C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607659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196626C-3788-4FAE-8B9A-B23CC278E3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9050D94-23AF-4060-B5E4-D28F7AF294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847E624D-101B-4B1B-A033-653188284A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163E474D-7185-4142-8E1A-C096A190E3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FAF7E-03FF-47C7-BE82-6927213C9CE5}" type="datetime1">
              <a:rPr lang="zh-TW" altLang="en-US" smtClean="0"/>
              <a:t>2022/8/10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ED8FD9AE-93F8-4516-981E-888A35858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B7C235FE-7EC6-45BD-AFD3-28E236227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2C34A-D3D3-4A9B-8692-9279E332F0C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062679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3BEFEB1-3B54-45E8-9090-D0CF4FF911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4CBE35E7-646E-4404-821A-D22E70E0B0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72357CA3-B57C-4FE1-AA0C-39A1BB09A4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D38B033-98F0-477A-A016-863BD32FF2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EA15A-BC96-4FDC-81B9-0D28C6E02324}" type="datetime1">
              <a:rPr lang="zh-TW" altLang="en-US" smtClean="0"/>
              <a:t>2022/8/10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17603EF-D0A2-4BE2-BB6E-F1E7428564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C60FDF8-CDA0-4176-93FB-878ED2BD3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2C34A-D3D3-4A9B-8692-9279E332F0C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232218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FCE1F33-6DA3-4E3D-A50B-59EF378400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8453AB78-8699-463C-8D35-0DAE4736C1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B0C9C6C-B437-4A6A-B50E-D76A9DFEF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98257-1A0C-4C00-86B7-D3CBE1E4FDE3}" type="datetime1">
              <a:rPr lang="zh-TW" altLang="en-US" smtClean="0"/>
              <a:t>2022/8/10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7009B86-8BAF-49D3-9FBD-AF620355B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1B07FA9-F3F7-4DA7-A0F4-66D3B56704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2C34A-D3D3-4A9B-8692-9279E332F0C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241612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DC295D24-4D4D-472A-AB73-D1239EA9C1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FBDB5D60-51C4-436D-BBDD-F77793327B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6632C48-A4E5-459A-B5AA-57D86A08E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91720-F347-4FFB-ADA5-0AD2EE56A4E5}" type="datetime1">
              <a:rPr lang="zh-TW" altLang="en-US" smtClean="0"/>
              <a:t>2022/8/10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D1A3D36-B64D-4E79-8824-D40005CB9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FCBCD96-2981-4CEB-BF02-CDF1449F88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2C34A-D3D3-4A9B-8692-9279E332F0C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233264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0588B45C-60F2-4BCE-B810-D930011E70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C153474-8A42-4461-A925-C46F64482A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2A84AEC-A2FC-47EE-8B0B-6CF68B8386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60A89E-5F59-45C6-916E-2029F486A7DF}" type="datetime1">
              <a:rPr lang="zh-TW" altLang="en-US" smtClean="0"/>
              <a:t>2022/8/10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389F9A5-C535-4FCE-9462-8748EDBDF1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2D0B99F-AC6F-4C56-843B-B3324F7192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D2C34A-D3D3-4A9B-8692-9279E332F0C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17137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Times New Roman" panose="02020603050405020304" pitchFamily="18" charset="0"/>
          <a:ea typeface="源流明體 M" panose="02020500000000000000" pitchFamily="18" charset="-120"/>
          <a:cs typeface="Times New Roman" panose="02020603050405020304" pitchFamily="18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Times New Roman" panose="02020603050405020304" pitchFamily="18" charset="0"/>
          <a:ea typeface="源流明體 M" panose="02020500000000000000" pitchFamily="18" charset="-120"/>
          <a:cs typeface="Times New Roman" panose="02020603050405020304" pitchFamily="18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imes New Roman" panose="02020603050405020304" pitchFamily="18" charset="0"/>
          <a:ea typeface="源流明體 M" panose="02020500000000000000" pitchFamily="18" charset="-120"/>
          <a:cs typeface="Times New Roman" panose="02020603050405020304" pitchFamily="18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imes New Roman" panose="02020603050405020304" pitchFamily="18" charset="0"/>
          <a:ea typeface="源流明體 M" panose="02020500000000000000" pitchFamily="18" charset="-120"/>
          <a:cs typeface="Times New Roman" panose="02020603050405020304" pitchFamily="18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Times New Roman" panose="02020603050405020304" pitchFamily="18" charset="0"/>
          <a:ea typeface="源流明體 M" panose="02020500000000000000" pitchFamily="18" charset="-120"/>
          <a:cs typeface="Times New Roman" panose="02020603050405020304" pitchFamily="18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Times New Roman" panose="02020603050405020304" pitchFamily="18" charset="0"/>
          <a:ea typeface="源流明體 M" panose="02020500000000000000" pitchFamily="18" charset="-120"/>
          <a:cs typeface="Times New Roman" panose="02020603050405020304" pitchFamily="18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5143474-6387-4BE8-A4BF-0CDEA67657E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/>
              <a:t>Enumerating Longest Increasing Subsequences </a:t>
            </a:r>
            <a:br>
              <a:rPr lang="en-US" altLang="zh-TW"/>
            </a:br>
            <a:r>
              <a:rPr lang="en-US" altLang="zh-TW"/>
              <a:t>and Patience Sorting</a:t>
            </a:r>
            <a:endParaRPr lang="zh-TW" altLang="en-US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92B8BEBC-EA8D-40AC-8B6F-CE2FB945F54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altLang="zh-TW"/>
              <a:t>S. </a:t>
            </a:r>
            <a:r>
              <a:rPr lang="en-US" altLang="zh-TW" err="1"/>
              <a:t>Bespamyatnikh</a:t>
            </a:r>
            <a:r>
              <a:rPr lang="en-US" altLang="zh-TW"/>
              <a:t>, M. Segal</a:t>
            </a:r>
          </a:p>
          <a:p>
            <a:r>
              <a:rPr lang="en-US" altLang="zh-TW"/>
              <a:t>Information Processing Letters, Vol. 76, 2000, pp. 7 ~ 11</a:t>
            </a:r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D2AB8FE2-23CB-4533-87D5-C2F44C82D244}"/>
              </a:ext>
            </a:extLst>
          </p:cNvPr>
          <p:cNvSpPr txBox="1"/>
          <p:nvPr/>
        </p:nvSpPr>
        <p:spPr>
          <a:xfrm>
            <a:off x="9474926" y="6211669"/>
            <a:ext cx="27170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>
                <a:latin typeface="Times New Roman" panose="02020603050405020304" pitchFamily="18" charset="0"/>
                <a:ea typeface="源流明體 M" panose="02020500000000000000" pitchFamily="18" charset="-120"/>
                <a:cs typeface="Times New Roman" panose="02020603050405020304" pitchFamily="18" charset="0"/>
              </a:rPr>
              <a:t>Presenter: Guan-Ting Chen</a:t>
            </a:r>
          </a:p>
          <a:p>
            <a:r>
              <a:rPr lang="en-US" altLang="zh-TW">
                <a:latin typeface="Times New Roman" panose="02020603050405020304" pitchFamily="18" charset="0"/>
                <a:ea typeface="源流明體 M" panose="02020500000000000000" pitchFamily="18" charset="-120"/>
                <a:cs typeface="Times New Roman" panose="02020603050405020304" pitchFamily="18" charset="0"/>
              </a:rPr>
              <a:t>Date: Feb. 16, 2022</a:t>
            </a:r>
          </a:p>
        </p:txBody>
      </p:sp>
    </p:spTree>
    <p:extLst>
      <p:ext uri="{BB962C8B-B14F-4D97-AF65-F5344CB8AC3E}">
        <p14:creationId xmlns:p14="http://schemas.microsoft.com/office/powerpoint/2010/main" val="9928461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624AF41-DCC8-4BFE-B3AA-9D793E863E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Abstract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FBE2A12-C9F0-4093-A018-44F05764C4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TW" dirty="0"/>
              <a:t>In this paper we present three algorithms that solve three combinatorial optimization problems related to each other. One of them is the patience sorting game, invented as a practical method of sorting real decks of cards. The second problem is computing the longest monotone increasing subsequence of the given sequence of n positive integers in the range 1,...,n. The third problem is to enumerate all the longest monotone increasing subsequences of the given </a:t>
            </a:r>
            <a:r>
              <a:rPr lang="en-US" altLang="zh-TW" dirty="0">
                <a:solidFill>
                  <a:srgbClr val="FF0000"/>
                </a:solidFill>
              </a:rPr>
              <a:t>permutation</a:t>
            </a:r>
            <a:r>
              <a:rPr lang="en-US" altLang="zh-TW" dirty="0"/>
              <a:t>.</a:t>
            </a:r>
          </a:p>
          <a:p>
            <a:pPr marL="0" indent="0">
              <a:buNone/>
            </a:pP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9099A3E-11CF-4D79-A20E-36E8E58CE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2C34A-D3D3-4A9B-8692-9279E332F0C9}" type="slidenum">
              <a:rPr lang="zh-TW" altLang="en-US" smtClean="0"/>
              <a:t>2</a:t>
            </a:fld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78DC170A-5B1E-257C-FDA9-425D81AFE442}"/>
              </a:ext>
            </a:extLst>
          </p:cNvPr>
          <p:cNvSpPr txBox="1"/>
          <p:nvPr/>
        </p:nvSpPr>
        <p:spPr>
          <a:xfrm>
            <a:off x="6096000" y="4634707"/>
            <a:ext cx="503355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400" dirty="0">
                <a:solidFill>
                  <a:schemeClr val="bg2">
                    <a:lumMod val="50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注意此演算法僅可用於 </a:t>
            </a:r>
            <a:r>
              <a:rPr lang="en-US" altLang="zh-TW" sz="24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permutation</a:t>
            </a:r>
          </a:p>
          <a:p>
            <a:pPr algn="ctr"/>
            <a:r>
              <a:rPr lang="zh-TW" altLang="en-US" sz="2400" dirty="0">
                <a:solidFill>
                  <a:schemeClr val="bg2">
                    <a:lumMod val="50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後面的範例僅供模擬，非實際情況</a:t>
            </a:r>
          </a:p>
        </p:txBody>
      </p:sp>
    </p:spTree>
    <p:extLst>
      <p:ext uri="{BB962C8B-B14F-4D97-AF65-F5344CB8AC3E}">
        <p14:creationId xmlns:p14="http://schemas.microsoft.com/office/powerpoint/2010/main" val="8472366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639CCCA-8EEF-25DF-0B51-51529D0B5F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van </a:t>
            </a:r>
            <a:r>
              <a:rPr lang="en-US" altLang="zh-TW" dirty="0" err="1"/>
              <a:t>Emde</a:t>
            </a:r>
            <a:r>
              <a:rPr lang="en-US" altLang="zh-TW" dirty="0"/>
              <a:t> Boas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0BEED24-9C9C-CB1A-7799-36B8D8AB2A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insert(</a:t>
            </a:r>
            <a:r>
              <a:rPr lang="en-US" altLang="zh-TW" dirty="0" err="1"/>
              <a:t>i</a:t>
            </a:r>
            <a:r>
              <a:rPr lang="en-US" altLang="zh-TW" dirty="0"/>
              <a:t>)</a:t>
            </a:r>
          </a:p>
          <a:p>
            <a:r>
              <a:rPr lang="en-US" altLang="zh-TW" dirty="0"/>
              <a:t>delete(</a:t>
            </a:r>
            <a:r>
              <a:rPr lang="en-US" altLang="zh-TW" dirty="0" err="1"/>
              <a:t>i</a:t>
            </a:r>
            <a:r>
              <a:rPr lang="en-US" altLang="zh-TW" dirty="0"/>
              <a:t>)</a:t>
            </a:r>
          </a:p>
          <a:p>
            <a:r>
              <a:rPr lang="en-US" altLang="zh-TW" dirty="0"/>
              <a:t>next(</a:t>
            </a:r>
            <a:r>
              <a:rPr lang="en-US" altLang="zh-TW" dirty="0" err="1"/>
              <a:t>i</a:t>
            </a:r>
            <a:r>
              <a:rPr lang="en-US" altLang="zh-TW" dirty="0"/>
              <a:t>)</a:t>
            </a:r>
          </a:p>
          <a:p>
            <a:pPr lvl="1"/>
            <a:r>
              <a:rPr lang="en-US" altLang="zh-TW" dirty="0"/>
              <a:t>5 7 </a:t>
            </a:r>
            <a:r>
              <a:rPr lang="en-US" altLang="zh-TW" dirty="0">
                <a:solidFill>
                  <a:srgbClr val="FF0000"/>
                </a:solidFill>
              </a:rPr>
              <a:t>8</a:t>
            </a:r>
            <a:r>
              <a:rPr lang="en-US" altLang="zh-TW" dirty="0"/>
              <a:t> </a:t>
            </a:r>
            <a:r>
              <a:rPr lang="en-US" altLang="zh-TW" dirty="0">
                <a:solidFill>
                  <a:schemeClr val="accent2">
                    <a:lumMod val="75000"/>
                  </a:schemeClr>
                </a:solidFill>
              </a:rPr>
              <a:t>12</a:t>
            </a:r>
            <a:r>
              <a:rPr lang="en-US" altLang="zh-TW" dirty="0"/>
              <a:t> 15</a:t>
            </a:r>
          </a:p>
          <a:p>
            <a:r>
              <a:rPr lang="en-US" altLang="zh-TW" dirty="0" err="1"/>
              <a:t>prev</a:t>
            </a:r>
            <a:r>
              <a:rPr lang="en-US" altLang="zh-TW" dirty="0"/>
              <a:t>(</a:t>
            </a:r>
            <a:r>
              <a:rPr lang="en-US" altLang="zh-TW" dirty="0" err="1"/>
              <a:t>i</a:t>
            </a:r>
            <a:r>
              <a:rPr lang="en-US" altLang="zh-TW" dirty="0"/>
              <a:t>)</a:t>
            </a:r>
          </a:p>
          <a:p>
            <a:pPr lvl="1"/>
            <a:r>
              <a:rPr lang="en-US" altLang="zh-TW" dirty="0"/>
              <a:t>5 </a:t>
            </a:r>
            <a:r>
              <a:rPr lang="en-US" altLang="zh-TW" dirty="0">
                <a:solidFill>
                  <a:schemeClr val="accent2">
                    <a:lumMod val="75000"/>
                  </a:schemeClr>
                </a:solidFill>
              </a:rPr>
              <a:t>7</a:t>
            </a:r>
            <a:r>
              <a:rPr lang="en-US" altLang="zh-TW" dirty="0"/>
              <a:t> </a:t>
            </a:r>
            <a:r>
              <a:rPr lang="en-US" altLang="zh-TW" dirty="0">
                <a:solidFill>
                  <a:srgbClr val="FF0000"/>
                </a:solidFill>
              </a:rPr>
              <a:t>8</a:t>
            </a:r>
            <a:r>
              <a:rPr lang="en-US" altLang="zh-TW" dirty="0"/>
              <a:t> 12 15</a:t>
            </a:r>
          </a:p>
          <a:p>
            <a:pPr lvl="1"/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EE9B2B2-EDA7-2945-B84D-6A1379574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2C34A-D3D3-4A9B-8692-9279E332F0C9}" type="slidenum">
              <a:rPr lang="zh-TW" altLang="en-US" smtClean="0"/>
              <a:pPr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163763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501E790-C3F3-7C7F-5B65-691E3FF60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Longest Increasing Subsequence</a:t>
            </a:r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8E540D7-004B-25E6-206C-B28BB6AC7E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Sequence</a:t>
            </a:r>
          </a:p>
          <a:p>
            <a:pPr lvl="1"/>
            <a:r>
              <a:rPr lang="en-US" altLang="zh-TW" dirty="0">
                <a:solidFill>
                  <a:srgbClr val="FF0000"/>
                </a:solidFill>
              </a:rPr>
              <a:t>7</a:t>
            </a:r>
            <a:r>
              <a:rPr lang="en-US" altLang="zh-TW" dirty="0"/>
              <a:t> 12 </a:t>
            </a:r>
            <a:r>
              <a:rPr lang="en-US" altLang="zh-TW" dirty="0">
                <a:solidFill>
                  <a:srgbClr val="FF0000"/>
                </a:solidFill>
              </a:rPr>
              <a:t>8</a:t>
            </a:r>
            <a:r>
              <a:rPr lang="en-US" altLang="zh-TW" dirty="0"/>
              <a:t> 16 6 </a:t>
            </a:r>
            <a:r>
              <a:rPr lang="en-US" altLang="zh-TW" dirty="0">
                <a:solidFill>
                  <a:srgbClr val="FF0000"/>
                </a:solidFill>
              </a:rPr>
              <a:t>10</a:t>
            </a:r>
            <a:r>
              <a:rPr lang="en-US" altLang="zh-TW" dirty="0"/>
              <a:t> 2 5 </a:t>
            </a:r>
            <a:r>
              <a:rPr lang="en-US" altLang="zh-TW" dirty="0">
                <a:solidFill>
                  <a:srgbClr val="FF0000"/>
                </a:solidFill>
              </a:rPr>
              <a:t>13</a:t>
            </a:r>
            <a:r>
              <a:rPr lang="en-US" altLang="zh-TW" dirty="0"/>
              <a:t> </a:t>
            </a:r>
            <a:r>
              <a:rPr lang="en-US" altLang="zh-TW" dirty="0">
                <a:solidFill>
                  <a:srgbClr val="FF0000"/>
                </a:solidFill>
              </a:rPr>
              <a:t>18</a:t>
            </a:r>
          </a:p>
          <a:p>
            <a:pPr lvl="1"/>
            <a:endParaRPr lang="en-US" altLang="zh-TW" dirty="0"/>
          </a:p>
          <a:p>
            <a:r>
              <a:rPr lang="en-US" altLang="zh-TW" dirty="0"/>
              <a:t>LIS</a:t>
            </a:r>
          </a:p>
          <a:p>
            <a:pPr lvl="1"/>
            <a:r>
              <a:rPr lang="en-US" altLang="zh-TW" dirty="0"/>
              <a:t>7 8 10 13 18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F83D1A-6C99-CFB6-7C39-5D024C07A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2C34A-D3D3-4A9B-8692-9279E332F0C9}" type="slidenum">
              <a:rPr lang="zh-TW" altLang="en-US" smtClean="0"/>
              <a:pPr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458755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1934700-073B-96AF-0EEE-FBD52DFAD6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Longest Increasing Subsequence</a:t>
            </a:r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ECAEA03-3D8D-511E-1FD1-46771C3EA6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/>
              <a:t>L</a:t>
            </a:r>
          </a:p>
          <a:p>
            <a:pPr lvl="1"/>
            <a:r>
              <a:rPr lang="en-US" altLang="zh-TW"/>
              <a:t>The list save the length of the longest increasing subsequence that ends on </a:t>
            </a:r>
            <a:r>
              <a:rPr lang="en-US" altLang="zh-TW" err="1"/>
              <a:t>i</a:t>
            </a:r>
            <a:r>
              <a:rPr lang="en-US" altLang="zh-TW" baseline="30000" err="1"/>
              <a:t>th</a:t>
            </a:r>
            <a:r>
              <a:rPr lang="en-US" altLang="zh-TW"/>
              <a:t> element.</a:t>
            </a:r>
          </a:p>
          <a:p>
            <a:pPr lvl="1"/>
            <a:r>
              <a:rPr lang="en-US" altLang="zh-TW"/>
              <a:t>Example</a:t>
            </a:r>
          </a:p>
          <a:p>
            <a:pPr lvl="2"/>
            <a:endParaRPr lang="en-US" altLang="zh-TW"/>
          </a:p>
          <a:p>
            <a:pPr lvl="1"/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C324C15-9E1D-022C-D2B9-36273D736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2C34A-D3D3-4A9B-8692-9279E332F0C9}" type="slidenum">
              <a:rPr lang="zh-TW" altLang="en-US" smtClean="0"/>
              <a:pPr/>
              <a:t>5</a:t>
            </a:fld>
            <a:endParaRPr lang="zh-TW" altLang="en-US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82E81ED4-606A-FFBF-67AE-92660379D9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2136130"/>
              </p:ext>
            </p:extLst>
          </p:nvPr>
        </p:nvGraphicFramePr>
        <p:xfrm>
          <a:off x="2032000" y="3515117"/>
          <a:ext cx="8127999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38909">
                  <a:extLst>
                    <a:ext uri="{9D8B030D-6E8A-4147-A177-3AD203B41FA5}">
                      <a16:colId xmlns:a16="http://schemas.microsoft.com/office/drawing/2014/main" val="674522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2872439577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3922301798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2266915165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2456137540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2194642341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2468137761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2105470419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1882599890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3968098565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42140898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08490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88848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67144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505022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1934700-073B-96AF-0EEE-FBD52DFAD6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Longest Increasing Subsequence</a:t>
            </a:r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C324C15-9E1D-022C-D2B9-36273D736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2C34A-D3D3-4A9B-8692-9279E332F0C9}" type="slidenum">
              <a:rPr lang="zh-TW" altLang="en-US" smtClean="0"/>
              <a:pPr/>
              <a:t>6</a:t>
            </a:fld>
            <a:endParaRPr lang="zh-TW" altLang="en-US"/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8C063AB9-A533-150B-29D4-7789F17198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3113196"/>
              </p:ext>
            </p:extLst>
          </p:nvPr>
        </p:nvGraphicFramePr>
        <p:xfrm>
          <a:off x="2032000" y="3337719"/>
          <a:ext cx="8127999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38909">
                  <a:extLst>
                    <a:ext uri="{9D8B030D-6E8A-4147-A177-3AD203B41FA5}">
                      <a16:colId xmlns:a16="http://schemas.microsoft.com/office/drawing/2014/main" val="674522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2872439577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3922301798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2266915165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2456137540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2194642341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2468137761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2105470419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1882599890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3968098565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42140898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08490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88848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6714491"/>
                  </a:ext>
                </a:extLst>
              </a:tr>
            </a:tbl>
          </a:graphicData>
        </a:graphic>
      </p:graphicFrame>
      <p:sp>
        <p:nvSpPr>
          <p:cNvPr id="3" name="文字方塊 2">
            <a:extLst>
              <a:ext uri="{FF2B5EF4-FFF2-40B4-BE49-F238E27FC236}">
                <a16:creationId xmlns:a16="http://schemas.microsoft.com/office/drawing/2014/main" id="{7F527236-0635-9EA0-F8D3-55411A09E617}"/>
              </a:ext>
            </a:extLst>
          </p:cNvPr>
          <p:cNvSpPr txBox="1"/>
          <p:nvPr/>
        </p:nvSpPr>
        <p:spPr>
          <a:xfrm>
            <a:off x="5701211" y="4709319"/>
            <a:ext cx="44587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Complexity: 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O(log </a:t>
            </a:r>
            <a:r>
              <a:rPr lang="en-US" altLang="zh-TW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log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n)</a:t>
            </a:r>
            <a:endParaRPr lang="zh-TW" altLang="en-US" sz="2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95975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984D38B-A414-3463-A890-94A095931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Longest Increasing Subsequence</a:t>
            </a:r>
            <a:endParaRPr lang="zh-TW" altLang="en-US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D4E13BFE-2558-EDD3-B839-6589129BA7F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04405291"/>
              </p:ext>
            </p:extLst>
          </p:nvPr>
        </p:nvGraphicFramePr>
        <p:xfrm>
          <a:off x="838200" y="1844199"/>
          <a:ext cx="10515588" cy="4358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6299">
                  <a:extLst>
                    <a:ext uri="{9D8B030D-6E8A-4147-A177-3AD203B41FA5}">
                      <a16:colId xmlns:a16="http://schemas.microsoft.com/office/drawing/2014/main" val="3191526259"/>
                    </a:ext>
                  </a:extLst>
                </a:gridCol>
                <a:gridCol w="876299">
                  <a:extLst>
                    <a:ext uri="{9D8B030D-6E8A-4147-A177-3AD203B41FA5}">
                      <a16:colId xmlns:a16="http://schemas.microsoft.com/office/drawing/2014/main" val="611366216"/>
                    </a:ext>
                  </a:extLst>
                </a:gridCol>
                <a:gridCol w="876299">
                  <a:extLst>
                    <a:ext uri="{9D8B030D-6E8A-4147-A177-3AD203B41FA5}">
                      <a16:colId xmlns:a16="http://schemas.microsoft.com/office/drawing/2014/main" val="961471229"/>
                    </a:ext>
                  </a:extLst>
                </a:gridCol>
                <a:gridCol w="876299">
                  <a:extLst>
                    <a:ext uri="{9D8B030D-6E8A-4147-A177-3AD203B41FA5}">
                      <a16:colId xmlns:a16="http://schemas.microsoft.com/office/drawing/2014/main" val="261165154"/>
                    </a:ext>
                  </a:extLst>
                </a:gridCol>
                <a:gridCol w="876299">
                  <a:extLst>
                    <a:ext uri="{9D8B030D-6E8A-4147-A177-3AD203B41FA5}">
                      <a16:colId xmlns:a16="http://schemas.microsoft.com/office/drawing/2014/main" val="2316386807"/>
                    </a:ext>
                  </a:extLst>
                </a:gridCol>
                <a:gridCol w="876299">
                  <a:extLst>
                    <a:ext uri="{9D8B030D-6E8A-4147-A177-3AD203B41FA5}">
                      <a16:colId xmlns:a16="http://schemas.microsoft.com/office/drawing/2014/main" val="2382162907"/>
                    </a:ext>
                  </a:extLst>
                </a:gridCol>
                <a:gridCol w="876299">
                  <a:extLst>
                    <a:ext uri="{9D8B030D-6E8A-4147-A177-3AD203B41FA5}">
                      <a16:colId xmlns:a16="http://schemas.microsoft.com/office/drawing/2014/main" val="3119935921"/>
                    </a:ext>
                  </a:extLst>
                </a:gridCol>
                <a:gridCol w="876299">
                  <a:extLst>
                    <a:ext uri="{9D8B030D-6E8A-4147-A177-3AD203B41FA5}">
                      <a16:colId xmlns:a16="http://schemas.microsoft.com/office/drawing/2014/main" val="3125194282"/>
                    </a:ext>
                  </a:extLst>
                </a:gridCol>
                <a:gridCol w="876299">
                  <a:extLst>
                    <a:ext uri="{9D8B030D-6E8A-4147-A177-3AD203B41FA5}">
                      <a16:colId xmlns:a16="http://schemas.microsoft.com/office/drawing/2014/main" val="2258608169"/>
                    </a:ext>
                  </a:extLst>
                </a:gridCol>
                <a:gridCol w="876299">
                  <a:extLst>
                    <a:ext uri="{9D8B030D-6E8A-4147-A177-3AD203B41FA5}">
                      <a16:colId xmlns:a16="http://schemas.microsoft.com/office/drawing/2014/main" val="1261050006"/>
                    </a:ext>
                  </a:extLst>
                </a:gridCol>
                <a:gridCol w="876299">
                  <a:extLst>
                    <a:ext uri="{9D8B030D-6E8A-4147-A177-3AD203B41FA5}">
                      <a16:colId xmlns:a16="http://schemas.microsoft.com/office/drawing/2014/main" val="2754543512"/>
                    </a:ext>
                  </a:extLst>
                </a:gridCol>
                <a:gridCol w="876299">
                  <a:extLst>
                    <a:ext uri="{9D8B030D-6E8A-4147-A177-3AD203B41FA5}">
                      <a16:colId xmlns:a16="http://schemas.microsoft.com/office/drawing/2014/main" val="5152996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sz="200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endParaRPr lang="zh-TW" alt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endParaRPr lang="zh-TW" alt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gridSpan="10">
                  <a:txBody>
                    <a:bodyPr/>
                    <a:lstStyle/>
                    <a:p>
                      <a:pPr algn="ctr"/>
                      <a:r>
                        <a:rPr lang="en-US" altLang="zh-TW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(Element, length)</a:t>
                      </a:r>
                      <a:endParaRPr lang="zh-TW" alt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87272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7, 1</a:t>
                      </a:r>
                      <a:endParaRPr lang="zh-TW" alt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67412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zh-TW" alt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7, 1</a:t>
                      </a:r>
                      <a:endParaRPr lang="zh-TW" alt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12, 2</a:t>
                      </a:r>
                      <a:endParaRPr lang="zh-TW" alt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01453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7, 1</a:t>
                      </a:r>
                      <a:endParaRPr lang="zh-TW" alt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8, 2</a:t>
                      </a:r>
                      <a:endParaRPr lang="zh-TW" alt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93171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</a:t>
                      </a:r>
                      <a:endParaRPr lang="zh-TW" alt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7, 1</a:t>
                      </a:r>
                      <a:endParaRPr lang="zh-TW" alt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8, 2</a:t>
                      </a:r>
                      <a:endParaRPr lang="zh-TW" alt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16, 3</a:t>
                      </a:r>
                      <a:endParaRPr lang="zh-TW" alt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49983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6, 1</a:t>
                      </a:r>
                      <a:endParaRPr lang="zh-TW" alt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8, 2</a:t>
                      </a:r>
                      <a:endParaRPr lang="zh-TW" alt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16, 3</a:t>
                      </a:r>
                      <a:endParaRPr lang="zh-TW" alt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91392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TW" alt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6, 1</a:t>
                      </a:r>
                      <a:endParaRPr lang="zh-TW" alt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8, 2</a:t>
                      </a:r>
                      <a:endParaRPr lang="zh-TW" alt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10, 3</a:t>
                      </a:r>
                      <a:endParaRPr lang="zh-TW" alt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48849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2, 1</a:t>
                      </a:r>
                      <a:endParaRPr lang="zh-TW" alt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8, 2</a:t>
                      </a:r>
                      <a:endParaRPr lang="zh-TW" alt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10, 3</a:t>
                      </a:r>
                      <a:endParaRPr lang="zh-TW" alt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53111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2, 1</a:t>
                      </a:r>
                      <a:endParaRPr lang="zh-TW" alt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5, 2</a:t>
                      </a:r>
                      <a:endParaRPr lang="zh-TW" alt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10, 3</a:t>
                      </a:r>
                      <a:endParaRPr lang="zh-TW" alt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80960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</a:t>
                      </a:r>
                      <a:endParaRPr lang="zh-TW" alt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2, 1</a:t>
                      </a:r>
                      <a:endParaRPr lang="zh-TW" alt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5, 2</a:t>
                      </a:r>
                      <a:endParaRPr lang="zh-TW" alt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10, 3</a:t>
                      </a:r>
                      <a:endParaRPr lang="zh-TW" alt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13, 4</a:t>
                      </a:r>
                      <a:endParaRPr lang="zh-TW" alt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20973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TW" alt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</a:t>
                      </a:r>
                      <a:endParaRPr lang="zh-TW" alt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2, 1</a:t>
                      </a:r>
                      <a:endParaRPr lang="zh-TW" alt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5, 2</a:t>
                      </a:r>
                      <a:endParaRPr lang="zh-TW" alt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10, 3</a:t>
                      </a:r>
                      <a:endParaRPr lang="zh-TW" alt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13, 4</a:t>
                      </a:r>
                      <a:endParaRPr lang="zh-TW" alt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18, 5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8056758"/>
                  </a:ext>
                </a:extLst>
              </a:tr>
            </a:tbl>
          </a:graphicData>
        </a:graphic>
      </p:graphicFrame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E4F753E-FAE4-8C5F-C9BB-9DC2EB9228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2C34A-D3D3-4A9B-8692-9279E332F0C9}" type="slidenum">
              <a:rPr lang="zh-TW" altLang="en-US" smtClean="0"/>
              <a:pPr/>
              <a:t>7</a:t>
            </a:fld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DEF2563E-21B1-1CBD-F9CB-2F2C15A741DE}"/>
              </a:ext>
            </a:extLst>
          </p:cNvPr>
          <p:cNvSpPr txBox="1"/>
          <p:nvPr/>
        </p:nvSpPr>
        <p:spPr>
          <a:xfrm>
            <a:off x="838200" y="6202839"/>
            <a:ext cx="44587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van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Emde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Boas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82827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09B4ACB-3327-7FD7-EEAB-0C27A72ED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Reporting All Subsequences</a:t>
            </a:r>
            <a:endParaRPr lang="zh-TW" altLang="en-US"/>
          </a:p>
        </p:txBody>
      </p:sp>
      <p:graphicFrame>
        <p:nvGraphicFramePr>
          <p:cNvPr id="5" name="內容版面配置區 4">
            <a:extLst>
              <a:ext uri="{FF2B5EF4-FFF2-40B4-BE49-F238E27FC236}">
                <a16:creationId xmlns:a16="http://schemas.microsoft.com/office/drawing/2014/main" id="{E578A2B9-32F2-A371-32E0-4E9E1BFB90A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65560452"/>
              </p:ext>
            </p:extLst>
          </p:nvPr>
        </p:nvGraphicFramePr>
        <p:xfrm>
          <a:off x="2032000" y="3337719"/>
          <a:ext cx="8127999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38909">
                  <a:extLst>
                    <a:ext uri="{9D8B030D-6E8A-4147-A177-3AD203B41FA5}">
                      <a16:colId xmlns:a16="http://schemas.microsoft.com/office/drawing/2014/main" val="745176422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4038963127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3951869407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1715724908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461486548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206786250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1976245764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3426095557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2245313231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3656539796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514815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83524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80723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7325814"/>
                  </a:ext>
                </a:extLst>
              </a:tr>
            </a:tbl>
          </a:graphicData>
        </a:graphic>
      </p:graphicFrame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DA2C9AC-A231-5C3F-57D1-18F43BF88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2C34A-D3D3-4A9B-8692-9279E332F0C9}" type="slidenum">
              <a:rPr lang="zh-TW" altLang="en-US" smtClean="0"/>
              <a:pPr/>
              <a:t>8</a:t>
            </a:fld>
            <a:endParaRPr lang="zh-TW" altLang="en-US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2E0C09F9-E1C6-6DA4-94AB-E6622A53805C}"/>
              </a:ext>
            </a:extLst>
          </p:cNvPr>
          <p:cNvSpPr txBox="1"/>
          <p:nvPr/>
        </p:nvSpPr>
        <p:spPr>
          <a:xfrm>
            <a:off x="5701211" y="4709319"/>
            <a:ext cx="445878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sz="2400">
                <a:latin typeface="Times New Roman" panose="02020603050405020304" pitchFamily="18" charset="0"/>
                <a:cs typeface="Times New Roman" panose="02020603050405020304" pitchFamily="18" charset="0"/>
              </a:rPr>
              <a:t>Time Complexity: </a:t>
            </a:r>
            <a:r>
              <a:rPr lang="pt-BR" altLang="zh-TW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O(n + Kl(π))</a:t>
            </a:r>
          </a:p>
          <a:p>
            <a:pPr algn="r"/>
            <a:r>
              <a:rPr lang="pt-BR" altLang="zh-TW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pt-BR" altLang="zh-TW" sz="2400">
                <a:latin typeface="Times New Roman" panose="02020603050405020304" pitchFamily="18" charset="0"/>
                <a:cs typeface="Times New Roman" panose="02020603050405020304" pitchFamily="18" charset="0"/>
              </a:rPr>
              <a:t>: number of subsequence</a:t>
            </a:r>
            <a:endParaRPr lang="zh-TW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47425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7B08A2D-F375-1A74-00E1-C6F5790C58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Patience Sorting</a:t>
            </a:r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A08DBE2-5C47-87B2-5800-71FC37432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2C34A-D3D3-4A9B-8692-9279E332F0C9}" type="slidenum">
              <a:rPr lang="zh-TW" altLang="en-US" smtClean="0"/>
              <a:pPr/>
              <a:t>9</a:t>
            </a:fld>
            <a:endParaRPr lang="zh-TW" altLang="en-US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46A26A3E-A6EE-CD9C-5B44-E19FA63A32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7700264"/>
              </p:ext>
            </p:extLst>
          </p:nvPr>
        </p:nvGraphicFramePr>
        <p:xfrm>
          <a:off x="2032000" y="1865320"/>
          <a:ext cx="8127999" cy="91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38909">
                  <a:extLst>
                    <a:ext uri="{9D8B030D-6E8A-4147-A177-3AD203B41FA5}">
                      <a16:colId xmlns:a16="http://schemas.microsoft.com/office/drawing/2014/main" val="2214955005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2970213714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2842959220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1551041704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4004716668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2212766945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3850200409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392295740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1658072578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2851389751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41943369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41926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6675728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3065B0B0-8D5E-1FF5-407A-24EE3A17E8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7887455"/>
              </p:ext>
            </p:extLst>
          </p:nvPr>
        </p:nvGraphicFramePr>
        <p:xfrm>
          <a:off x="3997864" y="3882235"/>
          <a:ext cx="738909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38909">
                  <a:extLst>
                    <a:ext uri="{9D8B030D-6E8A-4147-A177-3AD203B41FA5}">
                      <a16:colId xmlns:a16="http://schemas.microsoft.com/office/drawing/2014/main" val="19770800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21764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29396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8267223"/>
                  </a:ext>
                </a:extLst>
              </a:tr>
            </a:tbl>
          </a:graphicData>
        </a:graphic>
      </p:graphicFrame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898BF002-693A-DEFE-F986-E452E0A95D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4333815"/>
              </p:ext>
            </p:extLst>
          </p:nvPr>
        </p:nvGraphicFramePr>
        <p:xfrm>
          <a:off x="4862204" y="3882235"/>
          <a:ext cx="738909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38909">
                  <a:extLst>
                    <a:ext uri="{9D8B030D-6E8A-4147-A177-3AD203B41FA5}">
                      <a16:colId xmlns:a16="http://schemas.microsoft.com/office/drawing/2014/main" val="19770800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82074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21764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8267223"/>
                  </a:ext>
                </a:extLst>
              </a:tr>
            </a:tbl>
          </a:graphicData>
        </a:graphic>
      </p:graphicFrame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E2ADC08F-1604-CC61-9983-6DF2A49E61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4871000"/>
              </p:ext>
            </p:extLst>
          </p:nvPr>
        </p:nvGraphicFramePr>
        <p:xfrm>
          <a:off x="5726544" y="4339435"/>
          <a:ext cx="738909" cy="91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38909">
                  <a:extLst>
                    <a:ext uri="{9D8B030D-6E8A-4147-A177-3AD203B41FA5}">
                      <a16:colId xmlns:a16="http://schemas.microsoft.com/office/drawing/2014/main" val="19770800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21764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8267223"/>
                  </a:ext>
                </a:extLst>
              </a:tr>
            </a:tbl>
          </a:graphicData>
        </a:graphic>
      </p:graphicFrame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69163085-207A-F379-90B8-19C0A3703D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60480"/>
              </p:ext>
            </p:extLst>
          </p:nvPr>
        </p:nvGraphicFramePr>
        <p:xfrm>
          <a:off x="6588665" y="4794889"/>
          <a:ext cx="738909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38909">
                  <a:extLst>
                    <a:ext uri="{9D8B030D-6E8A-4147-A177-3AD203B41FA5}">
                      <a16:colId xmlns:a16="http://schemas.microsoft.com/office/drawing/2014/main" val="1977080020"/>
                    </a:ext>
                  </a:extLst>
                </a:gridCol>
              </a:tblGrid>
              <a:tr h="37145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8267223"/>
                  </a:ext>
                </a:extLst>
              </a:tr>
            </a:tbl>
          </a:graphicData>
        </a:graphic>
      </p:graphicFrame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4B752E20-51B6-2015-4C53-8200EAB8FA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992023"/>
              </p:ext>
            </p:extLst>
          </p:nvPr>
        </p:nvGraphicFramePr>
        <p:xfrm>
          <a:off x="7450786" y="4794889"/>
          <a:ext cx="738909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38909">
                  <a:extLst>
                    <a:ext uri="{9D8B030D-6E8A-4147-A177-3AD203B41FA5}">
                      <a16:colId xmlns:a16="http://schemas.microsoft.com/office/drawing/2014/main" val="19770800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8267223"/>
                  </a:ext>
                </a:extLst>
              </a:tr>
            </a:tbl>
          </a:graphicData>
        </a:graphic>
      </p:graphicFrame>
      <p:sp>
        <p:nvSpPr>
          <p:cNvPr id="12" name="文字方塊 11">
            <a:extLst>
              <a:ext uri="{FF2B5EF4-FFF2-40B4-BE49-F238E27FC236}">
                <a16:creationId xmlns:a16="http://schemas.microsoft.com/office/drawing/2014/main" id="{12B65154-6EFC-4A12-3FC2-C6DF75730DEB}"/>
              </a:ext>
            </a:extLst>
          </p:cNvPr>
          <p:cNvSpPr txBox="1"/>
          <p:nvPr/>
        </p:nvSpPr>
        <p:spPr>
          <a:xfrm>
            <a:off x="3502978" y="3882235"/>
            <a:ext cx="3694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sz="240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endParaRPr lang="zh-TW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9476246D-F4D0-BC3D-0829-85DB3F2D40FB}"/>
              </a:ext>
            </a:extLst>
          </p:cNvPr>
          <p:cNvSpPr txBox="1"/>
          <p:nvPr/>
        </p:nvSpPr>
        <p:spPr>
          <a:xfrm>
            <a:off x="2404451" y="4333224"/>
            <a:ext cx="15934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sz="2400">
                <a:latin typeface="Times New Roman" panose="02020603050405020304" pitchFamily="18" charset="0"/>
                <a:cs typeface="Times New Roman" panose="02020603050405020304" pitchFamily="18" charset="0"/>
              </a:rPr>
              <a:t>card[5] = 1</a:t>
            </a:r>
            <a:endParaRPr lang="zh-TW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58058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7B08A2D-F375-1A74-00E1-C6F5790C58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Patience Sorting</a:t>
            </a:r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A08DBE2-5C47-87B2-5800-71FC37432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2C34A-D3D3-4A9B-8692-9279E332F0C9}" type="slidenum">
              <a:rPr lang="zh-TW" altLang="en-US" smtClean="0"/>
              <a:pPr/>
              <a:t>10</a:t>
            </a:fld>
            <a:endParaRPr lang="zh-TW" altLang="en-US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46A26A3E-A6EE-CD9C-5B44-E19FA63A32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8009379"/>
              </p:ext>
            </p:extLst>
          </p:nvPr>
        </p:nvGraphicFramePr>
        <p:xfrm>
          <a:off x="1950441" y="2191692"/>
          <a:ext cx="8291107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2017">
                  <a:extLst>
                    <a:ext uri="{9D8B030D-6E8A-4147-A177-3AD203B41FA5}">
                      <a16:colId xmlns:a16="http://schemas.microsoft.com/office/drawing/2014/main" val="2214955005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2970213714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2842959220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1551041704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4004716668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2212766945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3850200409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392295740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1658072578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2851389751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41943369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41926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66757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cards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9591779"/>
                  </a:ext>
                </a:extLst>
              </a:tr>
            </a:tbl>
          </a:graphicData>
        </a:graphic>
      </p:graphicFrame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8A78C19F-BAFF-04C5-0F2E-7FB5665C62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5632547"/>
              </p:ext>
            </p:extLst>
          </p:nvPr>
        </p:nvGraphicFramePr>
        <p:xfrm>
          <a:off x="1950441" y="4064296"/>
          <a:ext cx="8291107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2017">
                  <a:extLst>
                    <a:ext uri="{9D8B030D-6E8A-4147-A177-3AD203B41FA5}">
                      <a16:colId xmlns:a16="http://schemas.microsoft.com/office/drawing/2014/main" val="2426136968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1111840199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547334802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3122894552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2653463665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200488973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3211872412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1252274559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619989814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1976434793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14905547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0369616"/>
                  </a:ext>
                </a:extLst>
              </a:tr>
            </a:tbl>
          </a:graphicData>
        </a:graphic>
      </p:graphicFrame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id="{F35D5153-DA5A-3E0A-2DFF-1343FA9F5F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7485519"/>
              </p:ext>
            </p:extLst>
          </p:nvPr>
        </p:nvGraphicFramePr>
        <p:xfrm>
          <a:off x="5726539" y="5262197"/>
          <a:ext cx="738909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38909">
                  <a:extLst>
                    <a:ext uri="{9D8B030D-6E8A-4147-A177-3AD203B41FA5}">
                      <a16:colId xmlns:a16="http://schemas.microsoft.com/office/drawing/2014/main" val="19770800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8267223"/>
                  </a:ext>
                </a:extLst>
              </a:tr>
            </a:tbl>
          </a:graphicData>
        </a:graphic>
      </p:graphicFrame>
      <p:sp>
        <p:nvSpPr>
          <p:cNvPr id="8" name="文字方塊 7">
            <a:extLst>
              <a:ext uri="{FF2B5EF4-FFF2-40B4-BE49-F238E27FC236}">
                <a16:creationId xmlns:a16="http://schemas.microsoft.com/office/drawing/2014/main" id="{CD8088A8-8714-7906-9901-EFC2D286E09A}"/>
              </a:ext>
            </a:extLst>
          </p:cNvPr>
          <p:cNvSpPr txBox="1"/>
          <p:nvPr/>
        </p:nvSpPr>
        <p:spPr>
          <a:xfrm>
            <a:off x="7604140" y="4521496"/>
            <a:ext cx="26374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van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Emde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Boas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32520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7B08A2D-F375-1A74-00E1-C6F5790C58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Patience Sorting</a:t>
            </a:r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A08DBE2-5C47-87B2-5800-71FC37432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2C34A-D3D3-4A9B-8692-9279E332F0C9}" type="slidenum">
              <a:rPr lang="zh-TW" altLang="en-US" smtClean="0"/>
              <a:pPr/>
              <a:t>11</a:t>
            </a:fld>
            <a:endParaRPr lang="zh-TW" altLang="en-US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46A26A3E-A6EE-CD9C-5B44-E19FA63A323C}"/>
              </a:ext>
            </a:extLst>
          </p:cNvPr>
          <p:cNvGraphicFramePr>
            <a:graphicFrameLocks noGrp="1"/>
          </p:cNvGraphicFramePr>
          <p:nvPr/>
        </p:nvGraphicFramePr>
        <p:xfrm>
          <a:off x="1950441" y="2191692"/>
          <a:ext cx="8291107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2017">
                  <a:extLst>
                    <a:ext uri="{9D8B030D-6E8A-4147-A177-3AD203B41FA5}">
                      <a16:colId xmlns:a16="http://schemas.microsoft.com/office/drawing/2014/main" val="2214955005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2970213714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2842959220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1551041704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4004716668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2212766945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3850200409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392295740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1658072578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2851389751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41943369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41926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66757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cards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9591779"/>
                  </a:ext>
                </a:extLst>
              </a:tr>
            </a:tbl>
          </a:graphicData>
        </a:graphic>
      </p:graphicFrame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8A78C19F-BAFF-04C5-0F2E-7FB5665C62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0749453"/>
              </p:ext>
            </p:extLst>
          </p:nvPr>
        </p:nvGraphicFramePr>
        <p:xfrm>
          <a:off x="1950441" y="4064296"/>
          <a:ext cx="8291107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2017">
                  <a:extLst>
                    <a:ext uri="{9D8B030D-6E8A-4147-A177-3AD203B41FA5}">
                      <a16:colId xmlns:a16="http://schemas.microsoft.com/office/drawing/2014/main" val="2426136968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1111840199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547334802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3122894552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2653463665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200488973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3211872412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1252274559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619989814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1976434793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14905547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0369616"/>
                  </a:ext>
                </a:extLst>
              </a:tr>
            </a:tbl>
          </a:graphicData>
        </a:graphic>
      </p:graphicFrame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id="{F35D5153-DA5A-3E0A-2DFF-1343FA9F5F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4876153"/>
              </p:ext>
            </p:extLst>
          </p:nvPr>
        </p:nvGraphicFramePr>
        <p:xfrm>
          <a:off x="5256275" y="5714663"/>
          <a:ext cx="738909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38909">
                  <a:extLst>
                    <a:ext uri="{9D8B030D-6E8A-4147-A177-3AD203B41FA5}">
                      <a16:colId xmlns:a16="http://schemas.microsoft.com/office/drawing/2014/main" val="19770800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8267223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5A8C144F-4729-1FD8-45B9-E8410C0801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1597523"/>
              </p:ext>
            </p:extLst>
          </p:nvPr>
        </p:nvGraphicFramePr>
        <p:xfrm>
          <a:off x="6196818" y="5714663"/>
          <a:ext cx="738909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38909">
                  <a:extLst>
                    <a:ext uri="{9D8B030D-6E8A-4147-A177-3AD203B41FA5}">
                      <a16:colId xmlns:a16="http://schemas.microsoft.com/office/drawing/2014/main" val="19770800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82672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41047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7B08A2D-F375-1A74-00E1-C6F5790C58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Patience Sorting</a:t>
            </a:r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A08DBE2-5C47-87B2-5800-71FC37432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2C34A-D3D3-4A9B-8692-9279E332F0C9}" type="slidenum">
              <a:rPr lang="zh-TW" altLang="en-US" smtClean="0"/>
              <a:pPr/>
              <a:t>12</a:t>
            </a:fld>
            <a:endParaRPr lang="zh-TW" altLang="en-US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46A26A3E-A6EE-CD9C-5B44-E19FA63A32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268265"/>
              </p:ext>
            </p:extLst>
          </p:nvPr>
        </p:nvGraphicFramePr>
        <p:xfrm>
          <a:off x="1950441" y="2191692"/>
          <a:ext cx="8291107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2017">
                  <a:extLst>
                    <a:ext uri="{9D8B030D-6E8A-4147-A177-3AD203B41FA5}">
                      <a16:colId xmlns:a16="http://schemas.microsoft.com/office/drawing/2014/main" val="2214955005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2970213714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2842959220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1551041704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4004716668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2212766945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3850200409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392295740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1658072578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2851389751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41943369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41926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66757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cards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9591779"/>
                  </a:ext>
                </a:extLst>
              </a:tr>
            </a:tbl>
          </a:graphicData>
        </a:graphic>
      </p:graphicFrame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8A78C19F-BAFF-04C5-0F2E-7FB5665C62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8567400"/>
              </p:ext>
            </p:extLst>
          </p:nvPr>
        </p:nvGraphicFramePr>
        <p:xfrm>
          <a:off x="1950441" y="4064296"/>
          <a:ext cx="8291107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2017">
                  <a:extLst>
                    <a:ext uri="{9D8B030D-6E8A-4147-A177-3AD203B41FA5}">
                      <a16:colId xmlns:a16="http://schemas.microsoft.com/office/drawing/2014/main" val="2426136968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1111840199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547334802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3122894552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2653463665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200488973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3211872412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1252274559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619989814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1976434793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14905547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0369616"/>
                  </a:ext>
                </a:extLst>
              </a:tr>
            </a:tbl>
          </a:graphicData>
        </a:graphic>
      </p:graphicFrame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id="{F35D5153-DA5A-3E0A-2DFF-1343FA9F5F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42138"/>
              </p:ext>
            </p:extLst>
          </p:nvPr>
        </p:nvGraphicFramePr>
        <p:xfrm>
          <a:off x="5282398" y="5583876"/>
          <a:ext cx="738909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38909">
                  <a:extLst>
                    <a:ext uri="{9D8B030D-6E8A-4147-A177-3AD203B41FA5}">
                      <a16:colId xmlns:a16="http://schemas.microsoft.com/office/drawing/2014/main" val="19770800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8267223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5A8C144F-4729-1FD8-45B9-E8410C0801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5389620"/>
              </p:ext>
            </p:extLst>
          </p:nvPr>
        </p:nvGraphicFramePr>
        <p:xfrm>
          <a:off x="6170695" y="5126676"/>
          <a:ext cx="738909" cy="91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38909">
                  <a:extLst>
                    <a:ext uri="{9D8B030D-6E8A-4147-A177-3AD203B41FA5}">
                      <a16:colId xmlns:a16="http://schemas.microsoft.com/office/drawing/2014/main" val="19770800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42253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82672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023490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7B08A2D-F375-1A74-00E1-C6F5790C58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Patience Sorting</a:t>
            </a:r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A08DBE2-5C47-87B2-5800-71FC37432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2C34A-D3D3-4A9B-8692-9279E332F0C9}" type="slidenum">
              <a:rPr lang="zh-TW" altLang="en-US" smtClean="0"/>
              <a:pPr/>
              <a:t>13</a:t>
            </a:fld>
            <a:endParaRPr lang="zh-TW" altLang="en-US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46A26A3E-A6EE-CD9C-5B44-E19FA63A32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3480990"/>
              </p:ext>
            </p:extLst>
          </p:nvPr>
        </p:nvGraphicFramePr>
        <p:xfrm>
          <a:off x="1950441" y="2191692"/>
          <a:ext cx="8291107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2017">
                  <a:extLst>
                    <a:ext uri="{9D8B030D-6E8A-4147-A177-3AD203B41FA5}">
                      <a16:colId xmlns:a16="http://schemas.microsoft.com/office/drawing/2014/main" val="2214955005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2970213714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2842959220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1551041704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4004716668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2212766945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3850200409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392295740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1658072578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2851389751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41943369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41926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66757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cards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9591779"/>
                  </a:ext>
                </a:extLst>
              </a:tr>
            </a:tbl>
          </a:graphicData>
        </a:graphic>
      </p:graphicFrame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8A78C19F-BAFF-04C5-0F2E-7FB5665C62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8483541"/>
              </p:ext>
            </p:extLst>
          </p:nvPr>
        </p:nvGraphicFramePr>
        <p:xfrm>
          <a:off x="1950441" y="4064296"/>
          <a:ext cx="8291107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2017">
                  <a:extLst>
                    <a:ext uri="{9D8B030D-6E8A-4147-A177-3AD203B41FA5}">
                      <a16:colId xmlns:a16="http://schemas.microsoft.com/office/drawing/2014/main" val="2426136968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1111840199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547334802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3122894552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2653463665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200488973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3211872412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1252274559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619989814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1976434793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14905547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0369616"/>
                  </a:ext>
                </a:extLst>
              </a:tr>
            </a:tbl>
          </a:graphicData>
        </a:graphic>
      </p:graphicFrame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id="{F35D5153-DA5A-3E0A-2DFF-1343FA9F5F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5927302"/>
              </p:ext>
            </p:extLst>
          </p:nvPr>
        </p:nvGraphicFramePr>
        <p:xfrm>
          <a:off x="4828233" y="5646518"/>
          <a:ext cx="738909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38909">
                  <a:extLst>
                    <a:ext uri="{9D8B030D-6E8A-4147-A177-3AD203B41FA5}">
                      <a16:colId xmlns:a16="http://schemas.microsoft.com/office/drawing/2014/main" val="19770800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8267223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5A8C144F-4729-1FD8-45B9-E8410C0801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5918688"/>
              </p:ext>
            </p:extLst>
          </p:nvPr>
        </p:nvGraphicFramePr>
        <p:xfrm>
          <a:off x="5726539" y="5170219"/>
          <a:ext cx="738909" cy="91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38909">
                  <a:extLst>
                    <a:ext uri="{9D8B030D-6E8A-4147-A177-3AD203B41FA5}">
                      <a16:colId xmlns:a16="http://schemas.microsoft.com/office/drawing/2014/main" val="19770800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42253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8267223"/>
                  </a:ext>
                </a:extLst>
              </a:tr>
            </a:tbl>
          </a:graphicData>
        </a:graphic>
      </p:graphicFrame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3F6BBB6E-9B31-A232-0063-264DF1FECA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9203781"/>
              </p:ext>
            </p:extLst>
          </p:nvPr>
        </p:nvGraphicFramePr>
        <p:xfrm>
          <a:off x="6624845" y="5627419"/>
          <a:ext cx="738909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38909">
                  <a:extLst>
                    <a:ext uri="{9D8B030D-6E8A-4147-A177-3AD203B41FA5}">
                      <a16:colId xmlns:a16="http://schemas.microsoft.com/office/drawing/2014/main" val="19770800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82672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592533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7B08A2D-F375-1A74-00E1-C6F5790C58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Patience Sorting</a:t>
            </a:r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A08DBE2-5C47-87B2-5800-71FC37432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2C34A-D3D3-4A9B-8692-9279E332F0C9}" type="slidenum">
              <a:rPr lang="zh-TW" altLang="en-US" smtClean="0"/>
              <a:pPr/>
              <a:t>14</a:t>
            </a:fld>
            <a:endParaRPr lang="zh-TW" altLang="en-US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46A26A3E-A6EE-CD9C-5B44-E19FA63A32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8931964"/>
              </p:ext>
            </p:extLst>
          </p:nvPr>
        </p:nvGraphicFramePr>
        <p:xfrm>
          <a:off x="1950441" y="2191692"/>
          <a:ext cx="8291107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2017">
                  <a:extLst>
                    <a:ext uri="{9D8B030D-6E8A-4147-A177-3AD203B41FA5}">
                      <a16:colId xmlns:a16="http://schemas.microsoft.com/office/drawing/2014/main" val="2214955005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2970213714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2842959220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1551041704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4004716668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2212766945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3850200409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392295740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1658072578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2851389751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41943369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41926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66757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cards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9591779"/>
                  </a:ext>
                </a:extLst>
              </a:tr>
            </a:tbl>
          </a:graphicData>
        </a:graphic>
      </p:graphicFrame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8A78C19F-BAFF-04C5-0F2E-7FB5665C62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9399887"/>
              </p:ext>
            </p:extLst>
          </p:nvPr>
        </p:nvGraphicFramePr>
        <p:xfrm>
          <a:off x="1950441" y="4064296"/>
          <a:ext cx="8291107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2017">
                  <a:extLst>
                    <a:ext uri="{9D8B030D-6E8A-4147-A177-3AD203B41FA5}">
                      <a16:colId xmlns:a16="http://schemas.microsoft.com/office/drawing/2014/main" val="2426136968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1111840199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547334802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3122894552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2653463665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200488973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3211872412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1252274559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619989814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1976434793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14905547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0369616"/>
                  </a:ext>
                </a:extLst>
              </a:tr>
            </a:tbl>
          </a:graphicData>
        </a:graphic>
      </p:graphicFrame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id="{F35D5153-DA5A-3E0A-2DFF-1343FA9F5F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5928326"/>
              </p:ext>
            </p:extLst>
          </p:nvPr>
        </p:nvGraphicFramePr>
        <p:xfrm>
          <a:off x="4828233" y="5170219"/>
          <a:ext cx="738909" cy="91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38909">
                  <a:extLst>
                    <a:ext uri="{9D8B030D-6E8A-4147-A177-3AD203B41FA5}">
                      <a16:colId xmlns:a16="http://schemas.microsoft.com/office/drawing/2014/main" val="19770800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48931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8267223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5A8C144F-4729-1FD8-45B9-E8410C08017A}"/>
              </a:ext>
            </a:extLst>
          </p:cNvPr>
          <p:cNvGraphicFramePr>
            <a:graphicFrameLocks noGrp="1"/>
          </p:cNvGraphicFramePr>
          <p:nvPr/>
        </p:nvGraphicFramePr>
        <p:xfrm>
          <a:off x="5726539" y="5170219"/>
          <a:ext cx="738909" cy="91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38909">
                  <a:extLst>
                    <a:ext uri="{9D8B030D-6E8A-4147-A177-3AD203B41FA5}">
                      <a16:colId xmlns:a16="http://schemas.microsoft.com/office/drawing/2014/main" val="19770800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42253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8267223"/>
                  </a:ext>
                </a:extLst>
              </a:tr>
            </a:tbl>
          </a:graphicData>
        </a:graphic>
      </p:graphicFrame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3F6BBB6E-9B31-A232-0063-264DF1FECA15}"/>
              </a:ext>
            </a:extLst>
          </p:cNvPr>
          <p:cNvGraphicFramePr>
            <a:graphicFrameLocks noGrp="1"/>
          </p:cNvGraphicFramePr>
          <p:nvPr/>
        </p:nvGraphicFramePr>
        <p:xfrm>
          <a:off x="6624845" y="5627419"/>
          <a:ext cx="738909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38909">
                  <a:extLst>
                    <a:ext uri="{9D8B030D-6E8A-4147-A177-3AD203B41FA5}">
                      <a16:colId xmlns:a16="http://schemas.microsoft.com/office/drawing/2014/main" val="19770800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82672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449679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7B08A2D-F375-1A74-00E1-C6F5790C58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Patience Sorting</a:t>
            </a:r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A08DBE2-5C47-87B2-5800-71FC37432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2C34A-D3D3-4A9B-8692-9279E332F0C9}" type="slidenum">
              <a:rPr lang="zh-TW" altLang="en-US" smtClean="0"/>
              <a:pPr/>
              <a:t>15</a:t>
            </a:fld>
            <a:endParaRPr lang="zh-TW" altLang="en-US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46A26A3E-A6EE-CD9C-5B44-E19FA63A32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2905720"/>
              </p:ext>
            </p:extLst>
          </p:nvPr>
        </p:nvGraphicFramePr>
        <p:xfrm>
          <a:off x="1950441" y="2191692"/>
          <a:ext cx="8291107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2017">
                  <a:extLst>
                    <a:ext uri="{9D8B030D-6E8A-4147-A177-3AD203B41FA5}">
                      <a16:colId xmlns:a16="http://schemas.microsoft.com/office/drawing/2014/main" val="2214955005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2970213714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2842959220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1551041704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4004716668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2212766945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3850200409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392295740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1658072578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2851389751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41943369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41926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66757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cards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9591779"/>
                  </a:ext>
                </a:extLst>
              </a:tr>
            </a:tbl>
          </a:graphicData>
        </a:graphic>
      </p:graphicFrame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8A78C19F-BAFF-04C5-0F2E-7FB5665C62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8378834"/>
              </p:ext>
            </p:extLst>
          </p:nvPr>
        </p:nvGraphicFramePr>
        <p:xfrm>
          <a:off x="1950441" y="4064296"/>
          <a:ext cx="8291107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2017">
                  <a:extLst>
                    <a:ext uri="{9D8B030D-6E8A-4147-A177-3AD203B41FA5}">
                      <a16:colId xmlns:a16="http://schemas.microsoft.com/office/drawing/2014/main" val="2426136968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1111840199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547334802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3122894552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2653463665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200488973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3211872412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1252274559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619989814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1976434793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14905547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0369616"/>
                  </a:ext>
                </a:extLst>
              </a:tr>
            </a:tbl>
          </a:graphicData>
        </a:graphic>
      </p:graphicFrame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id="{F35D5153-DA5A-3E0A-2DFF-1343FA9F5F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9983643"/>
              </p:ext>
            </p:extLst>
          </p:nvPr>
        </p:nvGraphicFramePr>
        <p:xfrm>
          <a:off x="4828239" y="5170219"/>
          <a:ext cx="738909" cy="91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38909">
                  <a:extLst>
                    <a:ext uri="{9D8B030D-6E8A-4147-A177-3AD203B41FA5}">
                      <a16:colId xmlns:a16="http://schemas.microsoft.com/office/drawing/2014/main" val="19770800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48931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8267223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5A8C144F-4729-1FD8-45B9-E8410C0801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936899"/>
              </p:ext>
            </p:extLst>
          </p:nvPr>
        </p:nvGraphicFramePr>
        <p:xfrm>
          <a:off x="5726539" y="5170219"/>
          <a:ext cx="738909" cy="91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38909">
                  <a:extLst>
                    <a:ext uri="{9D8B030D-6E8A-4147-A177-3AD203B41FA5}">
                      <a16:colId xmlns:a16="http://schemas.microsoft.com/office/drawing/2014/main" val="19770800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42253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8267223"/>
                  </a:ext>
                </a:extLst>
              </a:tr>
            </a:tbl>
          </a:graphicData>
        </a:graphic>
      </p:graphicFrame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3F6BBB6E-9B31-A232-0063-264DF1FECA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2319467"/>
              </p:ext>
            </p:extLst>
          </p:nvPr>
        </p:nvGraphicFramePr>
        <p:xfrm>
          <a:off x="6624839" y="5170219"/>
          <a:ext cx="738909" cy="91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38909">
                  <a:extLst>
                    <a:ext uri="{9D8B030D-6E8A-4147-A177-3AD203B41FA5}">
                      <a16:colId xmlns:a16="http://schemas.microsoft.com/office/drawing/2014/main" val="19770800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01484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82672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167096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7B08A2D-F375-1A74-00E1-C6F5790C58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Patience Sorting</a:t>
            </a:r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A08DBE2-5C47-87B2-5800-71FC37432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2C34A-D3D3-4A9B-8692-9279E332F0C9}" type="slidenum">
              <a:rPr lang="zh-TW" altLang="en-US" smtClean="0"/>
              <a:pPr/>
              <a:t>16</a:t>
            </a:fld>
            <a:endParaRPr lang="zh-TW" altLang="en-US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46A26A3E-A6EE-CD9C-5B44-E19FA63A32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3699029"/>
              </p:ext>
            </p:extLst>
          </p:nvPr>
        </p:nvGraphicFramePr>
        <p:xfrm>
          <a:off x="1950441" y="2191692"/>
          <a:ext cx="8291107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2017">
                  <a:extLst>
                    <a:ext uri="{9D8B030D-6E8A-4147-A177-3AD203B41FA5}">
                      <a16:colId xmlns:a16="http://schemas.microsoft.com/office/drawing/2014/main" val="2214955005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2970213714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2842959220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1551041704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4004716668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2212766945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3850200409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392295740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1658072578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2851389751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41943369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41926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66757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cards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9591779"/>
                  </a:ext>
                </a:extLst>
              </a:tr>
            </a:tbl>
          </a:graphicData>
        </a:graphic>
      </p:graphicFrame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8A78C19F-BAFF-04C5-0F2E-7FB5665C62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951365"/>
              </p:ext>
            </p:extLst>
          </p:nvPr>
        </p:nvGraphicFramePr>
        <p:xfrm>
          <a:off x="1950441" y="4064296"/>
          <a:ext cx="8291107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2017">
                  <a:extLst>
                    <a:ext uri="{9D8B030D-6E8A-4147-A177-3AD203B41FA5}">
                      <a16:colId xmlns:a16="http://schemas.microsoft.com/office/drawing/2014/main" val="2426136968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1111840199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547334802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3122894552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2653463665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200488973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3211872412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1252274559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619989814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1976434793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14905547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0369616"/>
                  </a:ext>
                </a:extLst>
              </a:tr>
            </a:tbl>
          </a:graphicData>
        </a:graphic>
      </p:graphicFrame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id="{F35D5153-DA5A-3E0A-2DFF-1343FA9F5F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1353081"/>
              </p:ext>
            </p:extLst>
          </p:nvPr>
        </p:nvGraphicFramePr>
        <p:xfrm>
          <a:off x="4828239" y="4715616"/>
          <a:ext cx="738909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38909">
                  <a:extLst>
                    <a:ext uri="{9D8B030D-6E8A-4147-A177-3AD203B41FA5}">
                      <a16:colId xmlns:a16="http://schemas.microsoft.com/office/drawing/2014/main" val="19770800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74961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48931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8267223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5A8C144F-4729-1FD8-45B9-E8410C08017A}"/>
              </a:ext>
            </a:extLst>
          </p:cNvPr>
          <p:cNvGraphicFramePr>
            <a:graphicFrameLocks noGrp="1"/>
          </p:cNvGraphicFramePr>
          <p:nvPr/>
        </p:nvGraphicFramePr>
        <p:xfrm>
          <a:off x="5726539" y="5170219"/>
          <a:ext cx="738909" cy="91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38909">
                  <a:extLst>
                    <a:ext uri="{9D8B030D-6E8A-4147-A177-3AD203B41FA5}">
                      <a16:colId xmlns:a16="http://schemas.microsoft.com/office/drawing/2014/main" val="19770800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42253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8267223"/>
                  </a:ext>
                </a:extLst>
              </a:tr>
            </a:tbl>
          </a:graphicData>
        </a:graphic>
      </p:graphicFrame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3F6BBB6E-9B31-A232-0063-264DF1FECA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8942160"/>
              </p:ext>
            </p:extLst>
          </p:nvPr>
        </p:nvGraphicFramePr>
        <p:xfrm>
          <a:off x="6624839" y="5170219"/>
          <a:ext cx="738909" cy="91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38909">
                  <a:extLst>
                    <a:ext uri="{9D8B030D-6E8A-4147-A177-3AD203B41FA5}">
                      <a16:colId xmlns:a16="http://schemas.microsoft.com/office/drawing/2014/main" val="19770800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01484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82672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817689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7B08A2D-F375-1A74-00E1-C6F5790C58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Patience Sorting</a:t>
            </a:r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A08DBE2-5C47-87B2-5800-71FC37432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2C34A-D3D3-4A9B-8692-9279E332F0C9}" type="slidenum">
              <a:rPr lang="zh-TW" altLang="en-US" smtClean="0"/>
              <a:pPr/>
              <a:t>17</a:t>
            </a:fld>
            <a:endParaRPr lang="zh-TW" altLang="en-US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46A26A3E-A6EE-CD9C-5B44-E19FA63A32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110000"/>
              </p:ext>
            </p:extLst>
          </p:nvPr>
        </p:nvGraphicFramePr>
        <p:xfrm>
          <a:off x="1950441" y="2191692"/>
          <a:ext cx="8291107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2017">
                  <a:extLst>
                    <a:ext uri="{9D8B030D-6E8A-4147-A177-3AD203B41FA5}">
                      <a16:colId xmlns:a16="http://schemas.microsoft.com/office/drawing/2014/main" val="2214955005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2970213714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2842959220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1551041704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4004716668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2212766945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3850200409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392295740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1658072578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2851389751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41943369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41926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66757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cards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9591779"/>
                  </a:ext>
                </a:extLst>
              </a:tr>
            </a:tbl>
          </a:graphicData>
        </a:graphic>
      </p:graphicFrame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8A78C19F-BAFF-04C5-0F2E-7FB5665C62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8595773"/>
              </p:ext>
            </p:extLst>
          </p:nvPr>
        </p:nvGraphicFramePr>
        <p:xfrm>
          <a:off x="1950441" y="4064296"/>
          <a:ext cx="8291107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2017">
                  <a:extLst>
                    <a:ext uri="{9D8B030D-6E8A-4147-A177-3AD203B41FA5}">
                      <a16:colId xmlns:a16="http://schemas.microsoft.com/office/drawing/2014/main" val="2426136968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1111840199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547334802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3122894552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2653463665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200488973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3211872412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1252274559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619989814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1976434793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14905547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0369616"/>
                  </a:ext>
                </a:extLst>
              </a:tr>
            </a:tbl>
          </a:graphicData>
        </a:graphic>
      </p:graphicFrame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EFEE154C-FF6D-442E-4C51-086AEF9F65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9334607"/>
              </p:ext>
            </p:extLst>
          </p:nvPr>
        </p:nvGraphicFramePr>
        <p:xfrm>
          <a:off x="3963037" y="4751377"/>
          <a:ext cx="738909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38909">
                  <a:extLst>
                    <a:ext uri="{9D8B030D-6E8A-4147-A177-3AD203B41FA5}">
                      <a16:colId xmlns:a16="http://schemas.microsoft.com/office/drawing/2014/main" val="19770800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21764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29396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8267223"/>
                  </a:ext>
                </a:extLst>
              </a:tr>
            </a:tbl>
          </a:graphicData>
        </a:graphic>
      </p:graphicFrame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04809E9E-E31C-04D4-ADFD-C708D46A7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7296644"/>
              </p:ext>
            </p:extLst>
          </p:nvPr>
        </p:nvGraphicFramePr>
        <p:xfrm>
          <a:off x="4844788" y="4753123"/>
          <a:ext cx="738909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38909">
                  <a:extLst>
                    <a:ext uri="{9D8B030D-6E8A-4147-A177-3AD203B41FA5}">
                      <a16:colId xmlns:a16="http://schemas.microsoft.com/office/drawing/2014/main" val="19770800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82074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21764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8267223"/>
                  </a:ext>
                </a:extLst>
              </a:tr>
            </a:tbl>
          </a:graphicData>
        </a:graphic>
      </p:graphicFrame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CC566B28-856C-E391-BD14-7AFC3B1A96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6704154"/>
              </p:ext>
            </p:extLst>
          </p:nvPr>
        </p:nvGraphicFramePr>
        <p:xfrm>
          <a:off x="5726539" y="5208577"/>
          <a:ext cx="738909" cy="91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38909">
                  <a:extLst>
                    <a:ext uri="{9D8B030D-6E8A-4147-A177-3AD203B41FA5}">
                      <a16:colId xmlns:a16="http://schemas.microsoft.com/office/drawing/2014/main" val="19770800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21764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8267223"/>
                  </a:ext>
                </a:extLst>
              </a:tr>
            </a:tbl>
          </a:graphicData>
        </a:graphic>
      </p:graphicFrame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50A5035C-EFA1-A99B-D1FE-E405F99F4B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283021"/>
              </p:ext>
            </p:extLst>
          </p:nvPr>
        </p:nvGraphicFramePr>
        <p:xfrm>
          <a:off x="6608290" y="5665777"/>
          <a:ext cx="738909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38909">
                  <a:extLst>
                    <a:ext uri="{9D8B030D-6E8A-4147-A177-3AD203B41FA5}">
                      <a16:colId xmlns:a16="http://schemas.microsoft.com/office/drawing/2014/main" val="1977080020"/>
                    </a:ext>
                  </a:extLst>
                </a:gridCol>
              </a:tblGrid>
              <a:tr h="37145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8267223"/>
                  </a:ext>
                </a:extLst>
              </a:tr>
            </a:tbl>
          </a:graphicData>
        </a:graphic>
      </p:graphicFrame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id="{37D9D1E5-F354-4C39-7C25-B2245CA620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8248502"/>
              </p:ext>
            </p:extLst>
          </p:nvPr>
        </p:nvGraphicFramePr>
        <p:xfrm>
          <a:off x="7490041" y="5665777"/>
          <a:ext cx="738909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38909">
                  <a:extLst>
                    <a:ext uri="{9D8B030D-6E8A-4147-A177-3AD203B41FA5}">
                      <a16:colId xmlns:a16="http://schemas.microsoft.com/office/drawing/2014/main" val="19770800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8267223"/>
                  </a:ext>
                </a:extLst>
              </a:tr>
            </a:tbl>
          </a:graphicData>
        </a:graphic>
      </p:graphicFrame>
      <p:sp>
        <p:nvSpPr>
          <p:cNvPr id="14" name="文字方塊 13">
            <a:extLst>
              <a:ext uri="{FF2B5EF4-FFF2-40B4-BE49-F238E27FC236}">
                <a16:creationId xmlns:a16="http://schemas.microsoft.com/office/drawing/2014/main" id="{B2960196-F8F3-CEF1-4482-BA4CC89AF5FE}"/>
              </a:ext>
            </a:extLst>
          </p:cNvPr>
          <p:cNvSpPr txBox="1"/>
          <p:nvPr/>
        </p:nvSpPr>
        <p:spPr>
          <a:xfrm>
            <a:off x="5782760" y="6122977"/>
            <a:ext cx="44587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Complexity: 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O(log </a:t>
            </a:r>
            <a:r>
              <a:rPr lang="en-US" altLang="zh-TW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log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n)</a:t>
            </a:r>
            <a:endParaRPr lang="zh-TW" altLang="en-US" sz="2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6284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839</Words>
  <Application>Microsoft Office PowerPoint</Application>
  <PresentationFormat>寬螢幕</PresentationFormat>
  <Paragraphs>539</Paragraphs>
  <Slides>17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17</vt:i4>
      </vt:variant>
    </vt:vector>
  </HeadingPairs>
  <TitlesOfParts>
    <vt:vector size="23" baseType="lpstr">
      <vt:lpstr>源流明體 M</vt:lpstr>
      <vt:lpstr>標楷體</vt:lpstr>
      <vt:lpstr>Arial</vt:lpstr>
      <vt:lpstr>Calibri</vt:lpstr>
      <vt:lpstr>Times New Roman</vt:lpstr>
      <vt:lpstr>Office 佈景主題</vt:lpstr>
      <vt:lpstr>Enumerating Longest Increasing Subsequences  and Patience Sorting</vt:lpstr>
      <vt:lpstr>Abstract</vt:lpstr>
      <vt:lpstr>van Emde Boas</vt:lpstr>
      <vt:lpstr>Longest Increasing Subsequence</vt:lpstr>
      <vt:lpstr>Longest Increasing Subsequence</vt:lpstr>
      <vt:lpstr>Longest Increasing Subsequence</vt:lpstr>
      <vt:lpstr>Longest Increasing Subsequence</vt:lpstr>
      <vt:lpstr>Reporting All Subsequences</vt:lpstr>
      <vt:lpstr>Patience Sorting</vt:lpstr>
      <vt:lpstr>Patience Sorting</vt:lpstr>
      <vt:lpstr>Patience Sorting</vt:lpstr>
      <vt:lpstr>Patience Sorting</vt:lpstr>
      <vt:lpstr>Patience Sorting</vt:lpstr>
      <vt:lpstr>Patience Sorting</vt:lpstr>
      <vt:lpstr>Patience Sorting</vt:lpstr>
      <vt:lpstr>Patience Sorting</vt:lpstr>
      <vt:lpstr>Patience Sorting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Ting B</dc:creator>
  <cp:lastModifiedBy>Ting B</cp:lastModifiedBy>
  <cp:revision>1</cp:revision>
  <dcterms:created xsi:type="dcterms:W3CDTF">2022-02-13T12:00:20Z</dcterms:created>
  <dcterms:modified xsi:type="dcterms:W3CDTF">2022-08-10T15:23:55Z</dcterms:modified>
</cp:coreProperties>
</file>