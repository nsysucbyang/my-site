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58" r:id="rId3"/>
    <p:sldId id="272" r:id="rId4"/>
    <p:sldId id="273" r:id="rId5"/>
    <p:sldId id="274" r:id="rId6"/>
    <p:sldId id="275" r:id="rId7"/>
    <p:sldId id="276" r:id="rId8"/>
    <p:sldId id="277" r:id="rId9"/>
    <p:sldId id="278"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0" d="100"/>
          <a:sy n="70" d="100"/>
        </p:scale>
        <p:origin x="70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33E1CD-FBCC-41E1-8CDA-1A888D842376}" type="datetimeFigureOut">
              <a:rPr lang="zh-TW" altLang="en-US" smtClean="0"/>
              <a:t>2022/12/15</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E0EA61-D4BE-4737-A3FA-58B4EDE93E77}" type="slidenum">
              <a:rPr lang="zh-TW" altLang="en-US" smtClean="0"/>
              <a:t>‹#›</a:t>
            </a:fld>
            <a:endParaRPr lang="zh-TW" altLang="en-US"/>
          </a:p>
        </p:txBody>
      </p:sp>
    </p:spTree>
    <p:extLst>
      <p:ext uri="{BB962C8B-B14F-4D97-AF65-F5344CB8AC3E}">
        <p14:creationId xmlns:p14="http://schemas.microsoft.com/office/powerpoint/2010/main" val="1345975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Directory </a:t>
            </a:r>
            <a:r>
              <a:rPr lang="zh-TW" altLang="en-US" dirty="0"/>
              <a:t>指定所請求資源在 </a:t>
            </a:r>
            <a:r>
              <a:rPr lang="en-US" altLang="zh-TW" dirty="0"/>
              <a:t>Web </a:t>
            </a:r>
            <a:r>
              <a:rPr lang="zh-TW" altLang="en-US" dirty="0"/>
              <a:t>服務器上的位置。 網絡釣魚者可以從同一目錄發起多次攻擊，即通過更改 </a:t>
            </a:r>
            <a:r>
              <a:rPr lang="en-US" altLang="zh-TW" dirty="0"/>
              <a:t>URL </a:t>
            </a:r>
            <a:r>
              <a:rPr lang="zh-TW" altLang="en-US" dirty="0"/>
              <a:t>的文件名，網絡釣魚者可以從單個目錄發起任意數量的攻擊。 每個 </a:t>
            </a:r>
            <a:r>
              <a:rPr lang="en-US" altLang="zh-TW" dirty="0"/>
              <a:t>URL </a:t>
            </a:r>
            <a:r>
              <a:rPr lang="zh-TW" altLang="en-US" dirty="0"/>
              <a:t>的目錄被組織到一個索引表中，就像 </a:t>
            </a:r>
            <a:r>
              <a:rPr lang="en-US" altLang="zh-TW" dirty="0"/>
              <a:t>IP </a:t>
            </a:r>
            <a:r>
              <a:rPr lang="zh-TW" altLang="en-US" dirty="0"/>
              <a:t>的情況一樣，然後每個目錄的分數根據等式 </a:t>
            </a:r>
            <a:r>
              <a:rPr lang="en-US" altLang="zh-TW" dirty="0"/>
              <a:t>1 </a:t>
            </a:r>
            <a:r>
              <a:rPr lang="zh-TW" altLang="en-US" dirty="0"/>
              <a:t>計算，其中 </a:t>
            </a:r>
            <a:r>
              <a:rPr lang="en-US" altLang="zh-TW" dirty="0" err="1"/>
              <a:t>ni</a:t>
            </a:r>
            <a:r>
              <a:rPr lang="en-US" altLang="zh-TW" dirty="0"/>
              <a:t> </a:t>
            </a:r>
            <a:r>
              <a:rPr lang="zh-TW" altLang="en-US" dirty="0"/>
              <a:t>是具有相同目錄的 </a:t>
            </a:r>
            <a:r>
              <a:rPr lang="en-US" altLang="zh-TW" dirty="0"/>
              <a:t>URL </a:t>
            </a:r>
            <a:r>
              <a:rPr lang="zh-TW" altLang="en-US" dirty="0"/>
              <a:t>的數量</a:t>
            </a:r>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3</a:t>
            </a:fld>
            <a:endParaRPr lang="zh-TW" altLang="en-US"/>
          </a:p>
        </p:txBody>
      </p:sp>
    </p:spTree>
    <p:extLst>
      <p:ext uri="{BB962C8B-B14F-4D97-AF65-F5344CB8AC3E}">
        <p14:creationId xmlns:p14="http://schemas.microsoft.com/office/powerpoint/2010/main" val="4079266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Directory </a:t>
            </a:r>
            <a:r>
              <a:rPr lang="zh-TW" altLang="en-US" dirty="0"/>
              <a:t>指定所請求資源在 </a:t>
            </a:r>
            <a:r>
              <a:rPr lang="en-US" altLang="zh-TW" dirty="0"/>
              <a:t>Web </a:t>
            </a:r>
            <a:r>
              <a:rPr lang="zh-TW" altLang="en-US" dirty="0"/>
              <a:t>服務器上的位置。 網絡釣魚者可以從同一目錄發起多次攻擊，即通過更改 </a:t>
            </a:r>
            <a:r>
              <a:rPr lang="en-US" altLang="zh-TW" dirty="0"/>
              <a:t>URL </a:t>
            </a:r>
            <a:r>
              <a:rPr lang="zh-TW" altLang="en-US" dirty="0"/>
              <a:t>的文件名，網絡釣魚者可以從單個目錄發起任意數量的攻擊。 每個 </a:t>
            </a:r>
            <a:r>
              <a:rPr lang="en-US" altLang="zh-TW" dirty="0"/>
              <a:t>URL </a:t>
            </a:r>
            <a:r>
              <a:rPr lang="zh-TW" altLang="en-US" dirty="0"/>
              <a:t>的目錄被組織到一個索引表中，就像 </a:t>
            </a:r>
            <a:r>
              <a:rPr lang="en-US" altLang="zh-TW" dirty="0"/>
              <a:t>IP </a:t>
            </a:r>
            <a:r>
              <a:rPr lang="zh-TW" altLang="en-US" dirty="0"/>
              <a:t>的情況一樣，然後每個目錄的分數根據等式 </a:t>
            </a:r>
            <a:r>
              <a:rPr lang="en-US" altLang="zh-TW" dirty="0"/>
              <a:t>1 </a:t>
            </a:r>
            <a:r>
              <a:rPr lang="zh-TW" altLang="en-US" dirty="0"/>
              <a:t>計算，其中 </a:t>
            </a:r>
            <a:r>
              <a:rPr lang="en-US" altLang="zh-TW" dirty="0" err="1"/>
              <a:t>ni</a:t>
            </a:r>
            <a:r>
              <a:rPr lang="en-US" altLang="zh-TW" dirty="0"/>
              <a:t> </a:t>
            </a:r>
            <a:r>
              <a:rPr lang="zh-TW" altLang="en-US" dirty="0"/>
              <a:t>是具有相同目錄的 </a:t>
            </a:r>
            <a:r>
              <a:rPr lang="en-US" altLang="zh-TW" dirty="0"/>
              <a:t>URL </a:t>
            </a:r>
            <a:r>
              <a:rPr lang="zh-TW" altLang="en-US" dirty="0"/>
              <a:t>的數量</a:t>
            </a:r>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4</a:t>
            </a:fld>
            <a:endParaRPr lang="zh-TW" altLang="en-US"/>
          </a:p>
        </p:txBody>
      </p:sp>
    </p:spTree>
    <p:extLst>
      <p:ext uri="{BB962C8B-B14F-4D97-AF65-F5344CB8AC3E}">
        <p14:creationId xmlns:p14="http://schemas.microsoft.com/office/powerpoint/2010/main" val="701444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Directory </a:t>
            </a:r>
            <a:r>
              <a:rPr lang="zh-TW" altLang="en-US" dirty="0"/>
              <a:t>指定所請求資源在 </a:t>
            </a:r>
            <a:r>
              <a:rPr lang="en-US" altLang="zh-TW" dirty="0"/>
              <a:t>Web </a:t>
            </a:r>
            <a:r>
              <a:rPr lang="zh-TW" altLang="en-US" dirty="0"/>
              <a:t>服務器上的位置。 網絡釣魚者可以從同一目錄發起多次攻擊，即通過更改 </a:t>
            </a:r>
            <a:r>
              <a:rPr lang="en-US" altLang="zh-TW" dirty="0"/>
              <a:t>URL </a:t>
            </a:r>
            <a:r>
              <a:rPr lang="zh-TW" altLang="en-US" dirty="0"/>
              <a:t>的文件名，網絡釣魚者可以從單個目錄發起任意數量的攻擊。 每個 </a:t>
            </a:r>
            <a:r>
              <a:rPr lang="en-US" altLang="zh-TW" dirty="0"/>
              <a:t>URL </a:t>
            </a:r>
            <a:r>
              <a:rPr lang="zh-TW" altLang="en-US" dirty="0"/>
              <a:t>的目錄被組織到一個索引表中，就像 </a:t>
            </a:r>
            <a:r>
              <a:rPr lang="en-US" altLang="zh-TW" dirty="0"/>
              <a:t>IP </a:t>
            </a:r>
            <a:r>
              <a:rPr lang="zh-TW" altLang="en-US" dirty="0"/>
              <a:t>的情況一樣，然後每個目錄的分數根據等式 </a:t>
            </a:r>
            <a:r>
              <a:rPr lang="en-US" altLang="zh-TW" dirty="0"/>
              <a:t>1 </a:t>
            </a:r>
            <a:r>
              <a:rPr lang="zh-TW" altLang="en-US" dirty="0"/>
              <a:t>計算，其中 </a:t>
            </a:r>
            <a:r>
              <a:rPr lang="en-US" altLang="zh-TW" dirty="0" err="1"/>
              <a:t>ni</a:t>
            </a:r>
            <a:r>
              <a:rPr lang="en-US" altLang="zh-TW" dirty="0"/>
              <a:t> </a:t>
            </a:r>
            <a:r>
              <a:rPr lang="zh-TW" altLang="en-US" dirty="0"/>
              <a:t>是具有相同目錄的 </a:t>
            </a:r>
            <a:r>
              <a:rPr lang="en-US" altLang="zh-TW" dirty="0"/>
              <a:t>URL </a:t>
            </a:r>
            <a:r>
              <a:rPr lang="zh-TW" altLang="en-US" dirty="0"/>
              <a:t>的數量</a:t>
            </a:r>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5</a:t>
            </a:fld>
            <a:endParaRPr lang="zh-TW" altLang="en-US"/>
          </a:p>
        </p:txBody>
      </p:sp>
    </p:spTree>
    <p:extLst>
      <p:ext uri="{BB962C8B-B14F-4D97-AF65-F5344CB8AC3E}">
        <p14:creationId xmlns:p14="http://schemas.microsoft.com/office/powerpoint/2010/main" val="13866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Directory </a:t>
            </a:r>
            <a:r>
              <a:rPr lang="zh-TW" altLang="en-US" dirty="0"/>
              <a:t>指定所請求資源在 </a:t>
            </a:r>
            <a:r>
              <a:rPr lang="en-US" altLang="zh-TW" dirty="0"/>
              <a:t>Web </a:t>
            </a:r>
            <a:r>
              <a:rPr lang="zh-TW" altLang="en-US" dirty="0"/>
              <a:t>服務器上的位置。 網絡釣魚者可以從同一目錄發起多次攻擊，即通過更改 </a:t>
            </a:r>
            <a:r>
              <a:rPr lang="en-US" altLang="zh-TW" dirty="0"/>
              <a:t>URL </a:t>
            </a:r>
            <a:r>
              <a:rPr lang="zh-TW" altLang="en-US" dirty="0"/>
              <a:t>的文件名，網絡釣魚者可以從單個目錄發起任意數量的攻擊。 每個 </a:t>
            </a:r>
            <a:r>
              <a:rPr lang="en-US" altLang="zh-TW" dirty="0"/>
              <a:t>URL </a:t>
            </a:r>
            <a:r>
              <a:rPr lang="zh-TW" altLang="en-US" dirty="0"/>
              <a:t>的目錄被組織到一個索引表中，就像 </a:t>
            </a:r>
            <a:r>
              <a:rPr lang="en-US" altLang="zh-TW" dirty="0"/>
              <a:t>IP </a:t>
            </a:r>
            <a:r>
              <a:rPr lang="zh-TW" altLang="en-US" dirty="0"/>
              <a:t>的情況一樣，然後每個目錄的分數根據等式 </a:t>
            </a:r>
            <a:r>
              <a:rPr lang="en-US" altLang="zh-TW" dirty="0"/>
              <a:t>1 </a:t>
            </a:r>
            <a:r>
              <a:rPr lang="zh-TW" altLang="en-US" dirty="0"/>
              <a:t>計算，其中 </a:t>
            </a:r>
            <a:r>
              <a:rPr lang="en-US" altLang="zh-TW" dirty="0" err="1"/>
              <a:t>ni</a:t>
            </a:r>
            <a:r>
              <a:rPr lang="en-US" altLang="zh-TW" dirty="0"/>
              <a:t> </a:t>
            </a:r>
            <a:r>
              <a:rPr lang="zh-TW" altLang="en-US" dirty="0"/>
              <a:t>是具有相同目錄的 </a:t>
            </a:r>
            <a:r>
              <a:rPr lang="en-US" altLang="zh-TW" dirty="0"/>
              <a:t>URL </a:t>
            </a:r>
            <a:r>
              <a:rPr lang="zh-TW" altLang="en-US" dirty="0"/>
              <a:t>的數量</a:t>
            </a:r>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6</a:t>
            </a:fld>
            <a:endParaRPr lang="zh-TW" altLang="en-US"/>
          </a:p>
        </p:txBody>
      </p:sp>
    </p:spTree>
    <p:extLst>
      <p:ext uri="{BB962C8B-B14F-4D97-AF65-F5344CB8AC3E}">
        <p14:creationId xmlns:p14="http://schemas.microsoft.com/office/powerpoint/2010/main" val="4215758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Directory </a:t>
            </a:r>
            <a:r>
              <a:rPr lang="zh-TW" altLang="en-US" dirty="0"/>
              <a:t>指定所請求資源在 </a:t>
            </a:r>
            <a:r>
              <a:rPr lang="en-US" altLang="zh-TW" dirty="0"/>
              <a:t>Web </a:t>
            </a:r>
            <a:r>
              <a:rPr lang="zh-TW" altLang="en-US" dirty="0"/>
              <a:t>服務器上的位置。 網絡釣魚者可以從同一目錄發起多次攻擊，即通過更改 </a:t>
            </a:r>
            <a:r>
              <a:rPr lang="en-US" altLang="zh-TW" dirty="0"/>
              <a:t>URL </a:t>
            </a:r>
            <a:r>
              <a:rPr lang="zh-TW" altLang="en-US" dirty="0"/>
              <a:t>的文件名，網絡釣魚者可以從單個目錄發起任意數量的攻擊。 每個 </a:t>
            </a:r>
            <a:r>
              <a:rPr lang="en-US" altLang="zh-TW" dirty="0"/>
              <a:t>URL </a:t>
            </a:r>
            <a:r>
              <a:rPr lang="zh-TW" altLang="en-US" dirty="0"/>
              <a:t>的目錄被組織到一個索引表中，就像 </a:t>
            </a:r>
            <a:r>
              <a:rPr lang="en-US" altLang="zh-TW" dirty="0"/>
              <a:t>IP </a:t>
            </a:r>
            <a:r>
              <a:rPr lang="zh-TW" altLang="en-US" dirty="0"/>
              <a:t>的情況一樣，然後每個目錄的分數根據等式 </a:t>
            </a:r>
            <a:r>
              <a:rPr lang="en-US" altLang="zh-TW" dirty="0"/>
              <a:t>1 </a:t>
            </a:r>
            <a:r>
              <a:rPr lang="zh-TW" altLang="en-US" dirty="0"/>
              <a:t>計算，其中 </a:t>
            </a:r>
            <a:r>
              <a:rPr lang="en-US" altLang="zh-TW" dirty="0" err="1"/>
              <a:t>ni</a:t>
            </a:r>
            <a:r>
              <a:rPr lang="en-US" altLang="zh-TW" dirty="0"/>
              <a:t> </a:t>
            </a:r>
            <a:r>
              <a:rPr lang="zh-TW" altLang="en-US" dirty="0"/>
              <a:t>是具有相同目錄的 </a:t>
            </a:r>
            <a:r>
              <a:rPr lang="en-US" altLang="zh-TW" dirty="0"/>
              <a:t>URL </a:t>
            </a:r>
            <a:r>
              <a:rPr lang="zh-TW" altLang="en-US" dirty="0"/>
              <a:t>的數量</a:t>
            </a:r>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7</a:t>
            </a:fld>
            <a:endParaRPr lang="zh-TW" altLang="en-US"/>
          </a:p>
        </p:txBody>
      </p:sp>
    </p:spTree>
    <p:extLst>
      <p:ext uri="{BB962C8B-B14F-4D97-AF65-F5344CB8AC3E}">
        <p14:creationId xmlns:p14="http://schemas.microsoft.com/office/powerpoint/2010/main" val="1550141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Directory </a:t>
            </a:r>
            <a:r>
              <a:rPr lang="zh-TW" altLang="en-US" dirty="0"/>
              <a:t>指定所請求資源在 </a:t>
            </a:r>
            <a:r>
              <a:rPr lang="en-US" altLang="zh-TW" dirty="0"/>
              <a:t>Web </a:t>
            </a:r>
            <a:r>
              <a:rPr lang="zh-TW" altLang="en-US" dirty="0"/>
              <a:t>服務器上的位置。 網絡釣魚者可以從同一目錄發起多次攻擊，即通過更改 </a:t>
            </a:r>
            <a:r>
              <a:rPr lang="en-US" altLang="zh-TW" dirty="0"/>
              <a:t>URL </a:t>
            </a:r>
            <a:r>
              <a:rPr lang="zh-TW" altLang="en-US" dirty="0"/>
              <a:t>的文件名，網絡釣魚者可以從單個目錄發起任意數量的攻擊。 每個 </a:t>
            </a:r>
            <a:r>
              <a:rPr lang="en-US" altLang="zh-TW" dirty="0"/>
              <a:t>URL </a:t>
            </a:r>
            <a:r>
              <a:rPr lang="zh-TW" altLang="en-US" dirty="0"/>
              <a:t>的目錄被組織到一個索引表中，就像 </a:t>
            </a:r>
            <a:r>
              <a:rPr lang="en-US" altLang="zh-TW" dirty="0"/>
              <a:t>IP </a:t>
            </a:r>
            <a:r>
              <a:rPr lang="zh-TW" altLang="en-US" dirty="0"/>
              <a:t>的情況一樣，然後每個目錄的分數根據等式 </a:t>
            </a:r>
            <a:r>
              <a:rPr lang="en-US" altLang="zh-TW" dirty="0"/>
              <a:t>1 </a:t>
            </a:r>
            <a:r>
              <a:rPr lang="zh-TW" altLang="en-US" dirty="0"/>
              <a:t>計算，其中 </a:t>
            </a:r>
            <a:r>
              <a:rPr lang="en-US" altLang="zh-TW" dirty="0" err="1"/>
              <a:t>ni</a:t>
            </a:r>
            <a:r>
              <a:rPr lang="en-US" altLang="zh-TW" dirty="0"/>
              <a:t> </a:t>
            </a:r>
            <a:r>
              <a:rPr lang="zh-TW" altLang="en-US" dirty="0"/>
              <a:t>是具有相同目錄的 </a:t>
            </a:r>
            <a:r>
              <a:rPr lang="en-US" altLang="zh-TW" dirty="0"/>
              <a:t>URL </a:t>
            </a:r>
            <a:r>
              <a:rPr lang="zh-TW" altLang="en-US" dirty="0"/>
              <a:t>的數量</a:t>
            </a:r>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8</a:t>
            </a:fld>
            <a:endParaRPr lang="zh-TW" altLang="en-US"/>
          </a:p>
        </p:txBody>
      </p:sp>
    </p:spTree>
    <p:extLst>
      <p:ext uri="{BB962C8B-B14F-4D97-AF65-F5344CB8AC3E}">
        <p14:creationId xmlns:p14="http://schemas.microsoft.com/office/powerpoint/2010/main" val="279988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Directory </a:t>
            </a:r>
            <a:r>
              <a:rPr lang="zh-TW" altLang="en-US" dirty="0"/>
              <a:t>指定所請求資源在 </a:t>
            </a:r>
            <a:r>
              <a:rPr lang="en-US" altLang="zh-TW" dirty="0"/>
              <a:t>Web </a:t>
            </a:r>
            <a:r>
              <a:rPr lang="zh-TW" altLang="en-US" dirty="0"/>
              <a:t>服務器上的位置。 網絡釣魚者可以從同一目錄發起多次攻擊，即通過更改 </a:t>
            </a:r>
            <a:r>
              <a:rPr lang="en-US" altLang="zh-TW" dirty="0"/>
              <a:t>URL </a:t>
            </a:r>
            <a:r>
              <a:rPr lang="zh-TW" altLang="en-US" dirty="0"/>
              <a:t>的文件名，網絡釣魚者可以從單個目錄發起任意數量的攻擊。 每個 </a:t>
            </a:r>
            <a:r>
              <a:rPr lang="en-US" altLang="zh-TW" dirty="0"/>
              <a:t>URL </a:t>
            </a:r>
            <a:r>
              <a:rPr lang="zh-TW" altLang="en-US" dirty="0"/>
              <a:t>的目錄被組織到一個索引表中，就像 </a:t>
            </a:r>
            <a:r>
              <a:rPr lang="en-US" altLang="zh-TW" dirty="0"/>
              <a:t>IP </a:t>
            </a:r>
            <a:r>
              <a:rPr lang="zh-TW" altLang="en-US" dirty="0"/>
              <a:t>的情況一樣，然後每個目錄的分數根據等式 </a:t>
            </a:r>
            <a:r>
              <a:rPr lang="en-US" altLang="zh-TW" dirty="0"/>
              <a:t>1 </a:t>
            </a:r>
            <a:r>
              <a:rPr lang="zh-TW" altLang="en-US" dirty="0"/>
              <a:t>計算，其中 </a:t>
            </a:r>
            <a:r>
              <a:rPr lang="en-US" altLang="zh-TW" dirty="0" err="1"/>
              <a:t>ni</a:t>
            </a:r>
            <a:r>
              <a:rPr lang="en-US" altLang="zh-TW" dirty="0"/>
              <a:t> </a:t>
            </a:r>
            <a:r>
              <a:rPr lang="zh-TW" altLang="en-US" dirty="0"/>
              <a:t>是具有相同目錄的 </a:t>
            </a:r>
            <a:r>
              <a:rPr lang="en-US" altLang="zh-TW" dirty="0"/>
              <a:t>URL </a:t>
            </a:r>
            <a:r>
              <a:rPr lang="zh-TW" altLang="en-US" dirty="0"/>
              <a:t>的數量</a:t>
            </a:r>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9</a:t>
            </a:fld>
            <a:endParaRPr lang="zh-TW" altLang="en-US"/>
          </a:p>
        </p:txBody>
      </p:sp>
    </p:spTree>
    <p:extLst>
      <p:ext uri="{BB962C8B-B14F-4D97-AF65-F5344CB8AC3E}">
        <p14:creationId xmlns:p14="http://schemas.microsoft.com/office/powerpoint/2010/main" val="3661292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020C1-6ED6-DC62-FFC5-F72D19F6A0F0}"/>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4ABE07F5-B9C9-6DDF-537F-259D4E76B1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C61C2B58-0FF5-7C39-EEE0-E2C5FFB25884}"/>
              </a:ext>
            </a:extLst>
          </p:cNvPr>
          <p:cNvSpPr>
            <a:spLocks noGrp="1"/>
          </p:cNvSpPr>
          <p:nvPr>
            <p:ph type="dt" sz="half" idx="10"/>
          </p:nvPr>
        </p:nvSpPr>
        <p:spPr/>
        <p:txBody>
          <a:bodyPr/>
          <a:lstStyle/>
          <a:p>
            <a:fld id="{98CC36F4-B1E9-4298-B0A2-7DCEC808D6C9}" type="datetimeFigureOut">
              <a:rPr lang="zh-TW" altLang="en-US" smtClean="0"/>
              <a:t>2022/12/15</a:t>
            </a:fld>
            <a:endParaRPr lang="zh-TW" altLang="en-US"/>
          </a:p>
        </p:txBody>
      </p:sp>
      <p:sp>
        <p:nvSpPr>
          <p:cNvPr id="5" name="Footer Placeholder 4">
            <a:extLst>
              <a:ext uri="{FF2B5EF4-FFF2-40B4-BE49-F238E27FC236}">
                <a16:creationId xmlns:a16="http://schemas.microsoft.com/office/drawing/2014/main" id="{FD77CBD4-F775-5E96-05D1-566656B335E1}"/>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8E9930-6A13-E3D6-87BC-AC2253A626B1}"/>
              </a:ext>
            </a:extLst>
          </p:cNvPr>
          <p:cNvSpPr>
            <a:spLocks noGrp="1"/>
          </p:cNvSpPr>
          <p:nvPr>
            <p:ph type="sldNum" sz="quarter" idx="12"/>
          </p:nvPr>
        </p:nvSpPr>
        <p:spPr/>
        <p:txBody>
          <a:bodyPr/>
          <a:lstStyle/>
          <a:p>
            <a:fld id="{B511892F-FD82-446D-B8F6-3FF15D82EF38}" type="slidenum">
              <a:rPr lang="zh-TW" altLang="en-US" smtClean="0"/>
              <a:t>‹#›</a:t>
            </a:fld>
            <a:endParaRPr lang="zh-TW" altLang="en-US"/>
          </a:p>
        </p:txBody>
      </p:sp>
    </p:spTree>
    <p:extLst>
      <p:ext uri="{BB962C8B-B14F-4D97-AF65-F5344CB8AC3E}">
        <p14:creationId xmlns:p14="http://schemas.microsoft.com/office/powerpoint/2010/main" val="1914274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45E39-3E2D-45DE-A1C3-F68708E22CDA}"/>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05DBA92-F2CC-ED94-E013-B85D840F2DE3}"/>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E9AED60-95D6-5468-70AB-DB2305DBFCC5}"/>
              </a:ext>
            </a:extLst>
          </p:cNvPr>
          <p:cNvSpPr>
            <a:spLocks noGrp="1"/>
          </p:cNvSpPr>
          <p:nvPr>
            <p:ph type="dt" sz="half" idx="10"/>
          </p:nvPr>
        </p:nvSpPr>
        <p:spPr/>
        <p:txBody>
          <a:bodyPr/>
          <a:lstStyle/>
          <a:p>
            <a:fld id="{98CC36F4-B1E9-4298-B0A2-7DCEC808D6C9}" type="datetimeFigureOut">
              <a:rPr lang="zh-TW" altLang="en-US" smtClean="0"/>
              <a:t>2022/12/15</a:t>
            </a:fld>
            <a:endParaRPr lang="zh-TW" altLang="en-US"/>
          </a:p>
        </p:txBody>
      </p:sp>
      <p:sp>
        <p:nvSpPr>
          <p:cNvPr id="5" name="Footer Placeholder 4">
            <a:extLst>
              <a:ext uri="{FF2B5EF4-FFF2-40B4-BE49-F238E27FC236}">
                <a16:creationId xmlns:a16="http://schemas.microsoft.com/office/drawing/2014/main" id="{243AB0F1-B4AF-EBC7-ECDD-C9BC88F7E808}"/>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912EAC03-442B-0720-7330-8EB708D060A4}"/>
              </a:ext>
            </a:extLst>
          </p:cNvPr>
          <p:cNvSpPr>
            <a:spLocks noGrp="1"/>
          </p:cNvSpPr>
          <p:nvPr>
            <p:ph type="sldNum" sz="quarter" idx="12"/>
          </p:nvPr>
        </p:nvSpPr>
        <p:spPr/>
        <p:txBody>
          <a:bodyPr/>
          <a:lstStyle/>
          <a:p>
            <a:fld id="{B511892F-FD82-446D-B8F6-3FF15D82EF38}" type="slidenum">
              <a:rPr lang="zh-TW" altLang="en-US" smtClean="0"/>
              <a:t>‹#›</a:t>
            </a:fld>
            <a:endParaRPr lang="zh-TW" altLang="en-US"/>
          </a:p>
        </p:txBody>
      </p:sp>
    </p:spTree>
    <p:extLst>
      <p:ext uri="{BB962C8B-B14F-4D97-AF65-F5344CB8AC3E}">
        <p14:creationId xmlns:p14="http://schemas.microsoft.com/office/powerpoint/2010/main" val="400718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F9EB2-5B3F-01F5-71EA-F626CC6613B0}"/>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EA710E2B-4AB3-D7F2-8D3F-9BDA1B1035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0C39D4E6-C9BD-1BEB-8516-29D8E5DA2223}"/>
              </a:ext>
            </a:extLst>
          </p:cNvPr>
          <p:cNvSpPr>
            <a:spLocks noGrp="1"/>
          </p:cNvSpPr>
          <p:nvPr>
            <p:ph type="dt" sz="half" idx="10"/>
          </p:nvPr>
        </p:nvSpPr>
        <p:spPr/>
        <p:txBody>
          <a:bodyPr/>
          <a:lstStyle/>
          <a:p>
            <a:fld id="{98CC36F4-B1E9-4298-B0A2-7DCEC808D6C9}" type="datetimeFigureOut">
              <a:rPr lang="zh-TW" altLang="en-US" smtClean="0"/>
              <a:t>2022/12/15</a:t>
            </a:fld>
            <a:endParaRPr lang="zh-TW" altLang="en-US"/>
          </a:p>
        </p:txBody>
      </p:sp>
      <p:sp>
        <p:nvSpPr>
          <p:cNvPr id="5" name="Footer Placeholder 4">
            <a:extLst>
              <a:ext uri="{FF2B5EF4-FFF2-40B4-BE49-F238E27FC236}">
                <a16:creationId xmlns:a16="http://schemas.microsoft.com/office/drawing/2014/main" id="{29FDB2BB-B6A7-7882-D860-011D6CCB027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FFE2466-5628-4EBE-1344-2E370A13A754}"/>
              </a:ext>
            </a:extLst>
          </p:cNvPr>
          <p:cNvSpPr>
            <a:spLocks noGrp="1"/>
          </p:cNvSpPr>
          <p:nvPr>
            <p:ph type="sldNum" sz="quarter" idx="12"/>
          </p:nvPr>
        </p:nvSpPr>
        <p:spPr/>
        <p:txBody>
          <a:bodyPr/>
          <a:lstStyle/>
          <a:p>
            <a:fld id="{B511892F-FD82-446D-B8F6-3FF15D82EF38}" type="slidenum">
              <a:rPr lang="zh-TW" altLang="en-US" smtClean="0"/>
              <a:t>‹#›</a:t>
            </a:fld>
            <a:endParaRPr lang="zh-TW" altLang="en-US"/>
          </a:p>
        </p:txBody>
      </p:sp>
    </p:spTree>
    <p:extLst>
      <p:ext uri="{BB962C8B-B14F-4D97-AF65-F5344CB8AC3E}">
        <p14:creationId xmlns:p14="http://schemas.microsoft.com/office/powerpoint/2010/main" val="262125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21E3D-6CE4-1656-4D2A-83D81511D3F8}"/>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4EF8E525-7004-D4A6-D0BF-8BCE30EB301E}"/>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50D90E3C-7496-5DC0-D8E1-8859A2F9C840}"/>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4DC00299-D77A-0FCF-801D-4141FDF66383}"/>
              </a:ext>
            </a:extLst>
          </p:cNvPr>
          <p:cNvSpPr>
            <a:spLocks noGrp="1"/>
          </p:cNvSpPr>
          <p:nvPr>
            <p:ph type="dt" sz="half" idx="10"/>
          </p:nvPr>
        </p:nvSpPr>
        <p:spPr/>
        <p:txBody>
          <a:bodyPr/>
          <a:lstStyle/>
          <a:p>
            <a:fld id="{98CC36F4-B1E9-4298-B0A2-7DCEC808D6C9}" type="datetimeFigureOut">
              <a:rPr lang="zh-TW" altLang="en-US" smtClean="0"/>
              <a:t>2022/12/15</a:t>
            </a:fld>
            <a:endParaRPr lang="zh-TW" altLang="en-US"/>
          </a:p>
        </p:txBody>
      </p:sp>
      <p:sp>
        <p:nvSpPr>
          <p:cNvPr id="6" name="Footer Placeholder 5">
            <a:extLst>
              <a:ext uri="{FF2B5EF4-FFF2-40B4-BE49-F238E27FC236}">
                <a16:creationId xmlns:a16="http://schemas.microsoft.com/office/drawing/2014/main" id="{298D8587-C498-46CA-F5C7-CE132F0CD819}"/>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FFCCA0A5-51A6-FBB5-FC8D-E313E46DD6FE}"/>
              </a:ext>
            </a:extLst>
          </p:cNvPr>
          <p:cNvSpPr>
            <a:spLocks noGrp="1"/>
          </p:cNvSpPr>
          <p:nvPr>
            <p:ph type="sldNum" sz="quarter" idx="12"/>
          </p:nvPr>
        </p:nvSpPr>
        <p:spPr/>
        <p:txBody>
          <a:bodyPr/>
          <a:lstStyle/>
          <a:p>
            <a:fld id="{B511892F-FD82-446D-B8F6-3FF15D82EF38}" type="slidenum">
              <a:rPr lang="zh-TW" altLang="en-US" smtClean="0"/>
              <a:t>‹#›</a:t>
            </a:fld>
            <a:endParaRPr lang="zh-TW" altLang="en-US"/>
          </a:p>
        </p:txBody>
      </p:sp>
    </p:spTree>
    <p:extLst>
      <p:ext uri="{BB962C8B-B14F-4D97-AF65-F5344CB8AC3E}">
        <p14:creationId xmlns:p14="http://schemas.microsoft.com/office/powerpoint/2010/main" val="3781866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18AC6-220A-8B53-F587-7CA89C442CC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69E2350B-76AB-230A-E4AB-6ACA2C5D48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B109C1D3-00C7-6C97-2FAC-D491A7AED050}"/>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1FE5ECB3-648F-9070-6721-A4E3C5CF2C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5CB5231F-EE23-9C6C-B7E6-4C66908958B4}"/>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E9117654-4C41-FAE0-68BC-8129653F9623}"/>
              </a:ext>
            </a:extLst>
          </p:cNvPr>
          <p:cNvSpPr>
            <a:spLocks noGrp="1"/>
          </p:cNvSpPr>
          <p:nvPr>
            <p:ph type="dt" sz="half" idx="10"/>
          </p:nvPr>
        </p:nvSpPr>
        <p:spPr/>
        <p:txBody>
          <a:bodyPr/>
          <a:lstStyle/>
          <a:p>
            <a:fld id="{98CC36F4-B1E9-4298-B0A2-7DCEC808D6C9}" type="datetimeFigureOut">
              <a:rPr lang="zh-TW" altLang="en-US" smtClean="0"/>
              <a:t>2022/12/15</a:t>
            </a:fld>
            <a:endParaRPr lang="zh-TW" altLang="en-US"/>
          </a:p>
        </p:txBody>
      </p:sp>
      <p:sp>
        <p:nvSpPr>
          <p:cNvPr id="8" name="Footer Placeholder 7">
            <a:extLst>
              <a:ext uri="{FF2B5EF4-FFF2-40B4-BE49-F238E27FC236}">
                <a16:creationId xmlns:a16="http://schemas.microsoft.com/office/drawing/2014/main" id="{2A90C22B-9C93-1D49-E01D-26AF1E734BEB}"/>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2953A327-3FCD-28D7-0ACB-03938A829275}"/>
              </a:ext>
            </a:extLst>
          </p:cNvPr>
          <p:cNvSpPr>
            <a:spLocks noGrp="1"/>
          </p:cNvSpPr>
          <p:nvPr>
            <p:ph type="sldNum" sz="quarter" idx="12"/>
          </p:nvPr>
        </p:nvSpPr>
        <p:spPr/>
        <p:txBody>
          <a:bodyPr/>
          <a:lstStyle/>
          <a:p>
            <a:fld id="{B511892F-FD82-446D-B8F6-3FF15D82EF38}" type="slidenum">
              <a:rPr lang="zh-TW" altLang="en-US" smtClean="0"/>
              <a:t>‹#›</a:t>
            </a:fld>
            <a:endParaRPr lang="zh-TW" altLang="en-US"/>
          </a:p>
        </p:txBody>
      </p:sp>
    </p:spTree>
    <p:extLst>
      <p:ext uri="{BB962C8B-B14F-4D97-AF65-F5344CB8AC3E}">
        <p14:creationId xmlns:p14="http://schemas.microsoft.com/office/powerpoint/2010/main" val="559784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EE700-DD73-72AF-BECF-9057647E6324}"/>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8C87AE0C-93F8-264C-C8D6-A9AE966C41E8}"/>
              </a:ext>
            </a:extLst>
          </p:cNvPr>
          <p:cNvSpPr>
            <a:spLocks noGrp="1"/>
          </p:cNvSpPr>
          <p:nvPr>
            <p:ph type="dt" sz="half" idx="10"/>
          </p:nvPr>
        </p:nvSpPr>
        <p:spPr/>
        <p:txBody>
          <a:bodyPr/>
          <a:lstStyle/>
          <a:p>
            <a:fld id="{98CC36F4-B1E9-4298-B0A2-7DCEC808D6C9}" type="datetimeFigureOut">
              <a:rPr lang="zh-TW" altLang="en-US" smtClean="0"/>
              <a:t>2022/12/15</a:t>
            </a:fld>
            <a:endParaRPr lang="zh-TW" altLang="en-US"/>
          </a:p>
        </p:txBody>
      </p:sp>
      <p:sp>
        <p:nvSpPr>
          <p:cNvPr id="4" name="Footer Placeholder 3">
            <a:extLst>
              <a:ext uri="{FF2B5EF4-FFF2-40B4-BE49-F238E27FC236}">
                <a16:creationId xmlns:a16="http://schemas.microsoft.com/office/drawing/2014/main" id="{DFBBDCFF-2663-19C7-BBC0-6D9D76D7C149}"/>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3C840DBA-5C01-2711-759F-1B526E15B650}"/>
              </a:ext>
            </a:extLst>
          </p:cNvPr>
          <p:cNvSpPr>
            <a:spLocks noGrp="1"/>
          </p:cNvSpPr>
          <p:nvPr>
            <p:ph type="sldNum" sz="quarter" idx="12"/>
          </p:nvPr>
        </p:nvSpPr>
        <p:spPr/>
        <p:txBody>
          <a:bodyPr/>
          <a:lstStyle/>
          <a:p>
            <a:fld id="{B511892F-FD82-446D-B8F6-3FF15D82EF38}" type="slidenum">
              <a:rPr lang="zh-TW" altLang="en-US" smtClean="0"/>
              <a:t>‹#›</a:t>
            </a:fld>
            <a:endParaRPr lang="zh-TW" altLang="en-US"/>
          </a:p>
        </p:txBody>
      </p:sp>
    </p:spTree>
    <p:extLst>
      <p:ext uri="{BB962C8B-B14F-4D97-AF65-F5344CB8AC3E}">
        <p14:creationId xmlns:p14="http://schemas.microsoft.com/office/powerpoint/2010/main" val="2237667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A0BAC0-2374-4BAF-22C6-2DFADBDB996E}"/>
              </a:ext>
            </a:extLst>
          </p:cNvPr>
          <p:cNvSpPr>
            <a:spLocks noGrp="1"/>
          </p:cNvSpPr>
          <p:nvPr>
            <p:ph type="dt" sz="half" idx="10"/>
          </p:nvPr>
        </p:nvSpPr>
        <p:spPr/>
        <p:txBody>
          <a:bodyPr/>
          <a:lstStyle/>
          <a:p>
            <a:fld id="{98CC36F4-B1E9-4298-B0A2-7DCEC808D6C9}" type="datetimeFigureOut">
              <a:rPr lang="zh-TW" altLang="en-US" smtClean="0"/>
              <a:t>2022/12/15</a:t>
            </a:fld>
            <a:endParaRPr lang="zh-TW" altLang="en-US"/>
          </a:p>
        </p:txBody>
      </p:sp>
      <p:sp>
        <p:nvSpPr>
          <p:cNvPr id="3" name="Footer Placeholder 2">
            <a:extLst>
              <a:ext uri="{FF2B5EF4-FFF2-40B4-BE49-F238E27FC236}">
                <a16:creationId xmlns:a16="http://schemas.microsoft.com/office/drawing/2014/main" id="{EC05DEE8-37E4-F840-2B8C-AE3A623C5A41}"/>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BD5EDF9C-4473-D17D-9C48-9CD33422C6D7}"/>
              </a:ext>
            </a:extLst>
          </p:cNvPr>
          <p:cNvSpPr>
            <a:spLocks noGrp="1"/>
          </p:cNvSpPr>
          <p:nvPr>
            <p:ph type="sldNum" sz="quarter" idx="12"/>
          </p:nvPr>
        </p:nvSpPr>
        <p:spPr/>
        <p:txBody>
          <a:bodyPr/>
          <a:lstStyle/>
          <a:p>
            <a:fld id="{B511892F-FD82-446D-B8F6-3FF15D82EF38}" type="slidenum">
              <a:rPr lang="zh-TW" altLang="en-US" smtClean="0"/>
              <a:t>‹#›</a:t>
            </a:fld>
            <a:endParaRPr lang="zh-TW" altLang="en-US"/>
          </a:p>
        </p:txBody>
      </p:sp>
    </p:spTree>
    <p:extLst>
      <p:ext uri="{BB962C8B-B14F-4D97-AF65-F5344CB8AC3E}">
        <p14:creationId xmlns:p14="http://schemas.microsoft.com/office/powerpoint/2010/main" val="4207805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F153B-7921-8F68-0D46-159B6692740F}"/>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564BF291-E12B-149A-B3D5-EF03C175DD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79044144-4F25-AFCB-E8A5-2AE375633F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6B5792B9-5AEA-B2A0-B126-287EA2868F98}"/>
              </a:ext>
            </a:extLst>
          </p:cNvPr>
          <p:cNvSpPr>
            <a:spLocks noGrp="1"/>
          </p:cNvSpPr>
          <p:nvPr>
            <p:ph type="dt" sz="half" idx="10"/>
          </p:nvPr>
        </p:nvSpPr>
        <p:spPr/>
        <p:txBody>
          <a:bodyPr/>
          <a:lstStyle/>
          <a:p>
            <a:fld id="{98CC36F4-B1E9-4298-B0A2-7DCEC808D6C9}" type="datetimeFigureOut">
              <a:rPr lang="zh-TW" altLang="en-US" smtClean="0"/>
              <a:t>2022/12/15</a:t>
            </a:fld>
            <a:endParaRPr lang="zh-TW" altLang="en-US"/>
          </a:p>
        </p:txBody>
      </p:sp>
      <p:sp>
        <p:nvSpPr>
          <p:cNvPr id="6" name="Footer Placeholder 5">
            <a:extLst>
              <a:ext uri="{FF2B5EF4-FFF2-40B4-BE49-F238E27FC236}">
                <a16:creationId xmlns:a16="http://schemas.microsoft.com/office/drawing/2014/main" id="{422DB7F9-0CE2-8845-E0A6-E36F50F22107}"/>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860270AD-1F88-6417-A28D-7C349BA97D1C}"/>
              </a:ext>
            </a:extLst>
          </p:cNvPr>
          <p:cNvSpPr>
            <a:spLocks noGrp="1"/>
          </p:cNvSpPr>
          <p:nvPr>
            <p:ph type="sldNum" sz="quarter" idx="12"/>
          </p:nvPr>
        </p:nvSpPr>
        <p:spPr/>
        <p:txBody>
          <a:bodyPr/>
          <a:lstStyle/>
          <a:p>
            <a:fld id="{B511892F-FD82-446D-B8F6-3FF15D82EF38}" type="slidenum">
              <a:rPr lang="zh-TW" altLang="en-US" smtClean="0"/>
              <a:t>‹#›</a:t>
            </a:fld>
            <a:endParaRPr lang="zh-TW" altLang="en-US"/>
          </a:p>
        </p:txBody>
      </p:sp>
    </p:spTree>
    <p:extLst>
      <p:ext uri="{BB962C8B-B14F-4D97-AF65-F5344CB8AC3E}">
        <p14:creationId xmlns:p14="http://schemas.microsoft.com/office/powerpoint/2010/main" val="161063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6B83A-D901-457A-4F0F-7A504BD55D3F}"/>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C5B32424-73C1-C3B2-BD32-80F09BAA86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3BEA3219-459F-E96C-BEB9-5356B4DC74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2DDBF943-A883-602B-7939-ADD64AC427B2}"/>
              </a:ext>
            </a:extLst>
          </p:cNvPr>
          <p:cNvSpPr>
            <a:spLocks noGrp="1"/>
          </p:cNvSpPr>
          <p:nvPr>
            <p:ph type="dt" sz="half" idx="10"/>
          </p:nvPr>
        </p:nvSpPr>
        <p:spPr/>
        <p:txBody>
          <a:bodyPr/>
          <a:lstStyle/>
          <a:p>
            <a:fld id="{98CC36F4-B1E9-4298-B0A2-7DCEC808D6C9}" type="datetimeFigureOut">
              <a:rPr lang="zh-TW" altLang="en-US" smtClean="0"/>
              <a:t>2022/12/15</a:t>
            </a:fld>
            <a:endParaRPr lang="zh-TW" altLang="en-US"/>
          </a:p>
        </p:txBody>
      </p:sp>
      <p:sp>
        <p:nvSpPr>
          <p:cNvPr id="6" name="Footer Placeholder 5">
            <a:extLst>
              <a:ext uri="{FF2B5EF4-FFF2-40B4-BE49-F238E27FC236}">
                <a16:creationId xmlns:a16="http://schemas.microsoft.com/office/drawing/2014/main" id="{3137EFEF-F62E-DBFE-7E3B-DF12826E278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268EE303-2EBE-E538-A372-6ADDAAA21BC1}"/>
              </a:ext>
            </a:extLst>
          </p:cNvPr>
          <p:cNvSpPr>
            <a:spLocks noGrp="1"/>
          </p:cNvSpPr>
          <p:nvPr>
            <p:ph type="sldNum" sz="quarter" idx="12"/>
          </p:nvPr>
        </p:nvSpPr>
        <p:spPr/>
        <p:txBody>
          <a:bodyPr/>
          <a:lstStyle/>
          <a:p>
            <a:fld id="{B511892F-FD82-446D-B8F6-3FF15D82EF38}" type="slidenum">
              <a:rPr lang="zh-TW" altLang="en-US" smtClean="0"/>
              <a:t>‹#›</a:t>
            </a:fld>
            <a:endParaRPr lang="zh-TW" altLang="en-US"/>
          </a:p>
        </p:txBody>
      </p:sp>
    </p:spTree>
    <p:extLst>
      <p:ext uri="{BB962C8B-B14F-4D97-AF65-F5344CB8AC3E}">
        <p14:creationId xmlns:p14="http://schemas.microsoft.com/office/powerpoint/2010/main" val="1482600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28094-50D6-1569-16A2-BB52E9B02257}"/>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4BB4C0ED-B9DA-0203-4BB2-6E8B8800EC76}"/>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7DFC14F7-B5B2-57C5-FE93-3DB3B39EA3B7}"/>
              </a:ext>
            </a:extLst>
          </p:cNvPr>
          <p:cNvSpPr>
            <a:spLocks noGrp="1"/>
          </p:cNvSpPr>
          <p:nvPr>
            <p:ph type="dt" sz="half" idx="10"/>
          </p:nvPr>
        </p:nvSpPr>
        <p:spPr/>
        <p:txBody>
          <a:bodyPr/>
          <a:lstStyle/>
          <a:p>
            <a:fld id="{98CC36F4-B1E9-4298-B0A2-7DCEC808D6C9}" type="datetimeFigureOut">
              <a:rPr lang="zh-TW" altLang="en-US" smtClean="0"/>
              <a:t>2022/12/15</a:t>
            </a:fld>
            <a:endParaRPr lang="zh-TW" altLang="en-US"/>
          </a:p>
        </p:txBody>
      </p:sp>
      <p:sp>
        <p:nvSpPr>
          <p:cNvPr id="5" name="Footer Placeholder 4">
            <a:extLst>
              <a:ext uri="{FF2B5EF4-FFF2-40B4-BE49-F238E27FC236}">
                <a16:creationId xmlns:a16="http://schemas.microsoft.com/office/drawing/2014/main" id="{54B1EA71-F197-2992-0349-3F6A295D5378}"/>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9A22E833-E6A3-DE56-4D85-83394CC371D8}"/>
              </a:ext>
            </a:extLst>
          </p:cNvPr>
          <p:cNvSpPr>
            <a:spLocks noGrp="1"/>
          </p:cNvSpPr>
          <p:nvPr>
            <p:ph type="sldNum" sz="quarter" idx="12"/>
          </p:nvPr>
        </p:nvSpPr>
        <p:spPr/>
        <p:txBody>
          <a:bodyPr/>
          <a:lstStyle/>
          <a:p>
            <a:fld id="{B511892F-FD82-446D-B8F6-3FF15D82EF38}" type="slidenum">
              <a:rPr lang="zh-TW" altLang="en-US" smtClean="0"/>
              <a:t>‹#›</a:t>
            </a:fld>
            <a:endParaRPr lang="zh-TW" altLang="en-US"/>
          </a:p>
        </p:txBody>
      </p:sp>
    </p:spTree>
    <p:extLst>
      <p:ext uri="{BB962C8B-B14F-4D97-AF65-F5344CB8AC3E}">
        <p14:creationId xmlns:p14="http://schemas.microsoft.com/office/powerpoint/2010/main" val="1954393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5FE5E3-DE1B-3CEA-8A6E-CFA7445CA50D}"/>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C1034E57-8F3E-D00B-4997-B627FD64F6BF}"/>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8E99D674-78CF-3962-0B6B-12C2DF444EF8}"/>
              </a:ext>
            </a:extLst>
          </p:cNvPr>
          <p:cNvSpPr>
            <a:spLocks noGrp="1"/>
          </p:cNvSpPr>
          <p:nvPr>
            <p:ph type="dt" sz="half" idx="10"/>
          </p:nvPr>
        </p:nvSpPr>
        <p:spPr/>
        <p:txBody>
          <a:bodyPr/>
          <a:lstStyle/>
          <a:p>
            <a:fld id="{98CC36F4-B1E9-4298-B0A2-7DCEC808D6C9}" type="datetimeFigureOut">
              <a:rPr lang="zh-TW" altLang="en-US" smtClean="0"/>
              <a:t>2022/12/15</a:t>
            </a:fld>
            <a:endParaRPr lang="zh-TW" altLang="en-US"/>
          </a:p>
        </p:txBody>
      </p:sp>
      <p:sp>
        <p:nvSpPr>
          <p:cNvPr id="5" name="Footer Placeholder 4">
            <a:extLst>
              <a:ext uri="{FF2B5EF4-FFF2-40B4-BE49-F238E27FC236}">
                <a16:creationId xmlns:a16="http://schemas.microsoft.com/office/drawing/2014/main" id="{B2C85D05-2D00-691F-4171-847F0DB1DD40}"/>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61B67598-8B51-EA58-6262-C632DA04B75D}"/>
              </a:ext>
            </a:extLst>
          </p:cNvPr>
          <p:cNvSpPr>
            <a:spLocks noGrp="1"/>
          </p:cNvSpPr>
          <p:nvPr>
            <p:ph type="sldNum" sz="quarter" idx="12"/>
          </p:nvPr>
        </p:nvSpPr>
        <p:spPr/>
        <p:txBody>
          <a:bodyPr/>
          <a:lstStyle/>
          <a:p>
            <a:fld id="{B511892F-FD82-446D-B8F6-3FF15D82EF38}" type="slidenum">
              <a:rPr lang="zh-TW" altLang="en-US" smtClean="0"/>
              <a:t>‹#›</a:t>
            </a:fld>
            <a:endParaRPr lang="zh-TW" altLang="en-US"/>
          </a:p>
        </p:txBody>
      </p:sp>
    </p:spTree>
    <p:extLst>
      <p:ext uri="{BB962C8B-B14F-4D97-AF65-F5344CB8AC3E}">
        <p14:creationId xmlns:p14="http://schemas.microsoft.com/office/powerpoint/2010/main" val="839053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03B6C6-C46D-1C05-7238-E624AD22DB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B568E6F6-42FC-F9FB-320C-127B9F0060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F1EF01AA-0881-173E-9738-E39694C068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CC36F4-B1E9-4298-B0A2-7DCEC808D6C9}" type="datetimeFigureOut">
              <a:rPr lang="zh-TW" altLang="en-US" smtClean="0"/>
              <a:t>2022/12/15</a:t>
            </a:fld>
            <a:endParaRPr lang="zh-TW" altLang="en-US"/>
          </a:p>
        </p:txBody>
      </p:sp>
      <p:sp>
        <p:nvSpPr>
          <p:cNvPr id="5" name="Footer Placeholder 4">
            <a:extLst>
              <a:ext uri="{FF2B5EF4-FFF2-40B4-BE49-F238E27FC236}">
                <a16:creationId xmlns:a16="http://schemas.microsoft.com/office/drawing/2014/main" id="{5F758972-05B3-33FB-9C71-37B627FD1F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3530458-84D7-F992-6464-8C25A70A26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11892F-FD82-446D-B8F6-3FF15D82EF38}" type="slidenum">
              <a:rPr lang="zh-TW" altLang="en-US" smtClean="0"/>
              <a:t>‹#›</a:t>
            </a:fld>
            <a:endParaRPr lang="zh-TW" altLang="en-US"/>
          </a:p>
        </p:txBody>
      </p:sp>
    </p:spTree>
    <p:extLst>
      <p:ext uri="{BB962C8B-B14F-4D97-AF65-F5344CB8AC3E}">
        <p14:creationId xmlns:p14="http://schemas.microsoft.com/office/powerpoint/2010/main" val="1399922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744075" cy="2387600"/>
          </a:xfrm>
        </p:spPr>
        <p:txBody>
          <a:bodyPr>
            <a:noAutofit/>
          </a:bodyPr>
          <a:lstStyle/>
          <a:p>
            <a:r>
              <a:rPr lang="en-US" altLang="zh-TW" sz="4400" dirty="0">
                <a:latin typeface="Times New Roman" panose="02020603050405020304" pitchFamily="18" charset="0"/>
                <a:cs typeface="Times New Roman" panose="02020603050405020304" pitchFamily="18" charset="0"/>
              </a:rPr>
              <a:t>Quick-MLCS: A New Algorithm for the Multiple Longest Common Subsequence Problem</a:t>
            </a:r>
            <a:endParaRPr lang="zh-TW" altLang="en-US"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1396767" y="3845319"/>
            <a:ext cx="9398466" cy="1655762"/>
          </a:xfrm>
        </p:spPr>
        <p:txBody>
          <a:bodyPr/>
          <a:lstStyle/>
          <a:p>
            <a:r>
              <a:rPr lang="en-US" altLang="zh-TW" dirty="0">
                <a:latin typeface="Times New Roman" panose="02020603050405020304" pitchFamily="18" charset="0"/>
                <a:cs typeface="Times New Roman" panose="02020603050405020304" pitchFamily="18" charset="0"/>
              </a:rPr>
              <a:t>Majid </a:t>
            </a:r>
            <a:r>
              <a:rPr lang="en-US" altLang="zh-TW" dirty="0" err="1">
                <a:latin typeface="Times New Roman" panose="02020603050405020304" pitchFamily="18" charset="0"/>
                <a:cs typeface="Times New Roman" panose="02020603050405020304" pitchFamily="18" charset="0"/>
              </a:rPr>
              <a:t>Sazvar</a:t>
            </a:r>
            <a:r>
              <a:rPr lang="pt-BR" altLang="zh-TW"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Mahmoud </a:t>
            </a:r>
            <a:r>
              <a:rPr lang="en-US" altLang="zh-TW" dirty="0" err="1">
                <a:latin typeface="Times New Roman" panose="02020603050405020304" pitchFamily="18" charset="0"/>
                <a:cs typeface="Times New Roman" panose="02020603050405020304" pitchFamily="18" charset="0"/>
              </a:rPr>
              <a:t>Naghibzadeh</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Nayyereh</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Saadati</a:t>
            </a:r>
            <a:endParaRPr lang="en-US" altLang="zh-TW" dirty="0">
              <a:latin typeface="Times New Roman" panose="02020603050405020304" pitchFamily="18" charset="0"/>
              <a:cs typeface="Times New Roman" panose="02020603050405020304" pitchFamily="18" charset="0"/>
            </a:endParaRPr>
          </a:p>
          <a:p>
            <a:r>
              <a:rPr lang="en-US" altLang="zh-TW" dirty="0"/>
              <a:t> </a:t>
            </a:r>
            <a:r>
              <a:rPr lang="en-US" altLang="zh-TW" dirty="0">
                <a:latin typeface="Times New Roman" panose="02020603050405020304" pitchFamily="18" charset="0"/>
                <a:cs typeface="Times New Roman" panose="02020603050405020304" pitchFamily="18" charset="0"/>
              </a:rPr>
              <a:t>2012 Proceedings of the Fifth International C* Conference on Computer Science and Software Engineering, Quebec, Canada</a:t>
            </a:r>
            <a:endParaRPr lang="zh-TW" altLang="en-US"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Wen-Wen Liao</a:t>
            </a:r>
          </a:p>
          <a:p>
            <a:r>
              <a:rPr kumimoji="1" lang="en" altLang="zh-TW" dirty="0">
                <a:latin typeface="Times New Roman" panose="02020603050405020304" pitchFamily="18" charset="0"/>
                <a:cs typeface="Times New Roman" panose="02020603050405020304" pitchFamily="18" charset="0"/>
              </a:rPr>
              <a:t>Date: Dec. </a:t>
            </a:r>
            <a:r>
              <a:rPr kumimoji="1" lang="en-US" altLang="zh-TW">
                <a:latin typeface="Times New Roman" panose="02020603050405020304" pitchFamily="18" charset="0"/>
                <a:cs typeface="Times New Roman" panose="02020603050405020304" pitchFamily="18" charset="0"/>
              </a:rPr>
              <a:t>15</a:t>
            </a:r>
            <a:r>
              <a:rPr kumimoji="1" lang="en" altLang="zh-TW">
                <a:latin typeface="Times New Roman" panose="02020603050405020304" pitchFamily="18" charset="0"/>
                <a:cs typeface="Times New Roman" panose="02020603050405020304" pitchFamily="18" charset="0"/>
              </a:rPr>
              <a:t>, </a:t>
            </a:r>
            <a:r>
              <a:rPr kumimoji="1" lang="en" altLang="zh-TW" dirty="0">
                <a:latin typeface="Times New Roman" panose="02020603050405020304" pitchFamily="18" charset="0"/>
                <a:cs typeface="Times New Roman" panose="02020603050405020304" pitchFamily="18" charset="0"/>
              </a:rPr>
              <a:t>2022</a:t>
            </a: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t>1</a:t>
            </a:fld>
            <a:endParaRPr lang="zh-TW" altLang="en-US" dirty="0"/>
          </a:p>
        </p:txBody>
      </p:sp>
    </p:spTree>
    <p:extLst>
      <p:ext uri="{BB962C8B-B14F-4D97-AF65-F5344CB8AC3E}">
        <p14:creationId xmlns:p14="http://schemas.microsoft.com/office/powerpoint/2010/main" val="20678574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lstStyle/>
          <a:p>
            <a:r>
              <a:rPr kumimoji="1" lang="en-US" altLang="zh-TW" b="1" dirty="0">
                <a:latin typeface="Times New Roman" panose="02020603050405020304" pitchFamily="18" charset="0"/>
                <a:cs typeface="Times New Roman" panose="02020603050405020304" pitchFamily="18" charset="0"/>
              </a:rPr>
              <a:t>Abstract</a:t>
            </a:r>
            <a:endParaRPr kumimoji="1" lang="zh-TW" alt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a:normAutofit lnSpcReduction="10000"/>
          </a:bodyPr>
          <a:lstStyle/>
          <a:p>
            <a:pPr marL="0" indent="0">
              <a:lnSpc>
                <a:spcPct val="110000"/>
              </a:lnSpc>
              <a:buNone/>
            </a:pPr>
            <a:r>
              <a:rPr kumimoji="1" lang="en-US" altLang="zh-TW" sz="2400" dirty="0">
                <a:latin typeface="Times New Roman" panose="02020603050405020304" pitchFamily="18" charset="0"/>
                <a:cs typeface="Times New Roman" panose="02020603050405020304" pitchFamily="18" charset="0"/>
              </a:rPr>
              <a:t>Finding the longest common subsequence (LCS) of multiple strings is a well-known problem that has many applications in various fields, such as computational biology and computational genomics. This problem has been studied by a number of researchers and over the years, its complexity has been improved from various aspects. This paper presents a new algorithm for the general case of multiple LCS (MLCS) which is based on one of the fastest existing algorithms. The proposed algorithm is founded on the dominant point approach and uses a linear sorting technique to minimize the dominant points set. The main idea is that, after linearly sorting dominant points, a one-pass linear algorithm can minimize the dominant points set. The results of theoretical and experimental evaluations indicate that the efficiency of the newly proposed algorithm in different scenarios is better than the fastest existing algorithm.</a:t>
            </a:r>
            <a:endParaRPr kumimoji="1" lang="zh-TW" alt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lstStyle/>
          <a:p>
            <a:r>
              <a:rPr kumimoji="1" lang="en-US" altLang="zh-TW" b="1" dirty="0">
                <a:latin typeface="Times New Roman" panose="02020603050405020304" pitchFamily="18" charset="0"/>
                <a:cs typeface="Times New Roman" panose="02020603050405020304" pitchFamily="18" charset="0"/>
              </a:rPr>
              <a:t>Dominant Point Approach</a:t>
            </a:r>
            <a:endParaRPr kumimoji="1" lang="zh-TW" altLang="en-US"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3</a:t>
            </a:fld>
            <a:endParaRPr lang="zh-TW" alt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DDD47DC-2945-12EB-79EC-07A2CF50415B}"/>
                  </a:ext>
                </a:extLst>
              </p:cNvPr>
              <p:cNvSpPr>
                <a:spLocks noGrp="1"/>
              </p:cNvSpPr>
              <p:nvPr>
                <p:ph idx="1"/>
              </p:nvPr>
            </p:nvSpPr>
            <p:spPr/>
            <p:txBody>
              <a:bodyPr/>
              <a:lstStyle/>
              <a:p>
                <a14:m>
                  <m:oMath xmlns:m="http://schemas.openxmlformats.org/officeDocument/2006/math">
                    <m:sSup>
                      <m:sSupPr>
                        <m:ctrlPr>
                          <a:rPr kumimoji="1" lang="en-US" altLang="zh-TW" i="1">
                            <a:latin typeface="Cambria Math" panose="02040503050406030204" pitchFamily="18" charset="0"/>
                            <a:cs typeface="Times New Roman" panose="02020603050405020304" pitchFamily="18" charset="0"/>
                          </a:rPr>
                        </m:ctrlPr>
                      </m:sSupPr>
                      <m:e>
                        <m:r>
                          <a:rPr kumimoji="1" lang="en-US" altLang="zh-TW">
                            <a:latin typeface="Cambria Math" panose="02040503050406030204" pitchFamily="18" charset="0"/>
                            <a:cs typeface="Times New Roman" panose="02020603050405020304" pitchFamily="18" charset="0"/>
                          </a:rPr>
                          <m:t>𝐷</m:t>
                        </m:r>
                      </m:e>
                      <m:sup>
                        <m:r>
                          <a:rPr kumimoji="1" lang="en-US" altLang="zh-TW">
                            <a:latin typeface="Cambria Math" panose="02040503050406030204" pitchFamily="18" charset="0"/>
                            <a:cs typeface="Times New Roman" panose="02020603050405020304" pitchFamily="18" charset="0"/>
                          </a:rPr>
                          <m:t>𝑘</m:t>
                        </m:r>
                      </m:sup>
                    </m:sSup>
                    <m:r>
                      <a:rPr kumimoji="1" lang="en-US" altLang="zh-TW">
                        <a:latin typeface="Cambria Math" panose="02040503050406030204" pitchFamily="18" charset="0"/>
                        <a:cs typeface="Times New Roman" panose="02020603050405020304" pitchFamily="18" charset="0"/>
                      </a:rPr>
                      <m:t>:</m:t>
                    </m:r>
                  </m:oMath>
                </a14:m>
                <a:r>
                  <a:rPr kumimoji="1" lang="en-US" altLang="zh-TW" dirty="0">
                    <a:latin typeface="Times New Roman" panose="02020603050405020304" pitchFamily="18" charset="0"/>
                    <a:cs typeface="Times New Roman" panose="02020603050405020304" pitchFamily="18" charset="0"/>
                  </a:rPr>
                  <a:t>the set of k-dominants</a:t>
                </a:r>
              </a:p>
              <a:p>
                <a:endParaRPr kumimoji="1" lang="zh-TW" altLang="en-US" dirty="0">
                  <a:latin typeface="Times New Roman" panose="02020603050405020304" pitchFamily="18"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BDDD47DC-2945-12EB-79EC-07A2CF50415B}"/>
                  </a:ext>
                </a:extLst>
              </p:cNvPr>
              <p:cNvSpPr>
                <a:spLocks noGrp="1" noRot="1" noChangeAspect="1" noMove="1" noResize="1" noEditPoints="1" noAdjustHandles="1" noChangeArrowheads="1" noChangeShapeType="1" noTextEdit="1"/>
              </p:cNvSpPr>
              <p:nvPr>
                <p:ph idx="1"/>
              </p:nvPr>
            </p:nvSpPr>
            <p:spPr>
              <a:blipFill>
                <a:blip r:embed="rId3"/>
                <a:stretch>
                  <a:fillRect t="-1961"/>
                </a:stretch>
              </a:blipFill>
            </p:spPr>
            <p:txBody>
              <a:bodyPr/>
              <a:lstStyle/>
              <a:p>
                <a:r>
                  <a:rPr lang="zh-TW" altLang="en-US">
                    <a:noFill/>
                  </a:rPr>
                  <a:t> </a:t>
                </a:r>
              </a:p>
            </p:txBody>
          </p:sp>
        </mc:Fallback>
      </mc:AlternateContent>
      <p:pic>
        <p:nvPicPr>
          <p:cNvPr id="5" name="Picture 4">
            <a:extLst>
              <a:ext uri="{FF2B5EF4-FFF2-40B4-BE49-F238E27FC236}">
                <a16:creationId xmlns:a16="http://schemas.microsoft.com/office/drawing/2014/main" id="{A357FBB0-5FBF-3D7C-77CC-27F6B6397F71}"/>
              </a:ext>
            </a:extLst>
          </p:cNvPr>
          <p:cNvPicPr>
            <a:picLocks noChangeAspect="1"/>
          </p:cNvPicPr>
          <p:nvPr/>
        </p:nvPicPr>
        <p:blipFill>
          <a:blip r:embed="rId4"/>
          <a:stretch>
            <a:fillRect/>
          </a:stretch>
        </p:blipFill>
        <p:spPr>
          <a:xfrm>
            <a:off x="5731548" y="1329647"/>
            <a:ext cx="4687580" cy="4937010"/>
          </a:xfrm>
          <a:prstGeom prst="rect">
            <a:avLst/>
          </a:prstGeom>
        </p:spPr>
      </p:pic>
      <p:sp>
        <p:nvSpPr>
          <p:cNvPr id="7" name="Oval 6">
            <a:extLst>
              <a:ext uri="{FF2B5EF4-FFF2-40B4-BE49-F238E27FC236}">
                <a16:creationId xmlns:a16="http://schemas.microsoft.com/office/drawing/2014/main" id="{4852707E-0856-0439-76E1-A6F675B98755}"/>
              </a:ext>
            </a:extLst>
          </p:cNvPr>
          <p:cNvSpPr/>
          <p:nvPr/>
        </p:nvSpPr>
        <p:spPr>
          <a:xfrm>
            <a:off x="6216242" y="2091761"/>
            <a:ext cx="427838" cy="4278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3473D1-4102-648D-547E-2804062F57E8}"/>
                  </a:ext>
                </a:extLst>
              </p:cNvPr>
              <p:cNvSpPr txBox="1"/>
              <p:nvPr/>
            </p:nvSpPr>
            <p:spPr>
              <a:xfrm>
                <a:off x="6216242" y="6133538"/>
                <a:ext cx="5119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zh-TW" i="1" smtClean="0">
                              <a:solidFill>
                                <a:srgbClr val="FF0000"/>
                              </a:solidFill>
                              <a:latin typeface="Cambria Math" panose="02040503050406030204" pitchFamily="18" charset="0"/>
                              <a:cs typeface="Times New Roman" panose="02020603050405020304" pitchFamily="18" charset="0"/>
                            </a:rPr>
                          </m:ctrlPr>
                        </m:sSupPr>
                        <m:e>
                          <m:r>
                            <a:rPr kumimoji="1" lang="en-US" altLang="zh-TW">
                              <a:solidFill>
                                <a:srgbClr val="FF0000"/>
                              </a:solidFill>
                              <a:latin typeface="Cambria Math" panose="02040503050406030204" pitchFamily="18" charset="0"/>
                              <a:cs typeface="Times New Roman" panose="02020603050405020304" pitchFamily="18" charset="0"/>
                            </a:rPr>
                            <m:t>𝐷</m:t>
                          </m:r>
                        </m:e>
                        <m:sup>
                          <m:r>
                            <a:rPr kumimoji="1" lang="en-US" altLang="zh-TW" i="1">
                              <a:solidFill>
                                <a:srgbClr val="FF0000"/>
                              </a:solidFill>
                              <a:latin typeface="Cambria Math" panose="02040503050406030204" pitchFamily="18" charset="0"/>
                              <a:cs typeface="Times New Roman" panose="02020603050405020304" pitchFamily="18" charset="0"/>
                            </a:rPr>
                            <m:t>0</m:t>
                          </m:r>
                        </m:sup>
                      </m:sSup>
                    </m:oMath>
                  </m:oMathPara>
                </a14:m>
                <a:endParaRPr lang="zh-TW" altLang="en-US" dirty="0"/>
              </a:p>
            </p:txBody>
          </p:sp>
        </mc:Choice>
        <mc:Fallback xmlns="">
          <p:sp>
            <p:nvSpPr>
              <p:cNvPr id="8" name="TextBox 7">
                <a:extLst>
                  <a:ext uri="{FF2B5EF4-FFF2-40B4-BE49-F238E27FC236}">
                    <a16:creationId xmlns:a16="http://schemas.microsoft.com/office/drawing/2014/main" id="{E53473D1-4102-648D-547E-2804062F57E8}"/>
                  </a:ext>
                </a:extLst>
              </p:cNvPr>
              <p:cNvSpPr txBox="1">
                <a:spLocks noRot="1" noChangeAspect="1" noMove="1" noResize="1" noEditPoints="1" noAdjustHandles="1" noChangeArrowheads="1" noChangeShapeType="1" noTextEdit="1"/>
              </p:cNvSpPr>
              <p:nvPr/>
            </p:nvSpPr>
            <p:spPr>
              <a:xfrm>
                <a:off x="6216242" y="6133538"/>
                <a:ext cx="511935" cy="369332"/>
              </a:xfrm>
              <a:prstGeom prst="rect">
                <a:avLst/>
              </a:prstGeom>
              <a:blipFill>
                <a:blip r:embed="rId5"/>
                <a:stretch>
                  <a:fillRect/>
                </a:stretch>
              </a:blipFill>
            </p:spPr>
            <p:txBody>
              <a:bodyPr/>
              <a:lstStyle/>
              <a:p>
                <a:r>
                  <a:rPr lang="zh-TW" altLang="en-US">
                    <a:noFill/>
                  </a:rPr>
                  <a:t> </a:t>
                </a:r>
              </a:p>
            </p:txBody>
          </p:sp>
        </mc:Fallback>
      </mc:AlternateContent>
      <p:sp>
        <p:nvSpPr>
          <p:cNvPr id="9" name="Oval 8">
            <a:extLst>
              <a:ext uri="{FF2B5EF4-FFF2-40B4-BE49-F238E27FC236}">
                <a16:creationId xmlns:a16="http://schemas.microsoft.com/office/drawing/2014/main" id="{FCBF615C-A756-C98E-F2B7-0A140B5AB3A4}"/>
              </a:ext>
            </a:extLst>
          </p:cNvPr>
          <p:cNvSpPr/>
          <p:nvPr/>
        </p:nvSpPr>
        <p:spPr>
          <a:xfrm>
            <a:off x="7222921" y="2578322"/>
            <a:ext cx="427838" cy="42783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Oval 9">
            <a:extLst>
              <a:ext uri="{FF2B5EF4-FFF2-40B4-BE49-F238E27FC236}">
                <a16:creationId xmlns:a16="http://schemas.microsoft.com/office/drawing/2014/main" id="{B2D848DF-A12C-06DD-FFFD-E8E2A18CD82C}"/>
              </a:ext>
            </a:extLst>
          </p:cNvPr>
          <p:cNvSpPr/>
          <p:nvPr/>
        </p:nvSpPr>
        <p:spPr>
          <a:xfrm>
            <a:off x="6712590" y="4072960"/>
            <a:ext cx="427838" cy="42783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C552860-4160-107D-74EB-6287DD122C9B}"/>
                  </a:ext>
                </a:extLst>
              </p:cNvPr>
              <p:cNvSpPr txBox="1"/>
              <p:nvPr/>
            </p:nvSpPr>
            <p:spPr>
              <a:xfrm>
                <a:off x="6672495" y="6133538"/>
                <a:ext cx="50699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zh-TW" i="1" smtClean="0">
                              <a:solidFill>
                                <a:srgbClr val="00B050"/>
                              </a:solidFill>
                              <a:latin typeface="Cambria Math" panose="02040503050406030204" pitchFamily="18" charset="0"/>
                              <a:cs typeface="Times New Roman" panose="02020603050405020304" pitchFamily="18" charset="0"/>
                            </a:rPr>
                          </m:ctrlPr>
                        </m:sSupPr>
                        <m:e>
                          <m:r>
                            <a:rPr kumimoji="1" lang="en-US" altLang="zh-TW">
                              <a:solidFill>
                                <a:srgbClr val="00B050"/>
                              </a:solidFill>
                              <a:latin typeface="Cambria Math" panose="02040503050406030204" pitchFamily="18" charset="0"/>
                              <a:cs typeface="Times New Roman" panose="02020603050405020304" pitchFamily="18" charset="0"/>
                            </a:rPr>
                            <m:t>𝐷</m:t>
                          </m:r>
                        </m:e>
                        <m:sup>
                          <m:r>
                            <a:rPr kumimoji="1" lang="en-US" altLang="zh-TW" b="0" i="1" smtClean="0">
                              <a:solidFill>
                                <a:srgbClr val="00B050"/>
                              </a:solidFill>
                              <a:latin typeface="Cambria Math" panose="02040503050406030204" pitchFamily="18" charset="0"/>
                              <a:cs typeface="Times New Roman" panose="02020603050405020304" pitchFamily="18" charset="0"/>
                            </a:rPr>
                            <m:t>1</m:t>
                          </m:r>
                        </m:sup>
                      </m:sSup>
                    </m:oMath>
                  </m:oMathPara>
                </a14:m>
                <a:endParaRPr lang="zh-TW" altLang="en-US" dirty="0"/>
              </a:p>
            </p:txBody>
          </p:sp>
        </mc:Choice>
        <mc:Fallback xmlns="">
          <p:sp>
            <p:nvSpPr>
              <p:cNvPr id="11" name="TextBox 10">
                <a:extLst>
                  <a:ext uri="{FF2B5EF4-FFF2-40B4-BE49-F238E27FC236}">
                    <a16:creationId xmlns:a16="http://schemas.microsoft.com/office/drawing/2014/main" id="{5C552860-4160-107D-74EB-6287DD122C9B}"/>
                  </a:ext>
                </a:extLst>
              </p:cNvPr>
              <p:cNvSpPr txBox="1">
                <a:spLocks noRot="1" noChangeAspect="1" noMove="1" noResize="1" noEditPoints="1" noAdjustHandles="1" noChangeArrowheads="1" noChangeShapeType="1" noTextEdit="1"/>
              </p:cNvSpPr>
              <p:nvPr/>
            </p:nvSpPr>
            <p:spPr>
              <a:xfrm>
                <a:off x="6672495" y="6133538"/>
                <a:ext cx="506998" cy="369332"/>
              </a:xfrm>
              <a:prstGeom prst="rect">
                <a:avLst/>
              </a:prstGeom>
              <a:blipFill>
                <a:blip r:embed="rId6"/>
                <a:stretch>
                  <a:fillRect/>
                </a:stretch>
              </a:blipFill>
            </p:spPr>
            <p:txBody>
              <a:bodyPr/>
              <a:lstStyle/>
              <a:p>
                <a:r>
                  <a:rPr lang="zh-TW" altLang="en-US">
                    <a:noFill/>
                  </a:rPr>
                  <a:t> </a:t>
                </a:r>
              </a:p>
            </p:txBody>
          </p:sp>
        </mc:Fallback>
      </mc:AlternateContent>
      <p:sp>
        <p:nvSpPr>
          <p:cNvPr id="12" name="Oval 11">
            <a:extLst>
              <a:ext uri="{FF2B5EF4-FFF2-40B4-BE49-F238E27FC236}">
                <a16:creationId xmlns:a16="http://schemas.microsoft.com/office/drawing/2014/main" id="{ED3E4BCE-8AAE-D41E-BDE7-F019315490C4}"/>
              </a:ext>
            </a:extLst>
          </p:cNvPr>
          <p:cNvSpPr/>
          <p:nvPr/>
        </p:nvSpPr>
        <p:spPr>
          <a:xfrm>
            <a:off x="8709170" y="3034941"/>
            <a:ext cx="427838" cy="427838"/>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70C0"/>
              </a:solidFill>
            </a:endParaRPr>
          </a:p>
        </p:txBody>
      </p:sp>
      <p:sp>
        <p:nvSpPr>
          <p:cNvPr id="13" name="Oval 12">
            <a:extLst>
              <a:ext uri="{FF2B5EF4-FFF2-40B4-BE49-F238E27FC236}">
                <a16:creationId xmlns:a16="http://schemas.microsoft.com/office/drawing/2014/main" id="{22326FE9-0AE1-90B6-96AA-95474968B346}"/>
              </a:ext>
            </a:extLst>
          </p:cNvPr>
          <p:cNvSpPr/>
          <p:nvPr/>
        </p:nvSpPr>
        <p:spPr>
          <a:xfrm>
            <a:off x="7693632" y="4072960"/>
            <a:ext cx="427838" cy="427838"/>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70C0"/>
              </a:solidFill>
            </a:endParaRPr>
          </a:p>
        </p:txBody>
      </p:sp>
      <p:sp>
        <p:nvSpPr>
          <p:cNvPr id="14" name="Oval 13">
            <a:extLst>
              <a:ext uri="{FF2B5EF4-FFF2-40B4-BE49-F238E27FC236}">
                <a16:creationId xmlns:a16="http://schemas.microsoft.com/office/drawing/2014/main" id="{9F7B0C81-1918-F3A1-3674-D125F4A0305B}"/>
              </a:ext>
            </a:extLst>
          </p:cNvPr>
          <p:cNvSpPr/>
          <p:nvPr/>
        </p:nvSpPr>
        <p:spPr>
          <a:xfrm>
            <a:off x="7222921" y="5100515"/>
            <a:ext cx="427838" cy="427838"/>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70C0"/>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14D8445-584F-43B5-2B0C-722B388689FB}"/>
                  </a:ext>
                </a:extLst>
              </p:cNvPr>
              <p:cNvSpPr txBox="1"/>
              <p:nvPr/>
            </p:nvSpPr>
            <p:spPr>
              <a:xfrm>
                <a:off x="7180872" y="6133538"/>
                <a:ext cx="5119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zh-TW" i="1" smtClean="0">
                              <a:solidFill>
                                <a:srgbClr val="00B0F0"/>
                              </a:solidFill>
                              <a:latin typeface="Cambria Math" panose="02040503050406030204" pitchFamily="18" charset="0"/>
                              <a:cs typeface="Times New Roman" panose="02020603050405020304" pitchFamily="18" charset="0"/>
                            </a:rPr>
                          </m:ctrlPr>
                        </m:sSupPr>
                        <m:e>
                          <m:r>
                            <a:rPr kumimoji="1" lang="en-US" altLang="zh-TW">
                              <a:solidFill>
                                <a:srgbClr val="00B0F0"/>
                              </a:solidFill>
                              <a:latin typeface="Cambria Math" panose="02040503050406030204" pitchFamily="18" charset="0"/>
                              <a:cs typeface="Times New Roman" panose="02020603050405020304" pitchFamily="18" charset="0"/>
                            </a:rPr>
                            <m:t>𝐷</m:t>
                          </m:r>
                        </m:e>
                        <m:sup>
                          <m:r>
                            <a:rPr kumimoji="1" lang="en-US" altLang="zh-TW" b="0" i="1" smtClean="0">
                              <a:solidFill>
                                <a:srgbClr val="00B0F0"/>
                              </a:solidFill>
                              <a:latin typeface="Cambria Math" panose="02040503050406030204" pitchFamily="18" charset="0"/>
                              <a:cs typeface="Times New Roman" panose="02020603050405020304" pitchFamily="18" charset="0"/>
                            </a:rPr>
                            <m:t>2</m:t>
                          </m:r>
                        </m:sup>
                      </m:sSup>
                    </m:oMath>
                  </m:oMathPara>
                </a14:m>
                <a:endParaRPr lang="zh-TW" altLang="en-US" dirty="0"/>
              </a:p>
            </p:txBody>
          </p:sp>
        </mc:Choice>
        <mc:Fallback xmlns="">
          <p:sp>
            <p:nvSpPr>
              <p:cNvPr id="15" name="TextBox 14">
                <a:extLst>
                  <a:ext uri="{FF2B5EF4-FFF2-40B4-BE49-F238E27FC236}">
                    <a16:creationId xmlns:a16="http://schemas.microsoft.com/office/drawing/2014/main" id="{914D8445-584F-43B5-2B0C-722B388689FB}"/>
                  </a:ext>
                </a:extLst>
              </p:cNvPr>
              <p:cNvSpPr txBox="1">
                <a:spLocks noRot="1" noChangeAspect="1" noMove="1" noResize="1" noEditPoints="1" noAdjustHandles="1" noChangeArrowheads="1" noChangeShapeType="1" noTextEdit="1"/>
              </p:cNvSpPr>
              <p:nvPr/>
            </p:nvSpPr>
            <p:spPr>
              <a:xfrm>
                <a:off x="7180872" y="6133538"/>
                <a:ext cx="511935" cy="369332"/>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DE42790-A79F-36C5-DE8C-4D1532E3BD85}"/>
                  </a:ext>
                </a:extLst>
              </p:cNvPr>
              <p:cNvSpPr txBox="1"/>
              <p:nvPr/>
            </p:nvSpPr>
            <p:spPr>
              <a:xfrm>
                <a:off x="7675928" y="6133538"/>
                <a:ext cx="5119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zh-TW" i="1" smtClean="0">
                              <a:solidFill>
                                <a:srgbClr val="FFC000"/>
                              </a:solidFill>
                              <a:latin typeface="Cambria Math" panose="02040503050406030204" pitchFamily="18" charset="0"/>
                              <a:cs typeface="Times New Roman" panose="02020603050405020304" pitchFamily="18" charset="0"/>
                            </a:rPr>
                          </m:ctrlPr>
                        </m:sSupPr>
                        <m:e>
                          <m:r>
                            <a:rPr kumimoji="1" lang="en-US" altLang="zh-TW">
                              <a:solidFill>
                                <a:srgbClr val="FFC000"/>
                              </a:solidFill>
                              <a:latin typeface="Cambria Math" panose="02040503050406030204" pitchFamily="18" charset="0"/>
                              <a:cs typeface="Times New Roman" panose="02020603050405020304" pitchFamily="18" charset="0"/>
                            </a:rPr>
                            <m:t>𝐷</m:t>
                          </m:r>
                        </m:e>
                        <m:sup>
                          <m:r>
                            <a:rPr kumimoji="1" lang="en-US" altLang="zh-TW" b="0" i="1" smtClean="0">
                              <a:solidFill>
                                <a:srgbClr val="FFC000"/>
                              </a:solidFill>
                              <a:latin typeface="Cambria Math" panose="02040503050406030204" pitchFamily="18" charset="0"/>
                              <a:cs typeface="Times New Roman" panose="02020603050405020304" pitchFamily="18" charset="0"/>
                            </a:rPr>
                            <m:t>3</m:t>
                          </m:r>
                        </m:sup>
                      </m:sSup>
                    </m:oMath>
                  </m:oMathPara>
                </a14:m>
                <a:endParaRPr lang="zh-TW" altLang="en-US" dirty="0">
                  <a:solidFill>
                    <a:srgbClr val="FFC000"/>
                  </a:solidFill>
                </a:endParaRPr>
              </a:p>
            </p:txBody>
          </p:sp>
        </mc:Choice>
        <mc:Fallback xmlns="">
          <p:sp>
            <p:nvSpPr>
              <p:cNvPr id="16" name="TextBox 15">
                <a:extLst>
                  <a:ext uri="{FF2B5EF4-FFF2-40B4-BE49-F238E27FC236}">
                    <a16:creationId xmlns:a16="http://schemas.microsoft.com/office/drawing/2014/main" id="{0DE42790-A79F-36C5-DE8C-4D1532E3BD85}"/>
                  </a:ext>
                </a:extLst>
              </p:cNvPr>
              <p:cNvSpPr txBox="1">
                <a:spLocks noRot="1" noChangeAspect="1" noMove="1" noResize="1" noEditPoints="1" noAdjustHandles="1" noChangeArrowheads="1" noChangeShapeType="1" noTextEdit="1"/>
              </p:cNvSpPr>
              <p:nvPr/>
            </p:nvSpPr>
            <p:spPr>
              <a:xfrm>
                <a:off x="7675928" y="6133538"/>
                <a:ext cx="511935" cy="369332"/>
              </a:xfrm>
              <a:prstGeom prst="rect">
                <a:avLst/>
              </a:prstGeom>
              <a:blipFill>
                <a:blip r:embed="rId8"/>
                <a:stretch>
                  <a:fillRect/>
                </a:stretch>
              </a:blipFill>
            </p:spPr>
            <p:txBody>
              <a:bodyPr/>
              <a:lstStyle/>
              <a:p>
                <a:r>
                  <a:rPr lang="zh-TW" altLang="en-US">
                    <a:noFill/>
                  </a:rPr>
                  <a:t> </a:t>
                </a:r>
              </a:p>
            </p:txBody>
          </p:sp>
        </mc:Fallback>
      </mc:AlternateContent>
      <p:sp>
        <p:nvSpPr>
          <p:cNvPr id="17" name="Oval 16">
            <a:extLst>
              <a:ext uri="{FF2B5EF4-FFF2-40B4-BE49-F238E27FC236}">
                <a16:creationId xmlns:a16="http://schemas.microsoft.com/office/drawing/2014/main" id="{6217599A-2FBE-E9F4-F5B2-ABBE23707509}"/>
              </a:ext>
            </a:extLst>
          </p:cNvPr>
          <p:cNvSpPr/>
          <p:nvPr/>
        </p:nvSpPr>
        <p:spPr>
          <a:xfrm>
            <a:off x="7693632" y="5601215"/>
            <a:ext cx="427838" cy="427838"/>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70C0"/>
              </a:solidFill>
            </a:endParaRPr>
          </a:p>
        </p:txBody>
      </p:sp>
      <p:sp>
        <p:nvSpPr>
          <p:cNvPr id="19" name="Oval 18">
            <a:extLst>
              <a:ext uri="{FF2B5EF4-FFF2-40B4-BE49-F238E27FC236}">
                <a16:creationId xmlns:a16="http://schemas.microsoft.com/office/drawing/2014/main" id="{86B97373-E609-80AB-3425-838F29486A82}"/>
              </a:ext>
            </a:extLst>
          </p:cNvPr>
          <p:cNvSpPr/>
          <p:nvPr/>
        </p:nvSpPr>
        <p:spPr>
          <a:xfrm>
            <a:off x="8193910" y="4579156"/>
            <a:ext cx="427838" cy="427838"/>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70C0"/>
              </a:solidFill>
            </a:endParaRPr>
          </a:p>
        </p:txBody>
      </p:sp>
      <p:sp>
        <p:nvSpPr>
          <p:cNvPr id="20" name="Oval 19">
            <a:extLst>
              <a:ext uri="{FF2B5EF4-FFF2-40B4-BE49-F238E27FC236}">
                <a16:creationId xmlns:a16="http://schemas.microsoft.com/office/drawing/2014/main" id="{5667519B-7F60-FDD9-9666-DDDD014E1C94}"/>
              </a:ext>
            </a:extLst>
          </p:cNvPr>
          <p:cNvSpPr/>
          <p:nvPr/>
        </p:nvSpPr>
        <p:spPr>
          <a:xfrm>
            <a:off x="9137008" y="4072960"/>
            <a:ext cx="427838" cy="427838"/>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70C0"/>
              </a:solidFill>
            </a:endParaRPr>
          </a:p>
        </p:txBody>
      </p:sp>
      <p:sp>
        <p:nvSpPr>
          <p:cNvPr id="21" name="Oval 20">
            <a:extLst>
              <a:ext uri="{FF2B5EF4-FFF2-40B4-BE49-F238E27FC236}">
                <a16:creationId xmlns:a16="http://schemas.microsoft.com/office/drawing/2014/main" id="{D3DB0E94-F4CA-7000-53A8-8F3111FB43F8}"/>
              </a:ext>
            </a:extLst>
          </p:cNvPr>
          <p:cNvSpPr/>
          <p:nvPr/>
        </p:nvSpPr>
        <p:spPr>
          <a:xfrm>
            <a:off x="9205049" y="5618202"/>
            <a:ext cx="427838" cy="427838"/>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dirty="0">
              <a:solidFill>
                <a:srgbClr val="0070C0"/>
              </a:solidFill>
            </a:endParaRPr>
          </a:p>
        </p:txBody>
      </p:sp>
      <p:sp>
        <p:nvSpPr>
          <p:cNvPr id="24" name="Oval 23">
            <a:extLst>
              <a:ext uri="{FF2B5EF4-FFF2-40B4-BE49-F238E27FC236}">
                <a16:creationId xmlns:a16="http://schemas.microsoft.com/office/drawing/2014/main" id="{EDDEF9EE-5809-AA9A-8E7F-5A1BFD5F482F}"/>
              </a:ext>
            </a:extLst>
          </p:cNvPr>
          <p:cNvSpPr/>
          <p:nvPr/>
        </p:nvSpPr>
        <p:spPr>
          <a:xfrm>
            <a:off x="9693009" y="4579156"/>
            <a:ext cx="427838" cy="427838"/>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dirty="0">
              <a:solidFill>
                <a:srgbClr val="0070C0"/>
              </a:solidFill>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51CB383-9A2B-9C80-0939-5307E1C761C2}"/>
                  </a:ext>
                </a:extLst>
              </p:cNvPr>
              <p:cNvSpPr txBox="1"/>
              <p:nvPr/>
            </p:nvSpPr>
            <p:spPr>
              <a:xfrm>
                <a:off x="9137008" y="6133538"/>
                <a:ext cx="5119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zh-TW" i="1" smtClean="0">
                              <a:solidFill>
                                <a:srgbClr val="7030A0"/>
                              </a:solidFill>
                              <a:latin typeface="Cambria Math" panose="02040503050406030204" pitchFamily="18" charset="0"/>
                              <a:cs typeface="Times New Roman" panose="02020603050405020304" pitchFamily="18" charset="0"/>
                            </a:rPr>
                          </m:ctrlPr>
                        </m:sSupPr>
                        <m:e>
                          <m:r>
                            <a:rPr kumimoji="1" lang="en-US" altLang="zh-TW">
                              <a:solidFill>
                                <a:srgbClr val="7030A0"/>
                              </a:solidFill>
                              <a:latin typeface="Cambria Math" panose="02040503050406030204" pitchFamily="18" charset="0"/>
                              <a:cs typeface="Times New Roman" panose="02020603050405020304" pitchFamily="18" charset="0"/>
                            </a:rPr>
                            <m:t>𝐷</m:t>
                          </m:r>
                        </m:e>
                        <m:sup>
                          <m:r>
                            <a:rPr kumimoji="1" lang="en-US" altLang="zh-TW" b="0" i="1" smtClean="0">
                              <a:solidFill>
                                <a:srgbClr val="7030A0"/>
                              </a:solidFill>
                              <a:latin typeface="Cambria Math" panose="02040503050406030204" pitchFamily="18" charset="0"/>
                              <a:cs typeface="Times New Roman" panose="02020603050405020304" pitchFamily="18" charset="0"/>
                            </a:rPr>
                            <m:t>4</m:t>
                          </m:r>
                        </m:sup>
                      </m:sSup>
                    </m:oMath>
                  </m:oMathPara>
                </a14:m>
                <a:endParaRPr lang="zh-TW" altLang="en-US" dirty="0">
                  <a:solidFill>
                    <a:srgbClr val="FFC000"/>
                  </a:solidFill>
                </a:endParaRPr>
              </a:p>
            </p:txBody>
          </p:sp>
        </mc:Choice>
        <mc:Fallback xmlns="">
          <p:sp>
            <p:nvSpPr>
              <p:cNvPr id="25" name="TextBox 24">
                <a:extLst>
                  <a:ext uri="{FF2B5EF4-FFF2-40B4-BE49-F238E27FC236}">
                    <a16:creationId xmlns:a16="http://schemas.microsoft.com/office/drawing/2014/main" id="{751CB383-9A2B-9C80-0939-5307E1C761C2}"/>
                  </a:ext>
                </a:extLst>
              </p:cNvPr>
              <p:cNvSpPr txBox="1">
                <a:spLocks noRot="1" noChangeAspect="1" noMove="1" noResize="1" noEditPoints="1" noAdjustHandles="1" noChangeArrowheads="1" noChangeShapeType="1" noTextEdit="1"/>
              </p:cNvSpPr>
              <p:nvPr/>
            </p:nvSpPr>
            <p:spPr>
              <a:xfrm>
                <a:off x="9137008" y="6133538"/>
                <a:ext cx="511935" cy="369332"/>
              </a:xfrm>
              <a:prstGeom prst="rect">
                <a:avLst/>
              </a:prstGeom>
              <a:blipFill>
                <a:blip r:embed="rId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013542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lstStyle/>
          <a:p>
            <a:r>
              <a:rPr kumimoji="1" lang="en-US" altLang="zh-TW" b="1" dirty="0">
                <a:latin typeface="Times New Roman" panose="02020603050405020304" pitchFamily="18" charset="0"/>
                <a:cs typeface="Times New Roman" panose="02020603050405020304" pitchFamily="18" charset="0"/>
              </a:rPr>
              <a:t>QUICK-MLCS </a:t>
            </a:r>
            <a:endParaRPr kumimoji="1" lang="zh-TW" altLang="en-US"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4</a:t>
            </a:fld>
            <a:endParaRPr lang="zh-TW" altLang="en-US"/>
          </a:p>
        </p:txBody>
      </p:sp>
      <p:sp>
        <p:nvSpPr>
          <p:cNvPr id="4" name="Content Placeholder 3">
            <a:extLst>
              <a:ext uri="{FF2B5EF4-FFF2-40B4-BE49-F238E27FC236}">
                <a16:creationId xmlns:a16="http://schemas.microsoft.com/office/drawing/2014/main" id="{BDDD47DC-2945-12EB-79EC-07A2CF50415B}"/>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 Successor table</a:t>
            </a:r>
            <a:endParaRPr kumimoji="1" lang="zh-TW" alt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0925F20-BEDA-5C1B-26A5-82ECE5E8A81B}"/>
              </a:ext>
            </a:extLst>
          </p:cNvPr>
          <p:cNvPicPr>
            <a:picLocks noChangeAspect="1"/>
          </p:cNvPicPr>
          <p:nvPr/>
        </p:nvPicPr>
        <p:blipFill>
          <a:blip r:embed="rId3"/>
          <a:stretch>
            <a:fillRect/>
          </a:stretch>
        </p:blipFill>
        <p:spPr>
          <a:xfrm>
            <a:off x="2316322" y="2510272"/>
            <a:ext cx="7559356" cy="3157103"/>
          </a:xfrm>
          <a:prstGeom prst="rect">
            <a:avLst/>
          </a:prstGeom>
        </p:spPr>
      </p:pic>
    </p:spTree>
    <p:extLst>
      <p:ext uri="{BB962C8B-B14F-4D97-AF65-F5344CB8AC3E}">
        <p14:creationId xmlns:p14="http://schemas.microsoft.com/office/powerpoint/2010/main" val="24087383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lstStyle/>
          <a:p>
            <a:r>
              <a:rPr kumimoji="1" lang="en-US" altLang="zh-TW" b="1" dirty="0">
                <a:latin typeface="Times New Roman" panose="02020603050405020304" pitchFamily="18" charset="0"/>
                <a:cs typeface="Times New Roman" panose="02020603050405020304" pitchFamily="18" charset="0"/>
              </a:rPr>
              <a:t>QUICK-MLCS </a:t>
            </a:r>
            <a:endParaRPr kumimoji="1" lang="zh-TW" altLang="en-US"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5</a:t>
            </a:fld>
            <a:endParaRPr lang="zh-TW" altLang="en-US"/>
          </a:p>
        </p:txBody>
      </p:sp>
      <p:sp>
        <p:nvSpPr>
          <p:cNvPr id="4" name="Content Placeholder 3">
            <a:extLst>
              <a:ext uri="{FF2B5EF4-FFF2-40B4-BE49-F238E27FC236}">
                <a16:creationId xmlns:a16="http://schemas.microsoft.com/office/drawing/2014/main" id="{BDDD47DC-2945-12EB-79EC-07A2CF50415B}"/>
              </a:ext>
            </a:extLst>
          </p:cNvPr>
          <p:cNvSpPr>
            <a:spLocks noGrp="1"/>
          </p:cNvSpPr>
          <p:nvPr>
            <p:ph idx="1"/>
          </p:nvPr>
        </p:nvSpPr>
        <p:spPr/>
        <p:txBody>
          <a:bodyPr/>
          <a:lstStyle/>
          <a:p>
            <a:pPr marL="0" indent="0">
              <a:buNone/>
            </a:pPr>
            <a:endParaRPr kumimoji="1" lang="zh-TW" alt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0925F20-BEDA-5C1B-26A5-82ECE5E8A81B}"/>
              </a:ext>
            </a:extLst>
          </p:cNvPr>
          <p:cNvPicPr>
            <a:picLocks noChangeAspect="1"/>
          </p:cNvPicPr>
          <p:nvPr/>
        </p:nvPicPr>
        <p:blipFill>
          <a:blip r:embed="rId3"/>
          <a:stretch>
            <a:fillRect/>
          </a:stretch>
        </p:blipFill>
        <p:spPr>
          <a:xfrm>
            <a:off x="6096000" y="2576939"/>
            <a:ext cx="5116375" cy="2136812"/>
          </a:xfrm>
          <a:prstGeom prst="rect">
            <a:avLst/>
          </a:prstGeom>
        </p:spPr>
      </p:pic>
      <p:pic>
        <p:nvPicPr>
          <p:cNvPr id="9" name="Picture 8">
            <a:extLst>
              <a:ext uri="{FF2B5EF4-FFF2-40B4-BE49-F238E27FC236}">
                <a16:creationId xmlns:a16="http://schemas.microsoft.com/office/drawing/2014/main" id="{3A941FC4-6910-1163-E80D-C49027808514}"/>
              </a:ext>
            </a:extLst>
          </p:cNvPr>
          <p:cNvPicPr>
            <a:picLocks noChangeAspect="1"/>
          </p:cNvPicPr>
          <p:nvPr/>
        </p:nvPicPr>
        <p:blipFill>
          <a:blip r:embed="rId4"/>
          <a:stretch>
            <a:fillRect/>
          </a:stretch>
        </p:blipFill>
        <p:spPr>
          <a:xfrm>
            <a:off x="914426" y="2193538"/>
            <a:ext cx="4895294" cy="3105812"/>
          </a:xfrm>
          <a:prstGeom prst="rect">
            <a:avLst/>
          </a:prstGeom>
        </p:spPr>
      </p:pic>
      <p:sp>
        <p:nvSpPr>
          <p:cNvPr id="10" name="Rectangle 9">
            <a:extLst>
              <a:ext uri="{FF2B5EF4-FFF2-40B4-BE49-F238E27FC236}">
                <a16:creationId xmlns:a16="http://schemas.microsoft.com/office/drawing/2014/main" id="{396C86C2-54B0-A4BF-ED7E-CBD6D15BA37F}"/>
              </a:ext>
            </a:extLst>
          </p:cNvPr>
          <p:cNvSpPr/>
          <p:nvPr/>
        </p:nvSpPr>
        <p:spPr>
          <a:xfrm>
            <a:off x="905682" y="2661372"/>
            <a:ext cx="4912782" cy="50333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Rectangle 10">
            <a:extLst>
              <a:ext uri="{FF2B5EF4-FFF2-40B4-BE49-F238E27FC236}">
                <a16:creationId xmlns:a16="http://schemas.microsoft.com/office/drawing/2014/main" id="{2B3E7F4C-75E2-060A-468A-8BC3E15F5256}"/>
              </a:ext>
            </a:extLst>
          </p:cNvPr>
          <p:cNvSpPr/>
          <p:nvPr/>
        </p:nvSpPr>
        <p:spPr>
          <a:xfrm>
            <a:off x="6408860" y="2927722"/>
            <a:ext cx="310392" cy="17692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Rectangle 11">
            <a:extLst>
              <a:ext uri="{FF2B5EF4-FFF2-40B4-BE49-F238E27FC236}">
                <a16:creationId xmlns:a16="http://schemas.microsoft.com/office/drawing/2014/main" id="{35FB6D9E-CCC3-43AA-9DBA-26B67375E02C}"/>
              </a:ext>
            </a:extLst>
          </p:cNvPr>
          <p:cNvSpPr/>
          <p:nvPr/>
        </p:nvSpPr>
        <p:spPr>
          <a:xfrm>
            <a:off x="8901789" y="2927722"/>
            <a:ext cx="310392" cy="17692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0872060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lstStyle/>
          <a:p>
            <a:r>
              <a:rPr kumimoji="1" lang="en-US" altLang="zh-TW" b="1" dirty="0">
                <a:latin typeface="Times New Roman" panose="02020603050405020304" pitchFamily="18" charset="0"/>
                <a:cs typeface="Times New Roman" panose="02020603050405020304" pitchFamily="18" charset="0"/>
              </a:rPr>
              <a:t>QUICK-MLCS </a:t>
            </a:r>
            <a:endParaRPr kumimoji="1" lang="zh-TW" altLang="en-US"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6</a:t>
            </a:fld>
            <a:endParaRPr lang="zh-TW" altLang="en-US"/>
          </a:p>
        </p:txBody>
      </p:sp>
      <p:sp>
        <p:nvSpPr>
          <p:cNvPr id="4" name="Content Placeholder 3">
            <a:extLst>
              <a:ext uri="{FF2B5EF4-FFF2-40B4-BE49-F238E27FC236}">
                <a16:creationId xmlns:a16="http://schemas.microsoft.com/office/drawing/2014/main" id="{BDDD47DC-2945-12EB-79EC-07A2CF50415B}"/>
              </a:ext>
            </a:extLst>
          </p:cNvPr>
          <p:cNvSpPr>
            <a:spLocks noGrp="1"/>
          </p:cNvSpPr>
          <p:nvPr>
            <p:ph idx="1"/>
          </p:nvPr>
        </p:nvSpPr>
        <p:spPr/>
        <p:txBody>
          <a:bodyPr/>
          <a:lstStyle/>
          <a:p>
            <a:pPr marL="0" indent="0">
              <a:buNone/>
            </a:pPr>
            <a:endParaRPr kumimoji="1" lang="zh-TW" alt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A941FC4-6910-1163-E80D-C49027808514}"/>
              </a:ext>
            </a:extLst>
          </p:cNvPr>
          <p:cNvPicPr>
            <a:picLocks noChangeAspect="1"/>
          </p:cNvPicPr>
          <p:nvPr/>
        </p:nvPicPr>
        <p:blipFill>
          <a:blip r:embed="rId3"/>
          <a:stretch>
            <a:fillRect/>
          </a:stretch>
        </p:blipFill>
        <p:spPr>
          <a:xfrm>
            <a:off x="974204" y="2216643"/>
            <a:ext cx="4895294" cy="3105812"/>
          </a:xfrm>
          <a:prstGeom prst="rect">
            <a:avLst/>
          </a:prstGeom>
        </p:spPr>
      </p:pic>
      <p:sp>
        <p:nvSpPr>
          <p:cNvPr id="10" name="Rectangle 9">
            <a:extLst>
              <a:ext uri="{FF2B5EF4-FFF2-40B4-BE49-F238E27FC236}">
                <a16:creationId xmlns:a16="http://schemas.microsoft.com/office/drawing/2014/main" id="{396C86C2-54B0-A4BF-ED7E-CBD6D15BA37F}"/>
              </a:ext>
            </a:extLst>
          </p:cNvPr>
          <p:cNvSpPr/>
          <p:nvPr/>
        </p:nvSpPr>
        <p:spPr>
          <a:xfrm>
            <a:off x="965460" y="2684477"/>
            <a:ext cx="4912782" cy="50333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DB7146B-5778-42B8-28D1-6D162061F280}"/>
                  </a:ext>
                </a:extLst>
              </p:cNvPr>
              <p:cNvSpPr txBox="1"/>
              <p:nvPr/>
            </p:nvSpPr>
            <p:spPr>
              <a:xfrm>
                <a:off x="6535024" y="3070371"/>
                <a:ext cx="4261359" cy="1477328"/>
              </a:xfrm>
              <a:prstGeom prst="rect">
                <a:avLst/>
              </a:prstGeom>
              <a:noFill/>
            </p:spPr>
            <p:txBody>
              <a:bodyPr wrap="none" rtlCol="0">
                <a:spAutoFit/>
              </a:bodyPr>
              <a:lstStyle/>
              <a:p>
                <a:r>
                  <a:rPr kumimoji="1" lang="en-US" altLang="zh-TW" i="1" dirty="0">
                    <a:latin typeface="Cambria Math" panose="02040503050406030204" pitchFamily="18" charset="0"/>
                    <a:ea typeface="Cambria Math" panose="02040503050406030204" pitchFamily="18" charset="0"/>
                    <a:cs typeface="Times New Roman" panose="02020603050405020304" pitchFamily="18" charset="0"/>
                  </a:rPr>
                  <a:t>Succ(</a:t>
                </a:r>
                <a14:m>
                  <m:oMath xmlns:m="http://schemas.openxmlformats.org/officeDocument/2006/math">
                    <m:sSup>
                      <m:sSupPr>
                        <m:ctrlPr>
                          <a:rPr kumimoji="1" lang="en-US" altLang="zh-TW" i="1">
                            <a:latin typeface="Cambria Math" panose="02040503050406030204" pitchFamily="18" charset="0"/>
                            <a:ea typeface="Cambria Math" panose="02040503050406030204" pitchFamily="18" charset="0"/>
                            <a:cs typeface="Times New Roman" panose="02020603050405020304" pitchFamily="18" charset="0"/>
                          </a:rPr>
                        </m:ctrlPr>
                      </m:sSup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𝐷</m:t>
                        </m:r>
                      </m:e>
                      <m:sup>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0</m:t>
                        </m:r>
                      </m:sup>
                    </m:sSup>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 </m:t>
                    </m:r>
                    <m:r>
                      <m:rPr>
                        <m:sty m:val="p"/>
                      </m:rPr>
                      <a:rPr kumimoji="1" lang="el-GR" altLang="zh-TW" i="1">
                        <a:latin typeface="Cambria Math" panose="02040503050406030204" pitchFamily="18" charset="0"/>
                        <a:ea typeface="Cambria Math" panose="02040503050406030204" pitchFamily="18" charset="0"/>
                        <a:cs typeface="Times New Roman" panose="02020603050405020304" pitchFamily="18" charset="0"/>
                      </a:rPr>
                      <m:t>Σ</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oMath>
                </a14:m>
                <a:r>
                  <a:rPr kumimoji="1" lang="zh-TW" altLang="en-US" i="1" dirty="0">
                    <a:latin typeface="Cambria Math" panose="02040503050406030204" pitchFamily="18" charset="0"/>
                    <a:ea typeface="Cambria Math" panose="02040503050406030204" pitchFamily="18" charset="0"/>
                    <a:cs typeface="Times New Roman" panose="02020603050405020304" pitchFamily="18" charset="0"/>
                  </a:rPr>
                  <a:t> </a:t>
                </a:r>
                <a:r>
                  <a:rPr kumimoji="1" lang="en-US" altLang="zh-TW" dirty="0">
                    <a:latin typeface="Cambria Math" panose="02040503050406030204" pitchFamily="18" charset="0"/>
                    <a:ea typeface="Cambria Math" panose="02040503050406030204" pitchFamily="18" charset="0"/>
                    <a:cs typeface="Times New Roman" panose="02020603050405020304" pitchFamily="18" charset="0"/>
                  </a:rPr>
                  <a:t>= {[1, 2], [4,  1], [2, 5], [5, 4]} </a:t>
                </a:r>
              </a:p>
              <a:p>
                <a:r>
                  <a:rPr kumimoji="1" lang="en-US" altLang="zh-TW" i="1" dirty="0">
                    <a:latin typeface="Cambria Math" panose="02040503050406030204" pitchFamily="18" charset="0"/>
                    <a:ea typeface="Cambria Math" panose="02040503050406030204" pitchFamily="18" charset="0"/>
                    <a:cs typeface="Times New Roman" panose="02020603050405020304" pitchFamily="18" charset="0"/>
                  </a:rPr>
                  <a:t>           sort</a:t>
                </a:r>
              </a:p>
              <a:p>
                <a:r>
                  <a:rPr kumimoji="1" lang="en-US" altLang="zh-TW" i="1" dirty="0">
                    <a:latin typeface="Cambria Math" panose="02040503050406030204" pitchFamily="18" charset="0"/>
                    <a:ea typeface="Cambria Math" panose="02040503050406030204" pitchFamily="18" charset="0"/>
                    <a:cs typeface="Times New Roman" panose="02020603050405020304" pitchFamily="18" charset="0"/>
                  </a:rPr>
                  <a:t>Succ(</a:t>
                </a:r>
                <a14:m>
                  <m:oMath xmlns:m="http://schemas.openxmlformats.org/officeDocument/2006/math">
                    <m:sSup>
                      <m:sSupPr>
                        <m:ctrlPr>
                          <a:rPr kumimoji="1" lang="en-US" altLang="zh-TW" i="1">
                            <a:latin typeface="Cambria Math" panose="02040503050406030204" pitchFamily="18" charset="0"/>
                            <a:ea typeface="Cambria Math" panose="02040503050406030204" pitchFamily="18" charset="0"/>
                            <a:cs typeface="Times New Roman" panose="02020603050405020304" pitchFamily="18" charset="0"/>
                          </a:rPr>
                        </m:ctrlPr>
                      </m:sSup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𝐷</m:t>
                        </m:r>
                      </m:e>
                      <m:sup>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0</m:t>
                        </m:r>
                      </m:sup>
                    </m:sSup>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 </m:t>
                    </m:r>
                    <m:r>
                      <m:rPr>
                        <m:sty m:val="p"/>
                      </m:rPr>
                      <a:rPr kumimoji="1" lang="el-GR" altLang="zh-TW" i="1">
                        <a:latin typeface="Cambria Math" panose="02040503050406030204" pitchFamily="18" charset="0"/>
                        <a:ea typeface="Cambria Math" panose="02040503050406030204" pitchFamily="18" charset="0"/>
                        <a:cs typeface="Times New Roman" panose="02020603050405020304" pitchFamily="18" charset="0"/>
                      </a:rPr>
                      <m:t>Σ</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oMath>
                </a14:m>
                <a:r>
                  <a:rPr kumimoji="1" lang="zh-TW" altLang="en-US" i="1" dirty="0">
                    <a:latin typeface="Cambria Math" panose="02040503050406030204" pitchFamily="18" charset="0"/>
                    <a:ea typeface="Cambria Math" panose="02040503050406030204" pitchFamily="18" charset="0"/>
                    <a:cs typeface="Times New Roman" panose="02020603050405020304" pitchFamily="18" charset="0"/>
                  </a:rPr>
                  <a:t> </a:t>
                </a:r>
                <a:r>
                  <a:rPr kumimoji="1" lang="en-US" altLang="zh-TW" dirty="0">
                    <a:latin typeface="Cambria Math" panose="02040503050406030204" pitchFamily="18" charset="0"/>
                    <a:ea typeface="Cambria Math" panose="02040503050406030204" pitchFamily="18" charset="0"/>
                    <a:cs typeface="Times New Roman" panose="02020603050405020304" pitchFamily="18" charset="0"/>
                  </a:rPr>
                  <a:t>= {[1, 2], [2, 5], [4,  1], [5, 4]} </a:t>
                </a:r>
              </a:p>
              <a:p>
                <a:endParaRPr kumimoji="1" lang="en-US" altLang="zh-TW" i="1" dirty="0">
                  <a:latin typeface="Cambria Math" panose="02040503050406030204" pitchFamily="18" charset="0"/>
                  <a:ea typeface="Cambria Math" panose="02040503050406030204" pitchFamily="18" charset="0"/>
                  <a:cs typeface="Times New Roman" panose="02020603050405020304" pitchFamily="18" charset="0"/>
                </a:endParaRPr>
              </a:p>
              <a:p>
                <a:r>
                  <a:rPr kumimoji="1" lang="en-US" altLang="zh-TW" dirty="0">
                    <a:latin typeface="Cambria Math" panose="02040503050406030204" pitchFamily="18" charset="0"/>
                    <a:ea typeface="Cambria Math" panose="02040503050406030204" pitchFamily="18" charset="0"/>
                    <a:cs typeface="Times New Roman" panose="02020603050405020304" pitchFamily="18" charset="0"/>
                  </a:rPr>
                  <a:t>=&gt; minima </a:t>
                </a:r>
                <a:r>
                  <a:rPr kumimoji="1" lang="en-US" altLang="zh-TW" i="1" dirty="0">
                    <a:latin typeface="Cambria Math" panose="02040503050406030204" pitchFamily="18" charset="0"/>
                    <a:ea typeface="Cambria Math" panose="02040503050406030204" pitchFamily="18" charset="0"/>
                    <a:cs typeface="Times New Roman" panose="02020603050405020304" pitchFamily="18" charset="0"/>
                  </a:rPr>
                  <a:t>Succ(</a:t>
                </a:r>
                <a14:m>
                  <m:oMath xmlns:m="http://schemas.openxmlformats.org/officeDocument/2006/math">
                    <m:sSup>
                      <m:sSupPr>
                        <m:ctrlPr>
                          <a:rPr kumimoji="1" lang="en-US" altLang="zh-TW" i="1">
                            <a:latin typeface="Cambria Math" panose="02040503050406030204" pitchFamily="18" charset="0"/>
                            <a:ea typeface="Cambria Math" panose="02040503050406030204" pitchFamily="18" charset="0"/>
                            <a:cs typeface="Times New Roman" panose="02020603050405020304" pitchFamily="18" charset="0"/>
                          </a:rPr>
                        </m:ctrlPr>
                      </m:sSup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𝐷</m:t>
                        </m:r>
                      </m:e>
                      <m:sup>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0</m:t>
                        </m:r>
                      </m:sup>
                    </m:sSup>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 </m:t>
                    </m:r>
                    <m:r>
                      <m:rPr>
                        <m:sty m:val="p"/>
                      </m:rPr>
                      <a:rPr kumimoji="1" lang="el-GR" altLang="zh-TW" i="1">
                        <a:latin typeface="Cambria Math" panose="02040503050406030204" pitchFamily="18" charset="0"/>
                        <a:ea typeface="Cambria Math" panose="02040503050406030204" pitchFamily="18" charset="0"/>
                        <a:cs typeface="Times New Roman" panose="02020603050405020304" pitchFamily="18" charset="0"/>
                      </a:rPr>
                      <m:t>Σ</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oMath>
                </a14:m>
                <a:r>
                  <a:rPr kumimoji="1" lang="zh-TW" altLang="en-US" i="1" dirty="0">
                    <a:latin typeface="Cambria Math" panose="02040503050406030204" pitchFamily="18" charset="0"/>
                    <a:ea typeface="Cambria Math" panose="02040503050406030204" pitchFamily="18" charset="0"/>
                    <a:cs typeface="Times New Roman" panose="02020603050405020304" pitchFamily="18" charset="0"/>
                  </a:rPr>
                  <a:t>  </a:t>
                </a:r>
                <a:r>
                  <a:rPr kumimoji="1" lang="en-US" altLang="zh-TW" dirty="0">
                    <a:latin typeface="Cambria Math" panose="02040503050406030204" pitchFamily="18" charset="0"/>
                    <a:ea typeface="Cambria Math" panose="02040503050406030204" pitchFamily="18" charset="0"/>
                    <a:cs typeface="Times New Roman" panose="02020603050405020304" pitchFamily="18" charset="0"/>
                  </a:rPr>
                  <a:t>= {[1, 2], [4,  1]} </a:t>
                </a:r>
                <a:endParaRPr kumimoji="1" lang="zh-TW" altLang="en-US"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2DB7146B-5778-42B8-28D1-6D162061F280}"/>
                  </a:ext>
                </a:extLst>
              </p:cNvPr>
              <p:cNvSpPr txBox="1">
                <a:spLocks noRot="1" noChangeAspect="1" noMove="1" noResize="1" noEditPoints="1" noAdjustHandles="1" noChangeArrowheads="1" noChangeShapeType="1" noTextEdit="1"/>
              </p:cNvSpPr>
              <p:nvPr/>
            </p:nvSpPr>
            <p:spPr>
              <a:xfrm>
                <a:off x="6535024" y="3070371"/>
                <a:ext cx="4261359" cy="1477328"/>
              </a:xfrm>
              <a:prstGeom prst="rect">
                <a:avLst/>
              </a:prstGeom>
              <a:blipFill>
                <a:blip r:embed="rId4"/>
                <a:stretch>
                  <a:fillRect l="-1144" t="-2893" r="-143" b="-5372"/>
                </a:stretch>
              </a:blipFill>
            </p:spPr>
            <p:txBody>
              <a:bodyPr/>
              <a:lstStyle/>
              <a:p>
                <a:r>
                  <a:rPr lang="zh-TW" altLang="en-US">
                    <a:noFill/>
                  </a:rPr>
                  <a:t> </a:t>
                </a:r>
              </a:p>
            </p:txBody>
          </p:sp>
        </mc:Fallback>
      </mc:AlternateContent>
      <p:cxnSp>
        <p:nvCxnSpPr>
          <p:cNvPr id="8" name="Straight Arrow Connector 7">
            <a:extLst>
              <a:ext uri="{FF2B5EF4-FFF2-40B4-BE49-F238E27FC236}">
                <a16:creationId xmlns:a16="http://schemas.microsoft.com/office/drawing/2014/main" id="{A7640581-3E49-8EAB-A202-66CE961E650C}"/>
              </a:ext>
            </a:extLst>
          </p:cNvPr>
          <p:cNvCxnSpPr/>
          <p:nvPr/>
        </p:nvCxnSpPr>
        <p:spPr>
          <a:xfrm>
            <a:off x="7046752" y="3429000"/>
            <a:ext cx="0" cy="2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264999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lstStyle/>
          <a:p>
            <a:r>
              <a:rPr kumimoji="1" lang="en-US" altLang="zh-TW" b="1" dirty="0">
                <a:latin typeface="Times New Roman" panose="02020603050405020304" pitchFamily="18" charset="0"/>
                <a:cs typeface="Times New Roman" panose="02020603050405020304" pitchFamily="18" charset="0"/>
              </a:rPr>
              <a:t>QUICK-MLCS </a:t>
            </a:r>
            <a:endParaRPr kumimoji="1" lang="zh-TW" altLang="en-US"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7</a:t>
            </a:fld>
            <a:endParaRPr lang="zh-TW" altLang="en-US"/>
          </a:p>
        </p:txBody>
      </p:sp>
      <p:sp>
        <p:nvSpPr>
          <p:cNvPr id="4" name="Content Placeholder 3">
            <a:extLst>
              <a:ext uri="{FF2B5EF4-FFF2-40B4-BE49-F238E27FC236}">
                <a16:creationId xmlns:a16="http://schemas.microsoft.com/office/drawing/2014/main" id="{BDDD47DC-2945-12EB-79EC-07A2CF50415B}"/>
              </a:ext>
            </a:extLst>
          </p:cNvPr>
          <p:cNvSpPr>
            <a:spLocks noGrp="1"/>
          </p:cNvSpPr>
          <p:nvPr>
            <p:ph idx="1"/>
          </p:nvPr>
        </p:nvSpPr>
        <p:spPr/>
        <p:txBody>
          <a:bodyPr/>
          <a:lstStyle/>
          <a:p>
            <a:pPr marL="0" indent="0">
              <a:buNone/>
            </a:pPr>
            <a:endParaRPr kumimoji="1" lang="zh-TW" alt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0925F20-BEDA-5C1B-26A5-82ECE5E8A81B}"/>
              </a:ext>
            </a:extLst>
          </p:cNvPr>
          <p:cNvPicPr>
            <a:picLocks noChangeAspect="1"/>
          </p:cNvPicPr>
          <p:nvPr/>
        </p:nvPicPr>
        <p:blipFill>
          <a:blip r:embed="rId3"/>
          <a:stretch>
            <a:fillRect/>
          </a:stretch>
        </p:blipFill>
        <p:spPr>
          <a:xfrm>
            <a:off x="6096000" y="2576939"/>
            <a:ext cx="5116375" cy="2136812"/>
          </a:xfrm>
          <a:prstGeom prst="rect">
            <a:avLst/>
          </a:prstGeom>
        </p:spPr>
      </p:pic>
      <p:pic>
        <p:nvPicPr>
          <p:cNvPr id="9" name="Picture 8">
            <a:extLst>
              <a:ext uri="{FF2B5EF4-FFF2-40B4-BE49-F238E27FC236}">
                <a16:creationId xmlns:a16="http://schemas.microsoft.com/office/drawing/2014/main" id="{3A941FC4-6910-1163-E80D-C49027808514}"/>
              </a:ext>
            </a:extLst>
          </p:cNvPr>
          <p:cNvPicPr>
            <a:picLocks noChangeAspect="1"/>
          </p:cNvPicPr>
          <p:nvPr/>
        </p:nvPicPr>
        <p:blipFill>
          <a:blip r:embed="rId4"/>
          <a:stretch>
            <a:fillRect/>
          </a:stretch>
        </p:blipFill>
        <p:spPr>
          <a:xfrm>
            <a:off x="914426" y="2193538"/>
            <a:ext cx="4895294" cy="3105812"/>
          </a:xfrm>
          <a:prstGeom prst="rect">
            <a:avLst/>
          </a:prstGeom>
        </p:spPr>
      </p:pic>
      <p:sp>
        <p:nvSpPr>
          <p:cNvPr id="10" name="Rectangle 9">
            <a:extLst>
              <a:ext uri="{FF2B5EF4-FFF2-40B4-BE49-F238E27FC236}">
                <a16:creationId xmlns:a16="http://schemas.microsoft.com/office/drawing/2014/main" id="{396C86C2-54B0-A4BF-ED7E-CBD6D15BA37F}"/>
              </a:ext>
            </a:extLst>
          </p:cNvPr>
          <p:cNvSpPr/>
          <p:nvPr/>
        </p:nvSpPr>
        <p:spPr>
          <a:xfrm>
            <a:off x="914426" y="3080822"/>
            <a:ext cx="4895294" cy="7277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Rectangle 10">
            <a:extLst>
              <a:ext uri="{FF2B5EF4-FFF2-40B4-BE49-F238E27FC236}">
                <a16:creationId xmlns:a16="http://schemas.microsoft.com/office/drawing/2014/main" id="{2B3E7F4C-75E2-060A-468A-8BC3E15F5256}"/>
              </a:ext>
            </a:extLst>
          </p:cNvPr>
          <p:cNvSpPr/>
          <p:nvPr/>
        </p:nvSpPr>
        <p:spPr>
          <a:xfrm>
            <a:off x="6719252" y="2923976"/>
            <a:ext cx="310392" cy="1769251"/>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Rectangle 11">
            <a:extLst>
              <a:ext uri="{FF2B5EF4-FFF2-40B4-BE49-F238E27FC236}">
                <a16:creationId xmlns:a16="http://schemas.microsoft.com/office/drawing/2014/main" id="{35FB6D9E-CCC3-43AA-9DBA-26B67375E02C}"/>
              </a:ext>
            </a:extLst>
          </p:cNvPr>
          <p:cNvSpPr/>
          <p:nvPr/>
        </p:nvSpPr>
        <p:spPr>
          <a:xfrm>
            <a:off x="9455462" y="2923975"/>
            <a:ext cx="310392" cy="1769251"/>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Rectangle 2">
            <a:extLst>
              <a:ext uri="{FF2B5EF4-FFF2-40B4-BE49-F238E27FC236}">
                <a16:creationId xmlns:a16="http://schemas.microsoft.com/office/drawing/2014/main" id="{2C17C2E0-1076-B7A7-4722-3F80490D7683}"/>
              </a:ext>
            </a:extLst>
          </p:cNvPr>
          <p:cNvSpPr/>
          <p:nvPr/>
        </p:nvSpPr>
        <p:spPr>
          <a:xfrm>
            <a:off x="7497700" y="2923975"/>
            <a:ext cx="310392" cy="1769251"/>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Rectangle 4">
            <a:extLst>
              <a:ext uri="{FF2B5EF4-FFF2-40B4-BE49-F238E27FC236}">
                <a16:creationId xmlns:a16="http://schemas.microsoft.com/office/drawing/2014/main" id="{BAA765F8-350D-01B1-B195-BE333CEE3B83}"/>
              </a:ext>
            </a:extLst>
          </p:cNvPr>
          <p:cNvSpPr/>
          <p:nvPr/>
        </p:nvSpPr>
        <p:spPr>
          <a:xfrm>
            <a:off x="9194083" y="2934237"/>
            <a:ext cx="310392" cy="1769251"/>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86636006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lstStyle/>
          <a:p>
            <a:r>
              <a:rPr kumimoji="1" lang="en-US" altLang="zh-TW" b="1" dirty="0">
                <a:latin typeface="Times New Roman" panose="02020603050405020304" pitchFamily="18" charset="0"/>
                <a:cs typeface="Times New Roman" panose="02020603050405020304" pitchFamily="18" charset="0"/>
              </a:rPr>
              <a:t>QUICK-MLCS </a:t>
            </a:r>
            <a:endParaRPr kumimoji="1" lang="zh-TW" altLang="en-US"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8</a:t>
            </a:fld>
            <a:endParaRPr lang="zh-TW" altLang="en-US"/>
          </a:p>
        </p:txBody>
      </p:sp>
      <p:sp>
        <p:nvSpPr>
          <p:cNvPr id="4" name="Content Placeholder 3">
            <a:extLst>
              <a:ext uri="{FF2B5EF4-FFF2-40B4-BE49-F238E27FC236}">
                <a16:creationId xmlns:a16="http://schemas.microsoft.com/office/drawing/2014/main" id="{BDDD47DC-2945-12EB-79EC-07A2CF50415B}"/>
              </a:ext>
            </a:extLst>
          </p:cNvPr>
          <p:cNvSpPr>
            <a:spLocks noGrp="1"/>
          </p:cNvSpPr>
          <p:nvPr>
            <p:ph idx="1"/>
          </p:nvPr>
        </p:nvSpPr>
        <p:spPr/>
        <p:txBody>
          <a:bodyPr/>
          <a:lstStyle/>
          <a:p>
            <a:pPr marL="0" indent="0">
              <a:buNone/>
            </a:pPr>
            <a:endParaRPr kumimoji="1" lang="zh-TW" alt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A941FC4-6910-1163-E80D-C49027808514}"/>
              </a:ext>
            </a:extLst>
          </p:cNvPr>
          <p:cNvPicPr>
            <a:picLocks noChangeAspect="1"/>
          </p:cNvPicPr>
          <p:nvPr/>
        </p:nvPicPr>
        <p:blipFill>
          <a:blip r:embed="rId3"/>
          <a:stretch>
            <a:fillRect/>
          </a:stretch>
        </p:blipFill>
        <p:spPr>
          <a:xfrm>
            <a:off x="974204" y="2216643"/>
            <a:ext cx="4895294" cy="3105812"/>
          </a:xfrm>
          <a:prstGeom prst="rect">
            <a:avLst/>
          </a:prstGeom>
        </p:spPr>
      </p:pic>
      <p:sp>
        <p:nvSpPr>
          <p:cNvPr id="10" name="Rectangle 9">
            <a:extLst>
              <a:ext uri="{FF2B5EF4-FFF2-40B4-BE49-F238E27FC236}">
                <a16:creationId xmlns:a16="http://schemas.microsoft.com/office/drawing/2014/main" id="{396C86C2-54B0-A4BF-ED7E-CBD6D15BA37F}"/>
              </a:ext>
            </a:extLst>
          </p:cNvPr>
          <p:cNvSpPr/>
          <p:nvPr/>
        </p:nvSpPr>
        <p:spPr>
          <a:xfrm>
            <a:off x="965460" y="3145872"/>
            <a:ext cx="4912782" cy="67111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DB7146B-5778-42B8-28D1-6D162061F280}"/>
                  </a:ext>
                </a:extLst>
              </p:cNvPr>
              <p:cNvSpPr txBox="1"/>
              <p:nvPr/>
            </p:nvSpPr>
            <p:spPr>
              <a:xfrm>
                <a:off x="6535024" y="3070371"/>
                <a:ext cx="4682772" cy="1477328"/>
              </a:xfrm>
              <a:prstGeom prst="rect">
                <a:avLst/>
              </a:prstGeom>
              <a:noFill/>
            </p:spPr>
            <p:txBody>
              <a:bodyPr wrap="square" rtlCol="0">
                <a:spAutoFit/>
              </a:bodyPr>
              <a:lstStyle/>
              <a:p>
                <a:r>
                  <a:rPr kumimoji="1" lang="en-US" altLang="zh-TW" i="1" dirty="0">
                    <a:latin typeface="Cambria Math" panose="02040503050406030204" pitchFamily="18" charset="0"/>
                    <a:ea typeface="Cambria Math" panose="02040503050406030204" pitchFamily="18" charset="0"/>
                    <a:cs typeface="Times New Roman" panose="02020603050405020304" pitchFamily="18" charset="0"/>
                  </a:rPr>
                  <a:t>Succ(</a:t>
                </a:r>
                <a14:m>
                  <m:oMath xmlns:m="http://schemas.openxmlformats.org/officeDocument/2006/math">
                    <m:sSup>
                      <m:sSupPr>
                        <m:ctrlPr>
                          <a:rPr kumimoji="1" lang="en-US" altLang="zh-TW" i="1">
                            <a:latin typeface="Cambria Math" panose="02040503050406030204" pitchFamily="18" charset="0"/>
                            <a:ea typeface="Cambria Math" panose="02040503050406030204" pitchFamily="18" charset="0"/>
                            <a:cs typeface="Times New Roman" panose="02020603050405020304" pitchFamily="18" charset="0"/>
                          </a:rPr>
                        </m:ctrlPr>
                      </m:sSup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𝐷</m:t>
                        </m:r>
                      </m:e>
                      <m:sup>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1</m:t>
                        </m:r>
                      </m:sup>
                    </m:sSup>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 </m:t>
                    </m:r>
                    <m:r>
                      <m:rPr>
                        <m:sty m:val="p"/>
                      </m:rPr>
                      <a:rPr kumimoji="1" lang="el-GR" altLang="zh-TW" i="1">
                        <a:latin typeface="Cambria Math" panose="02040503050406030204" pitchFamily="18" charset="0"/>
                        <a:ea typeface="Cambria Math" panose="02040503050406030204" pitchFamily="18" charset="0"/>
                        <a:cs typeface="Times New Roman" panose="02020603050405020304" pitchFamily="18" charset="0"/>
                      </a:rPr>
                      <m:t>Σ</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oMath>
                </a14:m>
                <a:r>
                  <a:rPr kumimoji="1" lang="en-US" altLang="zh-TW" dirty="0">
                    <a:latin typeface="Cambria Math" panose="02040503050406030204" pitchFamily="18" charset="0"/>
                    <a:ea typeface="Cambria Math" panose="02040503050406030204" pitchFamily="18" charset="0"/>
                    <a:cs typeface="Times New Roman" panose="02020603050405020304" pitchFamily="18" charset="0"/>
                  </a:rPr>
                  <a:t>= {[4, 3], [2, 5], [5, 4], [6, 2], [7, 3]} </a:t>
                </a:r>
              </a:p>
              <a:p>
                <a:r>
                  <a:rPr kumimoji="1" lang="en-US" altLang="zh-TW" i="1" dirty="0">
                    <a:latin typeface="Cambria Math" panose="02040503050406030204" pitchFamily="18" charset="0"/>
                    <a:ea typeface="Cambria Math" panose="02040503050406030204" pitchFamily="18" charset="0"/>
                    <a:cs typeface="Times New Roman" panose="02020603050405020304" pitchFamily="18" charset="0"/>
                  </a:rPr>
                  <a:t>           sort</a:t>
                </a:r>
              </a:p>
              <a:p>
                <a:r>
                  <a:rPr kumimoji="1" lang="en-US" altLang="zh-TW" i="1" dirty="0">
                    <a:latin typeface="Cambria Math" panose="02040503050406030204" pitchFamily="18" charset="0"/>
                    <a:ea typeface="Cambria Math" panose="02040503050406030204" pitchFamily="18" charset="0"/>
                    <a:cs typeface="Times New Roman" panose="02020603050405020304" pitchFamily="18" charset="0"/>
                  </a:rPr>
                  <a:t>Succ(</a:t>
                </a:r>
                <a14:m>
                  <m:oMath xmlns:m="http://schemas.openxmlformats.org/officeDocument/2006/math">
                    <m:sSup>
                      <m:sSupPr>
                        <m:ctrlPr>
                          <a:rPr kumimoji="1" lang="en-US" altLang="zh-TW" i="1">
                            <a:latin typeface="Cambria Math" panose="02040503050406030204" pitchFamily="18" charset="0"/>
                            <a:ea typeface="Cambria Math" panose="02040503050406030204" pitchFamily="18" charset="0"/>
                            <a:cs typeface="Times New Roman" panose="02020603050405020304" pitchFamily="18" charset="0"/>
                          </a:rPr>
                        </m:ctrlPr>
                      </m:sSup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𝐷</m:t>
                        </m:r>
                      </m:e>
                      <m:sup>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p>
                    </m:sSup>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 </m:t>
                    </m:r>
                    <m:r>
                      <m:rPr>
                        <m:sty m:val="p"/>
                      </m:rPr>
                      <a:rPr kumimoji="1" lang="el-GR" altLang="zh-TW" i="1">
                        <a:latin typeface="Cambria Math" panose="02040503050406030204" pitchFamily="18" charset="0"/>
                        <a:ea typeface="Cambria Math" panose="02040503050406030204" pitchFamily="18" charset="0"/>
                        <a:cs typeface="Times New Roman" panose="02020603050405020304" pitchFamily="18" charset="0"/>
                      </a:rPr>
                      <m:t>Σ</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oMath>
                </a14:m>
                <a:r>
                  <a:rPr kumimoji="1" lang="en-US" altLang="zh-TW" dirty="0">
                    <a:latin typeface="Cambria Math" panose="02040503050406030204" pitchFamily="18" charset="0"/>
                    <a:ea typeface="Cambria Math" panose="02040503050406030204" pitchFamily="18" charset="0"/>
                    <a:cs typeface="Times New Roman" panose="02020603050405020304" pitchFamily="18" charset="0"/>
                  </a:rPr>
                  <a:t>= {[2, 5], [4, 3], [5, 4], [6, 2], [7, 3]} </a:t>
                </a:r>
              </a:p>
              <a:p>
                <a:endParaRPr kumimoji="1" lang="en-US" altLang="zh-TW" i="1" dirty="0">
                  <a:latin typeface="Cambria Math" panose="02040503050406030204" pitchFamily="18" charset="0"/>
                  <a:ea typeface="Cambria Math" panose="02040503050406030204" pitchFamily="18" charset="0"/>
                  <a:cs typeface="Times New Roman" panose="02020603050405020304" pitchFamily="18" charset="0"/>
                </a:endParaRPr>
              </a:p>
              <a:p>
                <a:r>
                  <a:rPr kumimoji="1" lang="en-US" altLang="zh-TW" dirty="0">
                    <a:latin typeface="Cambria Math" panose="02040503050406030204" pitchFamily="18" charset="0"/>
                    <a:ea typeface="Cambria Math" panose="02040503050406030204" pitchFamily="18" charset="0"/>
                    <a:cs typeface="Times New Roman" panose="02020603050405020304" pitchFamily="18" charset="0"/>
                  </a:rPr>
                  <a:t>=&gt; minima </a:t>
                </a:r>
                <a:r>
                  <a:rPr kumimoji="1" lang="en-US" altLang="zh-TW" i="1" dirty="0">
                    <a:latin typeface="Cambria Math" panose="02040503050406030204" pitchFamily="18" charset="0"/>
                    <a:ea typeface="Cambria Math" panose="02040503050406030204" pitchFamily="18" charset="0"/>
                    <a:cs typeface="Times New Roman" panose="02020603050405020304" pitchFamily="18" charset="0"/>
                  </a:rPr>
                  <a:t>Succ(</a:t>
                </a:r>
                <a14:m>
                  <m:oMath xmlns:m="http://schemas.openxmlformats.org/officeDocument/2006/math">
                    <m:sSup>
                      <m:sSupPr>
                        <m:ctrlPr>
                          <a:rPr kumimoji="1" lang="en-US" altLang="zh-TW" i="1">
                            <a:latin typeface="Cambria Math" panose="02040503050406030204" pitchFamily="18" charset="0"/>
                            <a:ea typeface="Cambria Math" panose="02040503050406030204" pitchFamily="18" charset="0"/>
                            <a:cs typeface="Times New Roman" panose="02020603050405020304" pitchFamily="18" charset="0"/>
                          </a:rPr>
                        </m:ctrlPr>
                      </m:sSup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𝐷</m:t>
                        </m:r>
                      </m:e>
                      <m:sup>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p>
                    </m:sSup>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 </m:t>
                    </m:r>
                    <m:r>
                      <m:rPr>
                        <m:sty m:val="p"/>
                      </m:rPr>
                      <a:rPr kumimoji="1" lang="el-GR" altLang="zh-TW" i="1">
                        <a:latin typeface="Cambria Math" panose="02040503050406030204" pitchFamily="18" charset="0"/>
                        <a:ea typeface="Cambria Math" panose="02040503050406030204" pitchFamily="18" charset="0"/>
                        <a:cs typeface="Times New Roman" panose="02020603050405020304" pitchFamily="18" charset="0"/>
                      </a:rPr>
                      <m:t>Σ</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oMath>
                </a14:m>
                <a:r>
                  <a:rPr kumimoji="1" lang="zh-TW" altLang="en-US" i="1" dirty="0">
                    <a:latin typeface="Cambria Math" panose="02040503050406030204" pitchFamily="18" charset="0"/>
                    <a:ea typeface="Cambria Math" panose="02040503050406030204" pitchFamily="18" charset="0"/>
                    <a:cs typeface="Times New Roman" panose="02020603050405020304" pitchFamily="18" charset="0"/>
                  </a:rPr>
                  <a:t>  </a:t>
                </a:r>
                <a:r>
                  <a:rPr kumimoji="1" lang="en-US" altLang="zh-TW" dirty="0">
                    <a:latin typeface="Cambria Math" panose="02040503050406030204" pitchFamily="18" charset="0"/>
                    <a:ea typeface="Cambria Math" panose="02040503050406030204" pitchFamily="18" charset="0"/>
                    <a:cs typeface="Times New Roman" panose="02020603050405020304" pitchFamily="18" charset="0"/>
                  </a:rPr>
                  <a:t>= {[2, 5], [4,  3], [6, 2]} </a:t>
                </a:r>
                <a:endParaRPr kumimoji="1" lang="zh-TW" altLang="en-US"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2DB7146B-5778-42B8-28D1-6D162061F280}"/>
                  </a:ext>
                </a:extLst>
              </p:cNvPr>
              <p:cNvSpPr txBox="1">
                <a:spLocks noRot="1" noChangeAspect="1" noMove="1" noResize="1" noEditPoints="1" noAdjustHandles="1" noChangeArrowheads="1" noChangeShapeType="1" noTextEdit="1"/>
              </p:cNvSpPr>
              <p:nvPr/>
            </p:nvSpPr>
            <p:spPr>
              <a:xfrm>
                <a:off x="6535024" y="3070371"/>
                <a:ext cx="4682772" cy="1477328"/>
              </a:xfrm>
              <a:prstGeom prst="rect">
                <a:avLst/>
              </a:prstGeom>
              <a:blipFill>
                <a:blip r:embed="rId4"/>
                <a:stretch>
                  <a:fillRect l="-1042" t="-2893" r="-4167" b="-5372"/>
                </a:stretch>
              </a:blipFill>
            </p:spPr>
            <p:txBody>
              <a:bodyPr/>
              <a:lstStyle/>
              <a:p>
                <a:r>
                  <a:rPr lang="zh-TW" altLang="en-US">
                    <a:noFill/>
                  </a:rPr>
                  <a:t> </a:t>
                </a:r>
              </a:p>
            </p:txBody>
          </p:sp>
        </mc:Fallback>
      </mc:AlternateContent>
      <p:cxnSp>
        <p:nvCxnSpPr>
          <p:cNvPr id="8" name="Straight Arrow Connector 7">
            <a:extLst>
              <a:ext uri="{FF2B5EF4-FFF2-40B4-BE49-F238E27FC236}">
                <a16:creationId xmlns:a16="http://schemas.microsoft.com/office/drawing/2014/main" id="{A7640581-3E49-8EAB-A202-66CE961E650C}"/>
              </a:ext>
            </a:extLst>
          </p:cNvPr>
          <p:cNvCxnSpPr/>
          <p:nvPr/>
        </p:nvCxnSpPr>
        <p:spPr>
          <a:xfrm>
            <a:off x="7046752" y="3429000"/>
            <a:ext cx="0" cy="2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500320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lstStyle/>
          <a:p>
            <a:r>
              <a:rPr kumimoji="1" lang="en-US" altLang="zh-TW" b="1" dirty="0">
                <a:latin typeface="Times New Roman" panose="02020603050405020304" pitchFamily="18" charset="0"/>
                <a:cs typeface="Times New Roman" panose="02020603050405020304" pitchFamily="18" charset="0"/>
              </a:rPr>
              <a:t>Conclusion</a:t>
            </a:r>
            <a:endParaRPr kumimoji="1" lang="zh-TW" altLang="en-US"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9</a:t>
            </a:fld>
            <a:endParaRPr lang="zh-TW" altLang="en-US"/>
          </a:p>
        </p:txBody>
      </p:sp>
      <p:pic>
        <p:nvPicPr>
          <p:cNvPr id="7" name="Content Placeholder 6">
            <a:extLst>
              <a:ext uri="{FF2B5EF4-FFF2-40B4-BE49-F238E27FC236}">
                <a16:creationId xmlns:a16="http://schemas.microsoft.com/office/drawing/2014/main" id="{F0ECC49E-CC33-3040-B6DC-D32F4E9AD014}"/>
              </a:ext>
            </a:extLst>
          </p:cNvPr>
          <p:cNvPicPr>
            <a:picLocks noGrp="1" noChangeAspect="1"/>
          </p:cNvPicPr>
          <p:nvPr>
            <p:ph idx="1"/>
          </p:nvPr>
        </p:nvPicPr>
        <p:blipFill>
          <a:blip r:embed="rId3"/>
          <a:stretch>
            <a:fillRect/>
          </a:stretch>
        </p:blipFill>
        <p:spPr>
          <a:xfrm>
            <a:off x="916677" y="1908801"/>
            <a:ext cx="4676303" cy="3753768"/>
          </a:xfrm>
        </p:spPr>
      </p:pic>
      <p:pic>
        <p:nvPicPr>
          <p:cNvPr id="12" name="Picture 11">
            <a:extLst>
              <a:ext uri="{FF2B5EF4-FFF2-40B4-BE49-F238E27FC236}">
                <a16:creationId xmlns:a16="http://schemas.microsoft.com/office/drawing/2014/main" id="{94FCA852-35E1-23E5-3681-3E7B7EF24CEE}"/>
              </a:ext>
            </a:extLst>
          </p:cNvPr>
          <p:cNvPicPr>
            <a:picLocks noChangeAspect="1"/>
          </p:cNvPicPr>
          <p:nvPr/>
        </p:nvPicPr>
        <p:blipFill>
          <a:blip r:embed="rId4"/>
          <a:stretch>
            <a:fillRect/>
          </a:stretch>
        </p:blipFill>
        <p:spPr>
          <a:xfrm>
            <a:off x="5958370" y="2384435"/>
            <a:ext cx="5316953" cy="3211022"/>
          </a:xfrm>
          <a:prstGeom prst="rect">
            <a:avLst/>
          </a:prstGeom>
        </p:spPr>
      </p:pic>
    </p:spTree>
    <p:extLst>
      <p:ext uri="{BB962C8B-B14F-4D97-AF65-F5344CB8AC3E}">
        <p14:creationId xmlns:p14="http://schemas.microsoft.com/office/powerpoint/2010/main" val="14791862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573</TotalTime>
  <Words>1033</Words>
  <Application>Microsoft Office PowerPoint</Application>
  <PresentationFormat>寬螢幕</PresentationFormat>
  <Paragraphs>55</Paragraphs>
  <Slides>9</Slides>
  <Notes>8</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9</vt:i4>
      </vt:variant>
    </vt:vector>
  </HeadingPairs>
  <TitlesOfParts>
    <vt:vector size="15" baseType="lpstr">
      <vt:lpstr>Arial</vt:lpstr>
      <vt:lpstr>Calibri</vt:lpstr>
      <vt:lpstr>Calibri Light</vt:lpstr>
      <vt:lpstr>Cambria Math</vt:lpstr>
      <vt:lpstr>Times New Roman</vt:lpstr>
      <vt:lpstr>Office Theme</vt:lpstr>
      <vt:lpstr>Quick-MLCS: A New Algorithm for the Multiple Longest Common Subsequence Problem</vt:lpstr>
      <vt:lpstr>Abstract</vt:lpstr>
      <vt:lpstr>Dominant Point Approach</vt:lpstr>
      <vt:lpstr>QUICK-MLCS </vt:lpstr>
      <vt:lpstr>QUICK-MLCS </vt:lpstr>
      <vt:lpstr>QUICK-MLCS </vt:lpstr>
      <vt:lpstr>QUICK-MLCS </vt:lpstr>
      <vt:lpstr>QUICK-MLCS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Quick-MLCS: A New Algorithm for the Multiple Longest Common Subsequence Problem</dc:title>
  <dc:creator>Wen Wen Liao</dc:creator>
  <cp:lastModifiedBy>pplab</cp:lastModifiedBy>
  <cp:revision>9</cp:revision>
  <dcterms:created xsi:type="dcterms:W3CDTF">2022-12-06T10:21:07Z</dcterms:created>
  <dcterms:modified xsi:type="dcterms:W3CDTF">2022-12-15T08:15:04Z</dcterms:modified>
</cp:coreProperties>
</file>