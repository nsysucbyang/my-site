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75" r:id="rId3"/>
    <p:sldId id="400" r:id="rId4"/>
    <p:sldId id="401" r:id="rId5"/>
    <p:sldId id="399" r:id="rId6"/>
    <p:sldId id="403" r:id="rId7"/>
    <p:sldId id="406" r:id="rId8"/>
    <p:sldId id="407" r:id="rId9"/>
    <p:sldId id="409" r:id="rId10"/>
    <p:sldId id="402" r:id="rId11"/>
    <p:sldId id="410" r:id="rId12"/>
    <p:sldId id="404" r:id="rId13"/>
    <p:sldId id="408" r:id="rId14"/>
    <p:sldId id="411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2275" autoAdjust="0"/>
  </p:normalViewPr>
  <p:slideViewPr>
    <p:cSldViewPr snapToGrid="0">
      <p:cViewPr varScale="1">
        <p:scale>
          <a:sx n="68" d="100"/>
          <a:sy n="68" d="100"/>
        </p:scale>
        <p:origin x="8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76925" y="1101342"/>
            <a:ext cx="10691734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Simpler Minimum Spanning Tree Verification Algorithm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269506" cy="2156012"/>
          </a:xfrm>
        </p:spPr>
        <p:txBody>
          <a:bodyPr>
            <a:normAutofit/>
          </a:bodyPr>
          <a:lstStyle/>
          <a:p>
            <a:r>
              <a:rPr lang="nn-NO" altLang="zh-TW" sz="2800" dirty="0">
                <a:cs typeface="Times New Roman" panose="02020603050405020304" pitchFamily="18" charset="0"/>
              </a:rPr>
              <a:t>V. King</a:t>
            </a:r>
          </a:p>
          <a:p>
            <a:r>
              <a:rPr lang="nn-NO" altLang="zh-TW" sz="2800" dirty="0">
                <a:cs typeface="Times New Roman" panose="02020603050405020304" pitchFamily="18" charset="0"/>
              </a:rPr>
              <a:t>Algorithmica 18 (1997) 263-270 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Dec. 15,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520"/>
            <a:ext cx="11029950" cy="5110480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The problem considered here is that of determining whether a given spanning tree is a minimal spanning tree. In 1984 </a:t>
            </a:r>
            <a:r>
              <a:rPr lang="en-US" altLang="zh-TW" sz="3200" dirty="0" err="1"/>
              <a:t>Komlos</a:t>
            </a:r>
            <a:r>
              <a:rPr lang="en-US" altLang="zh-TW" sz="3200" dirty="0"/>
              <a:t> presented an algorithm which required only a linear number of comparisons, but nonlinear overhead to determine which comparisons to make. We simplify his algorithm and give a linear-time procedure for its implementation in the unit cost RAM model. The procedure uses table lookup of a few simple functions, which we precompute in time linear in the size of the tree. </a:t>
            </a:r>
          </a:p>
        </p:txBody>
      </p:sp>
    </p:spTree>
    <p:extLst>
      <p:ext uri="{BB962C8B-B14F-4D97-AF65-F5344CB8AC3E}">
        <p14:creationId xmlns:p14="http://schemas.microsoft.com/office/powerpoint/2010/main" val="77334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DADF3-0198-9D5D-921C-437CD634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MST (Minimum Spanning Tree)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8D3DFD-E01E-1257-A795-46321BCF4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effectLst/>
                <a:latin typeface="urw-din"/>
              </a:rPr>
              <a:t>Given connected graph G with positive edge weights, find a min weight set of edges that connects all of the vertices. </a:t>
            </a:r>
          </a:p>
          <a:p>
            <a:endParaRPr lang="zh-TW" altLang="en-US" dirty="0"/>
          </a:p>
        </p:txBody>
      </p:sp>
      <p:pic>
        <p:nvPicPr>
          <p:cNvPr id="1028" name="Picture 4" descr="CS174 Spring 99, Lecture 19 Summary, John Canny">
            <a:extLst>
              <a:ext uri="{FF2B5EF4-FFF2-40B4-BE49-F238E27FC236}">
                <a16:creationId xmlns:a16="http://schemas.microsoft.com/office/drawing/2014/main" id="{A62E011B-D9F1-BC1E-4713-4E5915B6E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834" y="3052564"/>
            <a:ext cx="5840321" cy="306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20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AD064-DE64-9996-0397-27D0362E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MST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1F1298-8A0F-67CF-3981-048CA3228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non-tree edge </a:t>
            </a:r>
            <a:endParaRPr lang="zh-TW" altLang="en-US" dirty="0"/>
          </a:p>
        </p:txBody>
      </p:sp>
      <p:pic>
        <p:nvPicPr>
          <p:cNvPr id="4" name="Picture 4" descr="CS174 Spring 99, Lecture 19 Summary, John Canny">
            <a:extLst>
              <a:ext uri="{FF2B5EF4-FFF2-40B4-BE49-F238E27FC236}">
                <a16:creationId xmlns:a16="http://schemas.microsoft.com/office/drawing/2014/main" id="{7F0FA4D2-3661-EF48-A576-0ED483126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05" y="2390718"/>
            <a:ext cx="6377895" cy="334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0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0D02A-E756-10C7-BBCD-96ED7DE3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dirty="0"/>
              <a:t>Komlos’s </a:t>
            </a:r>
            <a:r>
              <a:rPr lang="en-US" altLang="zh-TW" dirty="0"/>
              <a:t>algorithm for full branching tree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45E63D-00CF-B3E4-45ED-DF68E0FD8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breaks up each path into two half-paths </a:t>
            </a:r>
          </a:p>
          <a:p>
            <a:r>
              <a:rPr lang="en-US" altLang="zh-TW" dirty="0"/>
              <a:t>tree-path-maxima problem</a:t>
            </a:r>
          </a:p>
          <a:p>
            <a:r>
              <a:rPr lang="en-US" altLang="zh-TW" dirty="0"/>
              <a:t>binary search</a:t>
            </a:r>
          </a:p>
          <a:p>
            <a:endParaRPr lang="zh-TW" alt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0FD1CF-31D3-F363-B703-56205BA63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274" y="2365375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747019-967A-64DE-A045-2FEFA14B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024" y="33020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4B763B-4AC7-6CED-61EE-CA9C638F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7937" y="3373437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66A354-C571-D69C-4459-947D4300A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162" y="4452937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66B63C-4C7F-FFA0-625C-D1A56E65B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912" y="4452937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4CF643-96BA-5AEA-F8D5-3743A8D7C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024" y="43815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4C16D5-C931-E2FC-5367-A72A50D24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612" y="4452937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14A22A-24F8-57B4-7EBD-52208F9B0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774" y="43815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A26613-E6D5-02BA-359D-EB2ECC3C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024" y="56769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DE1097-C70E-ADD6-A18A-3AB14F1B3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6049" y="56769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E495C55-7D09-EC44-28BA-B6543689C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274" y="5678487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378659-E1DC-E319-B8C5-09B6932D2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9737" y="5605462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E7A594-3C80-6B49-5279-EB1560A3C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187" y="5676900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CEE77-47E4-64E9-8EE5-08A7396AF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412" y="5605462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A6E89E-8E72-FA6D-0370-6F462135F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324" y="5676900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F811DB-66AB-93BC-904C-8245DC924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012" y="5678487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0BCFB9-397A-286E-00D1-8ED85C862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62" y="5605462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9C393C-433C-A00C-68C6-3D5951232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749" y="5678487"/>
            <a:ext cx="360363" cy="3603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F5DEA2-4F05-F48E-AA3D-EC7A84DE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37" y="5605462"/>
            <a:ext cx="360362" cy="3603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C1B8EE-CAB3-2802-29B0-86FD34D1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024" y="5605462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C1C065A5-71DD-8280-04FF-CCFECA76A9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9924" y="4741862"/>
            <a:ext cx="503238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01075F93-90F0-5F82-F4D1-72678D84C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0649" y="481330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5289FC97-00E3-3E96-2A5F-9664B53F82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2812" y="4741862"/>
            <a:ext cx="4318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CB0C716A-CA45-1193-7573-1A9B605E9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0512" y="4813300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0CFBFDB5-17D9-1AD8-DFE8-1781E6D39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387" y="4741862"/>
            <a:ext cx="433387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C5831EBF-78A2-A4CA-4DB8-8B82C659AE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5912" y="4813300"/>
            <a:ext cx="144462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A0AC528E-E3F0-6442-0379-12FB64AF2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812" y="4813300"/>
            <a:ext cx="288925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58204DA3-90A3-F559-56F9-5D86D9EA7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2087" y="3660775"/>
            <a:ext cx="11525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DDAED37-5EDA-9504-4FB5-D3348D8126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7487" y="3733800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DFDA9C47-8510-7BCB-0415-3689EAF57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949" y="3660775"/>
            <a:ext cx="12969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45C4FB0-BE8B-38B0-7350-3983329073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1949" y="2652712"/>
            <a:ext cx="1584325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08F65B84-0B86-79F0-4276-7CB45DAAA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5049" y="2652712"/>
            <a:ext cx="15843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1B03C738-C708-AA17-0E61-6965568F0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33112" y="3733800"/>
            <a:ext cx="5762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DDE75EAB-0B15-2CB3-79E9-8DED81B52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3837" y="3733800"/>
            <a:ext cx="9366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32C064B9-F784-0BAD-A752-ACD9F5CB71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1312" y="4741862"/>
            <a:ext cx="2159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31AAB9D4-5455-2D51-B101-0385CBFF1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1674" y="4741862"/>
            <a:ext cx="2889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BBCA46AF-1E95-AE79-FBF4-A9A2F4B02D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87224" y="4668837"/>
            <a:ext cx="503238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DDB6F2B8-0E34-B1E5-4868-993F3B84BC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61899" y="4741862"/>
            <a:ext cx="730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BF79D43F-D8EF-2C4E-10FC-F643675A2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387" y="4670425"/>
            <a:ext cx="43180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1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57B0A-F334-2305-6834-A4B06D1B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Boruvka</a:t>
            </a:r>
            <a:r>
              <a:rPr lang="en-US" altLang="zh-TW" dirty="0"/>
              <a:t> Tree (1/3)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9F1564-1660-319C-56F1-1CBA8473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181"/>
            <a:ext cx="10515600" cy="4472782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FE7E7D16-B2D0-84F9-66E2-D7C27D0B2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788" y="2345532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3F722D47-B5CD-4AE9-E0FD-98C578A1C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63" y="3137694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2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605369C4-EF80-4908-F2EC-47093A9E5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3137694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3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272A5A59-A4CD-574A-A873-AA8612A0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4001294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4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3F8A572-B7EF-4685-BA8B-F41CD9774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4001294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6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4F869DB9-E974-C71E-BA94-68DEDA1A2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4001294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5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56999FF0-66CD-ED08-495F-C6509EB91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5080794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7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8A11D13C-136E-46A4-2A32-4B1BD1327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080794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8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0376E0C-59B9-DDCC-7C84-D904EC8BA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3" y="5080794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9</a:t>
            </a:r>
          </a:p>
        </p:txBody>
      </p:sp>
      <p:sp>
        <p:nvSpPr>
          <p:cNvPr id="13" name="Line 13" descr="1">
            <a:extLst>
              <a:ext uri="{FF2B5EF4-FFF2-40B4-BE49-F238E27FC236}">
                <a16:creationId xmlns:a16="http://schemas.microsoft.com/office/drawing/2014/main" id="{2171C78C-3640-E7BD-CEA5-C8C71548FA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3863" y="2848769"/>
            <a:ext cx="3603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170E3B4B-A6B0-A377-1DC1-4A65B5A4E4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1700" y="3640932"/>
            <a:ext cx="4333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5AE302B3-159E-FA1C-2283-C073F123A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52563" y="4577557"/>
            <a:ext cx="3603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E5A06AEA-F8DA-1EAF-1C0F-FD6157682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5" y="2848769"/>
            <a:ext cx="2159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0A4411AF-C236-A175-8497-46E73BD8C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300" y="3640932"/>
            <a:ext cx="2159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80F8D128-097F-BE6D-8557-8927E7668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288" y="3640932"/>
            <a:ext cx="28733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DFF3B302-D6FA-647F-A1AF-0D4021214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0263" y="4577557"/>
            <a:ext cx="3603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073F24A8-4B5A-A38A-3624-C21F5C1F0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663" y="4577557"/>
            <a:ext cx="2889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0BC137C8-DFEA-F771-D358-CE64EB01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225" y="272494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3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2C1FD2E-3E86-3A6C-C09B-B67E9720D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3" y="277733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8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8EF7476D-F2B7-2161-42F9-343A5F107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3569494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11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630A84F8-10FB-763A-941A-013432BA5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0" y="356949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CD220978-7BEA-620E-EAA1-F4EAC59D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3569494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10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FF417693-5A6F-F656-5E09-57CA90548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64899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58449FBC-87F1-B699-286A-2EEACFEA9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8" y="4577557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7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FBD40411-F8B5-6316-53A9-238794615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4577557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29" name="Oval 29">
            <a:extLst>
              <a:ext uri="{FF2B5EF4-FFF2-40B4-BE49-F238E27FC236}">
                <a16:creationId xmlns:a16="http://schemas.microsoft.com/office/drawing/2014/main" id="{8970D2A5-55CB-0FD0-AEA8-82767318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25" y="5196681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1</a:t>
            </a:r>
          </a:p>
        </p:txBody>
      </p:sp>
      <p:sp>
        <p:nvSpPr>
          <p:cNvPr id="30" name="Oval 30">
            <a:extLst>
              <a:ext uri="{FF2B5EF4-FFF2-40B4-BE49-F238E27FC236}">
                <a16:creationId xmlns:a16="http://schemas.microsoft.com/office/drawing/2014/main" id="{3FB5A018-A329-3545-16EE-7169E9376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5196681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2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A16CAF9F-582F-34A8-8967-26007C063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5196681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3</a:t>
            </a:r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CF64EC2E-ED67-4F7E-E508-51C752C9E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9713" y="5196681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6</a:t>
            </a:r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D40A07C4-C9E2-1B8A-6EE2-F8F7E34DC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7413" y="5196681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4</a:t>
            </a: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35B0AAA4-D41A-682A-46F3-B6DF561FB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5196681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7</a:t>
            </a:r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D1B13620-A0C0-51F0-D5E5-63FBACDC2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400" y="5196681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8</a:t>
            </a:r>
          </a:p>
        </p:txBody>
      </p:sp>
      <p:sp>
        <p:nvSpPr>
          <p:cNvPr id="36" name="Oval 36">
            <a:extLst>
              <a:ext uri="{FF2B5EF4-FFF2-40B4-BE49-F238E27FC236}">
                <a16:creationId xmlns:a16="http://schemas.microsoft.com/office/drawing/2014/main" id="{49581844-2FE2-BAB4-3DF5-B84C926F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2100" y="5196681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dirty="0"/>
              <a:t>5</a:t>
            </a:r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A96CCA54-E22E-22DD-74A7-9E6C0C048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6313" y="5196681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615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6CBAFD-9005-146E-A5AD-D7C468B2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Boruvka</a:t>
            </a:r>
            <a:r>
              <a:rPr lang="en-US" altLang="zh-TW" dirty="0"/>
              <a:t> Tree (2/3)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700077-5CAB-B106-B9A4-943BF4A49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AD3152F-E9F2-DFE9-7494-3F6706B9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2185988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F5891CAC-1F74-7E3C-54B6-2612F9CEE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97815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2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7984F182-37E9-A488-E962-421CA74D7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7815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3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B14D1A93-5584-A9BB-55F0-1F1FEFF17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3" y="384175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4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CB9032F4-A434-BB8D-3C71-3D8A0E46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5" y="3841750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6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3FDE81BE-36B5-6AC1-0A4F-4337C0E4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0" y="3841750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5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D818C8F-4F7C-F36B-7DB7-71A7D119D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492125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7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42C06BAA-87E4-5CCA-97BC-94437272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4921250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8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D7243703-B37E-6C18-72D7-172D81239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492125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9</a:t>
            </a:r>
          </a:p>
        </p:txBody>
      </p:sp>
      <p:sp>
        <p:nvSpPr>
          <p:cNvPr id="13" name="Line 13" descr="1">
            <a:extLst>
              <a:ext uri="{FF2B5EF4-FFF2-40B4-BE49-F238E27FC236}">
                <a16:creationId xmlns:a16="http://schemas.microsoft.com/office/drawing/2014/main" id="{C92FA857-FE04-3C90-6A7F-F64DD4CA14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313" y="2689225"/>
            <a:ext cx="360362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1EB19DA5-922C-7D51-89C9-15EE5AE40F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6150" y="3481388"/>
            <a:ext cx="4333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D415BA56-0134-CED1-43C9-6CEB5E008D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7013" y="4418013"/>
            <a:ext cx="360362" cy="503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3E4E3510-98D6-FA38-137B-AD7C168B2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0475" y="2689225"/>
            <a:ext cx="2159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9FDB51F0-F7EF-C988-2543-0D074970A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3481388"/>
            <a:ext cx="2159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347343C-C69E-F188-5275-A146D36AF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3481388"/>
            <a:ext cx="287337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8A3D4495-77AD-FED6-DD97-974A5919D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713" y="4418013"/>
            <a:ext cx="360362" cy="503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DBF48BFB-A8CA-AFC6-C657-62F5ECE1B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113" y="4418013"/>
            <a:ext cx="288925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DB83FC00-A8F2-78FB-CFA0-E42C1F10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5654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3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7CA30E08-4BFB-5B61-6AD5-5FBC36BEA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26177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8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AD6FD33B-888B-15D8-2DBF-1836DABD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340995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11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1757B9CC-A94A-5661-AB44-C172DB70B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34099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336EF0A8-77CC-5DC1-1C56-3CA9F8850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340995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10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1E5083EA-9444-ECA3-E1A9-FDCC3D3D0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38" y="44894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07F55843-055B-C585-A4FE-3219DFD65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4180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7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7757578B-CA48-3B35-5A15-9FFA05C1E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44180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29" name="Oval 29">
            <a:extLst>
              <a:ext uri="{FF2B5EF4-FFF2-40B4-BE49-F238E27FC236}">
                <a16:creationId xmlns:a16="http://schemas.microsoft.com/office/drawing/2014/main" id="{DD84B177-D8A8-2BC4-7D31-075ED4F56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4" y="4910137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1</a:t>
            </a:r>
          </a:p>
        </p:txBody>
      </p:sp>
      <p:sp>
        <p:nvSpPr>
          <p:cNvPr id="30" name="Oval 30">
            <a:extLst>
              <a:ext uri="{FF2B5EF4-FFF2-40B4-BE49-F238E27FC236}">
                <a16:creationId xmlns:a16="http://schemas.microsoft.com/office/drawing/2014/main" id="{DF5AEFBF-34BD-81EB-FAFB-D9079660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4" y="4910137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2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23E0D10C-5668-1D77-A87A-7222CEE3A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2" y="4910137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3</a:t>
            </a:r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B1C994E6-B507-DA86-74BB-6E98ED78D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2" y="4910137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6</a:t>
            </a:r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29836022-3F72-1376-60BF-FB5508FC2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302" y="4910137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4</a:t>
            </a: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EE31D166-082F-E66C-3B08-A462A201A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2" y="4910137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7</a:t>
            </a:r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596FABEC-6318-F8E3-6198-D0080C5F3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289" y="4910137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8</a:t>
            </a:r>
          </a:p>
        </p:txBody>
      </p:sp>
      <p:sp>
        <p:nvSpPr>
          <p:cNvPr id="36" name="Oval 36">
            <a:extLst>
              <a:ext uri="{FF2B5EF4-FFF2-40B4-BE49-F238E27FC236}">
                <a16:creationId xmlns:a16="http://schemas.microsoft.com/office/drawing/2014/main" id="{CF1EF02A-C667-8374-B91A-5831B4B5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989" y="4910137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5</a:t>
            </a:r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AC00D07E-72AA-105F-5A53-AA6272263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7202" y="4910137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9</a:t>
            </a:r>
          </a:p>
        </p:txBody>
      </p:sp>
      <p:sp>
        <p:nvSpPr>
          <p:cNvPr id="42" name="Oval 42">
            <a:extLst>
              <a:ext uri="{FF2B5EF4-FFF2-40B4-BE49-F238E27FC236}">
                <a16:creationId xmlns:a16="http://schemas.microsoft.com/office/drawing/2014/main" id="{040E778B-E5EE-AC6A-B0A0-4852A5027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7" y="3543300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1</a:t>
            </a:r>
            <a:endParaRPr lang="en-US" altLang="zh-TW"/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6D36E411-291D-089F-237E-06B8C118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9" y="3543300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2</a:t>
            </a:r>
            <a:endParaRPr lang="en-US" altLang="zh-TW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5B1BACC1-50DB-506F-B8E2-F2C4B43B4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052" y="3543300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3</a:t>
            </a:r>
            <a:endParaRPr lang="en-US" altLang="zh-TW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9D489ED3-EE99-2F0C-C0D0-0F771BAAA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914" y="3543300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4</a:t>
            </a:r>
            <a:endParaRPr lang="en-US" altLang="zh-TW"/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5DE77B10-0A7E-BDCC-B413-88F2D31961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7864" y="4046537"/>
            <a:ext cx="8636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" name="Line 47">
            <a:extLst>
              <a:ext uri="{FF2B5EF4-FFF2-40B4-BE49-F238E27FC236}">
                <a16:creationId xmlns:a16="http://schemas.microsoft.com/office/drawing/2014/main" id="{68CB8363-6901-CF3B-DFF9-D005A16FFB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5564" y="4117975"/>
            <a:ext cx="3603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B4101643-8467-63C1-172C-8B02F57DA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6289" y="4046537"/>
            <a:ext cx="57467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" name="Line 49">
            <a:extLst>
              <a:ext uri="{FF2B5EF4-FFF2-40B4-BE49-F238E27FC236}">
                <a16:creationId xmlns:a16="http://schemas.microsoft.com/office/drawing/2014/main" id="{9FBD4729-C873-36D4-950C-5027998333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0964" y="4117975"/>
            <a:ext cx="1444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0" name="Line 50">
            <a:extLst>
              <a:ext uri="{FF2B5EF4-FFF2-40B4-BE49-F238E27FC236}">
                <a16:creationId xmlns:a16="http://schemas.microsoft.com/office/drawing/2014/main" id="{96DCE85E-5DA3-631B-238B-5FF4675442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50252" y="4046537"/>
            <a:ext cx="5762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" name="Line 51">
            <a:extLst>
              <a:ext uri="{FF2B5EF4-FFF2-40B4-BE49-F238E27FC236}">
                <a16:creationId xmlns:a16="http://schemas.microsoft.com/office/drawing/2014/main" id="{6E312AA5-82D8-8E8C-4714-FAC3D98303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26514" y="4117975"/>
            <a:ext cx="14287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1FB6624B-1D53-C2A3-8B6F-85F28BEA21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285289" y="4117975"/>
            <a:ext cx="2889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9DCDDA74-9AE8-E4FC-65EF-3FD0F50015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93352" y="4117975"/>
            <a:ext cx="1444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4" name="Line 54">
            <a:extLst>
              <a:ext uri="{FF2B5EF4-FFF2-40B4-BE49-F238E27FC236}">
                <a16:creationId xmlns:a16="http://schemas.microsoft.com/office/drawing/2014/main" id="{3F81FE88-1512-D4A0-BFCE-CE68561F05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725152" y="4046537"/>
            <a:ext cx="1444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2DEC1B0C-9688-96E1-91EA-77F6BF7E1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7" y="4079081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3</a:t>
            </a: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1FEC431A-22A4-FEFD-A79E-6986FB4F2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777" y="433546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3</a:t>
            </a: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BA8A3335-2B46-B1F7-E9AF-AD0308C48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7" y="419100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</a:p>
        </p:txBody>
      </p:sp>
      <p:sp>
        <p:nvSpPr>
          <p:cNvPr id="58" name="Text Box 58">
            <a:extLst>
              <a:ext uri="{FF2B5EF4-FFF2-40B4-BE49-F238E27FC236}">
                <a16:creationId xmlns:a16="http://schemas.microsoft.com/office/drawing/2014/main" id="{4EA502BE-30D0-FF53-7658-8B6E034C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4" y="433546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5E902C16-0F78-5A53-671F-96C6074C5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9" y="426243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676B60A1-D1B0-ABB7-B506-FEF68A145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514" y="440690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CBF15AB7-8EAB-6C77-56E5-23386A7E6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4" y="426243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7</a:t>
            </a:r>
          </a:p>
        </p:txBody>
      </p:sp>
      <p:sp>
        <p:nvSpPr>
          <p:cNvPr id="62" name="Text Box 62">
            <a:extLst>
              <a:ext uri="{FF2B5EF4-FFF2-40B4-BE49-F238E27FC236}">
                <a16:creationId xmlns:a16="http://schemas.microsoft.com/office/drawing/2014/main" id="{960498D2-6541-11DD-203E-45A9BF032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0477" y="426243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  <p:sp>
        <p:nvSpPr>
          <p:cNvPr id="63" name="Text Box 63">
            <a:extLst>
              <a:ext uri="{FF2B5EF4-FFF2-40B4-BE49-F238E27FC236}">
                <a16:creationId xmlns:a16="http://schemas.microsoft.com/office/drawing/2014/main" id="{2EF87742-2871-11F8-76A9-27FEB497A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5152" y="433546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8500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6993D-7205-7C5F-74F9-939CB62F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Boruvka</a:t>
            </a:r>
            <a:r>
              <a:rPr lang="en-US" altLang="zh-TW" dirty="0"/>
              <a:t> Tree (3/3)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9A715-B978-20F0-504F-3021B9AD0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3" name="Oval 14">
            <a:extLst>
              <a:ext uri="{FF2B5EF4-FFF2-40B4-BE49-F238E27FC236}">
                <a16:creationId xmlns:a16="http://schemas.microsoft.com/office/drawing/2014/main" id="{FCC9697E-E3F7-B114-ADA6-0E9789E1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2090738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</a:p>
        </p:txBody>
      </p:sp>
      <p:sp>
        <p:nvSpPr>
          <p:cNvPr id="44" name="Oval 15">
            <a:extLst>
              <a:ext uri="{FF2B5EF4-FFF2-40B4-BE49-F238E27FC236}">
                <a16:creationId xmlns:a16="http://schemas.microsoft.com/office/drawing/2014/main" id="{B1137DDA-9DAC-1F73-92D4-19DA49C2B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4899025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1</a:t>
            </a:r>
          </a:p>
        </p:txBody>
      </p:sp>
      <p:sp>
        <p:nvSpPr>
          <p:cNvPr id="45" name="Oval 16">
            <a:extLst>
              <a:ext uri="{FF2B5EF4-FFF2-40B4-BE49-F238E27FC236}">
                <a16:creationId xmlns:a16="http://schemas.microsoft.com/office/drawing/2014/main" id="{6D3C5352-48C7-2F72-B6D7-75D9E8BB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4899025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2</a:t>
            </a:r>
          </a:p>
        </p:txBody>
      </p:sp>
      <p:sp>
        <p:nvSpPr>
          <p:cNvPr id="46" name="Oval 17">
            <a:extLst>
              <a:ext uri="{FF2B5EF4-FFF2-40B4-BE49-F238E27FC236}">
                <a16:creationId xmlns:a16="http://schemas.microsoft.com/office/drawing/2014/main" id="{422305AE-8FAE-A3B2-1AB0-0DD1633EC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4899025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3</a:t>
            </a:r>
          </a:p>
        </p:txBody>
      </p:sp>
      <p:sp>
        <p:nvSpPr>
          <p:cNvPr id="47" name="Oval 18">
            <a:extLst>
              <a:ext uri="{FF2B5EF4-FFF2-40B4-BE49-F238E27FC236}">
                <a16:creationId xmlns:a16="http://schemas.microsoft.com/office/drawing/2014/main" id="{C7FC4C01-D0D0-7F96-426E-BB8032AE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899025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6</a:t>
            </a:r>
          </a:p>
        </p:txBody>
      </p:sp>
      <p:sp>
        <p:nvSpPr>
          <p:cNvPr id="48" name="Oval 19">
            <a:extLst>
              <a:ext uri="{FF2B5EF4-FFF2-40B4-BE49-F238E27FC236}">
                <a16:creationId xmlns:a16="http://schemas.microsoft.com/office/drawing/2014/main" id="{39896656-AD37-0972-C5F3-09F975D49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4899025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4</a:t>
            </a:r>
          </a:p>
        </p:txBody>
      </p:sp>
      <p:sp>
        <p:nvSpPr>
          <p:cNvPr id="49" name="Oval 20">
            <a:extLst>
              <a:ext uri="{FF2B5EF4-FFF2-40B4-BE49-F238E27FC236}">
                <a16:creationId xmlns:a16="http://schemas.microsoft.com/office/drawing/2014/main" id="{A4172C79-9B73-709B-E77C-05A1BCDCD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4899025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7</a:t>
            </a:r>
          </a:p>
        </p:txBody>
      </p:sp>
      <p:sp>
        <p:nvSpPr>
          <p:cNvPr id="50" name="Oval 21">
            <a:extLst>
              <a:ext uri="{FF2B5EF4-FFF2-40B4-BE49-F238E27FC236}">
                <a16:creationId xmlns:a16="http://schemas.microsoft.com/office/drawing/2014/main" id="{DCB138C3-5B78-27D5-8D29-4C66FCB6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4899025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dirty="0"/>
              <a:t>8</a:t>
            </a:r>
          </a:p>
        </p:txBody>
      </p:sp>
      <p:sp>
        <p:nvSpPr>
          <p:cNvPr id="51" name="Oval 22">
            <a:extLst>
              <a:ext uri="{FF2B5EF4-FFF2-40B4-BE49-F238E27FC236}">
                <a16:creationId xmlns:a16="http://schemas.microsoft.com/office/drawing/2014/main" id="{A3CB5C6B-4640-A0E5-B968-83AC3D20C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4899025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5</a:t>
            </a:r>
          </a:p>
        </p:txBody>
      </p:sp>
      <p:sp>
        <p:nvSpPr>
          <p:cNvPr id="52" name="Oval 23">
            <a:extLst>
              <a:ext uri="{FF2B5EF4-FFF2-40B4-BE49-F238E27FC236}">
                <a16:creationId xmlns:a16="http://schemas.microsoft.com/office/drawing/2014/main" id="{D1D9A53A-6FBA-D114-6C96-8AC4F5109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4913" y="4899025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9</a:t>
            </a:r>
          </a:p>
        </p:txBody>
      </p:sp>
      <p:sp>
        <p:nvSpPr>
          <p:cNvPr id="53" name="Oval 24">
            <a:extLst>
              <a:ext uri="{FF2B5EF4-FFF2-40B4-BE49-F238E27FC236}">
                <a16:creationId xmlns:a16="http://schemas.microsoft.com/office/drawing/2014/main" id="{3EE51DC8-647F-7C29-E8C9-190597588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3532188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dirty="0"/>
              <a:t>t</a:t>
            </a:r>
            <a:r>
              <a:rPr lang="en-US" altLang="zh-TW" baseline="-25000" dirty="0"/>
              <a:t>1</a:t>
            </a:r>
            <a:endParaRPr lang="en-US" altLang="zh-TW" dirty="0"/>
          </a:p>
        </p:txBody>
      </p:sp>
      <p:sp>
        <p:nvSpPr>
          <p:cNvPr id="54" name="Oval 25">
            <a:extLst>
              <a:ext uri="{FF2B5EF4-FFF2-40B4-BE49-F238E27FC236}">
                <a16:creationId xmlns:a16="http://schemas.microsoft.com/office/drawing/2014/main" id="{F46E9596-26BC-62DB-C4F0-FA8D8D2D8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532188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2</a:t>
            </a:r>
            <a:endParaRPr lang="en-US" altLang="zh-TW"/>
          </a:p>
        </p:txBody>
      </p:sp>
      <p:sp>
        <p:nvSpPr>
          <p:cNvPr id="55" name="Oval 26">
            <a:extLst>
              <a:ext uri="{FF2B5EF4-FFF2-40B4-BE49-F238E27FC236}">
                <a16:creationId xmlns:a16="http://schemas.microsoft.com/office/drawing/2014/main" id="{329830D2-ED9C-DE5F-5BC7-D1280547B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3532188"/>
            <a:ext cx="576262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3</a:t>
            </a:r>
            <a:endParaRPr lang="en-US" altLang="zh-TW"/>
          </a:p>
        </p:txBody>
      </p:sp>
      <p:sp>
        <p:nvSpPr>
          <p:cNvPr id="56" name="Oval 27">
            <a:extLst>
              <a:ext uri="{FF2B5EF4-FFF2-40B4-BE49-F238E27FC236}">
                <a16:creationId xmlns:a16="http://schemas.microsoft.com/office/drawing/2014/main" id="{D0F91685-7E55-0082-0DBA-6768A069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25" y="3532188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4</a:t>
            </a:r>
            <a:endParaRPr lang="en-US" altLang="zh-TW"/>
          </a:p>
        </p:txBody>
      </p:sp>
      <p:sp>
        <p:nvSpPr>
          <p:cNvPr id="57" name="Line 28">
            <a:extLst>
              <a:ext uri="{FF2B5EF4-FFF2-40B4-BE49-F238E27FC236}">
                <a16:creationId xmlns:a16="http://schemas.microsoft.com/office/drawing/2014/main" id="{BB3D6448-AA6D-6CD2-5DEF-0F32F8AFB3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5575" y="4035425"/>
            <a:ext cx="8636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8" name="Line 29">
            <a:extLst>
              <a:ext uri="{FF2B5EF4-FFF2-40B4-BE49-F238E27FC236}">
                <a16:creationId xmlns:a16="http://schemas.microsoft.com/office/drawing/2014/main" id="{97715E7C-6C64-FFD3-6EC8-B222D63F6D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3275" y="4106863"/>
            <a:ext cx="3603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" name="Line 30">
            <a:extLst>
              <a:ext uri="{FF2B5EF4-FFF2-40B4-BE49-F238E27FC236}">
                <a16:creationId xmlns:a16="http://schemas.microsoft.com/office/drawing/2014/main" id="{C30B2DA1-7616-4050-A52C-D13A06877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035425"/>
            <a:ext cx="57467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0" name="Line 31">
            <a:extLst>
              <a:ext uri="{FF2B5EF4-FFF2-40B4-BE49-F238E27FC236}">
                <a16:creationId xmlns:a16="http://schemas.microsoft.com/office/drawing/2014/main" id="{71711E7F-C69A-0A85-1EB9-0571F726D1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8675" y="4106863"/>
            <a:ext cx="1444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" name="Line 32">
            <a:extLst>
              <a:ext uri="{FF2B5EF4-FFF2-40B4-BE49-F238E27FC236}">
                <a16:creationId xmlns:a16="http://schemas.microsoft.com/office/drawing/2014/main" id="{80B1BEAD-9123-6467-CADE-4CFB512226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7963" y="4035425"/>
            <a:ext cx="5762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2" name="Line 33">
            <a:extLst>
              <a:ext uri="{FF2B5EF4-FFF2-40B4-BE49-F238E27FC236}">
                <a16:creationId xmlns:a16="http://schemas.microsoft.com/office/drawing/2014/main" id="{1C455211-D454-44E7-B884-552EF9DED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4225" y="4106863"/>
            <a:ext cx="14287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3" name="Line 34">
            <a:extLst>
              <a:ext uri="{FF2B5EF4-FFF2-40B4-BE49-F238E27FC236}">
                <a16:creationId xmlns:a16="http://schemas.microsoft.com/office/drawing/2014/main" id="{16578023-D2A9-FFA4-E2ED-5A21D72D99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3000" y="4106863"/>
            <a:ext cx="2889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4" name="Line 35">
            <a:extLst>
              <a:ext uri="{FF2B5EF4-FFF2-40B4-BE49-F238E27FC236}">
                <a16:creationId xmlns:a16="http://schemas.microsoft.com/office/drawing/2014/main" id="{E85BE48B-7DDB-513B-CA82-EDB8FE8C9E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1063" y="4106863"/>
            <a:ext cx="1444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" name="Line 36">
            <a:extLst>
              <a:ext uri="{FF2B5EF4-FFF2-40B4-BE49-F238E27FC236}">
                <a16:creationId xmlns:a16="http://schemas.microsoft.com/office/drawing/2014/main" id="{FEA7E1F0-A67B-18FE-4E98-9E13196CB8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32863" y="4035425"/>
            <a:ext cx="1444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6" name="Text Box 37">
            <a:extLst>
              <a:ext uri="{FF2B5EF4-FFF2-40B4-BE49-F238E27FC236}">
                <a16:creationId xmlns:a16="http://schemas.microsoft.com/office/drawing/2014/main" id="{CED2A0F7-6B2F-F39F-0832-5A11937B6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9569" y="399653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3</a:t>
            </a:r>
          </a:p>
        </p:txBody>
      </p:sp>
      <p:sp>
        <p:nvSpPr>
          <p:cNvPr id="67" name="Text Box 38">
            <a:extLst>
              <a:ext uri="{FF2B5EF4-FFF2-40B4-BE49-F238E27FC236}">
                <a16:creationId xmlns:a16="http://schemas.microsoft.com/office/drawing/2014/main" id="{76A2192F-D30E-823D-0FCC-87EF173F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182" y="43243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3</a:t>
            </a:r>
          </a:p>
        </p:txBody>
      </p:sp>
      <p:sp>
        <p:nvSpPr>
          <p:cNvPr id="68" name="Text Box 39">
            <a:extLst>
              <a:ext uri="{FF2B5EF4-FFF2-40B4-BE49-F238E27FC236}">
                <a16:creationId xmlns:a16="http://schemas.microsoft.com/office/drawing/2014/main" id="{87B897A7-DF7E-1DED-457D-AA7C44F1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438" y="4179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</a:p>
        </p:txBody>
      </p:sp>
      <p:sp>
        <p:nvSpPr>
          <p:cNvPr id="69" name="Text Box 40">
            <a:extLst>
              <a:ext uri="{FF2B5EF4-FFF2-40B4-BE49-F238E27FC236}">
                <a16:creationId xmlns:a16="http://schemas.microsoft.com/office/drawing/2014/main" id="{CD0E1821-1E81-6160-1DB2-A778F29BE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43243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4</a:t>
            </a:r>
          </a:p>
        </p:txBody>
      </p:sp>
      <p:sp>
        <p:nvSpPr>
          <p:cNvPr id="70" name="Text Box 41">
            <a:extLst>
              <a:ext uri="{FF2B5EF4-FFF2-40B4-BE49-F238E27FC236}">
                <a16:creationId xmlns:a16="http://schemas.microsoft.com/office/drawing/2014/main" id="{E5A221BB-7388-E3C8-FC3E-5BFEF5113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2513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71" name="Text Box 42">
            <a:extLst>
              <a:ext uri="{FF2B5EF4-FFF2-40B4-BE49-F238E27FC236}">
                <a16:creationId xmlns:a16="http://schemas.microsoft.com/office/drawing/2014/main" id="{9A312C2D-770E-3D6F-1664-86EEDE35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43957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</a:p>
        </p:txBody>
      </p:sp>
      <p:sp>
        <p:nvSpPr>
          <p:cNvPr id="72" name="Text Box 43">
            <a:extLst>
              <a:ext uri="{FF2B5EF4-FFF2-40B4-BE49-F238E27FC236}">
                <a16:creationId xmlns:a16="http://schemas.microsoft.com/office/drawing/2014/main" id="{08BA8306-1FF1-0850-4402-37F890EE0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6025" y="42513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7</a:t>
            </a:r>
          </a:p>
        </p:txBody>
      </p:sp>
      <p:sp>
        <p:nvSpPr>
          <p:cNvPr id="73" name="Text Box 44">
            <a:extLst>
              <a:ext uri="{FF2B5EF4-FFF2-40B4-BE49-F238E27FC236}">
                <a16:creationId xmlns:a16="http://schemas.microsoft.com/office/drawing/2014/main" id="{D18CB9BF-B793-908E-3B3C-5C4089919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188" y="42513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  <p:sp>
        <p:nvSpPr>
          <p:cNvPr id="74" name="Text Box 45">
            <a:extLst>
              <a:ext uri="{FF2B5EF4-FFF2-40B4-BE49-F238E27FC236}">
                <a16:creationId xmlns:a16="http://schemas.microsoft.com/office/drawing/2014/main" id="{FC9FEF39-A1D5-41AF-55EB-DF4BD3DE5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863" y="43243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9</a:t>
            </a:r>
          </a:p>
        </p:txBody>
      </p:sp>
      <p:sp>
        <p:nvSpPr>
          <p:cNvPr id="75" name="Line 46">
            <a:extLst>
              <a:ext uri="{FF2B5EF4-FFF2-40B4-BE49-F238E27FC236}">
                <a16:creationId xmlns:a16="http://schemas.microsoft.com/office/drawing/2014/main" id="{2553927D-2545-E921-04E7-A9F0712576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9538" y="2524125"/>
            <a:ext cx="1223962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6" name="Line 47">
            <a:extLst>
              <a:ext uri="{FF2B5EF4-FFF2-40B4-BE49-F238E27FC236}">
                <a16:creationId xmlns:a16="http://schemas.microsoft.com/office/drawing/2014/main" id="{11A08DDF-6194-163E-A73D-9A8DFCC6C2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7600" y="2667000"/>
            <a:ext cx="503238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" name="Line 48">
            <a:extLst>
              <a:ext uri="{FF2B5EF4-FFF2-40B4-BE49-F238E27FC236}">
                <a16:creationId xmlns:a16="http://schemas.microsoft.com/office/drawing/2014/main" id="{4B2CD13F-517C-B43D-A7AE-9810346F6B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16738" y="2595563"/>
            <a:ext cx="2889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8" name="Line 49">
            <a:extLst>
              <a:ext uri="{FF2B5EF4-FFF2-40B4-BE49-F238E27FC236}">
                <a16:creationId xmlns:a16="http://schemas.microsoft.com/office/drawing/2014/main" id="{42BAF6B5-29E2-8CD8-75C5-5D46A65A0E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89763" y="2451100"/>
            <a:ext cx="1655762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9" name="Text Box 50">
            <a:extLst>
              <a:ext uri="{FF2B5EF4-FFF2-40B4-BE49-F238E27FC236}">
                <a16:creationId xmlns:a16="http://schemas.microsoft.com/office/drawing/2014/main" id="{D3B3E120-1B7D-6E87-5D63-1DA77F038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338" y="28114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8</a:t>
            </a:r>
          </a:p>
        </p:txBody>
      </p:sp>
      <p:sp>
        <p:nvSpPr>
          <p:cNvPr id="80" name="Text Box 51">
            <a:extLst>
              <a:ext uri="{FF2B5EF4-FFF2-40B4-BE49-F238E27FC236}">
                <a16:creationId xmlns:a16="http://schemas.microsoft.com/office/drawing/2014/main" id="{5AB1D6B8-E8E3-2569-A6FC-9154CD06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063" y="29559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8</a:t>
            </a:r>
          </a:p>
        </p:txBody>
      </p:sp>
      <p:sp>
        <p:nvSpPr>
          <p:cNvPr id="81" name="Text Box 52">
            <a:extLst>
              <a:ext uri="{FF2B5EF4-FFF2-40B4-BE49-F238E27FC236}">
                <a16:creationId xmlns:a16="http://schemas.microsoft.com/office/drawing/2014/main" id="{7CC770EF-0398-45CC-DBF4-FD3679134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200" y="29559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11</a:t>
            </a:r>
          </a:p>
        </p:txBody>
      </p:sp>
      <p:sp>
        <p:nvSpPr>
          <p:cNvPr id="82" name="Text Box 53">
            <a:extLst>
              <a:ext uri="{FF2B5EF4-FFF2-40B4-BE49-F238E27FC236}">
                <a16:creationId xmlns:a16="http://schemas.microsoft.com/office/drawing/2014/main" id="{AB894442-5160-C05C-F992-5F8F72207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3363" y="28114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10</a:t>
            </a:r>
          </a:p>
        </p:txBody>
      </p:sp>
      <p:sp>
        <p:nvSpPr>
          <p:cNvPr id="83" name="Oval 4">
            <a:extLst>
              <a:ext uri="{FF2B5EF4-FFF2-40B4-BE49-F238E27FC236}">
                <a16:creationId xmlns:a16="http://schemas.microsoft.com/office/drawing/2014/main" id="{D7156671-3D3D-0E40-0277-04A6E37F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2235200"/>
            <a:ext cx="576263" cy="576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1</a:t>
            </a:r>
            <a:endParaRPr lang="en-US" altLang="zh-TW"/>
          </a:p>
        </p:txBody>
      </p:sp>
      <p:sp>
        <p:nvSpPr>
          <p:cNvPr id="84" name="Oval 5">
            <a:extLst>
              <a:ext uri="{FF2B5EF4-FFF2-40B4-BE49-F238E27FC236}">
                <a16:creationId xmlns:a16="http://schemas.microsoft.com/office/drawing/2014/main" id="{B3EDC4A6-DA22-B4F6-5D43-B83551CB0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3459162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2</a:t>
            </a:r>
            <a:endParaRPr lang="en-US" altLang="zh-TW"/>
          </a:p>
        </p:txBody>
      </p:sp>
      <p:sp>
        <p:nvSpPr>
          <p:cNvPr id="85" name="Oval 6">
            <a:extLst>
              <a:ext uri="{FF2B5EF4-FFF2-40B4-BE49-F238E27FC236}">
                <a16:creationId xmlns:a16="http://schemas.microsoft.com/office/drawing/2014/main" id="{A5B978D0-3A6F-8AA5-C6DB-552AD00C3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3459162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3</a:t>
            </a:r>
            <a:endParaRPr lang="en-US" altLang="zh-TW"/>
          </a:p>
        </p:txBody>
      </p:sp>
      <p:sp>
        <p:nvSpPr>
          <p:cNvPr id="86" name="Oval 7">
            <a:extLst>
              <a:ext uri="{FF2B5EF4-FFF2-40B4-BE49-F238E27FC236}">
                <a16:creationId xmlns:a16="http://schemas.microsoft.com/office/drawing/2014/main" id="{225DE91E-EE22-F23B-277B-82BCF7886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3459162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t</a:t>
            </a:r>
            <a:r>
              <a:rPr lang="en-US" altLang="zh-TW" baseline="-25000"/>
              <a:t>4</a:t>
            </a:r>
            <a:endParaRPr lang="en-US" altLang="zh-TW"/>
          </a:p>
        </p:txBody>
      </p:sp>
      <p:sp>
        <p:nvSpPr>
          <p:cNvPr id="87" name="Line 8">
            <a:extLst>
              <a:ext uri="{FF2B5EF4-FFF2-40B4-BE49-F238E27FC236}">
                <a16:creationId xmlns:a16="http://schemas.microsoft.com/office/drawing/2014/main" id="{500C74B6-3886-B037-CDCA-013CCEE70C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7300" y="2809875"/>
            <a:ext cx="576263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8" name="Line 9">
            <a:extLst>
              <a:ext uri="{FF2B5EF4-FFF2-40B4-BE49-F238E27FC236}">
                <a16:creationId xmlns:a16="http://schemas.microsoft.com/office/drawing/2014/main" id="{C1AB6C86-52EE-8F74-7F2F-B70768D787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3925" y="2809875"/>
            <a:ext cx="71438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9" name="Line 10">
            <a:extLst>
              <a:ext uri="{FF2B5EF4-FFF2-40B4-BE49-F238E27FC236}">
                <a16:creationId xmlns:a16="http://schemas.microsoft.com/office/drawing/2014/main" id="{18BD9E3A-B4AC-5489-C2F3-6F85913267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65363" y="2738437"/>
            <a:ext cx="10080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" name="Text Box 11">
            <a:extLst>
              <a:ext uri="{FF2B5EF4-FFF2-40B4-BE49-F238E27FC236}">
                <a16:creationId xmlns:a16="http://schemas.microsoft.com/office/drawing/2014/main" id="{51E5A442-0F81-EF6C-E1C3-A389ADE9F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288290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8</a:t>
            </a:r>
          </a:p>
        </p:txBody>
      </p:sp>
      <p:sp>
        <p:nvSpPr>
          <p:cNvPr id="91" name="Text Box 12">
            <a:extLst>
              <a:ext uri="{FF2B5EF4-FFF2-40B4-BE49-F238E27FC236}">
                <a16:creationId xmlns:a16="http://schemas.microsoft.com/office/drawing/2014/main" id="{C93EA57A-9046-75F1-FC8E-BAA459296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295433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11</a:t>
            </a:r>
          </a:p>
        </p:txBody>
      </p:sp>
      <p:sp>
        <p:nvSpPr>
          <p:cNvPr id="92" name="Text Box 13">
            <a:extLst>
              <a:ext uri="{FF2B5EF4-FFF2-40B4-BE49-F238E27FC236}">
                <a16:creationId xmlns:a16="http://schemas.microsoft.com/office/drawing/2014/main" id="{072ECA77-83CE-07F0-AB0F-D1639A754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302736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1114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AB9CC-681D-DC3D-BEBA-822CBE44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4"/>
            <a:ext cx="10515600" cy="1325563"/>
          </a:xfrm>
        </p:spPr>
        <p:txBody>
          <a:bodyPr/>
          <a:lstStyle/>
          <a:p>
            <a:r>
              <a:rPr lang="en-US" altLang="zh-TW" dirty="0"/>
              <a:t>Node Labels and Edge Tags (1/3)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3EAD2C-54D8-1BBF-A5A1-69C81A87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676"/>
            <a:ext cx="10515600" cy="4967288"/>
          </a:xfrm>
        </p:spPr>
        <p:txBody>
          <a:bodyPr/>
          <a:lstStyle/>
          <a:p>
            <a:r>
              <a:rPr lang="en-US" altLang="zh-TW" dirty="0"/>
              <a:t>n: num of leaves </a:t>
            </a:r>
          </a:p>
          <a:p>
            <a:r>
              <a:rPr lang="en-US" altLang="zh-TW" dirty="0"/>
              <a:t>label: O(log n) bit</a:t>
            </a:r>
          </a:p>
          <a:p>
            <a:r>
              <a:rPr lang="en-US" altLang="zh-TW" dirty="0"/>
              <a:t>tag: O(loglog n) bit</a:t>
            </a:r>
            <a:endParaRPr lang="zh-TW" altLang="en-US" dirty="0"/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EC4FB50E-1993-BFE1-6AB7-FE4C97893D39}"/>
              </a:ext>
            </a:extLst>
          </p:cNvPr>
          <p:cNvGrpSpPr/>
          <p:nvPr/>
        </p:nvGrpSpPr>
        <p:grpSpPr>
          <a:xfrm>
            <a:off x="3003370" y="562237"/>
            <a:ext cx="8350430" cy="5733525"/>
            <a:chOff x="395288" y="274638"/>
            <a:chExt cx="8569325" cy="5661025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4F31719-E8F0-CB70-0916-056210B8D8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274638"/>
              <a:ext cx="8229600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US" altLang="zh-TW" dirty="0"/>
            </a:p>
          </p:txBody>
        </p:sp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2F90BA11-0A90-3D42-E924-89EDD85C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989138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DEF8CE9F-35A8-28BA-615E-AE9164DB0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0" y="29257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E2CE7191-24C1-AE7A-A5CB-BFBDC8FB3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29972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D8986418-74EC-7C0D-7B98-3DC606490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B86755D1-7E85-57B5-65C6-4844E5AA7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099681D8-EB8B-978C-8947-55C00C5BD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E7F9C3F2-CA0D-1679-8A7C-639D7550B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B48ADD93-68BF-0873-050A-32703ECD6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BFF08662-5152-4C00-6C37-49E36F3C0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B0DEBEEE-3499-0954-B586-96844C5D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775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34405303-6ADF-5BBB-F73D-BC3CDAC43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4779FEE5-CBDA-12BB-9459-139E5DD8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54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628B34C9-6CE4-C62F-6A0D-00C1F2D6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5300663"/>
              <a:ext cx="360362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4C5DC5D1-807E-C552-7B94-F16318E9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F143F985-77FA-9A4C-6A76-1FE36B0C1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83832CEA-B08D-7213-0A22-08993817D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530225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B2C511E3-D84C-4F17-6A3D-0D366B6E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7D2C81D7-19EE-BC62-1720-7E6C78E7E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475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46D30759-1FF2-52AB-0C90-532600E99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18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D84A278F-CD68-583A-5557-A086EC1EE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5229225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5619EB9-8E62-A6CE-8364-D8CDE03E4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650" y="4365625"/>
              <a:ext cx="503238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08D999C2-3634-925E-A8AE-AAFD25ADC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375" y="4437063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7153267-7FEC-D2D0-FD26-9606362CD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8538" y="4365625"/>
              <a:ext cx="4318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E41AD5C5-31ED-0394-FC85-29EAE1252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238" y="4437063"/>
              <a:ext cx="0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513C610-1D35-38D0-94F3-E42A03864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113" y="4365625"/>
              <a:ext cx="433387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EB56EB1-FB71-CF55-A272-01517696E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638" y="4437063"/>
              <a:ext cx="144462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11922159-21E2-1DAE-115E-187521960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538" y="4437063"/>
              <a:ext cx="288925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1EFDF266-BB0B-04B6-495A-F104BE597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7813" y="3284538"/>
              <a:ext cx="1152525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02837B62-CA8C-2225-EDBE-F4CD50B8E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357563"/>
              <a:ext cx="0" cy="719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9482ACC-020F-67C0-D053-2AF891C1C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3284538"/>
              <a:ext cx="1296988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2A910F86-7858-F253-4AC4-60D4C23FD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7675" y="2276475"/>
              <a:ext cx="15843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BC8004A9-3748-CCDD-C69C-A995BE8A0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0775" y="2276475"/>
              <a:ext cx="1584325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3F8EB73B-38BA-7FE0-2CC8-D37B25DAE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8838" y="3357563"/>
              <a:ext cx="576262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11900271-61ED-DF26-50B9-886BB1E78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63" y="3357563"/>
              <a:ext cx="9366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01B84D49-BFB1-948B-1AC8-ABCC0C3A66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7038" y="4365625"/>
              <a:ext cx="2159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ED403377-FEEE-3F6D-CAAB-497E741CC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365625"/>
              <a:ext cx="2889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15BD6BF4-A0EE-184D-029F-51C255B39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950" y="4292600"/>
              <a:ext cx="503238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39462C5B-1526-7588-493B-845A31847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67625" y="4365625"/>
              <a:ext cx="730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305BCDA1-731E-07E7-1A73-35B76F961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5113" y="4294188"/>
              <a:ext cx="431800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96687081-92DD-2EC4-BFE2-24E2BF288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83C0B52E-1596-E619-8195-0E8A4809F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15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2</a:t>
              </a:r>
              <a:r>
                <a:rPr lang="en-US" altLang="zh-TW" sz="1200"/>
                <a:t>(0010)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7ADD68C5-D1C2-484B-5019-F4C9F9786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1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</a:t>
              </a:r>
              <a:r>
                <a:rPr lang="en-US" altLang="zh-TW" sz="1200"/>
                <a:t>(0001)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AD4911EF-E2D8-CD80-F296-37B1FECAE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5</a:t>
              </a:r>
              <a:r>
                <a:rPr lang="en-US" altLang="zh-TW" sz="1200"/>
                <a:t>(0101)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EC6779DE-F482-52AB-330D-03489E432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3</a:t>
              </a:r>
              <a:r>
                <a:rPr lang="en-US" altLang="zh-TW" sz="1200"/>
                <a:t>(0011)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23C51723-A538-DD0B-C797-388343683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365E1A7E-C020-A95F-9DA9-380D83C6C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C1B1BBFA-5658-FCB0-55A3-C698494A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7</a:t>
              </a:r>
              <a:r>
                <a:rPr lang="en-US" altLang="zh-TW" sz="1200"/>
                <a:t>(0111)</a:t>
              </a: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37FE1BFC-59D1-D002-DF46-2BA1D2A0E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B9D81908-9B2D-5C1E-C660-82FDE4791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9</a:t>
              </a:r>
              <a:r>
                <a:rPr lang="en-US" altLang="zh-TW" sz="1200"/>
                <a:t>(1001)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EC7F6B32-75A4-6D55-F068-AB29B3E32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288" y="56610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B401BF52-B563-FDD5-D67F-41F5D1FB9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50" y="5661025"/>
              <a:ext cx="79216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11</a:t>
              </a:r>
              <a:r>
                <a:rPr lang="en-US" altLang="zh-TW" sz="1200"/>
                <a:t>(1011)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E5C80F85-3E0C-61C6-6005-36A8D4E8D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3" y="38020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3A24E24-A721-BFEC-7264-C9C1F37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475" y="27225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4710E31F-2A51-85B3-FEDC-801002582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738" y="17732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318B10C9-F52F-FBC6-A09C-1337699A6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488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78D93397-E27B-B473-C569-DCD10BEBC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40052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24E5082A-68D0-AA5F-8C97-4D9CD4790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5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79D5C1F3-E597-9C2D-4AA0-BC0A8779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588" y="39338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A39860F6-486E-D8DF-9251-9EAA3915B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2938" y="292417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72481DBE-63AC-3A1B-17B4-D001AE14B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0&gt;</a:t>
              </a:r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F9327EA1-A1C6-7FC1-C157-14CFC9D48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625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4&gt;</a:t>
              </a:r>
            </a:p>
          </p:txBody>
        </p:sp>
        <p:sp>
          <p:nvSpPr>
            <p:cNvPr id="66" name="Text Box 64">
              <a:extLst>
                <a:ext uri="{FF2B5EF4-FFF2-40B4-BE49-F238E27FC236}">
                  <a16:creationId xmlns:a16="http://schemas.microsoft.com/office/drawing/2014/main" id="{820E7D73-7661-693C-9D49-1E42E715B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67" name="Text Box 65">
              <a:extLst>
                <a:ext uri="{FF2B5EF4-FFF2-40B4-BE49-F238E27FC236}">
                  <a16:creationId xmlns:a16="http://schemas.microsoft.com/office/drawing/2014/main" id="{81985B70-77A0-E96A-2B7C-91CDA2736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0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4&gt;</a:t>
              </a:r>
            </a:p>
          </p:txBody>
        </p:sp>
        <p:sp>
          <p:nvSpPr>
            <p:cNvPr id="68" name="Text Box 66">
              <a:extLst>
                <a:ext uri="{FF2B5EF4-FFF2-40B4-BE49-F238E27FC236}">
                  <a16:creationId xmlns:a16="http://schemas.microsoft.com/office/drawing/2014/main" id="{19CB25AB-15DE-9584-81E3-11CE4278D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4&gt;</a:t>
              </a:r>
            </a:p>
          </p:txBody>
        </p:sp>
        <p:sp>
          <p:nvSpPr>
            <p:cNvPr id="69" name="Text Box 67">
              <a:extLst>
                <a:ext uri="{FF2B5EF4-FFF2-40B4-BE49-F238E27FC236}">
                  <a16:creationId xmlns:a16="http://schemas.microsoft.com/office/drawing/2014/main" id="{3DC29B3B-B423-3E99-093A-055D303BF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8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4C621B56-CA81-7801-40D1-FB78E96D9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0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1" name="Text Box 69">
              <a:extLst>
                <a:ext uri="{FF2B5EF4-FFF2-40B4-BE49-F238E27FC236}">
                  <a16:creationId xmlns:a16="http://schemas.microsoft.com/office/drawing/2014/main" id="{032BAFA4-205A-FD04-6C1C-77BBCFC41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8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5FF3AD8E-C575-FFA1-0D28-9F31EC0DC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9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3" name="Text Box 71">
              <a:extLst>
                <a:ext uri="{FF2B5EF4-FFF2-40B4-BE49-F238E27FC236}">
                  <a16:creationId xmlns:a16="http://schemas.microsoft.com/office/drawing/2014/main" id="{E029BEFE-DD76-6D75-FEE1-91A45BCC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4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4BC5A4F5-836F-1A69-978C-A2D93A6E5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466725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B23F8824-5556-B405-B7B4-32C02F3AB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413" y="495458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8A4FE352-1851-6517-D948-C8B6330A3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3&gt;</a:t>
              </a:r>
            </a:p>
          </p:txBody>
        </p:sp>
        <p:sp>
          <p:nvSpPr>
            <p:cNvPr id="77" name="Text Box 75">
              <a:extLst>
                <a:ext uri="{FF2B5EF4-FFF2-40B4-BE49-F238E27FC236}">
                  <a16:creationId xmlns:a16="http://schemas.microsoft.com/office/drawing/2014/main" id="{94524A7A-436C-BA5F-D786-6117C6B53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1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8" name="Text Box 76">
              <a:extLst>
                <a:ext uri="{FF2B5EF4-FFF2-40B4-BE49-F238E27FC236}">
                  <a16:creationId xmlns:a16="http://schemas.microsoft.com/office/drawing/2014/main" id="{38E4C3DC-1659-4F44-3131-813C0F86F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350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18C1AB63-92D4-11C7-F1FC-E2FCFB44E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47244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0&gt;</a:t>
              </a:r>
            </a:p>
          </p:txBody>
        </p:sp>
        <p:sp>
          <p:nvSpPr>
            <p:cNvPr id="80" name="Text Box 78">
              <a:extLst>
                <a:ext uri="{FF2B5EF4-FFF2-40B4-BE49-F238E27FC236}">
                  <a16:creationId xmlns:a16="http://schemas.microsoft.com/office/drawing/2014/main" id="{824021E7-CD50-A2BF-EAD9-264C016CF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81" name="Text Box 79">
              <a:extLst>
                <a:ext uri="{FF2B5EF4-FFF2-40B4-BE49-F238E27FC236}">
                  <a16:creationId xmlns:a16="http://schemas.microsoft.com/office/drawing/2014/main" id="{E38E3306-E9D7-46FC-BCFF-89F2EFEE3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5" y="35734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3&gt;</a:t>
              </a: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CF3FB69A-3AA1-5427-5AB2-E5D75EE4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0" y="34290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0&gt;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4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AB9CC-681D-DC3D-BEBA-822CBE44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4"/>
            <a:ext cx="10515600" cy="1325563"/>
          </a:xfrm>
        </p:spPr>
        <p:txBody>
          <a:bodyPr/>
          <a:lstStyle/>
          <a:p>
            <a:r>
              <a:rPr lang="en-US" altLang="zh-TW" dirty="0"/>
              <a:t>Node Labels and Edge Tags (2/3)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3EAD2C-54D8-1BBF-A5A1-69C81A87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676"/>
            <a:ext cx="10515600" cy="4967288"/>
          </a:xfrm>
        </p:spPr>
        <p:txBody>
          <a:bodyPr/>
          <a:lstStyle/>
          <a:p>
            <a:r>
              <a:rPr lang="en-US" altLang="zh-TW" dirty="0"/>
              <a:t>the label of w and the position of the rightmost 1 in an ancestor's label determine the ancestor's label</a:t>
            </a:r>
            <a:endParaRPr lang="zh-TW" altLang="en-US" dirty="0"/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EC4FB50E-1993-BFE1-6AB7-FE4C97893D39}"/>
              </a:ext>
            </a:extLst>
          </p:cNvPr>
          <p:cNvGrpSpPr/>
          <p:nvPr/>
        </p:nvGrpSpPr>
        <p:grpSpPr>
          <a:xfrm>
            <a:off x="1920785" y="996910"/>
            <a:ext cx="8350430" cy="5733525"/>
            <a:chOff x="395288" y="274638"/>
            <a:chExt cx="8569325" cy="5661025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4F31719-E8F0-CB70-0916-056210B8D8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274638"/>
              <a:ext cx="8229600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US" altLang="zh-TW" dirty="0"/>
            </a:p>
          </p:txBody>
        </p:sp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2F90BA11-0A90-3D42-E924-89EDD85C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989138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DEF8CE9F-35A8-28BA-615E-AE9164DB0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0" y="29257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E2CE7191-24C1-AE7A-A5CB-BFBDC8FB3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29972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D8986418-74EC-7C0D-7B98-3DC606490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B86755D1-7E85-57B5-65C6-4844E5AA7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099681D8-EB8B-978C-8947-55C00C5BD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E7F9C3F2-CA0D-1679-8A7C-639D7550B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B48ADD93-68BF-0873-050A-32703ECD6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BFF08662-5152-4C00-6C37-49E36F3C0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B0DEBEEE-3499-0954-B586-96844C5D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775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34405303-6ADF-5BBB-F73D-BC3CDAC43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4779FEE5-CBDA-12BB-9459-139E5DD8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54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628B34C9-6CE4-C62F-6A0D-00C1F2D6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5300663"/>
              <a:ext cx="360362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4C5DC5D1-807E-C552-7B94-F16318E9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F143F985-77FA-9A4C-6A76-1FE36B0C1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83832CEA-B08D-7213-0A22-08993817D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530225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B2C511E3-D84C-4F17-6A3D-0D366B6E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7D2C81D7-19EE-BC62-1720-7E6C78E7E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475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46D30759-1FF2-52AB-0C90-532600E99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18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D84A278F-CD68-583A-5557-A086EC1EE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5229225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5619EB9-8E62-A6CE-8364-D8CDE03E4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650" y="4365625"/>
              <a:ext cx="503238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08D999C2-3634-925E-A8AE-AAFD25ADC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375" y="4437063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7153267-7FEC-D2D0-FD26-9606362CD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8538" y="4365625"/>
              <a:ext cx="4318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E41AD5C5-31ED-0394-FC85-29EAE1252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238" y="4437063"/>
              <a:ext cx="0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513C610-1D35-38D0-94F3-E42A03864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113" y="4365625"/>
              <a:ext cx="433387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EB56EB1-FB71-CF55-A272-01517696E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638" y="4437063"/>
              <a:ext cx="144462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11922159-21E2-1DAE-115E-187521960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538" y="4437063"/>
              <a:ext cx="288925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1EFDF266-BB0B-04B6-495A-F104BE597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7813" y="3284538"/>
              <a:ext cx="1152525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02837B62-CA8C-2225-EDBE-F4CD50B8E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357563"/>
              <a:ext cx="0" cy="719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9482ACC-020F-67C0-D053-2AF891C1C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3284538"/>
              <a:ext cx="1296988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2A910F86-7858-F253-4AC4-60D4C23FD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7675" y="2276475"/>
              <a:ext cx="15843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BC8004A9-3748-CCDD-C69C-A995BE8A0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0775" y="2276475"/>
              <a:ext cx="1584325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3F8EB73B-38BA-7FE0-2CC8-D37B25DAE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8838" y="3357563"/>
              <a:ext cx="576262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11900271-61ED-DF26-50B9-886BB1E78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63" y="3357563"/>
              <a:ext cx="9366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01B84D49-BFB1-948B-1AC8-ABCC0C3A66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7038" y="4365625"/>
              <a:ext cx="2159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ED403377-FEEE-3F6D-CAAB-497E741CC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365625"/>
              <a:ext cx="2889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15BD6BF4-A0EE-184D-029F-51C255B39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950" y="4292600"/>
              <a:ext cx="503238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39462C5B-1526-7588-493B-845A31847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67625" y="4365625"/>
              <a:ext cx="730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305BCDA1-731E-07E7-1A73-35B76F961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5113" y="4294188"/>
              <a:ext cx="431800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96687081-92DD-2EC4-BFE2-24E2BF288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83C0B52E-1596-E619-8195-0E8A4809F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15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2</a:t>
              </a:r>
              <a:r>
                <a:rPr lang="en-US" altLang="zh-TW" sz="1200"/>
                <a:t>(0010)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7ADD68C5-D1C2-484B-5019-F4C9F9786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1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</a:t>
              </a:r>
              <a:r>
                <a:rPr lang="en-US" altLang="zh-TW" sz="1200"/>
                <a:t>(0001)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AD4911EF-E2D8-CD80-F296-37B1FECAE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5</a:t>
              </a:r>
              <a:r>
                <a:rPr lang="en-US" altLang="zh-TW" sz="1200"/>
                <a:t>(0101)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EC6779DE-F482-52AB-330D-03489E432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3</a:t>
              </a:r>
              <a:r>
                <a:rPr lang="en-US" altLang="zh-TW" sz="1200"/>
                <a:t>(0011)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23C51723-A538-DD0B-C797-388343683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365E1A7E-C020-A95F-9DA9-380D83C6C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C1B1BBFA-5658-FCB0-55A3-C698494A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7</a:t>
              </a:r>
              <a:r>
                <a:rPr lang="en-US" altLang="zh-TW" sz="1200"/>
                <a:t>(0111)</a:t>
              </a: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37FE1BFC-59D1-D002-DF46-2BA1D2A0E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B9D81908-9B2D-5C1E-C660-82FDE4791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9</a:t>
              </a:r>
              <a:r>
                <a:rPr lang="en-US" altLang="zh-TW" sz="1200"/>
                <a:t>(1001)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EC7F6B32-75A4-6D55-F068-AB29B3E32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288" y="56610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B401BF52-B563-FDD5-D67F-41F5D1FB9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50" y="5661025"/>
              <a:ext cx="79216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11</a:t>
              </a:r>
              <a:r>
                <a:rPr lang="en-US" altLang="zh-TW" sz="1200"/>
                <a:t>(1011)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E5C80F85-3E0C-61C6-6005-36A8D4E8D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3" y="38020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3A24E24-A721-BFEC-7264-C9C1F37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475" y="27225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4710E31F-2A51-85B3-FEDC-801002582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738" y="17732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318B10C9-F52F-FBC6-A09C-1337699A6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488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78D93397-E27B-B473-C569-DCD10BEBC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40052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24E5082A-68D0-AA5F-8C97-4D9CD4790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5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79D5C1F3-E597-9C2D-4AA0-BC0A8779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588" y="39338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A39860F6-486E-D8DF-9251-9EAA3915B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2938" y="292417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72481DBE-63AC-3A1B-17B4-D001AE14B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0&gt;</a:t>
              </a:r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F9327EA1-A1C6-7FC1-C157-14CFC9D48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625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4&gt;</a:t>
              </a:r>
            </a:p>
          </p:txBody>
        </p:sp>
        <p:sp>
          <p:nvSpPr>
            <p:cNvPr id="66" name="Text Box 64">
              <a:extLst>
                <a:ext uri="{FF2B5EF4-FFF2-40B4-BE49-F238E27FC236}">
                  <a16:creationId xmlns:a16="http://schemas.microsoft.com/office/drawing/2014/main" id="{820E7D73-7661-693C-9D49-1E42E715B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67" name="Text Box 65">
              <a:extLst>
                <a:ext uri="{FF2B5EF4-FFF2-40B4-BE49-F238E27FC236}">
                  <a16:creationId xmlns:a16="http://schemas.microsoft.com/office/drawing/2014/main" id="{81985B70-77A0-E96A-2B7C-91CDA2736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0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4&gt;</a:t>
              </a:r>
            </a:p>
          </p:txBody>
        </p:sp>
        <p:sp>
          <p:nvSpPr>
            <p:cNvPr id="68" name="Text Box 66">
              <a:extLst>
                <a:ext uri="{FF2B5EF4-FFF2-40B4-BE49-F238E27FC236}">
                  <a16:creationId xmlns:a16="http://schemas.microsoft.com/office/drawing/2014/main" id="{19CB25AB-15DE-9584-81E3-11CE4278D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4&gt;</a:t>
              </a:r>
            </a:p>
          </p:txBody>
        </p:sp>
        <p:sp>
          <p:nvSpPr>
            <p:cNvPr id="69" name="Text Box 67">
              <a:extLst>
                <a:ext uri="{FF2B5EF4-FFF2-40B4-BE49-F238E27FC236}">
                  <a16:creationId xmlns:a16="http://schemas.microsoft.com/office/drawing/2014/main" id="{3DC29B3B-B423-3E99-093A-055D303BF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8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4C621B56-CA81-7801-40D1-FB78E96D9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0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1" name="Text Box 69">
              <a:extLst>
                <a:ext uri="{FF2B5EF4-FFF2-40B4-BE49-F238E27FC236}">
                  <a16:creationId xmlns:a16="http://schemas.microsoft.com/office/drawing/2014/main" id="{032BAFA4-205A-FD04-6C1C-77BBCFC41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8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5FF3AD8E-C575-FFA1-0D28-9F31EC0DC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9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3" name="Text Box 71">
              <a:extLst>
                <a:ext uri="{FF2B5EF4-FFF2-40B4-BE49-F238E27FC236}">
                  <a16:creationId xmlns:a16="http://schemas.microsoft.com/office/drawing/2014/main" id="{E029BEFE-DD76-6D75-FEE1-91A45BCC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4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4BC5A4F5-836F-1A69-978C-A2D93A6E5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466725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B23F8824-5556-B405-B7B4-32C02F3AB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413" y="495458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8A4FE352-1851-6517-D948-C8B6330A3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3&gt;</a:t>
              </a:r>
            </a:p>
          </p:txBody>
        </p:sp>
        <p:sp>
          <p:nvSpPr>
            <p:cNvPr id="77" name="Text Box 75">
              <a:extLst>
                <a:ext uri="{FF2B5EF4-FFF2-40B4-BE49-F238E27FC236}">
                  <a16:creationId xmlns:a16="http://schemas.microsoft.com/office/drawing/2014/main" id="{94524A7A-436C-BA5F-D786-6117C6B53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1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8" name="Text Box 76">
              <a:extLst>
                <a:ext uri="{FF2B5EF4-FFF2-40B4-BE49-F238E27FC236}">
                  <a16:creationId xmlns:a16="http://schemas.microsoft.com/office/drawing/2014/main" id="{38E4C3DC-1659-4F44-3131-813C0F86F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350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18C1AB63-92D4-11C7-F1FC-E2FCFB44E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47244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0&gt;</a:t>
              </a:r>
            </a:p>
          </p:txBody>
        </p:sp>
        <p:sp>
          <p:nvSpPr>
            <p:cNvPr id="80" name="Text Box 78">
              <a:extLst>
                <a:ext uri="{FF2B5EF4-FFF2-40B4-BE49-F238E27FC236}">
                  <a16:creationId xmlns:a16="http://schemas.microsoft.com/office/drawing/2014/main" id="{824021E7-CD50-A2BF-EAD9-264C016CF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81" name="Text Box 79">
              <a:extLst>
                <a:ext uri="{FF2B5EF4-FFF2-40B4-BE49-F238E27FC236}">
                  <a16:creationId xmlns:a16="http://schemas.microsoft.com/office/drawing/2014/main" id="{E38E3306-E9D7-46FC-BCFF-89F2EFEE3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5" y="35734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3&gt;</a:t>
              </a: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CF3FB69A-3AA1-5427-5AB2-E5D75EE4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0" y="34290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0&gt;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59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AB9CC-681D-DC3D-BEBA-822CBE44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4"/>
            <a:ext cx="10515600" cy="1325563"/>
          </a:xfrm>
        </p:spPr>
        <p:txBody>
          <a:bodyPr/>
          <a:lstStyle/>
          <a:p>
            <a:r>
              <a:rPr lang="en-US" altLang="zh-TW" dirty="0"/>
              <a:t>Node Labels and Edge Tags (3/3)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3EAD2C-54D8-1BBF-A5A1-69C81A87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676"/>
            <a:ext cx="10515600" cy="4967288"/>
          </a:xfrm>
        </p:spPr>
        <p:txBody>
          <a:bodyPr/>
          <a:lstStyle/>
          <a:p>
            <a:r>
              <a:rPr lang="en-US" altLang="zh-TW" dirty="0"/>
              <a:t>Given the tag of any edge e and the label of any node on the path from e to any leaf, e can be located in constant time. </a:t>
            </a:r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EC4FB50E-1993-BFE1-6AB7-FE4C97893D39}"/>
              </a:ext>
            </a:extLst>
          </p:cNvPr>
          <p:cNvGrpSpPr/>
          <p:nvPr/>
        </p:nvGrpSpPr>
        <p:grpSpPr>
          <a:xfrm>
            <a:off x="1920785" y="996910"/>
            <a:ext cx="8350430" cy="5733525"/>
            <a:chOff x="395288" y="274638"/>
            <a:chExt cx="8569325" cy="5661025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4F31719-E8F0-CB70-0916-056210B8D8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274638"/>
              <a:ext cx="8229600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US" altLang="zh-TW" dirty="0"/>
            </a:p>
          </p:txBody>
        </p:sp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2F90BA11-0A90-3D42-E924-89EDD85C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989138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DEF8CE9F-35A8-28BA-615E-AE9164DB0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0" y="29257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E2CE7191-24C1-AE7A-A5CB-BFBDC8FB3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29972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D8986418-74EC-7C0D-7B98-3DC606490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B86755D1-7E85-57B5-65C6-4844E5AA7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099681D8-EB8B-978C-8947-55C00C5BD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E7F9C3F2-CA0D-1679-8A7C-639D7550B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407670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B48ADD93-68BF-0873-050A-32703ECD6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0" y="40052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BFF08662-5152-4C00-6C37-49E36F3C0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B0DEBEEE-3499-0954-B586-96844C5D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775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34405303-6ADF-5BBB-F73D-BC3CDAC43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4779FEE5-CBDA-12BB-9459-139E5DD8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54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628B34C9-6CE4-C62F-6A0D-00C1F2D6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5300663"/>
              <a:ext cx="360362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4C5DC5D1-807E-C552-7B94-F16318E9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F143F985-77FA-9A4C-6A76-1FE36B0C1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5300663"/>
              <a:ext cx="360363" cy="3603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83832CEA-B08D-7213-0A22-08993817D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5302250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B2C511E3-D84C-4F17-6A3D-0D366B6E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7D2C81D7-19EE-BC62-1720-7E6C78E7E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475" y="5302250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46D30759-1FF2-52AB-0C90-532600E99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1863" y="5229225"/>
              <a:ext cx="360362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D84A278F-CD68-583A-5557-A086EC1EE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0" y="5229225"/>
              <a:ext cx="360363" cy="360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5619EB9-8E62-A6CE-8364-D8CDE03E4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650" y="4365625"/>
              <a:ext cx="503238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08D999C2-3634-925E-A8AE-AAFD25ADC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375" y="4437063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7153267-7FEC-D2D0-FD26-9606362CD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8538" y="4365625"/>
              <a:ext cx="4318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E41AD5C5-31ED-0394-FC85-29EAE1252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238" y="4437063"/>
              <a:ext cx="0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513C610-1D35-38D0-94F3-E42A03864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113" y="4365625"/>
              <a:ext cx="433387" cy="93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EB56EB1-FB71-CF55-A272-01517696E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638" y="4437063"/>
              <a:ext cx="144462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11922159-21E2-1DAE-115E-187521960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538" y="4437063"/>
              <a:ext cx="288925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1EFDF266-BB0B-04B6-495A-F104BE597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7813" y="3284538"/>
              <a:ext cx="1152525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02837B62-CA8C-2225-EDBE-F4CD50B8E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357563"/>
              <a:ext cx="0" cy="719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9482ACC-020F-67C0-D053-2AF891C1C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3284538"/>
              <a:ext cx="1296988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2A910F86-7858-F253-4AC4-60D4C23FD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7675" y="2276475"/>
              <a:ext cx="15843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BC8004A9-3748-CCDD-C69C-A995BE8A0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0775" y="2276475"/>
              <a:ext cx="1584325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3F8EB73B-38BA-7FE0-2CC8-D37B25DAE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8838" y="3357563"/>
              <a:ext cx="576262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11900271-61ED-DF26-50B9-886BB1E78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63" y="3357563"/>
              <a:ext cx="9366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01B84D49-BFB1-948B-1AC8-ABCC0C3A66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7038" y="4365625"/>
              <a:ext cx="21590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ED403377-FEEE-3F6D-CAAB-497E741CC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365625"/>
              <a:ext cx="2889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15BD6BF4-A0EE-184D-029F-51C255B39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950" y="4292600"/>
              <a:ext cx="503238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39462C5B-1526-7588-493B-845A31847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67625" y="4365625"/>
              <a:ext cx="730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305BCDA1-731E-07E7-1A73-35B76F961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5113" y="4294188"/>
              <a:ext cx="431800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96687081-92DD-2EC4-BFE2-24E2BF288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83C0B52E-1596-E619-8195-0E8A4809F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15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2</a:t>
              </a:r>
              <a:r>
                <a:rPr lang="en-US" altLang="zh-TW" sz="1200"/>
                <a:t>(0010)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7ADD68C5-D1C2-484B-5019-F4C9F9786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1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</a:t>
              </a:r>
              <a:r>
                <a:rPr lang="en-US" altLang="zh-TW" sz="1200"/>
                <a:t>(0001)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AD4911EF-E2D8-CD80-F296-37B1FECAE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5</a:t>
              </a:r>
              <a:r>
                <a:rPr lang="en-US" altLang="zh-TW" sz="1200"/>
                <a:t>(0101)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EC6779DE-F482-52AB-330D-03489E432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3</a:t>
              </a:r>
              <a:r>
                <a:rPr lang="en-US" altLang="zh-TW" sz="1200"/>
                <a:t>(0011)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23C51723-A538-DD0B-C797-388343683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365E1A7E-C020-A95F-9DA9-380D83C6C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C1B1BBFA-5658-FCB0-55A3-C698494A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7</a:t>
              </a:r>
              <a:r>
                <a:rPr lang="en-US" altLang="zh-TW" sz="1200"/>
                <a:t>(0111)</a:t>
              </a: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37FE1BFC-59D1-D002-DF46-2BA1D2A0E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B9D81908-9B2D-5C1E-C660-82FDE4791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63" y="566102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9</a:t>
              </a:r>
              <a:r>
                <a:rPr lang="en-US" altLang="zh-TW" sz="1200"/>
                <a:t>(1001)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EC7F6B32-75A4-6D55-F068-AB29B3E32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288" y="56610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B401BF52-B563-FDD5-D67F-41F5D1FB9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50" y="5661025"/>
              <a:ext cx="79216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11</a:t>
              </a:r>
              <a:r>
                <a:rPr lang="en-US" altLang="zh-TW" sz="1200"/>
                <a:t>(1011)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E5C80F85-3E0C-61C6-6005-36A8D4E8D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3" y="38020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3A24E24-A721-BFEC-7264-C9C1F37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475" y="27225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4710E31F-2A51-85B3-FEDC-801002582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738" y="17732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0</a:t>
              </a:r>
              <a:r>
                <a:rPr lang="en-US" altLang="zh-TW" sz="1200"/>
                <a:t>(0000)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318B10C9-F52F-FBC6-A09C-1337699A6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488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4</a:t>
              </a:r>
              <a:r>
                <a:rPr lang="en-US" altLang="zh-TW" sz="1200"/>
                <a:t>(0100)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78D93397-E27B-B473-C569-DCD10BEBC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40052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6</a:t>
              </a:r>
              <a:r>
                <a:rPr lang="en-US" altLang="zh-TW" sz="1200"/>
                <a:t>(0110)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24E5082A-68D0-AA5F-8C97-4D9CD4790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5" y="38608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79D5C1F3-E597-9C2D-4AA0-BC0A8779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588" y="3933825"/>
              <a:ext cx="8636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10</a:t>
              </a:r>
              <a:r>
                <a:rPr lang="en-US" altLang="zh-TW" sz="1200"/>
                <a:t>(1010)</a:t>
              </a:r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A39860F6-486E-D8DF-9251-9EAA3915B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2938" y="292417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rgbClr val="FF0000"/>
                  </a:solidFill>
                </a:rPr>
                <a:t>8</a:t>
              </a:r>
              <a:r>
                <a:rPr lang="en-US" altLang="zh-TW" sz="1200"/>
                <a:t>(1000)</a:t>
              </a: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72481DBE-63AC-3A1B-17B4-D001AE14B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0&gt;</a:t>
              </a:r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F9327EA1-A1C6-7FC1-C157-14CFC9D48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625" y="23495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&lt;1, 4&gt;</a:t>
              </a:r>
            </a:p>
          </p:txBody>
        </p:sp>
        <p:sp>
          <p:nvSpPr>
            <p:cNvPr id="66" name="Text Box 64">
              <a:extLst>
                <a:ext uri="{FF2B5EF4-FFF2-40B4-BE49-F238E27FC236}">
                  <a16:creationId xmlns:a16="http://schemas.microsoft.com/office/drawing/2014/main" id="{820E7D73-7661-693C-9D49-1E42E715B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67" name="Text Box 65">
              <a:extLst>
                <a:ext uri="{FF2B5EF4-FFF2-40B4-BE49-F238E27FC236}">
                  <a16:creationId xmlns:a16="http://schemas.microsoft.com/office/drawing/2014/main" id="{81985B70-77A0-E96A-2B7C-91CDA2736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0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4&gt;</a:t>
              </a:r>
            </a:p>
          </p:txBody>
        </p:sp>
        <p:sp>
          <p:nvSpPr>
            <p:cNvPr id="68" name="Text Box 66">
              <a:extLst>
                <a:ext uri="{FF2B5EF4-FFF2-40B4-BE49-F238E27FC236}">
                  <a16:creationId xmlns:a16="http://schemas.microsoft.com/office/drawing/2014/main" id="{19CB25AB-15DE-9584-81E3-11CE4278D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4&gt;</a:t>
              </a:r>
            </a:p>
          </p:txBody>
        </p:sp>
        <p:sp>
          <p:nvSpPr>
            <p:cNvPr id="69" name="Text Box 67">
              <a:extLst>
                <a:ext uri="{FF2B5EF4-FFF2-40B4-BE49-F238E27FC236}">
                  <a16:creationId xmlns:a16="http://schemas.microsoft.com/office/drawing/2014/main" id="{3DC29B3B-B423-3E99-093A-055D303BF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8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4C621B56-CA81-7801-40D1-FB78E96D9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0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1" name="Text Box 69">
              <a:extLst>
                <a:ext uri="{FF2B5EF4-FFF2-40B4-BE49-F238E27FC236}">
                  <a16:creationId xmlns:a16="http://schemas.microsoft.com/office/drawing/2014/main" id="{032BAFA4-205A-FD04-6C1C-77BBCFC41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8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5FF3AD8E-C575-FFA1-0D28-9F31EC0DC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942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3" name="Text Box 71">
              <a:extLst>
                <a:ext uri="{FF2B5EF4-FFF2-40B4-BE49-F238E27FC236}">
                  <a16:creationId xmlns:a16="http://schemas.microsoft.com/office/drawing/2014/main" id="{E029BEFE-DD76-6D75-FEE1-91A45BCC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400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4BC5A4F5-836F-1A69-978C-A2D93A6E5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466725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B23F8824-5556-B405-B7B4-32C02F3AB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413" y="495458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8A4FE352-1851-6517-D948-C8B6330A3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3&gt;</a:t>
              </a:r>
            </a:p>
          </p:txBody>
        </p:sp>
        <p:sp>
          <p:nvSpPr>
            <p:cNvPr id="77" name="Text Box 75">
              <a:extLst>
                <a:ext uri="{FF2B5EF4-FFF2-40B4-BE49-F238E27FC236}">
                  <a16:creationId xmlns:a16="http://schemas.microsoft.com/office/drawing/2014/main" id="{94524A7A-436C-BA5F-D786-6117C6B53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175" y="46529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2&gt;</a:t>
              </a:r>
            </a:p>
          </p:txBody>
        </p:sp>
        <p:sp>
          <p:nvSpPr>
            <p:cNvPr id="78" name="Text Box 76">
              <a:extLst>
                <a:ext uri="{FF2B5EF4-FFF2-40B4-BE49-F238E27FC236}">
                  <a16:creationId xmlns:a16="http://schemas.microsoft.com/office/drawing/2014/main" id="{38E4C3DC-1659-4F44-3131-813C0F86F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350" y="48688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1&gt;</a:t>
              </a: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18C1AB63-92D4-11C7-F1FC-E2FCFB44E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47244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&lt;3, 0&gt;</a:t>
              </a:r>
            </a:p>
          </p:txBody>
        </p:sp>
        <p:sp>
          <p:nvSpPr>
            <p:cNvPr id="80" name="Text Box 78">
              <a:extLst>
                <a:ext uri="{FF2B5EF4-FFF2-40B4-BE49-F238E27FC236}">
                  <a16:creationId xmlns:a16="http://schemas.microsoft.com/office/drawing/2014/main" id="{824021E7-CD50-A2BF-EAD9-264C016CF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3500438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2&gt;</a:t>
              </a:r>
            </a:p>
          </p:txBody>
        </p:sp>
        <p:sp>
          <p:nvSpPr>
            <p:cNvPr id="81" name="Text Box 79">
              <a:extLst>
                <a:ext uri="{FF2B5EF4-FFF2-40B4-BE49-F238E27FC236}">
                  <a16:creationId xmlns:a16="http://schemas.microsoft.com/office/drawing/2014/main" id="{E38E3306-E9D7-46FC-BCFF-89F2EFEE3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5" y="3573463"/>
              <a:ext cx="7207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3&gt;</a:t>
              </a: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CF3FB69A-3AA1-5427-5AB2-E5D75EE4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0" y="3429000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1200">
                  <a:solidFill>
                    <a:schemeClr val="accent2"/>
                  </a:solidFill>
                </a:rPr>
                <a:t>&lt;2, 0&gt;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11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D70908-7283-3C3D-69CC-3E3E8C6C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D0730C-51EF-E5D7-A697-D8597724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925"/>
          </a:xfrm>
        </p:spPr>
        <p:txBody>
          <a:bodyPr>
            <a:normAutofit/>
          </a:bodyPr>
          <a:lstStyle/>
          <a:p>
            <a:r>
              <a:rPr lang="en-US" altLang="zh-TW" dirty="0"/>
              <a:t>LCA: For each node v, LCA(v) is a vector of length </a:t>
            </a:r>
            <a:r>
              <a:rPr lang="en-US" altLang="zh-TW" dirty="0" err="1"/>
              <a:t>wordsize</a:t>
            </a:r>
            <a:r>
              <a:rPr lang="en-US" altLang="zh-TW" dirty="0"/>
              <a:t> whose </a:t>
            </a:r>
            <a:r>
              <a:rPr lang="en-US" altLang="zh-TW" dirty="0" err="1"/>
              <a:t>ith</a:t>
            </a:r>
            <a:r>
              <a:rPr lang="en-US" altLang="zh-TW" dirty="0"/>
              <a:t> bit is 1 </a:t>
            </a:r>
            <a:r>
              <a:rPr lang="en-US" altLang="zh-TW" dirty="0" err="1"/>
              <a:t>iff</a:t>
            </a:r>
            <a:r>
              <a:rPr lang="en-US" altLang="zh-TW" dirty="0"/>
              <a:t> there is a path in A(v) whose upper endpoint is at distance </a:t>
            </a:r>
            <a:r>
              <a:rPr lang="en-US" altLang="zh-TW" dirty="0" err="1"/>
              <a:t>i</a:t>
            </a:r>
            <a:r>
              <a:rPr lang="en-US" altLang="zh-TW" dirty="0"/>
              <a:t> from the root. That is, there is a query path with exactly one endpoint contained in the subtree rooted at v, such that the lowest common ancestor of its two endpoints is at distance </a:t>
            </a:r>
            <a:r>
              <a:rPr lang="en-US" altLang="zh-TW" dirty="0" err="1"/>
              <a:t>i</a:t>
            </a:r>
            <a:r>
              <a:rPr lang="en-US" altLang="zh-TW" dirty="0"/>
              <a:t> from the root. LCA is stored in a single word. </a:t>
            </a:r>
          </a:p>
          <a:p>
            <a:endParaRPr lang="en-US" altLang="zh-TW" dirty="0"/>
          </a:p>
          <a:p>
            <a:r>
              <a:rPr lang="en-US" altLang="zh-TW" dirty="0"/>
              <a:t>A(v): be the set of the paths which contain v restricted to the interval [root, v]. Starting with the root, descend level by level and at each node v encountered, the heaviest edge in each path in the set A(v) is determined, as follows.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817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14370-6A19-B2DB-EF5C-02779F50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DC556-0D89-DC7C-E8F9-5E55C8DA4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select</a:t>
            </a:r>
            <a:r>
              <a:rPr lang="en-US" altLang="zh-TW" baseline="-25000" dirty="0" err="1"/>
              <a:t>r</a:t>
            </a:r>
            <a:endParaRPr lang="en-US" altLang="zh-TW" baseline="-25000" dirty="0"/>
          </a:p>
          <a:p>
            <a:pPr lvl="1"/>
            <a:r>
              <a:rPr lang="en-US" altLang="zh-TW" dirty="0"/>
              <a:t>Ex: select(0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0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00, 1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0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en-US" altLang="zh-TW" dirty="0"/>
              <a:t>00) = (1,0)</a:t>
            </a:r>
          </a:p>
          <a:p>
            <a:r>
              <a:rPr lang="en-US" altLang="zh-TW" dirty="0" err="1"/>
              <a:t>selectS</a:t>
            </a:r>
            <a:r>
              <a:rPr lang="en-US" altLang="zh-TW" baseline="-25000" dirty="0" err="1"/>
              <a:t>r</a:t>
            </a:r>
            <a:endParaRPr lang="en-US" altLang="zh-TW" baseline="-25000" dirty="0"/>
          </a:p>
          <a:p>
            <a:pPr lvl="1"/>
            <a:r>
              <a:rPr lang="en-US" altLang="zh-TW" dirty="0"/>
              <a:t>Ex: </a:t>
            </a:r>
            <a:r>
              <a:rPr lang="en-US" altLang="zh-TW" dirty="0" err="1"/>
              <a:t>selectS</a:t>
            </a:r>
            <a:r>
              <a:rPr lang="en-US" altLang="zh-TW" dirty="0"/>
              <a:t>((0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), (t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t</a:t>
            </a:r>
            <a:r>
              <a:rPr lang="en-US" altLang="zh-TW" baseline="-25000" dirty="0">
                <a:solidFill>
                  <a:srgbClr val="FF0000"/>
                </a:solidFill>
              </a:rPr>
              <a:t>2</a:t>
            </a:r>
            <a:r>
              <a:rPr lang="en-US" altLang="zh-TW" dirty="0"/>
              <a:t>)) = (t</a:t>
            </a:r>
            <a:r>
              <a:rPr lang="en-US" altLang="zh-TW" baseline="-25000" dirty="0"/>
              <a:t>2</a:t>
            </a:r>
            <a:r>
              <a:rPr lang="en-US" altLang="zh-TW" dirty="0"/>
              <a:t>)</a:t>
            </a:r>
            <a:endParaRPr lang="en-US" altLang="zh-TW" baseline="-25000" dirty="0"/>
          </a:p>
          <a:p>
            <a:r>
              <a:rPr lang="en-US" altLang="zh-TW" dirty="0" err="1"/>
              <a:t>weight</a:t>
            </a:r>
            <a:r>
              <a:rPr lang="en-US" altLang="zh-TW" baseline="-25000" dirty="0" err="1"/>
              <a:t>r</a:t>
            </a:r>
            <a:endParaRPr lang="en-US" altLang="zh-TW" baseline="-25000" dirty="0"/>
          </a:p>
          <a:p>
            <a:pPr lvl="1"/>
            <a:r>
              <a:rPr lang="en-US" altLang="zh-TW" dirty="0"/>
              <a:t>Ex: weight(0</a:t>
            </a:r>
            <a:r>
              <a:rPr lang="en-US" altLang="zh-TW" dirty="0">
                <a:solidFill>
                  <a:srgbClr val="FF0000"/>
                </a:solidFill>
              </a:rPr>
              <a:t>11</a:t>
            </a:r>
            <a:r>
              <a:rPr lang="en-US" altLang="zh-TW" dirty="0"/>
              <a:t>000) = 2	</a:t>
            </a:r>
            <a:endParaRPr lang="en-US" altLang="zh-TW" baseline="-25000" dirty="0"/>
          </a:p>
          <a:p>
            <a:r>
              <a:rPr lang="en-US" altLang="zh-TW" dirty="0" err="1"/>
              <a:t>index</a:t>
            </a:r>
            <a:r>
              <a:rPr lang="en-US" altLang="zh-TW" baseline="-25000" dirty="0" err="1"/>
              <a:t>r</a:t>
            </a:r>
            <a:endParaRPr lang="en-US" altLang="zh-TW" baseline="-25000" dirty="0"/>
          </a:p>
          <a:p>
            <a:pPr lvl="1"/>
            <a:r>
              <a:rPr lang="en-US" altLang="zh-TW" dirty="0"/>
              <a:t>Ex: index(0</a:t>
            </a:r>
            <a:r>
              <a:rPr lang="en-US" altLang="zh-TW" dirty="0">
                <a:solidFill>
                  <a:srgbClr val="FF0000"/>
                </a:solidFill>
              </a:rPr>
              <a:t>11</a:t>
            </a:r>
            <a:r>
              <a:rPr lang="en-US" altLang="zh-TW" dirty="0"/>
              <a:t>000) = (2, 3) (2, 3 are pointers)</a:t>
            </a:r>
            <a:endParaRPr lang="en-US" altLang="zh-TW" baseline="-25000" dirty="0"/>
          </a:p>
          <a:p>
            <a:r>
              <a:rPr lang="en-US" altLang="zh-TW" dirty="0"/>
              <a:t>subword1</a:t>
            </a:r>
          </a:p>
          <a:p>
            <a:pPr lvl="1"/>
            <a:r>
              <a:rPr lang="en-US" altLang="zh-TW" dirty="0"/>
              <a:t>(00100100)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939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D2261-B63F-41BB-B15D-E940DF26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550738-6B52-4F1D-AC4A-2F3D5366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5668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13984</TotalTime>
  <Words>991</Words>
  <Application>Microsoft Office PowerPoint</Application>
  <PresentationFormat>寬螢幕</PresentationFormat>
  <Paragraphs>258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urw-din</vt:lpstr>
      <vt:lpstr>微軟正黑體</vt:lpstr>
      <vt:lpstr>新細明體</vt:lpstr>
      <vt:lpstr>Arial</vt:lpstr>
      <vt:lpstr>Times New Roman</vt:lpstr>
      <vt:lpstr>Office 佈景主題</vt:lpstr>
      <vt:lpstr>A Simpler Minimum Spanning Tree Verification Algorithm</vt:lpstr>
      <vt:lpstr>Abstract </vt:lpstr>
      <vt:lpstr>MST (Minimum Spanning Tree)</vt:lpstr>
      <vt:lpstr>MST Verification</vt:lpstr>
      <vt:lpstr>Komlos’s algorithm for full branching tree</vt:lpstr>
      <vt:lpstr>Boruvka Tree (1/3)</vt:lpstr>
      <vt:lpstr>Boruvka Tree (2/3)</vt:lpstr>
      <vt:lpstr>Boruvka Tree (3/3)</vt:lpstr>
      <vt:lpstr>Node Labels and Edge Tags (1/3)</vt:lpstr>
      <vt:lpstr>Node Labels and Edge Tags (2/3)</vt:lpstr>
      <vt:lpstr>Node Labels and Edge Tags (3/3)</vt:lpstr>
      <vt:lpstr>LCA</vt:lpstr>
      <vt:lpstr>operations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USER</cp:lastModifiedBy>
  <cp:revision>476</cp:revision>
  <dcterms:created xsi:type="dcterms:W3CDTF">2021-01-03T09:53:04Z</dcterms:created>
  <dcterms:modified xsi:type="dcterms:W3CDTF">2022-12-15T08:19:43Z</dcterms:modified>
</cp:coreProperties>
</file>