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80" r:id="rId10"/>
    <p:sldId id="281" r:id="rId11"/>
    <p:sldId id="282" r:id="rId12"/>
    <p:sldId id="283" r:id="rId13"/>
    <p:sldId id="284" r:id="rId14"/>
    <p:sldId id="286" r:id="rId15"/>
    <p:sldId id="289" r:id="rId16"/>
    <p:sldId id="265" r:id="rId17"/>
    <p:sldId id="291" r:id="rId18"/>
    <p:sldId id="266" r:id="rId19"/>
    <p:sldId id="267" r:id="rId20"/>
    <p:sldId id="274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B5FB0-B2ED-4E2F-A013-0D3834BF9D53}" type="datetimeFigureOut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BEB50-B6E3-41E8-9C6B-A4F8CEE232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20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8B1FC-FDBC-4A60-9939-D6110C3C3CB7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5AA8-C17B-49C4-9F55-79A4DAFC847E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A96A-FC63-4C61-823C-3BD62C2E28B8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E92E-2B9A-487F-B01B-5FE56D55C6C1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AAC1-9B63-4666-BB23-344CDF124E62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E3BB-9CDE-4D13-BBDA-DD98F9CE892D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2AD6-3F5F-4500-A699-DD6F81763D72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736-A346-4BC7-ADE5-4A3C96BA101E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9B9C-E24F-4392-968F-01188351DEFA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5204-8C53-4A42-8B7A-D264FC744199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2D6C-28E0-4D29-AD77-CD7D08B3F689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5500-5665-4D2C-81B6-CB06C0A843FE}" type="datetime1">
              <a:rPr lang="zh-TW" altLang="en-US" smtClean="0"/>
              <a:t>2013/2/25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The Complexity of </a:t>
            </a:r>
            <a:r>
              <a:rPr lang="en-US" altLang="zh-TW" dirty="0" err="1"/>
              <a:t>Multiway</a:t>
            </a:r>
            <a:r>
              <a:rPr lang="en-US" altLang="zh-TW" dirty="0"/>
              <a:t> Cuts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E. </a:t>
            </a:r>
            <a:r>
              <a:rPr lang="en-US" altLang="zh-TW" sz="1800" dirty="0" err="1"/>
              <a:t>Dahlhausl</a:t>
            </a:r>
            <a:r>
              <a:rPr lang="en-US" altLang="zh-TW" sz="1800" dirty="0"/>
              <a:t>, D. S. Johnson2, C, H. Papadimitriou3</a:t>
            </a:r>
          </a:p>
          <a:p>
            <a:r>
              <a:rPr lang="en-US" altLang="zh-TW" sz="1800" dirty="0"/>
              <a:t>P. D. Seymour4, and M. </a:t>
            </a:r>
            <a:r>
              <a:rPr lang="en-US" altLang="zh-TW" sz="1800" dirty="0" smtClean="0"/>
              <a:t>Yannakal&amp;2</a:t>
            </a: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Presenter</a:t>
            </a:r>
            <a:r>
              <a:rPr lang="fr-FR" altLang="zh-TW" sz="1800" dirty="0">
                <a:solidFill>
                  <a:schemeClr val="tx1"/>
                </a:solidFill>
              </a:rPr>
              <a:t>: </a:t>
            </a:r>
            <a:r>
              <a:rPr lang="zh-TW" altLang="en-US" sz="1800" dirty="0">
                <a:solidFill>
                  <a:schemeClr val="tx1"/>
                </a:solidFill>
              </a:rPr>
              <a:t>許竣傑</a:t>
            </a:r>
            <a:endParaRPr lang="en-US" altLang="zh-TW" sz="1800" dirty="0">
              <a:solidFill>
                <a:schemeClr val="tx1"/>
              </a:solidFill>
            </a:endParaRP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2013/2/19</a:t>
            </a:r>
            <a:endParaRPr lang="zh-TW" altLang="en-US" sz="1800" dirty="0">
              <a:solidFill>
                <a:schemeClr val="tx1"/>
              </a:solidFill>
            </a:endParaRPr>
          </a:p>
          <a:p>
            <a:endParaRPr lang="it-IT" altLang="zh-TW" sz="1800" dirty="0" smtClean="0"/>
          </a:p>
          <a:p>
            <a:endParaRPr lang="it-IT" altLang="zh-TW" sz="1800" dirty="0"/>
          </a:p>
          <a:p>
            <a:endParaRPr lang="zh-TW" altLang="en-US" sz="18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02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   In </a:t>
            </a:r>
            <a:r>
              <a:rPr lang="en-US" altLang="zh-TW" dirty="0"/>
              <a:t>the </a:t>
            </a:r>
            <a:r>
              <a:rPr lang="en-US" altLang="zh-TW" dirty="0" err="1"/>
              <a:t>Multiway</a:t>
            </a:r>
            <a:r>
              <a:rPr lang="en-US" altLang="zh-TW" dirty="0"/>
              <a:t> Cut problem we are given an </a:t>
            </a:r>
            <a:r>
              <a:rPr lang="en-US" altLang="zh-TW" dirty="0" smtClean="0"/>
              <a:t>edge-weighted graph </a:t>
            </a:r>
            <a:r>
              <a:rPr lang="en-US" altLang="zh-TW" dirty="0"/>
              <a:t>and a subset of the vertices </a:t>
            </a:r>
            <a:r>
              <a:rPr lang="en-US" altLang="zh-TW" dirty="0" smtClean="0"/>
              <a:t>called terminals, and asked </a:t>
            </a:r>
            <a:r>
              <a:rPr lang="en-US" altLang="zh-TW" dirty="0"/>
              <a:t>for a minimum weight set of edges that separates each </a:t>
            </a:r>
            <a:r>
              <a:rPr lang="en-US" altLang="zh-TW" dirty="0" smtClean="0"/>
              <a:t>terminal from </a:t>
            </a:r>
            <a:r>
              <a:rPr lang="en-US" altLang="zh-TW" dirty="0"/>
              <a:t>all the others. </a:t>
            </a:r>
            <a:r>
              <a:rPr lang="en-US" altLang="zh-TW" dirty="0" smtClean="0"/>
              <a:t>When </a:t>
            </a:r>
            <a:r>
              <a:rPr lang="en-US" altLang="zh-TW" dirty="0"/>
              <a:t>the number k of terminals is </a:t>
            </a:r>
            <a:r>
              <a:rPr lang="en-US" altLang="zh-TW" dirty="0" smtClean="0"/>
              <a:t>two, this </a:t>
            </a:r>
            <a:r>
              <a:rPr lang="en-US" altLang="zh-TW" dirty="0"/>
              <a:t>is simply the </a:t>
            </a:r>
            <a:r>
              <a:rPr lang="en-US" altLang="zh-TW" dirty="0" smtClean="0"/>
              <a:t>min-cut, max-flow </a:t>
            </a:r>
            <a:r>
              <a:rPr lang="en-US" altLang="zh-TW" dirty="0"/>
              <a:t>problem, and can be </a:t>
            </a:r>
            <a:r>
              <a:rPr lang="en-US" altLang="zh-TW" dirty="0" smtClean="0"/>
              <a:t>solved in </a:t>
            </a:r>
            <a:r>
              <a:rPr lang="en-US" altLang="zh-TW" dirty="0"/>
              <a:t>polynomial time. We show that the problem becomes </a:t>
            </a:r>
            <a:r>
              <a:rPr lang="en-US" altLang="zh-TW" dirty="0" smtClean="0"/>
              <a:t>NP-hard as soon </a:t>
            </a:r>
            <a:r>
              <a:rPr lang="en-US" altLang="zh-TW" dirty="0"/>
              <a:t>as k = 3, but </a:t>
            </a:r>
            <a:r>
              <a:rPr lang="en-US" altLang="zh-TW" dirty="0" smtClean="0"/>
              <a:t>can </a:t>
            </a:r>
            <a:r>
              <a:rPr lang="en-US" altLang="zh-TW" dirty="0"/>
              <a:t>be solved in polynomial time for </a:t>
            </a:r>
            <a:r>
              <a:rPr lang="en-US" altLang="zh-TW" dirty="0" smtClean="0"/>
              <a:t>planar graphs </a:t>
            </a:r>
            <a:r>
              <a:rPr lang="en-US" altLang="zh-TW" dirty="0"/>
              <a:t>for any fixed k. The planar problem is </a:t>
            </a:r>
            <a:r>
              <a:rPr lang="en-US" altLang="zh-TW" dirty="0" smtClean="0"/>
              <a:t>NP-hard, however, if </a:t>
            </a:r>
            <a:r>
              <a:rPr lang="en-US" altLang="zh-TW" dirty="0"/>
              <a:t>k is not </a:t>
            </a:r>
            <a:r>
              <a:rPr lang="en-US" altLang="zh-TW" dirty="0" smtClean="0"/>
              <a:t>fixed</a:t>
            </a:r>
            <a:r>
              <a:rPr lang="en-US" altLang="zh-TW" dirty="0"/>
              <a:t>. We also describe a simple approximation </a:t>
            </a:r>
            <a:r>
              <a:rPr lang="en-US" altLang="zh-TW" dirty="0" smtClean="0"/>
              <a:t>algorithm for </a:t>
            </a:r>
            <a:r>
              <a:rPr lang="en-US" altLang="zh-TW" dirty="0"/>
              <a:t>arbitrary </a:t>
            </a:r>
            <a:r>
              <a:rPr lang="en-US" altLang="zh-TW" dirty="0" smtClean="0"/>
              <a:t>graphs </a:t>
            </a:r>
            <a:r>
              <a:rPr lang="en-US" altLang="zh-TW" dirty="0"/>
              <a:t>that is guaranteed to come within a </a:t>
            </a:r>
            <a:r>
              <a:rPr lang="en-US" altLang="zh-TW" dirty="0" smtClean="0"/>
              <a:t>factor of </a:t>
            </a:r>
            <a:r>
              <a:rPr lang="en-US" altLang="zh-TW" dirty="0"/>
              <a:t>2– 2/k of the optimal cut weight.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26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Multiway</a:t>
            </a:r>
            <a:r>
              <a:rPr lang="en-US" altLang="zh-TW" dirty="0"/>
              <a:t> Cuts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planar graph G(V,E) </a:t>
            </a:r>
          </a:p>
          <a:p>
            <a:r>
              <a:rPr lang="en-US" altLang="zh-TW" dirty="0" smtClean="0"/>
              <a:t>A set S = {s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,…,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} of k terminals</a:t>
            </a:r>
          </a:p>
          <a:p>
            <a:r>
              <a:rPr lang="en-US" altLang="zh-TW" dirty="0" smtClean="0"/>
              <a:t>A positive weight w(e) for each edge e </a:t>
            </a:r>
            <a:r>
              <a:rPr lang="zh-TW" altLang="en-US" dirty="0" smtClean="0"/>
              <a:t>∈ </a:t>
            </a:r>
            <a:r>
              <a:rPr lang="en-US" altLang="zh-TW" dirty="0" smtClean="0"/>
              <a:t>E</a:t>
            </a:r>
          </a:p>
          <a:p>
            <a:r>
              <a:rPr lang="en-US" altLang="zh-TW" dirty="0" smtClean="0"/>
              <a:t>Find minimum weight set of edges </a:t>
            </a:r>
            <a:r>
              <a:rPr lang="en-US" altLang="zh-TW" dirty="0"/>
              <a:t>E’ </a:t>
            </a:r>
            <a:r>
              <a:rPr lang="zh-TW" altLang="en-US" dirty="0"/>
              <a:t>⊆</a:t>
            </a:r>
            <a:r>
              <a:rPr lang="en-US" altLang="zh-TW" dirty="0" smtClean="0"/>
              <a:t> E such that the removal of </a:t>
            </a:r>
            <a:r>
              <a:rPr lang="en-US" altLang="zh-TW" dirty="0"/>
              <a:t>E’ </a:t>
            </a:r>
            <a:r>
              <a:rPr lang="en-US" altLang="zh-TW" dirty="0" smtClean="0"/>
              <a:t>from E disconnects each terminal form all the others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58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Multiway</a:t>
            </a:r>
            <a:r>
              <a:rPr lang="en-US" altLang="zh-TW" dirty="0"/>
              <a:t> </a:t>
            </a:r>
            <a:r>
              <a:rPr lang="en-US" altLang="zh-TW" dirty="0" smtClean="0"/>
              <a:t>Cuts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K = 3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677" y="1838320"/>
            <a:ext cx="52863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橢圓 3"/>
          <p:cNvSpPr/>
          <p:nvPr/>
        </p:nvSpPr>
        <p:spPr>
          <a:xfrm>
            <a:off x="2123727" y="492826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203848" y="439682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3202396" y="5481228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4547215" y="439682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4547215" y="5481228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5724128" y="439682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5724128" y="5481228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6970704" y="4932393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cxnSp>
        <p:nvCxnSpPr>
          <p:cNvPr id="6" name="直線接點 5"/>
          <p:cNvCxnSpPr>
            <a:stCxn id="4" idx="7"/>
            <a:endCxn id="7" idx="3"/>
          </p:cNvCxnSpPr>
          <p:nvPr/>
        </p:nvCxnSpPr>
        <p:spPr>
          <a:xfrm flipV="1">
            <a:off x="2498777" y="4704138"/>
            <a:ext cx="769419" cy="276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4" idx="5"/>
            <a:endCxn id="8" idx="2"/>
          </p:cNvCxnSpPr>
          <p:nvPr/>
        </p:nvCxnSpPr>
        <p:spPr>
          <a:xfrm>
            <a:off x="2498777" y="5235578"/>
            <a:ext cx="703619" cy="425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8" idx="0"/>
            <a:endCxn id="7" idx="4"/>
          </p:cNvCxnSpPr>
          <p:nvPr/>
        </p:nvCxnSpPr>
        <p:spPr>
          <a:xfrm flipV="1">
            <a:off x="3422095" y="4756865"/>
            <a:ext cx="1452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0" idx="7"/>
            <a:endCxn id="11" idx="3"/>
          </p:cNvCxnSpPr>
          <p:nvPr/>
        </p:nvCxnSpPr>
        <p:spPr>
          <a:xfrm flipV="1">
            <a:off x="4922265" y="4704138"/>
            <a:ext cx="866211" cy="82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6"/>
            <a:endCxn id="12" idx="2"/>
          </p:cNvCxnSpPr>
          <p:nvPr/>
        </p:nvCxnSpPr>
        <p:spPr>
          <a:xfrm>
            <a:off x="4986613" y="5661248"/>
            <a:ext cx="737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1" idx="4"/>
            <a:endCxn id="12" idx="0"/>
          </p:cNvCxnSpPr>
          <p:nvPr/>
        </p:nvCxnSpPr>
        <p:spPr>
          <a:xfrm>
            <a:off x="5943827" y="4756865"/>
            <a:ext cx="0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3" idx="4"/>
            <a:endCxn id="12" idx="6"/>
          </p:cNvCxnSpPr>
          <p:nvPr/>
        </p:nvCxnSpPr>
        <p:spPr>
          <a:xfrm flipH="1">
            <a:off x="6163526" y="5292433"/>
            <a:ext cx="1026877" cy="368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3" idx="1"/>
            <a:endCxn id="11" idx="5"/>
          </p:cNvCxnSpPr>
          <p:nvPr/>
        </p:nvCxnSpPr>
        <p:spPr>
          <a:xfrm flipH="1" flipV="1">
            <a:off x="6099178" y="4704138"/>
            <a:ext cx="935874" cy="280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投影片編號版面配置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11560" y="3789040"/>
            <a:ext cx="30302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C = {e</a:t>
            </a:r>
            <a:r>
              <a:rPr lang="en-US" altLang="zh-TW" baseline="-25000" dirty="0" smtClean="0"/>
              <a:t>24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25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35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45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47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2804246" y="5841268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α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583414" y="4816602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/>
              <a:t>β</a:t>
            </a:r>
            <a:endParaRPr lang="zh-TW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099178" y="5841268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/>
              <a:t>γ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224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Multiway</a:t>
            </a:r>
            <a:r>
              <a:rPr lang="en-US" altLang="zh-TW" dirty="0"/>
              <a:t> Cuts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G</a:t>
            </a:r>
            <a:r>
              <a:rPr lang="en-US" altLang="zh-TW" baseline="30000" dirty="0"/>
              <a:t>D</a:t>
            </a:r>
            <a:r>
              <a:rPr lang="en-US" altLang="zh-TW" dirty="0"/>
              <a:t> is the dual graph of </a:t>
            </a:r>
            <a:r>
              <a:rPr lang="en-US" altLang="zh-TW" i="1" dirty="0" smtClean="0"/>
              <a:t>G</a:t>
            </a:r>
          </a:p>
          <a:p>
            <a:r>
              <a:rPr lang="en-US" altLang="zh-TW" i="1" dirty="0"/>
              <a:t>C </a:t>
            </a:r>
            <a:r>
              <a:rPr lang="en-US" altLang="zh-TW" dirty="0"/>
              <a:t>is </a:t>
            </a:r>
            <a:r>
              <a:rPr lang="en-US" altLang="zh-TW" dirty="0" smtClean="0"/>
              <a:t>a </a:t>
            </a:r>
            <a:r>
              <a:rPr lang="en-US" altLang="zh-TW" dirty="0" err="1" smtClean="0"/>
              <a:t>multiway</a:t>
            </a:r>
            <a:r>
              <a:rPr lang="en-US" altLang="zh-TW" dirty="0" smtClean="0"/>
              <a:t> </a:t>
            </a:r>
            <a:r>
              <a:rPr lang="en-US" altLang="zh-TW" dirty="0"/>
              <a:t>cut separating the graph into </a:t>
            </a:r>
            <a:r>
              <a:rPr lang="en-US" altLang="zh-TW" i="1" dirty="0"/>
              <a:t>k </a:t>
            </a:r>
            <a:r>
              <a:rPr lang="en-US" altLang="zh-TW" dirty="0" smtClean="0"/>
              <a:t>components</a:t>
            </a:r>
          </a:p>
          <a:p>
            <a:r>
              <a:rPr lang="en-US" altLang="zh-TW" i="1" dirty="0" smtClean="0"/>
              <a:t>C</a:t>
            </a:r>
            <a:r>
              <a:rPr lang="en-US" altLang="zh-TW" baseline="30000" dirty="0" smtClean="0"/>
              <a:t>D</a:t>
            </a:r>
            <a:r>
              <a:rPr lang="en-US" altLang="zh-TW" dirty="0"/>
              <a:t> </a:t>
            </a:r>
            <a:r>
              <a:rPr lang="zh-TW" altLang="en-US" dirty="0" smtClean="0"/>
              <a:t>⊆ </a:t>
            </a:r>
            <a:r>
              <a:rPr lang="en-US" altLang="zh-TW" i="1" dirty="0" smtClean="0"/>
              <a:t>G</a:t>
            </a:r>
            <a:r>
              <a:rPr lang="en-US" altLang="zh-TW" baseline="30000" dirty="0" smtClean="0"/>
              <a:t>D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the dual </a:t>
            </a:r>
            <a:r>
              <a:rPr lang="en-US" altLang="zh-TW" dirty="0" err="1"/>
              <a:t>multiway</a:t>
            </a:r>
            <a:r>
              <a:rPr lang="en-US" altLang="zh-TW" dirty="0"/>
              <a:t> cut of </a:t>
            </a:r>
            <a:r>
              <a:rPr lang="en-US" altLang="zh-TW" i="1" dirty="0"/>
              <a:t>C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53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Multiway</a:t>
            </a:r>
            <a:r>
              <a:rPr lang="en-US" altLang="zh-TW" dirty="0"/>
              <a:t> Cuts Problem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2123727" y="524198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3203848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202396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4547215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4547215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5724128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5724128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6970704" y="524611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cxnSp>
        <p:nvCxnSpPr>
          <p:cNvPr id="12" name="直線接點 11"/>
          <p:cNvCxnSpPr>
            <a:stCxn id="4" idx="7"/>
            <a:endCxn id="5" idx="3"/>
          </p:cNvCxnSpPr>
          <p:nvPr/>
        </p:nvCxnSpPr>
        <p:spPr>
          <a:xfrm flipV="1">
            <a:off x="2498777" y="5017857"/>
            <a:ext cx="769419" cy="276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4" idx="5"/>
            <a:endCxn id="6" idx="2"/>
          </p:cNvCxnSpPr>
          <p:nvPr/>
        </p:nvCxnSpPr>
        <p:spPr>
          <a:xfrm>
            <a:off x="2498777" y="5549297"/>
            <a:ext cx="703619" cy="425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6" idx="0"/>
            <a:endCxn id="5" idx="4"/>
          </p:cNvCxnSpPr>
          <p:nvPr/>
        </p:nvCxnSpPr>
        <p:spPr>
          <a:xfrm flipV="1">
            <a:off x="3422095" y="5070584"/>
            <a:ext cx="1452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8" idx="7"/>
            <a:endCxn id="9" idx="3"/>
          </p:cNvCxnSpPr>
          <p:nvPr/>
        </p:nvCxnSpPr>
        <p:spPr>
          <a:xfrm flipV="1">
            <a:off x="4922265" y="5017857"/>
            <a:ext cx="866211" cy="82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8" idx="6"/>
            <a:endCxn id="10" idx="2"/>
          </p:cNvCxnSpPr>
          <p:nvPr/>
        </p:nvCxnSpPr>
        <p:spPr>
          <a:xfrm>
            <a:off x="4986613" y="5974967"/>
            <a:ext cx="737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9" idx="4"/>
            <a:endCxn id="10" idx="0"/>
          </p:cNvCxnSpPr>
          <p:nvPr/>
        </p:nvCxnSpPr>
        <p:spPr>
          <a:xfrm>
            <a:off x="5943827" y="5070584"/>
            <a:ext cx="0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1" idx="4"/>
            <a:endCxn id="10" idx="6"/>
          </p:cNvCxnSpPr>
          <p:nvPr/>
        </p:nvCxnSpPr>
        <p:spPr>
          <a:xfrm flipH="1">
            <a:off x="6163526" y="5606152"/>
            <a:ext cx="1026877" cy="368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1" idx="1"/>
            <a:endCxn id="9" idx="5"/>
          </p:cNvCxnSpPr>
          <p:nvPr/>
        </p:nvCxnSpPr>
        <p:spPr>
          <a:xfrm flipH="1" flipV="1">
            <a:off x="6099178" y="5017857"/>
            <a:ext cx="935874" cy="280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449" y="1196752"/>
            <a:ext cx="603885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直線接點 21"/>
          <p:cNvCxnSpPr>
            <a:stCxn id="5" idx="6"/>
            <a:endCxn id="7" idx="2"/>
          </p:cNvCxnSpPr>
          <p:nvPr/>
        </p:nvCxnSpPr>
        <p:spPr>
          <a:xfrm>
            <a:off x="3643246" y="4890564"/>
            <a:ext cx="9039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5" idx="5"/>
            <a:endCxn id="8" idx="1"/>
          </p:cNvCxnSpPr>
          <p:nvPr/>
        </p:nvCxnSpPr>
        <p:spPr>
          <a:xfrm>
            <a:off x="3578898" y="5017857"/>
            <a:ext cx="1032665" cy="829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6" idx="6"/>
            <a:endCxn id="8" idx="2"/>
          </p:cNvCxnSpPr>
          <p:nvPr/>
        </p:nvCxnSpPr>
        <p:spPr>
          <a:xfrm>
            <a:off x="3641794" y="5974967"/>
            <a:ext cx="905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7" idx="6"/>
            <a:endCxn id="9" idx="2"/>
          </p:cNvCxnSpPr>
          <p:nvPr/>
        </p:nvCxnSpPr>
        <p:spPr>
          <a:xfrm>
            <a:off x="4986613" y="4890564"/>
            <a:ext cx="737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8" idx="0"/>
            <a:endCxn id="7" idx="4"/>
          </p:cNvCxnSpPr>
          <p:nvPr/>
        </p:nvCxnSpPr>
        <p:spPr>
          <a:xfrm flipV="1">
            <a:off x="4766914" y="5070584"/>
            <a:ext cx="0" cy="7243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547215" y="6360513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2866722" y="5298839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3657686" y="5478342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224146" y="5008674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5355370" y="5483505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e</a:t>
            </a:r>
            <a:endParaRPr lang="zh-TW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4989369" y="5040984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6260621" y="5334052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46" name="手繪多邊形 45"/>
          <p:cNvSpPr/>
          <p:nvPr/>
        </p:nvSpPr>
        <p:spPr>
          <a:xfrm>
            <a:off x="3934326" y="5763126"/>
            <a:ext cx="709863" cy="685800"/>
          </a:xfrm>
          <a:custGeom>
            <a:avLst/>
            <a:gdLst>
              <a:gd name="connsiteX0" fmla="*/ 709863 w 709863"/>
              <a:gd name="connsiteY0" fmla="*/ 685800 h 685800"/>
              <a:gd name="connsiteX1" fmla="*/ 625642 w 709863"/>
              <a:gd name="connsiteY1" fmla="*/ 613611 h 685800"/>
              <a:gd name="connsiteX2" fmla="*/ 601579 w 709863"/>
              <a:gd name="connsiteY2" fmla="*/ 577516 h 685800"/>
              <a:gd name="connsiteX3" fmla="*/ 565485 w 709863"/>
              <a:gd name="connsiteY3" fmla="*/ 553453 h 685800"/>
              <a:gd name="connsiteX4" fmla="*/ 493295 w 709863"/>
              <a:gd name="connsiteY4" fmla="*/ 493295 h 685800"/>
              <a:gd name="connsiteX5" fmla="*/ 457200 w 709863"/>
              <a:gd name="connsiteY5" fmla="*/ 481263 h 685800"/>
              <a:gd name="connsiteX6" fmla="*/ 360948 w 709863"/>
              <a:gd name="connsiteY6" fmla="*/ 372979 h 685800"/>
              <a:gd name="connsiteX7" fmla="*/ 324853 w 709863"/>
              <a:gd name="connsiteY7" fmla="*/ 336885 h 685800"/>
              <a:gd name="connsiteX8" fmla="*/ 264695 w 709863"/>
              <a:gd name="connsiteY8" fmla="*/ 252663 h 685800"/>
              <a:gd name="connsiteX9" fmla="*/ 240632 w 709863"/>
              <a:gd name="connsiteY9" fmla="*/ 216569 h 685800"/>
              <a:gd name="connsiteX10" fmla="*/ 180474 w 709863"/>
              <a:gd name="connsiteY10" fmla="*/ 168442 h 685800"/>
              <a:gd name="connsiteX11" fmla="*/ 96253 w 709863"/>
              <a:gd name="connsiteY11" fmla="*/ 72190 h 685800"/>
              <a:gd name="connsiteX12" fmla="*/ 36095 w 709863"/>
              <a:gd name="connsiteY12" fmla="*/ 24063 h 685800"/>
              <a:gd name="connsiteX13" fmla="*/ 0 w 709863"/>
              <a:gd name="connsiteY1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09863" h="685800">
                <a:moveTo>
                  <a:pt x="709863" y="685800"/>
                </a:moveTo>
                <a:cubicBezTo>
                  <a:pt x="693958" y="673076"/>
                  <a:pt x="644404" y="637063"/>
                  <a:pt x="625642" y="613611"/>
                </a:cubicBezTo>
                <a:cubicBezTo>
                  <a:pt x="616609" y="602320"/>
                  <a:pt x="611804" y="587741"/>
                  <a:pt x="601579" y="577516"/>
                </a:cubicBezTo>
                <a:cubicBezTo>
                  <a:pt x="591354" y="567291"/>
                  <a:pt x="576776" y="562486"/>
                  <a:pt x="565485" y="553453"/>
                </a:cubicBezTo>
                <a:cubicBezTo>
                  <a:pt x="519064" y="516316"/>
                  <a:pt x="564952" y="534242"/>
                  <a:pt x="493295" y="493295"/>
                </a:cubicBezTo>
                <a:cubicBezTo>
                  <a:pt x="482284" y="487003"/>
                  <a:pt x="469232" y="485274"/>
                  <a:pt x="457200" y="481263"/>
                </a:cubicBezTo>
                <a:cubicBezTo>
                  <a:pt x="414261" y="416856"/>
                  <a:pt x="443359" y="455390"/>
                  <a:pt x="360948" y="372979"/>
                </a:cubicBezTo>
                <a:cubicBezTo>
                  <a:pt x="348916" y="360947"/>
                  <a:pt x="334291" y="351042"/>
                  <a:pt x="324853" y="336885"/>
                </a:cubicBezTo>
                <a:cubicBezTo>
                  <a:pt x="268153" y="251834"/>
                  <a:pt x="339301" y="357111"/>
                  <a:pt x="264695" y="252663"/>
                </a:cubicBezTo>
                <a:cubicBezTo>
                  <a:pt x="256290" y="240896"/>
                  <a:pt x="250857" y="226794"/>
                  <a:pt x="240632" y="216569"/>
                </a:cubicBezTo>
                <a:cubicBezTo>
                  <a:pt x="193270" y="169208"/>
                  <a:pt x="216196" y="216072"/>
                  <a:pt x="180474" y="168442"/>
                </a:cubicBezTo>
                <a:cubicBezTo>
                  <a:pt x="110292" y="74865"/>
                  <a:pt x="163429" y="116973"/>
                  <a:pt x="96253" y="72190"/>
                </a:cubicBezTo>
                <a:cubicBezTo>
                  <a:pt x="55690" y="11345"/>
                  <a:pt x="94210" y="53120"/>
                  <a:pt x="36095" y="24063"/>
                </a:cubicBezTo>
                <a:cubicBezTo>
                  <a:pt x="23161" y="17596"/>
                  <a:pt x="0" y="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3862137" y="5245768"/>
            <a:ext cx="385010" cy="288758"/>
          </a:xfrm>
          <a:custGeom>
            <a:avLst/>
            <a:gdLst>
              <a:gd name="connsiteX0" fmla="*/ 0 w 385010"/>
              <a:gd name="connsiteY0" fmla="*/ 288758 h 288758"/>
              <a:gd name="connsiteX1" fmla="*/ 60158 w 385010"/>
              <a:gd name="connsiteY1" fmla="*/ 264695 h 288758"/>
              <a:gd name="connsiteX2" fmla="*/ 84221 w 385010"/>
              <a:gd name="connsiteY2" fmla="*/ 228600 h 288758"/>
              <a:gd name="connsiteX3" fmla="*/ 192505 w 385010"/>
              <a:gd name="connsiteY3" fmla="*/ 168443 h 288758"/>
              <a:gd name="connsiteX4" fmla="*/ 264695 w 385010"/>
              <a:gd name="connsiteY4" fmla="*/ 120316 h 288758"/>
              <a:gd name="connsiteX5" fmla="*/ 300789 w 385010"/>
              <a:gd name="connsiteY5" fmla="*/ 84221 h 288758"/>
              <a:gd name="connsiteX6" fmla="*/ 336884 w 385010"/>
              <a:gd name="connsiteY6" fmla="*/ 60158 h 288758"/>
              <a:gd name="connsiteX7" fmla="*/ 360947 w 385010"/>
              <a:gd name="connsiteY7" fmla="*/ 24064 h 288758"/>
              <a:gd name="connsiteX8" fmla="*/ 385010 w 385010"/>
              <a:gd name="connsiteY8" fmla="*/ 0 h 28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010" h="288758">
                <a:moveTo>
                  <a:pt x="0" y="288758"/>
                </a:moveTo>
                <a:cubicBezTo>
                  <a:pt x="20053" y="280737"/>
                  <a:pt x="42584" y="277248"/>
                  <a:pt x="60158" y="264695"/>
                </a:cubicBezTo>
                <a:cubicBezTo>
                  <a:pt x="71925" y="256290"/>
                  <a:pt x="73339" y="238122"/>
                  <a:pt x="84221" y="228600"/>
                </a:cubicBezTo>
                <a:cubicBezTo>
                  <a:pt x="135139" y="184046"/>
                  <a:pt x="142929" y="184967"/>
                  <a:pt x="192505" y="168443"/>
                </a:cubicBezTo>
                <a:cubicBezTo>
                  <a:pt x="307655" y="53293"/>
                  <a:pt x="160218" y="189969"/>
                  <a:pt x="264695" y="120316"/>
                </a:cubicBezTo>
                <a:cubicBezTo>
                  <a:pt x="278852" y="110878"/>
                  <a:pt x="287718" y="95114"/>
                  <a:pt x="300789" y="84221"/>
                </a:cubicBezTo>
                <a:cubicBezTo>
                  <a:pt x="311898" y="74964"/>
                  <a:pt x="324852" y="68179"/>
                  <a:pt x="336884" y="60158"/>
                </a:cubicBezTo>
                <a:cubicBezTo>
                  <a:pt x="344905" y="48127"/>
                  <a:pt x="351914" y="35355"/>
                  <a:pt x="360947" y="24064"/>
                </a:cubicBezTo>
                <a:cubicBezTo>
                  <a:pt x="368033" y="15206"/>
                  <a:pt x="385010" y="0"/>
                  <a:pt x="38501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手繪多邊形 47"/>
          <p:cNvSpPr/>
          <p:nvPr/>
        </p:nvSpPr>
        <p:spPr>
          <a:xfrm>
            <a:off x="1871068" y="4307305"/>
            <a:ext cx="2724995" cy="2334127"/>
          </a:xfrm>
          <a:custGeom>
            <a:avLst/>
            <a:gdLst>
              <a:gd name="connsiteX0" fmla="*/ 2508427 w 2724995"/>
              <a:gd name="connsiteY0" fmla="*/ 757990 h 2334127"/>
              <a:gd name="connsiteX1" fmla="*/ 2460300 w 2724995"/>
              <a:gd name="connsiteY1" fmla="*/ 481263 h 2334127"/>
              <a:gd name="connsiteX2" fmla="*/ 2448269 w 2724995"/>
              <a:gd name="connsiteY2" fmla="*/ 433137 h 2334127"/>
              <a:gd name="connsiteX3" fmla="*/ 2424206 w 2724995"/>
              <a:gd name="connsiteY3" fmla="*/ 397042 h 2334127"/>
              <a:gd name="connsiteX4" fmla="*/ 2412174 w 2724995"/>
              <a:gd name="connsiteY4" fmla="*/ 360948 h 2334127"/>
              <a:gd name="connsiteX5" fmla="*/ 2352016 w 2724995"/>
              <a:gd name="connsiteY5" fmla="*/ 300790 h 2334127"/>
              <a:gd name="connsiteX6" fmla="*/ 2279827 w 2724995"/>
              <a:gd name="connsiteY6" fmla="*/ 240632 h 2334127"/>
              <a:gd name="connsiteX7" fmla="*/ 2255764 w 2724995"/>
              <a:gd name="connsiteY7" fmla="*/ 204537 h 2334127"/>
              <a:gd name="connsiteX8" fmla="*/ 2219669 w 2724995"/>
              <a:gd name="connsiteY8" fmla="*/ 192506 h 2334127"/>
              <a:gd name="connsiteX9" fmla="*/ 2171543 w 2724995"/>
              <a:gd name="connsiteY9" fmla="*/ 168442 h 2334127"/>
              <a:gd name="connsiteX10" fmla="*/ 2003100 w 2724995"/>
              <a:gd name="connsiteY10" fmla="*/ 96253 h 2334127"/>
              <a:gd name="connsiteX11" fmla="*/ 1954974 w 2724995"/>
              <a:gd name="connsiteY11" fmla="*/ 72190 h 2334127"/>
              <a:gd name="connsiteX12" fmla="*/ 1798564 w 2724995"/>
              <a:gd name="connsiteY12" fmla="*/ 48127 h 2334127"/>
              <a:gd name="connsiteX13" fmla="*/ 1726374 w 2724995"/>
              <a:gd name="connsiteY13" fmla="*/ 24063 h 2334127"/>
              <a:gd name="connsiteX14" fmla="*/ 1630121 w 2724995"/>
              <a:gd name="connsiteY14" fmla="*/ 12032 h 2334127"/>
              <a:gd name="connsiteX15" fmla="*/ 1569964 w 2724995"/>
              <a:gd name="connsiteY15" fmla="*/ 0 h 2334127"/>
              <a:gd name="connsiteX16" fmla="*/ 1124795 w 2724995"/>
              <a:gd name="connsiteY16" fmla="*/ 12032 h 2334127"/>
              <a:gd name="connsiteX17" fmla="*/ 1088700 w 2724995"/>
              <a:gd name="connsiteY17" fmla="*/ 24063 h 2334127"/>
              <a:gd name="connsiteX18" fmla="*/ 1004479 w 2724995"/>
              <a:gd name="connsiteY18" fmla="*/ 36095 h 2334127"/>
              <a:gd name="connsiteX19" fmla="*/ 511185 w 2724995"/>
              <a:gd name="connsiteY19" fmla="*/ 48127 h 2334127"/>
              <a:gd name="connsiteX20" fmla="*/ 366806 w 2724995"/>
              <a:gd name="connsiteY20" fmla="*/ 72190 h 2334127"/>
              <a:gd name="connsiteX21" fmla="*/ 258521 w 2724995"/>
              <a:gd name="connsiteY21" fmla="*/ 156411 h 2334127"/>
              <a:gd name="connsiteX22" fmla="*/ 222427 w 2724995"/>
              <a:gd name="connsiteY22" fmla="*/ 180474 h 2334127"/>
              <a:gd name="connsiteX23" fmla="*/ 138206 w 2724995"/>
              <a:gd name="connsiteY23" fmla="*/ 240632 h 2334127"/>
              <a:gd name="connsiteX24" fmla="*/ 90079 w 2724995"/>
              <a:gd name="connsiteY24" fmla="*/ 324853 h 2334127"/>
              <a:gd name="connsiteX25" fmla="*/ 53985 w 2724995"/>
              <a:gd name="connsiteY25" fmla="*/ 433137 h 2334127"/>
              <a:gd name="connsiteX26" fmla="*/ 41953 w 2724995"/>
              <a:gd name="connsiteY26" fmla="*/ 469232 h 2334127"/>
              <a:gd name="connsiteX27" fmla="*/ 5858 w 2724995"/>
              <a:gd name="connsiteY27" fmla="*/ 565484 h 2334127"/>
              <a:gd name="connsiteX28" fmla="*/ 29921 w 2724995"/>
              <a:gd name="connsiteY28" fmla="*/ 998621 h 2334127"/>
              <a:gd name="connsiteX29" fmla="*/ 53985 w 2724995"/>
              <a:gd name="connsiteY29" fmla="*/ 1058779 h 2334127"/>
              <a:gd name="connsiteX30" fmla="*/ 102111 w 2724995"/>
              <a:gd name="connsiteY30" fmla="*/ 1179095 h 2334127"/>
              <a:gd name="connsiteX31" fmla="*/ 114143 w 2724995"/>
              <a:gd name="connsiteY31" fmla="*/ 1215190 h 2334127"/>
              <a:gd name="connsiteX32" fmla="*/ 150237 w 2724995"/>
              <a:gd name="connsiteY32" fmla="*/ 1251284 h 2334127"/>
              <a:gd name="connsiteX33" fmla="*/ 162269 w 2724995"/>
              <a:gd name="connsiteY33" fmla="*/ 1287379 h 2334127"/>
              <a:gd name="connsiteX34" fmla="*/ 270553 w 2724995"/>
              <a:gd name="connsiteY34" fmla="*/ 1431758 h 2334127"/>
              <a:gd name="connsiteX35" fmla="*/ 306648 w 2724995"/>
              <a:gd name="connsiteY35" fmla="*/ 1455821 h 2334127"/>
              <a:gd name="connsiteX36" fmla="*/ 378837 w 2724995"/>
              <a:gd name="connsiteY36" fmla="*/ 1540042 h 2334127"/>
              <a:gd name="connsiteX37" fmla="*/ 402900 w 2724995"/>
              <a:gd name="connsiteY37" fmla="*/ 1576137 h 2334127"/>
              <a:gd name="connsiteX38" fmla="*/ 511185 w 2724995"/>
              <a:gd name="connsiteY38" fmla="*/ 1696453 h 2334127"/>
              <a:gd name="connsiteX39" fmla="*/ 535248 w 2724995"/>
              <a:gd name="connsiteY39" fmla="*/ 1732548 h 2334127"/>
              <a:gd name="connsiteX40" fmla="*/ 571343 w 2724995"/>
              <a:gd name="connsiteY40" fmla="*/ 1756611 h 2334127"/>
              <a:gd name="connsiteX41" fmla="*/ 667595 w 2724995"/>
              <a:gd name="connsiteY41" fmla="*/ 1840832 h 2334127"/>
              <a:gd name="connsiteX42" fmla="*/ 763848 w 2724995"/>
              <a:gd name="connsiteY42" fmla="*/ 1900990 h 2334127"/>
              <a:gd name="connsiteX43" fmla="*/ 860100 w 2724995"/>
              <a:gd name="connsiteY43" fmla="*/ 1973179 h 2334127"/>
              <a:gd name="connsiteX44" fmla="*/ 896195 w 2724995"/>
              <a:gd name="connsiteY44" fmla="*/ 1985211 h 2334127"/>
              <a:gd name="connsiteX45" fmla="*/ 1016511 w 2724995"/>
              <a:gd name="connsiteY45" fmla="*/ 2069432 h 2334127"/>
              <a:gd name="connsiteX46" fmla="*/ 1064637 w 2724995"/>
              <a:gd name="connsiteY46" fmla="*/ 2093495 h 2334127"/>
              <a:gd name="connsiteX47" fmla="*/ 1136827 w 2724995"/>
              <a:gd name="connsiteY47" fmla="*/ 2117558 h 2334127"/>
              <a:gd name="connsiteX48" fmla="*/ 1209016 w 2724995"/>
              <a:gd name="connsiteY48" fmla="*/ 2141621 h 2334127"/>
              <a:gd name="connsiteX49" fmla="*/ 1269174 w 2724995"/>
              <a:gd name="connsiteY49" fmla="*/ 2153653 h 2334127"/>
              <a:gd name="connsiteX50" fmla="*/ 1329332 w 2724995"/>
              <a:gd name="connsiteY50" fmla="*/ 2177716 h 2334127"/>
              <a:gd name="connsiteX51" fmla="*/ 1521837 w 2724995"/>
              <a:gd name="connsiteY51" fmla="*/ 2201779 h 2334127"/>
              <a:gd name="connsiteX52" fmla="*/ 1786532 w 2724995"/>
              <a:gd name="connsiteY52" fmla="*/ 2237874 h 2334127"/>
              <a:gd name="connsiteX53" fmla="*/ 1846690 w 2724995"/>
              <a:gd name="connsiteY53" fmla="*/ 2249906 h 2334127"/>
              <a:gd name="connsiteX54" fmla="*/ 1930911 w 2724995"/>
              <a:gd name="connsiteY54" fmla="*/ 2261937 h 2334127"/>
              <a:gd name="connsiteX55" fmla="*/ 2448269 w 2724995"/>
              <a:gd name="connsiteY55" fmla="*/ 2237874 h 2334127"/>
              <a:gd name="connsiteX56" fmla="*/ 2484364 w 2724995"/>
              <a:gd name="connsiteY56" fmla="*/ 2225842 h 2334127"/>
              <a:gd name="connsiteX57" fmla="*/ 2640774 w 2724995"/>
              <a:gd name="connsiteY57" fmla="*/ 2237874 h 2334127"/>
              <a:gd name="connsiteX58" fmla="*/ 2664837 w 2724995"/>
              <a:gd name="connsiteY58" fmla="*/ 2273969 h 2334127"/>
              <a:gd name="connsiteX59" fmla="*/ 2724995 w 2724995"/>
              <a:gd name="connsiteY59" fmla="*/ 2334127 h 233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724995" h="2334127">
                <a:moveTo>
                  <a:pt x="2508427" y="757990"/>
                </a:moveTo>
                <a:cubicBezTo>
                  <a:pt x="2495139" y="664977"/>
                  <a:pt x="2483256" y="573092"/>
                  <a:pt x="2460300" y="481263"/>
                </a:cubicBezTo>
                <a:cubicBezTo>
                  <a:pt x="2456290" y="465221"/>
                  <a:pt x="2454783" y="448336"/>
                  <a:pt x="2448269" y="433137"/>
                </a:cubicBezTo>
                <a:cubicBezTo>
                  <a:pt x="2442573" y="419846"/>
                  <a:pt x="2430673" y="409976"/>
                  <a:pt x="2424206" y="397042"/>
                </a:cubicBezTo>
                <a:cubicBezTo>
                  <a:pt x="2418534" y="385699"/>
                  <a:pt x="2419783" y="371094"/>
                  <a:pt x="2412174" y="360948"/>
                </a:cubicBezTo>
                <a:cubicBezTo>
                  <a:pt x="2395159" y="338261"/>
                  <a:pt x="2372069" y="320843"/>
                  <a:pt x="2352016" y="300790"/>
                </a:cubicBezTo>
                <a:cubicBezTo>
                  <a:pt x="2305696" y="254470"/>
                  <a:pt x="2330079" y="274134"/>
                  <a:pt x="2279827" y="240632"/>
                </a:cubicBezTo>
                <a:cubicBezTo>
                  <a:pt x="2271806" y="228600"/>
                  <a:pt x="2267056" y="213570"/>
                  <a:pt x="2255764" y="204537"/>
                </a:cubicBezTo>
                <a:cubicBezTo>
                  <a:pt x="2245861" y="196614"/>
                  <a:pt x="2231326" y="197502"/>
                  <a:pt x="2219669" y="192506"/>
                </a:cubicBezTo>
                <a:cubicBezTo>
                  <a:pt x="2203184" y="185441"/>
                  <a:pt x="2187035" y="177479"/>
                  <a:pt x="2171543" y="168442"/>
                </a:cubicBezTo>
                <a:cubicBezTo>
                  <a:pt x="2042911" y="93406"/>
                  <a:pt x="2120149" y="115760"/>
                  <a:pt x="2003100" y="96253"/>
                </a:cubicBezTo>
                <a:cubicBezTo>
                  <a:pt x="1987058" y="88232"/>
                  <a:pt x="1971989" y="77862"/>
                  <a:pt x="1954974" y="72190"/>
                </a:cubicBezTo>
                <a:cubicBezTo>
                  <a:pt x="1921899" y="61165"/>
                  <a:pt x="1822155" y="51076"/>
                  <a:pt x="1798564" y="48127"/>
                </a:cubicBezTo>
                <a:cubicBezTo>
                  <a:pt x="1774501" y="40106"/>
                  <a:pt x="1751176" y="29378"/>
                  <a:pt x="1726374" y="24063"/>
                </a:cubicBezTo>
                <a:cubicBezTo>
                  <a:pt x="1694758" y="17288"/>
                  <a:pt x="1662079" y="16949"/>
                  <a:pt x="1630121" y="12032"/>
                </a:cubicBezTo>
                <a:cubicBezTo>
                  <a:pt x="1609909" y="8923"/>
                  <a:pt x="1590016" y="4011"/>
                  <a:pt x="1569964" y="0"/>
                </a:cubicBezTo>
                <a:cubicBezTo>
                  <a:pt x="1421574" y="4011"/>
                  <a:pt x="1273054" y="4619"/>
                  <a:pt x="1124795" y="12032"/>
                </a:cubicBezTo>
                <a:cubicBezTo>
                  <a:pt x="1112128" y="12665"/>
                  <a:pt x="1101136" y="21576"/>
                  <a:pt x="1088700" y="24063"/>
                </a:cubicBezTo>
                <a:cubicBezTo>
                  <a:pt x="1060892" y="29625"/>
                  <a:pt x="1032813" y="34914"/>
                  <a:pt x="1004479" y="36095"/>
                </a:cubicBezTo>
                <a:cubicBezTo>
                  <a:pt x="840141" y="42943"/>
                  <a:pt x="675616" y="44116"/>
                  <a:pt x="511185" y="48127"/>
                </a:cubicBezTo>
                <a:cubicBezTo>
                  <a:pt x="489955" y="50781"/>
                  <a:pt x="399542" y="58160"/>
                  <a:pt x="366806" y="72190"/>
                </a:cubicBezTo>
                <a:cubicBezTo>
                  <a:pt x="340909" y="83289"/>
                  <a:pt x="263272" y="152716"/>
                  <a:pt x="258521" y="156411"/>
                </a:cubicBezTo>
                <a:cubicBezTo>
                  <a:pt x="247107" y="165289"/>
                  <a:pt x="234194" y="172069"/>
                  <a:pt x="222427" y="180474"/>
                </a:cubicBezTo>
                <a:cubicBezTo>
                  <a:pt x="117962" y="255092"/>
                  <a:pt x="223268" y="183923"/>
                  <a:pt x="138206" y="240632"/>
                </a:cubicBezTo>
                <a:cubicBezTo>
                  <a:pt x="116503" y="273186"/>
                  <a:pt x="105342" y="286695"/>
                  <a:pt x="90079" y="324853"/>
                </a:cubicBezTo>
                <a:cubicBezTo>
                  <a:pt x="90067" y="324884"/>
                  <a:pt x="60006" y="415074"/>
                  <a:pt x="53985" y="433137"/>
                </a:cubicBezTo>
                <a:cubicBezTo>
                  <a:pt x="49974" y="445169"/>
                  <a:pt x="47625" y="457888"/>
                  <a:pt x="41953" y="469232"/>
                </a:cubicBezTo>
                <a:cubicBezTo>
                  <a:pt x="10495" y="532148"/>
                  <a:pt x="22240" y="499958"/>
                  <a:pt x="5858" y="565484"/>
                </a:cubicBezTo>
                <a:cubicBezTo>
                  <a:pt x="12088" y="771052"/>
                  <a:pt x="-23388" y="856467"/>
                  <a:pt x="29921" y="998621"/>
                </a:cubicBezTo>
                <a:cubicBezTo>
                  <a:pt x="37504" y="1018843"/>
                  <a:pt x="47155" y="1038290"/>
                  <a:pt x="53985" y="1058779"/>
                </a:cubicBezTo>
                <a:cubicBezTo>
                  <a:pt x="106196" y="1215412"/>
                  <a:pt x="3865" y="958045"/>
                  <a:pt x="102111" y="1179095"/>
                </a:cubicBezTo>
                <a:cubicBezTo>
                  <a:pt x="107262" y="1190684"/>
                  <a:pt x="107108" y="1204638"/>
                  <a:pt x="114143" y="1215190"/>
                </a:cubicBezTo>
                <a:cubicBezTo>
                  <a:pt x="123581" y="1229347"/>
                  <a:pt x="138206" y="1239253"/>
                  <a:pt x="150237" y="1251284"/>
                </a:cubicBezTo>
                <a:cubicBezTo>
                  <a:pt x="154248" y="1263316"/>
                  <a:pt x="156110" y="1276292"/>
                  <a:pt x="162269" y="1287379"/>
                </a:cubicBezTo>
                <a:cubicBezTo>
                  <a:pt x="185049" y="1328384"/>
                  <a:pt x="238150" y="1399355"/>
                  <a:pt x="270553" y="1431758"/>
                </a:cubicBezTo>
                <a:cubicBezTo>
                  <a:pt x="280778" y="1441983"/>
                  <a:pt x="294616" y="1447800"/>
                  <a:pt x="306648" y="1455821"/>
                </a:cubicBezTo>
                <a:cubicBezTo>
                  <a:pt x="353649" y="1549824"/>
                  <a:pt x="300744" y="1461949"/>
                  <a:pt x="378837" y="1540042"/>
                </a:cubicBezTo>
                <a:cubicBezTo>
                  <a:pt x="389062" y="1550267"/>
                  <a:pt x="394022" y="1564723"/>
                  <a:pt x="402900" y="1576137"/>
                </a:cubicBezTo>
                <a:cubicBezTo>
                  <a:pt x="559644" y="1777667"/>
                  <a:pt x="381472" y="1545122"/>
                  <a:pt x="511185" y="1696453"/>
                </a:cubicBezTo>
                <a:cubicBezTo>
                  <a:pt x="520596" y="1707432"/>
                  <a:pt x="525023" y="1722323"/>
                  <a:pt x="535248" y="1732548"/>
                </a:cubicBezTo>
                <a:cubicBezTo>
                  <a:pt x="545473" y="1742773"/>
                  <a:pt x="560364" y="1747200"/>
                  <a:pt x="571343" y="1756611"/>
                </a:cubicBezTo>
                <a:cubicBezTo>
                  <a:pt x="647574" y="1821951"/>
                  <a:pt x="589011" y="1788442"/>
                  <a:pt x="667595" y="1840832"/>
                </a:cubicBezTo>
                <a:cubicBezTo>
                  <a:pt x="730117" y="1882514"/>
                  <a:pt x="714500" y="1865101"/>
                  <a:pt x="763848" y="1900990"/>
                </a:cubicBezTo>
                <a:cubicBezTo>
                  <a:pt x="796282" y="1924579"/>
                  <a:pt x="822053" y="1960496"/>
                  <a:pt x="860100" y="1973179"/>
                </a:cubicBezTo>
                <a:cubicBezTo>
                  <a:pt x="872132" y="1977190"/>
                  <a:pt x="885108" y="1979052"/>
                  <a:pt x="896195" y="1985211"/>
                </a:cubicBezTo>
                <a:cubicBezTo>
                  <a:pt x="1027878" y="2058368"/>
                  <a:pt x="915567" y="2006341"/>
                  <a:pt x="1016511" y="2069432"/>
                </a:cubicBezTo>
                <a:cubicBezTo>
                  <a:pt x="1031720" y="2078938"/>
                  <a:pt x="1047984" y="2086834"/>
                  <a:pt x="1064637" y="2093495"/>
                </a:cubicBezTo>
                <a:cubicBezTo>
                  <a:pt x="1088188" y="2102915"/>
                  <a:pt x="1112764" y="2109537"/>
                  <a:pt x="1136827" y="2117558"/>
                </a:cubicBezTo>
                <a:cubicBezTo>
                  <a:pt x="1136840" y="2117562"/>
                  <a:pt x="1209003" y="2141618"/>
                  <a:pt x="1209016" y="2141621"/>
                </a:cubicBezTo>
                <a:cubicBezTo>
                  <a:pt x="1229069" y="2145632"/>
                  <a:pt x="1249587" y="2147777"/>
                  <a:pt x="1269174" y="2153653"/>
                </a:cubicBezTo>
                <a:cubicBezTo>
                  <a:pt x="1289861" y="2159859"/>
                  <a:pt x="1308496" y="2172033"/>
                  <a:pt x="1329332" y="2177716"/>
                </a:cubicBezTo>
                <a:cubicBezTo>
                  <a:pt x="1372545" y="2189501"/>
                  <a:pt x="1490808" y="2198676"/>
                  <a:pt x="1521837" y="2201779"/>
                </a:cubicBezTo>
                <a:cubicBezTo>
                  <a:pt x="1666838" y="2250112"/>
                  <a:pt x="1538759" y="2214276"/>
                  <a:pt x="1786532" y="2237874"/>
                </a:cubicBezTo>
                <a:cubicBezTo>
                  <a:pt x="1806890" y="2239813"/>
                  <a:pt x="1826518" y="2246544"/>
                  <a:pt x="1846690" y="2249906"/>
                </a:cubicBezTo>
                <a:cubicBezTo>
                  <a:pt x="1874663" y="2254568"/>
                  <a:pt x="1902837" y="2257927"/>
                  <a:pt x="1930911" y="2261937"/>
                </a:cubicBezTo>
                <a:cubicBezTo>
                  <a:pt x="2059198" y="2258561"/>
                  <a:pt x="2285481" y="2278572"/>
                  <a:pt x="2448269" y="2237874"/>
                </a:cubicBezTo>
                <a:cubicBezTo>
                  <a:pt x="2460573" y="2234798"/>
                  <a:pt x="2472332" y="2229853"/>
                  <a:pt x="2484364" y="2225842"/>
                </a:cubicBezTo>
                <a:cubicBezTo>
                  <a:pt x="2536501" y="2229853"/>
                  <a:pt x="2590249" y="2224400"/>
                  <a:pt x="2640774" y="2237874"/>
                </a:cubicBezTo>
                <a:cubicBezTo>
                  <a:pt x="2654746" y="2241600"/>
                  <a:pt x="2655315" y="2263087"/>
                  <a:pt x="2664837" y="2273969"/>
                </a:cubicBezTo>
                <a:cubicBezTo>
                  <a:pt x="2683511" y="2295311"/>
                  <a:pt x="2724995" y="2334127"/>
                  <a:pt x="2724995" y="23341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手繪多邊形 48"/>
          <p:cNvSpPr/>
          <p:nvPr/>
        </p:nvSpPr>
        <p:spPr>
          <a:xfrm>
            <a:off x="4523874" y="5197642"/>
            <a:ext cx="445168" cy="37429"/>
          </a:xfrm>
          <a:custGeom>
            <a:avLst/>
            <a:gdLst>
              <a:gd name="connsiteX0" fmla="*/ 0 w 445168"/>
              <a:gd name="connsiteY0" fmla="*/ 12032 h 37429"/>
              <a:gd name="connsiteX1" fmla="*/ 60158 w 445168"/>
              <a:gd name="connsiteY1" fmla="*/ 0 h 37429"/>
              <a:gd name="connsiteX2" fmla="*/ 252663 w 445168"/>
              <a:gd name="connsiteY2" fmla="*/ 24063 h 37429"/>
              <a:gd name="connsiteX3" fmla="*/ 300789 w 445168"/>
              <a:gd name="connsiteY3" fmla="*/ 36095 h 37429"/>
              <a:gd name="connsiteX4" fmla="*/ 445168 w 445168"/>
              <a:gd name="connsiteY4" fmla="*/ 36095 h 3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" h="37429">
                <a:moveTo>
                  <a:pt x="0" y="12032"/>
                </a:moveTo>
                <a:cubicBezTo>
                  <a:pt x="20053" y="8021"/>
                  <a:pt x="39708" y="0"/>
                  <a:pt x="60158" y="0"/>
                </a:cubicBezTo>
                <a:cubicBezTo>
                  <a:pt x="80243" y="0"/>
                  <a:pt x="223371" y="18737"/>
                  <a:pt x="252663" y="24063"/>
                </a:cubicBezTo>
                <a:cubicBezTo>
                  <a:pt x="268932" y="27021"/>
                  <a:pt x="284285" y="35063"/>
                  <a:pt x="300789" y="36095"/>
                </a:cubicBezTo>
                <a:cubicBezTo>
                  <a:pt x="348822" y="39097"/>
                  <a:pt x="397042" y="36095"/>
                  <a:pt x="445168" y="3609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手繪多邊形 49"/>
          <p:cNvSpPr/>
          <p:nvPr/>
        </p:nvSpPr>
        <p:spPr>
          <a:xfrm>
            <a:off x="4821538" y="4535905"/>
            <a:ext cx="2878673" cy="1997277"/>
          </a:xfrm>
          <a:custGeom>
            <a:avLst/>
            <a:gdLst>
              <a:gd name="connsiteX0" fmla="*/ 412199 w 2878673"/>
              <a:gd name="connsiteY0" fmla="*/ 493295 h 1997277"/>
              <a:gd name="connsiteX1" fmla="*/ 424230 w 2878673"/>
              <a:gd name="connsiteY1" fmla="*/ 409074 h 1997277"/>
              <a:gd name="connsiteX2" fmla="*/ 448294 w 2878673"/>
              <a:gd name="connsiteY2" fmla="*/ 372979 h 1997277"/>
              <a:gd name="connsiteX3" fmla="*/ 532515 w 2878673"/>
              <a:gd name="connsiteY3" fmla="*/ 240632 h 1997277"/>
              <a:gd name="connsiteX4" fmla="*/ 544546 w 2878673"/>
              <a:gd name="connsiteY4" fmla="*/ 204537 h 1997277"/>
              <a:gd name="connsiteX5" fmla="*/ 616736 w 2878673"/>
              <a:gd name="connsiteY5" fmla="*/ 108284 h 1997277"/>
              <a:gd name="connsiteX6" fmla="*/ 688925 w 2878673"/>
              <a:gd name="connsiteY6" fmla="*/ 60158 h 1997277"/>
              <a:gd name="connsiteX7" fmla="*/ 809241 w 2878673"/>
              <a:gd name="connsiteY7" fmla="*/ 36095 h 1997277"/>
              <a:gd name="connsiteX8" fmla="*/ 857367 w 2878673"/>
              <a:gd name="connsiteY8" fmla="*/ 12032 h 1997277"/>
              <a:gd name="connsiteX9" fmla="*/ 953620 w 2878673"/>
              <a:gd name="connsiteY9" fmla="*/ 0 h 1997277"/>
              <a:gd name="connsiteX10" fmla="*/ 1446915 w 2878673"/>
              <a:gd name="connsiteY10" fmla="*/ 12032 h 1997277"/>
              <a:gd name="connsiteX11" fmla="*/ 1543167 w 2878673"/>
              <a:gd name="connsiteY11" fmla="*/ 36095 h 1997277"/>
              <a:gd name="connsiteX12" fmla="*/ 1615357 w 2878673"/>
              <a:gd name="connsiteY12" fmla="*/ 72190 h 1997277"/>
              <a:gd name="connsiteX13" fmla="*/ 1771767 w 2878673"/>
              <a:gd name="connsiteY13" fmla="*/ 84221 h 1997277"/>
              <a:gd name="connsiteX14" fmla="*/ 1904115 w 2878673"/>
              <a:gd name="connsiteY14" fmla="*/ 96253 h 1997277"/>
              <a:gd name="connsiteX15" fmla="*/ 2036462 w 2878673"/>
              <a:gd name="connsiteY15" fmla="*/ 120316 h 1997277"/>
              <a:gd name="connsiteX16" fmla="*/ 2108651 w 2878673"/>
              <a:gd name="connsiteY16" fmla="*/ 144379 h 1997277"/>
              <a:gd name="connsiteX17" fmla="*/ 2156778 w 2878673"/>
              <a:gd name="connsiteY17" fmla="*/ 156411 h 1997277"/>
              <a:gd name="connsiteX18" fmla="*/ 2192873 w 2878673"/>
              <a:gd name="connsiteY18" fmla="*/ 168442 h 1997277"/>
              <a:gd name="connsiteX19" fmla="*/ 2421473 w 2878673"/>
              <a:gd name="connsiteY19" fmla="*/ 204537 h 1997277"/>
              <a:gd name="connsiteX20" fmla="*/ 2565851 w 2878673"/>
              <a:gd name="connsiteY20" fmla="*/ 240632 h 1997277"/>
              <a:gd name="connsiteX21" fmla="*/ 2638041 w 2878673"/>
              <a:gd name="connsiteY21" fmla="*/ 276727 h 1997277"/>
              <a:gd name="connsiteX22" fmla="*/ 2746325 w 2878673"/>
              <a:gd name="connsiteY22" fmla="*/ 397042 h 1997277"/>
              <a:gd name="connsiteX23" fmla="*/ 2782420 w 2878673"/>
              <a:gd name="connsiteY23" fmla="*/ 433137 h 1997277"/>
              <a:gd name="connsiteX24" fmla="*/ 2830546 w 2878673"/>
              <a:gd name="connsiteY24" fmla="*/ 505327 h 1997277"/>
              <a:gd name="connsiteX25" fmla="*/ 2854609 w 2878673"/>
              <a:gd name="connsiteY25" fmla="*/ 589548 h 1997277"/>
              <a:gd name="connsiteX26" fmla="*/ 2878673 w 2878673"/>
              <a:gd name="connsiteY26" fmla="*/ 661737 h 1997277"/>
              <a:gd name="connsiteX27" fmla="*/ 2866641 w 2878673"/>
              <a:gd name="connsiteY27" fmla="*/ 998621 h 1997277"/>
              <a:gd name="connsiteX28" fmla="*/ 2854609 w 2878673"/>
              <a:gd name="connsiteY28" fmla="*/ 1034716 h 1997277"/>
              <a:gd name="connsiteX29" fmla="*/ 2818515 w 2878673"/>
              <a:gd name="connsiteY29" fmla="*/ 1070811 h 1997277"/>
              <a:gd name="connsiteX30" fmla="*/ 2782420 w 2878673"/>
              <a:gd name="connsiteY30" fmla="*/ 1118937 h 1997277"/>
              <a:gd name="connsiteX31" fmla="*/ 2734294 w 2878673"/>
              <a:gd name="connsiteY31" fmla="*/ 1191127 h 1997277"/>
              <a:gd name="connsiteX32" fmla="*/ 2722262 w 2878673"/>
              <a:gd name="connsiteY32" fmla="*/ 1227221 h 1997277"/>
              <a:gd name="connsiteX33" fmla="*/ 2638041 w 2878673"/>
              <a:gd name="connsiteY33" fmla="*/ 1287379 h 1997277"/>
              <a:gd name="connsiteX34" fmla="*/ 2589915 w 2878673"/>
              <a:gd name="connsiteY34" fmla="*/ 1323474 h 1997277"/>
              <a:gd name="connsiteX35" fmla="*/ 2565851 w 2878673"/>
              <a:gd name="connsiteY35" fmla="*/ 1347537 h 1997277"/>
              <a:gd name="connsiteX36" fmla="*/ 2529757 w 2878673"/>
              <a:gd name="connsiteY36" fmla="*/ 1359569 h 1997277"/>
              <a:gd name="connsiteX37" fmla="*/ 2481630 w 2878673"/>
              <a:gd name="connsiteY37" fmla="*/ 1395663 h 1997277"/>
              <a:gd name="connsiteX38" fmla="*/ 2433504 w 2878673"/>
              <a:gd name="connsiteY38" fmla="*/ 1419727 h 1997277"/>
              <a:gd name="connsiteX39" fmla="*/ 2373346 w 2878673"/>
              <a:gd name="connsiteY39" fmla="*/ 1455821 h 1997277"/>
              <a:gd name="connsiteX40" fmla="*/ 2301157 w 2878673"/>
              <a:gd name="connsiteY40" fmla="*/ 1503948 h 1997277"/>
              <a:gd name="connsiteX41" fmla="*/ 2253030 w 2878673"/>
              <a:gd name="connsiteY41" fmla="*/ 1528011 h 1997277"/>
              <a:gd name="connsiteX42" fmla="*/ 2216936 w 2878673"/>
              <a:gd name="connsiteY42" fmla="*/ 1552074 h 1997277"/>
              <a:gd name="connsiteX43" fmla="*/ 2180841 w 2878673"/>
              <a:gd name="connsiteY43" fmla="*/ 1564106 h 1997277"/>
              <a:gd name="connsiteX44" fmla="*/ 2144746 w 2878673"/>
              <a:gd name="connsiteY44" fmla="*/ 1588169 h 1997277"/>
              <a:gd name="connsiteX45" fmla="*/ 2108651 w 2878673"/>
              <a:gd name="connsiteY45" fmla="*/ 1600200 h 1997277"/>
              <a:gd name="connsiteX46" fmla="*/ 2048494 w 2878673"/>
              <a:gd name="connsiteY46" fmla="*/ 1624263 h 1997277"/>
              <a:gd name="connsiteX47" fmla="*/ 1940209 w 2878673"/>
              <a:gd name="connsiteY47" fmla="*/ 1648327 h 1997277"/>
              <a:gd name="connsiteX48" fmla="*/ 1892083 w 2878673"/>
              <a:gd name="connsiteY48" fmla="*/ 1684421 h 1997277"/>
              <a:gd name="connsiteX49" fmla="*/ 1819894 w 2878673"/>
              <a:gd name="connsiteY49" fmla="*/ 1696453 h 1997277"/>
              <a:gd name="connsiteX50" fmla="*/ 1759736 w 2878673"/>
              <a:gd name="connsiteY50" fmla="*/ 1708484 h 1997277"/>
              <a:gd name="connsiteX51" fmla="*/ 1723641 w 2878673"/>
              <a:gd name="connsiteY51" fmla="*/ 1732548 h 1997277"/>
              <a:gd name="connsiteX52" fmla="*/ 1663483 w 2878673"/>
              <a:gd name="connsiteY52" fmla="*/ 1744579 h 1997277"/>
              <a:gd name="connsiteX53" fmla="*/ 1615357 w 2878673"/>
              <a:gd name="connsiteY53" fmla="*/ 1756611 h 1997277"/>
              <a:gd name="connsiteX54" fmla="*/ 1555199 w 2878673"/>
              <a:gd name="connsiteY54" fmla="*/ 1768642 h 1997277"/>
              <a:gd name="connsiteX55" fmla="*/ 1446915 w 2878673"/>
              <a:gd name="connsiteY55" fmla="*/ 1792706 h 1997277"/>
              <a:gd name="connsiteX56" fmla="*/ 1350662 w 2878673"/>
              <a:gd name="connsiteY56" fmla="*/ 1804737 h 1997277"/>
              <a:gd name="connsiteX57" fmla="*/ 1242378 w 2878673"/>
              <a:gd name="connsiteY57" fmla="*/ 1828800 h 1997277"/>
              <a:gd name="connsiteX58" fmla="*/ 1122062 w 2878673"/>
              <a:gd name="connsiteY58" fmla="*/ 1840832 h 1997277"/>
              <a:gd name="connsiteX59" fmla="*/ 1085967 w 2878673"/>
              <a:gd name="connsiteY59" fmla="*/ 1852863 h 1997277"/>
              <a:gd name="connsiteX60" fmla="*/ 640799 w 2878673"/>
              <a:gd name="connsiteY60" fmla="*/ 1876927 h 1997277"/>
              <a:gd name="connsiteX61" fmla="*/ 556578 w 2878673"/>
              <a:gd name="connsiteY61" fmla="*/ 1900990 h 1997277"/>
              <a:gd name="connsiteX62" fmla="*/ 448294 w 2878673"/>
              <a:gd name="connsiteY62" fmla="*/ 1913021 h 1997277"/>
              <a:gd name="connsiteX63" fmla="*/ 291883 w 2878673"/>
              <a:gd name="connsiteY63" fmla="*/ 1937084 h 1997277"/>
              <a:gd name="connsiteX64" fmla="*/ 219694 w 2878673"/>
              <a:gd name="connsiteY64" fmla="*/ 1949116 h 1997277"/>
              <a:gd name="connsiteX65" fmla="*/ 75315 w 2878673"/>
              <a:gd name="connsiteY65" fmla="*/ 1985211 h 1997277"/>
              <a:gd name="connsiteX66" fmla="*/ 27188 w 2878673"/>
              <a:gd name="connsiteY66" fmla="*/ 1997242 h 19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878673" h="1997277">
                <a:moveTo>
                  <a:pt x="412199" y="493295"/>
                </a:moveTo>
                <a:cubicBezTo>
                  <a:pt x="416209" y="465221"/>
                  <a:pt x="416081" y="436237"/>
                  <a:pt x="424230" y="409074"/>
                </a:cubicBezTo>
                <a:cubicBezTo>
                  <a:pt x="428385" y="395223"/>
                  <a:pt x="441271" y="385620"/>
                  <a:pt x="448294" y="372979"/>
                </a:cubicBezTo>
                <a:cubicBezTo>
                  <a:pt x="513176" y="256191"/>
                  <a:pt x="451064" y="342444"/>
                  <a:pt x="532515" y="240632"/>
                </a:cubicBezTo>
                <a:cubicBezTo>
                  <a:pt x="536525" y="228600"/>
                  <a:pt x="538387" y="215623"/>
                  <a:pt x="544546" y="204537"/>
                </a:cubicBezTo>
                <a:cubicBezTo>
                  <a:pt x="556392" y="183214"/>
                  <a:pt x="588923" y="129144"/>
                  <a:pt x="616736" y="108284"/>
                </a:cubicBezTo>
                <a:cubicBezTo>
                  <a:pt x="639872" y="90932"/>
                  <a:pt x="660566" y="65830"/>
                  <a:pt x="688925" y="60158"/>
                </a:cubicBezTo>
                <a:lnTo>
                  <a:pt x="809241" y="36095"/>
                </a:lnTo>
                <a:cubicBezTo>
                  <a:pt x="825283" y="28074"/>
                  <a:pt x="839967" y="16382"/>
                  <a:pt x="857367" y="12032"/>
                </a:cubicBezTo>
                <a:cubicBezTo>
                  <a:pt x="888736" y="4190"/>
                  <a:pt x="921286" y="0"/>
                  <a:pt x="953620" y="0"/>
                </a:cubicBezTo>
                <a:cubicBezTo>
                  <a:pt x="1118101" y="0"/>
                  <a:pt x="1282483" y="8021"/>
                  <a:pt x="1446915" y="12032"/>
                </a:cubicBezTo>
                <a:cubicBezTo>
                  <a:pt x="1478999" y="20053"/>
                  <a:pt x="1513587" y="21305"/>
                  <a:pt x="1543167" y="36095"/>
                </a:cubicBezTo>
                <a:cubicBezTo>
                  <a:pt x="1567230" y="48127"/>
                  <a:pt x="1589030" y="66648"/>
                  <a:pt x="1615357" y="72190"/>
                </a:cubicBezTo>
                <a:cubicBezTo>
                  <a:pt x="1666526" y="82962"/>
                  <a:pt x="1719657" y="79879"/>
                  <a:pt x="1771767" y="84221"/>
                </a:cubicBezTo>
                <a:lnTo>
                  <a:pt x="1904115" y="96253"/>
                </a:lnTo>
                <a:cubicBezTo>
                  <a:pt x="2002902" y="129181"/>
                  <a:pt x="1845991" y="79501"/>
                  <a:pt x="2036462" y="120316"/>
                </a:cubicBezTo>
                <a:cubicBezTo>
                  <a:pt x="2061264" y="125631"/>
                  <a:pt x="2084044" y="138227"/>
                  <a:pt x="2108651" y="144379"/>
                </a:cubicBezTo>
                <a:cubicBezTo>
                  <a:pt x="2124693" y="148390"/>
                  <a:pt x="2140878" y="151868"/>
                  <a:pt x="2156778" y="156411"/>
                </a:cubicBezTo>
                <a:cubicBezTo>
                  <a:pt x="2168972" y="159895"/>
                  <a:pt x="2180437" y="165955"/>
                  <a:pt x="2192873" y="168442"/>
                </a:cubicBezTo>
                <a:cubicBezTo>
                  <a:pt x="2264719" y="182811"/>
                  <a:pt x="2347370" y="193951"/>
                  <a:pt x="2421473" y="204537"/>
                </a:cubicBezTo>
                <a:cubicBezTo>
                  <a:pt x="2516805" y="236314"/>
                  <a:pt x="2468643" y="224430"/>
                  <a:pt x="2565851" y="240632"/>
                </a:cubicBezTo>
                <a:cubicBezTo>
                  <a:pt x="2662463" y="337240"/>
                  <a:pt x="2490201" y="173239"/>
                  <a:pt x="2638041" y="276727"/>
                </a:cubicBezTo>
                <a:cubicBezTo>
                  <a:pt x="2703137" y="322295"/>
                  <a:pt x="2702346" y="345734"/>
                  <a:pt x="2746325" y="397042"/>
                </a:cubicBezTo>
                <a:cubicBezTo>
                  <a:pt x="2757398" y="409961"/>
                  <a:pt x="2771974" y="419706"/>
                  <a:pt x="2782420" y="433137"/>
                </a:cubicBezTo>
                <a:cubicBezTo>
                  <a:pt x="2800175" y="455965"/>
                  <a:pt x="2821400" y="477891"/>
                  <a:pt x="2830546" y="505327"/>
                </a:cubicBezTo>
                <a:cubicBezTo>
                  <a:pt x="2870978" y="626618"/>
                  <a:pt x="2809290" y="438486"/>
                  <a:pt x="2854609" y="589548"/>
                </a:cubicBezTo>
                <a:cubicBezTo>
                  <a:pt x="2861898" y="613843"/>
                  <a:pt x="2878673" y="661737"/>
                  <a:pt x="2878673" y="661737"/>
                </a:cubicBezTo>
                <a:cubicBezTo>
                  <a:pt x="2874662" y="774032"/>
                  <a:pt x="2873876" y="886488"/>
                  <a:pt x="2866641" y="998621"/>
                </a:cubicBezTo>
                <a:cubicBezTo>
                  <a:pt x="2865824" y="1011277"/>
                  <a:pt x="2861644" y="1024163"/>
                  <a:pt x="2854609" y="1034716"/>
                </a:cubicBezTo>
                <a:cubicBezTo>
                  <a:pt x="2845171" y="1048873"/>
                  <a:pt x="2829588" y="1057892"/>
                  <a:pt x="2818515" y="1070811"/>
                </a:cubicBezTo>
                <a:cubicBezTo>
                  <a:pt x="2805465" y="1086036"/>
                  <a:pt x="2793048" y="1101932"/>
                  <a:pt x="2782420" y="1118937"/>
                </a:cubicBezTo>
                <a:cubicBezTo>
                  <a:pt x="2733858" y="1196636"/>
                  <a:pt x="2783326" y="1142093"/>
                  <a:pt x="2734294" y="1191127"/>
                </a:cubicBezTo>
                <a:cubicBezTo>
                  <a:pt x="2730283" y="1203158"/>
                  <a:pt x="2730381" y="1217478"/>
                  <a:pt x="2722262" y="1227221"/>
                </a:cubicBezTo>
                <a:cubicBezTo>
                  <a:pt x="2710694" y="1241102"/>
                  <a:pt x="2656116" y="1274468"/>
                  <a:pt x="2638041" y="1287379"/>
                </a:cubicBezTo>
                <a:cubicBezTo>
                  <a:pt x="2621724" y="1299034"/>
                  <a:pt x="2605320" y="1310637"/>
                  <a:pt x="2589915" y="1323474"/>
                </a:cubicBezTo>
                <a:cubicBezTo>
                  <a:pt x="2581201" y="1330736"/>
                  <a:pt x="2575578" y="1341701"/>
                  <a:pt x="2565851" y="1347537"/>
                </a:cubicBezTo>
                <a:cubicBezTo>
                  <a:pt x="2554976" y="1354062"/>
                  <a:pt x="2541788" y="1355558"/>
                  <a:pt x="2529757" y="1359569"/>
                </a:cubicBezTo>
                <a:cubicBezTo>
                  <a:pt x="2513715" y="1371600"/>
                  <a:pt x="2498635" y="1385035"/>
                  <a:pt x="2481630" y="1395663"/>
                </a:cubicBezTo>
                <a:cubicBezTo>
                  <a:pt x="2466421" y="1405169"/>
                  <a:pt x="2449183" y="1411017"/>
                  <a:pt x="2433504" y="1419727"/>
                </a:cubicBezTo>
                <a:cubicBezTo>
                  <a:pt x="2413062" y="1431084"/>
                  <a:pt x="2393075" y="1443266"/>
                  <a:pt x="2373346" y="1455821"/>
                </a:cubicBezTo>
                <a:cubicBezTo>
                  <a:pt x="2348947" y="1471348"/>
                  <a:pt x="2327024" y="1491015"/>
                  <a:pt x="2301157" y="1503948"/>
                </a:cubicBezTo>
                <a:cubicBezTo>
                  <a:pt x="2285115" y="1511969"/>
                  <a:pt x="2268603" y="1519112"/>
                  <a:pt x="2253030" y="1528011"/>
                </a:cubicBezTo>
                <a:cubicBezTo>
                  <a:pt x="2240475" y="1535185"/>
                  <a:pt x="2229869" y="1545607"/>
                  <a:pt x="2216936" y="1552074"/>
                </a:cubicBezTo>
                <a:cubicBezTo>
                  <a:pt x="2205592" y="1557746"/>
                  <a:pt x="2192185" y="1558434"/>
                  <a:pt x="2180841" y="1564106"/>
                </a:cubicBezTo>
                <a:cubicBezTo>
                  <a:pt x="2167907" y="1570573"/>
                  <a:pt x="2157680" y="1581702"/>
                  <a:pt x="2144746" y="1588169"/>
                </a:cubicBezTo>
                <a:cubicBezTo>
                  <a:pt x="2133402" y="1593841"/>
                  <a:pt x="2120526" y="1595747"/>
                  <a:pt x="2108651" y="1600200"/>
                </a:cubicBezTo>
                <a:cubicBezTo>
                  <a:pt x="2088429" y="1607783"/>
                  <a:pt x="2068983" y="1617433"/>
                  <a:pt x="2048494" y="1624263"/>
                </a:cubicBezTo>
                <a:cubicBezTo>
                  <a:pt x="2023007" y="1632759"/>
                  <a:pt x="1964049" y="1643559"/>
                  <a:pt x="1940209" y="1648327"/>
                </a:cubicBezTo>
                <a:cubicBezTo>
                  <a:pt x="1924167" y="1660358"/>
                  <a:pt x="1910701" y="1676974"/>
                  <a:pt x="1892083" y="1684421"/>
                </a:cubicBezTo>
                <a:cubicBezTo>
                  <a:pt x="1869433" y="1693481"/>
                  <a:pt x="1843895" y="1692089"/>
                  <a:pt x="1819894" y="1696453"/>
                </a:cubicBezTo>
                <a:cubicBezTo>
                  <a:pt x="1799774" y="1700111"/>
                  <a:pt x="1779789" y="1704474"/>
                  <a:pt x="1759736" y="1708484"/>
                </a:cubicBezTo>
                <a:cubicBezTo>
                  <a:pt x="1747704" y="1716505"/>
                  <a:pt x="1737181" y="1727471"/>
                  <a:pt x="1723641" y="1732548"/>
                </a:cubicBezTo>
                <a:cubicBezTo>
                  <a:pt x="1704493" y="1739728"/>
                  <a:pt x="1683446" y="1740143"/>
                  <a:pt x="1663483" y="1744579"/>
                </a:cubicBezTo>
                <a:cubicBezTo>
                  <a:pt x="1647341" y="1748166"/>
                  <a:pt x="1631499" y="1753024"/>
                  <a:pt x="1615357" y="1756611"/>
                </a:cubicBezTo>
                <a:cubicBezTo>
                  <a:pt x="1595394" y="1761047"/>
                  <a:pt x="1575162" y="1764206"/>
                  <a:pt x="1555199" y="1768642"/>
                </a:cubicBezTo>
                <a:cubicBezTo>
                  <a:pt x="1501304" y="1780619"/>
                  <a:pt x="1505888" y="1783633"/>
                  <a:pt x="1446915" y="1792706"/>
                </a:cubicBezTo>
                <a:cubicBezTo>
                  <a:pt x="1414957" y="1797623"/>
                  <a:pt x="1382746" y="1800727"/>
                  <a:pt x="1350662" y="1804737"/>
                </a:cubicBezTo>
                <a:cubicBezTo>
                  <a:pt x="1317977" y="1812908"/>
                  <a:pt x="1275119" y="1824435"/>
                  <a:pt x="1242378" y="1828800"/>
                </a:cubicBezTo>
                <a:cubicBezTo>
                  <a:pt x="1202426" y="1834127"/>
                  <a:pt x="1162167" y="1836821"/>
                  <a:pt x="1122062" y="1840832"/>
                </a:cubicBezTo>
                <a:cubicBezTo>
                  <a:pt x="1110030" y="1844842"/>
                  <a:pt x="1098347" y="1850112"/>
                  <a:pt x="1085967" y="1852863"/>
                </a:cubicBezTo>
                <a:cubicBezTo>
                  <a:pt x="948067" y="1883507"/>
                  <a:pt x="747576" y="1873482"/>
                  <a:pt x="640799" y="1876927"/>
                </a:cubicBezTo>
                <a:cubicBezTo>
                  <a:pt x="612725" y="1884948"/>
                  <a:pt x="585275" y="1895609"/>
                  <a:pt x="556578" y="1900990"/>
                </a:cubicBezTo>
                <a:cubicBezTo>
                  <a:pt x="520883" y="1907683"/>
                  <a:pt x="484362" y="1908778"/>
                  <a:pt x="448294" y="1913021"/>
                </a:cubicBezTo>
                <a:cubicBezTo>
                  <a:pt x="303979" y="1929999"/>
                  <a:pt x="401311" y="1917188"/>
                  <a:pt x="291883" y="1937084"/>
                </a:cubicBezTo>
                <a:cubicBezTo>
                  <a:pt x="267882" y="1941448"/>
                  <a:pt x="243508" y="1943824"/>
                  <a:pt x="219694" y="1949116"/>
                </a:cubicBezTo>
                <a:cubicBezTo>
                  <a:pt x="171268" y="1959878"/>
                  <a:pt x="124248" y="1977056"/>
                  <a:pt x="75315" y="1985211"/>
                </a:cubicBezTo>
                <a:cubicBezTo>
                  <a:pt x="-4787" y="1998561"/>
                  <a:pt x="-21270" y="1997242"/>
                  <a:pt x="27188" y="19972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投影片編號版面配置區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755576" y="2492896"/>
            <a:ext cx="425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G</a:t>
            </a:r>
            <a:r>
              <a:rPr lang="en-US" altLang="zh-TW" baseline="30000" dirty="0"/>
              <a:t>D</a:t>
            </a:r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827584" y="5165211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C</a:t>
            </a:r>
            <a:r>
              <a:rPr lang="en-US" altLang="zh-TW" baseline="30000" dirty="0"/>
              <a:t>D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912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Isolating Cut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Definition. For a given </a:t>
            </a:r>
            <a:r>
              <a:rPr lang="en-US" altLang="zh-TW" dirty="0" smtClean="0"/>
              <a:t>terminal 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i</a:t>
            </a:r>
            <a:r>
              <a:rPr lang="en-US" altLang="zh-TW" dirty="0"/>
              <a:t>, an isolating cut </a:t>
            </a:r>
            <a:r>
              <a:rPr lang="en-US" altLang="zh-TW" dirty="0" smtClean="0"/>
              <a:t>for 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is any set of edges that cuts all paths between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i</a:t>
            </a:r>
            <a:r>
              <a:rPr lang="en-US" altLang="zh-TW" dirty="0"/>
              <a:t> and </a:t>
            </a:r>
            <a:r>
              <a:rPr lang="en-US" altLang="zh-TW" dirty="0" smtClean="0"/>
              <a:t>all the </a:t>
            </a:r>
            <a:r>
              <a:rPr lang="en-US" altLang="zh-TW" dirty="0"/>
              <a:t>other terminals.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77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Minimum Weight Isolating Cut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Minimum </a:t>
            </a:r>
            <a:r>
              <a:rPr lang="en-US" altLang="zh-TW" dirty="0"/>
              <a:t>weight isolating cut for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i</a:t>
            </a:r>
            <a:r>
              <a:rPr lang="en-US" altLang="zh-TW" dirty="0"/>
              <a:t> can </a:t>
            </a:r>
            <a:r>
              <a:rPr lang="en-US" altLang="zh-TW" dirty="0" smtClean="0"/>
              <a:t>be constructed </a:t>
            </a:r>
            <a:r>
              <a:rPr lang="en-US" altLang="zh-TW" dirty="0"/>
              <a:t>by merging all the terminals other than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i</a:t>
            </a:r>
            <a:r>
              <a:rPr lang="en-US" altLang="zh-TW" dirty="0"/>
              <a:t> into </a:t>
            </a:r>
            <a:r>
              <a:rPr lang="en-US" altLang="zh-TW" dirty="0" smtClean="0"/>
              <a:t>a special </a:t>
            </a:r>
            <a:r>
              <a:rPr lang="en-US" altLang="zh-TW" dirty="0"/>
              <a:t>vertex s</a:t>
            </a:r>
            <a:r>
              <a:rPr lang="en-US" altLang="zh-TW" baseline="-25000" dirty="0"/>
              <a:t>o</a:t>
            </a:r>
            <a:r>
              <a:rPr lang="en-US" altLang="zh-TW" dirty="0"/>
              <a:t>, and </a:t>
            </a:r>
            <a:r>
              <a:rPr lang="en-US" altLang="zh-TW" dirty="0" smtClean="0"/>
              <a:t>the finding </a:t>
            </a:r>
            <a:r>
              <a:rPr lang="en-US" altLang="zh-TW" dirty="0"/>
              <a:t>a minimum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i</a:t>
            </a:r>
            <a:r>
              <a:rPr lang="en-US" altLang="zh-TW" dirty="0"/>
              <a:t> - s</a:t>
            </a:r>
            <a:r>
              <a:rPr lang="en-US" altLang="zh-TW" baseline="-25000" dirty="0"/>
              <a:t>o</a:t>
            </a:r>
            <a:r>
              <a:rPr lang="en-US" altLang="zh-TW" dirty="0"/>
              <a:t> cut </a:t>
            </a:r>
            <a:r>
              <a:rPr lang="en-US" altLang="zh-TW" dirty="0" smtClean="0"/>
              <a:t>in the </a:t>
            </a:r>
            <a:r>
              <a:rPr lang="en-US" altLang="zh-TW" dirty="0"/>
              <a:t>resulting graph by a standard 2-terminal minimum </a:t>
            </a:r>
            <a:r>
              <a:rPr lang="en-US" altLang="zh-TW" dirty="0" smtClean="0"/>
              <a:t>cut algorithm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271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Picture 3" descr="exgraphal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800"/>
            <a:ext cx="4876800" cy="4876800"/>
          </a:xfrm>
          <a:prstGeom prst="rect">
            <a:avLst/>
          </a:prstGeom>
        </p:spPr>
      </p:pic>
      <p:pic>
        <p:nvPicPr>
          <p:cNvPr id="5" name="Picture 4" descr="exgraph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4724400" cy="47244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12192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/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        A</a:t>
            </a:r>
            <a:r>
              <a:rPr lang="en-US" sz="3200" dirty="0" smtClean="0"/>
              <a:t>: (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162800" y="1219200"/>
            <a:ext cx="198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02199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Picture 3" descr="exgraphal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876800" cy="4876800"/>
          </a:xfrm>
          <a:prstGeom prst="rect">
            <a:avLst/>
          </a:prstGeom>
        </p:spPr>
      </p:pic>
      <p:pic>
        <p:nvPicPr>
          <p:cNvPr id="5" name="Picture 4" descr="exgraph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828800"/>
            <a:ext cx="4724400" cy="47244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295400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086600" y="1295400"/>
            <a:ext cx="167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97729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Picture 3" descr="exgraphal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876800" cy="4876800"/>
          </a:xfrm>
          <a:prstGeom prst="rect">
            <a:avLst/>
          </a:prstGeom>
        </p:spPr>
      </p:pic>
      <p:pic>
        <p:nvPicPr>
          <p:cNvPr id="5" name="Picture 4" descr="exgraph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28800"/>
            <a:ext cx="4724400" cy="47244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219200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6781800" y="1219200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414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Picture 3" descr="exgraphal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876800" cy="4876800"/>
          </a:xfrm>
          <a:prstGeom prst="rect">
            <a:avLst/>
          </a:prstGeom>
        </p:spPr>
      </p:pic>
      <p:pic>
        <p:nvPicPr>
          <p:cNvPr id="5" name="Picture 4" descr="exgraph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828800"/>
            <a:ext cx="4724400" cy="47244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4478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6477000" y="1447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2024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toerwagner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574" y="1828800"/>
            <a:ext cx="4596826" cy="45968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" name="Picture 4" descr="exgraphal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28800"/>
            <a:ext cx="4724400" cy="47244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4478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6248400" y="1447800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/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7849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xgraph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524000"/>
            <a:ext cx="4419600" cy="4419600"/>
          </a:xfrm>
          <a:prstGeom prst="rect">
            <a:avLst/>
          </a:prstGeom>
        </p:spPr>
      </p:pic>
      <p:pic>
        <p:nvPicPr>
          <p:cNvPr id="6" name="Picture 5" descr="ex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4343400" cy="434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28834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Merge(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dirty="0" smtClean="0"/>
              <a:t>):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200" dirty="0" smtClean="0"/>
              <a:t> ←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200" dirty="0" smtClean="0"/>
              <a:t>\{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dirty="0" smtClean="0"/>
              <a:t>} U {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ef</a:t>
            </a:r>
            <a:r>
              <a:rPr lang="en-US" sz="3200" dirty="0" smtClean="0"/>
              <a:t>}</a:t>
            </a:r>
          </a:p>
          <a:p>
            <a:r>
              <a:rPr lang="en-US" sz="3200" dirty="0" smtClean="0"/>
              <a:t>For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 ∈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,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 ≠ {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ef</a:t>
            </a:r>
            <a:r>
              <a:rPr lang="en-US" sz="3200" dirty="0" smtClean="0"/>
              <a:t>}</a:t>
            </a:r>
          </a:p>
          <a:p>
            <a:r>
              <a:rPr lang="en-US" sz="3200" dirty="0"/>
              <a:t>	</a:t>
            </a:r>
            <a:r>
              <a:rPr lang="en-US" sz="3200" dirty="0" smtClean="0"/>
              <a:t>w(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ef</a:t>
            </a:r>
            <a:r>
              <a:rPr lang="en-US" sz="3200" dirty="0" smtClean="0"/>
              <a:t>, </a:t>
            </a:r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) is sum of w(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) and w(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3200" dirty="0" err="1" smtClean="0"/>
              <a:t>,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3200" dirty="0" smtClean="0"/>
              <a:t>) in orig. graph</a:t>
            </a:r>
            <a:endParaRPr lang="en-US" sz="3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33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ergee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600200"/>
            <a:ext cx="4449022" cy="44490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" name="Content Placeholder 4" descr="mergeef3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1638670"/>
            <a:ext cx="4449022" cy="444902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143000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a,b,c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8400" y="1143000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sz="3200" i="1" dirty="0" err="1" smtClean="0">
                <a:latin typeface="Times New Roman" pitchFamily="18" charset="0"/>
                <a:cs typeface="Times New Roman" pitchFamily="18" charset="0"/>
              </a:rPr>
              <a:t>a,b,c,d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41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3-way </a:t>
            </a:r>
            <a:r>
              <a:rPr lang="en-US" altLang="zh-TW" dirty="0" smtClean="0"/>
              <a:t>Cut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844824"/>
            <a:ext cx="62960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11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K-way Cut </a:t>
            </a:r>
            <a:r>
              <a:rPr lang="en-US" altLang="zh-TW" dirty="0" smtClean="0"/>
              <a:t>For </a:t>
            </a:r>
            <a:r>
              <a:rPr lang="en-US" altLang="zh-TW" dirty="0"/>
              <a:t>Planar Graphs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375" y="1556792"/>
            <a:ext cx="4676284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11" y="1484784"/>
            <a:ext cx="4185467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773" y="3814022"/>
            <a:ext cx="6310579" cy="263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48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K-way Cut </a:t>
            </a:r>
            <a:r>
              <a:rPr lang="en-US" altLang="zh-TW" dirty="0" smtClean="0"/>
              <a:t>For Planar </a:t>
            </a:r>
            <a:r>
              <a:rPr lang="en-US" altLang="zh-TW" dirty="0"/>
              <a:t>Graphs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968376" y="244827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3048497" y="191683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047045" y="300123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4391864" y="191683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4391864" y="300123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5568777" y="191683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5568777" y="3001235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6815353" y="2452400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cxnSp>
        <p:nvCxnSpPr>
          <p:cNvPr id="12" name="直線接點 11"/>
          <p:cNvCxnSpPr>
            <a:stCxn id="4" idx="7"/>
            <a:endCxn id="5" idx="3"/>
          </p:cNvCxnSpPr>
          <p:nvPr/>
        </p:nvCxnSpPr>
        <p:spPr>
          <a:xfrm flipV="1">
            <a:off x="2343426" y="2224145"/>
            <a:ext cx="769419" cy="276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4" idx="5"/>
            <a:endCxn id="6" idx="2"/>
          </p:cNvCxnSpPr>
          <p:nvPr/>
        </p:nvCxnSpPr>
        <p:spPr>
          <a:xfrm>
            <a:off x="2343426" y="2755585"/>
            <a:ext cx="703619" cy="425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6" idx="0"/>
            <a:endCxn id="5" idx="4"/>
          </p:cNvCxnSpPr>
          <p:nvPr/>
        </p:nvCxnSpPr>
        <p:spPr>
          <a:xfrm flipV="1">
            <a:off x="3266744" y="2276872"/>
            <a:ext cx="1452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8" idx="7"/>
            <a:endCxn id="9" idx="3"/>
          </p:cNvCxnSpPr>
          <p:nvPr/>
        </p:nvCxnSpPr>
        <p:spPr>
          <a:xfrm flipV="1">
            <a:off x="4766914" y="2224145"/>
            <a:ext cx="866211" cy="82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8" idx="6"/>
            <a:endCxn id="10" idx="2"/>
          </p:cNvCxnSpPr>
          <p:nvPr/>
        </p:nvCxnSpPr>
        <p:spPr>
          <a:xfrm>
            <a:off x="4831262" y="3181255"/>
            <a:ext cx="737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9" idx="4"/>
            <a:endCxn id="10" idx="0"/>
          </p:cNvCxnSpPr>
          <p:nvPr/>
        </p:nvCxnSpPr>
        <p:spPr>
          <a:xfrm>
            <a:off x="5788476" y="2276872"/>
            <a:ext cx="0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1" idx="4"/>
            <a:endCxn id="10" idx="6"/>
          </p:cNvCxnSpPr>
          <p:nvPr/>
        </p:nvCxnSpPr>
        <p:spPr>
          <a:xfrm flipH="1">
            <a:off x="6008175" y="2812440"/>
            <a:ext cx="1026877" cy="368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1" idx="1"/>
            <a:endCxn id="9" idx="5"/>
          </p:cNvCxnSpPr>
          <p:nvPr/>
        </p:nvCxnSpPr>
        <p:spPr>
          <a:xfrm flipH="1" flipV="1">
            <a:off x="5943827" y="2224145"/>
            <a:ext cx="935874" cy="280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5" idx="6"/>
            <a:endCxn id="7" idx="2"/>
          </p:cNvCxnSpPr>
          <p:nvPr/>
        </p:nvCxnSpPr>
        <p:spPr>
          <a:xfrm>
            <a:off x="3487895" y="2096852"/>
            <a:ext cx="9039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5" idx="5"/>
            <a:endCxn id="8" idx="1"/>
          </p:cNvCxnSpPr>
          <p:nvPr/>
        </p:nvCxnSpPr>
        <p:spPr>
          <a:xfrm>
            <a:off x="3423547" y="2224145"/>
            <a:ext cx="1032665" cy="829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6" idx="6"/>
            <a:endCxn id="8" idx="2"/>
          </p:cNvCxnSpPr>
          <p:nvPr/>
        </p:nvCxnSpPr>
        <p:spPr>
          <a:xfrm>
            <a:off x="3486443" y="3181255"/>
            <a:ext cx="905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7" idx="6"/>
            <a:endCxn id="9" idx="2"/>
          </p:cNvCxnSpPr>
          <p:nvPr/>
        </p:nvCxnSpPr>
        <p:spPr>
          <a:xfrm>
            <a:off x="4831262" y="2096852"/>
            <a:ext cx="737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8" idx="0"/>
            <a:endCxn id="7" idx="4"/>
          </p:cNvCxnSpPr>
          <p:nvPr/>
        </p:nvCxnSpPr>
        <p:spPr>
          <a:xfrm flipV="1">
            <a:off x="4611563" y="2276872"/>
            <a:ext cx="0" cy="7243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391864" y="3566801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711371" y="2505127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3502335" y="2684630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068795" y="221496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200019" y="2689793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e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4834018" y="2247272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6105270" y="2540340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32" name="手繪多邊形 31"/>
          <p:cNvSpPr/>
          <p:nvPr/>
        </p:nvSpPr>
        <p:spPr>
          <a:xfrm>
            <a:off x="3778975" y="2969414"/>
            <a:ext cx="709863" cy="685800"/>
          </a:xfrm>
          <a:custGeom>
            <a:avLst/>
            <a:gdLst>
              <a:gd name="connsiteX0" fmla="*/ 709863 w 709863"/>
              <a:gd name="connsiteY0" fmla="*/ 685800 h 685800"/>
              <a:gd name="connsiteX1" fmla="*/ 625642 w 709863"/>
              <a:gd name="connsiteY1" fmla="*/ 613611 h 685800"/>
              <a:gd name="connsiteX2" fmla="*/ 601579 w 709863"/>
              <a:gd name="connsiteY2" fmla="*/ 577516 h 685800"/>
              <a:gd name="connsiteX3" fmla="*/ 565485 w 709863"/>
              <a:gd name="connsiteY3" fmla="*/ 553453 h 685800"/>
              <a:gd name="connsiteX4" fmla="*/ 493295 w 709863"/>
              <a:gd name="connsiteY4" fmla="*/ 493295 h 685800"/>
              <a:gd name="connsiteX5" fmla="*/ 457200 w 709863"/>
              <a:gd name="connsiteY5" fmla="*/ 481263 h 685800"/>
              <a:gd name="connsiteX6" fmla="*/ 360948 w 709863"/>
              <a:gd name="connsiteY6" fmla="*/ 372979 h 685800"/>
              <a:gd name="connsiteX7" fmla="*/ 324853 w 709863"/>
              <a:gd name="connsiteY7" fmla="*/ 336885 h 685800"/>
              <a:gd name="connsiteX8" fmla="*/ 264695 w 709863"/>
              <a:gd name="connsiteY8" fmla="*/ 252663 h 685800"/>
              <a:gd name="connsiteX9" fmla="*/ 240632 w 709863"/>
              <a:gd name="connsiteY9" fmla="*/ 216569 h 685800"/>
              <a:gd name="connsiteX10" fmla="*/ 180474 w 709863"/>
              <a:gd name="connsiteY10" fmla="*/ 168442 h 685800"/>
              <a:gd name="connsiteX11" fmla="*/ 96253 w 709863"/>
              <a:gd name="connsiteY11" fmla="*/ 72190 h 685800"/>
              <a:gd name="connsiteX12" fmla="*/ 36095 w 709863"/>
              <a:gd name="connsiteY12" fmla="*/ 24063 h 685800"/>
              <a:gd name="connsiteX13" fmla="*/ 0 w 709863"/>
              <a:gd name="connsiteY1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09863" h="685800">
                <a:moveTo>
                  <a:pt x="709863" y="685800"/>
                </a:moveTo>
                <a:cubicBezTo>
                  <a:pt x="693958" y="673076"/>
                  <a:pt x="644404" y="637063"/>
                  <a:pt x="625642" y="613611"/>
                </a:cubicBezTo>
                <a:cubicBezTo>
                  <a:pt x="616609" y="602320"/>
                  <a:pt x="611804" y="587741"/>
                  <a:pt x="601579" y="577516"/>
                </a:cubicBezTo>
                <a:cubicBezTo>
                  <a:pt x="591354" y="567291"/>
                  <a:pt x="576776" y="562486"/>
                  <a:pt x="565485" y="553453"/>
                </a:cubicBezTo>
                <a:cubicBezTo>
                  <a:pt x="519064" y="516316"/>
                  <a:pt x="564952" y="534242"/>
                  <a:pt x="493295" y="493295"/>
                </a:cubicBezTo>
                <a:cubicBezTo>
                  <a:pt x="482284" y="487003"/>
                  <a:pt x="469232" y="485274"/>
                  <a:pt x="457200" y="481263"/>
                </a:cubicBezTo>
                <a:cubicBezTo>
                  <a:pt x="414261" y="416856"/>
                  <a:pt x="443359" y="455390"/>
                  <a:pt x="360948" y="372979"/>
                </a:cubicBezTo>
                <a:cubicBezTo>
                  <a:pt x="348916" y="360947"/>
                  <a:pt x="334291" y="351042"/>
                  <a:pt x="324853" y="336885"/>
                </a:cubicBezTo>
                <a:cubicBezTo>
                  <a:pt x="268153" y="251834"/>
                  <a:pt x="339301" y="357111"/>
                  <a:pt x="264695" y="252663"/>
                </a:cubicBezTo>
                <a:cubicBezTo>
                  <a:pt x="256290" y="240896"/>
                  <a:pt x="250857" y="226794"/>
                  <a:pt x="240632" y="216569"/>
                </a:cubicBezTo>
                <a:cubicBezTo>
                  <a:pt x="193270" y="169208"/>
                  <a:pt x="216196" y="216072"/>
                  <a:pt x="180474" y="168442"/>
                </a:cubicBezTo>
                <a:cubicBezTo>
                  <a:pt x="110292" y="74865"/>
                  <a:pt x="163429" y="116973"/>
                  <a:pt x="96253" y="72190"/>
                </a:cubicBezTo>
                <a:cubicBezTo>
                  <a:pt x="55690" y="11345"/>
                  <a:pt x="94210" y="53120"/>
                  <a:pt x="36095" y="24063"/>
                </a:cubicBezTo>
                <a:cubicBezTo>
                  <a:pt x="23161" y="17596"/>
                  <a:pt x="0" y="0"/>
                  <a:pt x="0" y="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手繪多邊形 32"/>
          <p:cNvSpPr/>
          <p:nvPr/>
        </p:nvSpPr>
        <p:spPr>
          <a:xfrm>
            <a:off x="3706786" y="2452056"/>
            <a:ext cx="385010" cy="288758"/>
          </a:xfrm>
          <a:custGeom>
            <a:avLst/>
            <a:gdLst>
              <a:gd name="connsiteX0" fmla="*/ 0 w 385010"/>
              <a:gd name="connsiteY0" fmla="*/ 288758 h 288758"/>
              <a:gd name="connsiteX1" fmla="*/ 60158 w 385010"/>
              <a:gd name="connsiteY1" fmla="*/ 264695 h 288758"/>
              <a:gd name="connsiteX2" fmla="*/ 84221 w 385010"/>
              <a:gd name="connsiteY2" fmla="*/ 228600 h 288758"/>
              <a:gd name="connsiteX3" fmla="*/ 192505 w 385010"/>
              <a:gd name="connsiteY3" fmla="*/ 168443 h 288758"/>
              <a:gd name="connsiteX4" fmla="*/ 264695 w 385010"/>
              <a:gd name="connsiteY4" fmla="*/ 120316 h 288758"/>
              <a:gd name="connsiteX5" fmla="*/ 300789 w 385010"/>
              <a:gd name="connsiteY5" fmla="*/ 84221 h 288758"/>
              <a:gd name="connsiteX6" fmla="*/ 336884 w 385010"/>
              <a:gd name="connsiteY6" fmla="*/ 60158 h 288758"/>
              <a:gd name="connsiteX7" fmla="*/ 360947 w 385010"/>
              <a:gd name="connsiteY7" fmla="*/ 24064 h 288758"/>
              <a:gd name="connsiteX8" fmla="*/ 385010 w 385010"/>
              <a:gd name="connsiteY8" fmla="*/ 0 h 28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010" h="288758">
                <a:moveTo>
                  <a:pt x="0" y="288758"/>
                </a:moveTo>
                <a:cubicBezTo>
                  <a:pt x="20053" y="280737"/>
                  <a:pt x="42584" y="277248"/>
                  <a:pt x="60158" y="264695"/>
                </a:cubicBezTo>
                <a:cubicBezTo>
                  <a:pt x="71925" y="256290"/>
                  <a:pt x="73339" y="238122"/>
                  <a:pt x="84221" y="228600"/>
                </a:cubicBezTo>
                <a:cubicBezTo>
                  <a:pt x="135139" y="184046"/>
                  <a:pt x="142929" y="184967"/>
                  <a:pt x="192505" y="168443"/>
                </a:cubicBezTo>
                <a:cubicBezTo>
                  <a:pt x="307655" y="53293"/>
                  <a:pt x="160218" y="189969"/>
                  <a:pt x="264695" y="120316"/>
                </a:cubicBezTo>
                <a:cubicBezTo>
                  <a:pt x="278852" y="110878"/>
                  <a:pt x="287718" y="95114"/>
                  <a:pt x="300789" y="84221"/>
                </a:cubicBezTo>
                <a:cubicBezTo>
                  <a:pt x="311898" y="74964"/>
                  <a:pt x="324852" y="68179"/>
                  <a:pt x="336884" y="60158"/>
                </a:cubicBezTo>
                <a:cubicBezTo>
                  <a:pt x="344905" y="48127"/>
                  <a:pt x="351914" y="35355"/>
                  <a:pt x="360947" y="24064"/>
                </a:cubicBezTo>
                <a:cubicBezTo>
                  <a:pt x="368033" y="15206"/>
                  <a:pt x="385010" y="0"/>
                  <a:pt x="385010" y="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手繪多邊形 33"/>
          <p:cNvSpPr/>
          <p:nvPr/>
        </p:nvSpPr>
        <p:spPr>
          <a:xfrm>
            <a:off x="1715717" y="1513593"/>
            <a:ext cx="2724995" cy="2334127"/>
          </a:xfrm>
          <a:custGeom>
            <a:avLst/>
            <a:gdLst>
              <a:gd name="connsiteX0" fmla="*/ 2508427 w 2724995"/>
              <a:gd name="connsiteY0" fmla="*/ 757990 h 2334127"/>
              <a:gd name="connsiteX1" fmla="*/ 2460300 w 2724995"/>
              <a:gd name="connsiteY1" fmla="*/ 481263 h 2334127"/>
              <a:gd name="connsiteX2" fmla="*/ 2448269 w 2724995"/>
              <a:gd name="connsiteY2" fmla="*/ 433137 h 2334127"/>
              <a:gd name="connsiteX3" fmla="*/ 2424206 w 2724995"/>
              <a:gd name="connsiteY3" fmla="*/ 397042 h 2334127"/>
              <a:gd name="connsiteX4" fmla="*/ 2412174 w 2724995"/>
              <a:gd name="connsiteY4" fmla="*/ 360948 h 2334127"/>
              <a:gd name="connsiteX5" fmla="*/ 2352016 w 2724995"/>
              <a:gd name="connsiteY5" fmla="*/ 300790 h 2334127"/>
              <a:gd name="connsiteX6" fmla="*/ 2279827 w 2724995"/>
              <a:gd name="connsiteY6" fmla="*/ 240632 h 2334127"/>
              <a:gd name="connsiteX7" fmla="*/ 2255764 w 2724995"/>
              <a:gd name="connsiteY7" fmla="*/ 204537 h 2334127"/>
              <a:gd name="connsiteX8" fmla="*/ 2219669 w 2724995"/>
              <a:gd name="connsiteY8" fmla="*/ 192506 h 2334127"/>
              <a:gd name="connsiteX9" fmla="*/ 2171543 w 2724995"/>
              <a:gd name="connsiteY9" fmla="*/ 168442 h 2334127"/>
              <a:gd name="connsiteX10" fmla="*/ 2003100 w 2724995"/>
              <a:gd name="connsiteY10" fmla="*/ 96253 h 2334127"/>
              <a:gd name="connsiteX11" fmla="*/ 1954974 w 2724995"/>
              <a:gd name="connsiteY11" fmla="*/ 72190 h 2334127"/>
              <a:gd name="connsiteX12" fmla="*/ 1798564 w 2724995"/>
              <a:gd name="connsiteY12" fmla="*/ 48127 h 2334127"/>
              <a:gd name="connsiteX13" fmla="*/ 1726374 w 2724995"/>
              <a:gd name="connsiteY13" fmla="*/ 24063 h 2334127"/>
              <a:gd name="connsiteX14" fmla="*/ 1630121 w 2724995"/>
              <a:gd name="connsiteY14" fmla="*/ 12032 h 2334127"/>
              <a:gd name="connsiteX15" fmla="*/ 1569964 w 2724995"/>
              <a:gd name="connsiteY15" fmla="*/ 0 h 2334127"/>
              <a:gd name="connsiteX16" fmla="*/ 1124795 w 2724995"/>
              <a:gd name="connsiteY16" fmla="*/ 12032 h 2334127"/>
              <a:gd name="connsiteX17" fmla="*/ 1088700 w 2724995"/>
              <a:gd name="connsiteY17" fmla="*/ 24063 h 2334127"/>
              <a:gd name="connsiteX18" fmla="*/ 1004479 w 2724995"/>
              <a:gd name="connsiteY18" fmla="*/ 36095 h 2334127"/>
              <a:gd name="connsiteX19" fmla="*/ 511185 w 2724995"/>
              <a:gd name="connsiteY19" fmla="*/ 48127 h 2334127"/>
              <a:gd name="connsiteX20" fmla="*/ 366806 w 2724995"/>
              <a:gd name="connsiteY20" fmla="*/ 72190 h 2334127"/>
              <a:gd name="connsiteX21" fmla="*/ 258521 w 2724995"/>
              <a:gd name="connsiteY21" fmla="*/ 156411 h 2334127"/>
              <a:gd name="connsiteX22" fmla="*/ 222427 w 2724995"/>
              <a:gd name="connsiteY22" fmla="*/ 180474 h 2334127"/>
              <a:gd name="connsiteX23" fmla="*/ 138206 w 2724995"/>
              <a:gd name="connsiteY23" fmla="*/ 240632 h 2334127"/>
              <a:gd name="connsiteX24" fmla="*/ 90079 w 2724995"/>
              <a:gd name="connsiteY24" fmla="*/ 324853 h 2334127"/>
              <a:gd name="connsiteX25" fmla="*/ 53985 w 2724995"/>
              <a:gd name="connsiteY25" fmla="*/ 433137 h 2334127"/>
              <a:gd name="connsiteX26" fmla="*/ 41953 w 2724995"/>
              <a:gd name="connsiteY26" fmla="*/ 469232 h 2334127"/>
              <a:gd name="connsiteX27" fmla="*/ 5858 w 2724995"/>
              <a:gd name="connsiteY27" fmla="*/ 565484 h 2334127"/>
              <a:gd name="connsiteX28" fmla="*/ 29921 w 2724995"/>
              <a:gd name="connsiteY28" fmla="*/ 998621 h 2334127"/>
              <a:gd name="connsiteX29" fmla="*/ 53985 w 2724995"/>
              <a:gd name="connsiteY29" fmla="*/ 1058779 h 2334127"/>
              <a:gd name="connsiteX30" fmla="*/ 102111 w 2724995"/>
              <a:gd name="connsiteY30" fmla="*/ 1179095 h 2334127"/>
              <a:gd name="connsiteX31" fmla="*/ 114143 w 2724995"/>
              <a:gd name="connsiteY31" fmla="*/ 1215190 h 2334127"/>
              <a:gd name="connsiteX32" fmla="*/ 150237 w 2724995"/>
              <a:gd name="connsiteY32" fmla="*/ 1251284 h 2334127"/>
              <a:gd name="connsiteX33" fmla="*/ 162269 w 2724995"/>
              <a:gd name="connsiteY33" fmla="*/ 1287379 h 2334127"/>
              <a:gd name="connsiteX34" fmla="*/ 270553 w 2724995"/>
              <a:gd name="connsiteY34" fmla="*/ 1431758 h 2334127"/>
              <a:gd name="connsiteX35" fmla="*/ 306648 w 2724995"/>
              <a:gd name="connsiteY35" fmla="*/ 1455821 h 2334127"/>
              <a:gd name="connsiteX36" fmla="*/ 378837 w 2724995"/>
              <a:gd name="connsiteY36" fmla="*/ 1540042 h 2334127"/>
              <a:gd name="connsiteX37" fmla="*/ 402900 w 2724995"/>
              <a:gd name="connsiteY37" fmla="*/ 1576137 h 2334127"/>
              <a:gd name="connsiteX38" fmla="*/ 511185 w 2724995"/>
              <a:gd name="connsiteY38" fmla="*/ 1696453 h 2334127"/>
              <a:gd name="connsiteX39" fmla="*/ 535248 w 2724995"/>
              <a:gd name="connsiteY39" fmla="*/ 1732548 h 2334127"/>
              <a:gd name="connsiteX40" fmla="*/ 571343 w 2724995"/>
              <a:gd name="connsiteY40" fmla="*/ 1756611 h 2334127"/>
              <a:gd name="connsiteX41" fmla="*/ 667595 w 2724995"/>
              <a:gd name="connsiteY41" fmla="*/ 1840832 h 2334127"/>
              <a:gd name="connsiteX42" fmla="*/ 763848 w 2724995"/>
              <a:gd name="connsiteY42" fmla="*/ 1900990 h 2334127"/>
              <a:gd name="connsiteX43" fmla="*/ 860100 w 2724995"/>
              <a:gd name="connsiteY43" fmla="*/ 1973179 h 2334127"/>
              <a:gd name="connsiteX44" fmla="*/ 896195 w 2724995"/>
              <a:gd name="connsiteY44" fmla="*/ 1985211 h 2334127"/>
              <a:gd name="connsiteX45" fmla="*/ 1016511 w 2724995"/>
              <a:gd name="connsiteY45" fmla="*/ 2069432 h 2334127"/>
              <a:gd name="connsiteX46" fmla="*/ 1064637 w 2724995"/>
              <a:gd name="connsiteY46" fmla="*/ 2093495 h 2334127"/>
              <a:gd name="connsiteX47" fmla="*/ 1136827 w 2724995"/>
              <a:gd name="connsiteY47" fmla="*/ 2117558 h 2334127"/>
              <a:gd name="connsiteX48" fmla="*/ 1209016 w 2724995"/>
              <a:gd name="connsiteY48" fmla="*/ 2141621 h 2334127"/>
              <a:gd name="connsiteX49" fmla="*/ 1269174 w 2724995"/>
              <a:gd name="connsiteY49" fmla="*/ 2153653 h 2334127"/>
              <a:gd name="connsiteX50" fmla="*/ 1329332 w 2724995"/>
              <a:gd name="connsiteY50" fmla="*/ 2177716 h 2334127"/>
              <a:gd name="connsiteX51" fmla="*/ 1521837 w 2724995"/>
              <a:gd name="connsiteY51" fmla="*/ 2201779 h 2334127"/>
              <a:gd name="connsiteX52" fmla="*/ 1786532 w 2724995"/>
              <a:gd name="connsiteY52" fmla="*/ 2237874 h 2334127"/>
              <a:gd name="connsiteX53" fmla="*/ 1846690 w 2724995"/>
              <a:gd name="connsiteY53" fmla="*/ 2249906 h 2334127"/>
              <a:gd name="connsiteX54" fmla="*/ 1930911 w 2724995"/>
              <a:gd name="connsiteY54" fmla="*/ 2261937 h 2334127"/>
              <a:gd name="connsiteX55" fmla="*/ 2448269 w 2724995"/>
              <a:gd name="connsiteY55" fmla="*/ 2237874 h 2334127"/>
              <a:gd name="connsiteX56" fmla="*/ 2484364 w 2724995"/>
              <a:gd name="connsiteY56" fmla="*/ 2225842 h 2334127"/>
              <a:gd name="connsiteX57" fmla="*/ 2640774 w 2724995"/>
              <a:gd name="connsiteY57" fmla="*/ 2237874 h 2334127"/>
              <a:gd name="connsiteX58" fmla="*/ 2664837 w 2724995"/>
              <a:gd name="connsiteY58" fmla="*/ 2273969 h 2334127"/>
              <a:gd name="connsiteX59" fmla="*/ 2724995 w 2724995"/>
              <a:gd name="connsiteY59" fmla="*/ 2334127 h 233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724995" h="2334127">
                <a:moveTo>
                  <a:pt x="2508427" y="757990"/>
                </a:moveTo>
                <a:cubicBezTo>
                  <a:pt x="2495139" y="664977"/>
                  <a:pt x="2483256" y="573092"/>
                  <a:pt x="2460300" y="481263"/>
                </a:cubicBezTo>
                <a:cubicBezTo>
                  <a:pt x="2456290" y="465221"/>
                  <a:pt x="2454783" y="448336"/>
                  <a:pt x="2448269" y="433137"/>
                </a:cubicBezTo>
                <a:cubicBezTo>
                  <a:pt x="2442573" y="419846"/>
                  <a:pt x="2430673" y="409976"/>
                  <a:pt x="2424206" y="397042"/>
                </a:cubicBezTo>
                <a:cubicBezTo>
                  <a:pt x="2418534" y="385699"/>
                  <a:pt x="2419783" y="371094"/>
                  <a:pt x="2412174" y="360948"/>
                </a:cubicBezTo>
                <a:cubicBezTo>
                  <a:pt x="2395159" y="338261"/>
                  <a:pt x="2372069" y="320843"/>
                  <a:pt x="2352016" y="300790"/>
                </a:cubicBezTo>
                <a:cubicBezTo>
                  <a:pt x="2305696" y="254470"/>
                  <a:pt x="2330079" y="274134"/>
                  <a:pt x="2279827" y="240632"/>
                </a:cubicBezTo>
                <a:cubicBezTo>
                  <a:pt x="2271806" y="228600"/>
                  <a:pt x="2267056" y="213570"/>
                  <a:pt x="2255764" y="204537"/>
                </a:cubicBezTo>
                <a:cubicBezTo>
                  <a:pt x="2245861" y="196614"/>
                  <a:pt x="2231326" y="197502"/>
                  <a:pt x="2219669" y="192506"/>
                </a:cubicBezTo>
                <a:cubicBezTo>
                  <a:pt x="2203184" y="185441"/>
                  <a:pt x="2187035" y="177479"/>
                  <a:pt x="2171543" y="168442"/>
                </a:cubicBezTo>
                <a:cubicBezTo>
                  <a:pt x="2042911" y="93406"/>
                  <a:pt x="2120149" y="115760"/>
                  <a:pt x="2003100" y="96253"/>
                </a:cubicBezTo>
                <a:cubicBezTo>
                  <a:pt x="1987058" y="88232"/>
                  <a:pt x="1971989" y="77862"/>
                  <a:pt x="1954974" y="72190"/>
                </a:cubicBezTo>
                <a:cubicBezTo>
                  <a:pt x="1921899" y="61165"/>
                  <a:pt x="1822155" y="51076"/>
                  <a:pt x="1798564" y="48127"/>
                </a:cubicBezTo>
                <a:cubicBezTo>
                  <a:pt x="1774501" y="40106"/>
                  <a:pt x="1751176" y="29378"/>
                  <a:pt x="1726374" y="24063"/>
                </a:cubicBezTo>
                <a:cubicBezTo>
                  <a:pt x="1694758" y="17288"/>
                  <a:pt x="1662079" y="16949"/>
                  <a:pt x="1630121" y="12032"/>
                </a:cubicBezTo>
                <a:cubicBezTo>
                  <a:pt x="1609909" y="8923"/>
                  <a:pt x="1590016" y="4011"/>
                  <a:pt x="1569964" y="0"/>
                </a:cubicBezTo>
                <a:cubicBezTo>
                  <a:pt x="1421574" y="4011"/>
                  <a:pt x="1273054" y="4619"/>
                  <a:pt x="1124795" y="12032"/>
                </a:cubicBezTo>
                <a:cubicBezTo>
                  <a:pt x="1112128" y="12665"/>
                  <a:pt x="1101136" y="21576"/>
                  <a:pt x="1088700" y="24063"/>
                </a:cubicBezTo>
                <a:cubicBezTo>
                  <a:pt x="1060892" y="29625"/>
                  <a:pt x="1032813" y="34914"/>
                  <a:pt x="1004479" y="36095"/>
                </a:cubicBezTo>
                <a:cubicBezTo>
                  <a:pt x="840141" y="42943"/>
                  <a:pt x="675616" y="44116"/>
                  <a:pt x="511185" y="48127"/>
                </a:cubicBezTo>
                <a:cubicBezTo>
                  <a:pt x="489955" y="50781"/>
                  <a:pt x="399542" y="58160"/>
                  <a:pt x="366806" y="72190"/>
                </a:cubicBezTo>
                <a:cubicBezTo>
                  <a:pt x="340909" y="83289"/>
                  <a:pt x="263272" y="152716"/>
                  <a:pt x="258521" y="156411"/>
                </a:cubicBezTo>
                <a:cubicBezTo>
                  <a:pt x="247107" y="165289"/>
                  <a:pt x="234194" y="172069"/>
                  <a:pt x="222427" y="180474"/>
                </a:cubicBezTo>
                <a:cubicBezTo>
                  <a:pt x="117962" y="255092"/>
                  <a:pt x="223268" y="183923"/>
                  <a:pt x="138206" y="240632"/>
                </a:cubicBezTo>
                <a:cubicBezTo>
                  <a:pt x="116503" y="273186"/>
                  <a:pt x="105342" y="286695"/>
                  <a:pt x="90079" y="324853"/>
                </a:cubicBezTo>
                <a:cubicBezTo>
                  <a:pt x="90067" y="324884"/>
                  <a:pt x="60006" y="415074"/>
                  <a:pt x="53985" y="433137"/>
                </a:cubicBezTo>
                <a:cubicBezTo>
                  <a:pt x="49974" y="445169"/>
                  <a:pt x="47625" y="457888"/>
                  <a:pt x="41953" y="469232"/>
                </a:cubicBezTo>
                <a:cubicBezTo>
                  <a:pt x="10495" y="532148"/>
                  <a:pt x="22240" y="499958"/>
                  <a:pt x="5858" y="565484"/>
                </a:cubicBezTo>
                <a:cubicBezTo>
                  <a:pt x="12088" y="771052"/>
                  <a:pt x="-23388" y="856467"/>
                  <a:pt x="29921" y="998621"/>
                </a:cubicBezTo>
                <a:cubicBezTo>
                  <a:pt x="37504" y="1018843"/>
                  <a:pt x="47155" y="1038290"/>
                  <a:pt x="53985" y="1058779"/>
                </a:cubicBezTo>
                <a:cubicBezTo>
                  <a:pt x="106196" y="1215412"/>
                  <a:pt x="3865" y="958045"/>
                  <a:pt x="102111" y="1179095"/>
                </a:cubicBezTo>
                <a:cubicBezTo>
                  <a:pt x="107262" y="1190684"/>
                  <a:pt x="107108" y="1204638"/>
                  <a:pt x="114143" y="1215190"/>
                </a:cubicBezTo>
                <a:cubicBezTo>
                  <a:pt x="123581" y="1229347"/>
                  <a:pt x="138206" y="1239253"/>
                  <a:pt x="150237" y="1251284"/>
                </a:cubicBezTo>
                <a:cubicBezTo>
                  <a:pt x="154248" y="1263316"/>
                  <a:pt x="156110" y="1276292"/>
                  <a:pt x="162269" y="1287379"/>
                </a:cubicBezTo>
                <a:cubicBezTo>
                  <a:pt x="185049" y="1328384"/>
                  <a:pt x="238150" y="1399355"/>
                  <a:pt x="270553" y="1431758"/>
                </a:cubicBezTo>
                <a:cubicBezTo>
                  <a:pt x="280778" y="1441983"/>
                  <a:pt x="294616" y="1447800"/>
                  <a:pt x="306648" y="1455821"/>
                </a:cubicBezTo>
                <a:cubicBezTo>
                  <a:pt x="353649" y="1549824"/>
                  <a:pt x="300744" y="1461949"/>
                  <a:pt x="378837" y="1540042"/>
                </a:cubicBezTo>
                <a:cubicBezTo>
                  <a:pt x="389062" y="1550267"/>
                  <a:pt x="394022" y="1564723"/>
                  <a:pt x="402900" y="1576137"/>
                </a:cubicBezTo>
                <a:cubicBezTo>
                  <a:pt x="559644" y="1777667"/>
                  <a:pt x="381472" y="1545122"/>
                  <a:pt x="511185" y="1696453"/>
                </a:cubicBezTo>
                <a:cubicBezTo>
                  <a:pt x="520596" y="1707432"/>
                  <a:pt x="525023" y="1722323"/>
                  <a:pt x="535248" y="1732548"/>
                </a:cubicBezTo>
                <a:cubicBezTo>
                  <a:pt x="545473" y="1742773"/>
                  <a:pt x="560364" y="1747200"/>
                  <a:pt x="571343" y="1756611"/>
                </a:cubicBezTo>
                <a:cubicBezTo>
                  <a:pt x="647574" y="1821951"/>
                  <a:pt x="589011" y="1788442"/>
                  <a:pt x="667595" y="1840832"/>
                </a:cubicBezTo>
                <a:cubicBezTo>
                  <a:pt x="730117" y="1882514"/>
                  <a:pt x="714500" y="1865101"/>
                  <a:pt x="763848" y="1900990"/>
                </a:cubicBezTo>
                <a:cubicBezTo>
                  <a:pt x="796282" y="1924579"/>
                  <a:pt x="822053" y="1960496"/>
                  <a:pt x="860100" y="1973179"/>
                </a:cubicBezTo>
                <a:cubicBezTo>
                  <a:pt x="872132" y="1977190"/>
                  <a:pt x="885108" y="1979052"/>
                  <a:pt x="896195" y="1985211"/>
                </a:cubicBezTo>
                <a:cubicBezTo>
                  <a:pt x="1027878" y="2058368"/>
                  <a:pt x="915567" y="2006341"/>
                  <a:pt x="1016511" y="2069432"/>
                </a:cubicBezTo>
                <a:cubicBezTo>
                  <a:pt x="1031720" y="2078938"/>
                  <a:pt x="1047984" y="2086834"/>
                  <a:pt x="1064637" y="2093495"/>
                </a:cubicBezTo>
                <a:cubicBezTo>
                  <a:pt x="1088188" y="2102915"/>
                  <a:pt x="1112764" y="2109537"/>
                  <a:pt x="1136827" y="2117558"/>
                </a:cubicBezTo>
                <a:cubicBezTo>
                  <a:pt x="1136840" y="2117562"/>
                  <a:pt x="1209003" y="2141618"/>
                  <a:pt x="1209016" y="2141621"/>
                </a:cubicBezTo>
                <a:cubicBezTo>
                  <a:pt x="1229069" y="2145632"/>
                  <a:pt x="1249587" y="2147777"/>
                  <a:pt x="1269174" y="2153653"/>
                </a:cubicBezTo>
                <a:cubicBezTo>
                  <a:pt x="1289861" y="2159859"/>
                  <a:pt x="1308496" y="2172033"/>
                  <a:pt x="1329332" y="2177716"/>
                </a:cubicBezTo>
                <a:cubicBezTo>
                  <a:pt x="1372545" y="2189501"/>
                  <a:pt x="1490808" y="2198676"/>
                  <a:pt x="1521837" y="2201779"/>
                </a:cubicBezTo>
                <a:cubicBezTo>
                  <a:pt x="1666838" y="2250112"/>
                  <a:pt x="1538759" y="2214276"/>
                  <a:pt x="1786532" y="2237874"/>
                </a:cubicBezTo>
                <a:cubicBezTo>
                  <a:pt x="1806890" y="2239813"/>
                  <a:pt x="1826518" y="2246544"/>
                  <a:pt x="1846690" y="2249906"/>
                </a:cubicBezTo>
                <a:cubicBezTo>
                  <a:pt x="1874663" y="2254568"/>
                  <a:pt x="1902837" y="2257927"/>
                  <a:pt x="1930911" y="2261937"/>
                </a:cubicBezTo>
                <a:cubicBezTo>
                  <a:pt x="2059198" y="2258561"/>
                  <a:pt x="2285481" y="2278572"/>
                  <a:pt x="2448269" y="2237874"/>
                </a:cubicBezTo>
                <a:cubicBezTo>
                  <a:pt x="2460573" y="2234798"/>
                  <a:pt x="2472332" y="2229853"/>
                  <a:pt x="2484364" y="2225842"/>
                </a:cubicBezTo>
                <a:cubicBezTo>
                  <a:pt x="2536501" y="2229853"/>
                  <a:pt x="2590249" y="2224400"/>
                  <a:pt x="2640774" y="2237874"/>
                </a:cubicBezTo>
                <a:cubicBezTo>
                  <a:pt x="2654746" y="2241600"/>
                  <a:pt x="2655315" y="2263087"/>
                  <a:pt x="2664837" y="2273969"/>
                </a:cubicBezTo>
                <a:cubicBezTo>
                  <a:pt x="2683511" y="2295311"/>
                  <a:pt x="2724995" y="2334127"/>
                  <a:pt x="2724995" y="23341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手繪多邊形 34"/>
          <p:cNvSpPr/>
          <p:nvPr/>
        </p:nvSpPr>
        <p:spPr>
          <a:xfrm>
            <a:off x="4368523" y="2403930"/>
            <a:ext cx="445168" cy="37429"/>
          </a:xfrm>
          <a:custGeom>
            <a:avLst/>
            <a:gdLst>
              <a:gd name="connsiteX0" fmla="*/ 0 w 445168"/>
              <a:gd name="connsiteY0" fmla="*/ 12032 h 37429"/>
              <a:gd name="connsiteX1" fmla="*/ 60158 w 445168"/>
              <a:gd name="connsiteY1" fmla="*/ 0 h 37429"/>
              <a:gd name="connsiteX2" fmla="*/ 252663 w 445168"/>
              <a:gd name="connsiteY2" fmla="*/ 24063 h 37429"/>
              <a:gd name="connsiteX3" fmla="*/ 300789 w 445168"/>
              <a:gd name="connsiteY3" fmla="*/ 36095 h 37429"/>
              <a:gd name="connsiteX4" fmla="*/ 445168 w 445168"/>
              <a:gd name="connsiteY4" fmla="*/ 36095 h 3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68" h="37429">
                <a:moveTo>
                  <a:pt x="0" y="12032"/>
                </a:moveTo>
                <a:cubicBezTo>
                  <a:pt x="20053" y="8021"/>
                  <a:pt x="39708" y="0"/>
                  <a:pt x="60158" y="0"/>
                </a:cubicBezTo>
                <a:cubicBezTo>
                  <a:pt x="80243" y="0"/>
                  <a:pt x="223371" y="18737"/>
                  <a:pt x="252663" y="24063"/>
                </a:cubicBezTo>
                <a:cubicBezTo>
                  <a:pt x="268932" y="27021"/>
                  <a:pt x="284285" y="35063"/>
                  <a:pt x="300789" y="36095"/>
                </a:cubicBezTo>
                <a:cubicBezTo>
                  <a:pt x="348822" y="39097"/>
                  <a:pt x="397042" y="36095"/>
                  <a:pt x="445168" y="3609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手繪多邊形 35"/>
          <p:cNvSpPr/>
          <p:nvPr/>
        </p:nvSpPr>
        <p:spPr>
          <a:xfrm>
            <a:off x="4666187" y="1742193"/>
            <a:ext cx="2878673" cy="1997277"/>
          </a:xfrm>
          <a:custGeom>
            <a:avLst/>
            <a:gdLst>
              <a:gd name="connsiteX0" fmla="*/ 412199 w 2878673"/>
              <a:gd name="connsiteY0" fmla="*/ 493295 h 1997277"/>
              <a:gd name="connsiteX1" fmla="*/ 424230 w 2878673"/>
              <a:gd name="connsiteY1" fmla="*/ 409074 h 1997277"/>
              <a:gd name="connsiteX2" fmla="*/ 448294 w 2878673"/>
              <a:gd name="connsiteY2" fmla="*/ 372979 h 1997277"/>
              <a:gd name="connsiteX3" fmla="*/ 532515 w 2878673"/>
              <a:gd name="connsiteY3" fmla="*/ 240632 h 1997277"/>
              <a:gd name="connsiteX4" fmla="*/ 544546 w 2878673"/>
              <a:gd name="connsiteY4" fmla="*/ 204537 h 1997277"/>
              <a:gd name="connsiteX5" fmla="*/ 616736 w 2878673"/>
              <a:gd name="connsiteY5" fmla="*/ 108284 h 1997277"/>
              <a:gd name="connsiteX6" fmla="*/ 688925 w 2878673"/>
              <a:gd name="connsiteY6" fmla="*/ 60158 h 1997277"/>
              <a:gd name="connsiteX7" fmla="*/ 809241 w 2878673"/>
              <a:gd name="connsiteY7" fmla="*/ 36095 h 1997277"/>
              <a:gd name="connsiteX8" fmla="*/ 857367 w 2878673"/>
              <a:gd name="connsiteY8" fmla="*/ 12032 h 1997277"/>
              <a:gd name="connsiteX9" fmla="*/ 953620 w 2878673"/>
              <a:gd name="connsiteY9" fmla="*/ 0 h 1997277"/>
              <a:gd name="connsiteX10" fmla="*/ 1446915 w 2878673"/>
              <a:gd name="connsiteY10" fmla="*/ 12032 h 1997277"/>
              <a:gd name="connsiteX11" fmla="*/ 1543167 w 2878673"/>
              <a:gd name="connsiteY11" fmla="*/ 36095 h 1997277"/>
              <a:gd name="connsiteX12" fmla="*/ 1615357 w 2878673"/>
              <a:gd name="connsiteY12" fmla="*/ 72190 h 1997277"/>
              <a:gd name="connsiteX13" fmla="*/ 1771767 w 2878673"/>
              <a:gd name="connsiteY13" fmla="*/ 84221 h 1997277"/>
              <a:gd name="connsiteX14" fmla="*/ 1904115 w 2878673"/>
              <a:gd name="connsiteY14" fmla="*/ 96253 h 1997277"/>
              <a:gd name="connsiteX15" fmla="*/ 2036462 w 2878673"/>
              <a:gd name="connsiteY15" fmla="*/ 120316 h 1997277"/>
              <a:gd name="connsiteX16" fmla="*/ 2108651 w 2878673"/>
              <a:gd name="connsiteY16" fmla="*/ 144379 h 1997277"/>
              <a:gd name="connsiteX17" fmla="*/ 2156778 w 2878673"/>
              <a:gd name="connsiteY17" fmla="*/ 156411 h 1997277"/>
              <a:gd name="connsiteX18" fmla="*/ 2192873 w 2878673"/>
              <a:gd name="connsiteY18" fmla="*/ 168442 h 1997277"/>
              <a:gd name="connsiteX19" fmla="*/ 2421473 w 2878673"/>
              <a:gd name="connsiteY19" fmla="*/ 204537 h 1997277"/>
              <a:gd name="connsiteX20" fmla="*/ 2565851 w 2878673"/>
              <a:gd name="connsiteY20" fmla="*/ 240632 h 1997277"/>
              <a:gd name="connsiteX21" fmla="*/ 2638041 w 2878673"/>
              <a:gd name="connsiteY21" fmla="*/ 276727 h 1997277"/>
              <a:gd name="connsiteX22" fmla="*/ 2746325 w 2878673"/>
              <a:gd name="connsiteY22" fmla="*/ 397042 h 1997277"/>
              <a:gd name="connsiteX23" fmla="*/ 2782420 w 2878673"/>
              <a:gd name="connsiteY23" fmla="*/ 433137 h 1997277"/>
              <a:gd name="connsiteX24" fmla="*/ 2830546 w 2878673"/>
              <a:gd name="connsiteY24" fmla="*/ 505327 h 1997277"/>
              <a:gd name="connsiteX25" fmla="*/ 2854609 w 2878673"/>
              <a:gd name="connsiteY25" fmla="*/ 589548 h 1997277"/>
              <a:gd name="connsiteX26" fmla="*/ 2878673 w 2878673"/>
              <a:gd name="connsiteY26" fmla="*/ 661737 h 1997277"/>
              <a:gd name="connsiteX27" fmla="*/ 2866641 w 2878673"/>
              <a:gd name="connsiteY27" fmla="*/ 998621 h 1997277"/>
              <a:gd name="connsiteX28" fmla="*/ 2854609 w 2878673"/>
              <a:gd name="connsiteY28" fmla="*/ 1034716 h 1997277"/>
              <a:gd name="connsiteX29" fmla="*/ 2818515 w 2878673"/>
              <a:gd name="connsiteY29" fmla="*/ 1070811 h 1997277"/>
              <a:gd name="connsiteX30" fmla="*/ 2782420 w 2878673"/>
              <a:gd name="connsiteY30" fmla="*/ 1118937 h 1997277"/>
              <a:gd name="connsiteX31" fmla="*/ 2734294 w 2878673"/>
              <a:gd name="connsiteY31" fmla="*/ 1191127 h 1997277"/>
              <a:gd name="connsiteX32" fmla="*/ 2722262 w 2878673"/>
              <a:gd name="connsiteY32" fmla="*/ 1227221 h 1997277"/>
              <a:gd name="connsiteX33" fmla="*/ 2638041 w 2878673"/>
              <a:gd name="connsiteY33" fmla="*/ 1287379 h 1997277"/>
              <a:gd name="connsiteX34" fmla="*/ 2589915 w 2878673"/>
              <a:gd name="connsiteY34" fmla="*/ 1323474 h 1997277"/>
              <a:gd name="connsiteX35" fmla="*/ 2565851 w 2878673"/>
              <a:gd name="connsiteY35" fmla="*/ 1347537 h 1997277"/>
              <a:gd name="connsiteX36" fmla="*/ 2529757 w 2878673"/>
              <a:gd name="connsiteY36" fmla="*/ 1359569 h 1997277"/>
              <a:gd name="connsiteX37" fmla="*/ 2481630 w 2878673"/>
              <a:gd name="connsiteY37" fmla="*/ 1395663 h 1997277"/>
              <a:gd name="connsiteX38" fmla="*/ 2433504 w 2878673"/>
              <a:gd name="connsiteY38" fmla="*/ 1419727 h 1997277"/>
              <a:gd name="connsiteX39" fmla="*/ 2373346 w 2878673"/>
              <a:gd name="connsiteY39" fmla="*/ 1455821 h 1997277"/>
              <a:gd name="connsiteX40" fmla="*/ 2301157 w 2878673"/>
              <a:gd name="connsiteY40" fmla="*/ 1503948 h 1997277"/>
              <a:gd name="connsiteX41" fmla="*/ 2253030 w 2878673"/>
              <a:gd name="connsiteY41" fmla="*/ 1528011 h 1997277"/>
              <a:gd name="connsiteX42" fmla="*/ 2216936 w 2878673"/>
              <a:gd name="connsiteY42" fmla="*/ 1552074 h 1997277"/>
              <a:gd name="connsiteX43" fmla="*/ 2180841 w 2878673"/>
              <a:gd name="connsiteY43" fmla="*/ 1564106 h 1997277"/>
              <a:gd name="connsiteX44" fmla="*/ 2144746 w 2878673"/>
              <a:gd name="connsiteY44" fmla="*/ 1588169 h 1997277"/>
              <a:gd name="connsiteX45" fmla="*/ 2108651 w 2878673"/>
              <a:gd name="connsiteY45" fmla="*/ 1600200 h 1997277"/>
              <a:gd name="connsiteX46" fmla="*/ 2048494 w 2878673"/>
              <a:gd name="connsiteY46" fmla="*/ 1624263 h 1997277"/>
              <a:gd name="connsiteX47" fmla="*/ 1940209 w 2878673"/>
              <a:gd name="connsiteY47" fmla="*/ 1648327 h 1997277"/>
              <a:gd name="connsiteX48" fmla="*/ 1892083 w 2878673"/>
              <a:gd name="connsiteY48" fmla="*/ 1684421 h 1997277"/>
              <a:gd name="connsiteX49" fmla="*/ 1819894 w 2878673"/>
              <a:gd name="connsiteY49" fmla="*/ 1696453 h 1997277"/>
              <a:gd name="connsiteX50" fmla="*/ 1759736 w 2878673"/>
              <a:gd name="connsiteY50" fmla="*/ 1708484 h 1997277"/>
              <a:gd name="connsiteX51" fmla="*/ 1723641 w 2878673"/>
              <a:gd name="connsiteY51" fmla="*/ 1732548 h 1997277"/>
              <a:gd name="connsiteX52" fmla="*/ 1663483 w 2878673"/>
              <a:gd name="connsiteY52" fmla="*/ 1744579 h 1997277"/>
              <a:gd name="connsiteX53" fmla="*/ 1615357 w 2878673"/>
              <a:gd name="connsiteY53" fmla="*/ 1756611 h 1997277"/>
              <a:gd name="connsiteX54" fmla="*/ 1555199 w 2878673"/>
              <a:gd name="connsiteY54" fmla="*/ 1768642 h 1997277"/>
              <a:gd name="connsiteX55" fmla="*/ 1446915 w 2878673"/>
              <a:gd name="connsiteY55" fmla="*/ 1792706 h 1997277"/>
              <a:gd name="connsiteX56" fmla="*/ 1350662 w 2878673"/>
              <a:gd name="connsiteY56" fmla="*/ 1804737 h 1997277"/>
              <a:gd name="connsiteX57" fmla="*/ 1242378 w 2878673"/>
              <a:gd name="connsiteY57" fmla="*/ 1828800 h 1997277"/>
              <a:gd name="connsiteX58" fmla="*/ 1122062 w 2878673"/>
              <a:gd name="connsiteY58" fmla="*/ 1840832 h 1997277"/>
              <a:gd name="connsiteX59" fmla="*/ 1085967 w 2878673"/>
              <a:gd name="connsiteY59" fmla="*/ 1852863 h 1997277"/>
              <a:gd name="connsiteX60" fmla="*/ 640799 w 2878673"/>
              <a:gd name="connsiteY60" fmla="*/ 1876927 h 1997277"/>
              <a:gd name="connsiteX61" fmla="*/ 556578 w 2878673"/>
              <a:gd name="connsiteY61" fmla="*/ 1900990 h 1997277"/>
              <a:gd name="connsiteX62" fmla="*/ 448294 w 2878673"/>
              <a:gd name="connsiteY62" fmla="*/ 1913021 h 1997277"/>
              <a:gd name="connsiteX63" fmla="*/ 291883 w 2878673"/>
              <a:gd name="connsiteY63" fmla="*/ 1937084 h 1997277"/>
              <a:gd name="connsiteX64" fmla="*/ 219694 w 2878673"/>
              <a:gd name="connsiteY64" fmla="*/ 1949116 h 1997277"/>
              <a:gd name="connsiteX65" fmla="*/ 75315 w 2878673"/>
              <a:gd name="connsiteY65" fmla="*/ 1985211 h 1997277"/>
              <a:gd name="connsiteX66" fmla="*/ 27188 w 2878673"/>
              <a:gd name="connsiteY66" fmla="*/ 1997242 h 1997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878673" h="1997277">
                <a:moveTo>
                  <a:pt x="412199" y="493295"/>
                </a:moveTo>
                <a:cubicBezTo>
                  <a:pt x="416209" y="465221"/>
                  <a:pt x="416081" y="436237"/>
                  <a:pt x="424230" y="409074"/>
                </a:cubicBezTo>
                <a:cubicBezTo>
                  <a:pt x="428385" y="395223"/>
                  <a:pt x="441271" y="385620"/>
                  <a:pt x="448294" y="372979"/>
                </a:cubicBezTo>
                <a:cubicBezTo>
                  <a:pt x="513176" y="256191"/>
                  <a:pt x="451064" y="342444"/>
                  <a:pt x="532515" y="240632"/>
                </a:cubicBezTo>
                <a:cubicBezTo>
                  <a:pt x="536525" y="228600"/>
                  <a:pt x="538387" y="215623"/>
                  <a:pt x="544546" y="204537"/>
                </a:cubicBezTo>
                <a:cubicBezTo>
                  <a:pt x="556392" y="183214"/>
                  <a:pt x="588923" y="129144"/>
                  <a:pt x="616736" y="108284"/>
                </a:cubicBezTo>
                <a:cubicBezTo>
                  <a:pt x="639872" y="90932"/>
                  <a:pt x="660566" y="65830"/>
                  <a:pt x="688925" y="60158"/>
                </a:cubicBezTo>
                <a:lnTo>
                  <a:pt x="809241" y="36095"/>
                </a:lnTo>
                <a:cubicBezTo>
                  <a:pt x="825283" y="28074"/>
                  <a:pt x="839967" y="16382"/>
                  <a:pt x="857367" y="12032"/>
                </a:cubicBezTo>
                <a:cubicBezTo>
                  <a:pt x="888736" y="4190"/>
                  <a:pt x="921286" y="0"/>
                  <a:pt x="953620" y="0"/>
                </a:cubicBezTo>
                <a:cubicBezTo>
                  <a:pt x="1118101" y="0"/>
                  <a:pt x="1282483" y="8021"/>
                  <a:pt x="1446915" y="12032"/>
                </a:cubicBezTo>
                <a:cubicBezTo>
                  <a:pt x="1478999" y="20053"/>
                  <a:pt x="1513587" y="21305"/>
                  <a:pt x="1543167" y="36095"/>
                </a:cubicBezTo>
                <a:cubicBezTo>
                  <a:pt x="1567230" y="48127"/>
                  <a:pt x="1589030" y="66648"/>
                  <a:pt x="1615357" y="72190"/>
                </a:cubicBezTo>
                <a:cubicBezTo>
                  <a:pt x="1666526" y="82962"/>
                  <a:pt x="1719657" y="79879"/>
                  <a:pt x="1771767" y="84221"/>
                </a:cubicBezTo>
                <a:lnTo>
                  <a:pt x="1904115" y="96253"/>
                </a:lnTo>
                <a:cubicBezTo>
                  <a:pt x="2002902" y="129181"/>
                  <a:pt x="1845991" y="79501"/>
                  <a:pt x="2036462" y="120316"/>
                </a:cubicBezTo>
                <a:cubicBezTo>
                  <a:pt x="2061264" y="125631"/>
                  <a:pt x="2084044" y="138227"/>
                  <a:pt x="2108651" y="144379"/>
                </a:cubicBezTo>
                <a:cubicBezTo>
                  <a:pt x="2124693" y="148390"/>
                  <a:pt x="2140878" y="151868"/>
                  <a:pt x="2156778" y="156411"/>
                </a:cubicBezTo>
                <a:cubicBezTo>
                  <a:pt x="2168972" y="159895"/>
                  <a:pt x="2180437" y="165955"/>
                  <a:pt x="2192873" y="168442"/>
                </a:cubicBezTo>
                <a:cubicBezTo>
                  <a:pt x="2264719" y="182811"/>
                  <a:pt x="2347370" y="193951"/>
                  <a:pt x="2421473" y="204537"/>
                </a:cubicBezTo>
                <a:cubicBezTo>
                  <a:pt x="2516805" y="236314"/>
                  <a:pt x="2468643" y="224430"/>
                  <a:pt x="2565851" y="240632"/>
                </a:cubicBezTo>
                <a:cubicBezTo>
                  <a:pt x="2662463" y="337240"/>
                  <a:pt x="2490201" y="173239"/>
                  <a:pt x="2638041" y="276727"/>
                </a:cubicBezTo>
                <a:cubicBezTo>
                  <a:pt x="2703137" y="322295"/>
                  <a:pt x="2702346" y="345734"/>
                  <a:pt x="2746325" y="397042"/>
                </a:cubicBezTo>
                <a:cubicBezTo>
                  <a:pt x="2757398" y="409961"/>
                  <a:pt x="2771974" y="419706"/>
                  <a:pt x="2782420" y="433137"/>
                </a:cubicBezTo>
                <a:cubicBezTo>
                  <a:pt x="2800175" y="455965"/>
                  <a:pt x="2821400" y="477891"/>
                  <a:pt x="2830546" y="505327"/>
                </a:cubicBezTo>
                <a:cubicBezTo>
                  <a:pt x="2870978" y="626618"/>
                  <a:pt x="2809290" y="438486"/>
                  <a:pt x="2854609" y="589548"/>
                </a:cubicBezTo>
                <a:cubicBezTo>
                  <a:pt x="2861898" y="613843"/>
                  <a:pt x="2878673" y="661737"/>
                  <a:pt x="2878673" y="661737"/>
                </a:cubicBezTo>
                <a:cubicBezTo>
                  <a:pt x="2874662" y="774032"/>
                  <a:pt x="2873876" y="886488"/>
                  <a:pt x="2866641" y="998621"/>
                </a:cubicBezTo>
                <a:cubicBezTo>
                  <a:pt x="2865824" y="1011277"/>
                  <a:pt x="2861644" y="1024163"/>
                  <a:pt x="2854609" y="1034716"/>
                </a:cubicBezTo>
                <a:cubicBezTo>
                  <a:pt x="2845171" y="1048873"/>
                  <a:pt x="2829588" y="1057892"/>
                  <a:pt x="2818515" y="1070811"/>
                </a:cubicBezTo>
                <a:cubicBezTo>
                  <a:pt x="2805465" y="1086036"/>
                  <a:pt x="2793048" y="1101932"/>
                  <a:pt x="2782420" y="1118937"/>
                </a:cubicBezTo>
                <a:cubicBezTo>
                  <a:pt x="2733858" y="1196636"/>
                  <a:pt x="2783326" y="1142093"/>
                  <a:pt x="2734294" y="1191127"/>
                </a:cubicBezTo>
                <a:cubicBezTo>
                  <a:pt x="2730283" y="1203158"/>
                  <a:pt x="2730381" y="1217478"/>
                  <a:pt x="2722262" y="1227221"/>
                </a:cubicBezTo>
                <a:cubicBezTo>
                  <a:pt x="2710694" y="1241102"/>
                  <a:pt x="2656116" y="1274468"/>
                  <a:pt x="2638041" y="1287379"/>
                </a:cubicBezTo>
                <a:cubicBezTo>
                  <a:pt x="2621724" y="1299034"/>
                  <a:pt x="2605320" y="1310637"/>
                  <a:pt x="2589915" y="1323474"/>
                </a:cubicBezTo>
                <a:cubicBezTo>
                  <a:pt x="2581201" y="1330736"/>
                  <a:pt x="2575578" y="1341701"/>
                  <a:pt x="2565851" y="1347537"/>
                </a:cubicBezTo>
                <a:cubicBezTo>
                  <a:pt x="2554976" y="1354062"/>
                  <a:pt x="2541788" y="1355558"/>
                  <a:pt x="2529757" y="1359569"/>
                </a:cubicBezTo>
                <a:cubicBezTo>
                  <a:pt x="2513715" y="1371600"/>
                  <a:pt x="2498635" y="1385035"/>
                  <a:pt x="2481630" y="1395663"/>
                </a:cubicBezTo>
                <a:cubicBezTo>
                  <a:pt x="2466421" y="1405169"/>
                  <a:pt x="2449183" y="1411017"/>
                  <a:pt x="2433504" y="1419727"/>
                </a:cubicBezTo>
                <a:cubicBezTo>
                  <a:pt x="2413062" y="1431084"/>
                  <a:pt x="2393075" y="1443266"/>
                  <a:pt x="2373346" y="1455821"/>
                </a:cubicBezTo>
                <a:cubicBezTo>
                  <a:pt x="2348947" y="1471348"/>
                  <a:pt x="2327024" y="1491015"/>
                  <a:pt x="2301157" y="1503948"/>
                </a:cubicBezTo>
                <a:cubicBezTo>
                  <a:pt x="2285115" y="1511969"/>
                  <a:pt x="2268603" y="1519112"/>
                  <a:pt x="2253030" y="1528011"/>
                </a:cubicBezTo>
                <a:cubicBezTo>
                  <a:pt x="2240475" y="1535185"/>
                  <a:pt x="2229869" y="1545607"/>
                  <a:pt x="2216936" y="1552074"/>
                </a:cubicBezTo>
                <a:cubicBezTo>
                  <a:pt x="2205592" y="1557746"/>
                  <a:pt x="2192185" y="1558434"/>
                  <a:pt x="2180841" y="1564106"/>
                </a:cubicBezTo>
                <a:cubicBezTo>
                  <a:pt x="2167907" y="1570573"/>
                  <a:pt x="2157680" y="1581702"/>
                  <a:pt x="2144746" y="1588169"/>
                </a:cubicBezTo>
                <a:cubicBezTo>
                  <a:pt x="2133402" y="1593841"/>
                  <a:pt x="2120526" y="1595747"/>
                  <a:pt x="2108651" y="1600200"/>
                </a:cubicBezTo>
                <a:cubicBezTo>
                  <a:pt x="2088429" y="1607783"/>
                  <a:pt x="2068983" y="1617433"/>
                  <a:pt x="2048494" y="1624263"/>
                </a:cubicBezTo>
                <a:cubicBezTo>
                  <a:pt x="2023007" y="1632759"/>
                  <a:pt x="1964049" y="1643559"/>
                  <a:pt x="1940209" y="1648327"/>
                </a:cubicBezTo>
                <a:cubicBezTo>
                  <a:pt x="1924167" y="1660358"/>
                  <a:pt x="1910701" y="1676974"/>
                  <a:pt x="1892083" y="1684421"/>
                </a:cubicBezTo>
                <a:cubicBezTo>
                  <a:pt x="1869433" y="1693481"/>
                  <a:pt x="1843895" y="1692089"/>
                  <a:pt x="1819894" y="1696453"/>
                </a:cubicBezTo>
                <a:cubicBezTo>
                  <a:pt x="1799774" y="1700111"/>
                  <a:pt x="1779789" y="1704474"/>
                  <a:pt x="1759736" y="1708484"/>
                </a:cubicBezTo>
                <a:cubicBezTo>
                  <a:pt x="1747704" y="1716505"/>
                  <a:pt x="1737181" y="1727471"/>
                  <a:pt x="1723641" y="1732548"/>
                </a:cubicBezTo>
                <a:cubicBezTo>
                  <a:pt x="1704493" y="1739728"/>
                  <a:pt x="1683446" y="1740143"/>
                  <a:pt x="1663483" y="1744579"/>
                </a:cubicBezTo>
                <a:cubicBezTo>
                  <a:pt x="1647341" y="1748166"/>
                  <a:pt x="1631499" y="1753024"/>
                  <a:pt x="1615357" y="1756611"/>
                </a:cubicBezTo>
                <a:cubicBezTo>
                  <a:pt x="1595394" y="1761047"/>
                  <a:pt x="1575162" y="1764206"/>
                  <a:pt x="1555199" y="1768642"/>
                </a:cubicBezTo>
                <a:cubicBezTo>
                  <a:pt x="1501304" y="1780619"/>
                  <a:pt x="1505888" y="1783633"/>
                  <a:pt x="1446915" y="1792706"/>
                </a:cubicBezTo>
                <a:cubicBezTo>
                  <a:pt x="1414957" y="1797623"/>
                  <a:pt x="1382746" y="1800727"/>
                  <a:pt x="1350662" y="1804737"/>
                </a:cubicBezTo>
                <a:cubicBezTo>
                  <a:pt x="1317977" y="1812908"/>
                  <a:pt x="1275119" y="1824435"/>
                  <a:pt x="1242378" y="1828800"/>
                </a:cubicBezTo>
                <a:cubicBezTo>
                  <a:pt x="1202426" y="1834127"/>
                  <a:pt x="1162167" y="1836821"/>
                  <a:pt x="1122062" y="1840832"/>
                </a:cubicBezTo>
                <a:cubicBezTo>
                  <a:pt x="1110030" y="1844842"/>
                  <a:pt x="1098347" y="1850112"/>
                  <a:pt x="1085967" y="1852863"/>
                </a:cubicBezTo>
                <a:cubicBezTo>
                  <a:pt x="948067" y="1883507"/>
                  <a:pt x="747576" y="1873482"/>
                  <a:pt x="640799" y="1876927"/>
                </a:cubicBezTo>
                <a:cubicBezTo>
                  <a:pt x="612725" y="1884948"/>
                  <a:pt x="585275" y="1895609"/>
                  <a:pt x="556578" y="1900990"/>
                </a:cubicBezTo>
                <a:cubicBezTo>
                  <a:pt x="520883" y="1907683"/>
                  <a:pt x="484362" y="1908778"/>
                  <a:pt x="448294" y="1913021"/>
                </a:cubicBezTo>
                <a:cubicBezTo>
                  <a:pt x="303979" y="1929999"/>
                  <a:pt x="401311" y="1917188"/>
                  <a:pt x="291883" y="1937084"/>
                </a:cubicBezTo>
                <a:cubicBezTo>
                  <a:pt x="267882" y="1941448"/>
                  <a:pt x="243508" y="1943824"/>
                  <a:pt x="219694" y="1949116"/>
                </a:cubicBezTo>
                <a:cubicBezTo>
                  <a:pt x="171268" y="1959878"/>
                  <a:pt x="124248" y="1977056"/>
                  <a:pt x="75315" y="1985211"/>
                </a:cubicBezTo>
                <a:cubicBezTo>
                  <a:pt x="-4787" y="1998561"/>
                  <a:pt x="-21270" y="1997242"/>
                  <a:pt x="27188" y="19972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2123727" y="524198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8" name="橢圓 37"/>
          <p:cNvSpPr/>
          <p:nvPr/>
        </p:nvSpPr>
        <p:spPr>
          <a:xfrm>
            <a:off x="3203848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9" name="橢圓 38"/>
          <p:cNvSpPr/>
          <p:nvPr/>
        </p:nvSpPr>
        <p:spPr>
          <a:xfrm>
            <a:off x="3202396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40" name="橢圓 39"/>
          <p:cNvSpPr/>
          <p:nvPr/>
        </p:nvSpPr>
        <p:spPr>
          <a:xfrm>
            <a:off x="4547215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41" name="橢圓 40"/>
          <p:cNvSpPr/>
          <p:nvPr/>
        </p:nvSpPr>
        <p:spPr>
          <a:xfrm>
            <a:off x="4547215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42" name="橢圓 41"/>
          <p:cNvSpPr/>
          <p:nvPr/>
        </p:nvSpPr>
        <p:spPr>
          <a:xfrm>
            <a:off x="5724128" y="4710544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43" name="橢圓 42"/>
          <p:cNvSpPr/>
          <p:nvPr/>
        </p:nvSpPr>
        <p:spPr>
          <a:xfrm>
            <a:off x="5724128" y="5794947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44" name="橢圓 43"/>
          <p:cNvSpPr/>
          <p:nvPr/>
        </p:nvSpPr>
        <p:spPr>
          <a:xfrm>
            <a:off x="6970704" y="5246112"/>
            <a:ext cx="439398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8</a:t>
            </a:r>
            <a:endParaRPr lang="zh-TW" altLang="en-US" dirty="0"/>
          </a:p>
        </p:txBody>
      </p:sp>
      <p:cxnSp>
        <p:nvCxnSpPr>
          <p:cNvPr id="45" name="直線接點 44"/>
          <p:cNvCxnSpPr>
            <a:stCxn id="37" idx="7"/>
            <a:endCxn id="38" idx="3"/>
          </p:cNvCxnSpPr>
          <p:nvPr/>
        </p:nvCxnSpPr>
        <p:spPr>
          <a:xfrm flipV="1">
            <a:off x="2498777" y="5017857"/>
            <a:ext cx="769419" cy="276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7" idx="5"/>
            <a:endCxn id="39" idx="2"/>
          </p:cNvCxnSpPr>
          <p:nvPr/>
        </p:nvCxnSpPr>
        <p:spPr>
          <a:xfrm>
            <a:off x="2498777" y="5549297"/>
            <a:ext cx="703619" cy="425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9" idx="0"/>
            <a:endCxn id="38" idx="4"/>
          </p:cNvCxnSpPr>
          <p:nvPr/>
        </p:nvCxnSpPr>
        <p:spPr>
          <a:xfrm flipV="1">
            <a:off x="3422095" y="5070584"/>
            <a:ext cx="1452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41" idx="7"/>
            <a:endCxn id="42" idx="3"/>
          </p:cNvCxnSpPr>
          <p:nvPr/>
        </p:nvCxnSpPr>
        <p:spPr>
          <a:xfrm flipV="1">
            <a:off x="4922265" y="5017857"/>
            <a:ext cx="866211" cy="82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1" idx="6"/>
            <a:endCxn id="43" idx="2"/>
          </p:cNvCxnSpPr>
          <p:nvPr/>
        </p:nvCxnSpPr>
        <p:spPr>
          <a:xfrm>
            <a:off x="4986613" y="5974967"/>
            <a:ext cx="737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2" idx="4"/>
            <a:endCxn id="43" idx="0"/>
          </p:cNvCxnSpPr>
          <p:nvPr/>
        </p:nvCxnSpPr>
        <p:spPr>
          <a:xfrm>
            <a:off x="5943827" y="5070584"/>
            <a:ext cx="0" cy="72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4" idx="4"/>
            <a:endCxn id="43" idx="6"/>
          </p:cNvCxnSpPr>
          <p:nvPr/>
        </p:nvCxnSpPr>
        <p:spPr>
          <a:xfrm flipH="1">
            <a:off x="6163526" y="5606152"/>
            <a:ext cx="1026877" cy="368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4" idx="1"/>
            <a:endCxn id="42" idx="5"/>
          </p:cNvCxnSpPr>
          <p:nvPr/>
        </p:nvCxnSpPr>
        <p:spPr>
          <a:xfrm flipH="1" flipV="1">
            <a:off x="6099178" y="5017857"/>
            <a:ext cx="935874" cy="280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8" idx="6"/>
            <a:endCxn id="40" idx="2"/>
          </p:cNvCxnSpPr>
          <p:nvPr/>
        </p:nvCxnSpPr>
        <p:spPr>
          <a:xfrm>
            <a:off x="3643246" y="4890564"/>
            <a:ext cx="9039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0" idx="6"/>
            <a:endCxn id="42" idx="2"/>
          </p:cNvCxnSpPr>
          <p:nvPr/>
        </p:nvCxnSpPr>
        <p:spPr>
          <a:xfrm>
            <a:off x="4986613" y="4890564"/>
            <a:ext cx="7375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41" idx="0"/>
            <a:endCxn id="40" idx="4"/>
          </p:cNvCxnSpPr>
          <p:nvPr/>
        </p:nvCxnSpPr>
        <p:spPr>
          <a:xfrm flipV="1">
            <a:off x="4766914" y="5070584"/>
            <a:ext cx="0" cy="7243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547215" y="6360513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2866722" y="5298839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5355370" y="5483505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e</a:t>
            </a:r>
            <a:endParaRPr lang="zh-TW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4989369" y="5040984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</a:t>
            </a:r>
            <a:endParaRPr lang="zh-TW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6260621" y="5334052"/>
            <a:ext cx="293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g</a:t>
            </a:r>
            <a:endParaRPr lang="zh-TW" altLang="en-US" dirty="0"/>
          </a:p>
        </p:txBody>
      </p:sp>
      <p:sp>
        <p:nvSpPr>
          <p:cNvPr id="74" name="投影片編號版面配置區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18</a:t>
            </a:fld>
            <a:endParaRPr lang="zh-TW" altLang="en-US"/>
          </a:p>
        </p:txBody>
      </p:sp>
      <p:cxnSp>
        <p:nvCxnSpPr>
          <p:cNvPr id="65" name="直線接點 64"/>
          <p:cNvCxnSpPr/>
          <p:nvPr/>
        </p:nvCxnSpPr>
        <p:spPr>
          <a:xfrm>
            <a:off x="3552462" y="5040984"/>
            <a:ext cx="1032665" cy="829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3643560" y="5974967"/>
            <a:ext cx="905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692974" y="5470264"/>
            <a:ext cx="28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c</a:t>
            </a:r>
            <a:endParaRPr lang="zh-TW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4182344" y="5072831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d</a:t>
            </a:r>
            <a:endParaRPr lang="zh-TW" altLang="en-US" dirty="0"/>
          </a:p>
        </p:txBody>
      </p:sp>
      <p:sp>
        <p:nvSpPr>
          <p:cNvPr id="54" name="手繪多邊形 53"/>
          <p:cNvSpPr/>
          <p:nvPr/>
        </p:nvSpPr>
        <p:spPr>
          <a:xfrm>
            <a:off x="3866606" y="5860869"/>
            <a:ext cx="731520" cy="679268"/>
          </a:xfrm>
          <a:custGeom>
            <a:avLst/>
            <a:gdLst>
              <a:gd name="connsiteX0" fmla="*/ 731520 w 731520"/>
              <a:gd name="connsiteY0" fmla="*/ 679268 h 679268"/>
              <a:gd name="connsiteX1" fmla="*/ 705394 w 731520"/>
              <a:gd name="connsiteY1" fmla="*/ 627017 h 679268"/>
              <a:gd name="connsiteX2" fmla="*/ 679268 w 731520"/>
              <a:gd name="connsiteY2" fmla="*/ 609600 h 679268"/>
              <a:gd name="connsiteX3" fmla="*/ 635725 w 731520"/>
              <a:gd name="connsiteY3" fmla="*/ 566057 h 679268"/>
              <a:gd name="connsiteX4" fmla="*/ 566057 w 731520"/>
              <a:gd name="connsiteY4" fmla="*/ 487680 h 679268"/>
              <a:gd name="connsiteX5" fmla="*/ 531223 w 731520"/>
              <a:gd name="connsiteY5" fmla="*/ 461554 h 679268"/>
              <a:gd name="connsiteX6" fmla="*/ 513805 w 731520"/>
              <a:gd name="connsiteY6" fmla="*/ 435428 h 679268"/>
              <a:gd name="connsiteX7" fmla="*/ 478971 w 731520"/>
              <a:gd name="connsiteY7" fmla="*/ 418011 h 679268"/>
              <a:gd name="connsiteX8" fmla="*/ 444137 w 731520"/>
              <a:gd name="connsiteY8" fmla="*/ 391885 h 679268"/>
              <a:gd name="connsiteX9" fmla="*/ 409303 w 731520"/>
              <a:gd name="connsiteY9" fmla="*/ 374468 h 679268"/>
              <a:gd name="connsiteX10" fmla="*/ 391885 w 731520"/>
              <a:gd name="connsiteY10" fmla="*/ 357051 h 679268"/>
              <a:gd name="connsiteX11" fmla="*/ 339634 w 731520"/>
              <a:gd name="connsiteY11" fmla="*/ 322217 h 679268"/>
              <a:gd name="connsiteX12" fmla="*/ 304800 w 731520"/>
              <a:gd name="connsiteY12" fmla="*/ 278674 h 679268"/>
              <a:gd name="connsiteX13" fmla="*/ 287383 w 731520"/>
              <a:gd name="connsiteY13" fmla="*/ 252548 h 679268"/>
              <a:gd name="connsiteX14" fmla="*/ 261257 w 731520"/>
              <a:gd name="connsiteY14" fmla="*/ 243840 h 679268"/>
              <a:gd name="connsiteX15" fmla="*/ 243840 w 731520"/>
              <a:gd name="connsiteY15" fmla="*/ 226422 h 679268"/>
              <a:gd name="connsiteX16" fmla="*/ 217714 w 731520"/>
              <a:gd name="connsiteY16" fmla="*/ 209005 h 679268"/>
              <a:gd name="connsiteX17" fmla="*/ 174171 w 731520"/>
              <a:gd name="connsiteY17" fmla="*/ 156754 h 679268"/>
              <a:gd name="connsiteX18" fmla="*/ 148045 w 731520"/>
              <a:gd name="connsiteY18" fmla="*/ 139337 h 679268"/>
              <a:gd name="connsiteX19" fmla="*/ 113211 w 731520"/>
              <a:gd name="connsiteY19" fmla="*/ 104502 h 679268"/>
              <a:gd name="connsiteX20" fmla="*/ 78377 w 731520"/>
              <a:gd name="connsiteY20" fmla="*/ 78377 h 679268"/>
              <a:gd name="connsiteX21" fmla="*/ 52251 w 731520"/>
              <a:gd name="connsiteY21" fmla="*/ 52251 h 679268"/>
              <a:gd name="connsiteX22" fmla="*/ 34834 w 731520"/>
              <a:gd name="connsiteY22" fmla="*/ 26125 h 679268"/>
              <a:gd name="connsiteX23" fmla="*/ 0 w 731520"/>
              <a:gd name="connsiteY23" fmla="*/ 0 h 67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1520" h="679268">
                <a:moveTo>
                  <a:pt x="731520" y="679268"/>
                </a:moveTo>
                <a:cubicBezTo>
                  <a:pt x="722811" y="661851"/>
                  <a:pt x="717078" y="642595"/>
                  <a:pt x="705394" y="627017"/>
                </a:cubicBezTo>
                <a:cubicBezTo>
                  <a:pt x="699114" y="618644"/>
                  <a:pt x="687145" y="616492"/>
                  <a:pt x="679268" y="609600"/>
                </a:cubicBezTo>
                <a:cubicBezTo>
                  <a:pt x="663820" y="596083"/>
                  <a:pt x="647111" y="583136"/>
                  <a:pt x="635725" y="566057"/>
                </a:cubicBezTo>
                <a:cubicBezTo>
                  <a:pt x="613094" y="532109"/>
                  <a:pt x="605826" y="517508"/>
                  <a:pt x="566057" y="487680"/>
                </a:cubicBezTo>
                <a:cubicBezTo>
                  <a:pt x="554446" y="478971"/>
                  <a:pt x="541486" y="471817"/>
                  <a:pt x="531223" y="461554"/>
                </a:cubicBezTo>
                <a:cubicBezTo>
                  <a:pt x="523822" y="454153"/>
                  <a:pt x="521846" y="442129"/>
                  <a:pt x="513805" y="435428"/>
                </a:cubicBezTo>
                <a:cubicBezTo>
                  <a:pt x="503832" y="427117"/>
                  <a:pt x="489980" y="424891"/>
                  <a:pt x="478971" y="418011"/>
                </a:cubicBezTo>
                <a:cubicBezTo>
                  <a:pt x="466663" y="410318"/>
                  <a:pt x="456445" y="399578"/>
                  <a:pt x="444137" y="391885"/>
                </a:cubicBezTo>
                <a:cubicBezTo>
                  <a:pt x="433128" y="385005"/>
                  <a:pt x="420105" y="381669"/>
                  <a:pt x="409303" y="374468"/>
                </a:cubicBezTo>
                <a:cubicBezTo>
                  <a:pt x="402471" y="369914"/>
                  <a:pt x="398454" y="361977"/>
                  <a:pt x="391885" y="357051"/>
                </a:cubicBezTo>
                <a:cubicBezTo>
                  <a:pt x="375139" y="344492"/>
                  <a:pt x="355193" y="336220"/>
                  <a:pt x="339634" y="322217"/>
                </a:cubicBezTo>
                <a:cubicBezTo>
                  <a:pt x="325818" y="309783"/>
                  <a:pt x="315952" y="293544"/>
                  <a:pt x="304800" y="278674"/>
                </a:cubicBezTo>
                <a:cubicBezTo>
                  <a:pt x="298520" y="270301"/>
                  <a:pt x="295556" y="259086"/>
                  <a:pt x="287383" y="252548"/>
                </a:cubicBezTo>
                <a:cubicBezTo>
                  <a:pt x="280215" y="246814"/>
                  <a:pt x="269966" y="246743"/>
                  <a:pt x="261257" y="243840"/>
                </a:cubicBezTo>
                <a:cubicBezTo>
                  <a:pt x="255451" y="238034"/>
                  <a:pt x="250251" y="231551"/>
                  <a:pt x="243840" y="226422"/>
                </a:cubicBezTo>
                <a:cubicBezTo>
                  <a:pt x="235667" y="219884"/>
                  <a:pt x="225115" y="216406"/>
                  <a:pt x="217714" y="209005"/>
                </a:cubicBezTo>
                <a:cubicBezTo>
                  <a:pt x="149208" y="140500"/>
                  <a:pt x="259777" y="228092"/>
                  <a:pt x="174171" y="156754"/>
                </a:cubicBezTo>
                <a:cubicBezTo>
                  <a:pt x="166130" y="150054"/>
                  <a:pt x="155992" y="146149"/>
                  <a:pt x="148045" y="139337"/>
                </a:cubicBezTo>
                <a:cubicBezTo>
                  <a:pt x="135577" y="128650"/>
                  <a:pt x="125569" y="115315"/>
                  <a:pt x="113211" y="104502"/>
                </a:cubicBezTo>
                <a:cubicBezTo>
                  <a:pt x="102288" y="94944"/>
                  <a:pt x="89397" y="87823"/>
                  <a:pt x="78377" y="78377"/>
                </a:cubicBezTo>
                <a:cubicBezTo>
                  <a:pt x="69026" y="70362"/>
                  <a:pt x="60135" y="61712"/>
                  <a:pt x="52251" y="52251"/>
                </a:cubicBezTo>
                <a:cubicBezTo>
                  <a:pt x="45551" y="44210"/>
                  <a:pt x="43007" y="32663"/>
                  <a:pt x="34834" y="26125"/>
                </a:cubicBezTo>
                <a:cubicBezTo>
                  <a:pt x="-10004" y="-9745"/>
                  <a:pt x="21690" y="4338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手繪多邊形 54"/>
          <p:cNvSpPr/>
          <p:nvPr/>
        </p:nvSpPr>
        <p:spPr>
          <a:xfrm>
            <a:off x="3901440" y="5399314"/>
            <a:ext cx="304800" cy="165463"/>
          </a:xfrm>
          <a:custGeom>
            <a:avLst/>
            <a:gdLst>
              <a:gd name="connsiteX0" fmla="*/ 0 w 304800"/>
              <a:gd name="connsiteY0" fmla="*/ 165463 h 165463"/>
              <a:gd name="connsiteX1" fmla="*/ 104503 w 304800"/>
              <a:gd name="connsiteY1" fmla="*/ 121920 h 165463"/>
              <a:gd name="connsiteX2" fmla="*/ 156754 w 304800"/>
              <a:gd name="connsiteY2" fmla="*/ 104503 h 165463"/>
              <a:gd name="connsiteX3" fmla="*/ 217714 w 304800"/>
              <a:gd name="connsiteY3" fmla="*/ 78377 h 165463"/>
              <a:gd name="connsiteX4" fmla="*/ 261257 w 304800"/>
              <a:gd name="connsiteY4" fmla="*/ 34835 h 165463"/>
              <a:gd name="connsiteX5" fmla="*/ 287383 w 304800"/>
              <a:gd name="connsiteY5" fmla="*/ 17417 h 165463"/>
              <a:gd name="connsiteX6" fmla="*/ 304800 w 304800"/>
              <a:gd name="connsiteY6" fmla="*/ 0 h 16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800" h="165463">
                <a:moveTo>
                  <a:pt x="0" y="165463"/>
                </a:moveTo>
                <a:cubicBezTo>
                  <a:pt x="68669" y="131128"/>
                  <a:pt x="33780" y="145493"/>
                  <a:pt x="104503" y="121920"/>
                </a:cubicBezTo>
                <a:cubicBezTo>
                  <a:pt x="104508" y="121918"/>
                  <a:pt x="156749" y="104507"/>
                  <a:pt x="156754" y="104503"/>
                </a:cubicBezTo>
                <a:cubicBezTo>
                  <a:pt x="192839" y="80447"/>
                  <a:pt x="172726" y="89625"/>
                  <a:pt x="217714" y="78377"/>
                </a:cubicBezTo>
                <a:cubicBezTo>
                  <a:pt x="287380" y="31934"/>
                  <a:pt x="203203" y="92889"/>
                  <a:pt x="261257" y="34835"/>
                </a:cubicBezTo>
                <a:cubicBezTo>
                  <a:pt x="268658" y="27434"/>
                  <a:pt x="279210" y="23956"/>
                  <a:pt x="287383" y="17417"/>
                </a:cubicBezTo>
                <a:cubicBezTo>
                  <a:pt x="293794" y="12288"/>
                  <a:pt x="298994" y="5806"/>
                  <a:pt x="3048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手繪多邊形 59"/>
          <p:cNvSpPr/>
          <p:nvPr/>
        </p:nvSpPr>
        <p:spPr>
          <a:xfrm>
            <a:off x="1872343" y="4484914"/>
            <a:ext cx="2656114" cy="2081349"/>
          </a:xfrm>
          <a:custGeom>
            <a:avLst/>
            <a:gdLst>
              <a:gd name="connsiteX0" fmla="*/ 2438400 w 2656114"/>
              <a:gd name="connsiteY0" fmla="*/ 635726 h 2081349"/>
              <a:gd name="connsiteX1" fmla="*/ 2420983 w 2656114"/>
              <a:gd name="connsiteY1" fmla="*/ 539932 h 2081349"/>
              <a:gd name="connsiteX2" fmla="*/ 2412274 w 2656114"/>
              <a:gd name="connsiteY2" fmla="*/ 505097 h 2081349"/>
              <a:gd name="connsiteX3" fmla="*/ 2394857 w 2656114"/>
              <a:gd name="connsiteY3" fmla="*/ 478972 h 2081349"/>
              <a:gd name="connsiteX4" fmla="*/ 2368731 w 2656114"/>
              <a:gd name="connsiteY4" fmla="*/ 418012 h 2081349"/>
              <a:gd name="connsiteX5" fmla="*/ 2342606 w 2656114"/>
              <a:gd name="connsiteY5" fmla="*/ 383177 h 2081349"/>
              <a:gd name="connsiteX6" fmla="*/ 2299063 w 2656114"/>
              <a:gd name="connsiteY6" fmla="*/ 322217 h 2081349"/>
              <a:gd name="connsiteX7" fmla="*/ 2194560 w 2656114"/>
              <a:gd name="connsiteY7" fmla="*/ 209006 h 2081349"/>
              <a:gd name="connsiteX8" fmla="*/ 2133600 w 2656114"/>
              <a:gd name="connsiteY8" fmla="*/ 174172 h 2081349"/>
              <a:gd name="connsiteX9" fmla="*/ 2081348 w 2656114"/>
              <a:gd name="connsiteY9" fmla="*/ 130629 h 2081349"/>
              <a:gd name="connsiteX10" fmla="*/ 1968137 w 2656114"/>
              <a:gd name="connsiteY10" fmla="*/ 87086 h 2081349"/>
              <a:gd name="connsiteX11" fmla="*/ 1898468 w 2656114"/>
              <a:gd name="connsiteY11" fmla="*/ 69669 h 2081349"/>
              <a:gd name="connsiteX12" fmla="*/ 1872343 w 2656114"/>
              <a:gd name="connsiteY12" fmla="*/ 52252 h 2081349"/>
              <a:gd name="connsiteX13" fmla="*/ 1811383 w 2656114"/>
              <a:gd name="connsiteY13" fmla="*/ 43543 h 2081349"/>
              <a:gd name="connsiteX14" fmla="*/ 1776548 w 2656114"/>
              <a:gd name="connsiteY14" fmla="*/ 34835 h 2081349"/>
              <a:gd name="connsiteX15" fmla="*/ 1741714 w 2656114"/>
              <a:gd name="connsiteY15" fmla="*/ 17417 h 2081349"/>
              <a:gd name="connsiteX16" fmla="*/ 1654628 w 2656114"/>
              <a:gd name="connsiteY16" fmla="*/ 8709 h 2081349"/>
              <a:gd name="connsiteX17" fmla="*/ 1611086 w 2656114"/>
              <a:gd name="connsiteY17" fmla="*/ 0 h 2081349"/>
              <a:gd name="connsiteX18" fmla="*/ 1036320 w 2656114"/>
              <a:gd name="connsiteY18" fmla="*/ 8709 h 2081349"/>
              <a:gd name="connsiteX19" fmla="*/ 1001486 w 2656114"/>
              <a:gd name="connsiteY19" fmla="*/ 26126 h 2081349"/>
              <a:gd name="connsiteX20" fmla="*/ 940526 w 2656114"/>
              <a:gd name="connsiteY20" fmla="*/ 34835 h 2081349"/>
              <a:gd name="connsiteX21" fmla="*/ 879566 w 2656114"/>
              <a:gd name="connsiteY21" fmla="*/ 52252 h 2081349"/>
              <a:gd name="connsiteX22" fmla="*/ 783771 w 2656114"/>
              <a:gd name="connsiteY22" fmla="*/ 78377 h 2081349"/>
              <a:gd name="connsiteX23" fmla="*/ 653143 w 2656114"/>
              <a:gd name="connsiteY23" fmla="*/ 95795 h 2081349"/>
              <a:gd name="connsiteX24" fmla="*/ 513806 w 2656114"/>
              <a:gd name="connsiteY24" fmla="*/ 121920 h 2081349"/>
              <a:gd name="connsiteX25" fmla="*/ 444137 w 2656114"/>
              <a:gd name="connsiteY25" fmla="*/ 139337 h 2081349"/>
              <a:gd name="connsiteX26" fmla="*/ 391886 w 2656114"/>
              <a:gd name="connsiteY26" fmla="*/ 156755 h 2081349"/>
              <a:gd name="connsiteX27" fmla="*/ 357051 w 2656114"/>
              <a:gd name="connsiteY27" fmla="*/ 182880 h 2081349"/>
              <a:gd name="connsiteX28" fmla="*/ 330926 w 2656114"/>
              <a:gd name="connsiteY28" fmla="*/ 200297 h 2081349"/>
              <a:gd name="connsiteX29" fmla="*/ 287383 w 2656114"/>
              <a:gd name="connsiteY29" fmla="*/ 243840 h 2081349"/>
              <a:gd name="connsiteX30" fmla="*/ 261257 w 2656114"/>
              <a:gd name="connsiteY30" fmla="*/ 269966 h 2081349"/>
              <a:gd name="connsiteX31" fmla="*/ 191588 w 2656114"/>
              <a:gd name="connsiteY31" fmla="*/ 322217 h 2081349"/>
              <a:gd name="connsiteX32" fmla="*/ 174171 w 2656114"/>
              <a:gd name="connsiteY32" fmla="*/ 348343 h 2081349"/>
              <a:gd name="connsiteX33" fmla="*/ 121920 w 2656114"/>
              <a:gd name="connsiteY33" fmla="*/ 391886 h 2081349"/>
              <a:gd name="connsiteX34" fmla="*/ 78377 w 2656114"/>
              <a:gd name="connsiteY34" fmla="*/ 452846 h 2081349"/>
              <a:gd name="connsiteX35" fmla="*/ 34834 w 2656114"/>
              <a:gd name="connsiteY35" fmla="*/ 513806 h 2081349"/>
              <a:gd name="connsiteX36" fmla="*/ 17417 w 2656114"/>
              <a:gd name="connsiteY36" fmla="*/ 574766 h 2081349"/>
              <a:gd name="connsiteX37" fmla="*/ 0 w 2656114"/>
              <a:gd name="connsiteY37" fmla="*/ 635726 h 2081349"/>
              <a:gd name="connsiteX38" fmla="*/ 8708 w 2656114"/>
              <a:gd name="connsiteY38" fmla="*/ 827315 h 2081349"/>
              <a:gd name="connsiteX39" fmla="*/ 17417 w 2656114"/>
              <a:gd name="connsiteY39" fmla="*/ 914400 h 2081349"/>
              <a:gd name="connsiteX40" fmla="*/ 34834 w 2656114"/>
              <a:gd name="connsiteY40" fmla="*/ 940526 h 2081349"/>
              <a:gd name="connsiteX41" fmla="*/ 60960 w 2656114"/>
              <a:gd name="connsiteY41" fmla="*/ 1036320 h 2081349"/>
              <a:gd name="connsiteX42" fmla="*/ 78377 w 2656114"/>
              <a:gd name="connsiteY42" fmla="*/ 1071155 h 2081349"/>
              <a:gd name="connsiteX43" fmla="*/ 87086 w 2656114"/>
              <a:gd name="connsiteY43" fmla="*/ 1097280 h 2081349"/>
              <a:gd name="connsiteX44" fmla="*/ 95794 w 2656114"/>
              <a:gd name="connsiteY44" fmla="*/ 1132115 h 2081349"/>
              <a:gd name="connsiteX45" fmla="*/ 113211 w 2656114"/>
              <a:gd name="connsiteY45" fmla="*/ 1158240 h 2081349"/>
              <a:gd name="connsiteX46" fmla="*/ 130628 w 2656114"/>
              <a:gd name="connsiteY46" fmla="*/ 1210492 h 2081349"/>
              <a:gd name="connsiteX47" fmla="*/ 148046 w 2656114"/>
              <a:gd name="connsiteY47" fmla="*/ 1227909 h 2081349"/>
              <a:gd name="connsiteX48" fmla="*/ 165463 w 2656114"/>
              <a:gd name="connsiteY48" fmla="*/ 1280160 h 2081349"/>
              <a:gd name="connsiteX49" fmla="*/ 200297 w 2656114"/>
              <a:gd name="connsiteY49" fmla="*/ 1332412 h 2081349"/>
              <a:gd name="connsiteX50" fmla="*/ 243840 w 2656114"/>
              <a:gd name="connsiteY50" fmla="*/ 1402080 h 2081349"/>
              <a:gd name="connsiteX51" fmla="*/ 261257 w 2656114"/>
              <a:gd name="connsiteY51" fmla="*/ 1436915 h 2081349"/>
              <a:gd name="connsiteX52" fmla="*/ 287383 w 2656114"/>
              <a:gd name="connsiteY52" fmla="*/ 1471749 h 2081349"/>
              <a:gd name="connsiteX53" fmla="*/ 296091 w 2656114"/>
              <a:gd name="connsiteY53" fmla="*/ 1497875 h 2081349"/>
              <a:gd name="connsiteX54" fmla="*/ 339634 w 2656114"/>
              <a:gd name="connsiteY54" fmla="*/ 1558835 h 2081349"/>
              <a:gd name="connsiteX55" fmla="*/ 365760 w 2656114"/>
              <a:gd name="connsiteY55" fmla="*/ 1576252 h 2081349"/>
              <a:gd name="connsiteX56" fmla="*/ 391886 w 2656114"/>
              <a:gd name="connsiteY56" fmla="*/ 1602377 h 2081349"/>
              <a:gd name="connsiteX57" fmla="*/ 548640 w 2656114"/>
              <a:gd name="connsiteY57" fmla="*/ 1698172 h 2081349"/>
              <a:gd name="connsiteX58" fmla="*/ 583474 w 2656114"/>
              <a:gd name="connsiteY58" fmla="*/ 1706880 h 2081349"/>
              <a:gd name="connsiteX59" fmla="*/ 618308 w 2656114"/>
              <a:gd name="connsiteY59" fmla="*/ 1724297 h 2081349"/>
              <a:gd name="connsiteX60" fmla="*/ 644434 w 2656114"/>
              <a:gd name="connsiteY60" fmla="*/ 1733006 h 2081349"/>
              <a:gd name="connsiteX61" fmla="*/ 696686 w 2656114"/>
              <a:gd name="connsiteY61" fmla="*/ 1759132 h 2081349"/>
              <a:gd name="connsiteX62" fmla="*/ 757646 w 2656114"/>
              <a:gd name="connsiteY62" fmla="*/ 1767840 h 2081349"/>
              <a:gd name="connsiteX63" fmla="*/ 888274 w 2656114"/>
              <a:gd name="connsiteY63" fmla="*/ 1802675 h 2081349"/>
              <a:gd name="connsiteX64" fmla="*/ 923108 w 2656114"/>
              <a:gd name="connsiteY64" fmla="*/ 1820092 h 2081349"/>
              <a:gd name="connsiteX65" fmla="*/ 984068 w 2656114"/>
              <a:gd name="connsiteY65" fmla="*/ 1828800 h 2081349"/>
              <a:gd name="connsiteX66" fmla="*/ 1062446 w 2656114"/>
              <a:gd name="connsiteY66" fmla="*/ 1854926 h 2081349"/>
              <a:gd name="connsiteX67" fmla="*/ 1105988 w 2656114"/>
              <a:gd name="connsiteY67" fmla="*/ 1863635 h 2081349"/>
              <a:gd name="connsiteX68" fmla="*/ 1132114 w 2656114"/>
              <a:gd name="connsiteY68" fmla="*/ 1872343 h 2081349"/>
              <a:gd name="connsiteX69" fmla="*/ 1175657 w 2656114"/>
              <a:gd name="connsiteY69" fmla="*/ 1881052 h 2081349"/>
              <a:gd name="connsiteX70" fmla="*/ 1201783 w 2656114"/>
              <a:gd name="connsiteY70" fmla="*/ 1889760 h 2081349"/>
              <a:gd name="connsiteX71" fmla="*/ 1245326 w 2656114"/>
              <a:gd name="connsiteY71" fmla="*/ 1898469 h 2081349"/>
              <a:gd name="connsiteX72" fmla="*/ 1297577 w 2656114"/>
              <a:gd name="connsiteY72" fmla="*/ 1915886 h 2081349"/>
              <a:gd name="connsiteX73" fmla="*/ 1367246 w 2656114"/>
              <a:gd name="connsiteY73" fmla="*/ 1924595 h 2081349"/>
              <a:gd name="connsiteX74" fmla="*/ 1410788 w 2656114"/>
              <a:gd name="connsiteY74" fmla="*/ 1933303 h 2081349"/>
              <a:gd name="connsiteX75" fmla="*/ 1471748 w 2656114"/>
              <a:gd name="connsiteY75" fmla="*/ 1942012 h 2081349"/>
              <a:gd name="connsiteX76" fmla="*/ 1541417 w 2656114"/>
              <a:gd name="connsiteY76" fmla="*/ 1959429 h 2081349"/>
              <a:gd name="connsiteX77" fmla="*/ 1567543 w 2656114"/>
              <a:gd name="connsiteY77" fmla="*/ 1968137 h 2081349"/>
              <a:gd name="connsiteX78" fmla="*/ 1637211 w 2656114"/>
              <a:gd name="connsiteY78" fmla="*/ 1976846 h 2081349"/>
              <a:gd name="connsiteX79" fmla="*/ 1785257 w 2656114"/>
              <a:gd name="connsiteY79" fmla="*/ 1994263 h 2081349"/>
              <a:gd name="connsiteX80" fmla="*/ 1854926 w 2656114"/>
              <a:gd name="connsiteY80" fmla="*/ 2011680 h 2081349"/>
              <a:gd name="connsiteX81" fmla="*/ 1889760 w 2656114"/>
              <a:gd name="connsiteY81" fmla="*/ 2020389 h 2081349"/>
              <a:gd name="connsiteX82" fmla="*/ 2063931 w 2656114"/>
              <a:gd name="connsiteY82" fmla="*/ 2029097 h 2081349"/>
              <a:gd name="connsiteX83" fmla="*/ 2403566 w 2656114"/>
              <a:gd name="connsiteY83" fmla="*/ 2046515 h 2081349"/>
              <a:gd name="connsiteX84" fmla="*/ 2429691 w 2656114"/>
              <a:gd name="connsiteY84" fmla="*/ 2055223 h 2081349"/>
              <a:gd name="connsiteX85" fmla="*/ 2473234 w 2656114"/>
              <a:gd name="connsiteY85" fmla="*/ 2063932 h 2081349"/>
              <a:gd name="connsiteX86" fmla="*/ 2525486 w 2656114"/>
              <a:gd name="connsiteY86" fmla="*/ 2081349 h 2081349"/>
              <a:gd name="connsiteX87" fmla="*/ 2656114 w 2656114"/>
              <a:gd name="connsiteY87" fmla="*/ 2081349 h 208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656114" h="2081349">
                <a:moveTo>
                  <a:pt x="2438400" y="635726"/>
                </a:moveTo>
                <a:cubicBezTo>
                  <a:pt x="2432594" y="603795"/>
                  <a:pt x="2427348" y="571757"/>
                  <a:pt x="2420983" y="539932"/>
                </a:cubicBezTo>
                <a:cubicBezTo>
                  <a:pt x="2418636" y="528195"/>
                  <a:pt x="2416989" y="516098"/>
                  <a:pt x="2412274" y="505097"/>
                </a:cubicBezTo>
                <a:cubicBezTo>
                  <a:pt x="2408151" y="495477"/>
                  <a:pt x="2399538" y="488333"/>
                  <a:pt x="2394857" y="478972"/>
                </a:cubicBezTo>
                <a:cubicBezTo>
                  <a:pt x="2365223" y="419705"/>
                  <a:pt x="2414039" y="490507"/>
                  <a:pt x="2368731" y="418012"/>
                </a:cubicBezTo>
                <a:cubicBezTo>
                  <a:pt x="2361039" y="405704"/>
                  <a:pt x="2351042" y="394988"/>
                  <a:pt x="2342606" y="383177"/>
                </a:cubicBezTo>
                <a:cubicBezTo>
                  <a:pt x="2313164" y="341959"/>
                  <a:pt x="2336976" y="369609"/>
                  <a:pt x="2299063" y="322217"/>
                </a:cubicBezTo>
                <a:cubicBezTo>
                  <a:pt x="2281749" y="300574"/>
                  <a:pt x="2214988" y="219220"/>
                  <a:pt x="2194560" y="209006"/>
                </a:cubicBezTo>
                <a:cubicBezTo>
                  <a:pt x="2173267" y="198360"/>
                  <a:pt x="2152063" y="189558"/>
                  <a:pt x="2133600" y="174172"/>
                </a:cubicBezTo>
                <a:cubicBezTo>
                  <a:pt x="2110734" y="155117"/>
                  <a:pt x="2108661" y="142579"/>
                  <a:pt x="2081348" y="130629"/>
                </a:cubicBezTo>
                <a:cubicBezTo>
                  <a:pt x="2044306" y="114423"/>
                  <a:pt x="2007362" y="96892"/>
                  <a:pt x="1968137" y="87086"/>
                </a:cubicBezTo>
                <a:lnTo>
                  <a:pt x="1898468" y="69669"/>
                </a:lnTo>
                <a:cubicBezTo>
                  <a:pt x="1889760" y="63863"/>
                  <a:pt x="1882368" y="55259"/>
                  <a:pt x="1872343" y="52252"/>
                </a:cubicBezTo>
                <a:cubicBezTo>
                  <a:pt x="1852682" y="46354"/>
                  <a:pt x="1831578" y="47215"/>
                  <a:pt x="1811383" y="43543"/>
                </a:cubicBezTo>
                <a:cubicBezTo>
                  <a:pt x="1799607" y="41402"/>
                  <a:pt x="1788160" y="37738"/>
                  <a:pt x="1776548" y="34835"/>
                </a:cubicBezTo>
                <a:cubicBezTo>
                  <a:pt x="1764937" y="29029"/>
                  <a:pt x="1754408" y="20137"/>
                  <a:pt x="1741714" y="17417"/>
                </a:cubicBezTo>
                <a:cubicBezTo>
                  <a:pt x="1713188" y="11304"/>
                  <a:pt x="1683546" y="12565"/>
                  <a:pt x="1654628" y="8709"/>
                </a:cubicBezTo>
                <a:cubicBezTo>
                  <a:pt x="1639956" y="6753"/>
                  <a:pt x="1625600" y="2903"/>
                  <a:pt x="1611086" y="0"/>
                </a:cubicBezTo>
                <a:cubicBezTo>
                  <a:pt x="1419497" y="2903"/>
                  <a:pt x="1227755" y="505"/>
                  <a:pt x="1036320" y="8709"/>
                </a:cubicBezTo>
                <a:cubicBezTo>
                  <a:pt x="1023350" y="9265"/>
                  <a:pt x="1014010" y="22710"/>
                  <a:pt x="1001486" y="26126"/>
                </a:cubicBezTo>
                <a:cubicBezTo>
                  <a:pt x="981683" y="31527"/>
                  <a:pt x="960846" y="31932"/>
                  <a:pt x="940526" y="34835"/>
                </a:cubicBezTo>
                <a:cubicBezTo>
                  <a:pt x="877885" y="55714"/>
                  <a:pt x="956111" y="30382"/>
                  <a:pt x="879566" y="52252"/>
                </a:cubicBezTo>
                <a:cubicBezTo>
                  <a:pt x="829733" y="66490"/>
                  <a:pt x="864946" y="64052"/>
                  <a:pt x="783771" y="78377"/>
                </a:cubicBezTo>
                <a:cubicBezTo>
                  <a:pt x="668596" y="98702"/>
                  <a:pt x="744253" y="76271"/>
                  <a:pt x="653143" y="95795"/>
                </a:cubicBezTo>
                <a:cubicBezTo>
                  <a:pt x="523830" y="123505"/>
                  <a:pt x="643342" y="105729"/>
                  <a:pt x="513806" y="121920"/>
                </a:cubicBezTo>
                <a:cubicBezTo>
                  <a:pt x="490583" y="127726"/>
                  <a:pt x="466846" y="131767"/>
                  <a:pt x="444137" y="139337"/>
                </a:cubicBezTo>
                <a:lnTo>
                  <a:pt x="391886" y="156755"/>
                </a:lnTo>
                <a:cubicBezTo>
                  <a:pt x="380274" y="165463"/>
                  <a:pt x="368862" y="174444"/>
                  <a:pt x="357051" y="182880"/>
                </a:cubicBezTo>
                <a:cubicBezTo>
                  <a:pt x="348534" y="188963"/>
                  <a:pt x="338803" y="193405"/>
                  <a:pt x="330926" y="200297"/>
                </a:cubicBezTo>
                <a:cubicBezTo>
                  <a:pt x="315478" y="213814"/>
                  <a:pt x="301897" y="229326"/>
                  <a:pt x="287383" y="243840"/>
                </a:cubicBezTo>
                <a:cubicBezTo>
                  <a:pt x="278674" y="252549"/>
                  <a:pt x="271504" y="263134"/>
                  <a:pt x="261257" y="269966"/>
                </a:cubicBezTo>
                <a:cubicBezTo>
                  <a:pt x="237385" y="285881"/>
                  <a:pt x="209997" y="299206"/>
                  <a:pt x="191588" y="322217"/>
                </a:cubicBezTo>
                <a:cubicBezTo>
                  <a:pt x="185050" y="330390"/>
                  <a:pt x="181572" y="340942"/>
                  <a:pt x="174171" y="348343"/>
                </a:cubicBezTo>
                <a:cubicBezTo>
                  <a:pt x="93531" y="428985"/>
                  <a:pt x="207538" y="292000"/>
                  <a:pt x="121920" y="391886"/>
                </a:cubicBezTo>
                <a:cubicBezTo>
                  <a:pt x="97518" y="420355"/>
                  <a:pt x="98073" y="425271"/>
                  <a:pt x="78377" y="452846"/>
                </a:cubicBezTo>
                <a:cubicBezTo>
                  <a:pt x="24367" y="528459"/>
                  <a:pt x="75881" y="452235"/>
                  <a:pt x="34834" y="513806"/>
                </a:cubicBezTo>
                <a:cubicBezTo>
                  <a:pt x="7625" y="622648"/>
                  <a:pt x="42393" y="487353"/>
                  <a:pt x="17417" y="574766"/>
                </a:cubicBezTo>
                <a:cubicBezTo>
                  <a:pt x="-4462" y="651337"/>
                  <a:pt x="20886" y="573064"/>
                  <a:pt x="0" y="635726"/>
                </a:cubicBezTo>
                <a:cubicBezTo>
                  <a:pt x="2903" y="699589"/>
                  <a:pt x="4720" y="763511"/>
                  <a:pt x="8708" y="827315"/>
                </a:cubicBezTo>
                <a:cubicBezTo>
                  <a:pt x="10528" y="856431"/>
                  <a:pt x="10857" y="885974"/>
                  <a:pt x="17417" y="914400"/>
                </a:cubicBezTo>
                <a:cubicBezTo>
                  <a:pt x="19771" y="924598"/>
                  <a:pt x="29028" y="931817"/>
                  <a:pt x="34834" y="940526"/>
                </a:cubicBezTo>
                <a:cubicBezTo>
                  <a:pt x="37502" y="951200"/>
                  <a:pt x="51190" y="1013524"/>
                  <a:pt x="60960" y="1036320"/>
                </a:cubicBezTo>
                <a:cubicBezTo>
                  <a:pt x="66074" y="1048252"/>
                  <a:pt x="73263" y="1059223"/>
                  <a:pt x="78377" y="1071155"/>
                </a:cubicBezTo>
                <a:cubicBezTo>
                  <a:pt x="81993" y="1079592"/>
                  <a:pt x="84564" y="1088454"/>
                  <a:pt x="87086" y="1097280"/>
                </a:cubicBezTo>
                <a:cubicBezTo>
                  <a:pt x="90374" y="1108788"/>
                  <a:pt x="91079" y="1121114"/>
                  <a:pt x="95794" y="1132115"/>
                </a:cubicBezTo>
                <a:cubicBezTo>
                  <a:pt x="99917" y="1141735"/>
                  <a:pt x="107405" y="1149532"/>
                  <a:pt x="113211" y="1158240"/>
                </a:cubicBezTo>
                <a:cubicBezTo>
                  <a:pt x="119017" y="1175657"/>
                  <a:pt x="122417" y="1194071"/>
                  <a:pt x="130628" y="1210492"/>
                </a:cubicBezTo>
                <a:cubicBezTo>
                  <a:pt x="134300" y="1217836"/>
                  <a:pt x="144374" y="1220565"/>
                  <a:pt x="148046" y="1227909"/>
                </a:cubicBezTo>
                <a:cubicBezTo>
                  <a:pt x="156257" y="1244330"/>
                  <a:pt x="155279" y="1264884"/>
                  <a:pt x="165463" y="1280160"/>
                </a:cubicBezTo>
                <a:lnTo>
                  <a:pt x="200297" y="1332412"/>
                </a:lnTo>
                <a:cubicBezTo>
                  <a:pt x="216934" y="1398957"/>
                  <a:pt x="195130" y="1337132"/>
                  <a:pt x="243840" y="1402080"/>
                </a:cubicBezTo>
                <a:cubicBezTo>
                  <a:pt x="251629" y="1412466"/>
                  <a:pt x="254376" y="1425906"/>
                  <a:pt x="261257" y="1436915"/>
                </a:cubicBezTo>
                <a:cubicBezTo>
                  <a:pt x="268950" y="1449223"/>
                  <a:pt x="278674" y="1460138"/>
                  <a:pt x="287383" y="1471749"/>
                </a:cubicBezTo>
                <a:cubicBezTo>
                  <a:pt x="290286" y="1480458"/>
                  <a:pt x="291986" y="1489664"/>
                  <a:pt x="296091" y="1497875"/>
                </a:cubicBezTo>
                <a:cubicBezTo>
                  <a:pt x="301035" y="1507763"/>
                  <a:pt x="335692" y="1554893"/>
                  <a:pt x="339634" y="1558835"/>
                </a:cubicBezTo>
                <a:cubicBezTo>
                  <a:pt x="347035" y="1566236"/>
                  <a:pt x="357719" y="1569552"/>
                  <a:pt x="365760" y="1576252"/>
                </a:cubicBezTo>
                <a:cubicBezTo>
                  <a:pt x="375221" y="1584136"/>
                  <a:pt x="382354" y="1594578"/>
                  <a:pt x="391886" y="1602377"/>
                </a:cubicBezTo>
                <a:cubicBezTo>
                  <a:pt x="431553" y="1634832"/>
                  <a:pt x="498161" y="1685553"/>
                  <a:pt x="548640" y="1698172"/>
                </a:cubicBezTo>
                <a:lnTo>
                  <a:pt x="583474" y="1706880"/>
                </a:lnTo>
                <a:cubicBezTo>
                  <a:pt x="595085" y="1712686"/>
                  <a:pt x="606376" y="1719183"/>
                  <a:pt x="618308" y="1724297"/>
                </a:cubicBezTo>
                <a:cubicBezTo>
                  <a:pt x="626746" y="1727913"/>
                  <a:pt x="636045" y="1729278"/>
                  <a:pt x="644434" y="1733006"/>
                </a:cubicBezTo>
                <a:cubicBezTo>
                  <a:pt x="662229" y="1740915"/>
                  <a:pt x="678074" y="1753405"/>
                  <a:pt x="696686" y="1759132"/>
                </a:cubicBezTo>
                <a:cubicBezTo>
                  <a:pt x="716305" y="1765168"/>
                  <a:pt x="737326" y="1764937"/>
                  <a:pt x="757646" y="1767840"/>
                </a:cubicBezTo>
                <a:cubicBezTo>
                  <a:pt x="900689" y="1829145"/>
                  <a:pt x="732547" y="1763743"/>
                  <a:pt x="888274" y="1802675"/>
                </a:cubicBezTo>
                <a:cubicBezTo>
                  <a:pt x="900868" y="1805824"/>
                  <a:pt x="910584" y="1816676"/>
                  <a:pt x="923108" y="1820092"/>
                </a:cubicBezTo>
                <a:cubicBezTo>
                  <a:pt x="942911" y="1825493"/>
                  <a:pt x="963748" y="1825897"/>
                  <a:pt x="984068" y="1828800"/>
                </a:cubicBezTo>
                <a:cubicBezTo>
                  <a:pt x="1010194" y="1837509"/>
                  <a:pt x="1035966" y="1847360"/>
                  <a:pt x="1062446" y="1854926"/>
                </a:cubicBezTo>
                <a:cubicBezTo>
                  <a:pt x="1076678" y="1858992"/>
                  <a:pt x="1091628" y="1860045"/>
                  <a:pt x="1105988" y="1863635"/>
                </a:cubicBezTo>
                <a:cubicBezTo>
                  <a:pt x="1114894" y="1865861"/>
                  <a:pt x="1123208" y="1870117"/>
                  <a:pt x="1132114" y="1872343"/>
                </a:cubicBezTo>
                <a:cubicBezTo>
                  <a:pt x="1146474" y="1875933"/>
                  <a:pt x="1161297" y="1877462"/>
                  <a:pt x="1175657" y="1881052"/>
                </a:cubicBezTo>
                <a:cubicBezTo>
                  <a:pt x="1184563" y="1883278"/>
                  <a:pt x="1192877" y="1887534"/>
                  <a:pt x="1201783" y="1889760"/>
                </a:cubicBezTo>
                <a:cubicBezTo>
                  <a:pt x="1216143" y="1893350"/>
                  <a:pt x="1231046" y="1894574"/>
                  <a:pt x="1245326" y="1898469"/>
                </a:cubicBezTo>
                <a:cubicBezTo>
                  <a:pt x="1263038" y="1903300"/>
                  <a:pt x="1279625" y="1912039"/>
                  <a:pt x="1297577" y="1915886"/>
                </a:cubicBezTo>
                <a:cubicBezTo>
                  <a:pt x="1320461" y="1920790"/>
                  <a:pt x="1344114" y="1921036"/>
                  <a:pt x="1367246" y="1924595"/>
                </a:cubicBezTo>
                <a:cubicBezTo>
                  <a:pt x="1381875" y="1926846"/>
                  <a:pt x="1396188" y="1930870"/>
                  <a:pt x="1410788" y="1933303"/>
                </a:cubicBezTo>
                <a:cubicBezTo>
                  <a:pt x="1431035" y="1936678"/>
                  <a:pt x="1451620" y="1937986"/>
                  <a:pt x="1471748" y="1942012"/>
                </a:cubicBezTo>
                <a:cubicBezTo>
                  <a:pt x="1495221" y="1946707"/>
                  <a:pt x="1518708" y="1951860"/>
                  <a:pt x="1541417" y="1959429"/>
                </a:cubicBezTo>
                <a:cubicBezTo>
                  <a:pt x="1550126" y="1962332"/>
                  <a:pt x="1558511" y="1966495"/>
                  <a:pt x="1567543" y="1968137"/>
                </a:cubicBezTo>
                <a:cubicBezTo>
                  <a:pt x="1590569" y="1972324"/>
                  <a:pt x="1614013" y="1973753"/>
                  <a:pt x="1637211" y="1976846"/>
                </a:cubicBezTo>
                <a:cubicBezTo>
                  <a:pt x="1752709" y="1992247"/>
                  <a:pt x="1641280" y="1979866"/>
                  <a:pt x="1785257" y="1994263"/>
                </a:cubicBezTo>
                <a:cubicBezTo>
                  <a:pt x="1831945" y="2009826"/>
                  <a:pt x="1791868" y="1997667"/>
                  <a:pt x="1854926" y="2011680"/>
                </a:cubicBezTo>
                <a:cubicBezTo>
                  <a:pt x="1866610" y="2014276"/>
                  <a:pt x="1877833" y="2019395"/>
                  <a:pt x="1889760" y="2020389"/>
                </a:cubicBezTo>
                <a:cubicBezTo>
                  <a:pt x="1947689" y="2025216"/>
                  <a:pt x="2005874" y="2026194"/>
                  <a:pt x="2063931" y="2029097"/>
                </a:cubicBezTo>
                <a:cubicBezTo>
                  <a:pt x="2201919" y="2063595"/>
                  <a:pt x="2048191" y="2027811"/>
                  <a:pt x="2403566" y="2046515"/>
                </a:cubicBezTo>
                <a:cubicBezTo>
                  <a:pt x="2412733" y="2046997"/>
                  <a:pt x="2420786" y="2052997"/>
                  <a:pt x="2429691" y="2055223"/>
                </a:cubicBezTo>
                <a:cubicBezTo>
                  <a:pt x="2444051" y="2058813"/>
                  <a:pt x="2458954" y="2060037"/>
                  <a:pt x="2473234" y="2063932"/>
                </a:cubicBezTo>
                <a:cubicBezTo>
                  <a:pt x="2490947" y="2068763"/>
                  <a:pt x="2507127" y="2081349"/>
                  <a:pt x="2525486" y="2081349"/>
                </a:cubicBezTo>
                <a:lnTo>
                  <a:pt x="2656114" y="208134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手繪多邊形 60"/>
          <p:cNvSpPr/>
          <p:nvPr/>
        </p:nvSpPr>
        <p:spPr>
          <a:xfrm>
            <a:off x="4197134" y="5120640"/>
            <a:ext cx="279072" cy="279113"/>
          </a:xfrm>
          <a:custGeom>
            <a:avLst/>
            <a:gdLst>
              <a:gd name="connsiteX0" fmla="*/ 104900 w 279072"/>
              <a:gd name="connsiteY0" fmla="*/ 269966 h 279113"/>
              <a:gd name="connsiteX1" fmla="*/ 26523 w 279072"/>
              <a:gd name="connsiteY1" fmla="*/ 200297 h 279113"/>
              <a:gd name="connsiteX2" fmla="*/ 9106 w 279072"/>
              <a:gd name="connsiteY2" fmla="*/ 174171 h 279113"/>
              <a:gd name="connsiteX3" fmla="*/ 9106 w 279072"/>
              <a:gd name="connsiteY3" fmla="*/ 87086 h 279113"/>
              <a:gd name="connsiteX4" fmla="*/ 17815 w 279072"/>
              <a:gd name="connsiteY4" fmla="*/ 60960 h 279113"/>
              <a:gd name="connsiteX5" fmla="*/ 43940 w 279072"/>
              <a:gd name="connsiteY5" fmla="*/ 43543 h 279113"/>
              <a:gd name="connsiteX6" fmla="*/ 78775 w 279072"/>
              <a:gd name="connsiteY6" fmla="*/ 17417 h 279113"/>
              <a:gd name="connsiteX7" fmla="*/ 131026 w 279072"/>
              <a:gd name="connsiteY7" fmla="*/ 0 h 279113"/>
              <a:gd name="connsiteX8" fmla="*/ 200695 w 279072"/>
              <a:gd name="connsiteY8" fmla="*/ 8709 h 279113"/>
              <a:gd name="connsiteX9" fmla="*/ 226820 w 279072"/>
              <a:gd name="connsiteY9" fmla="*/ 17417 h 279113"/>
              <a:gd name="connsiteX10" fmla="*/ 244237 w 279072"/>
              <a:gd name="connsiteY10" fmla="*/ 43543 h 279113"/>
              <a:gd name="connsiteX11" fmla="*/ 261655 w 279072"/>
              <a:gd name="connsiteY11" fmla="*/ 78377 h 279113"/>
              <a:gd name="connsiteX12" fmla="*/ 279072 w 279072"/>
              <a:gd name="connsiteY12" fmla="*/ 139337 h 279113"/>
              <a:gd name="connsiteX13" fmla="*/ 270363 w 279072"/>
              <a:gd name="connsiteY13" fmla="*/ 261257 h 279113"/>
              <a:gd name="connsiteX14" fmla="*/ 244237 w 279072"/>
              <a:gd name="connsiteY14" fmla="*/ 278674 h 279113"/>
              <a:gd name="connsiteX15" fmla="*/ 113609 w 279072"/>
              <a:gd name="connsiteY15" fmla="*/ 269966 h 279113"/>
              <a:gd name="connsiteX16" fmla="*/ 87483 w 279072"/>
              <a:gd name="connsiteY16" fmla="*/ 261257 h 279113"/>
              <a:gd name="connsiteX17" fmla="*/ 52649 w 279072"/>
              <a:gd name="connsiteY17" fmla="*/ 209006 h 279113"/>
              <a:gd name="connsiteX18" fmla="*/ 17815 w 279072"/>
              <a:gd name="connsiteY18" fmla="*/ 165463 h 27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9072" h="279113">
                <a:moveTo>
                  <a:pt x="104900" y="269966"/>
                </a:moveTo>
                <a:cubicBezTo>
                  <a:pt x="41921" y="244775"/>
                  <a:pt x="70028" y="265556"/>
                  <a:pt x="26523" y="200297"/>
                </a:cubicBezTo>
                <a:lnTo>
                  <a:pt x="9106" y="174171"/>
                </a:lnTo>
                <a:cubicBezTo>
                  <a:pt x="-2609" y="127315"/>
                  <a:pt x="-3455" y="143607"/>
                  <a:pt x="9106" y="87086"/>
                </a:cubicBezTo>
                <a:cubicBezTo>
                  <a:pt x="11097" y="78125"/>
                  <a:pt x="12080" y="68128"/>
                  <a:pt x="17815" y="60960"/>
                </a:cubicBezTo>
                <a:cubicBezTo>
                  <a:pt x="24353" y="52787"/>
                  <a:pt x="35423" y="49626"/>
                  <a:pt x="43940" y="43543"/>
                </a:cubicBezTo>
                <a:cubicBezTo>
                  <a:pt x="55751" y="35107"/>
                  <a:pt x="65793" y="23908"/>
                  <a:pt x="78775" y="17417"/>
                </a:cubicBezTo>
                <a:cubicBezTo>
                  <a:pt x="95196" y="9207"/>
                  <a:pt x="131026" y="0"/>
                  <a:pt x="131026" y="0"/>
                </a:cubicBezTo>
                <a:cubicBezTo>
                  <a:pt x="154249" y="2903"/>
                  <a:pt x="177669" y="4522"/>
                  <a:pt x="200695" y="8709"/>
                </a:cubicBezTo>
                <a:cubicBezTo>
                  <a:pt x="209726" y="10351"/>
                  <a:pt x="219652" y="11683"/>
                  <a:pt x="226820" y="17417"/>
                </a:cubicBezTo>
                <a:cubicBezTo>
                  <a:pt x="234993" y="23955"/>
                  <a:pt x="239044" y="34456"/>
                  <a:pt x="244237" y="43543"/>
                </a:cubicBezTo>
                <a:cubicBezTo>
                  <a:pt x="250678" y="54814"/>
                  <a:pt x="256541" y="66445"/>
                  <a:pt x="261655" y="78377"/>
                </a:cubicBezTo>
                <a:cubicBezTo>
                  <a:pt x="269148" y="95861"/>
                  <a:pt x="274655" y="121670"/>
                  <a:pt x="279072" y="139337"/>
                </a:cubicBezTo>
                <a:cubicBezTo>
                  <a:pt x="276169" y="179977"/>
                  <a:pt x="280245" y="221730"/>
                  <a:pt x="270363" y="261257"/>
                </a:cubicBezTo>
                <a:cubicBezTo>
                  <a:pt x="267824" y="271411"/>
                  <a:pt x="254687" y="278093"/>
                  <a:pt x="244237" y="278674"/>
                </a:cubicBezTo>
                <a:cubicBezTo>
                  <a:pt x="200665" y="281095"/>
                  <a:pt x="157152" y="272869"/>
                  <a:pt x="113609" y="269966"/>
                </a:cubicBezTo>
                <a:cubicBezTo>
                  <a:pt x="104900" y="267063"/>
                  <a:pt x="95121" y="266349"/>
                  <a:pt x="87483" y="261257"/>
                </a:cubicBezTo>
                <a:cubicBezTo>
                  <a:pt x="50338" y="236493"/>
                  <a:pt x="68627" y="240962"/>
                  <a:pt x="52649" y="209006"/>
                </a:cubicBezTo>
                <a:cubicBezTo>
                  <a:pt x="41663" y="187034"/>
                  <a:pt x="34015" y="181663"/>
                  <a:pt x="17815" y="165463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手繪多邊形 69"/>
          <p:cNvSpPr/>
          <p:nvPr/>
        </p:nvSpPr>
        <p:spPr>
          <a:xfrm>
            <a:off x="4580709" y="5251269"/>
            <a:ext cx="400594" cy="17417"/>
          </a:xfrm>
          <a:custGeom>
            <a:avLst/>
            <a:gdLst>
              <a:gd name="connsiteX0" fmla="*/ 0 w 400594"/>
              <a:gd name="connsiteY0" fmla="*/ 0 h 17417"/>
              <a:gd name="connsiteX1" fmla="*/ 52251 w 400594"/>
              <a:gd name="connsiteY1" fmla="*/ 17417 h 17417"/>
              <a:gd name="connsiteX2" fmla="*/ 400594 w 400594"/>
              <a:gd name="connsiteY2" fmla="*/ 0 h 1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594" h="17417">
                <a:moveTo>
                  <a:pt x="0" y="0"/>
                </a:moveTo>
                <a:cubicBezTo>
                  <a:pt x="17417" y="5806"/>
                  <a:pt x="33892" y="17417"/>
                  <a:pt x="52251" y="17417"/>
                </a:cubicBezTo>
                <a:cubicBezTo>
                  <a:pt x="168510" y="17417"/>
                  <a:pt x="284335" y="0"/>
                  <a:pt x="40059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手繪多邊形 72"/>
          <p:cNvSpPr/>
          <p:nvPr/>
        </p:nvSpPr>
        <p:spPr>
          <a:xfrm>
            <a:off x="4798423" y="4528457"/>
            <a:ext cx="2746649" cy="2074641"/>
          </a:xfrm>
          <a:custGeom>
            <a:avLst/>
            <a:gdLst>
              <a:gd name="connsiteX0" fmla="*/ 357051 w 2746649"/>
              <a:gd name="connsiteY0" fmla="*/ 557349 h 2074641"/>
              <a:gd name="connsiteX1" fmla="*/ 374468 w 2746649"/>
              <a:gd name="connsiteY1" fmla="*/ 435429 h 2074641"/>
              <a:gd name="connsiteX2" fmla="*/ 391886 w 2746649"/>
              <a:gd name="connsiteY2" fmla="*/ 400594 h 2074641"/>
              <a:gd name="connsiteX3" fmla="*/ 409303 w 2746649"/>
              <a:gd name="connsiteY3" fmla="*/ 322217 h 2074641"/>
              <a:gd name="connsiteX4" fmla="*/ 435428 w 2746649"/>
              <a:gd name="connsiteY4" fmla="*/ 278674 h 2074641"/>
              <a:gd name="connsiteX5" fmla="*/ 452846 w 2746649"/>
              <a:gd name="connsiteY5" fmla="*/ 243840 h 2074641"/>
              <a:gd name="connsiteX6" fmla="*/ 557348 w 2746649"/>
              <a:gd name="connsiteY6" fmla="*/ 156754 h 2074641"/>
              <a:gd name="connsiteX7" fmla="*/ 644434 w 2746649"/>
              <a:gd name="connsiteY7" fmla="*/ 95794 h 2074641"/>
              <a:gd name="connsiteX8" fmla="*/ 670560 w 2746649"/>
              <a:gd name="connsiteY8" fmla="*/ 87086 h 2074641"/>
              <a:gd name="connsiteX9" fmla="*/ 714103 w 2746649"/>
              <a:gd name="connsiteY9" fmla="*/ 69669 h 2074641"/>
              <a:gd name="connsiteX10" fmla="*/ 757646 w 2746649"/>
              <a:gd name="connsiteY10" fmla="*/ 60960 h 2074641"/>
              <a:gd name="connsiteX11" fmla="*/ 836023 w 2746649"/>
              <a:gd name="connsiteY11" fmla="*/ 34834 h 2074641"/>
              <a:gd name="connsiteX12" fmla="*/ 992777 w 2746649"/>
              <a:gd name="connsiteY12" fmla="*/ 0 h 2074641"/>
              <a:gd name="connsiteX13" fmla="*/ 1976846 w 2746649"/>
              <a:gd name="connsiteY13" fmla="*/ 8709 h 2074641"/>
              <a:gd name="connsiteX14" fmla="*/ 2063931 w 2746649"/>
              <a:gd name="connsiteY14" fmla="*/ 43543 h 2074641"/>
              <a:gd name="connsiteX15" fmla="*/ 2124891 w 2746649"/>
              <a:gd name="connsiteY15" fmla="*/ 52252 h 2074641"/>
              <a:gd name="connsiteX16" fmla="*/ 2203268 w 2746649"/>
              <a:gd name="connsiteY16" fmla="*/ 87086 h 2074641"/>
              <a:gd name="connsiteX17" fmla="*/ 2229394 w 2746649"/>
              <a:gd name="connsiteY17" fmla="*/ 104503 h 2074641"/>
              <a:gd name="connsiteX18" fmla="*/ 2290354 w 2746649"/>
              <a:gd name="connsiteY18" fmla="*/ 121920 h 2074641"/>
              <a:gd name="connsiteX19" fmla="*/ 2316480 w 2746649"/>
              <a:gd name="connsiteY19" fmla="*/ 139337 h 2074641"/>
              <a:gd name="connsiteX20" fmla="*/ 2351314 w 2746649"/>
              <a:gd name="connsiteY20" fmla="*/ 156754 h 2074641"/>
              <a:gd name="connsiteX21" fmla="*/ 2368731 w 2746649"/>
              <a:gd name="connsiteY21" fmla="*/ 174172 h 2074641"/>
              <a:gd name="connsiteX22" fmla="*/ 2394857 w 2746649"/>
              <a:gd name="connsiteY22" fmla="*/ 191589 h 2074641"/>
              <a:gd name="connsiteX23" fmla="*/ 2429691 w 2746649"/>
              <a:gd name="connsiteY23" fmla="*/ 226423 h 2074641"/>
              <a:gd name="connsiteX24" fmla="*/ 2455817 w 2746649"/>
              <a:gd name="connsiteY24" fmla="*/ 243840 h 2074641"/>
              <a:gd name="connsiteX25" fmla="*/ 2481943 w 2746649"/>
              <a:gd name="connsiteY25" fmla="*/ 278674 h 2074641"/>
              <a:gd name="connsiteX26" fmla="*/ 2508068 w 2746649"/>
              <a:gd name="connsiteY26" fmla="*/ 296092 h 2074641"/>
              <a:gd name="connsiteX27" fmla="*/ 2534194 w 2746649"/>
              <a:gd name="connsiteY27" fmla="*/ 322217 h 2074641"/>
              <a:gd name="connsiteX28" fmla="*/ 2560320 w 2746649"/>
              <a:gd name="connsiteY28" fmla="*/ 330926 h 2074641"/>
              <a:gd name="connsiteX29" fmla="*/ 2612571 w 2746649"/>
              <a:gd name="connsiteY29" fmla="*/ 365760 h 2074641"/>
              <a:gd name="connsiteX30" fmla="*/ 2638697 w 2746649"/>
              <a:gd name="connsiteY30" fmla="*/ 383177 h 2074641"/>
              <a:gd name="connsiteX31" fmla="*/ 2673531 w 2746649"/>
              <a:gd name="connsiteY31" fmla="*/ 435429 h 2074641"/>
              <a:gd name="connsiteX32" fmla="*/ 2708366 w 2746649"/>
              <a:gd name="connsiteY32" fmla="*/ 505097 h 2074641"/>
              <a:gd name="connsiteX33" fmla="*/ 2725783 w 2746649"/>
              <a:gd name="connsiteY33" fmla="*/ 557349 h 2074641"/>
              <a:gd name="connsiteX34" fmla="*/ 2734491 w 2746649"/>
              <a:gd name="connsiteY34" fmla="*/ 583474 h 2074641"/>
              <a:gd name="connsiteX35" fmla="*/ 2734491 w 2746649"/>
              <a:gd name="connsiteY35" fmla="*/ 992777 h 2074641"/>
              <a:gd name="connsiteX36" fmla="*/ 2699657 w 2746649"/>
              <a:gd name="connsiteY36" fmla="*/ 1088572 h 2074641"/>
              <a:gd name="connsiteX37" fmla="*/ 2690948 w 2746649"/>
              <a:gd name="connsiteY37" fmla="*/ 1123406 h 2074641"/>
              <a:gd name="connsiteX38" fmla="*/ 2664823 w 2746649"/>
              <a:gd name="connsiteY38" fmla="*/ 1175657 h 2074641"/>
              <a:gd name="connsiteX39" fmla="*/ 2656114 w 2746649"/>
              <a:gd name="connsiteY39" fmla="*/ 1201783 h 2074641"/>
              <a:gd name="connsiteX40" fmla="*/ 2647406 w 2746649"/>
              <a:gd name="connsiteY40" fmla="*/ 1254034 h 2074641"/>
              <a:gd name="connsiteX41" fmla="*/ 2629988 w 2746649"/>
              <a:gd name="connsiteY41" fmla="*/ 1280160 h 2074641"/>
              <a:gd name="connsiteX42" fmla="*/ 2621280 w 2746649"/>
              <a:gd name="connsiteY42" fmla="*/ 1306286 h 2074641"/>
              <a:gd name="connsiteX43" fmla="*/ 2516777 w 2746649"/>
              <a:gd name="connsiteY43" fmla="*/ 1419497 h 2074641"/>
              <a:gd name="connsiteX44" fmla="*/ 2438400 w 2746649"/>
              <a:gd name="connsiteY44" fmla="*/ 1480457 h 2074641"/>
              <a:gd name="connsiteX45" fmla="*/ 2412274 w 2746649"/>
              <a:gd name="connsiteY45" fmla="*/ 1497874 h 2074641"/>
              <a:gd name="connsiteX46" fmla="*/ 2368731 w 2746649"/>
              <a:gd name="connsiteY46" fmla="*/ 1515292 h 2074641"/>
              <a:gd name="connsiteX47" fmla="*/ 2299063 w 2746649"/>
              <a:gd name="connsiteY47" fmla="*/ 1541417 h 2074641"/>
              <a:gd name="connsiteX48" fmla="*/ 2272937 w 2746649"/>
              <a:gd name="connsiteY48" fmla="*/ 1558834 h 2074641"/>
              <a:gd name="connsiteX49" fmla="*/ 2246811 w 2746649"/>
              <a:gd name="connsiteY49" fmla="*/ 1567543 h 2074641"/>
              <a:gd name="connsiteX50" fmla="*/ 2177143 w 2746649"/>
              <a:gd name="connsiteY50" fmla="*/ 1584960 h 2074641"/>
              <a:gd name="connsiteX51" fmla="*/ 2142308 w 2746649"/>
              <a:gd name="connsiteY51" fmla="*/ 1593669 h 2074641"/>
              <a:gd name="connsiteX52" fmla="*/ 2090057 w 2746649"/>
              <a:gd name="connsiteY52" fmla="*/ 1619794 h 2074641"/>
              <a:gd name="connsiteX53" fmla="*/ 2055223 w 2746649"/>
              <a:gd name="connsiteY53" fmla="*/ 1628503 h 2074641"/>
              <a:gd name="connsiteX54" fmla="*/ 2029097 w 2746649"/>
              <a:gd name="connsiteY54" fmla="*/ 1637212 h 2074641"/>
              <a:gd name="connsiteX55" fmla="*/ 1985554 w 2746649"/>
              <a:gd name="connsiteY55" fmla="*/ 1654629 h 2074641"/>
              <a:gd name="connsiteX56" fmla="*/ 1915886 w 2746649"/>
              <a:gd name="connsiteY56" fmla="*/ 1663337 h 2074641"/>
              <a:gd name="connsiteX57" fmla="*/ 1846217 w 2746649"/>
              <a:gd name="connsiteY57" fmla="*/ 1680754 h 2074641"/>
              <a:gd name="connsiteX58" fmla="*/ 1820091 w 2746649"/>
              <a:gd name="connsiteY58" fmla="*/ 1689463 h 2074641"/>
              <a:gd name="connsiteX59" fmla="*/ 1680754 w 2746649"/>
              <a:gd name="connsiteY59" fmla="*/ 1698172 h 2074641"/>
              <a:gd name="connsiteX60" fmla="*/ 1532708 w 2746649"/>
              <a:gd name="connsiteY60" fmla="*/ 1724297 h 2074641"/>
              <a:gd name="connsiteX61" fmla="*/ 1480457 w 2746649"/>
              <a:gd name="connsiteY61" fmla="*/ 1733006 h 2074641"/>
              <a:gd name="connsiteX62" fmla="*/ 1332411 w 2746649"/>
              <a:gd name="connsiteY62" fmla="*/ 1741714 h 2074641"/>
              <a:gd name="connsiteX63" fmla="*/ 1297577 w 2746649"/>
              <a:gd name="connsiteY63" fmla="*/ 1750423 h 2074641"/>
              <a:gd name="connsiteX64" fmla="*/ 1140823 w 2746649"/>
              <a:gd name="connsiteY64" fmla="*/ 1776549 h 2074641"/>
              <a:gd name="connsiteX65" fmla="*/ 1071154 w 2746649"/>
              <a:gd name="connsiteY65" fmla="*/ 1793966 h 2074641"/>
              <a:gd name="connsiteX66" fmla="*/ 992777 w 2746649"/>
              <a:gd name="connsiteY66" fmla="*/ 1811383 h 2074641"/>
              <a:gd name="connsiteX67" fmla="*/ 957943 w 2746649"/>
              <a:gd name="connsiteY67" fmla="*/ 1820092 h 2074641"/>
              <a:gd name="connsiteX68" fmla="*/ 905691 w 2746649"/>
              <a:gd name="connsiteY68" fmla="*/ 1828800 h 2074641"/>
              <a:gd name="connsiteX69" fmla="*/ 879566 w 2746649"/>
              <a:gd name="connsiteY69" fmla="*/ 1846217 h 2074641"/>
              <a:gd name="connsiteX70" fmla="*/ 827314 w 2746649"/>
              <a:gd name="connsiteY70" fmla="*/ 1854926 h 2074641"/>
              <a:gd name="connsiteX71" fmla="*/ 801188 w 2746649"/>
              <a:gd name="connsiteY71" fmla="*/ 1863634 h 2074641"/>
              <a:gd name="connsiteX72" fmla="*/ 766354 w 2746649"/>
              <a:gd name="connsiteY72" fmla="*/ 1872343 h 2074641"/>
              <a:gd name="connsiteX73" fmla="*/ 722811 w 2746649"/>
              <a:gd name="connsiteY73" fmla="*/ 1889760 h 2074641"/>
              <a:gd name="connsiteX74" fmla="*/ 679268 w 2746649"/>
              <a:gd name="connsiteY74" fmla="*/ 1915886 h 2074641"/>
              <a:gd name="connsiteX75" fmla="*/ 635726 w 2746649"/>
              <a:gd name="connsiteY75" fmla="*/ 1924594 h 2074641"/>
              <a:gd name="connsiteX76" fmla="*/ 574766 w 2746649"/>
              <a:gd name="connsiteY76" fmla="*/ 1950720 h 2074641"/>
              <a:gd name="connsiteX77" fmla="*/ 557348 w 2746649"/>
              <a:gd name="connsiteY77" fmla="*/ 1968137 h 2074641"/>
              <a:gd name="connsiteX78" fmla="*/ 496388 w 2746649"/>
              <a:gd name="connsiteY78" fmla="*/ 1985554 h 2074641"/>
              <a:gd name="connsiteX79" fmla="*/ 470263 w 2746649"/>
              <a:gd name="connsiteY79" fmla="*/ 2002972 h 2074641"/>
              <a:gd name="connsiteX80" fmla="*/ 435428 w 2746649"/>
              <a:gd name="connsiteY80" fmla="*/ 2011680 h 2074641"/>
              <a:gd name="connsiteX81" fmla="*/ 365760 w 2746649"/>
              <a:gd name="connsiteY81" fmla="*/ 2029097 h 2074641"/>
              <a:gd name="connsiteX82" fmla="*/ 235131 w 2746649"/>
              <a:gd name="connsiteY82" fmla="*/ 2055223 h 2074641"/>
              <a:gd name="connsiteX83" fmla="*/ 182880 w 2746649"/>
              <a:gd name="connsiteY83" fmla="*/ 2072640 h 2074641"/>
              <a:gd name="connsiteX84" fmla="*/ 0 w 2746649"/>
              <a:gd name="connsiteY84" fmla="*/ 2072640 h 2074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746649" h="2074641">
                <a:moveTo>
                  <a:pt x="357051" y="557349"/>
                </a:moveTo>
                <a:cubicBezTo>
                  <a:pt x="359954" y="528316"/>
                  <a:pt x="361555" y="469863"/>
                  <a:pt x="374468" y="435429"/>
                </a:cubicBezTo>
                <a:cubicBezTo>
                  <a:pt x="379026" y="423273"/>
                  <a:pt x="386080" y="412206"/>
                  <a:pt x="391886" y="400594"/>
                </a:cubicBezTo>
                <a:cubicBezTo>
                  <a:pt x="395232" y="380520"/>
                  <a:pt x="398583" y="343658"/>
                  <a:pt x="409303" y="322217"/>
                </a:cubicBezTo>
                <a:cubicBezTo>
                  <a:pt x="416873" y="307078"/>
                  <a:pt x="427208" y="293470"/>
                  <a:pt x="435428" y="278674"/>
                </a:cubicBezTo>
                <a:cubicBezTo>
                  <a:pt x="441733" y="267326"/>
                  <a:pt x="444535" y="253813"/>
                  <a:pt x="452846" y="243840"/>
                </a:cubicBezTo>
                <a:cubicBezTo>
                  <a:pt x="545035" y="133214"/>
                  <a:pt x="487866" y="201421"/>
                  <a:pt x="557348" y="156754"/>
                </a:cubicBezTo>
                <a:cubicBezTo>
                  <a:pt x="587154" y="137593"/>
                  <a:pt x="610818" y="106998"/>
                  <a:pt x="644434" y="95794"/>
                </a:cubicBezTo>
                <a:cubicBezTo>
                  <a:pt x="653143" y="92891"/>
                  <a:pt x="661965" y="90309"/>
                  <a:pt x="670560" y="87086"/>
                </a:cubicBezTo>
                <a:cubicBezTo>
                  <a:pt x="685197" y="81597"/>
                  <a:pt x="699130" y="74161"/>
                  <a:pt x="714103" y="69669"/>
                </a:cubicBezTo>
                <a:cubicBezTo>
                  <a:pt x="728281" y="65416"/>
                  <a:pt x="743414" y="65026"/>
                  <a:pt x="757646" y="60960"/>
                </a:cubicBezTo>
                <a:cubicBezTo>
                  <a:pt x="784125" y="53394"/>
                  <a:pt x="809019" y="40235"/>
                  <a:pt x="836023" y="34834"/>
                </a:cubicBezTo>
                <a:cubicBezTo>
                  <a:pt x="946581" y="12722"/>
                  <a:pt x="894389" y="24597"/>
                  <a:pt x="992777" y="0"/>
                </a:cubicBezTo>
                <a:lnTo>
                  <a:pt x="1976846" y="8709"/>
                </a:lnTo>
                <a:cubicBezTo>
                  <a:pt x="2013122" y="9329"/>
                  <a:pt x="2029365" y="32907"/>
                  <a:pt x="2063931" y="43543"/>
                </a:cubicBezTo>
                <a:cubicBezTo>
                  <a:pt x="2083550" y="49580"/>
                  <a:pt x="2104571" y="49349"/>
                  <a:pt x="2124891" y="52252"/>
                </a:cubicBezTo>
                <a:cubicBezTo>
                  <a:pt x="2155996" y="64694"/>
                  <a:pt x="2174791" y="70813"/>
                  <a:pt x="2203268" y="87086"/>
                </a:cubicBezTo>
                <a:cubicBezTo>
                  <a:pt x="2212355" y="92279"/>
                  <a:pt x="2220033" y="99822"/>
                  <a:pt x="2229394" y="104503"/>
                </a:cubicBezTo>
                <a:cubicBezTo>
                  <a:pt x="2241891" y="110751"/>
                  <a:pt x="2279188" y="119129"/>
                  <a:pt x="2290354" y="121920"/>
                </a:cubicBezTo>
                <a:cubicBezTo>
                  <a:pt x="2299063" y="127726"/>
                  <a:pt x="2307393" y="134144"/>
                  <a:pt x="2316480" y="139337"/>
                </a:cubicBezTo>
                <a:cubicBezTo>
                  <a:pt x="2327751" y="145778"/>
                  <a:pt x="2340513" y="149553"/>
                  <a:pt x="2351314" y="156754"/>
                </a:cubicBezTo>
                <a:cubicBezTo>
                  <a:pt x="2358146" y="161309"/>
                  <a:pt x="2362320" y="169043"/>
                  <a:pt x="2368731" y="174172"/>
                </a:cubicBezTo>
                <a:cubicBezTo>
                  <a:pt x="2376904" y="180710"/>
                  <a:pt x="2386910" y="184778"/>
                  <a:pt x="2394857" y="191589"/>
                </a:cubicBezTo>
                <a:cubicBezTo>
                  <a:pt x="2407325" y="202276"/>
                  <a:pt x="2417223" y="215736"/>
                  <a:pt x="2429691" y="226423"/>
                </a:cubicBezTo>
                <a:cubicBezTo>
                  <a:pt x="2437638" y="233234"/>
                  <a:pt x="2448416" y="236439"/>
                  <a:pt x="2455817" y="243840"/>
                </a:cubicBezTo>
                <a:cubicBezTo>
                  <a:pt x="2466080" y="254103"/>
                  <a:pt x="2471680" y="268411"/>
                  <a:pt x="2481943" y="278674"/>
                </a:cubicBezTo>
                <a:cubicBezTo>
                  <a:pt x="2489344" y="286075"/>
                  <a:pt x="2500028" y="289392"/>
                  <a:pt x="2508068" y="296092"/>
                </a:cubicBezTo>
                <a:cubicBezTo>
                  <a:pt x="2517529" y="303976"/>
                  <a:pt x="2523947" y="315386"/>
                  <a:pt x="2534194" y="322217"/>
                </a:cubicBezTo>
                <a:cubicBezTo>
                  <a:pt x="2541832" y="327309"/>
                  <a:pt x="2552295" y="326468"/>
                  <a:pt x="2560320" y="330926"/>
                </a:cubicBezTo>
                <a:cubicBezTo>
                  <a:pt x="2578618" y="341092"/>
                  <a:pt x="2595154" y="354149"/>
                  <a:pt x="2612571" y="365760"/>
                </a:cubicBezTo>
                <a:lnTo>
                  <a:pt x="2638697" y="383177"/>
                </a:lnTo>
                <a:cubicBezTo>
                  <a:pt x="2650308" y="400594"/>
                  <a:pt x="2668454" y="415121"/>
                  <a:pt x="2673531" y="435429"/>
                </a:cubicBezTo>
                <a:cubicBezTo>
                  <a:pt x="2685760" y="484344"/>
                  <a:pt x="2675059" y="460688"/>
                  <a:pt x="2708366" y="505097"/>
                </a:cubicBezTo>
                <a:lnTo>
                  <a:pt x="2725783" y="557349"/>
                </a:lnTo>
                <a:lnTo>
                  <a:pt x="2734491" y="583474"/>
                </a:lnTo>
                <a:cubicBezTo>
                  <a:pt x="2752623" y="764785"/>
                  <a:pt x="2748661" y="688122"/>
                  <a:pt x="2734491" y="992777"/>
                </a:cubicBezTo>
                <a:cubicBezTo>
                  <a:pt x="2731980" y="1046759"/>
                  <a:pt x="2726260" y="1044234"/>
                  <a:pt x="2699657" y="1088572"/>
                </a:cubicBezTo>
                <a:cubicBezTo>
                  <a:pt x="2696754" y="1100183"/>
                  <a:pt x="2695393" y="1112293"/>
                  <a:pt x="2690948" y="1123406"/>
                </a:cubicBezTo>
                <a:cubicBezTo>
                  <a:pt x="2683716" y="1141486"/>
                  <a:pt x="2672732" y="1157863"/>
                  <a:pt x="2664823" y="1175657"/>
                </a:cubicBezTo>
                <a:cubicBezTo>
                  <a:pt x="2661095" y="1184046"/>
                  <a:pt x="2659017" y="1193074"/>
                  <a:pt x="2656114" y="1201783"/>
                </a:cubicBezTo>
                <a:cubicBezTo>
                  <a:pt x="2653211" y="1219200"/>
                  <a:pt x="2652990" y="1237283"/>
                  <a:pt x="2647406" y="1254034"/>
                </a:cubicBezTo>
                <a:cubicBezTo>
                  <a:pt x="2644096" y="1263964"/>
                  <a:pt x="2634669" y="1270798"/>
                  <a:pt x="2629988" y="1280160"/>
                </a:cubicBezTo>
                <a:cubicBezTo>
                  <a:pt x="2625883" y="1288371"/>
                  <a:pt x="2625834" y="1298316"/>
                  <a:pt x="2621280" y="1306286"/>
                </a:cubicBezTo>
                <a:cubicBezTo>
                  <a:pt x="2599818" y="1343845"/>
                  <a:pt x="2537113" y="1399161"/>
                  <a:pt x="2516777" y="1419497"/>
                </a:cubicBezTo>
                <a:cubicBezTo>
                  <a:pt x="2475850" y="1460424"/>
                  <a:pt x="2500898" y="1438792"/>
                  <a:pt x="2438400" y="1480457"/>
                </a:cubicBezTo>
                <a:cubicBezTo>
                  <a:pt x="2429691" y="1486263"/>
                  <a:pt x="2421992" y="1493987"/>
                  <a:pt x="2412274" y="1497874"/>
                </a:cubicBezTo>
                <a:cubicBezTo>
                  <a:pt x="2397760" y="1503680"/>
                  <a:pt x="2382713" y="1508301"/>
                  <a:pt x="2368731" y="1515292"/>
                </a:cubicBezTo>
                <a:cubicBezTo>
                  <a:pt x="2308937" y="1545190"/>
                  <a:pt x="2383068" y="1524617"/>
                  <a:pt x="2299063" y="1541417"/>
                </a:cubicBezTo>
                <a:cubicBezTo>
                  <a:pt x="2290354" y="1547223"/>
                  <a:pt x="2282298" y="1554153"/>
                  <a:pt x="2272937" y="1558834"/>
                </a:cubicBezTo>
                <a:cubicBezTo>
                  <a:pt x="2264726" y="1562939"/>
                  <a:pt x="2255667" y="1565128"/>
                  <a:pt x="2246811" y="1567543"/>
                </a:cubicBezTo>
                <a:cubicBezTo>
                  <a:pt x="2223717" y="1573841"/>
                  <a:pt x="2200366" y="1579154"/>
                  <a:pt x="2177143" y="1584960"/>
                </a:cubicBezTo>
                <a:cubicBezTo>
                  <a:pt x="2165531" y="1587863"/>
                  <a:pt x="2153013" y="1588316"/>
                  <a:pt x="2142308" y="1593669"/>
                </a:cubicBezTo>
                <a:cubicBezTo>
                  <a:pt x="2124891" y="1602377"/>
                  <a:pt x="2108137" y="1612562"/>
                  <a:pt x="2090057" y="1619794"/>
                </a:cubicBezTo>
                <a:cubicBezTo>
                  <a:pt x="2078944" y="1624239"/>
                  <a:pt x="2066731" y="1625215"/>
                  <a:pt x="2055223" y="1628503"/>
                </a:cubicBezTo>
                <a:cubicBezTo>
                  <a:pt x="2046396" y="1631025"/>
                  <a:pt x="2037692" y="1633989"/>
                  <a:pt x="2029097" y="1637212"/>
                </a:cubicBezTo>
                <a:cubicBezTo>
                  <a:pt x="2014460" y="1642701"/>
                  <a:pt x="2000786" y="1651114"/>
                  <a:pt x="1985554" y="1654629"/>
                </a:cubicBezTo>
                <a:cubicBezTo>
                  <a:pt x="1962750" y="1659891"/>
                  <a:pt x="1939109" y="1660434"/>
                  <a:pt x="1915886" y="1663337"/>
                </a:cubicBezTo>
                <a:cubicBezTo>
                  <a:pt x="1892663" y="1669143"/>
                  <a:pt x="1869311" y="1674456"/>
                  <a:pt x="1846217" y="1680754"/>
                </a:cubicBezTo>
                <a:cubicBezTo>
                  <a:pt x="1837361" y="1683169"/>
                  <a:pt x="1829220" y="1688502"/>
                  <a:pt x="1820091" y="1689463"/>
                </a:cubicBezTo>
                <a:cubicBezTo>
                  <a:pt x="1773810" y="1694335"/>
                  <a:pt x="1727200" y="1695269"/>
                  <a:pt x="1680754" y="1698172"/>
                </a:cubicBezTo>
                <a:cubicBezTo>
                  <a:pt x="1599591" y="1730637"/>
                  <a:pt x="1664338" y="1709672"/>
                  <a:pt x="1532708" y="1724297"/>
                </a:cubicBezTo>
                <a:cubicBezTo>
                  <a:pt x="1515159" y="1726247"/>
                  <a:pt x="1498048" y="1731476"/>
                  <a:pt x="1480457" y="1733006"/>
                </a:cubicBezTo>
                <a:cubicBezTo>
                  <a:pt x="1431209" y="1737288"/>
                  <a:pt x="1381760" y="1738811"/>
                  <a:pt x="1332411" y="1741714"/>
                </a:cubicBezTo>
                <a:cubicBezTo>
                  <a:pt x="1320800" y="1744617"/>
                  <a:pt x="1309261" y="1747826"/>
                  <a:pt x="1297577" y="1750423"/>
                </a:cubicBezTo>
                <a:cubicBezTo>
                  <a:pt x="1245805" y="1761929"/>
                  <a:pt x="1193277" y="1769055"/>
                  <a:pt x="1140823" y="1776549"/>
                </a:cubicBezTo>
                <a:cubicBezTo>
                  <a:pt x="1096745" y="1791240"/>
                  <a:pt x="1130002" y="1781356"/>
                  <a:pt x="1071154" y="1793966"/>
                </a:cubicBezTo>
                <a:lnTo>
                  <a:pt x="992777" y="1811383"/>
                </a:lnTo>
                <a:cubicBezTo>
                  <a:pt x="981115" y="1814074"/>
                  <a:pt x="969679" y="1817745"/>
                  <a:pt x="957943" y="1820092"/>
                </a:cubicBezTo>
                <a:cubicBezTo>
                  <a:pt x="940628" y="1823555"/>
                  <a:pt x="923108" y="1825897"/>
                  <a:pt x="905691" y="1828800"/>
                </a:cubicBezTo>
                <a:cubicBezTo>
                  <a:pt x="896983" y="1834606"/>
                  <a:pt x="889495" y="1842907"/>
                  <a:pt x="879566" y="1846217"/>
                </a:cubicBezTo>
                <a:cubicBezTo>
                  <a:pt x="862815" y="1851801"/>
                  <a:pt x="844551" y="1851096"/>
                  <a:pt x="827314" y="1854926"/>
                </a:cubicBezTo>
                <a:cubicBezTo>
                  <a:pt x="818353" y="1856917"/>
                  <a:pt x="810014" y="1861112"/>
                  <a:pt x="801188" y="1863634"/>
                </a:cubicBezTo>
                <a:cubicBezTo>
                  <a:pt x="789680" y="1866922"/>
                  <a:pt x="777709" y="1868558"/>
                  <a:pt x="766354" y="1872343"/>
                </a:cubicBezTo>
                <a:cubicBezTo>
                  <a:pt x="751524" y="1877286"/>
                  <a:pt x="736793" y="1882769"/>
                  <a:pt x="722811" y="1889760"/>
                </a:cubicBezTo>
                <a:cubicBezTo>
                  <a:pt x="707671" y="1897330"/>
                  <a:pt x="694984" y="1909600"/>
                  <a:pt x="679268" y="1915886"/>
                </a:cubicBezTo>
                <a:cubicBezTo>
                  <a:pt x="665525" y="1921383"/>
                  <a:pt x="650240" y="1921691"/>
                  <a:pt x="635726" y="1924594"/>
                </a:cubicBezTo>
                <a:cubicBezTo>
                  <a:pt x="540645" y="1987984"/>
                  <a:pt x="687217" y="1894497"/>
                  <a:pt x="574766" y="1950720"/>
                </a:cubicBezTo>
                <a:cubicBezTo>
                  <a:pt x="567422" y="1954392"/>
                  <a:pt x="564851" y="1964802"/>
                  <a:pt x="557348" y="1968137"/>
                </a:cubicBezTo>
                <a:cubicBezTo>
                  <a:pt x="538036" y="1976720"/>
                  <a:pt x="516708" y="1979748"/>
                  <a:pt x="496388" y="1985554"/>
                </a:cubicBezTo>
                <a:cubicBezTo>
                  <a:pt x="487680" y="1991360"/>
                  <a:pt x="479883" y="1998849"/>
                  <a:pt x="470263" y="2002972"/>
                </a:cubicBezTo>
                <a:cubicBezTo>
                  <a:pt x="459262" y="2007687"/>
                  <a:pt x="446936" y="2008392"/>
                  <a:pt x="435428" y="2011680"/>
                </a:cubicBezTo>
                <a:cubicBezTo>
                  <a:pt x="372936" y="2029535"/>
                  <a:pt x="454303" y="2011390"/>
                  <a:pt x="365760" y="2029097"/>
                </a:cubicBezTo>
                <a:cubicBezTo>
                  <a:pt x="304814" y="2069727"/>
                  <a:pt x="369220" y="2032875"/>
                  <a:pt x="235131" y="2055223"/>
                </a:cubicBezTo>
                <a:cubicBezTo>
                  <a:pt x="217022" y="2058241"/>
                  <a:pt x="201189" y="2071284"/>
                  <a:pt x="182880" y="2072640"/>
                </a:cubicBezTo>
                <a:cubicBezTo>
                  <a:pt x="122087" y="2077143"/>
                  <a:pt x="60960" y="2072640"/>
                  <a:pt x="0" y="207264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65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K-way </a:t>
            </a:r>
            <a:r>
              <a:rPr lang="en-US" altLang="zh-TW" dirty="0" smtClean="0"/>
              <a:t>Cut For Arbitrary Graphs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Isolating </a:t>
            </a:r>
            <a:r>
              <a:rPr lang="en-US" altLang="zh-TW" dirty="0"/>
              <a:t>Cut </a:t>
            </a:r>
            <a:r>
              <a:rPr lang="en-US" altLang="zh-TW" dirty="0" smtClean="0"/>
              <a:t>Heuristic</a:t>
            </a:r>
          </a:p>
          <a:p>
            <a:r>
              <a:rPr lang="en-US" altLang="zh-TW" dirty="0"/>
              <a:t>Greedy </a:t>
            </a:r>
            <a:r>
              <a:rPr lang="en-US" altLang="zh-TW" dirty="0" smtClean="0"/>
              <a:t>Splitting Algorithm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Approximation </a:t>
            </a:r>
            <a:r>
              <a:rPr lang="en-US" altLang="zh-TW" dirty="0"/>
              <a:t>ratio of 2 − </a:t>
            </a:r>
            <a:r>
              <a:rPr lang="en-US" altLang="zh-TW" dirty="0" smtClean="0"/>
              <a:t>2/k </a:t>
            </a:r>
            <a:r>
              <a:rPr lang="en-US" altLang="zh-TW" dirty="0"/>
              <a:t>.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2780928"/>
            <a:ext cx="8352928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82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6DC8D-9A1F-4CC6-BEE1-B9238DE6B38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6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557</Words>
  <Application>Microsoft Office PowerPoint</Application>
  <PresentationFormat>如螢幕大小 (4:3)</PresentationFormat>
  <Paragraphs>137</Paragraphs>
  <Slides>20</Slides>
  <Notes>0</Notes>
  <HiddenSlides>3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Office 佈景主題</vt:lpstr>
      <vt:lpstr>The Complexity of Multiway Cuts</vt:lpstr>
      <vt:lpstr>Abstract</vt:lpstr>
      <vt:lpstr>Multiway Cuts Problem</vt:lpstr>
      <vt:lpstr>Multiway Cuts Problem</vt:lpstr>
      <vt:lpstr>Multiway Cuts Problem</vt:lpstr>
      <vt:lpstr>Multiway Cuts Problem</vt:lpstr>
      <vt:lpstr>Isolating Cut</vt:lpstr>
      <vt:lpstr>Minimum Weight Isolating Cut</vt:lpstr>
      <vt:lpstr>Example</vt:lpstr>
      <vt:lpstr>Example</vt:lpstr>
      <vt:lpstr>Example</vt:lpstr>
      <vt:lpstr>Example</vt:lpstr>
      <vt:lpstr>Example</vt:lpstr>
      <vt:lpstr>Example</vt:lpstr>
      <vt:lpstr>Example</vt:lpstr>
      <vt:lpstr>3-way Cut</vt:lpstr>
      <vt:lpstr>K-way Cut For Planar Graphs</vt:lpstr>
      <vt:lpstr>K-way Cut For Planar Graphs</vt:lpstr>
      <vt:lpstr>K-way Cut For Arbitrary Graphs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Complexity of Multiway Cuts</dc:title>
  <dc:creator>sjiujj</dc:creator>
  <cp:lastModifiedBy>sjiujj</cp:lastModifiedBy>
  <cp:revision>33</cp:revision>
  <dcterms:created xsi:type="dcterms:W3CDTF">2013-02-19T02:19:26Z</dcterms:created>
  <dcterms:modified xsi:type="dcterms:W3CDTF">2013-02-24T19:04:43Z</dcterms:modified>
</cp:coreProperties>
</file>