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overhead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-41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96686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8/13/2013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73152" y="6400800"/>
            <a:ext cx="3200400" cy="2838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8/13/2013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5330952" y="6400800"/>
            <a:ext cx="3733800" cy="283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43248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8/13/2013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8/13/2013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8/13/2013</a:t>
            </a:fld>
            <a:endParaRPr lang="en-US" dirty="0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8/13/2013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8/13/2013</a:t>
            </a:fld>
            <a:endParaRPr 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86050" y="1053546"/>
            <a:ext cx="5904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8/13/2013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TW" altLang="en-US" smtClean="0"/>
              <a:t>按一下圖示以新增圖片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8/13/2013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8/13/2013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8/13/2013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9144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8/13/2013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32-Bit Cyclic Redundancy Codes for Internet Applications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TW" dirty="0"/>
              <a:t>Philip </a:t>
            </a:r>
            <a:r>
              <a:rPr lang="en-US" altLang="zh-TW" dirty="0" err="1" smtClean="0"/>
              <a:t>Koopman</a:t>
            </a:r>
            <a:r>
              <a:rPr lang="en-US" altLang="zh-TW" dirty="0"/>
              <a:t> </a:t>
            </a:r>
            <a:r>
              <a:rPr lang="en-US" altLang="zh-TW" dirty="0" smtClean="0"/>
              <a:t>,ECE </a:t>
            </a:r>
            <a:r>
              <a:rPr lang="en-US" altLang="zh-TW" dirty="0"/>
              <a:t>Department &amp; </a:t>
            </a:r>
            <a:r>
              <a:rPr lang="en-US" altLang="zh-TW" dirty="0" err="1" smtClean="0"/>
              <a:t>ICES,Carnegie</a:t>
            </a:r>
            <a:r>
              <a:rPr lang="en-US" altLang="zh-TW" dirty="0" smtClean="0"/>
              <a:t> </a:t>
            </a:r>
            <a:r>
              <a:rPr lang="en-US" altLang="zh-TW" dirty="0"/>
              <a:t>Mellon </a:t>
            </a:r>
            <a:r>
              <a:rPr lang="en-US" altLang="zh-TW" dirty="0" smtClean="0"/>
              <a:t>University</a:t>
            </a:r>
            <a:endParaRPr lang="en-US" altLang="zh-TW" dirty="0"/>
          </a:p>
          <a:p>
            <a:r>
              <a:rPr lang="en-US" altLang="zh-TW" dirty="0" err="1"/>
              <a:t>egular</a:t>
            </a:r>
            <a:r>
              <a:rPr lang="en-US" altLang="zh-TW" dirty="0"/>
              <a:t> paper to appear in The International Conference on Dependable Systems and Networks (DSN) 2002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REPORTER : CING-</a:t>
            </a:r>
            <a:r>
              <a:rPr lang="en-US" altLang="zh-TW" dirty="0" err="1" smtClean="0"/>
              <a:t>YAO,Chen</a:t>
            </a:r>
            <a:r>
              <a:rPr lang="en-US" altLang="zh-TW" dirty="0" smtClean="0"/>
              <a:t>  2013/8/13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6325387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TW" dirty="0"/>
              <a:t>Standardized 32-bit Cyclic Redundancy Codes </a:t>
            </a:r>
            <a:r>
              <a:rPr lang="en-US" altLang="zh-TW" dirty="0" smtClean="0"/>
              <a:t>provide fewer </a:t>
            </a:r>
            <a:r>
              <a:rPr lang="en-US" altLang="zh-TW" dirty="0"/>
              <a:t>bits of guaranteed error detection than they could</a:t>
            </a:r>
            <a:r>
              <a:rPr lang="en-US" altLang="zh-TW" dirty="0" smtClean="0"/>
              <a:t>, achieving </a:t>
            </a:r>
            <a:r>
              <a:rPr lang="en-US" altLang="zh-TW" dirty="0"/>
              <a:t>a Hamming Distance (HD) of only 4 </a:t>
            </a:r>
            <a:r>
              <a:rPr lang="en-US" altLang="zh-TW" dirty="0" smtClean="0"/>
              <a:t>for maximum-length </a:t>
            </a:r>
            <a:r>
              <a:rPr lang="en-US" altLang="zh-TW" dirty="0"/>
              <a:t>Ethernet messages, whereas HD=6 </a:t>
            </a:r>
            <a:r>
              <a:rPr lang="en-US" altLang="zh-TW" dirty="0" smtClean="0"/>
              <a:t>is possible</a:t>
            </a:r>
            <a:r>
              <a:rPr lang="en-US" altLang="zh-TW" dirty="0"/>
              <a:t>. Although research has revealed improved codes</a:t>
            </a:r>
            <a:r>
              <a:rPr lang="en-US" altLang="zh-TW" dirty="0" smtClean="0"/>
              <a:t>, exploring </a:t>
            </a:r>
            <a:r>
              <a:rPr lang="en-US" altLang="zh-TW" dirty="0"/>
              <a:t>the entire design space has previously </a:t>
            </a:r>
            <a:r>
              <a:rPr lang="en-US" altLang="zh-TW" dirty="0" smtClean="0"/>
              <a:t>been computationally </a:t>
            </a:r>
            <a:r>
              <a:rPr lang="en-US" altLang="zh-TW" dirty="0"/>
              <a:t>intractable, even for </a:t>
            </a:r>
            <a:r>
              <a:rPr lang="en-US" altLang="zh-TW" dirty="0" err="1" smtClean="0"/>
              <a:t>specialpurpose</a:t>
            </a:r>
            <a:r>
              <a:rPr lang="en-US" altLang="zh-TW" dirty="0" smtClean="0"/>
              <a:t> hardware</a:t>
            </a:r>
            <a:r>
              <a:rPr lang="en-US" altLang="zh-TW" dirty="0"/>
              <a:t>. Moreover, no CRC polynomial has yet </a:t>
            </a:r>
            <a:r>
              <a:rPr lang="en-US" altLang="zh-TW" dirty="0" smtClean="0"/>
              <a:t>been found </a:t>
            </a:r>
            <a:r>
              <a:rPr lang="en-US" altLang="zh-TW" dirty="0"/>
              <a:t>that satisfies an emerging need to attain both </a:t>
            </a:r>
            <a:r>
              <a:rPr lang="en-US" altLang="zh-TW" dirty="0" smtClean="0"/>
              <a:t>HD=6 for </a:t>
            </a:r>
            <a:r>
              <a:rPr lang="en-US" altLang="zh-TW" dirty="0"/>
              <a:t>12K bit messages and HD=4 for message </a:t>
            </a:r>
            <a:r>
              <a:rPr lang="en-US" altLang="zh-TW" dirty="0" smtClean="0"/>
              <a:t>lengths beyond </a:t>
            </a:r>
            <a:r>
              <a:rPr lang="en-US" altLang="zh-TW" dirty="0"/>
              <a:t>64K bits. This paper presents results from the </a:t>
            </a:r>
            <a:r>
              <a:rPr lang="en-US" altLang="zh-TW" dirty="0" smtClean="0"/>
              <a:t>first exhaustive </a:t>
            </a:r>
            <a:r>
              <a:rPr lang="en-US" altLang="zh-TW" dirty="0"/>
              <a:t>search of the 32-bit CRC design space. </a:t>
            </a:r>
            <a:r>
              <a:rPr lang="en-US" altLang="zh-TW" dirty="0" smtClean="0"/>
              <a:t>Results from </a:t>
            </a:r>
            <a:r>
              <a:rPr lang="en-US" altLang="zh-TW" dirty="0"/>
              <a:t>previous research are validated and extended </a:t>
            </a:r>
            <a:r>
              <a:rPr lang="en-US" altLang="zh-TW" dirty="0" smtClean="0"/>
              <a:t>to include </a:t>
            </a:r>
            <a:r>
              <a:rPr lang="en-US" altLang="zh-TW" dirty="0"/>
              <a:t>identifying all polynomials achieving a better </a:t>
            </a:r>
            <a:r>
              <a:rPr lang="en-US" altLang="zh-TW" dirty="0" smtClean="0"/>
              <a:t>HD than </a:t>
            </a:r>
            <a:r>
              <a:rPr lang="en-US" altLang="zh-TW" dirty="0"/>
              <a:t>the IEEE 802.3 CRC-32 polynomial. A new class </a:t>
            </a:r>
            <a:r>
              <a:rPr lang="en-US" altLang="zh-TW" dirty="0" smtClean="0"/>
              <a:t>of polynomials </a:t>
            </a:r>
            <a:r>
              <a:rPr lang="en-US" altLang="zh-TW" dirty="0"/>
              <a:t>is identified that provides HD=6 up to </a:t>
            </a:r>
            <a:r>
              <a:rPr lang="en-US" altLang="zh-TW" dirty="0" smtClean="0"/>
              <a:t>nearly 16K </a:t>
            </a:r>
            <a:r>
              <a:rPr lang="en-US" altLang="zh-TW" dirty="0"/>
              <a:t>bit and HD=4 up to 114K bit message lengths</a:t>
            </a:r>
            <a:r>
              <a:rPr lang="en-US" altLang="zh-TW" dirty="0" smtClean="0"/>
              <a:t>, providing </a:t>
            </a:r>
            <a:r>
              <a:rPr lang="en-US" altLang="zh-TW" dirty="0"/>
              <a:t>the best achievable design point that </a:t>
            </a:r>
            <a:r>
              <a:rPr lang="en-US" altLang="zh-TW" dirty="0" smtClean="0"/>
              <a:t>maximizes error </a:t>
            </a:r>
            <a:r>
              <a:rPr lang="en-US" altLang="zh-TW" dirty="0"/>
              <a:t>detection for both legacy and new applications</a:t>
            </a:r>
            <a:r>
              <a:rPr lang="en-US" altLang="zh-TW" dirty="0" smtClean="0"/>
              <a:t>, including </a:t>
            </a:r>
            <a:r>
              <a:rPr lang="en-US" altLang="zh-TW" dirty="0"/>
              <a:t>potentially </a:t>
            </a:r>
            <a:r>
              <a:rPr lang="en-US" altLang="zh-TW" dirty="0" err="1"/>
              <a:t>iSCSI</a:t>
            </a:r>
            <a:r>
              <a:rPr lang="en-US" altLang="zh-TW" dirty="0"/>
              <a:t> and </a:t>
            </a:r>
            <a:r>
              <a:rPr lang="en-US" altLang="zh-TW" dirty="0" smtClean="0"/>
              <a:t>application-implemented error </a:t>
            </a:r>
            <a:r>
              <a:rPr lang="en-US" altLang="zh-TW" dirty="0"/>
              <a:t>checks.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24247357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 smtClean="0"/>
              <a:t>CRC	: </a:t>
            </a:r>
            <a:r>
              <a:rPr lang="en-US" altLang="zh-TW" dirty="0"/>
              <a:t>Cyclic Redundancy </a:t>
            </a:r>
            <a:r>
              <a:rPr lang="en-US" altLang="zh-TW" dirty="0" smtClean="0"/>
              <a:t>Codes </a:t>
            </a:r>
          </a:p>
          <a:p>
            <a:r>
              <a:rPr lang="en-US" altLang="zh-TW" dirty="0" smtClean="0"/>
              <a:t>HD</a:t>
            </a:r>
            <a:r>
              <a:rPr lang="en-US" altLang="zh-TW" dirty="0"/>
              <a:t>	: Hamming </a:t>
            </a:r>
            <a:r>
              <a:rPr lang="en-US" altLang="zh-TW" dirty="0" smtClean="0"/>
              <a:t>Distance</a:t>
            </a:r>
          </a:p>
          <a:p>
            <a:r>
              <a:rPr lang="en-US" altLang="zh-TW" dirty="0"/>
              <a:t>MTU	: </a:t>
            </a:r>
            <a:r>
              <a:rPr lang="en-US" altLang="zh-TW" dirty="0" smtClean="0"/>
              <a:t>Maximum Transmission Unit</a:t>
            </a:r>
          </a:p>
          <a:p>
            <a:r>
              <a:rPr lang="en-US" altLang="zh-TW" dirty="0"/>
              <a:t>In this paper we present the results of the first </a:t>
            </a:r>
            <a:r>
              <a:rPr lang="en-US" altLang="zh-TW" dirty="0" smtClean="0"/>
              <a:t>exhaustive exploration </a:t>
            </a:r>
            <a:r>
              <a:rPr lang="en-US" altLang="zh-TW" dirty="0"/>
              <a:t>of the design space for 32-bit CRCs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 </a:t>
            </a:r>
            <a:r>
              <a:rPr lang="en-US" altLang="zh-TW" dirty="0"/>
              <a:t>The </a:t>
            </a:r>
            <a:r>
              <a:rPr lang="en-US" altLang="zh-TW" dirty="0" smtClean="0"/>
              <a:t>entire set </a:t>
            </a:r>
            <a:r>
              <a:rPr lang="en-US" altLang="zh-TW" dirty="0"/>
              <a:t>of 1,073,774,592 distinct polynomials has been evaluated for effectiveness for data word sizes of 12112 bits.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408490711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Cyclic redundancy codes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200" dirty="0" smtClean="0"/>
              <a:t>A CRC </a:t>
            </a:r>
            <a:r>
              <a:rPr lang="en-US" altLang="zh-TW" sz="3200" dirty="0"/>
              <a:t>can be described as treating </a:t>
            </a:r>
            <a:r>
              <a:rPr lang="en-US" altLang="zh-TW" sz="3200" dirty="0" smtClean="0"/>
              <a:t>a binary </a:t>
            </a:r>
            <a:r>
              <a:rPr lang="en-US" altLang="zh-TW" sz="3200" dirty="0"/>
              <a:t>data word as a polynomial over GF(2</a:t>
            </a:r>
            <a:r>
              <a:rPr lang="en-US" altLang="zh-TW" sz="3200" dirty="0" smtClean="0"/>
              <a:t>).</a:t>
            </a:r>
          </a:p>
          <a:p>
            <a:pPr lvl="1"/>
            <a:r>
              <a:rPr lang="en-US" altLang="zh-TW" sz="2800" dirty="0" smtClean="0"/>
              <a:t>EX: F(x) = x</a:t>
            </a:r>
            <a:r>
              <a:rPr lang="en-US" altLang="zh-TW" sz="2800" baseline="30000" dirty="0" smtClean="0"/>
              <a:t>19</a:t>
            </a:r>
            <a:r>
              <a:rPr lang="en-US" altLang="zh-TW" sz="2800" dirty="0" smtClean="0"/>
              <a:t> + x</a:t>
            </a:r>
            <a:r>
              <a:rPr lang="en-US" altLang="zh-TW" sz="2800" baseline="30000" dirty="0" smtClean="0"/>
              <a:t>16</a:t>
            </a:r>
            <a:r>
              <a:rPr lang="en-US" altLang="zh-TW" sz="2800" dirty="0" smtClean="0"/>
              <a:t> + x + 1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59710061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Background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prime </a:t>
            </a:r>
            <a:r>
              <a:rPr lang="en-US" altLang="zh-TW" dirty="0"/>
              <a:t>factorization of the generator polynomial brings </a:t>
            </a:r>
            <a:r>
              <a:rPr lang="en-US" altLang="zh-TW" dirty="0" smtClean="0"/>
              <a:t>with it </a:t>
            </a:r>
            <a:r>
              <a:rPr lang="en-US" altLang="zh-TW" dirty="0"/>
              <a:t>certain potential characteristics, and in particular gives </a:t>
            </a:r>
            <a:r>
              <a:rPr lang="en-US" altLang="zh-TW" dirty="0" smtClean="0"/>
              <a:t>a tradeoff </a:t>
            </a:r>
            <a:r>
              <a:rPr lang="en-US" altLang="zh-TW" dirty="0"/>
              <a:t>between </a:t>
            </a:r>
            <a:r>
              <a:rPr lang="en-US" altLang="zh-TW" b="1" dirty="0"/>
              <a:t>maximum number of possible detected errors</a:t>
            </a:r>
            <a:r>
              <a:rPr lang="en-US" altLang="zh-TW" dirty="0"/>
              <a:t> vs. </a:t>
            </a:r>
            <a:r>
              <a:rPr lang="en-US" altLang="zh-TW" b="1" dirty="0"/>
              <a:t>data word length for which the polynomial is effective</a:t>
            </a:r>
            <a:r>
              <a:rPr lang="en-US" altLang="zh-TW" dirty="0" smtClean="0"/>
              <a:t>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48401087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Previously known 32-bit CRC polynomials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IEEE 802.3</a:t>
                </a:r>
              </a:p>
              <a:p>
                <a:pPr lvl="1"/>
                <a:r>
                  <a:rPr lang="en-US" altLang="zh-TW" dirty="0" smtClean="0"/>
                  <a:t>x</a:t>
                </a:r>
                <a:r>
                  <a:rPr lang="en-US" altLang="zh-TW" baseline="30000" dirty="0" smtClean="0"/>
                  <a:t>32</a:t>
                </a:r>
                <a:r>
                  <a:rPr lang="en-US" altLang="zh-TW" dirty="0" smtClean="0"/>
                  <a:t>+x</a:t>
                </a:r>
                <a:r>
                  <a:rPr lang="en-US" altLang="zh-TW" baseline="30000" dirty="0" smtClean="0"/>
                  <a:t>26</a:t>
                </a:r>
                <a:r>
                  <a:rPr lang="en-US" altLang="zh-TW" dirty="0" smtClean="0"/>
                  <a:t>+x</a:t>
                </a:r>
                <a:r>
                  <a:rPr lang="en-US" altLang="zh-TW" baseline="30000" dirty="0" smtClean="0"/>
                  <a:t>23</a:t>
                </a:r>
                <a:r>
                  <a:rPr lang="en-US" altLang="zh-TW" dirty="0" smtClean="0"/>
                  <a:t>+x</a:t>
                </a:r>
                <a:r>
                  <a:rPr lang="en-US" altLang="zh-TW" baseline="30000" dirty="0" smtClean="0"/>
                  <a:t>22</a:t>
                </a:r>
                <a:r>
                  <a:rPr lang="en-US" altLang="zh-TW" dirty="0" smtClean="0"/>
                  <a:t>+x</a:t>
                </a:r>
                <a:r>
                  <a:rPr lang="en-US" altLang="zh-TW" baseline="30000" dirty="0" smtClean="0"/>
                  <a:t>16</a:t>
                </a:r>
                <a:r>
                  <a:rPr lang="en-US" altLang="zh-TW" dirty="0" smtClean="0"/>
                  <a:t>+x</a:t>
                </a:r>
                <a:r>
                  <a:rPr lang="en-US" altLang="zh-TW" baseline="30000" dirty="0" smtClean="0"/>
                  <a:t>12</a:t>
                </a:r>
                <a:r>
                  <a:rPr lang="en-US" altLang="zh-TW" dirty="0" smtClean="0"/>
                  <a:t>+x</a:t>
                </a:r>
                <a:r>
                  <a:rPr lang="en-US" altLang="zh-TW" baseline="30000" dirty="0" smtClean="0"/>
                  <a:t>11</a:t>
                </a:r>
                <a:r>
                  <a:rPr lang="en-US" altLang="zh-TW" dirty="0" smtClean="0"/>
                  <a:t>+x</a:t>
                </a:r>
                <a:r>
                  <a:rPr lang="en-US" altLang="zh-TW" baseline="30000" dirty="0" smtClean="0"/>
                  <a:t>10</a:t>
                </a:r>
                <a:r>
                  <a:rPr lang="en-US" altLang="zh-TW" dirty="0" smtClean="0"/>
                  <a:t>+x</a:t>
                </a:r>
                <a:r>
                  <a:rPr lang="en-US" altLang="zh-TW" baseline="30000" dirty="0" smtClean="0"/>
                  <a:t>8</a:t>
                </a:r>
                <a:r>
                  <a:rPr lang="en-US" altLang="zh-TW" dirty="0" smtClean="0"/>
                  <a:t>+x</a:t>
                </a:r>
                <a:r>
                  <a:rPr lang="en-US" altLang="zh-TW" baseline="30000" dirty="0" smtClean="0"/>
                  <a:t>7</a:t>
                </a:r>
                <a:r>
                  <a:rPr lang="en-US" altLang="zh-TW" dirty="0" smtClean="0"/>
                  <a:t>+x</a:t>
                </a:r>
                <a:r>
                  <a:rPr lang="en-US" altLang="zh-TW" baseline="30000" dirty="0" smtClean="0"/>
                  <a:t>5</a:t>
                </a:r>
                <a:r>
                  <a:rPr lang="en-US" altLang="zh-TW" dirty="0" smtClean="0"/>
                  <a:t>+x</a:t>
                </a:r>
                <a:r>
                  <a:rPr lang="en-US" altLang="zh-TW" baseline="30000" dirty="0" smtClean="0"/>
                  <a:t>4</a:t>
                </a:r>
                <a:r>
                  <a:rPr lang="en-US" altLang="zh-TW" dirty="0" smtClean="0"/>
                  <a:t>+x</a:t>
                </a:r>
                <a:r>
                  <a:rPr lang="en-US" altLang="zh-TW" baseline="30000" dirty="0" smtClean="0"/>
                  <a:t>2</a:t>
                </a:r>
                <a:r>
                  <a:rPr lang="en-US" altLang="zh-TW" dirty="0" smtClean="0"/>
                  <a:t>+x+1</a:t>
                </a:r>
              </a:p>
              <a:p>
                <a:pPr lvl="1"/>
                <a:r>
                  <a:rPr lang="en-US" altLang="zh-TW" dirty="0" smtClean="0"/>
                  <a:t>0x82608EDB</a:t>
                </a:r>
              </a:p>
              <a:p>
                <a:pPr lvl="1"/>
                <a:r>
                  <a:rPr lang="en-US" altLang="zh-TW" dirty="0"/>
                  <a:t>weight at </a:t>
                </a:r>
                <a:r>
                  <a:rPr lang="en-US" altLang="zh-TW" dirty="0" smtClean="0"/>
                  <a:t>message length=12112 </a:t>
                </a:r>
                <a:r>
                  <a:rPr lang="en-US" altLang="zh-TW" dirty="0"/>
                  <a:t>bits of </a:t>
                </a:r>
                <a:endParaRPr lang="en-US" altLang="zh-TW" dirty="0" smtClean="0"/>
              </a:p>
              <a:p>
                <a:pPr lvl="1"/>
                <a:r>
                  <a:rPr lang="en-US" altLang="zh-TW" dirty="0" smtClean="0"/>
                  <a:t>{W2=0</a:t>
                </a:r>
                <a:r>
                  <a:rPr lang="en-US" altLang="zh-TW" dirty="0"/>
                  <a:t>; </a:t>
                </a:r>
                <a:r>
                  <a:rPr lang="en-US" altLang="zh-TW" dirty="0" smtClean="0"/>
                  <a:t>W3=0</a:t>
                </a:r>
                <a:r>
                  <a:rPr lang="en-US" altLang="zh-TW" dirty="0"/>
                  <a:t>; </a:t>
                </a:r>
                <a:r>
                  <a:rPr lang="en-US" altLang="zh-TW" dirty="0" smtClean="0"/>
                  <a:t>W4=223059</a:t>
                </a:r>
                <a:r>
                  <a:rPr lang="en-US" altLang="zh-TW" dirty="0"/>
                  <a:t>; ...}. </a:t>
                </a:r>
                <a:endParaRPr lang="en-US" altLang="zh-TW" dirty="0" smtClean="0"/>
              </a:p>
              <a:p>
                <a:pPr lvl="1"/>
                <a:r>
                  <a:rPr lang="en-US" altLang="zh-TW" dirty="0" smtClean="0"/>
                  <a:t>No 2-bit error, No 3-bit error</a:t>
                </a:r>
              </a:p>
              <a:p>
                <a:pPr lvl="1"/>
                <a:r>
                  <a:rPr lang="en-US" altLang="zh-TW" dirty="0" smtClean="0"/>
                  <a:t>Fail </a:t>
                </a:r>
                <a:r>
                  <a:rPr lang="en-US" altLang="zh-TW" dirty="0"/>
                  <a:t>to detect the 223,059 four-bit possible </a:t>
                </a:r>
                <a:r>
                  <a:rPr lang="en-US" altLang="zh-TW" dirty="0" smtClean="0"/>
                  <a:t>errors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12144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12144!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4!12140!</m:t>
                        </m:r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=906 ∗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lang="en-US" altLang="zh-TW" dirty="0" smtClean="0"/>
                  <a:t>    ( 12112 + 32 = 12144)</a:t>
                </a:r>
              </a:p>
              <a:p>
                <a:pPr lvl="1"/>
                <a:endParaRPr lang="en-US" altLang="zh-TW" dirty="0" smtClean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06" t="-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86187388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Error detection capabilities of selected 32-bit CRC polynomials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4001" y="1600200"/>
            <a:ext cx="7195997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5052323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9838" y="261257"/>
            <a:ext cx="6024324" cy="600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8736522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撲面">
  <a:themeElements>
    <a:clrScheme name="暗香撲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撲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撲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161</TotalTime>
  <Words>305</Words>
  <Application>Microsoft Office PowerPoint</Application>
  <PresentationFormat>投影片</PresentationFormat>
  <Paragraphs>20</Paragraphs>
  <Slides>8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9" baseType="lpstr">
      <vt:lpstr>暗香撲面</vt:lpstr>
      <vt:lpstr>32-Bit Cyclic Redundancy Codes for Internet Applications</vt:lpstr>
      <vt:lpstr>Abstract</vt:lpstr>
      <vt:lpstr>Introduction</vt:lpstr>
      <vt:lpstr>Cyclic redundancy codes</vt:lpstr>
      <vt:lpstr>Background</vt:lpstr>
      <vt:lpstr>Previously known 32-bit CRC polynomials</vt:lpstr>
      <vt:lpstr>Error detection capabilities of selected 32-bit CRC polynomials</vt:lpstr>
      <vt:lpstr>投影片 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32-Bit Cyclic Redundancy Codes for Internet Applications</dc:title>
  <dc:creator>Pichu</dc:creator>
  <cp:lastModifiedBy>admin</cp:lastModifiedBy>
  <cp:revision>15</cp:revision>
  <dcterms:created xsi:type="dcterms:W3CDTF">2013-08-12T22:55:35Z</dcterms:created>
  <dcterms:modified xsi:type="dcterms:W3CDTF">2013-08-13T13:22:12Z</dcterms:modified>
</cp:coreProperties>
</file>