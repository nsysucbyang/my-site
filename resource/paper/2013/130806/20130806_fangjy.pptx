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72" r:id="rId7"/>
    <p:sldId id="273" r:id="rId8"/>
    <p:sldId id="274" r:id="rId9"/>
    <p:sldId id="261" r:id="rId10"/>
    <p:sldId id="275" r:id="rId11"/>
    <p:sldId id="277" r:id="rId12"/>
    <p:sldId id="276" r:id="rId13"/>
    <p:sldId id="262" r:id="rId14"/>
    <p:sldId id="263" r:id="rId15"/>
    <p:sldId id="264" r:id="rId16"/>
    <p:sldId id="267" r:id="rId17"/>
    <p:sldId id="268" r:id="rId18"/>
    <p:sldId id="269" r:id="rId19"/>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0"/>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2970518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20892586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17455913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22151097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41517893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10999512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1696123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39101644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39403096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31513425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7A5AD05B-68E9-41C7-A78E-132B95B85A93}" type="datetimeFigureOut">
              <a:rPr lang="zh-TW" altLang="en-US" smtClean="0"/>
              <a:pPr/>
              <a:t>2013/8/6</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27143813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A5AD05B-68E9-41C7-A78E-132B95B85A93}" type="datetimeFigureOut">
              <a:rPr lang="zh-TW" altLang="en-US" smtClean="0"/>
              <a:pPr/>
              <a:t>2013/8/6</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03F334D-D64C-4820-97B7-4348007C2BCF}" type="slidenum">
              <a:rPr lang="zh-TW" altLang="en-US" smtClean="0"/>
              <a:pPr/>
              <a:t>‹#›</a:t>
            </a:fld>
            <a:endParaRPr lang="zh-TW" altLang="en-US"/>
          </a:p>
        </p:txBody>
      </p:sp>
    </p:spTree>
    <p:extLst>
      <p:ext uri="{BB962C8B-B14F-4D97-AF65-F5344CB8AC3E}">
        <p14:creationId xmlns:p14="http://schemas.microsoft.com/office/powerpoint/2010/main" xmlns="" val="576181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en-US" altLang="zh-TW" dirty="0" smtClean="0"/>
              <a:t>Divergence-based feature selection for separate classes</a:t>
            </a:r>
            <a:endParaRPr lang="zh-TW" altLang="en-US" dirty="0"/>
          </a:p>
        </p:txBody>
      </p:sp>
      <p:sp>
        <p:nvSpPr>
          <p:cNvPr id="3" name="副標題 2"/>
          <p:cNvSpPr>
            <a:spLocks noGrp="1"/>
          </p:cNvSpPr>
          <p:nvPr>
            <p:ph type="subTitle" idx="1"/>
          </p:nvPr>
        </p:nvSpPr>
        <p:spPr/>
        <p:txBody>
          <a:bodyPr>
            <a:normAutofit/>
          </a:bodyPr>
          <a:lstStyle/>
          <a:p>
            <a:r>
              <a:rPr lang="en-US" altLang="zh-TW" dirty="0" err="1" smtClean="0"/>
              <a:t>Yishi</a:t>
            </a:r>
            <a:r>
              <a:rPr lang="en-US" altLang="zh-TW" dirty="0" smtClean="0"/>
              <a:t> </a:t>
            </a:r>
            <a:r>
              <a:rPr lang="en-US" altLang="zh-TW" dirty="0" smtClean="0"/>
              <a:t>Zhang, </a:t>
            </a:r>
            <a:r>
              <a:rPr lang="en-US" altLang="zh-TW" dirty="0" err="1" smtClean="0"/>
              <a:t>Shujuan</a:t>
            </a:r>
            <a:r>
              <a:rPr lang="en-US" altLang="zh-TW" smtClean="0"/>
              <a:t> </a:t>
            </a:r>
            <a:r>
              <a:rPr lang="en-US" altLang="zh-TW" smtClean="0"/>
              <a:t>Li, </a:t>
            </a:r>
            <a:endParaRPr lang="en-US" altLang="zh-TW" dirty="0" smtClean="0"/>
          </a:p>
          <a:p>
            <a:r>
              <a:rPr lang="en-US" altLang="zh-TW" dirty="0" smtClean="0"/>
              <a:t> </a:t>
            </a:r>
            <a:r>
              <a:rPr lang="en-US" altLang="zh-TW" dirty="0" smtClean="0"/>
              <a:t>Teng Wang, </a:t>
            </a:r>
            <a:r>
              <a:rPr lang="en-US" altLang="zh-TW" dirty="0" err="1" smtClean="0"/>
              <a:t>Zigang</a:t>
            </a:r>
            <a:r>
              <a:rPr lang="en-US" altLang="zh-TW" dirty="0" smtClean="0"/>
              <a:t> </a:t>
            </a:r>
            <a:r>
              <a:rPr lang="en-US" altLang="zh-TW" dirty="0" smtClean="0"/>
              <a:t>Zhang</a:t>
            </a:r>
          </a:p>
          <a:p>
            <a:r>
              <a:rPr lang="en-US" altLang="zh-TW" dirty="0" err="1" smtClean="0"/>
              <a:t>Neurocomputing</a:t>
            </a:r>
            <a:r>
              <a:rPr lang="en-US" altLang="zh-TW" dirty="0" smtClean="0"/>
              <a:t> 101(2013) 32-42</a:t>
            </a:r>
            <a:endParaRPr lang="zh-TW" altLang="en-US" dirty="0"/>
          </a:p>
        </p:txBody>
      </p:sp>
      <p:sp>
        <p:nvSpPr>
          <p:cNvPr id="4" name="文字方塊 3"/>
          <p:cNvSpPr txBox="1"/>
          <p:nvPr/>
        </p:nvSpPr>
        <p:spPr>
          <a:xfrm>
            <a:off x="3851920" y="5698120"/>
            <a:ext cx="3600400" cy="646331"/>
          </a:xfrm>
          <a:prstGeom prst="rect">
            <a:avLst/>
          </a:prstGeom>
          <a:noFill/>
        </p:spPr>
        <p:txBody>
          <a:bodyPr wrap="square" rtlCol="0">
            <a:spAutoFit/>
          </a:bodyPr>
          <a:lstStyle/>
          <a:p>
            <a:r>
              <a:rPr lang="en-US" altLang="zh-TW" dirty="0" smtClean="0"/>
              <a:t>Date:2013/08/06</a:t>
            </a:r>
          </a:p>
          <a:p>
            <a:r>
              <a:rPr lang="zh-TW" altLang="en-US" dirty="0"/>
              <a:t>報告者</a:t>
            </a:r>
            <a:r>
              <a:rPr lang="en-US" altLang="zh-TW" dirty="0" smtClean="0"/>
              <a:t>:</a:t>
            </a:r>
            <a:r>
              <a:rPr lang="zh-TW" altLang="en-US" dirty="0" smtClean="0"/>
              <a:t>方鈞毅</a:t>
            </a:r>
            <a:endParaRPr lang="zh-TW" altLang="en-US" dirty="0"/>
          </a:p>
        </p:txBody>
      </p:sp>
    </p:spTree>
    <p:extLst>
      <p:ext uri="{BB962C8B-B14F-4D97-AF65-F5344CB8AC3E}">
        <p14:creationId xmlns:p14="http://schemas.microsoft.com/office/powerpoint/2010/main" xmlns="" val="1156258252"/>
      </p:ext>
    </p:extLst>
  </p:cSld>
  <p:clrMapOvr>
    <a:masterClrMapping/>
  </p:clrMapOvr>
  <p:transition>
    <p:cut/>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92500" lnSpcReduction="20000"/>
          </a:bodyPr>
          <a:lstStyle/>
          <a:p>
            <a:r>
              <a:rPr lang="en-US" altLang="zh-TW" dirty="0" smtClean="0"/>
              <a:t>Feature selection is one of the core issues in designing pattern recognition systems and has attracted considerable attention in the literature. Most of the feature selection methods in the literature only handle relevance and redundancy analysis from the point of view of the whole class, which neglects the relation of features and the separate classes. In this paper, we propose a novel feature selection framework to explicitly handle the  relevance and redundancy analysis for each class label. </a:t>
            </a:r>
          </a:p>
        </p:txBody>
      </p:sp>
    </p:spTree>
    <p:extLst>
      <p:ext uri="{BB962C8B-B14F-4D97-AF65-F5344CB8AC3E}">
        <p14:creationId xmlns:p14="http://schemas.microsoft.com/office/powerpoint/2010/main" xmlns="" val="3886943284"/>
      </p:ext>
    </p:extLst>
  </p:cSld>
  <p:clrMapOvr>
    <a:masterClrMapping/>
  </p:clrMapOvr>
  <p:transition>
    <p:cut/>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內容版面配置區 2"/>
          <p:cNvSpPr>
            <a:spLocks noGrp="1"/>
          </p:cNvSpPr>
          <p:nvPr>
            <p:ph idx="1"/>
          </p:nvPr>
        </p:nvSpPr>
        <p:spPr/>
        <p:txBody>
          <a:bodyPr>
            <a:normAutofit fontScale="85000" lnSpcReduction="10000"/>
          </a:bodyPr>
          <a:lstStyle/>
          <a:p>
            <a:r>
              <a:rPr lang="en-US" altLang="zh-TW" dirty="0" smtClean="0"/>
              <a:t>Then we propose two simple and effective feature selection algorithms based on this framework and Kullback–Leibler divergence. An empirical study is conducted to evaluate the efﬁciency and effectiveness of our algorithms comparing with ﬁve representative feature selection algorithms. </a:t>
            </a:r>
          </a:p>
          <a:p>
            <a:r>
              <a:rPr lang="en-US" altLang="zh-TW" dirty="0" smtClean="0"/>
              <a:t>Empirical results show that our proposed algorithms are efﬁcient and outperform the selected algorithms in most cases, and show the superiority of our proposed feature selection framework.</a:t>
            </a:r>
            <a:endParaRPr lang="zh-TW" altLang="en-US" dirty="0" smtClean="0"/>
          </a:p>
          <a:p>
            <a:endParaRPr lang="zh-TW" altLang="en-US" dirty="0"/>
          </a:p>
        </p:txBody>
      </p:sp>
    </p:spTree>
    <p:extLst>
      <p:ext uri="{BB962C8B-B14F-4D97-AF65-F5344CB8AC3E}">
        <p14:creationId xmlns:p14="http://schemas.microsoft.com/office/powerpoint/2010/main" xmlns="" val="2315760102"/>
      </p:ext>
    </p:extLst>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Two frameworks</a:t>
            </a:r>
            <a:endParaRPr lang="zh-TW" altLang="en-US" dirty="0"/>
          </a:p>
        </p:txBody>
      </p:sp>
      <p:sp>
        <p:nvSpPr>
          <p:cNvPr id="3" name="內容版面配置區 2"/>
          <p:cNvSpPr>
            <a:spLocks noGrp="1"/>
          </p:cNvSpPr>
          <p:nvPr>
            <p:ph idx="1"/>
          </p:nvPr>
        </p:nvSpPr>
        <p:spPr/>
        <p:txBody>
          <a:bodyPr/>
          <a:lstStyle/>
          <a:p>
            <a:r>
              <a:rPr lang="en-US" altLang="zh-TW" dirty="0" smtClean="0"/>
              <a:t>One simultaneously considers the relevance between the feature subset and the class and the redundancy among features in the set and scores candidate subsets by a unique criterion.</a:t>
            </a:r>
            <a:endParaRPr lang="zh-TW" alt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539552" y="3933056"/>
            <a:ext cx="7676500" cy="19704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306891062"/>
      </p:ext>
    </p:extLst>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Two frameworks</a:t>
            </a:r>
            <a:endParaRPr lang="zh-TW" altLang="en-US" dirty="0"/>
          </a:p>
        </p:txBody>
      </p:sp>
      <p:sp>
        <p:nvSpPr>
          <p:cNvPr id="3" name="內容版面配置區 2"/>
          <p:cNvSpPr>
            <a:spLocks noGrp="1"/>
          </p:cNvSpPr>
          <p:nvPr>
            <p:ph idx="1"/>
          </p:nvPr>
        </p:nvSpPr>
        <p:spPr/>
        <p:txBody>
          <a:bodyPr/>
          <a:lstStyle/>
          <a:p>
            <a:r>
              <a:rPr lang="en-US" altLang="zh-TW" dirty="0" smtClean="0"/>
              <a:t>decouples relevance and redundancy analysis and explicitly realizes them in two separate processes, and allows an individual search way in ﬁnding a subset rather than subset search.</a:t>
            </a:r>
            <a:endParaRPr lang="zh-TW" altLang="en-US" dirty="0"/>
          </a:p>
        </p:txBody>
      </p:sp>
      <p:pic>
        <p:nvPicPr>
          <p:cNvPr id="5" name="Picture 3"/>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95536" y="3933056"/>
            <a:ext cx="7920543" cy="223224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489341304"/>
      </p:ext>
    </p:extLst>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normAutofit fontScale="92500"/>
          </a:bodyPr>
          <a:lstStyle/>
          <a:p>
            <a:r>
              <a:rPr lang="en-US" altLang="zh-TW" dirty="0" smtClean="0"/>
              <a:t>one-step </a:t>
            </a:r>
          </a:p>
          <a:p>
            <a:pPr lvl="1"/>
            <a:r>
              <a:rPr lang="en-US" altLang="zh-TW" dirty="0" smtClean="0"/>
              <a:t>Correlation based Feature Selection (CFS) algorithm.</a:t>
            </a:r>
          </a:p>
          <a:p>
            <a:pPr lvl="1"/>
            <a:endParaRPr lang="en-US" altLang="zh-TW" dirty="0"/>
          </a:p>
          <a:p>
            <a:pPr lvl="1"/>
            <a:endParaRPr lang="en-US" altLang="zh-TW" dirty="0" smtClean="0"/>
          </a:p>
          <a:p>
            <a:pPr lvl="1"/>
            <a:endParaRPr lang="en-US" altLang="zh-TW" dirty="0"/>
          </a:p>
          <a:p>
            <a:pPr lvl="1"/>
            <a:endParaRPr lang="en-US" altLang="zh-TW" dirty="0" smtClean="0"/>
          </a:p>
          <a:p>
            <a:pPr lvl="1"/>
            <a:endParaRPr lang="en-US" altLang="zh-TW" dirty="0"/>
          </a:p>
          <a:p>
            <a:pPr lvl="1"/>
            <a:r>
              <a:rPr lang="zh-TW" altLang="en-US" dirty="0" smtClean="0"/>
              <a:t>須配合其他搜尋演算法，像是</a:t>
            </a:r>
            <a:r>
              <a:rPr lang="en-US" altLang="zh-TW" dirty="0" smtClean="0"/>
              <a:t>(Best-First search)</a:t>
            </a:r>
            <a:r>
              <a:rPr lang="zh-TW" altLang="en-US" dirty="0" smtClean="0"/>
              <a:t>，來挑選</a:t>
            </a:r>
            <a:r>
              <a:rPr lang="en-US" altLang="zh-TW" dirty="0" smtClean="0"/>
              <a:t>features.</a:t>
            </a:r>
          </a:p>
          <a:p>
            <a:pPr lvl="1"/>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43608" y="2852936"/>
            <a:ext cx="7248805" cy="197694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7738651"/>
      </p:ext>
    </p:extLst>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en-US" altLang="zh-TW" dirty="0" smtClean="0"/>
              <a:t>one-step</a:t>
            </a:r>
          </a:p>
          <a:p>
            <a:pPr lvl="1"/>
            <a:r>
              <a:rPr lang="en-US" altLang="zh-TW" dirty="0" smtClean="0"/>
              <a:t>minimal Redundancy but Maximal Relevance (mRMR)</a:t>
            </a:r>
          </a:p>
          <a:p>
            <a:pPr lvl="1"/>
            <a:endParaRPr lang="en-US" altLang="zh-TW" dirty="0"/>
          </a:p>
          <a:p>
            <a:pPr lvl="1"/>
            <a:endParaRPr lang="en-US" altLang="zh-TW" dirty="0" smtClean="0"/>
          </a:p>
          <a:p>
            <a:pPr lvl="1"/>
            <a:endParaRPr lang="en-US" altLang="zh-TW" dirty="0"/>
          </a:p>
          <a:p>
            <a:pPr lvl="1"/>
            <a:endParaRPr lang="en-US" altLang="zh-TW" dirty="0" smtClean="0"/>
          </a:p>
          <a:p>
            <a:pPr lvl="1"/>
            <a:r>
              <a:rPr lang="en-US" altLang="zh-TW" dirty="0" smtClean="0"/>
              <a:t>Conditional Mutual Information Maximin(CMIM)</a:t>
            </a:r>
            <a:endParaRPr lang="zh-TW" altLang="en-US" dirty="0" smtClean="0"/>
          </a:p>
          <a:p>
            <a:pPr lvl="1"/>
            <a:endParaRPr lang="zh-TW"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187624" y="3284984"/>
            <a:ext cx="6486525" cy="1457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4724021"/>
      </p:ext>
    </p:extLst>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r>
              <a:rPr lang="zh-TW" altLang="en-US" dirty="0" smtClean="0"/>
              <a:t>理論上</a:t>
            </a:r>
            <a:r>
              <a:rPr lang="en-US" altLang="zh-TW" dirty="0" smtClean="0"/>
              <a:t>one-step</a:t>
            </a:r>
            <a:r>
              <a:rPr lang="zh-TW" altLang="en-US" dirty="0" smtClean="0"/>
              <a:t>的架構是可以達到最佳解，但是須蒐尋完整的子集合</a:t>
            </a:r>
            <a:r>
              <a:rPr lang="en-US" altLang="zh-TW" dirty="0" smtClean="0"/>
              <a:t>(2</a:t>
            </a:r>
            <a:r>
              <a:rPr lang="en-US" altLang="zh-TW" baseline="30000" dirty="0" smtClean="0"/>
              <a:t>n</a:t>
            </a:r>
            <a:r>
              <a:rPr lang="en-US" altLang="zh-TW" dirty="0" smtClean="0"/>
              <a:t> -1),</a:t>
            </a:r>
            <a:r>
              <a:rPr lang="zh-TW" altLang="en-US" dirty="0" smtClean="0"/>
              <a:t> 且可能會面臨在兩個集合的分數相近時的取捨問題</a:t>
            </a:r>
            <a:endParaRPr lang="en-US" altLang="zh-TW" dirty="0" smtClean="0"/>
          </a:p>
          <a:p>
            <a:r>
              <a:rPr lang="en-US" altLang="zh-TW" dirty="0" smtClean="0"/>
              <a:t>two-step</a:t>
            </a:r>
          </a:p>
          <a:p>
            <a:pPr marL="0" indent="0">
              <a:buNone/>
            </a:pPr>
            <a:r>
              <a:rPr lang="en-US" altLang="zh-TW" dirty="0" smtClean="0"/>
              <a:t>	Fast Correlation Based Feature selection 	algorithm(FCBF).</a:t>
            </a:r>
          </a:p>
          <a:p>
            <a:pPr marL="0" indent="0">
              <a:buNone/>
            </a:pPr>
            <a:r>
              <a:rPr lang="en-US" altLang="zh-TW" dirty="0"/>
              <a:t>	</a:t>
            </a:r>
            <a:r>
              <a:rPr lang="en-US" altLang="zh-TW" dirty="0" smtClean="0"/>
              <a:t>FCBF applies the two-step scheme</a:t>
            </a:r>
          </a:p>
          <a:p>
            <a:pPr marL="0" indent="0">
              <a:buNone/>
            </a:pPr>
            <a:r>
              <a:rPr lang="en-US" altLang="zh-TW" dirty="0" smtClean="0"/>
              <a:t>	under Markov blanket theory.</a:t>
            </a:r>
          </a:p>
          <a:p>
            <a:endParaRPr lang="zh-TW" altLang="en-US" dirty="0"/>
          </a:p>
        </p:txBody>
      </p:sp>
    </p:spTree>
    <p:extLst>
      <p:ext uri="{BB962C8B-B14F-4D97-AF65-F5344CB8AC3E}">
        <p14:creationId xmlns:p14="http://schemas.microsoft.com/office/powerpoint/2010/main" xmlns="" val="962228345"/>
      </p:ext>
    </p:extLst>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Proposed </a:t>
            </a:r>
            <a:r>
              <a:rPr lang="en-US" altLang="zh-TW" dirty="0"/>
              <a:t>F</a:t>
            </a:r>
            <a:r>
              <a:rPr lang="en-US" altLang="zh-TW" dirty="0" smtClean="0"/>
              <a:t>ramework</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938" y="1389063"/>
            <a:ext cx="9126537" cy="4086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392590545"/>
      </p:ext>
    </p:extLst>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Proposed Algorithm</a:t>
            </a:r>
            <a:endParaRPr lang="zh-TW" altLang="en-US" dirty="0"/>
          </a:p>
        </p:txBody>
      </p:sp>
      <p:sp>
        <p:nvSpPr>
          <p:cNvPr id="3" name="內容版面配置區 2"/>
          <p:cNvSpPr>
            <a:spLocks noGrp="1"/>
          </p:cNvSpPr>
          <p:nvPr>
            <p:ph idx="1"/>
          </p:nvPr>
        </p:nvSpPr>
        <p:spPr/>
        <p:txBody>
          <a:bodyPr/>
          <a:lstStyle/>
          <a:p>
            <a:r>
              <a:rPr lang="en-US" altLang="zh-TW" dirty="0" smtClean="0"/>
              <a:t>DFSC: Divergence-based Feature selection for Separate Classes</a:t>
            </a:r>
          </a:p>
          <a:p>
            <a:r>
              <a:rPr lang="zh-TW" altLang="en-US" dirty="0"/>
              <a:t>對每一個</a:t>
            </a:r>
            <a:r>
              <a:rPr lang="en-US" altLang="zh-TW" dirty="0"/>
              <a:t>class</a:t>
            </a:r>
            <a:r>
              <a:rPr lang="zh-TW" altLang="en-US" dirty="0"/>
              <a:t>的每一個</a:t>
            </a:r>
            <a:r>
              <a:rPr lang="en-US" altLang="zh-TW" dirty="0"/>
              <a:t>feature</a:t>
            </a:r>
            <a:r>
              <a:rPr lang="zh-TW" altLang="en-US" dirty="0" smtClean="0"/>
              <a:t>作評估，較佳者保留。</a:t>
            </a:r>
            <a:endParaRPr lang="en-US" altLang="zh-TW" dirty="0" smtClean="0"/>
          </a:p>
          <a:p>
            <a:pPr lvl="1"/>
            <a:endParaRPr lang="zh-TW" altLang="en-US" dirty="0"/>
          </a:p>
        </p:txBody>
      </p:sp>
    </p:spTree>
    <p:extLst>
      <p:ext uri="{BB962C8B-B14F-4D97-AF65-F5344CB8AC3E}">
        <p14:creationId xmlns:p14="http://schemas.microsoft.com/office/powerpoint/2010/main" xmlns="" val="1218372100"/>
      </p:ext>
    </p:extLst>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smtClean="0"/>
              <a:t>評估方式</a:t>
            </a:r>
            <a:endParaRPr lang="zh-TW" altLang="en-US" dirty="0"/>
          </a:p>
        </p:txBody>
      </p:sp>
      <p:sp>
        <p:nvSpPr>
          <p:cNvPr id="3" name="內容版面配置區 2"/>
          <p:cNvSpPr>
            <a:spLocks noGrp="1"/>
          </p:cNvSpPr>
          <p:nvPr>
            <p:ph idx="1"/>
          </p:nvPr>
        </p:nvSpPr>
        <p:spPr/>
        <p:txBody>
          <a:bodyPr/>
          <a:lstStyle/>
          <a:p>
            <a:endParaRPr lang="en-US" altLang="zh-TW" dirty="0" smtClean="0"/>
          </a:p>
          <a:p>
            <a:r>
              <a:rPr lang="zh-TW" altLang="en-US" dirty="0"/>
              <a:t>其</a:t>
            </a:r>
            <a:r>
              <a:rPr lang="zh-TW" altLang="en-US" dirty="0" smtClean="0"/>
              <a:t>中</a:t>
            </a:r>
            <a:endParaRPr lang="en-US" altLang="zh-TW" dirty="0" smtClean="0"/>
          </a:p>
          <a:p>
            <a:endParaRPr lang="en-US" altLang="zh-TW" dirty="0"/>
          </a:p>
          <a:p>
            <a:endParaRPr lang="en-US" altLang="zh-TW" dirty="0" smtClean="0"/>
          </a:p>
          <a:p>
            <a:pPr lvl="1"/>
            <a:r>
              <a:rPr lang="el-GR" altLang="zh-TW" dirty="0" smtClean="0"/>
              <a:t>λ</a:t>
            </a:r>
            <a:r>
              <a:rPr lang="en-US" altLang="zh-TW" dirty="0" smtClean="0"/>
              <a:t>:</a:t>
            </a:r>
            <a:r>
              <a:rPr lang="zh-TW" altLang="en-US" dirty="0" smtClean="0"/>
              <a:t>參數</a:t>
            </a:r>
            <a:r>
              <a:rPr lang="en-US" altLang="zh-TW" dirty="0" smtClean="0"/>
              <a:t>, c</a:t>
            </a:r>
            <a:r>
              <a:rPr lang="en-US" altLang="zh-TW" baseline="-25000" dirty="0" smtClean="0"/>
              <a:t>i</a:t>
            </a:r>
            <a:r>
              <a:rPr lang="en-US" altLang="zh-TW" dirty="0" smtClean="0"/>
              <a:t> :</a:t>
            </a:r>
            <a:r>
              <a:rPr lang="zh-TW" altLang="en-US" dirty="0" smtClean="0"/>
              <a:t>目前的</a:t>
            </a:r>
            <a:r>
              <a:rPr lang="en-US" altLang="zh-TW" dirty="0" smtClean="0"/>
              <a:t>class,</a:t>
            </a:r>
            <a:r>
              <a:rPr lang="zh-TW" altLang="en-US" dirty="0" smtClean="0"/>
              <a:t> </a:t>
            </a:r>
            <a:r>
              <a:rPr lang="en-US" altLang="zh-TW" dirty="0" smtClean="0"/>
              <a:t>f</a:t>
            </a:r>
            <a:r>
              <a:rPr lang="en-US" altLang="zh-TW" baseline="-25000" dirty="0" smtClean="0"/>
              <a:t>G</a:t>
            </a:r>
            <a:r>
              <a:rPr lang="en-US" altLang="zh-TW" dirty="0" smtClean="0"/>
              <a:t> :</a:t>
            </a:r>
            <a:r>
              <a:rPr lang="zh-TW" altLang="en-US" dirty="0" smtClean="0"/>
              <a:t>目前選取到的</a:t>
            </a:r>
            <a:r>
              <a:rPr lang="en-US" altLang="zh-TW" dirty="0" smtClean="0"/>
              <a:t>feature set.</a:t>
            </a:r>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971599" y="1484784"/>
            <a:ext cx="3339763" cy="7850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16388" name="Picture 4"/>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1115616" y="2780928"/>
            <a:ext cx="6762750" cy="9239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95177152"/>
      </p:ext>
    </p:extLst>
  </p:cSld>
  <p:clrMapOvr>
    <a:masterClrMapping/>
  </p:clrMapOvr>
  <p:transition>
    <p:cu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smtClean="0"/>
              <a:t>The Kullback–Leibler (KL) divergence</a:t>
            </a:r>
            <a:endParaRPr lang="zh-TW" altLang="en-US" dirty="0"/>
          </a:p>
        </p:txBody>
      </p:sp>
      <p:sp>
        <p:nvSpPr>
          <p:cNvPr id="3" name="內容版面配置區 2"/>
          <p:cNvSpPr>
            <a:spLocks noGrp="1"/>
          </p:cNvSpPr>
          <p:nvPr>
            <p:ph idx="1"/>
          </p:nvPr>
        </p:nvSpPr>
        <p:spPr/>
        <p:txBody>
          <a:bodyPr/>
          <a:lstStyle/>
          <a:p>
            <a:r>
              <a:rPr lang="en-US" altLang="zh-TW" dirty="0"/>
              <a:t>p</a:t>
            </a:r>
            <a:r>
              <a:rPr lang="en-US" altLang="zh-TW" dirty="0" smtClean="0"/>
              <a:t>:</a:t>
            </a:r>
            <a:r>
              <a:rPr lang="zh-TW" altLang="en-US" dirty="0" smtClean="0"/>
              <a:t>真實分佈</a:t>
            </a:r>
            <a:endParaRPr lang="en-US" altLang="zh-TW" dirty="0" smtClean="0"/>
          </a:p>
          <a:p>
            <a:r>
              <a:rPr lang="en-US" altLang="zh-TW" dirty="0" smtClean="0"/>
              <a:t>q:</a:t>
            </a:r>
            <a:r>
              <a:rPr lang="zh-TW" altLang="en-US" dirty="0" smtClean="0"/>
              <a:t>數據理論產生的分佈</a:t>
            </a:r>
            <a:endParaRPr lang="en-US" altLang="zh-TW" dirty="0" smtClean="0"/>
          </a:p>
          <a:p>
            <a:r>
              <a:rPr lang="en-US" altLang="zh-TW" dirty="0" smtClean="0"/>
              <a:t>KL</a:t>
            </a:r>
            <a:r>
              <a:rPr lang="zh-TW" altLang="en-US" dirty="0" smtClean="0"/>
              <a:t>散度</a:t>
            </a:r>
            <a:r>
              <a:rPr lang="en-US" altLang="zh-TW" dirty="0" smtClean="0"/>
              <a:t>(KLD)</a:t>
            </a:r>
            <a:r>
              <a:rPr lang="zh-TW" altLang="en-US" dirty="0" smtClean="0"/>
              <a:t>愈小表示，預測的與實際的愈相近。</a:t>
            </a:r>
            <a:endParaRPr lang="zh-TW" alt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475655" y="4221088"/>
            <a:ext cx="5495815" cy="14235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210928939"/>
      </p:ext>
    </p:extLst>
  </p:cSld>
  <p:clrMapOvr>
    <a:masterClrMapping/>
  </p:clrMapOvr>
  <p:transition>
    <p:cut/>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043608" y="692696"/>
            <a:ext cx="7341453" cy="516096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002780815"/>
      </p:ext>
    </p:extLst>
  </p:cSld>
  <p:clrMapOvr>
    <a:masterClrMapping/>
  </p:clrMapOvr>
  <p:transition>
    <p:cut/>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smtClean="0"/>
              <a:t>Experimental</a:t>
            </a:r>
            <a:r>
              <a:rPr lang="zh-TW" altLang="en-US" dirty="0" smtClean="0"/>
              <a:t> </a:t>
            </a:r>
            <a:r>
              <a:rPr lang="en-US" altLang="zh-TW" dirty="0" smtClean="0"/>
              <a:t>Result</a:t>
            </a:r>
            <a:endParaRPr lang="zh-TW" altLang="en-US" dirty="0"/>
          </a:p>
        </p:txBody>
      </p:sp>
      <p:sp>
        <p:nvSpPr>
          <p:cNvPr id="3" name="內容版面配置區 2"/>
          <p:cNvSpPr>
            <a:spLocks noGrp="1"/>
          </p:cNvSpPr>
          <p:nvPr>
            <p:ph idx="1"/>
          </p:nvPr>
        </p:nvSpPr>
        <p:spPr/>
        <p:txBody>
          <a:bodyPr/>
          <a:lstStyle/>
          <a:p>
            <a:endParaRPr lang="zh-TW" altLang="en-US"/>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619671" y="1700808"/>
            <a:ext cx="6291025" cy="432616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629940011"/>
      </p:ext>
    </p:extLst>
  </p:cSld>
  <p:clrMapOvr>
    <a:masterClrMapping/>
  </p:clrMapOvr>
  <p:transition>
    <p:cut/>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dirty="0"/>
          </a:p>
        </p:txBody>
      </p:sp>
      <p:sp>
        <p:nvSpPr>
          <p:cNvPr id="3" name="內容版面配置區 2"/>
          <p:cNvSpPr>
            <a:spLocks noGrp="1"/>
          </p:cNvSpPr>
          <p:nvPr>
            <p:ph idx="1"/>
          </p:nvPr>
        </p:nvSpPr>
        <p:spPr/>
        <p:txBody>
          <a:bodyPr/>
          <a:lstStyle/>
          <a:p>
            <a:endParaRPr lang="zh-TW" altLang="en-US"/>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763688" y="1785938"/>
            <a:ext cx="6164718" cy="416334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842666981"/>
      </p:ext>
    </p:extLst>
  </p:cSld>
  <p:clrMapOvr>
    <a:masterClrMapping/>
  </p:clrMapOvr>
  <p:transition>
    <p:cut/>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755576" y="836712"/>
            <a:ext cx="7992752" cy="49143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70927515"/>
      </p:ext>
    </p:extLst>
  </p:cSld>
  <p:clrMapOvr>
    <a:masterClrMapping/>
  </p:clrMapOvr>
  <p:transition>
    <p:cut/>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547664" y="1340768"/>
            <a:ext cx="6336862" cy="468689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144977911"/>
      </p:ext>
    </p:extLst>
  </p:cSld>
  <p:clrMapOvr>
    <a:masterClrMapping/>
  </p:clrMapOvr>
  <p:transition>
    <p:cut/>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31640" y="980728"/>
            <a:ext cx="6811402" cy="504376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2112171954"/>
      </p:ext>
    </p:extLst>
  </p:cSld>
  <p:clrMapOvr>
    <a:masterClrMapping/>
  </p:clrMapOvr>
  <p:transition>
    <p:cut/>
  </p:transition>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309</TotalTime>
  <Words>409</Words>
  <Application>Microsoft Office PowerPoint</Application>
  <PresentationFormat>如螢幕大小 (4:3)</PresentationFormat>
  <Paragraphs>50</Paragraphs>
  <Slides>18</Slides>
  <Notes>0</Notes>
  <HiddenSlides>0</HiddenSlides>
  <MMClips>0</MMClips>
  <ScaleCrop>false</ScaleCrop>
  <HeadingPairs>
    <vt:vector size="4" baseType="variant">
      <vt:variant>
        <vt:lpstr>佈景主題</vt:lpstr>
      </vt:variant>
      <vt:variant>
        <vt:i4>1</vt:i4>
      </vt:variant>
      <vt:variant>
        <vt:lpstr>投影片標題</vt:lpstr>
      </vt:variant>
      <vt:variant>
        <vt:i4>18</vt:i4>
      </vt:variant>
    </vt:vector>
  </HeadingPairs>
  <TitlesOfParts>
    <vt:vector size="19" baseType="lpstr">
      <vt:lpstr>Office 佈景主題</vt:lpstr>
      <vt:lpstr>Divergence-based feature selection for separate classes</vt:lpstr>
      <vt:lpstr>Abstract</vt:lpstr>
      <vt:lpstr>Abstract</vt:lpstr>
      <vt:lpstr>Two frameworks</vt:lpstr>
      <vt:lpstr>Two frameworks</vt:lpstr>
      <vt:lpstr>投影片 6</vt:lpstr>
      <vt:lpstr>投影片 7</vt:lpstr>
      <vt:lpstr>投影片 8</vt:lpstr>
      <vt:lpstr>Proposed Framework</vt:lpstr>
      <vt:lpstr>Proposed Algorithm</vt:lpstr>
      <vt:lpstr>評估方式</vt:lpstr>
      <vt:lpstr>The Kullback–Leibler (KL) divergence</vt:lpstr>
      <vt:lpstr>投影片 13</vt:lpstr>
      <vt:lpstr>Experimental Result</vt:lpstr>
      <vt:lpstr>投影片 15</vt:lpstr>
      <vt:lpstr>投影片 16</vt:lpstr>
      <vt:lpstr>投影片 17</vt:lpstr>
      <vt:lpstr>投影片 18</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Divergence-based feature selection for separate classes</dc:title>
  <dc:creator>john</dc:creator>
  <cp:lastModifiedBy>admin</cp:lastModifiedBy>
  <cp:revision>14</cp:revision>
  <dcterms:created xsi:type="dcterms:W3CDTF">2013-08-06T05:32:17Z</dcterms:created>
  <dcterms:modified xsi:type="dcterms:W3CDTF">2013-08-06T12:37:20Z</dcterms:modified>
</cp:coreProperties>
</file>