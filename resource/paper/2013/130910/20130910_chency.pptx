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-114" y="-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 xmlns="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 xmlns="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 xmlns="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 xmlns="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pPr/>
              <a:t>9/10/2013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pPr/>
              <a:t>9/10/2013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 xmlns="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pPr/>
              <a:t>9/10/2013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 xmlns="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pPr/>
              <a:t>9/10/2013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pPr/>
              <a:t>9/10/2013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pPr/>
              <a:t>9/10/2013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pPr/>
              <a:t>9/10/2013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 xmlns="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pPr/>
              <a:t>9/10/2013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 xmlns="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 xmlns="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pPr/>
              <a:t>9/10/2013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 xmlns="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pPr/>
              <a:t>9/10/2013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pPr/>
              <a:t>9/10/2013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pPr/>
              <a:t>9/10/2013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 xmlns="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Overview OF Multicarrier CDMA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TW" b="1" i="1" dirty="0" err="1"/>
              <a:t>Shinsuke</a:t>
            </a:r>
            <a:r>
              <a:rPr lang="en-US" altLang="zh-TW" b="1" i="1" dirty="0"/>
              <a:t> Hara, Osaka University</a:t>
            </a:r>
          </a:p>
          <a:p>
            <a:r>
              <a:rPr lang="en-US" altLang="zh-TW" b="1" i="1" dirty="0" err="1"/>
              <a:t>Ramjee</a:t>
            </a:r>
            <a:r>
              <a:rPr lang="en-US" altLang="zh-TW" b="1" i="1" dirty="0"/>
              <a:t> Prasad, Delft University of </a:t>
            </a:r>
            <a:r>
              <a:rPr lang="en-US" altLang="zh-TW" b="1" i="1" dirty="0" smtClean="0"/>
              <a:t>Technology</a:t>
            </a:r>
            <a:endParaRPr lang="en-US" altLang="zh-TW" b="1" i="1" dirty="0"/>
          </a:p>
          <a:p>
            <a:r>
              <a:rPr lang="fr-FR" altLang="zh-TW" dirty="0"/>
              <a:t>IEEE Communications Magazine December </a:t>
            </a:r>
            <a:r>
              <a:rPr lang="fr-FR" altLang="zh-TW" dirty="0" smtClean="0"/>
              <a:t>1997</a:t>
            </a:r>
          </a:p>
          <a:p>
            <a:r>
              <a:rPr lang="fr-FR" altLang="zh-TW" b="1" i="1" dirty="0" smtClean="0"/>
              <a:t>Reporter : Cing-Yao Chen  2013/9/10</a:t>
            </a:r>
            <a:endParaRPr lang="en-US" altLang="zh-TW" b="1" i="1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603758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authors present an overview of new multiple access schemes based on a combination of code division and </a:t>
            </a:r>
            <a:r>
              <a:rPr lang="en-US" altLang="zh-TW" dirty="0" smtClean="0"/>
              <a:t>multicarrier techniques</a:t>
            </a:r>
            <a:r>
              <a:rPr lang="en-US" altLang="zh-TW" dirty="0"/>
              <a:t>, such as multicarrier code-division multiple access (MC-CDMA), multicarrier direct sequence </a:t>
            </a:r>
            <a:r>
              <a:rPr lang="en-US" altLang="zh-TW" dirty="0" smtClean="0"/>
              <a:t>CDMA (</a:t>
            </a:r>
            <a:r>
              <a:rPr lang="en-US" altLang="zh-TW" dirty="0"/>
              <a:t>multicarrier DS-CDMA), and </a:t>
            </a:r>
            <a:r>
              <a:rPr lang="en-US" altLang="zh-TW" dirty="0" err="1"/>
              <a:t>multitone</a:t>
            </a:r>
            <a:r>
              <a:rPr lang="en-US" altLang="zh-TW" dirty="0"/>
              <a:t> CDMA (MT-CDMA)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543564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?DMA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TDMA</a:t>
            </a:r>
          </a:p>
          <a:p>
            <a:pPr lvl="1"/>
            <a:r>
              <a:rPr lang="en-US" altLang="zh-TW" dirty="0" smtClean="0"/>
              <a:t>Time-division multiple access</a:t>
            </a:r>
          </a:p>
          <a:p>
            <a:r>
              <a:rPr lang="en-US" altLang="zh-TW" dirty="0" smtClean="0"/>
              <a:t>FDMA</a:t>
            </a:r>
          </a:p>
          <a:p>
            <a:pPr lvl="1"/>
            <a:r>
              <a:rPr lang="en-US" altLang="zh-TW" dirty="0" smtClean="0"/>
              <a:t>Frequency-division multiple access</a:t>
            </a:r>
          </a:p>
          <a:p>
            <a:r>
              <a:rPr lang="en-US" altLang="zh-TW" dirty="0" smtClean="0"/>
              <a:t>CDMA</a:t>
            </a:r>
          </a:p>
          <a:p>
            <a:pPr lvl="1"/>
            <a:r>
              <a:rPr lang="en-US" altLang="zh-TW" dirty="0" smtClean="0"/>
              <a:t>Code-division multiple access</a:t>
            </a:r>
          </a:p>
          <a:p>
            <a:pPr lvl="1"/>
            <a:endParaRPr lang="en-US" altLang="zh-TW" dirty="0"/>
          </a:p>
          <a:p>
            <a:r>
              <a:rPr lang="en-US" altLang="zh-TW" dirty="0" smtClean="0"/>
              <a:t>DS-</a:t>
            </a:r>
          </a:p>
          <a:p>
            <a:pPr lvl="1"/>
            <a:r>
              <a:rPr lang="en-US" altLang="zh-TW" dirty="0" smtClean="0"/>
              <a:t>Direct sequence</a:t>
            </a:r>
          </a:p>
          <a:p>
            <a:r>
              <a:rPr lang="en-US" altLang="zh-TW" dirty="0" smtClean="0"/>
              <a:t>FH-</a:t>
            </a:r>
          </a:p>
          <a:p>
            <a:pPr lvl="1"/>
            <a:r>
              <a:rPr lang="en-US" altLang="zh-TW" dirty="0" smtClean="0"/>
              <a:t>Frequency hopping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244742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DMA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TDMA</a:t>
            </a:r>
          </a:p>
          <a:p>
            <a:pPr lvl="1"/>
            <a:r>
              <a:rPr lang="en-US" altLang="zh-TW" dirty="0" smtClean="0"/>
              <a:t>Time-division multiple access</a:t>
            </a:r>
          </a:p>
          <a:p>
            <a:r>
              <a:rPr lang="en-US" altLang="zh-TW" dirty="0" smtClean="0"/>
              <a:t>FDMA</a:t>
            </a:r>
          </a:p>
          <a:p>
            <a:pPr lvl="1"/>
            <a:r>
              <a:rPr lang="en-US" altLang="zh-TW" dirty="0" smtClean="0"/>
              <a:t>Frequency-division multiple access</a:t>
            </a:r>
          </a:p>
          <a:p>
            <a:r>
              <a:rPr lang="en-US" altLang="zh-TW" dirty="0" smtClean="0"/>
              <a:t>CDMA</a:t>
            </a:r>
          </a:p>
          <a:p>
            <a:pPr lvl="1"/>
            <a:r>
              <a:rPr lang="en-US" altLang="zh-TW" dirty="0" smtClean="0"/>
              <a:t>Code-division multiple access</a:t>
            </a:r>
          </a:p>
          <a:p>
            <a:pPr lvl="1"/>
            <a:endParaRPr lang="en-US" altLang="zh-TW" dirty="0"/>
          </a:p>
          <a:p>
            <a:r>
              <a:rPr lang="en-US" altLang="zh-TW" dirty="0" smtClean="0"/>
              <a:t>DS-</a:t>
            </a:r>
          </a:p>
          <a:p>
            <a:pPr lvl="1"/>
            <a:r>
              <a:rPr lang="en-US" altLang="zh-TW" dirty="0" smtClean="0"/>
              <a:t>Direct sequence</a:t>
            </a:r>
          </a:p>
          <a:p>
            <a:r>
              <a:rPr lang="en-US" altLang="zh-TW" dirty="0" smtClean="0"/>
              <a:t>FH-</a:t>
            </a:r>
          </a:p>
          <a:p>
            <a:pPr lvl="1"/>
            <a:r>
              <a:rPr lang="en-US" altLang="zh-TW" dirty="0" smtClean="0"/>
              <a:t>Frequency hopping</a:t>
            </a:r>
            <a:endParaRPr lang="zh-TW" altLang="en-US" dirty="0"/>
          </a:p>
        </p:txBody>
      </p:sp>
      <p:pic>
        <p:nvPicPr>
          <p:cNvPr id="1026" name="Picture 2" descr="File:Tdma-frame-struc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05369" y="1462645"/>
            <a:ext cx="6257925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983563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FDMA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TDMA</a:t>
            </a:r>
          </a:p>
          <a:p>
            <a:pPr lvl="1"/>
            <a:r>
              <a:rPr lang="en-US" altLang="zh-TW" dirty="0" smtClean="0"/>
              <a:t>Time-division multiple access</a:t>
            </a:r>
          </a:p>
          <a:p>
            <a:r>
              <a:rPr lang="en-US" altLang="zh-TW" dirty="0" smtClean="0"/>
              <a:t>FDMA</a:t>
            </a:r>
          </a:p>
          <a:p>
            <a:pPr lvl="1"/>
            <a:r>
              <a:rPr lang="en-US" altLang="zh-TW" dirty="0" smtClean="0"/>
              <a:t>Frequency-division multiple access</a:t>
            </a:r>
          </a:p>
          <a:p>
            <a:r>
              <a:rPr lang="en-US" altLang="zh-TW" dirty="0" smtClean="0"/>
              <a:t>CDMA</a:t>
            </a:r>
          </a:p>
          <a:p>
            <a:pPr lvl="1"/>
            <a:r>
              <a:rPr lang="en-US" altLang="zh-TW" dirty="0" smtClean="0"/>
              <a:t>Code-division multiple access</a:t>
            </a:r>
          </a:p>
          <a:p>
            <a:pPr lvl="1"/>
            <a:endParaRPr lang="en-US" altLang="zh-TW" dirty="0"/>
          </a:p>
          <a:p>
            <a:r>
              <a:rPr lang="en-US" altLang="zh-TW" dirty="0" smtClean="0"/>
              <a:t>DS-</a:t>
            </a:r>
          </a:p>
          <a:p>
            <a:pPr lvl="1"/>
            <a:r>
              <a:rPr lang="en-US" altLang="zh-TW" dirty="0" smtClean="0"/>
              <a:t>Direct sequence</a:t>
            </a:r>
          </a:p>
          <a:p>
            <a:r>
              <a:rPr lang="en-US" altLang="zh-TW" dirty="0" smtClean="0"/>
              <a:t>FH-</a:t>
            </a:r>
          </a:p>
          <a:p>
            <a:pPr lvl="1"/>
            <a:r>
              <a:rPr lang="en-US" altLang="zh-TW" dirty="0" smtClean="0"/>
              <a:t>Frequency hopping</a:t>
            </a:r>
            <a:endParaRPr lang="zh-TW" altLang="en-US" dirty="0"/>
          </a:p>
        </p:txBody>
      </p:sp>
      <p:pic>
        <p:nvPicPr>
          <p:cNvPr id="2050" name="Picture 2" descr="http://www.cs.nccu.edu.tw/~lien/Lib/Image/Cellular/fdma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43618" y="104774"/>
            <a:ext cx="8343900" cy="606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43251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</a:t>
            </a:r>
            <a:r>
              <a:rPr lang="en-US" altLang="zh-TW" dirty="0" smtClean="0"/>
              <a:t>DMA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TDMA</a:t>
            </a:r>
          </a:p>
          <a:p>
            <a:pPr lvl="1"/>
            <a:r>
              <a:rPr lang="en-US" altLang="zh-TW" dirty="0" smtClean="0"/>
              <a:t>Time-division multiple access</a:t>
            </a:r>
          </a:p>
          <a:p>
            <a:r>
              <a:rPr lang="en-US" altLang="zh-TW" dirty="0" smtClean="0"/>
              <a:t>FDMA</a:t>
            </a:r>
          </a:p>
          <a:p>
            <a:pPr lvl="1"/>
            <a:r>
              <a:rPr lang="en-US" altLang="zh-TW" dirty="0" smtClean="0"/>
              <a:t>Frequency-division multiple access</a:t>
            </a:r>
          </a:p>
          <a:p>
            <a:r>
              <a:rPr lang="en-US" altLang="zh-TW" dirty="0" smtClean="0"/>
              <a:t>CDMA</a:t>
            </a:r>
          </a:p>
          <a:p>
            <a:pPr lvl="1"/>
            <a:r>
              <a:rPr lang="en-US" altLang="zh-TW" dirty="0" smtClean="0"/>
              <a:t>Code-division multiple access</a:t>
            </a:r>
          </a:p>
          <a:p>
            <a:pPr lvl="1"/>
            <a:endParaRPr lang="en-US" altLang="zh-TW" dirty="0"/>
          </a:p>
          <a:p>
            <a:r>
              <a:rPr lang="en-US" altLang="zh-TW" dirty="0" smtClean="0"/>
              <a:t>DS-</a:t>
            </a:r>
          </a:p>
          <a:p>
            <a:pPr lvl="1"/>
            <a:r>
              <a:rPr lang="en-US" altLang="zh-TW" dirty="0" smtClean="0"/>
              <a:t>Direct sequence</a:t>
            </a:r>
          </a:p>
          <a:p>
            <a:r>
              <a:rPr lang="en-US" altLang="zh-TW" dirty="0" smtClean="0"/>
              <a:t>FH-</a:t>
            </a:r>
          </a:p>
          <a:p>
            <a:pPr lvl="1"/>
            <a:r>
              <a:rPr lang="en-US" altLang="zh-TW" dirty="0" smtClean="0"/>
              <a:t>Frequency hopping</a:t>
            </a:r>
            <a:endParaRPr lang="zh-TW" altLang="en-US" dirty="0"/>
          </a:p>
        </p:txBody>
      </p:sp>
      <p:pic>
        <p:nvPicPr>
          <p:cNvPr id="3074" name="Picture 2" descr="Generation of a CDMA sig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66472" y="3067693"/>
            <a:ext cx="7143750" cy="280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034745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DS-CDMA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28603002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DS-CDMA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093976"/>
            <a:ext cx="8840627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50442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DS-CDMA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987" y="3175000"/>
            <a:ext cx="9858375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4869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DS-CDMA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8444" y="2120900"/>
            <a:ext cx="6441462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42786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MC-CDMA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7917" y="2120900"/>
            <a:ext cx="5882515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5980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MC-CDMA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6320" y="2949146"/>
            <a:ext cx="10185710" cy="239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7864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MC-CDMA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3457" y="2120900"/>
            <a:ext cx="5531435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75725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Detection strategies </a:t>
            </a:r>
            <a:r>
              <a:rPr lang="en-US" altLang="zh-TW" dirty="0"/>
              <a:t>comparison.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902" y="1820973"/>
            <a:ext cx="5964196" cy="479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12687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CONCLuSIONS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This </a:t>
            </a:r>
            <a:r>
              <a:rPr lang="en-US" altLang="zh-TW" dirty="0"/>
              <a:t>article reviews the Multi-Carrier-based CDMA schemes such as MC-CDMA, Multicarrier DS-CDMA and </a:t>
            </a:r>
            <a:r>
              <a:rPr lang="en-US" altLang="zh-TW" dirty="0" err="1" smtClean="0"/>
              <a:t>Multitone</a:t>
            </a:r>
            <a:r>
              <a:rPr lang="en-US" altLang="zh-TW" dirty="0" smtClean="0"/>
              <a:t> CDMA</a:t>
            </a:r>
            <a:r>
              <a:rPr lang="en-US" altLang="zh-TW" dirty="0"/>
              <a:t>, and discusses their advantages and disadvantages</a:t>
            </a:r>
            <a:r>
              <a:rPr lang="en-US" altLang="zh-TW" dirty="0" smtClean="0"/>
              <a:t>, with </a:t>
            </a:r>
            <a:r>
              <a:rPr lang="en-US" altLang="zh-TW" dirty="0"/>
              <a:t>a normal DS-CDMA scheme. Computer </a:t>
            </a:r>
            <a:r>
              <a:rPr lang="en-US" altLang="zh-TW" dirty="0" smtClean="0"/>
              <a:t>simulation results </a:t>
            </a:r>
            <a:r>
              <a:rPr lang="en-US" altLang="zh-TW" dirty="0"/>
              <a:t>have shown that the MC-CDMA scheme with </a:t>
            </a:r>
            <a:r>
              <a:rPr lang="en-US" altLang="zh-TW" dirty="0" smtClean="0"/>
              <a:t>MMSEC is </a:t>
            </a:r>
            <a:r>
              <a:rPr lang="en-US" altLang="zh-TW" dirty="0"/>
              <a:t>a promising protocol in a 2-path frequency selective </a:t>
            </a:r>
            <a:r>
              <a:rPr lang="en-US" altLang="zh-TW" dirty="0" smtClean="0"/>
              <a:t>slow Rayleigh </a:t>
            </a:r>
            <a:r>
              <a:rPr lang="en-US" altLang="zh-TW" dirty="0"/>
              <a:t>fading channel. </a:t>
            </a:r>
            <a:endParaRPr lang="en-US" altLang="zh-TW" dirty="0" smtClean="0"/>
          </a:p>
          <a:p>
            <a:r>
              <a:rPr lang="en-US" altLang="zh-TW" dirty="0" smtClean="0"/>
              <a:t>However</a:t>
            </a:r>
            <a:r>
              <a:rPr lang="en-US" altLang="zh-TW" dirty="0"/>
              <a:t>, more detailed </a:t>
            </a:r>
            <a:r>
              <a:rPr lang="en-US" altLang="zh-TW" dirty="0" smtClean="0"/>
              <a:t>discussions and </a:t>
            </a:r>
            <a:r>
              <a:rPr lang="en-US" altLang="zh-TW" dirty="0"/>
              <a:t>analyses using different multipath delay profiles </a:t>
            </a:r>
            <a:r>
              <a:rPr lang="en-US" altLang="zh-TW" dirty="0" smtClean="0"/>
              <a:t>are required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0753280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刻字型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TC103090434[[fn=木頭類型]]</Template>
  <TotalTime>111</TotalTime>
  <Words>230</Words>
  <Application>Microsoft Office PowerPoint</Application>
  <PresentationFormat>自訂</PresentationFormat>
  <Paragraphs>66</Paragraphs>
  <Slides>15</Slides>
  <Notes>0</Notes>
  <HiddenSlides>1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木刻字型</vt:lpstr>
      <vt:lpstr>Overview OF Multicarrier CDMA</vt:lpstr>
      <vt:lpstr>ABSTRACT</vt:lpstr>
      <vt:lpstr>?DMA</vt:lpstr>
      <vt:lpstr>TDMA</vt:lpstr>
      <vt:lpstr>FDMA</vt:lpstr>
      <vt:lpstr>CDMA</vt:lpstr>
      <vt:lpstr>DS-CDMA</vt:lpstr>
      <vt:lpstr>DS-CDMA</vt:lpstr>
      <vt:lpstr>DS-CDMA</vt:lpstr>
      <vt:lpstr>DS-CDMA</vt:lpstr>
      <vt:lpstr>MC-CDMA</vt:lpstr>
      <vt:lpstr>MC-CDMA</vt:lpstr>
      <vt:lpstr>MC-CDMA</vt:lpstr>
      <vt:lpstr>Detection strategies comparison.</vt:lpstr>
      <vt:lpstr>CONCLuSIONS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Multicarrier CDMA</dc:title>
  <dc:creator>Pichu</dc:creator>
  <cp:lastModifiedBy>admin</cp:lastModifiedBy>
  <cp:revision>9</cp:revision>
  <dcterms:created xsi:type="dcterms:W3CDTF">2013-09-10T10:01:48Z</dcterms:created>
  <dcterms:modified xsi:type="dcterms:W3CDTF">2013-09-10T12:55:32Z</dcterms:modified>
</cp:coreProperties>
</file>