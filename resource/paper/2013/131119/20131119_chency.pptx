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61" r:id="rId9"/>
    <p:sldId id="262" r:id="rId10"/>
  </p:sldIdLst>
  <p:sldSz cx="9144000" cy="6858000" type="overhead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8025" autoAdjust="0"/>
    <p:restoredTop sz="94660"/>
  </p:normalViewPr>
  <p:slideViewPr>
    <p:cSldViewPr snapToGrid="0">
      <p:cViewPr varScale="1">
        <p:scale>
          <a:sx n="73" d="100"/>
          <a:sy n="73" d="100"/>
        </p:scale>
        <p:origin x="-35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34694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4299697"/>
            <a:ext cx="7667244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484779"/>
            <a:ext cx="7667244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7236911" y="4068923"/>
            <a:ext cx="810678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=""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47522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8B07-2C06-4CF2-8E91-F7385E71E2CB}" type="datetimeFigureOut">
              <a:rPr lang="en-US" dirty="0"/>
              <a:pPr/>
              <a:t>11/19/2013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4289334"/>
            <a:ext cx="895401" cy="640080"/>
          </a:xfrm>
        </p:spPr>
        <p:txBody>
          <a:bodyPr/>
          <a:lstStyle>
            <a:lvl1pPr>
              <a:defRPr sz="2800" b="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36D4-0671-4B70-A95D-BFBC9A35DA5B}" type="datetimeFigureOut">
              <a:rPr lang="en-US" dirty="0"/>
              <a:pPr/>
              <a:t>11/19/2013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/>
          <a:p>
            <a:fld id="{DDD67DAC-232D-4042-B5C0-E64770A42A28}" type="datetimeFigureOut">
              <a:rPr lang="en-US" dirty="0"/>
              <a:pPr/>
              <a:t>11/19/2013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6272785"/>
            <a:ext cx="4745736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73049" y="2325848"/>
            <a:ext cx="810678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=""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2506133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2194560"/>
            <a:ext cx="356616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2194560"/>
            <a:ext cx="356616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ECD2C-79BD-4B90-B3FA-E3B19B3FF97B}" type="datetimeFigureOut">
              <a:rPr lang="en-US" dirty="0"/>
              <a:pPr/>
              <a:t>11/19/2013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743200"/>
            <a:ext cx="356616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2048256"/>
            <a:ext cx="356616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743200"/>
            <a:ext cx="356616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FDB6-7A26-4DBB-9BB0-088C0534314D}" type="datetimeFigureOut">
              <a:rPr lang="en-US" dirty="0"/>
              <a:pPr/>
              <a:t>11/19/2013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C72F-E0F0-449A-A903-6D7865ED3EFA}" type="datetimeFigureOut">
              <a:rPr lang="en-US" dirty="0"/>
              <a:pPr/>
              <a:t>11/19/2013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207D-C9F3-42EA-960B-DC9955B358C7}" type="datetimeFigureOut">
              <a:rPr lang="en-US" dirty="0"/>
              <a:pPr/>
              <a:t>11/19/2013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27A6-8947-4115-8D9E-E89B1EC0518D}" type="datetimeFigureOut">
              <a:rPr lang="en-US" dirty="0"/>
              <a:pPr/>
              <a:t>11/19/2013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=""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60A6F-F31A-4CA3-B222-0B3C224FF998}" type="datetimeFigureOut">
              <a:rPr lang="en-US" dirty="0"/>
              <a:pPr/>
              <a:t>11/19/2013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=""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069D4-B020-4602-B87C-B094679675DF}" type="datetimeFigureOut">
              <a:rPr lang="en-US" dirty="0"/>
              <a:pPr/>
              <a:t>11/19/2013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11EA-3D59-4DFE-9385-0A032B3191AF}" type="datetimeFigureOut">
              <a:rPr lang="en-US" dirty="0"/>
              <a:pPr/>
              <a:t>11/19/2013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2121408"/>
            <a:ext cx="75438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48A1663-7765-4EF4-B97F-A02E70C6265E}" type="datetimeFigureOut">
              <a:rPr lang="en-US" dirty="0"/>
              <a:pPr/>
              <a:t>11/19/2013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6229681"/>
            <a:ext cx="3429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=""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800" dirty="0"/>
              <a:t>Acceleration of sequence clustering using </a:t>
            </a:r>
            <a:r>
              <a:rPr lang="en-US" altLang="zh-TW" sz="4800" dirty="0" smtClean="0"/>
              <a:t>longest common </a:t>
            </a:r>
            <a:r>
              <a:rPr lang="en-US" altLang="zh-TW" sz="4800" dirty="0"/>
              <a:t>subsequence filtering</a:t>
            </a:r>
            <a:endParaRPr lang="zh-TW" altLang="en-US" sz="48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6278499" cy="180594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err="1"/>
              <a:t>Youhei</a:t>
            </a:r>
            <a:r>
              <a:rPr lang="en-US" altLang="zh-TW" dirty="0"/>
              <a:t> </a:t>
            </a:r>
            <a:r>
              <a:rPr lang="en-US" altLang="zh-TW" dirty="0" err="1" smtClean="0"/>
              <a:t>Namiki</a:t>
            </a:r>
            <a:r>
              <a:rPr lang="en-US" altLang="zh-TW" dirty="0" smtClean="0"/>
              <a:t>, </a:t>
            </a:r>
            <a:r>
              <a:rPr lang="en-US" altLang="zh-TW" dirty="0"/>
              <a:t>Takashi </a:t>
            </a:r>
            <a:r>
              <a:rPr lang="en-US" altLang="zh-TW" dirty="0" smtClean="0"/>
              <a:t>Ishida, </a:t>
            </a:r>
            <a:r>
              <a:rPr lang="en-US" altLang="zh-TW" dirty="0"/>
              <a:t>Yutaka </a:t>
            </a:r>
            <a:r>
              <a:rPr lang="en-US" altLang="zh-TW" dirty="0" smtClean="0"/>
              <a:t>Akiyama</a:t>
            </a:r>
            <a:endParaRPr lang="en-US" altLang="zh-TW" dirty="0"/>
          </a:p>
          <a:p>
            <a:r>
              <a:rPr lang="en-US" altLang="zh-TW" dirty="0"/>
              <a:t>From The 2012 International Conference on Intelligent </a:t>
            </a:r>
            <a:r>
              <a:rPr lang="en-US" altLang="zh-TW" dirty="0" smtClean="0"/>
              <a:t>Computing</a:t>
            </a:r>
            <a:endParaRPr lang="en-US" altLang="zh-TW" dirty="0"/>
          </a:p>
          <a:p>
            <a:r>
              <a:rPr lang="en-US" altLang="zh-TW" dirty="0" err="1"/>
              <a:t>Huangshan</a:t>
            </a:r>
            <a:r>
              <a:rPr lang="en-US" altLang="zh-TW" dirty="0"/>
              <a:t>, China. 25-29 July </a:t>
            </a:r>
            <a:r>
              <a:rPr lang="en-US" altLang="zh-TW" dirty="0" smtClean="0"/>
              <a:t>2012</a:t>
            </a:r>
          </a:p>
          <a:p>
            <a:r>
              <a:rPr lang="en-US" altLang="zh-TW" dirty="0" smtClean="0"/>
              <a:t>Reporter : </a:t>
            </a:r>
            <a:r>
              <a:rPr lang="en-US" altLang="zh-TW" dirty="0" err="1" smtClean="0"/>
              <a:t>Cing</a:t>
            </a:r>
            <a:r>
              <a:rPr lang="en-US" altLang="zh-TW" dirty="0" smtClean="0"/>
              <a:t>-Yao Chen  Date : 2013/11/19</a:t>
            </a:r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53371233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02386" y="1534332"/>
            <a:ext cx="7543800" cy="4610436"/>
          </a:xfrm>
        </p:spPr>
        <p:txBody>
          <a:bodyPr>
            <a:noAutofit/>
          </a:bodyPr>
          <a:lstStyle/>
          <a:p>
            <a:r>
              <a:rPr lang="en-US" altLang="zh-TW" sz="2800" dirty="0"/>
              <a:t>Background: Huge numbers of genomes can now be sequenced rapidly with recent improvements in </a:t>
            </a:r>
            <a:r>
              <a:rPr lang="en-US" altLang="zh-TW" sz="2800" dirty="0" smtClean="0"/>
              <a:t>sequencing throughput</a:t>
            </a:r>
            <a:r>
              <a:rPr lang="en-US" altLang="zh-TW" sz="2800" dirty="0"/>
              <a:t>. However, data analysis methods have not kept up, making it difficult to process the vast amounts </a:t>
            </a:r>
            <a:r>
              <a:rPr lang="en-US" altLang="zh-TW" sz="2800" dirty="0" smtClean="0"/>
              <a:t>of available </a:t>
            </a:r>
            <a:r>
              <a:rPr lang="en-US" altLang="zh-TW" sz="2800" dirty="0"/>
              <a:t>sequence data. This increased processing time is especially critical in DNA sequence clustering because </a:t>
            </a:r>
            <a:r>
              <a:rPr lang="en-US" altLang="zh-TW" sz="2800" dirty="0" smtClean="0"/>
              <a:t>of the </a:t>
            </a:r>
            <a:r>
              <a:rPr lang="en-US" altLang="zh-TW" sz="2800" dirty="0"/>
              <a:t>intrinsic difficulty in parallelization. Thus, there is a strong demand for a faster clustering algorithm</a:t>
            </a:r>
            <a:r>
              <a:rPr lang="en-US" altLang="zh-TW" sz="2800" dirty="0" smtClean="0"/>
              <a:t>.</a:t>
            </a:r>
            <a:endParaRPr lang="en-US" altLang="zh-TW" sz="2800" dirty="0"/>
          </a:p>
        </p:txBody>
      </p:sp>
    </p:spTree>
    <p:extLst>
      <p:ext uri="{BB962C8B-B14F-4D97-AF65-F5344CB8AC3E}">
        <p14:creationId xmlns="" xmlns:p14="http://schemas.microsoft.com/office/powerpoint/2010/main" val="781929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2800" dirty="0" smtClean="0"/>
              <a:t>Results: We developed a new fast DNA sequence clustering method called LCS-HIT, based on the popular CD-HIT program. The proposed method uses a novel filtering technique based on the longest common subsequence to identify similar sequence pairs. This filtering technique makes the LCS-HIT considerably faster than CD-HIT, without loss of sensitivity. For a dataset of two million DNA sequences, our method was approximately 7.1, 4.4, and 2.2 times faster than CD-HIT for 100, 150, and 400 bases, respectively.</a:t>
            </a:r>
          </a:p>
          <a:p>
            <a:endParaRPr lang="zh-TW" alt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sz="3200" dirty="0" smtClean="0"/>
              <a:t>Conclusions: The LCS-HIT clustering program, using a novel filtering technique based on the longest common subsequence, is significantly faster than CD-HIT without compromising clustering accuracy. Moreover, the filtering technique itself is independent from the CD-HIT algorithm. Thus, this technique can be applied to similar clustering algorithms.</a:t>
            </a:r>
            <a:endParaRPr lang="zh-TW" altLang="en-US" sz="3200" dirty="0" smtClean="0"/>
          </a:p>
          <a:p>
            <a:endParaRPr lang="zh-TW" altLang="en-US" sz="2800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Background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基因組定序速度很快，但是分析很慢。</a:t>
            </a:r>
            <a:endParaRPr lang="en-US" altLang="zh-TW" dirty="0" smtClean="0"/>
          </a:p>
          <a:p>
            <a:r>
              <a:rPr lang="zh-TW" altLang="en-US" dirty="0" smtClean="0"/>
              <a:t>通常定序出來一條序列約</a:t>
            </a:r>
            <a:r>
              <a:rPr lang="en-US" altLang="zh-TW" dirty="0" smtClean="0"/>
              <a:t>150</a:t>
            </a:r>
            <a:r>
              <a:rPr lang="zh-TW" altLang="en-US" dirty="0" smtClean="0"/>
              <a:t>個鹼基，但是會有約</a:t>
            </a:r>
            <a:r>
              <a:rPr lang="en-US" altLang="zh-TW" dirty="0" smtClean="0"/>
              <a:t>1</a:t>
            </a:r>
            <a:r>
              <a:rPr lang="zh-TW" altLang="en-US" dirty="0" smtClean="0"/>
              <a:t>千萬個序列。</a:t>
            </a:r>
            <a:endParaRPr lang="en-US" altLang="zh-TW" dirty="0" smtClean="0"/>
          </a:p>
          <a:p>
            <a:r>
              <a:rPr lang="en-US" altLang="zh-TW" dirty="0" smtClean="0"/>
              <a:t>CD-HIT</a:t>
            </a:r>
          </a:p>
          <a:p>
            <a:pPr lvl="1"/>
            <a:r>
              <a:rPr lang="zh-TW" altLang="en-US" dirty="0" smtClean="0"/>
              <a:t>利用序列特性進行分群的軟體</a:t>
            </a:r>
            <a:endParaRPr lang="en-US" altLang="zh-TW" dirty="0"/>
          </a:p>
          <a:p>
            <a:pPr lvl="1"/>
            <a:r>
              <a:rPr lang="en-US" altLang="zh-TW" dirty="0"/>
              <a:t>Cd-hit: a fast program for clustering and comparing large sets of protein or nucleotide </a:t>
            </a:r>
            <a:r>
              <a:rPr lang="en-US" altLang="zh-TW" dirty="0" smtClean="0"/>
              <a:t>sequences</a:t>
            </a:r>
            <a:r>
              <a:rPr lang="zh-TW" altLang="en-US" dirty="0" smtClean="0"/>
              <a:t> </a:t>
            </a:r>
            <a:r>
              <a:rPr lang="en-US" altLang="zh-TW" dirty="0"/>
              <a:t>(Bioinformatics (2006</a:t>
            </a:r>
            <a:r>
              <a:rPr lang="en-US" altLang="zh-TW" dirty="0" smtClean="0"/>
              <a:t>)</a:t>
            </a:r>
            <a:r>
              <a:rPr lang="zh-TW" altLang="en-US" dirty="0" smtClean="0"/>
              <a:t> 被引用</a:t>
            </a:r>
            <a:r>
              <a:rPr lang="en-US" altLang="zh-TW" dirty="0" smtClean="0"/>
              <a:t>1220</a:t>
            </a:r>
            <a:r>
              <a:rPr lang="zh-TW" altLang="en-US" dirty="0" smtClean="0"/>
              <a:t>次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 smtClean="0"/>
              <a:t>需要兩天來對</a:t>
            </a:r>
            <a:r>
              <a:rPr lang="en-US" altLang="zh-TW" dirty="0" smtClean="0"/>
              <a:t>1</a:t>
            </a:r>
            <a:r>
              <a:rPr lang="zh-TW" altLang="en-US" dirty="0" smtClean="0"/>
              <a:t>千萬個序列作分群。</a:t>
            </a:r>
            <a:endParaRPr lang="en-US" altLang="zh-TW" dirty="0" smtClean="0"/>
          </a:p>
          <a:p>
            <a:pPr lvl="1"/>
            <a:r>
              <a:rPr lang="zh-TW" altLang="en-US" dirty="0"/>
              <a:t>原</a:t>
            </a:r>
            <a:r>
              <a:rPr lang="zh-TW" altLang="en-US" dirty="0" smtClean="0"/>
              <a:t>論文跑</a:t>
            </a:r>
            <a:r>
              <a:rPr lang="en-US" altLang="zh-TW" dirty="0" smtClean="0"/>
              <a:t>3</a:t>
            </a:r>
            <a:r>
              <a:rPr lang="zh-TW" altLang="en-US" dirty="0" smtClean="0"/>
              <a:t>百萬個序列約</a:t>
            </a:r>
            <a:r>
              <a:rPr lang="en-US" altLang="zh-TW" dirty="0" smtClean="0"/>
              <a:t>7</a:t>
            </a:r>
            <a:r>
              <a:rPr lang="zh-TW" altLang="en-US" dirty="0" smtClean="0"/>
              <a:t>小時</a:t>
            </a:r>
            <a:r>
              <a:rPr lang="en-US" altLang="zh-TW" dirty="0" smtClean="0"/>
              <a:t>30</a:t>
            </a:r>
            <a:r>
              <a:rPr lang="zh-TW" altLang="en-US" dirty="0" smtClean="0"/>
              <a:t>分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在原論文中並沒有很詳細的討論實作，只有談到利用</a:t>
            </a:r>
            <a:r>
              <a:rPr lang="en-US" altLang="zh-TW" dirty="0" smtClean="0"/>
              <a:t>index table</a:t>
            </a:r>
            <a:r>
              <a:rPr lang="zh-TW" altLang="en-US" dirty="0" smtClean="0"/>
              <a:t>進行實作。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="" xmlns:p14="http://schemas.microsoft.com/office/powerpoint/2010/main" val="146284128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LCS-HIT</a:t>
            </a:r>
            <a:endParaRPr lang="zh-TW" altLang="en-US" dirty="0"/>
          </a:p>
        </p:txBody>
      </p:sp>
      <p:pic>
        <p:nvPicPr>
          <p:cNvPr id="2050" name="Picture 2" descr="http://www.biomedcentral.com/content/figures/1471-2105-14-S8-S7-1-l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695" y="589135"/>
            <a:ext cx="4283524" cy="568756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0" y="1909141"/>
            <a:ext cx="5936240" cy="45243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solidFill>
                  <a:srgbClr val="000000"/>
                </a:solidFill>
                <a:latin typeface="Verdana" panose="020B0604030504040204" pitchFamily="34" charset="0"/>
              </a:rPr>
              <a:t>bit-parallel LCS-length </a:t>
            </a:r>
            <a:endParaRPr lang="en-US" altLang="zh-TW" sz="280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altLang="zh-TW" sz="2800" dirty="0" smtClean="0"/>
              <a:t> </a:t>
            </a:r>
            <a:r>
              <a:rPr lang="en-US" altLang="zh-TW" sz="2800" dirty="0"/>
              <a:t>computation algorithms </a:t>
            </a:r>
            <a:endParaRPr lang="en-US" altLang="zh-TW" sz="2800" dirty="0" smtClean="0"/>
          </a:p>
          <a:p>
            <a:r>
              <a:rPr lang="en-US" altLang="zh-TW" sz="2800" dirty="0" smtClean="0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 </a:t>
            </a:r>
            <a:r>
              <a:rPr lang="en-US" altLang="zh-TW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O(n)</a:t>
            </a:r>
          </a:p>
          <a:p>
            <a:r>
              <a:rPr lang="en-US" altLang="zh-TW" sz="28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LLCS </a:t>
            </a:r>
            <a:r>
              <a:rPr lang="en-US" altLang="zh-TW" sz="2800" dirty="0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 O(</a:t>
            </a:r>
            <a:r>
              <a:rPr lang="el-GR" altLang="zh-TW" sz="2800" dirty="0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σ⌈</a:t>
            </a:r>
            <a:r>
              <a:rPr lang="en-US" altLang="zh-TW" sz="2800" dirty="0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m/</a:t>
            </a:r>
            <a:r>
              <a:rPr lang="en-US" altLang="zh-TW" sz="2800" dirty="0" err="1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w⌉n</a:t>
            </a:r>
            <a:r>
              <a:rPr lang="en-US" altLang="zh-TW" sz="2800" dirty="0" smtClean="0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)</a:t>
            </a:r>
          </a:p>
          <a:p>
            <a:r>
              <a:rPr lang="en-US" altLang="zh-TW" sz="2800" dirty="0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pattern of length m in a text of </a:t>
            </a:r>
            <a:endParaRPr lang="en-US" altLang="zh-TW" sz="2800" dirty="0" smtClean="0">
              <a:solidFill>
                <a:srgbClr val="000000"/>
              </a:solidFill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r>
              <a:rPr lang="en-US" altLang="zh-TW" sz="2800" dirty="0" smtClean="0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length </a:t>
            </a:r>
            <a:r>
              <a:rPr lang="en-US" altLang="zh-TW" sz="2800" dirty="0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n in </a:t>
            </a:r>
            <a:r>
              <a:rPr lang="en-US" altLang="zh-TW" sz="2800" dirty="0" smtClean="0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time</a:t>
            </a:r>
          </a:p>
          <a:p>
            <a:r>
              <a:rPr lang="en-US" altLang="zh-TW" sz="2800" dirty="0" smtClean="0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w is the </a:t>
            </a:r>
            <a:r>
              <a:rPr lang="en-US" altLang="zh-TW" sz="2800" dirty="0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number of bits in the </a:t>
            </a:r>
            <a:endParaRPr lang="en-US" altLang="zh-TW" sz="2800" dirty="0" smtClean="0">
              <a:solidFill>
                <a:srgbClr val="000000"/>
              </a:solidFill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r>
              <a:rPr lang="en-US" altLang="zh-TW" sz="2800" dirty="0" smtClean="0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computer </a:t>
            </a:r>
            <a:r>
              <a:rPr lang="en-US" altLang="zh-TW" sz="2800" dirty="0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word</a:t>
            </a:r>
            <a:endParaRPr lang="en-US" altLang="zh-TW" sz="2800" dirty="0" smtClean="0">
              <a:solidFill>
                <a:srgbClr val="000000"/>
              </a:solidFill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r>
              <a:rPr lang="en-US" altLang="zh-TW" sz="2800" dirty="0" err="1"/>
              <a:t>Hyyro's</a:t>
            </a:r>
            <a:r>
              <a:rPr lang="en-US" altLang="zh-TW" sz="2800" dirty="0"/>
              <a:t> bit-parallel</a:t>
            </a:r>
            <a:endParaRPr lang="en-US" altLang="zh-TW" sz="2800" dirty="0" smtClean="0">
              <a:solidFill>
                <a:srgbClr val="000000"/>
              </a:solidFill>
              <a:latin typeface="Verdana" panose="020B0604030504040204" pitchFamily="34" charset="0"/>
              <a:sym typeface="Wingdings" panose="05000000000000000000" pitchFamily="2" charset="2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latin typeface="Verdana" panose="020B0604030504040204" pitchFamily="34" charset="0"/>
                <a:sym typeface="Wingdings" panose="05000000000000000000" pitchFamily="2" charset="2"/>
              </a:rPr>
              <a:t> </a:t>
            </a:r>
            <a:endParaRPr lang="en-US" altLang="zh-TW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102299" y="6172201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sz="1200" dirty="0"/>
              <a:t>Increased Bit-Parallelism for </a:t>
            </a:r>
            <a:r>
              <a:rPr lang="zh-TW" altLang="en-US" sz="1200" dirty="0" smtClean="0"/>
              <a:t>Approximate String </a:t>
            </a:r>
            <a:r>
              <a:rPr lang="zh-TW" altLang="en-US" sz="1200" dirty="0"/>
              <a:t>Matching</a:t>
            </a:r>
          </a:p>
        </p:txBody>
      </p:sp>
    </p:spTree>
    <p:extLst>
      <p:ext uri="{BB962C8B-B14F-4D97-AF65-F5344CB8AC3E}">
        <p14:creationId xmlns="" xmlns:p14="http://schemas.microsoft.com/office/powerpoint/2010/main" val="6692907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3432" y="2093976"/>
            <a:ext cx="3122754" cy="1229360"/>
          </a:xfrm>
          <a:prstGeom prst="rect">
            <a:avLst/>
          </a:prstGeom>
        </p:spPr>
      </p:pic>
      <p:pic>
        <p:nvPicPr>
          <p:cNvPr id="3074" name="Picture 2" descr="http://www.biomedcentral.com/content/figures/1471-2105-14-S8-S7-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86" y="2121409"/>
            <a:ext cx="4286250" cy="348615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432" y="3703320"/>
            <a:ext cx="3126122" cy="12440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1568234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481" y="2519699"/>
            <a:ext cx="7543800" cy="325370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292714" y="5773401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Roche/454</a:t>
            </a:r>
          </a:p>
        </p:txBody>
      </p:sp>
      <p:pic>
        <p:nvPicPr>
          <p:cNvPr id="4098" name="Picture 2" descr="http://lh6.ggpht.com/_e2FZPby36p0/SwiQLPWFh_I/AAAAAAAADV4/ijIXZ1qQnIg/s800/genome_sequencer_flx_sys2_600px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779" y="374904"/>
            <a:ext cx="1371600" cy="1828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upload.wikimedia.org/wikipedia/commons/thumb/7/7b/Illumina_MiSeq_sequencer.jpg/220px-Illumina_MiSeq_sequencer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766" y="632078"/>
            <a:ext cx="1571625" cy="157162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87836528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=""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2481" y="2519699"/>
            <a:ext cx="7543800" cy="325370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292714" y="5773401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Roche/454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468" y="252593"/>
            <a:ext cx="2028825" cy="57054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093" y="262116"/>
            <a:ext cx="714375" cy="56864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5441463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刻字型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TC103090434[[fn=木頭類型]]</Template>
  <TotalTime>334</TotalTime>
  <Words>413</Words>
  <Application>Microsoft Office PowerPoint</Application>
  <PresentationFormat>投影片</PresentationFormat>
  <Paragraphs>35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木刻字型</vt:lpstr>
      <vt:lpstr>Acceleration of sequence clustering using longest common subsequence filtering</vt:lpstr>
      <vt:lpstr>Abstract</vt:lpstr>
      <vt:lpstr>投影片 3</vt:lpstr>
      <vt:lpstr>投影片 4</vt:lpstr>
      <vt:lpstr>Background</vt:lpstr>
      <vt:lpstr>LCS-HIT</vt:lpstr>
      <vt:lpstr>Result</vt:lpstr>
      <vt:lpstr>Result</vt:lpstr>
      <vt:lpstr>Result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Acceleration of sequence clustering using longest common subsequence filtering</dc:title>
  <dc:creator>Pichu</dc:creator>
  <cp:lastModifiedBy>admin</cp:lastModifiedBy>
  <cp:revision>14</cp:revision>
  <dcterms:created xsi:type="dcterms:W3CDTF">2013-11-19T06:30:36Z</dcterms:created>
  <dcterms:modified xsi:type="dcterms:W3CDTF">2013-11-19T12:08:06Z</dcterms:modified>
</cp:coreProperties>
</file>