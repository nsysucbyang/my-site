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12"/>
  </p:notesMasterIdLst>
  <p:sldIdLst>
    <p:sldId id="271" r:id="rId2"/>
    <p:sldId id="269" r:id="rId3"/>
    <p:sldId id="275" r:id="rId4"/>
    <p:sldId id="270" r:id="rId5"/>
    <p:sldId id="276" r:id="rId6"/>
    <p:sldId id="277" r:id="rId7"/>
    <p:sldId id="272" r:id="rId8"/>
    <p:sldId id="273" r:id="rId9"/>
    <p:sldId id="274" r:id="rId10"/>
    <p:sldId id="266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44" autoAdjust="0"/>
  </p:normalViewPr>
  <p:slideViewPr>
    <p:cSldViewPr>
      <p:cViewPr varScale="1">
        <p:scale>
          <a:sx n="105" d="100"/>
          <a:sy n="105" d="100"/>
        </p:scale>
        <p:origin x="-115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50DA3-8C64-4E5B-BDA5-39D7F6F297B3}" type="datetimeFigureOut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8B9CE-08CF-4B6F-9C3E-B7375A4C73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1243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C8B9CE-08CF-4B6F-9C3E-B7375A4C738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482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4349E23-CAB4-4AC9-B1D3-C404B2A8D45F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71DFF-2CB7-4FC6-91FC-EBD2965FCB4C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14E302B-8F0F-4B7D-A730-DCE5C2323F11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0131-A4A2-4A69-B3F2-90ED77FF9466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6B7E-71A5-4D99-9CC4-40B53F247A97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E7F3-7DB6-4F10-B662-1BB4DA84A4BE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B8DB-8BC9-41EC-B5F5-E5E6ABA62F7F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F484-157B-4B35-94F1-5570E486B3AD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3F45-D604-43A9-A433-05546504FCCF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E615-6024-424D-A3D3-43BCAFFE1C3E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65A4-4175-4F2F-9EB2-09251561B7EC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4E302B-8F0F-4B7D-A730-DCE5C2323F11}" type="datetime1">
              <a:rPr lang="zh-TW" altLang="en-US" smtClean="0"/>
              <a:t>2013/12/11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String-to-String Correction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de-DE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ea typeface="微軟正黑體" pitchFamily="34" charset="-120"/>
                <a:cs typeface="Times New Roman" pitchFamily="18" charset="0"/>
              </a:rPr>
              <a:t>Robert A. Wagner &amp; Michael J. Fischer</a:t>
            </a: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ea typeface="微軟正黑體" pitchFamily="34" charset="-120"/>
                <a:cs typeface="Times New Roman" pitchFamily="18" charset="0"/>
              </a:rPr>
              <a:t/>
            </a:r>
            <a:b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ea typeface="微軟正黑體" pitchFamily="34" charset="-120"/>
                <a:cs typeface="Times New Roman" pitchFamily="18" charset="0"/>
              </a:rPr>
            </a:b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Journal of the Association for Computing </a:t>
            </a:r>
            <a:r>
              <a:rPr lang="en-US" altLang="zh-TW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Machinery, vol. 21, No. 1, p.p. 168-173, January 1974</a:t>
            </a:r>
            <a:endParaRPr lang="en-US" altLang="zh-TW" sz="1200" dirty="0" smtClean="0">
              <a:solidFill>
                <a:schemeClr val="tx1">
                  <a:lumMod val="65000"/>
                  <a:lumOff val="3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48064" y="5805264"/>
            <a:ext cx="30780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TW" sz="14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itchFamily="18" charset="0"/>
              </a:rPr>
              <a:t>Presenter: Chun-</a:t>
            </a:r>
            <a:r>
              <a:rPr lang="en-US" altLang="zh-TW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Times New Roman" pitchFamily="18" charset="0"/>
              </a:rPr>
              <a:t>Chieh</a:t>
            </a:r>
            <a:r>
              <a:rPr lang="en-US" altLang="zh-TW" sz="14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itchFamily="18" charset="0"/>
              </a:rPr>
              <a:t> Tai</a:t>
            </a:r>
          </a:p>
          <a:p>
            <a:pPr algn="r"/>
            <a:r>
              <a:rPr lang="en-US" altLang="zh-TW" sz="14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itchFamily="18" charset="0"/>
              </a:rPr>
              <a:t>Date: December 11, 2013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4753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/>
              <a:t>The string-to-string correction problem is to determine  the distance between two strings </a:t>
            </a:r>
            <a:r>
              <a:rPr lang="en-US" altLang="zh-TW" dirty="0" smtClean="0"/>
              <a:t>as </a:t>
            </a:r>
            <a:r>
              <a:rPr lang="en-US" altLang="zh-TW" dirty="0"/>
              <a:t>measured by the minimum cost sequence of "edit operations" needed to change the one string </a:t>
            </a:r>
            <a:r>
              <a:rPr lang="en-US" altLang="zh-TW" dirty="0" smtClean="0"/>
              <a:t>into </a:t>
            </a:r>
            <a:r>
              <a:rPr lang="en-US" altLang="zh-TW" dirty="0"/>
              <a:t>the other. The edit operations investigated allow changing one symbol of a string into another </a:t>
            </a:r>
            <a:r>
              <a:rPr lang="en-US" altLang="zh-TW" dirty="0" smtClean="0"/>
              <a:t>single </a:t>
            </a:r>
            <a:r>
              <a:rPr lang="en-US" altLang="zh-TW" dirty="0"/>
              <a:t>symbol, deleting one symbol from a string, or inserting a single symbol into a string. An </a:t>
            </a:r>
            <a:r>
              <a:rPr lang="en-US" altLang="zh-TW" dirty="0" smtClean="0"/>
              <a:t>algorithm </a:t>
            </a:r>
            <a:r>
              <a:rPr lang="en-US" altLang="zh-TW" dirty="0"/>
              <a:t>is presented which solves this problem in time proportional to the product of the lengths of </a:t>
            </a:r>
            <a:r>
              <a:rPr lang="en-US" altLang="zh-TW" dirty="0" smtClean="0"/>
              <a:t>the </a:t>
            </a:r>
            <a:r>
              <a:rPr lang="en-US" altLang="zh-TW" dirty="0"/>
              <a:t>two strings. Possible applications are to the problems of automatic spelling correction and  </a:t>
            </a:r>
            <a:r>
              <a:rPr lang="en-US" altLang="zh-TW" dirty="0" smtClean="0"/>
              <a:t>determining </a:t>
            </a:r>
            <a:r>
              <a:rPr lang="en-US" altLang="zh-TW" dirty="0"/>
              <a:t>the longest subsequence of characters common to two strings.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8558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three editing </a:t>
            </a:r>
            <a:r>
              <a:rPr lang="en-US" altLang="zh-TW" dirty="0"/>
              <a:t>operations are:</a:t>
            </a:r>
          </a:p>
          <a:p>
            <a:pPr lvl="1"/>
            <a:r>
              <a:rPr lang="en-US" altLang="zh-TW" b="1" dirty="0"/>
              <a:t>changing</a:t>
            </a:r>
            <a:r>
              <a:rPr lang="en-US" altLang="zh-TW" dirty="0"/>
              <a:t> one character to another single character</a:t>
            </a:r>
          </a:p>
          <a:p>
            <a:pPr lvl="1"/>
            <a:r>
              <a:rPr lang="en-US" altLang="zh-TW" b="1" dirty="0"/>
              <a:t>deleting</a:t>
            </a:r>
            <a:r>
              <a:rPr lang="en-US" altLang="zh-TW" dirty="0"/>
              <a:t> one character from the given string</a:t>
            </a:r>
          </a:p>
          <a:p>
            <a:pPr lvl="1"/>
            <a:r>
              <a:rPr lang="en-US" altLang="zh-TW" b="1" dirty="0"/>
              <a:t>inserting</a:t>
            </a:r>
            <a:r>
              <a:rPr lang="en-US" altLang="zh-TW" dirty="0"/>
              <a:t> a single character into the given string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/>
              <a:t>kitten</a:t>
            </a:r>
            <a:r>
              <a:rPr lang="zh-TW" altLang="en-US" dirty="0"/>
              <a:t>轉成</a:t>
            </a:r>
            <a:r>
              <a:rPr lang="en-US" altLang="zh-TW" dirty="0"/>
              <a:t>sitting</a:t>
            </a:r>
            <a:r>
              <a:rPr lang="zh-TW" altLang="en-US" dirty="0"/>
              <a:t>：</a:t>
            </a:r>
          </a:p>
          <a:p>
            <a:pPr lvl="1"/>
            <a:r>
              <a:rPr lang="en-US" altLang="zh-TW" dirty="0" err="1"/>
              <a:t>sitten</a:t>
            </a:r>
            <a:r>
              <a:rPr lang="en-US" altLang="zh-TW" dirty="0"/>
              <a:t> </a:t>
            </a:r>
            <a:r>
              <a:rPr lang="zh-TW" altLang="en-US" dirty="0"/>
              <a:t>（</a:t>
            </a:r>
            <a:r>
              <a:rPr lang="en-US" altLang="zh-TW" dirty="0" err="1"/>
              <a:t>k→s</a:t>
            </a:r>
            <a:r>
              <a:rPr lang="zh-TW" altLang="en-US" dirty="0" smtClean="0"/>
              <a:t>） </a:t>
            </a:r>
            <a:r>
              <a:rPr lang="en-US" altLang="zh-TW" dirty="0" smtClean="0"/>
              <a:t>// change</a:t>
            </a:r>
            <a:endParaRPr lang="zh-TW" altLang="en-US" dirty="0"/>
          </a:p>
          <a:p>
            <a:pPr lvl="1"/>
            <a:r>
              <a:rPr lang="en-US" altLang="zh-TW" dirty="0" err="1"/>
              <a:t>sittin</a:t>
            </a:r>
            <a:r>
              <a:rPr lang="en-US" altLang="zh-TW" dirty="0"/>
              <a:t> </a:t>
            </a:r>
            <a:r>
              <a:rPr lang="zh-TW" altLang="en-US" dirty="0"/>
              <a:t>（</a:t>
            </a:r>
            <a:r>
              <a:rPr lang="en-US" altLang="zh-TW" dirty="0" err="1"/>
              <a:t>e→i</a:t>
            </a:r>
            <a:r>
              <a:rPr lang="zh-TW" altLang="en-US" dirty="0" smtClean="0"/>
              <a:t>）  </a:t>
            </a:r>
            <a:r>
              <a:rPr lang="en-US" altLang="zh-TW" dirty="0" smtClean="0"/>
              <a:t>// change</a:t>
            </a:r>
            <a:endParaRPr lang="zh-TW" altLang="en-US" dirty="0"/>
          </a:p>
          <a:p>
            <a:pPr lvl="1"/>
            <a:r>
              <a:rPr lang="en-US" altLang="zh-TW" dirty="0"/>
              <a:t>sitting </a:t>
            </a:r>
            <a:r>
              <a:rPr lang="zh-TW" altLang="en-US" dirty="0"/>
              <a:t>（→</a:t>
            </a:r>
            <a:r>
              <a:rPr lang="en-US" altLang="zh-TW" dirty="0" smtClean="0"/>
              <a:t>g</a:t>
            </a:r>
            <a:r>
              <a:rPr lang="zh-TW" altLang="en-US" dirty="0" smtClean="0"/>
              <a:t>） </a:t>
            </a:r>
            <a:r>
              <a:rPr lang="en-US" altLang="zh-TW" dirty="0" smtClean="0"/>
              <a:t>// insert</a:t>
            </a:r>
            <a:endParaRPr lang="zh-TW" altLang="en-US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5441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Edit Distance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We let the edit distance δ(A,B) from string A to string B be the minimum cost trace of all sequences of edit operations which transform A into B.</a:t>
            </a:r>
          </a:p>
          <a:p>
            <a:r>
              <a:rPr lang="en-US" altLang="zh-TW" dirty="0"/>
              <a:t>δ(A,B)=min {γ(T) | T is a trace from A to B}, where A and B are two strings, and γ id a cost function.</a:t>
            </a:r>
          </a:p>
          <a:p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" t="5437" r="1438" b="2517"/>
          <a:stretch/>
        </p:blipFill>
        <p:spPr bwMode="auto">
          <a:xfrm>
            <a:off x="827584" y="3356992"/>
            <a:ext cx="4961299" cy="1738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群組 3"/>
          <p:cNvGrpSpPr/>
          <p:nvPr/>
        </p:nvGrpSpPr>
        <p:grpSpPr>
          <a:xfrm>
            <a:off x="6192178" y="3743585"/>
            <a:ext cx="2664296" cy="482540"/>
            <a:chOff x="7791061" y="3770704"/>
            <a:chExt cx="3356020" cy="607821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171"/>
            <a:stretch/>
          </p:blipFill>
          <p:spPr bwMode="auto">
            <a:xfrm>
              <a:off x="7791061" y="3770704"/>
              <a:ext cx="2844417" cy="303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4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929" t="-195"/>
            <a:stretch/>
          </p:blipFill>
          <p:spPr bwMode="auto">
            <a:xfrm>
              <a:off x="7791061" y="4074318"/>
              <a:ext cx="3356020" cy="304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群組 7"/>
          <p:cNvGrpSpPr/>
          <p:nvPr/>
        </p:nvGrpSpPr>
        <p:grpSpPr>
          <a:xfrm>
            <a:off x="827584" y="5095258"/>
            <a:ext cx="7722984" cy="1178389"/>
            <a:chOff x="827584" y="5095258"/>
            <a:chExt cx="7722984" cy="1178389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095258"/>
              <a:ext cx="6440413" cy="1178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文字方塊 5"/>
            <p:cNvSpPr txBox="1"/>
            <p:nvPr/>
          </p:nvSpPr>
          <p:spPr>
            <a:xfrm>
              <a:off x="7524325" y="5095258"/>
              <a:ext cx="10262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ym typeface="Wingdings" panose="05000000000000000000" pitchFamily="2" charset="2"/>
                </a:rPr>
                <a:t></a:t>
              </a:r>
              <a:r>
                <a:rPr lang="en-US" altLang="zh-TW" dirty="0" smtClean="0"/>
                <a:t>change</a:t>
              </a:r>
              <a:endParaRPr lang="zh-TW" altLang="en-US" dirty="0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7524326" y="5499786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ym typeface="Wingdings" panose="05000000000000000000" pitchFamily="2" charset="2"/>
                </a:rPr>
                <a:t></a:t>
              </a:r>
              <a:r>
                <a:rPr lang="en-US" altLang="zh-TW" dirty="0" smtClean="0"/>
                <a:t>delete</a:t>
              </a:r>
              <a:endParaRPr lang="zh-TW" altLang="en-US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7524326" y="5904315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>
                  <a:sym typeface="Wingdings" panose="05000000000000000000" pitchFamily="2" charset="2"/>
                </a:rPr>
                <a:t></a:t>
              </a:r>
              <a:r>
                <a:rPr lang="en-US" altLang="zh-TW" dirty="0" smtClean="0"/>
                <a:t>insert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7933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74390121"/>
              </p:ext>
            </p:extLst>
          </p:nvPr>
        </p:nvGraphicFramePr>
        <p:xfrm>
          <a:off x="1113028" y="3284984"/>
          <a:ext cx="691794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743"/>
                <a:gridCol w="864743"/>
                <a:gridCol w="864743"/>
                <a:gridCol w="864743"/>
                <a:gridCol w="864743"/>
                <a:gridCol w="864743"/>
                <a:gridCol w="864743"/>
                <a:gridCol w="864743"/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k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內容版面配置區 2"/>
          <p:cNvSpPr txBox="1">
            <a:spLocks/>
          </p:cNvSpPr>
          <p:nvPr/>
        </p:nvSpPr>
        <p:spPr>
          <a:xfrm>
            <a:off x="457200" y="1219200"/>
            <a:ext cx="8229600" cy="220980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/>
              <a:t>kitten -&gt; sitting</a:t>
            </a:r>
          </a:p>
          <a:p>
            <a:r>
              <a:rPr lang="en-US" altLang="zh-TW" dirty="0" smtClean="0"/>
              <a:t>D(</a:t>
            </a:r>
            <a:r>
              <a:rPr lang="en-US" altLang="zh-TW" dirty="0" err="1" smtClean="0"/>
              <a:t>i,j</a:t>
            </a:r>
            <a:r>
              <a:rPr lang="en-US" altLang="zh-TW" dirty="0" smtClean="0"/>
              <a:t>)=min{D(i-1,j-1)+0,	// if A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                 D(i-1,j-1)+1,	// change</a:t>
            </a:r>
          </a:p>
          <a:p>
            <a:r>
              <a:rPr lang="en-US" altLang="zh-TW" dirty="0" smtClean="0"/>
              <a:t>                 D(i-1,j)+1,</a:t>
            </a:r>
            <a:r>
              <a:rPr lang="en-US" altLang="zh-TW" dirty="0"/>
              <a:t> </a:t>
            </a:r>
            <a:r>
              <a:rPr lang="en-US" altLang="zh-TW" dirty="0" smtClean="0"/>
              <a:t>	// delete</a:t>
            </a:r>
            <a:br>
              <a:rPr lang="en-US" altLang="zh-TW" dirty="0" smtClean="0"/>
            </a:br>
            <a:r>
              <a:rPr lang="en-US" altLang="zh-TW" dirty="0" smtClean="0"/>
              <a:t>                 D(i,j-1)+1}	// insert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25703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457200" y="1219200"/>
            <a:ext cx="8229600" cy="220980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/>
              <a:t>kitten -&gt; sitting</a:t>
            </a:r>
          </a:p>
          <a:p>
            <a:r>
              <a:rPr lang="en-US" altLang="zh-TW" dirty="0" smtClean="0"/>
              <a:t>D(</a:t>
            </a:r>
            <a:r>
              <a:rPr lang="en-US" altLang="zh-TW" dirty="0" err="1" smtClean="0"/>
              <a:t>i,j</a:t>
            </a:r>
            <a:r>
              <a:rPr lang="en-US" altLang="zh-TW" dirty="0" smtClean="0"/>
              <a:t>)=min{D(i-1,j-1)+0,	// if A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B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                 D(i-1,j-1)+1,	// change</a:t>
            </a:r>
          </a:p>
          <a:p>
            <a:r>
              <a:rPr lang="en-US" altLang="zh-TW" dirty="0" smtClean="0"/>
              <a:t>                 D(i-1,j)+1,</a:t>
            </a:r>
            <a:r>
              <a:rPr lang="en-US" altLang="zh-TW" dirty="0"/>
              <a:t> </a:t>
            </a:r>
            <a:r>
              <a:rPr lang="en-US" altLang="zh-TW" dirty="0" smtClean="0"/>
              <a:t>	// delete</a:t>
            </a:r>
            <a:br>
              <a:rPr lang="en-US" altLang="zh-TW" dirty="0" smtClean="0"/>
            </a:br>
            <a:r>
              <a:rPr lang="en-US" altLang="zh-TW" dirty="0" smtClean="0"/>
              <a:t>                 D(i,j-1)+1}	// insert</a:t>
            </a:r>
            <a:endParaRPr lang="zh-TW" altLang="en-US" dirty="0"/>
          </a:p>
        </p:txBody>
      </p:sp>
      <p:graphicFrame>
        <p:nvGraphicFramePr>
          <p:cNvPr id="6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2290181"/>
              </p:ext>
            </p:extLst>
          </p:nvPr>
        </p:nvGraphicFramePr>
        <p:xfrm>
          <a:off x="1113028" y="3284984"/>
          <a:ext cx="691794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743"/>
                <a:gridCol w="864743"/>
                <a:gridCol w="864743"/>
                <a:gridCol w="864743"/>
                <a:gridCol w="864743"/>
                <a:gridCol w="864743"/>
                <a:gridCol w="864743"/>
                <a:gridCol w="864743"/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k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388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</a:t>
            </a:r>
            <a:r>
              <a:rPr lang="en-US" altLang="zh-TW" dirty="0" smtClean="0"/>
              <a:t>X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467542" y="2650904"/>
            <a:ext cx="8136904" cy="3528392"/>
            <a:chOff x="-287584" y="2564904"/>
            <a:chExt cx="10592940" cy="424839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7"/>
            <a:stretch/>
          </p:blipFill>
          <p:spPr bwMode="auto">
            <a:xfrm>
              <a:off x="-287584" y="2564904"/>
              <a:ext cx="10592940" cy="2219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5" t="4465"/>
            <a:stretch/>
          </p:blipFill>
          <p:spPr bwMode="auto">
            <a:xfrm>
              <a:off x="-287584" y="3501008"/>
              <a:ext cx="10592940" cy="3312294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2" y="1196752"/>
            <a:ext cx="6440413" cy="1178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6087480" y="5877272"/>
            <a:ext cx="2505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the total time is O(|</a:t>
            </a:r>
            <a:r>
              <a:rPr lang="en-US" altLang="zh-TW" dirty="0" err="1" smtClean="0"/>
              <a:t>A|x|B</a:t>
            </a:r>
            <a:r>
              <a:rPr lang="en-US" altLang="zh-TW" dirty="0"/>
              <a:t>|)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5129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Y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If an actual trace T from A to B of least cost is desired, algorithm Y will print the pairs in T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the total </a:t>
            </a:r>
            <a:r>
              <a:rPr lang="en-US" altLang="zh-TW" dirty="0"/>
              <a:t>time </a:t>
            </a:r>
            <a:r>
              <a:rPr lang="en-US" altLang="zh-TW" dirty="0" smtClean="0"/>
              <a:t>is O(|A|+|B|)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91" y="2420888"/>
            <a:ext cx="8199788" cy="2520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7229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Longest Common </a:t>
            </a:r>
            <a:r>
              <a:rPr lang="en-US" altLang="zh-TW" dirty="0" smtClean="0"/>
              <a:t>Subsequences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Let ρ(A,B) be the length of the longest </a:t>
            </a:r>
            <a:r>
              <a:rPr lang="en-US" altLang="zh-TW" dirty="0" smtClean="0"/>
              <a:t>common subsequence </a:t>
            </a:r>
            <a:r>
              <a:rPr lang="en-US" altLang="zh-TW" dirty="0"/>
              <a:t>of A and B.</a:t>
            </a:r>
          </a:p>
          <a:p>
            <a:r>
              <a:rPr lang="en-US" altLang="zh-TW" dirty="0" smtClean="0"/>
              <a:t>δ(A,B</a:t>
            </a:r>
            <a:r>
              <a:rPr lang="en-US" altLang="zh-TW" dirty="0"/>
              <a:t>)= |A|+|B|-2ρ(A,B)</a:t>
            </a:r>
          </a:p>
          <a:p>
            <a:r>
              <a:rPr lang="en-US" altLang="zh-TW" dirty="0"/>
              <a:t>   </a:t>
            </a:r>
            <a:r>
              <a:rPr lang="zh-TW" altLang="en-US" dirty="0"/>
              <a:t>＝＞</a:t>
            </a:r>
            <a:r>
              <a:rPr lang="en-US" altLang="zh-TW" dirty="0"/>
              <a:t>ρ(A,B) =</a:t>
            </a:r>
            <a:r>
              <a:rPr lang="zh-TW" altLang="en-US" dirty="0"/>
              <a:t>（ </a:t>
            </a:r>
            <a:r>
              <a:rPr lang="en-US" altLang="zh-TW" dirty="0"/>
              <a:t>|A|</a:t>
            </a:r>
            <a:r>
              <a:rPr lang="zh-TW" altLang="en-US" dirty="0"/>
              <a:t>＋</a:t>
            </a:r>
            <a:r>
              <a:rPr lang="en-US" altLang="zh-TW" dirty="0"/>
              <a:t>|B| </a:t>
            </a:r>
            <a:r>
              <a:rPr lang="zh-TW" altLang="en-US" dirty="0"/>
              <a:t>－</a:t>
            </a:r>
            <a:r>
              <a:rPr lang="en-US" altLang="zh-TW" dirty="0"/>
              <a:t>δ(A,B)</a:t>
            </a:r>
            <a:r>
              <a:rPr lang="zh-TW" altLang="en-US" dirty="0"/>
              <a:t>）</a:t>
            </a:r>
            <a:r>
              <a:rPr lang="en-US" altLang="zh-TW" dirty="0"/>
              <a:t>/ 2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9328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0892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Thanks for your listening.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778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原創">
  <a:themeElements>
    <a:clrScheme name="原創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原創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2558</TotalTime>
  <Words>514</Words>
  <Application>Microsoft Office PowerPoint</Application>
  <PresentationFormat>如螢幕大小 (4:3)</PresentationFormat>
  <Paragraphs>186</Paragraphs>
  <Slides>10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原創</vt:lpstr>
      <vt:lpstr>The String-to-String Correction Problem</vt:lpstr>
      <vt:lpstr>Abstract</vt:lpstr>
      <vt:lpstr>Introduction</vt:lpstr>
      <vt:lpstr>Edit Distance</vt:lpstr>
      <vt:lpstr>Example</vt:lpstr>
      <vt:lpstr>Example</vt:lpstr>
      <vt:lpstr>Algorithm X</vt:lpstr>
      <vt:lpstr>Algorithm Y</vt:lpstr>
      <vt:lpstr>Longest Common Subsequences</vt:lpstr>
      <vt:lpstr>Thanks for your listening.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TASSER_low-zsc: An approach to improve structure prediction using lowz-score–ranked templates</dc:title>
  <dc:creator>Dale</dc:creator>
  <cp:lastModifiedBy>Dale</cp:lastModifiedBy>
  <cp:revision>75</cp:revision>
  <dcterms:created xsi:type="dcterms:W3CDTF">2013-10-05T17:05:03Z</dcterms:created>
  <dcterms:modified xsi:type="dcterms:W3CDTF">2013-12-11T10:44:22Z</dcterms:modified>
</cp:coreProperties>
</file>