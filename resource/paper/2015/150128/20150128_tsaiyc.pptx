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8" r:id="rId5"/>
    <p:sldId id="260" r:id="rId6"/>
    <p:sldId id="261" r:id="rId7"/>
    <p:sldId id="262" r:id="rId8"/>
    <p:sldId id="263" r:id="rId9"/>
    <p:sldId id="264" r:id="rId10"/>
    <p:sldId id="273" r:id="rId11"/>
    <p:sldId id="265" r:id="rId12"/>
    <p:sldId id="266" r:id="rId13"/>
    <p:sldId id="267" r:id="rId14"/>
    <p:sldId id="268" r:id="rId15"/>
    <p:sldId id="276" r:id="rId16"/>
    <p:sldId id="277" r:id="rId17"/>
    <p:sldId id="270" r:id="rId18"/>
    <p:sldId id="271"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6" d="100"/>
          <a:sy n="66" d="100"/>
        </p:scale>
        <p:origin x="-1506"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9CFD81F-C846-40C2-80EF-E1C8342F8B69}" type="datetimeFigureOut">
              <a:rPr lang="zh-TW" altLang="en-US" smtClean="0"/>
              <a:t>2015/1/28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0D7E41-75AF-483A-BEE9-9DE966B65D31}"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FD81F-C846-40C2-80EF-E1C8342F8B69}" type="datetimeFigureOut">
              <a:rPr lang="zh-TW" altLang="en-US" smtClean="0"/>
              <a:t>2015/1/28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0D7E41-75AF-483A-BEE9-9DE966B65D31}"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DIALIGN: Finding local similarities by </a:t>
            </a:r>
            <a:r>
              <a:rPr lang="en-US" altLang="zh-TW" dirty="0" smtClean="0"/>
              <a:t>multiple sequence </a:t>
            </a:r>
            <a:r>
              <a:rPr lang="en-US" altLang="zh-TW" dirty="0"/>
              <a:t>alignment</a:t>
            </a:r>
            <a:endParaRPr lang="zh-TW" altLang="en-US" dirty="0"/>
          </a:p>
        </p:txBody>
      </p:sp>
      <p:sp>
        <p:nvSpPr>
          <p:cNvPr id="3" name="副標題 2"/>
          <p:cNvSpPr>
            <a:spLocks noGrp="1"/>
          </p:cNvSpPr>
          <p:nvPr>
            <p:ph type="subTitle" idx="1"/>
          </p:nvPr>
        </p:nvSpPr>
        <p:spPr>
          <a:xfrm>
            <a:off x="500034" y="3886200"/>
            <a:ext cx="8001056" cy="1752600"/>
          </a:xfrm>
        </p:spPr>
        <p:txBody>
          <a:bodyPr>
            <a:normAutofit fontScale="92500"/>
          </a:bodyPr>
          <a:lstStyle/>
          <a:p>
            <a:r>
              <a:rPr lang="en-US" altLang="zh-TW" dirty="0" err="1" smtClean="0"/>
              <a:t>Burkhard</a:t>
            </a:r>
            <a:r>
              <a:rPr lang="en-US" altLang="zh-TW" dirty="0" smtClean="0"/>
              <a:t> Morgenstern, </a:t>
            </a:r>
            <a:r>
              <a:rPr lang="en-US" altLang="zh-TW" dirty="0" err="1" smtClean="0"/>
              <a:t>Kornelie</a:t>
            </a:r>
            <a:r>
              <a:rPr lang="en-US" altLang="zh-TW" dirty="0" smtClean="0"/>
              <a:t> </a:t>
            </a:r>
            <a:r>
              <a:rPr lang="en-US" altLang="zh-TW" dirty="0" err="1" smtClean="0"/>
              <a:t>Frech</a:t>
            </a:r>
            <a:r>
              <a:rPr lang="en-US" altLang="zh-TW" dirty="0" smtClean="0"/>
              <a:t>, Andreas Dress, Thomas </a:t>
            </a:r>
            <a:r>
              <a:rPr lang="en-US" altLang="zh-TW" dirty="0" smtClean="0"/>
              <a:t>Werner</a:t>
            </a:r>
          </a:p>
          <a:p>
            <a:r>
              <a:rPr lang="en-US" altLang="zh-TW" dirty="0" smtClean="0"/>
              <a:t>BIOINFORMATICS Vol15 no.3 1999 Pages211-218</a:t>
            </a:r>
            <a:endParaRPr lang="zh-TW" altLang="en-US" dirty="0"/>
          </a:p>
        </p:txBody>
      </p:sp>
      <p:sp>
        <p:nvSpPr>
          <p:cNvPr id="4" name="文字方塊 3"/>
          <p:cNvSpPr txBox="1"/>
          <p:nvPr/>
        </p:nvSpPr>
        <p:spPr>
          <a:xfrm>
            <a:off x="5143504" y="5715016"/>
            <a:ext cx="3714776" cy="954107"/>
          </a:xfrm>
          <a:prstGeom prst="rect">
            <a:avLst/>
          </a:prstGeom>
          <a:noFill/>
        </p:spPr>
        <p:txBody>
          <a:bodyPr wrap="square" rtlCol="0">
            <a:spAutoFit/>
          </a:bodyPr>
          <a:lstStyle/>
          <a:p>
            <a:r>
              <a:rPr lang="zh-TW" altLang="en-US" sz="2800" dirty="0" smtClean="0">
                <a:latin typeface="標楷體" pitchFamily="65" charset="-120"/>
                <a:ea typeface="標楷體" pitchFamily="65" charset="-120"/>
              </a:rPr>
              <a:t>報告者：何文娟</a:t>
            </a:r>
            <a:endParaRPr lang="en-US" altLang="zh-TW" sz="2800" dirty="0" smtClean="0">
              <a:latin typeface="標楷體" pitchFamily="65" charset="-120"/>
              <a:ea typeface="標楷體" pitchFamily="65" charset="-120"/>
            </a:endParaRPr>
          </a:p>
          <a:p>
            <a:r>
              <a:rPr lang="zh-TW" altLang="en-US" sz="2800" dirty="0" smtClean="0">
                <a:latin typeface="標楷體" pitchFamily="65" charset="-120"/>
                <a:ea typeface="標楷體" pitchFamily="65" charset="-120"/>
              </a:rPr>
              <a:t>日期：</a:t>
            </a:r>
            <a:r>
              <a:rPr lang="en-US" altLang="zh-TW" sz="2800" dirty="0" smtClean="0">
                <a:latin typeface="標楷體" pitchFamily="65" charset="-120"/>
                <a:ea typeface="標楷體" pitchFamily="65" charset="-120"/>
              </a:rPr>
              <a:t>2015/01/28</a:t>
            </a:r>
            <a:endParaRPr lang="zh-TW" altLang="en-US" sz="2800"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Abstract(1/2)</a:t>
            </a:r>
            <a:endParaRPr lang="zh-TW" altLang="en-US" dirty="0"/>
          </a:p>
        </p:txBody>
      </p:sp>
      <p:sp>
        <p:nvSpPr>
          <p:cNvPr id="3" name="內容版面配置區 2"/>
          <p:cNvSpPr>
            <a:spLocks noGrp="1"/>
          </p:cNvSpPr>
          <p:nvPr>
            <p:ph idx="1"/>
          </p:nvPr>
        </p:nvSpPr>
        <p:spPr>
          <a:xfrm>
            <a:off x="457200" y="1428736"/>
            <a:ext cx="8229600" cy="5143536"/>
          </a:xfrm>
        </p:spPr>
        <p:txBody>
          <a:bodyPr>
            <a:noAutofit/>
          </a:bodyPr>
          <a:lstStyle/>
          <a:p>
            <a:pPr marL="0">
              <a:buNone/>
            </a:pPr>
            <a:r>
              <a:rPr lang="en-US" altLang="zh-TW" sz="3000" b="1" dirty="0"/>
              <a:t>Motivation</a:t>
            </a:r>
            <a:r>
              <a:rPr lang="en-US" altLang="zh-TW" sz="3000" b="1" dirty="0" smtClean="0"/>
              <a:t>: </a:t>
            </a:r>
            <a:r>
              <a:rPr lang="en-US" altLang="zh-TW" sz="3000" dirty="0" smtClean="0"/>
              <a:t>DIALIGN </a:t>
            </a:r>
            <a:r>
              <a:rPr lang="en-US" altLang="zh-TW" sz="3000" dirty="0"/>
              <a:t>is a new method for </a:t>
            </a:r>
            <a:r>
              <a:rPr lang="en-US" altLang="zh-TW" sz="3000" dirty="0" err="1"/>
              <a:t>pairwise</a:t>
            </a:r>
            <a:r>
              <a:rPr lang="en-US" altLang="zh-TW" sz="3000" dirty="0"/>
              <a:t> as </a:t>
            </a:r>
            <a:r>
              <a:rPr lang="en-US" altLang="zh-TW" sz="3000" dirty="0" smtClean="0"/>
              <a:t>well as </a:t>
            </a:r>
            <a:r>
              <a:rPr lang="en-US" altLang="zh-TW" sz="3000" dirty="0"/>
              <a:t>multiple alignment of nucleic acid and protein </a:t>
            </a:r>
            <a:r>
              <a:rPr lang="en-US" altLang="zh-TW" sz="3000" dirty="0" smtClean="0"/>
              <a:t>sequences. While </a:t>
            </a:r>
            <a:r>
              <a:rPr lang="en-US" altLang="zh-TW" sz="3000" dirty="0"/>
              <a:t>standard alignment programs rely on </a:t>
            </a:r>
            <a:r>
              <a:rPr lang="en-US" altLang="zh-TW" sz="3000" dirty="0" smtClean="0"/>
              <a:t>comparing single </a:t>
            </a:r>
            <a:r>
              <a:rPr lang="en-US" altLang="zh-TW" sz="3000" dirty="0"/>
              <a:t>residues and imposing gap penalties, </a:t>
            </a:r>
            <a:r>
              <a:rPr lang="en-US" altLang="zh-TW" sz="3000" dirty="0" smtClean="0"/>
              <a:t>DIALIGN constructs </a:t>
            </a:r>
            <a:r>
              <a:rPr lang="en-US" altLang="zh-TW" sz="3000" dirty="0"/>
              <a:t>alignments by comparing whole segments of </a:t>
            </a:r>
            <a:r>
              <a:rPr lang="en-US" altLang="zh-TW" sz="3000" dirty="0" smtClean="0"/>
              <a:t>the sequences</a:t>
            </a:r>
            <a:r>
              <a:rPr lang="en-US" altLang="zh-TW" sz="3000" dirty="0"/>
              <a:t>. No gap penalty is employed. This point of view </a:t>
            </a:r>
            <a:r>
              <a:rPr lang="en-US" altLang="zh-TW" sz="3000" dirty="0" smtClean="0"/>
              <a:t>is especially </a:t>
            </a:r>
            <a:r>
              <a:rPr lang="en-US" altLang="zh-TW" sz="3000" dirty="0"/>
              <a:t>adequate if sequences are not globally related, </a:t>
            </a:r>
            <a:r>
              <a:rPr lang="en-US" altLang="zh-TW" sz="3000" dirty="0" smtClean="0"/>
              <a:t>but share </a:t>
            </a:r>
            <a:r>
              <a:rPr lang="en-US" altLang="zh-TW" sz="3000" dirty="0"/>
              <a:t>only local similarities, as is the case in genomic </a:t>
            </a:r>
            <a:r>
              <a:rPr lang="en-US" altLang="zh-TW" sz="3000" dirty="0" smtClean="0"/>
              <a:t>DNA sequences </a:t>
            </a:r>
            <a:r>
              <a:rPr lang="en-US" altLang="zh-TW" sz="3000" dirty="0"/>
              <a:t>and in many protein families</a:t>
            </a:r>
            <a:r>
              <a:rPr lang="en-US" altLang="zh-TW" sz="3000" dirty="0" smtClean="0"/>
              <a:t>.</a:t>
            </a:r>
            <a:endParaRPr lang="en-US" altLang="zh-TW" sz="3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p:txBody>
          <a:bodyPr>
            <a:normAutofit/>
          </a:bodyPr>
          <a:lstStyle/>
          <a:p>
            <a:pPr marL="0">
              <a:buNone/>
            </a:pPr>
            <a:r>
              <a:rPr lang="en-US" altLang="zh-TW" b="1" dirty="0" smtClean="0"/>
              <a:t>Results: </a:t>
            </a:r>
            <a:r>
              <a:rPr lang="en-US" altLang="zh-TW" dirty="0" smtClean="0"/>
              <a:t>Using four different data sets, we show that DIALIGN is able correctly to align conserved motifs in protein sequences. Alignments produced by DIALIGN are compared systematically to the results of five other alignment programs</a:t>
            </a:r>
            <a:r>
              <a:rPr lang="en-US" altLang="zh-TW" dirty="0" smtClean="0"/>
              <a:t>.</a:t>
            </a:r>
            <a:endParaRPr lang="en-US" altLang="zh-TW"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Sequence</a:t>
            </a:r>
            <a:r>
              <a:rPr lang="zh-TW" altLang="en-US" dirty="0" smtClean="0"/>
              <a:t> </a:t>
            </a:r>
            <a:r>
              <a:rPr lang="en-US" altLang="zh-TW" dirty="0" smtClean="0"/>
              <a:t>Alignment</a:t>
            </a:r>
            <a:endParaRPr lang="zh-TW" altLang="en-US" dirty="0"/>
          </a:p>
        </p:txBody>
      </p:sp>
      <p:sp>
        <p:nvSpPr>
          <p:cNvPr id="3" name="內容版面配置區 2"/>
          <p:cNvSpPr>
            <a:spLocks noGrp="1"/>
          </p:cNvSpPr>
          <p:nvPr>
            <p:ph idx="1"/>
          </p:nvPr>
        </p:nvSpPr>
        <p:spPr/>
        <p:txBody>
          <a:bodyPr>
            <a:normAutofit/>
          </a:bodyPr>
          <a:lstStyle/>
          <a:p>
            <a:pPr>
              <a:buNone/>
            </a:pPr>
            <a:r>
              <a:rPr lang="en-US" altLang="zh-TW" dirty="0" smtClean="0"/>
              <a:t>Gap= -2, Mismatch=-1, Match = 1</a:t>
            </a:r>
          </a:p>
          <a:p>
            <a:pPr>
              <a:buNone/>
            </a:pPr>
            <a:r>
              <a:rPr lang="en-US" altLang="zh-TW" dirty="0" smtClean="0"/>
              <a:t>S</a:t>
            </a:r>
            <a:r>
              <a:rPr lang="en-US" altLang="zh-TW" baseline="-25000" dirty="0" smtClean="0"/>
              <a:t>1</a:t>
            </a:r>
            <a:r>
              <a:rPr lang="zh-TW" altLang="en-US" dirty="0" smtClean="0"/>
              <a:t> </a:t>
            </a:r>
            <a:r>
              <a:rPr lang="en-US" altLang="zh-TW" dirty="0" smtClean="0"/>
              <a:t>=</a:t>
            </a:r>
            <a:r>
              <a:rPr lang="zh-TW" altLang="en-US" dirty="0" smtClean="0"/>
              <a:t> </a:t>
            </a:r>
            <a:r>
              <a:rPr lang="en-US" altLang="zh-TW" dirty="0" smtClean="0"/>
              <a:t>A</a:t>
            </a:r>
            <a:r>
              <a:rPr lang="zh-TW" altLang="en-US" dirty="0" smtClean="0"/>
              <a:t> </a:t>
            </a:r>
            <a:r>
              <a:rPr lang="en-US" altLang="zh-TW" dirty="0" smtClean="0"/>
              <a:t>T</a:t>
            </a:r>
            <a:r>
              <a:rPr lang="zh-TW" altLang="en-US" dirty="0" smtClean="0"/>
              <a:t> </a:t>
            </a:r>
            <a:r>
              <a:rPr lang="en-US" altLang="zh-TW" dirty="0" smtClean="0"/>
              <a:t>C</a:t>
            </a:r>
            <a:r>
              <a:rPr lang="zh-TW" altLang="en-US" dirty="0" smtClean="0"/>
              <a:t> </a:t>
            </a:r>
            <a:r>
              <a:rPr lang="en-US" altLang="zh-TW" dirty="0" smtClean="0"/>
              <a:t>G</a:t>
            </a:r>
            <a:r>
              <a:rPr lang="zh-TW" altLang="en-US" dirty="0" smtClean="0"/>
              <a:t> </a:t>
            </a:r>
            <a:r>
              <a:rPr lang="en-US" altLang="zh-TW" dirty="0" smtClean="0"/>
              <a:t>A</a:t>
            </a:r>
            <a:r>
              <a:rPr lang="zh-TW" altLang="en-US" dirty="0" smtClean="0"/>
              <a:t> </a:t>
            </a:r>
            <a:r>
              <a:rPr lang="en-US" altLang="zh-TW" dirty="0" smtClean="0"/>
              <a:t>T</a:t>
            </a:r>
            <a:r>
              <a:rPr lang="zh-TW" altLang="en-US" dirty="0" smtClean="0"/>
              <a:t> </a:t>
            </a:r>
            <a:r>
              <a:rPr lang="en-US" altLang="zh-TW" dirty="0" smtClean="0"/>
              <a:t>C</a:t>
            </a:r>
          </a:p>
          <a:p>
            <a:pPr>
              <a:buNone/>
            </a:pPr>
            <a:r>
              <a:rPr lang="en-US" altLang="zh-TW" dirty="0" smtClean="0"/>
              <a:t>S</a:t>
            </a:r>
            <a:r>
              <a:rPr lang="en-US" altLang="zh-TW" baseline="-25000" dirty="0" smtClean="0"/>
              <a:t>2</a:t>
            </a:r>
            <a:r>
              <a:rPr lang="zh-TW" altLang="en-US" dirty="0" smtClean="0"/>
              <a:t> </a:t>
            </a:r>
            <a:r>
              <a:rPr lang="en-US" altLang="zh-TW" dirty="0" smtClean="0"/>
              <a:t>=</a:t>
            </a:r>
            <a:r>
              <a:rPr lang="zh-TW" altLang="en-US" dirty="0" smtClean="0"/>
              <a:t> </a:t>
            </a:r>
            <a:r>
              <a:rPr lang="en-US" altLang="zh-TW" dirty="0" smtClean="0"/>
              <a:t>T</a:t>
            </a:r>
            <a:r>
              <a:rPr lang="zh-TW" altLang="en-US" dirty="0" smtClean="0"/>
              <a:t> </a:t>
            </a:r>
            <a:r>
              <a:rPr lang="en-US" altLang="zh-TW" dirty="0" smtClean="0"/>
              <a:t>T</a:t>
            </a:r>
            <a:r>
              <a:rPr lang="zh-TW" altLang="en-US" dirty="0" smtClean="0"/>
              <a:t> </a:t>
            </a:r>
            <a:r>
              <a:rPr lang="en-US" altLang="zh-TW" dirty="0" smtClean="0"/>
              <a:t>C</a:t>
            </a:r>
            <a:r>
              <a:rPr lang="zh-TW" altLang="en-US" dirty="0" smtClean="0"/>
              <a:t> </a:t>
            </a:r>
            <a:r>
              <a:rPr lang="en-US" altLang="zh-TW" dirty="0" smtClean="0"/>
              <a:t>G</a:t>
            </a:r>
            <a:r>
              <a:rPr lang="zh-TW" altLang="en-US" dirty="0" smtClean="0"/>
              <a:t> </a:t>
            </a:r>
            <a:r>
              <a:rPr lang="en-US" altLang="zh-TW" dirty="0" smtClean="0"/>
              <a:t>T</a:t>
            </a:r>
            <a:r>
              <a:rPr lang="zh-TW" altLang="en-US" dirty="0" smtClean="0"/>
              <a:t> </a:t>
            </a:r>
            <a:r>
              <a:rPr lang="en-US" altLang="zh-TW" dirty="0" smtClean="0"/>
              <a:t>T</a:t>
            </a:r>
            <a:r>
              <a:rPr lang="zh-TW" altLang="en-US" dirty="0" smtClean="0"/>
              <a:t> </a:t>
            </a:r>
            <a:endParaRPr lang="en-US" altLang="zh-TW" dirty="0" smtClean="0"/>
          </a:p>
          <a:p>
            <a:pPr>
              <a:buNone/>
            </a:pPr>
            <a:r>
              <a:rPr lang="en-US" altLang="zh-TW" dirty="0" smtClean="0">
                <a:sym typeface="Wingdings" pitchFamily="2" charset="2"/>
              </a:rPr>
              <a:t></a:t>
            </a:r>
            <a:endParaRPr lang="en-US" altLang="zh-TW" dirty="0" smtClean="0"/>
          </a:p>
          <a:p>
            <a:pPr>
              <a:buNone/>
            </a:pPr>
            <a:r>
              <a:rPr lang="en-US" altLang="zh-TW" dirty="0"/>
              <a:t> </a:t>
            </a:r>
            <a:r>
              <a:rPr lang="en-US" altLang="zh-TW" dirty="0" smtClean="0"/>
              <a:t> </a:t>
            </a:r>
            <a:r>
              <a:rPr lang="en-US" altLang="zh-TW" dirty="0" smtClean="0"/>
              <a:t>A</a:t>
            </a:r>
            <a:r>
              <a:rPr lang="zh-TW" altLang="en-US" dirty="0" smtClean="0"/>
              <a:t> </a:t>
            </a:r>
            <a:r>
              <a:rPr lang="en-US" altLang="zh-TW" dirty="0" smtClean="0"/>
              <a:t>T</a:t>
            </a:r>
            <a:r>
              <a:rPr lang="zh-TW" altLang="en-US" dirty="0" smtClean="0"/>
              <a:t> </a:t>
            </a:r>
            <a:r>
              <a:rPr lang="en-US" altLang="zh-TW" dirty="0" smtClean="0"/>
              <a:t>C</a:t>
            </a:r>
            <a:r>
              <a:rPr lang="zh-TW" altLang="en-US" dirty="0" smtClean="0"/>
              <a:t> </a:t>
            </a:r>
            <a:r>
              <a:rPr lang="en-US" altLang="zh-TW" dirty="0" smtClean="0"/>
              <a:t>G</a:t>
            </a:r>
            <a:r>
              <a:rPr lang="zh-TW" altLang="en-US" dirty="0" smtClean="0"/>
              <a:t> </a:t>
            </a:r>
            <a:r>
              <a:rPr lang="en-US" altLang="zh-TW" dirty="0" smtClean="0"/>
              <a:t>A</a:t>
            </a:r>
            <a:r>
              <a:rPr lang="zh-TW" altLang="en-US" dirty="0" smtClean="0"/>
              <a:t> </a:t>
            </a:r>
            <a:r>
              <a:rPr lang="en-US" altLang="zh-TW" dirty="0" smtClean="0"/>
              <a:t>T</a:t>
            </a:r>
            <a:r>
              <a:rPr lang="zh-TW" altLang="en-US" dirty="0" smtClean="0"/>
              <a:t> </a:t>
            </a:r>
            <a:r>
              <a:rPr lang="en-US" altLang="zh-TW" dirty="0" smtClean="0"/>
              <a:t>C      A</a:t>
            </a:r>
            <a:r>
              <a:rPr lang="zh-TW" altLang="en-US" dirty="0" smtClean="0"/>
              <a:t> </a:t>
            </a:r>
            <a:r>
              <a:rPr lang="en-US" altLang="zh-TW" dirty="0" smtClean="0"/>
              <a:t>T</a:t>
            </a:r>
            <a:r>
              <a:rPr lang="zh-TW" altLang="en-US" dirty="0" smtClean="0"/>
              <a:t> </a:t>
            </a:r>
            <a:r>
              <a:rPr lang="en-US" altLang="zh-TW" dirty="0" smtClean="0"/>
              <a:t>C</a:t>
            </a:r>
            <a:r>
              <a:rPr lang="zh-TW" altLang="en-US" dirty="0" smtClean="0"/>
              <a:t> </a:t>
            </a:r>
            <a:r>
              <a:rPr lang="en-US" altLang="zh-TW" dirty="0" smtClean="0"/>
              <a:t>G</a:t>
            </a:r>
            <a:r>
              <a:rPr lang="zh-TW" altLang="en-US" dirty="0" smtClean="0"/>
              <a:t> </a:t>
            </a:r>
            <a:r>
              <a:rPr lang="en-US" altLang="zh-TW" dirty="0" smtClean="0"/>
              <a:t>A</a:t>
            </a:r>
            <a:r>
              <a:rPr lang="zh-TW" altLang="en-US" dirty="0" smtClean="0"/>
              <a:t> </a:t>
            </a:r>
            <a:r>
              <a:rPr lang="en-US" altLang="zh-TW" dirty="0" smtClean="0"/>
              <a:t>T</a:t>
            </a:r>
            <a:r>
              <a:rPr lang="zh-TW" altLang="en-US" dirty="0" smtClean="0"/>
              <a:t> </a:t>
            </a:r>
            <a:r>
              <a:rPr lang="en-US" altLang="zh-TW" dirty="0" smtClean="0"/>
              <a:t>C −</a:t>
            </a:r>
          </a:p>
          <a:p>
            <a:pPr>
              <a:buNone/>
            </a:pPr>
            <a:endParaRPr lang="en-US" altLang="zh-TW" sz="1200" dirty="0" smtClean="0"/>
          </a:p>
          <a:p>
            <a:pPr>
              <a:buNone/>
            </a:pPr>
            <a:r>
              <a:rPr lang="en-US" altLang="zh-TW" dirty="0"/>
              <a:t> </a:t>
            </a:r>
            <a:r>
              <a:rPr lang="en-US" altLang="zh-TW" dirty="0" smtClean="0"/>
              <a:t> </a:t>
            </a:r>
            <a:r>
              <a:rPr lang="zh-TW" altLang="en-US" dirty="0" smtClean="0"/>
              <a:t> </a:t>
            </a:r>
            <a:r>
              <a:rPr lang="en-US" altLang="zh-TW" dirty="0" smtClean="0"/>
              <a:t>T</a:t>
            </a:r>
            <a:r>
              <a:rPr lang="zh-TW" altLang="en-US" dirty="0" smtClean="0"/>
              <a:t> </a:t>
            </a:r>
            <a:r>
              <a:rPr lang="en-US" altLang="zh-TW" dirty="0" smtClean="0"/>
              <a:t>T</a:t>
            </a:r>
            <a:r>
              <a:rPr lang="zh-TW" altLang="en-US" dirty="0" smtClean="0"/>
              <a:t> </a:t>
            </a:r>
            <a:r>
              <a:rPr lang="en-US" altLang="zh-TW" dirty="0" smtClean="0"/>
              <a:t>C</a:t>
            </a:r>
            <a:r>
              <a:rPr lang="zh-TW" altLang="en-US" dirty="0" smtClean="0"/>
              <a:t> </a:t>
            </a:r>
            <a:r>
              <a:rPr lang="en-US" altLang="zh-TW" dirty="0" smtClean="0"/>
              <a:t>G</a:t>
            </a:r>
            <a:r>
              <a:rPr lang="zh-TW" altLang="en-US" dirty="0" smtClean="0"/>
              <a:t> </a:t>
            </a:r>
            <a:r>
              <a:rPr lang="en-US" altLang="zh-TW" dirty="0" smtClean="0"/>
              <a:t>T</a:t>
            </a:r>
            <a:r>
              <a:rPr lang="zh-TW" altLang="en-US" dirty="0" smtClean="0"/>
              <a:t> </a:t>
            </a:r>
            <a:r>
              <a:rPr lang="en-US" altLang="zh-TW" dirty="0" smtClean="0"/>
              <a:t>T −</a:t>
            </a:r>
            <a:r>
              <a:rPr lang="zh-TW" altLang="en-US" dirty="0" smtClean="0"/>
              <a:t>      </a:t>
            </a:r>
            <a:r>
              <a:rPr lang="en-US" altLang="zh-TW" dirty="0" smtClean="0"/>
              <a:t>T</a:t>
            </a:r>
            <a:r>
              <a:rPr lang="zh-TW" altLang="en-US" dirty="0" smtClean="0"/>
              <a:t> </a:t>
            </a:r>
            <a:r>
              <a:rPr lang="en-US" altLang="zh-TW" dirty="0" smtClean="0"/>
              <a:t>T</a:t>
            </a:r>
            <a:r>
              <a:rPr lang="zh-TW" altLang="en-US" dirty="0" smtClean="0"/>
              <a:t> </a:t>
            </a:r>
            <a:r>
              <a:rPr lang="en-US" altLang="zh-TW" dirty="0" smtClean="0"/>
              <a:t>C</a:t>
            </a:r>
            <a:r>
              <a:rPr lang="zh-TW" altLang="en-US" dirty="0" smtClean="0"/>
              <a:t> </a:t>
            </a:r>
            <a:r>
              <a:rPr lang="en-US" altLang="zh-TW" dirty="0" smtClean="0"/>
              <a:t>G</a:t>
            </a:r>
            <a:r>
              <a:rPr lang="zh-TW" altLang="en-US" dirty="0" smtClean="0"/>
              <a:t> </a:t>
            </a:r>
            <a:r>
              <a:rPr lang="en-US" altLang="zh-TW" dirty="0" smtClean="0"/>
              <a:t>− </a:t>
            </a:r>
            <a:r>
              <a:rPr lang="zh-TW" altLang="en-US" dirty="0" smtClean="0"/>
              <a:t> </a:t>
            </a:r>
            <a:r>
              <a:rPr lang="en-US" altLang="zh-TW" dirty="0" smtClean="0"/>
              <a:t>T −</a:t>
            </a:r>
            <a:r>
              <a:rPr lang="zh-TW" altLang="en-US" dirty="0" smtClean="0"/>
              <a:t> </a:t>
            </a:r>
            <a:r>
              <a:rPr lang="en-US" altLang="zh-TW" dirty="0" smtClean="0"/>
              <a:t>T</a:t>
            </a:r>
          </a:p>
          <a:p>
            <a:pPr>
              <a:buNone/>
            </a:pPr>
            <a:r>
              <a:rPr lang="en-US" altLang="zh-TW" dirty="0" smtClean="0"/>
              <a:t>	  Score = 0             Score = -3</a:t>
            </a:r>
          </a:p>
          <a:p>
            <a:pPr>
              <a:buNone/>
            </a:pPr>
            <a:endParaRPr lang="en-US" altLang="zh-TW" sz="1200" dirty="0" smtClean="0"/>
          </a:p>
        </p:txBody>
      </p:sp>
      <p:grpSp>
        <p:nvGrpSpPr>
          <p:cNvPr id="13" name="群組 12"/>
          <p:cNvGrpSpPr/>
          <p:nvPr/>
        </p:nvGrpSpPr>
        <p:grpSpPr>
          <a:xfrm>
            <a:off x="928662" y="4429132"/>
            <a:ext cx="1788332" cy="357984"/>
            <a:chOff x="1570810" y="3857628"/>
            <a:chExt cx="1788332" cy="357984"/>
          </a:xfrm>
        </p:grpSpPr>
        <p:cxnSp>
          <p:nvCxnSpPr>
            <p:cNvPr id="5" name="直線接點 4"/>
            <p:cNvCxnSpPr/>
            <p:nvPr/>
          </p:nvCxnSpPr>
          <p:spPr>
            <a:xfrm rot="5400000">
              <a:off x="1393009" y="4036223"/>
              <a:ext cx="357190" cy="1588"/>
            </a:xfrm>
            <a:prstGeom prst="line">
              <a:avLst/>
            </a:prstGeom>
          </p:spPr>
          <p:style>
            <a:lnRef idx="2">
              <a:schemeClr val="accent3"/>
            </a:lnRef>
            <a:fillRef idx="0">
              <a:schemeClr val="accent3"/>
            </a:fillRef>
            <a:effectRef idx="1">
              <a:schemeClr val="accent3"/>
            </a:effectRef>
            <a:fontRef idx="minor">
              <a:schemeClr val="tx1"/>
            </a:fontRef>
          </p:style>
        </p:cxnSp>
        <p:cxnSp>
          <p:nvCxnSpPr>
            <p:cNvPr id="6" name="直線接點 5"/>
            <p:cNvCxnSpPr/>
            <p:nvPr/>
          </p:nvCxnSpPr>
          <p:spPr>
            <a:xfrm rot="5400000">
              <a:off x="1677966" y="4035429"/>
              <a:ext cx="357190" cy="1588"/>
            </a:xfrm>
            <a:prstGeom prst="line">
              <a:avLst/>
            </a:prstGeom>
          </p:spPr>
          <p:style>
            <a:lnRef idx="2">
              <a:schemeClr val="accent3"/>
            </a:lnRef>
            <a:fillRef idx="0">
              <a:schemeClr val="accent3"/>
            </a:fillRef>
            <a:effectRef idx="1">
              <a:schemeClr val="accent3"/>
            </a:effectRef>
            <a:fontRef idx="minor">
              <a:schemeClr val="tx1"/>
            </a:fontRef>
          </p:style>
        </p:cxnSp>
        <p:cxnSp>
          <p:nvCxnSpPr>
            <p:cNvPr id="7" name="直線接點 6"/>
            <p:cNvCxnSpPr/>
            <p:nvPr/>
          </p:nvCxnSpPr>
          <p:spPr>
            <a:xfrm rot="5400000">
              <a:off x="1963718" y="4035429"/>
              <a:ext cx="357190" cy="1588"/>
            </a:xfrm>
            <a:prstGeom prst="line">
              <a:avLst/>
            </a:prstGeom>
          </p:spPr>
          <p:style>
            <a:lnRef idx="2">
              <a:schemeClr val="accent3"/>
            </a:lnRef>
            <a:fillRef idx="0">
              <a:schemeClr val="accent3"/>
            </a:fillRef>
            <a:effectRef idx="1">
              <a:schemeClr val="accent3"/>
            </a:effectRef>
            <a:fontRef idx="minor">
              <a:schemeClr val="tx1"/>
            </a:fontRef>
          </p:style>
        </p:cxnSp>
        <p:cxnSp>
          <p:nvCxnSpPr>
            <p:cNvPr id="8" name="直線接點 7"/>
            <p:cNvCxnSpPr/>
            <p:nvPr/>
          </p:nvCxnSpPr>
          <p:spPr>
            <a:xfrm rot="5400000">
              <a:off x="2320909" y="4035429"/>
              <a:ext cx="357190" cy="1588"/>
            </a:xfrm>
            <a:prstGeom prst="line">
              <a:avLst/>
            </a:prstGeom>
          </p:spPr>
          <p:style>
            <a:lnRef idx="2">
              <a:schemeClr val="accent3"/>
            </a:lnRef>
            <a:fillRef idx="0">
              <a:schemeClr val="accent3"/>
            </a:fillRef>
            <a:effectRef idx="1">
              <a:schemeClr val="accent3"/>
            </a:effectRef>
            <a:fontRef idx="minor">
              <a:schemeClr val="tx1"/>
            </a:fontRef>
          </p:style>
        </p:cxnSp>
        <p:cxnSp>
          <p:nvCxnSpPr>
            <p:cNvPr id="9" name="直線接點 8"/>
            <p:cNvCxnSpPr/>
            <p:nvPr/>
          </p:nvCxnSpPr>
          <p:spPr>
            <a:xfrm rot="5400000">
              <a:off x="2606661" y="4035429"/>
              <a:ext cx="357190" cy="1588"/>
            </a:xfrm>
            <a:prstGeom prst="line">
              <a:avLst/>
            </a:prstGeom>
          </p:spPr>
          <p:style>
            <a:lnRef idx="2">
              <a:schemeClr val="accent3"/>
            </a:lnRef>
            <a:fillRef idx="0">
              <a:schemeClr val="accent3"/>
            </a:fillRef>
            <a:effectRef idx="1">
              <a:schemeClr val="accent3"/>
            </a:effectRef>
            <a:fontRef idx="minor">
              <a:schemeClr val="tx1"/>
            </a:fontRef>
          </p:style>
        </p:cxnSp>
        <p:cxnSp>
          <p:nvCxnSpPr>
            <p:cNvPr id="10" name="直線接點 9"/>
            <p:cNvCxnSpPr/>
            <p:nvPr/>
          </p:nvCxnSpPr>
          <p:spPr>
            <a:xfrm rot="5400000">
              <a:off x="2892413" y="4035429"/>
              <a:ext cx="357190" cy="1588"/>
            </a:xfrm>
            <a:prstGeom prst="line">
              <a:avLst/>
            </a:prstGeom>
          </p:spPr>
          <p:style>
            <a:lnRef idx="2">
              <a:schemeClr val="accent3"/>
            </a:lnRef>
            <a:fillRef idx="0">
              <a:schemeClr val="accent3"/>
            </a:fillRef>
            <a:effectRef idx="1">
              <a:schemeClr val="accent3"/>
            </a:effectRef>
            <a:fontRef idx="minor">
              <a:schemeClr val="tx1"/>
            </a:fontRef>
          </p:style>
        </p:cxnSp>
        <p:cxnSp>
          <p:nvCxnSpPr>
            <p:cNvPr id="11" name="直線接點 10"/>
            <p:cNvCxnSpPr/>
            <p:nvPr/>
          </p:nvCxnSpPr>
          <p:spPr>
            <a:xfrm rot="5400000">
              <a:off x="3179753" y="4035429"/>
              <a:ext cx="357190" cy="1588"/>
            </a:xfrm>
            <a:prstGeom prst="line">
              <a:avLst/>
            </a:prstGeom>
          </p:spPr>
          <p:style>
            <a:lnRef idx="2">
              <a:schemeClr val="accent3"/>
            </a:lnRef>
            <a:fillRef idx="0">
              <a:schemeClr val="accent3"/>
            </a:fillRef>
            <a:effectRef idx="1">
              <a:schemeClr val="accent3"/>
            </a:effectRef>
            <a:fontRef idx="minor">
              <a:schemeClr val="tx1"/>
            </a:fontRef>
          </p:style>
        </p:cxnSp>
      </p:grpSp>
      <p:grpSp>
        <p:nvGrpSpPr>
          <p:cNvPr id="23" name="群組 22"/>
          <p:cNvGrpSpPr/>
          <p:nvPr/>
        </p:nvGrpSpPr>
        <p:grpSpPr>
          <a:xfrm>
            <a:off x="3499636" y="4429132"/>
            <a:ext cx="2145522" cy="357984"/>
            <a:chOff x="3499636" y="4429132"/>
            <a:chExt cx="2145522" cy="357984"/>
          </a:xfrm>
        </p:grpSpPr>
        <p:cxnSp>
          <p:nvCxnSpPr>
            <p:cNvPr id="15" name="直線接點 14"/>
            <p:cNvCxnSpPr/>
            <p:nvPr/>
          </p:nvCxnSpPr>
          <p:spPr>
            <a:xfrm rot="5400000">
              <a:off x="3321835" y="4607727"/>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直線接點 15"/>
            <p:cNvCxnSpPr/>
            <p:nvPr/>
          </p:nvCxnSpPr>
          <p:spPr>
            <a:xfrm rot="5400000">
              <a:off x="3606792"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接點 16"/>
            <p:cNvCxnSpPr/>
            <p:nvPr/>
          </p:nvCxnSpPr>
          <p:spPr>
            <a:xfrm rot="5400000">
              <a:off x="3892544"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8" name="直線接點 17"/>
            <p:cNvCxnSpPr/>
            <p:nvPr/>
          </p:nvCxnSpPr>
          <p:spPr>
            <a:xfrm rot="5400000">
              <a:off x="4249735"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19" name="直線接點 18"/>
            <p:cNvCxnSpPr/>
            <p:nvPr/>
          </p:nvCxnSpPr>
          <p:spPr>
            <a:xfrm rot="5400000">
              <a:off x="4606925"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rot="5400000">
              <a:off x="4964115"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直線接點 20"/>
            <p:cNvCxnSpPr/>
            <p:nvPr/>
          </p:nvCxnSpPr>
          <p:spPr>
            <a:xfrm rot="5400000">
              <a:off x="5249867"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cxnSp>
          <p:nvCxnSpPr>
            <p:cNvPr id="22" name="直線接點 21"/>
            <p:cNvCxnSpPr/>
            <p:nvPr/>
          </p:nvCxnSpPr>
          <p:spPr>
            <a:xfrm rot="5400000">
              <a:off x="5465769" y="4606933"/>
              <a:ext cx="357190" cy="1588"/>
            </a:xfrm>
            <a:prstGeom prst="line">
              <a:avLst/>
            </a:prstGeom>
          </p:spPr>
          <p:style>
            <a:lnRef idx="2">
              <a:schemeClr val="accent2"/>
            </a:lnRef>
            <a:fillRef idx="0">
              <a:schemeClr val="accent2"/>
            </a:fillRef>
            <a:effectRef idx="1">
              <a:schemeClr val="accent2"/>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Needleman-</a:t>
            </a:r>
            <a:r>
              <a:rPr lang="en-US" altLang="zh-TW" dirty="0" err="1" smtClean="0"/>
              <a:t>Wunsch</a:t>
            </a:r>
            <a:r>
              <a:rPr lang="en-US" altLang="zh-TW" dirty="0" smtClean="0"/>
              <a:t> Algorithm (1/2)</a:t>
            </a:r>
            <a:endParaRPr lang="zh-TW" altLang="en-US" dirty="0"/>
          </a:p>
        </p:txBody>
      </p:sp>
      <p:sp>
        <p:nvSpPr>
          <p:cNvPr id="3" name="內容版面配置區 2"/>
          <p:cNvSpPr>
            <a:spLocks noGrp="1"/>
          </p:cNvSpPr>
          <p:nvPr>
            <p:ph idx="1"/>
          </p:nvPr>
        </p:nvSpPr>
        <p:spPr/>
        <p:txBody>
          <a:bodyPr/>
          <a:lstStyle/>
          <a:p>
            <a:pPr>
              <a:buNone/>
            </a:pPr>
            <a:r>
              <a:rPr lang="en-US" altLang="zh-TW" dirty="0" smtClean="0"/>
              <a:t>				Sc[i-1,j]+gap</a:t>
            </a:r>
          </a:p>
          <a:p>
            <a:pPr>
              <a:buNone/>
            </a:pPr>
            <a:r>
              <a:rPr lang="en-US" altLang="zh-TW" dirty="0" smtClean="0"/>
              <a:t>                max	Sc[i,j-1]+gap        if </a:t>
            </a:r>
            <a:r>
              <a:rPr lang="en-US" altLang="zh-TW" dirty="0" err="1" smtClean="0"/>
              <a:t>i</a:t>
            </a:r>
            <a:r>
              <a:rPr lang="en-US" altLang="zh-TW" dirty="0" smtClean="0"/>
              <a:t> ≠ j</a:t>
            </a:r>
          </a:p>
          <a:p>
            <a:pPr>
              <a:buNone/>
            </a:pPr>
            <a:r>
              <a:rPr lang="en-US" altLang="zh-TW" dirty="0" smtClean="0"/>
              <a:t>Sc[</a:t>
            </a:r>
            <a:r>
              <a:rPr lang="en-US" altLang="zh-TW" dirty="0" err="1" smtClean="0"/>
              <a:t>i,j</a:t>
            </a:r>
            <a:r>
              <a:rPr lang="en-US" altLang="zh-TW" dirty="0" smtClean="0"/>
              <a:t>]= 		Sc[i-1,j-1]+mismatch</a:t>
            </a:r>
          </a:p>
          <a:p>
            <a:pPr>
              <a:buNone/>
            </a:pPr>
            <a:r>
              <a:rPr lang="en-US" altLang="zh-TW" dirty="0" smtClean="0"/>
              <a:t>		      Sc[i-1,j-1]+match    if  </a:t>
            </a:r>
            <a:r>
              <a:rPr lang="en-US" altLang="zh-TW" dirty="0" err="1" smtClean="0"/>
              <a:t>i</a:t>
            </a:r>
            <a:r>
              <a:rPr lang="en-US" altLang="zh-TW" dirty="0" smtClean="0"/>
              <a:t> = j</a:t>
            </a:r>
            <a:endParaRPr lang="zh-TW" altLang="en-US" dirty="0"/>
          </a:p>
        </p:txBody>
      </p:sp>
      <p:sp>
        <p:nvSpPr>
          <p:cNvPr id="4" name="左大括弧 3"/>
          <p:cNvSpPr/>
          <p:nvPr/>
        </p:nvSpPr>
        <p:spPr>
          <a:xfrm>
            <a:off x="2857488" y="1785926"/>
            <a:ext cx="142876" cy="1357322"/>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TW" altLang="en-US"/>
          </a:p>
        </p:txBody>
      </p:sp>
      <p:sp>
        <p:nvSpPr>
          <p:cNvPr id="5" name="左大括弧 4"/>
          <p:cNvSpPr/>
          <p:nvPr/>
        </p:nvSpPr>
        <p:spPr>
          <a:xfrm>
            <a:off x="1714480" y="2428868"/>
            <a:ext cx="142876" cy="1357322"/>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Needleman-</a:t>
            </a:r>
            <a:r>
              <a:rPr lang="en-US" altLang="zh-TW" dirty="0" err="1" smtClean="0"/>
              <a:t>Wunsch</a:t>
            </a:r>
            <a:r>
              <a:rPr lang="en-US" altLang="zh-TW" dirty="0" smtClean="0"/>
              <a:t> Algorithm (2/2)</a:t>
            </a:r>
            <a:endParaRPr lang="zh-TW" altLang="en-US" dirty="0"/>
          </a:p>
        </p:txBody>
      </p:sp>
      <p:graphicFrame>
        <p:nvGraphicFramePr>
          <p:cNvPr id="4" name="內容版面配置區 3"/>
          <p:cNvGraphicFramePr>
            <a:graphicFrameLocks noGrp="1"/>
          </p:cNvGraphicFramePr>
          <p:nvPr>
            <p:ph idx="1"/>
          </p:nvPr>
        </p:nvGraphicFramePr>
        <p:xfrm>
          <a:off x="142844" y="1500174"/>
          <a:ext cx="5102919" cy="5257800"/>
        </p:xfrm>
        <a:graphic>
          <a:graphicData uri="http://schemas.openxmlformats.org/drawingml/2006/table">
            <a:tbl>
              <a:tblPr firstRow="1" bandRow="1">
                <a:tableStyleId>{C4B1156A-380E-4F78-BDF5-A606A8083BF9}</a:tableStyleId>
              </a:tblPr>
              <a:tblGrid>
                <a:gridCol w="566991"/>
                <a:gridCol w="566991"/>
                <a:gridCol w="566991"/>
                <a:gridCol w="566991"/>
                <a:gridCol w="566991"/>
                <a:gridCol w="566991"/>
                <a:gridCol w="566991"/>
                <a:gridCol w="566991"/>
                <a:gridCol w="566991"/>
              </a:tblGrid>
              <a:tr h="584200">
                <a:tc>
                  <a:txBody>
                    <a:bodyPr/>
                    <a:lstStyle/>
                    <a:p>
                      <a:pPr algn="ctr"/>
                      <a:endParaRPr lang="zh-TW" altLang="en-US" sz="2300" b="1" dirty="0"/>
                    </a:p>
                  </a:txBody>
                  <a:tcPr anchor="ctr">
                    <a:solidFill>
                      <a:schemeClr val="accent4">
                        <a:lumMod val="40000"/>
                        <a:lumOff val="60000"/>
                      </a:schemeClr>
                    </a:solidFill>
                  </a:tcPr>
                </a:tc>
                <a:tc>
                  <a:txBody>
                    <a:bodyPr/>
                    <a:lstStyle/>
                    <a:p>
                      <a:pPr algn="ctr"/>
                      <a:endParaRPr lang="zh-TW" altLang="en-US" sz="2300" dirty="0"/>
                    </a:p>
                  </a:txBody>
                  <a:tcPr anchor="ctr">
                    <a:solidFill>
                      <a:schemeClr val="accent4">
                        <a:lumMod val="40000"/>
                        <a:lumOff val="60000"/>
                      </a:schemeClr>
                    </a:solidFill>
                  </a:tcPr>
                </a:tc>
                <a:tc>
                  <a:txBody>
                    <a:bodyPr/>
                    <a:lstStyle/>
                    <a:p>
                      <a:pPr algn="ctr"/>
                      <a:r>
                        <a:rPr lang="en-US" altLang="zh-TW" sz="2300" dirty="0" smtClean="0"/>
                        <a:t>G</a:t>
                      </a:r>
                      <a:endParaRPr lang="zh-TW" altLang="en-US" sz="2300" dirty="0"/>
                    </a:p>
                  </a:txBody>
                  <a:tcPr anchor="ctr">
                    <a:solidFill>
                      <a:schemeClr val="accent4">
                        <a:lumMod val="40000"/>
                        <a:lumOff val="60000"/>
                      </a:schemeClr>
                    </a:solidFill>
                  </a:tcPr>
                </a:tc>
                <a:tc>
                  <a:txBody>
                    <a:bodyPr/>
                    <a:lstStyle/>
                    <a:p>
                      <a:pPr algn="ctr"/>
                      <a:r>
                        <a:rPr lang="en-US" altLang="zh-TW" sz="2300" dirty="0" smtClean="0"/>
                        <a:t>C</a:t>
                      </a:r>
                      <a:endParaRPr lang="zh-TW" altLang="en-US" sz="2300" dirty="0"/>
                    </a:p>
                  </a:txBody>
                  <a:tcPr anchor="ctr">
                    <a:solidFill>
                      <a:schemeClr val="accent4">
                        <a:lumMod val="40000"/>
                        <a:lumOff val="60000"/>
                      </a:schemeClr>
                    </a:solidFill>
                  </a:tcPr>
                </a:tc>
                <a:tc>
                  <a:txBody>
                    <a:bodyPr/>
                    <a:lstStyle/>
                    <a:p>
                      <a:pPr algn="ctr"/>
                      <a:r>
                        <a:rPr lang="en-US" altLang="zh-TW" sz="2300" dirty="0" smtClean="0"/>
                        <a:t>A</a:t>
                      </a:r>
                      <a:endParaRPr lang="zh-TW" altLang="en-US" sz="2300" dirty="0"/>
                    </a:p>
                  </a:txBody>
                  <a:tcPr anchor="ctr">
                    <a:solidFill>
                      <a:schemeClr val="accent4">
                        <a:lumMod val="40000"/>
                        <a:lumOff val="60000"/>
                      </a:schemeClr>
                    </a:solidFill>
                  </a:tcPr>
                </a:tc>
                <a:tc>
                  <a:txBody>
                    <a:bodyPr/>
                    <a:lstStyle/>
                    <a:p>
                      <a:pPr algn="ctr"/>
                      <a:r>
                        <a:rPr lang="en-US" altLang="zh-TW" sz="2300" dirty="0" smtClean="0"/>
                        <a:t>T</a:t>
                      </a:r>
                      <a:endParaRPr lang="zh-TW" altLang="en-US" sz="2300" dirty="0"/>
                    </a:p>
                  </a:txBody>
                  <a:tcPr anchor="ctr">
                    <a:solidFill>
                      <a:schemeClr val="accent4">
                        <a:lumMod val="40000"/>
                        <a:lumOff val="60000"/>
                      </a:schemeClr>
                    </a:solidFill>
                  </a:tcPr>
                </a:tc>
                <a:tc>
                  <a:txBody>
                    <a:bodyPr/>
                    <a:lstStyle/>
                    <a:p>
                      <a:pPr algn="ctr"/>
                      <a:r>
                        <a:rPr lang="en-US" altLang="zh-TW" sz="2300" dirty="0" smtClean="0"/>
                        <a:t>G</a:t>
                      </a:r>
                      <a:endParaRPr lang="zh-TW" altLang="en-US" sz="2300" dirty="0"/>
                    </a:p>
                  </a:txBody>
                  <a:tcPr anchor="ctr">
                    <a:solidFill>
                      <a:schemeClr val="accent4">
                        <a:lumMod val="40000"/>
                        <a:lumOff val="60000"/>
                      </a:schemeClr>
                    </a:solidFill>
                  </a:tcPr>
                </a:tc>
                <a:tc>
                  <a:txBody>
                    <a:bodyPr/>
                    <a:lstStyle/>
                    <a:p>
                      <a:pPr algn="ctr"/>
                      <a:r>
                        <a:rPr lang="en-US" altLang="zh-TW" sz="2300" dirty="0" smtClean="0"/>
                        <a:t>C</a:t>
                      </a:r>
                      <a:endParaRPr lang="zh-TW" altLang="en-US" sz="2300" dirty="0"/>
                    </a:p>
                  </a:txBody>
                  <a:tcPr anchor="ctr">
                    <a:solidFill>
                      <a:schemeClr val="accent4">
                        <a:lumMod val="40000"/>
                        <a:lumOff val="60000"/>
                      </a:schemeClr>
                    </a:solidFill>
                  </a:tcPr>
                </a:tc>
                <a:tc>
                  <a:txBody>
                    <a:bodyPr/>
                    <a:lstStyle/>
                    <a:p>
                      <a:pPr algn="ctr"/>
                      <a:r>
                        <a:rPr lang="en-US" altLang="zh-TW" sz="2300" dirty="0" smtClean="0"/>
                        <a:t>U</a:t>
                      </a:r>
                      <a:endParaRPr lang="zh-TW" altLang="en-US" sz="2300" dirty="0"/>
                    </a:p>
                  </a:txBody>
                  <a:tcPr anchor="ctr">
                    <a:solidFill>
                      <a:schemeClr val="accent4">
                        <a:lumMod val="40000"/>
                        <a:lumOff val="60000"/>
                      </a:schemeClr>
                    </a:solidFill>
                  </a:tcPr>
                </a:tc>
              </a:tr>
              <a:tr h="584200">
                <a:tc>
                  <a:txBody>
                    <a:bodyPr/>
                    <a:lstStyle/>
                    <a:p>
                      <a:pPr algn="ctr"/>
                      <a:endParaRPr lang="zh-TW" altLang="en-US" sz="2300" b="1" dirty="0"/>
                    </a:p>
                  </a:txBody>
                  <a:tcPr anchor="ctr">
                    <a:solidFill>
                      <a:schemeClr val="accent4">
                        <a:lumMod val="40000"/>
                        <a:lumOff val="60000"/>
                      </a:schemeClr>
                    </a:solid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-3</a:t>
                      </a:r>
                      <a:endParaRPr lang="zh-TW" altLang="en-US" sz="2300" dirty="0"/>
                    </a:p>
                  </a:txBody>
                  <a:tcPr anchor="ctr">
                    <a:noFill/>
                  </a:tcPr>
                </a:tc>
                <a:tc>
                  <a:txBody>
                    <a:bodyPr/>
                    <a:lstStyle/>
                    <a:p>
                      <a:pPr algn="ctr"/>
                      <a:r>
                        <a:rPr lang="en-US" altLang="zh-TW" sz="2300" dirty="0" smtClean="0"/>
                        <a:t>-4</a:t>
                      </a:r>
                      <a:endParaRPr lang="zh-TW" altLang="en-US" sz="2300" dirty="0"/>
                    </a:p>
                  </a:txBody>
                  <a:tcPr anchor="ctr">
                    <a:noFill/>
                  </a:tcPr>
                </a:tc>
                <a:tc>
                  <a:txBody>
                    <a:bodyPr/>
                    <a:lstStyle/>
                    <a:p>
                      <a:pPr algn="ctr"/>
                      <a:r>
                        <a:rPr lang="en-US" altLang="zh-TW" sz="2300" dirty="0" smtClean="0"/>
                        <a:t>-5</a:t>
                      </a:r>
                      <a:endParaRPr lang="zh-TW" altLang="en-US" sz="2300" dirty="0"/>
                    </a:p>
                  </a:txBody>
                  <a:tcPr anchor="ctr">
                    <a:noFill/>
                  </a:tcPr>
                </a:tc>
                <a:tc>
                  <a:txBody>
                    <a:bodyPr/>
                    <a:lstStyle/>
                    <a:p>
                      <a:pPr algn="ctr"/>
                      <a:r>
                        <a:rPr lang="en-US" altLang="zh-TW" sz="2300" dirty="0" smtClean="0"/>
                        <a:t>-6</a:t>
                      </a:r>
                      <a:endParaRPr lang="zh-TW" altLang="en-US" sz="2300" dirty="0"/>
                    </a:p>
                  </a:txBody>
                  <a:tcPr anchor="ctr">
                    <a:noFill/>
                  </a:tcPr>
                </a:tc>
                <a:tc>
                  <a:txBody>
                    <a:bodyPr/>
                    <a:lstStyle/>
                    <a:p>
                      <a:pPr algn="ctr"/>
                      <a:r>
                        <a:rPr lang="en-US" altLang="zh-TW" sz="2300" dirty="0" smtClean="0"/>
                        <a:t>-7</a:t>
                      </a:r>
                      <a:endParaRPr lang="zh-TW" altLang="en-US" sz="2300" dirty="0"/>
                    </a:p>
                  </a:txBody>
                  <a:tcPr anchor="ctr">
                    <a:noFill/>
                  </a:tcPr>
                </a:tc>
              </a:tr>
              <a:tr h="584200">
                <a:tc>
                  <a:txBody>
                    <a:bodyPr/>
                    <a:lstStyle/>
                    <a:p>
                      <a:pPr algn="ctr"/>
                      <a:r>
                        <a:rPr lang="en-US" altLang="zh-TW" sz="2300" b="1" dirty="0" smtClean="0"/>
                        <a:t>G</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-3</a:t>
                      </a:r>
                      <a:endParaRPr lang="zh-TW" altLang="en-US" sz="2300" dirty="0"/>
                    </a:p>
                  </a:txBody>
                  <a:tcPr anchor="ctr">
                    <a:noFill/>
                  </a:tcPr>
                </a:tc>
                <a:tc>
                  <a:txBody>
                    <a:bodyPr/>
                    <a:lstStyle/>
                    <a:p>
                      <a:pPr algn="ctr"/>
                      <a:r>
                        <a:rPr lang="en-US" altLang="zh-TW" sz="2300" dirty="0" smtClean="0"/>
                        <a:t>-4</a:t>
                      </a:r>
                      <a:endParaRPr lang="zh-TW" altLang="en-US" sz="2300" dirty="0"/>
                    </a:p>
                  </a:txBody>
                  <a:tcPr anchor="ctr">
                    <a:noFill/>
                  </a:tcPr>
                </a:tc>
                <a:tc>
                  <a:txBody>
                    <a:bodyPr/>
                    <a:lstStyle/>
                    <a:p>
                      <a:pPr algn="ctr"/>
                      <a:r>
                        <a:rPr lang="en-US" altLang="zh-TW" sz="2300" dirty="0" smtClean="0"/>
                        <a:t>-5</a:t>
                      </a:r>
                      <a:endParaRPr lang="zh-TW" altLang="en-US" sz="2300" dirty="0"/>
                    </a:p>
                  </a:txBody>
                  <a:tcPr anchor="ctr">
                    <a:noFill/>
                  </a:tcPr>
                </a:tc>
              </a:tr>
              <a:tr h="584200">
                <a:tc>
                  <a:txBody>
                    <a:bodyPr/>
                    <a:lstStyle/>
                    <a:p>
                      <a:pPr algn="ctr"/>
                      <a:r>
                        <a:rPr lang="en-US" altLang="zh-TW" sz="2300" b="1" dirty="0" smtClean="0"/>
                        <a:t>A</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-3</a:t>
                      </a:r>
                      <a:endParaRPr lang="zh-TW" altLang="en-US" sz="2300" dirty="0"/>
                    </a:p>
                  </a:txBody>
                  <a:tcPr anchor="ctr">
                    <a:noFill/>
                  </a:tcPr>
                </a:tc>
              </a:tr>
              <a:tr h="584200">
                <a:tc>
                  <a:txBody>
                    <a:bodyPr/>
                    <a:lstStyle/>
                    <a:p>
                      <a:pPr algn="ctr"/>
                      <a:r>
                        <a:rPr lang="en-US" altLang="zh-TW" sz="2300" b="1" dirty="0" smtClean="0"/>
                        <a:t>T</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-3</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r>
              <a:tr h="584200">
                <a:tc>
                  <a:txBody>
                    <a:bodyPr/>
                    <a:lstStyle/>
                    <a:p>
                      <a:pPr algn="ctr"/>
                      <a:r>
                        <a:rPr lang="en-US" altLang="zh-TW" sz="2300" b="1" dirty="0" smtClean="0"/>
                        <a:t>T</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-4</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r>
              <a:tr h="584200">
                <a:tc>
                  <a:txBody>
                    <a:bodyPr/>
                    <a:lstStyle/>
                    <a:p>
                      <a:pPr algn="ctr"/>
                      <a:r>
                        <a:rPr lang="en-US" altLang="zh-TW" sz="2300" b="1" dirty="0" smtClean="0"/>
                        <a:t>A</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-5</a:t>
                      </a:r>
                      <a:endParaRPr lang="zh-TW" altLang="en-US" sz="2300" dirty="0"/>
                    </a:p>
                  </a:txBody>
                  <a:tcPr anchor="ctr">
                    <a:noFill/>
                  </a:tcPr>
                </a:tc>
                <a:tc>
                  <a:txBody>
                    <a:bodyPr/>
                    <a:lstStyle/>
                    <a:p>
                      <a:pPr algn="ctr"/>
                      <a:r>
                        <a:rPr lang="en-US" altLang="zh-TW" sz="2300" dirty="0" smtClean="0"/>
                        <a:t>-3</a:t>
                      </a:r>
                      <a:endParaRPr lang="zh-TW" altLang="en-US" sz="2300" dirty="0"/>
                    </a:p>
                  </a:txBody>
                  <a:tcPr anchor="ctr">
                    <a:noFill/>
                  </a:tcPr>
                </a:tc>
                <a:tc>
                  <a:txBody>
                    <a:bodyPr/>
                    <a:lstStyle/>
                    <a:p>
                      <a:pPr algn="ctr"/>
                      <a:r>
                        <a:rPr lang="en-US" altLang="zh-TW" sz="2300" dirty="0" smtClean="0"/>
                        <a:t>-3</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r>
              <a:tr h="584200">
                <a:tc>
                  <a:txBody>
                    <a:bodyPr/>
                    <a:lstStyle/>
                    <a:p>
                      <a:pPr algn="ctr"/>
                      <a:r>
                        <a:rPr lang="en-US" altLang="zh-TW" sz="2300" b="1" dirty="0" smtClean="0"/>
                        <a:t>C</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-6</a:t>
                      </a:r>
                      <a:endParaRPr lang="zh-TW" altLang="en-US" sz="2300" dirty="0"/>
                    </a:p>
                  </a:txBody>
                  <a:tcPr anchor="ctr">
                    <a:noFill/>
                  </a:tcPr>
                </a:tc>
                <a:tc>
                  <a:txBody>
                    <a:bodyPr/>
                    <a:lstStyle/>
                    <a:p>
                      <a:pPr algn="ctr"/>
                      <a:r>
                        <a:rPr lang="en-US" altLang="zh-TW" sz="2300" dirty="0" smtClean="0"/>
                        <a:t>-4</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r>
              <a:tr h="584200">
                <a:tc>
                  <a:txBody>
                    <a:bodyPr/>
                    <a:lstStyle/>
                    <a:p>
                      <a:pPr algn="ctr"/>
                      <a:r>
                        <a:rPr lang="en-US" altLang="zh-TW" sz="2300" b="1" dirty="0" smtClean="0"/>
                        <a:t>A</a:t>
                      </a:r>
                      <a:endParaRPr lang="zh-TW" altLang="en-US" sz="2300" b="1" dirty="0"/>
                    </a:p>
                  </a:txBody>
                  <a:tcPr anchor="ctr">
                    <a:solidFill>
                      <a:schemeClr val="accent4">
                        <a:lumMod val="40000"/>
                        <a:lumOff val="60000"/>
                      </a:schemeClr>
                    </a:solidFill>
                  </a:tcPr>
                </a:tc>
                <a:tc>
                  <a:txBody>
                    <a:bodyPr/>
                    <a:lstStyle/>
                    <a:p>
                      <a:pPr algn="ctr"/>
                      <a:r>
                        <a:rPr lang="en-US" altLang="zh-TW" sz="2300" dirty="0" smtClean="0"/>
                        <a:t>-7</a:t>
                      </a:r>
                      <a:endParaRPr lang="zh-TW" altLang="en-US" sz="2300" dirty="0"/>
                    </a:p>
                  </a:txBody>
                  <a:tcPr anchor="ctr">
                    <a:noFill/>
                  </a:tcPr>
                </a:tc>
                <a:tc>
                  <a:txBody>
                    <a:bodyPr/>
                    <a:lstStyle/>
                    <a:p>
                      <a:pPr algn="ctr"/>
                      <a:r>
                        <a:rPr lang="en-US" altLang="zh-TW" sz="2300" dirty="0" smtClean="0"/>
                        <a:t>-5</a:t>
                      </a:r>
                      <a:endParaRPr lang="zh-TW" altLang="en-US" sz="2300" dirty="0"/>
                    </a:p>
                  </a:txBody>
                  <a:tcPr anchor="ctr">
                    <a:noFill/>
                  </a:tcPr>
                </a:tc>
                <a:tc>
                  <a:txBody>
                    <a:bodyPr/>
                    <a:lstStyle/>
                    <a:p>
                      <a:pPr algn="ctr"/>
                      <a:r>
                        <a:rPr lang="en-US" altLang="zh-TW" sz="2300" dirty="0" smtClean="0"/>
                        <a:t>-3</a:t>
                      </a:r>
                      <a:endParaRPr lang="zh-TW" altLang="en-US" sz="2300" dirty="0"/>
                    </a:p>
                  </a:txBody>
                  <a:tcPr anchor="ctr">
                    <a:noFill/>
                  </a:tcPr>
                </a:tc>
                <a:tc>
                  <a:txBody>
                    <a:bodyPr/>
                    <a:lstStyle/>
                    <a:p>
                      <a:pPr algn="ctr"/>
                      <a:r>
                        <a:rPr lang="en-US" altLang="zh-TW" sz="2300" dirty="0" smtClean="0"/>
                        <a:t>-1</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-2</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c>
                  <a:txBody>
                    <a:bodyPr/>
                    <a:lstStyle/>
                    <a:p>
                      <a:pPr algn="ctr"/>
                      <a:r>
                        <a:rPr lang="en-US" altLang="zh-TW" sz="2300" dirty="0" smtClean="0"/>
                        <a:t>0</a:t>
                      </a:r>
                      <a:endParaRPr lang="zh-TW" altLang="en-US" sz="2300" dirty="0"/>
                    </a:p>
                  </a:txBody>
                  <a:tcPr anchor="ctr">
                    <a:noFill/>
                  </a:tcPr>
                </a:tc>
              </a:tr>
            </a:tbl>
          </a:graphicData>
        </a:graphic>
      </p:graphicFrame>
      <p:cxnSp>
        <p:nvCxnSpPr>
          <p:cNvPr id="5" name="直線單箭頭接點 4"/>
          <p:cNvCxnSpPr/>
          <p:nvPr/>
        </p:nvCxnSpPr>
        <p:spPr>
          <a:xfrm rot="16200000" flipV="1">
            <a:off x="4500562" y="6000768"/>
            <a:ext cx="357190" cy="3571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6" name="直線單箭頭接點 5"/>
          <p:cNvCxnSpPr/>
          <p:nvPr/>
        </p:nvCxnSpPr>
        <p:spPr>
          <a:xfrm rot="16200000" flipV="1">
            <a:off x="3929058" y="5429264"/>
            <a:ext cx="357190" cy="3571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7" name="直線單箭頭接點 6"/>
          <p:cNvCxnSpPr/>
          <p:nvPr/>
        </p:nvCxnSpPr>
        <p:spPr>
          <a:xfrm rot="16200000" flipV="1">
            <a:off x="3669500" y="4955393"/>
            <a:ext cx="367508" cy="873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8" name="直線單箭頭接點 7"/>
          <p:cNvCxnSpPr/>
          <p:nvPr/>
        </p:nvCxnSpPr>
        <p:spPr>
          <a:xfrm rot="16200000" flipV="1">
            <a:off x="3357553" y="4857760"/>
            <a:ext cx="357190" cy="3571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9" name="直線單箭頭接點 8"/>
          <p:cNvCxnSpPr/>
          <p:nvPr/>
        </p:nvCxnSpPr>
        <p:spPr>
          <a:xfrm rot="16200000" flipV="1">
            <a:off x="3357553" y="4214818"/>
            <a:ext cx="357190" cy="3571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0" name="直線單箭頭接點 9"/>
          <p:cNvCxnSpPr/>
          <p:nvPr/>
        </p:nvCxnSpPr>
        <p:spPr>
          <a:xfrm rot="16200000" flipV="1">
            <a:off x="2786050" y="3643314"/>
            <a:ext cx="357190" cy="3571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 name="直線單箭頭接點 10"/>
          <p:cNvCxnSpPr/>
          <p:nvPr/>
        </p:nvCxnSpPr>
        <p:spPr>
          <a:xfrm rot="16200000" flipV="1">
            <a:off x="2214546" y="3071810"/>
            <a:ext cx="357190" cy="3571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2" name="直線單箭頭接點 11"/>
          <p:cNvCxnSpPr/>
          <p:nvPr/>
        </p:nvCxnSpPr>
        <p:spPr>
          <a:xfrm rot="10800000">
            <a:off x="1643042" y="2998783"/>
            <a:ext cx="357190"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3" name="直線單箭頭接點 12"/>
          <p:cNvCxnSpPr/>
          <p:nvPr/>
        </p:nvCxnSpPr>
        <p:spPr>
          <a:xfrm rot="16200000" flipV="1">
            <a:off x="1071538" y="2500306"/>
            <a:ext cx="357190" cy="35719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4" name="直線單箭頭接點 13"/>
          <p:cNvCxnSpPr/>
          <p:nvPr/>
        </p:nvCxnSpPr>
        <p:spPr>
          <a:xfrm rot="16200000" flipV="1">
            <a:off x="2786049" y="4214818"/>
            <a:ext cx="357190" cy="3571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5" name="直線單箭頭接點 14"/>
          <p:cNvCxnSpPr/>
          <p:nvPr/>
        </p:nvCxnSpPr>
        <p:spPr>
          <a:xfrm rot="16200000" flipV="1">
            <a:off x="2526493" y="3822703"/>
            <a:ext cx="367508" cy="873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6" name="直線單箭頭接點 15"/>
          <p:cNvCxnSpPr/>
          <p:nvPr/>
        </p:nvCxnSpPr>
        <p:spPr>
          <a:xfrm rot="16200000" flipV="1">
            <a:off x="3097996" y="4465645"/>
            <a:ext cx="367508" cy="873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17" name="內容版面配置區 2"/>
          <p:cNvSpPr txBox="1">
            <a:spLocks/>
          </p:cNvSpPr>
          <p:nvPr/>
        </p:nvSpPr>
        <p:spPr>
          <a:xfrm>
            <a:off x="5357818" y="1600200"/>
            <a:ext cx="3571900" cy="49720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Best Alignments</a:t>
            </a:r>
          </a:p>
          <a:p>
            <a:pPr marL="342900" marR="0" lvl="0" indent="-342900" algn="l" defTabSz="914400" rtl="0" eaLnBrk="1" fontAlgn="auto" latinLnBrk="0" hangingPunct="1">
              <a:lnSpc>
                <a:spcPct val="100000"/>
              </a:lnSpc>
              <a:spcBef>
                <a:spcPct val="20000"/>
              </a:spcBef>
              <a:spcAft>
                <a:spcPts val="0"/>
              </a:spcAft>
              <a:buClrTx/>
              <a:buSzTx/>
              <a:tabLst/>
              <a:defRPr/>
            </a:pPr>
            <a:r>
              <a:rPr lang="en-US" sz="2800" dirty="0"/>
              <a:t>	</a:t>
            </a:r>
            <a:r>
              <a:rPr lang="en-US" sz="2800" dirty="0" smtClean="0">
                <a:solidFill>
                  <a:schemeClr val="accent2">
                    <a:lumMod val="75000"/>
                  </a:schemeClr>
                </a:solidFill>
              </a:rPr>
              <a:t>G-ATTACA</a:t>
            </a:r>
          </a:p>
          <a:p>
            <a:pPr marL="342900" lvl="0" indent="-342900">
              <a:spcBef>
                <a:spcPct val="20000"/>
              </a:spcBef>
            </a:pPr>
            <a:r>
              <a:rPr lang="en-US" sz="2800" dirty="0" smtClean="0">
                <a:solidFill>
                  <a:schemeClr val="accent2">
                    <a:lumMod val="75000"/>
                  </a:schemeClr>
                </a:solidFill>
              </a:rPr>
              <a:t>	GCATG-CU </a:t>
            </a:r>
          </a:p>
          <a:p>
            <a:pPr marL="342900" lvl="0" indent="-342900">
              <a:spcBef>
                <a:spcPct val="20000"/>
              </a:spcBef>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pPr>
            <a:r>
              <a:rPr lang="en-US" sz="2800" dirty="0" smtClean="0"/>
              <a:t>	</a:t>
            </a:r>
            <a:r>
              <a:rPr lang="en-US" sz="2800" dirty="0" smtClean="0">
                <a:solidFill>
                  <a:schemeClr val="tx2">
                    <a:lumMod val="60000"/>
                    <a:lumOff val="40000"/>
                  </a:schemeClr>
                </a:solidFill>
              </a:rPr>
              <a:t>G-ATTACA</a:t>
            </a:r>
          </a:p>
          <a:p>
            <a:pPr marL="342900" lvl="0" indent="-342900">
              <a:spcBef>
                <a:spcPct val="20000"/>
              </a:spcBef>
            </a:pPr>
            <a:r>
              <a:rPr lang="en-US" sz="2800" dirty="0" smtClean="0">
                <a:solidFill>
                  <a:schemeClr val="tx2">
                    <a:lumMod val="60000"/>
                    <a:lumOff val="40000"/>
                  </a:schemeClr>
                </a:solidFill>
              </a:rPr>
              <a:t>	GCA-TGCU</a:t>
            </a:r>
          </a:p>
          <a:p>
            <a:pPr marL="342900" lvl="0" indent="-342900">
              <a:spcBef>
                <a:spcPct val="20000"/>
              </a:spcBef>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342900" lvl="0" indent="-342900">
              <a:spcBef>
                <a:spcPct val="20000"/>
              </a:spcBef>
            </a:pPr>
            <a:r>
              <a:rPr lang="en-US" sz="2800" dirty="0" smtClean="0"/>
              <a:t>	</a:t>
            </a:r>
            <a:r>
              <a:rPr lang="en-US" sz="2800" dirty="0" smtClean="0">
                <a:solidFill>
                  <a:schemeClr val="accent3">
                    <a:lumMod val="75000"/>
                  </a:schemeClr>
                </a:solidFill>
              </a:rPr>
              <a:t>G-ATTACA</a:t>
            </a:r>
          </a:p>
          <a:p>
            <a:pPr marL="342900" lvl="0" indent="-342900">
              <a:spcBef>
                <a:spcPct val="20000"/>
              </a:spcBef>
            </a:pPr>
            <a:r>
              <a:rPr lang="en-US" sz="2800" dirty="0" smtClean="0">
                <a:solidFill>
                  <a:schemeClr val="accent3">
                    <a:lumMod val="75000"/>
                  </a:schemeClr>
                </a:solidFill>
              </a:rPr>
              <a:t>	GCAT-GCU</a:t>
            </a:r>
            <a:endParaRPr kumimoji="0" lang="en-US" sz="2800" b="0" i="0" u="none" strike="noStrike" kern="1200" cap="none" spc="0" normalizeH="0" baseline="0" noProof="0" dirty="0" smtClean="0">
              <a:ln>
                <a:noFill/>
              </a:ln>
              <a:solidFill>
                <a:schemeClr val="accent3">
                  <a:lumMod val="7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Algorithm(1/10)</a:t>
            </a:r>
            <a:endParaRPr lang="zh-TW" altLang="en-US" dirty="0"/>
          </a:p>
        </p:txBody>
      </p:sp>
      <p:sp>
        <p:nvSpPr>
          <p:cNvPr id="3" name="內容版面配置區 2"/>
          <p:cNvSpPr>
            <a:spLocks noGrp="1"/>
          </p:cNvSpPr>
          <p:nvPr>
            <p:ph idx="1"/>
          </p:nvPr>
        </p:nvSpPr>
        <p:spPr>
          <a:xfrm>
            <a:off x="357158" y="1600200"/>
            <a:ext cx="8472518" cy="4525963"/>
          </a:xfrm>
        </p:spPr>
        <p:txBody>
          <a:bodyPr>
            <a:normAutofit/>
          </a:bodyPr>
          <a:lstStyle/>
          <a:p>
            <a:r>
              <a:rPr lang="en-US" altLang="zh-TW" dirty="0" smtClean="0"/>
              <a:t>Step1. Compute all optimal </a:t>
            </a:r>
            <a:r>
              <a:rPr lang="en-US" altLang="zh-TW" dirty="0" err="1" smtClean="0"/>
              <a:t>pairwise</a:t>
            </a:r>
            <a:r>
              <a:rPr lang="en-US" altLang="zh-TW" dirty="0" smtClean="0"/>
              <a:t> alignment</a:t>
            </a:r>
          </a:p>
          <a:p>
            <a:r>
              <a:rPr lang="en-US" altLang="zh-TW" dirty="0" smtClean="0"/>
              <a:t>Step2. Incorporate the diagonals into alignments and sort them</a:t>
            </a:r>
          </a:p>
          <a:p>
            <a:pPr lvl="1"/>
            <a:r>
              <a:rPr lang="en-US" altLang="zh-TW" dirty="0" smtClean="0"/>
              <a:t>Weight scores</a:t>
            </a:r>
          </a:p>
          <a:p>
            <a:pPr lvl="1"/>
            <a:r>
              <a:rPr lang="en-US" altLang="zh-TW" dirty="0" smtClean="0"/>
              <a:t>Degree of overlap</a:t>
            </a:r>
            <a:endParaRPr lang="zh-TW" altLang="en-US" dirty="0" smtClean="0"/>
          </a:p>
          <a:p>
            <a:r>
              <a:rPr lang="en-US" altLang="zh-TW" dirty="0" smtClean="0"/>
              <a:t>Step3. Use </a:t>
            </a:r>
            <a:r>
              <a:rPr lang="en-US" altLang="zh-TW" dirty="0"/>
              <a:t>greedy </a:t>
            </a:r>
            <a:r>
              <a:rPr lang="en-US" altLang="zh-TW" dirty="0" smtClean="0"/>
              <a:t>manner</a:t>
            </a:r>
          </a:p>
          <a:p>
            <a:r>
              <a:rPr lang="en-US" altLang="zh-TW" dirty="0" smtClean="0"/>
              <a:t>Step4. Introduce gaps into the sequences </a:t>
            </a:r>
            <a:endParaRPr lang="zh-TW" altLang="en-US" dirty="0" smtClean="0"/>
          </a:p>
          <a:p>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Algorithm(2/10)</a:t>
            </a:r>
            <a:endParaRPr lang="zh-TW" altLang="en-US" dirty="0"/>
          </a:p>
        </p:txBody>
      </p:sp>
      <p:sp>
        <p:nvSpPr>
          <p:cNvPr id="3" name="內容版面配置區 2"/>
          <p:cNvSpPr>
            <a:spLocks noGrp="1"/>
          </p:cNvSpPr>
          <p:nvPr>
            <p:ph idx="1"/>
          </p:nvPr>
        </p:nvSpPr>
        <p:spPr/>
        <p:txBody>
          <a:bodyPr/>
          <a:lstStyle/>
          <a:p>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zh-TW" altLang="en-US" dirty="0" smtClean="0"/>
              <a:t> </a:t>
            </a:r>
            <a:r>
              <a:rPr lang="en-US" altLang="zh-TW" dirty="0" smtClean="0"/>
              <a:t>D</a:t>
            </a:r>
            <a:r>
              <a:rPr lang="zh-TW" altLang="en-US" dirty="0" smtClean="0"/>
              <a:t>  </a:t>
            </a:r>
            <a:r>
              <a:rPr lang="en-US" altLang="zh-TW" dirty="0" smtClean="0"/>
              <a:t>D</a:t>
            </a:r>
          </a:p>
          <a:p>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Algorithm(3/10)</a:t>
            </a:r>
            <a:endParaRPr lang="zh-TW" altLang="en-US" dirty="0"/>
          </a:p>
        </p:txBody>
      </p:sp>
      <p:sp>
        <p:nvSpPr>
          <p:cNvPr id="3" name="內容版面配置區 2"/>
          <p:cNvSpPr>
            <a:spLocks noGrp="1"/>
          </p:cNvSpPr>
          <p:nvPr>
            <p:ph idx="1"/>
          </p:nvPr>
        </p:nvSpPr>
        <p:spPr>
          <a:xfrm>
            <a:off x="457200" y="1600200"/>
            <a:ext cx="8229600" cy="4900634"/>
          </a:xfrm>
        </p:spPr>
        <p:txBody>
          <a:bodyPr>
            <a:normAutofit/>
          </a:bodyPr>
          <a:lstStyle/>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p>
          <a:p>
            <a:pPr>
              <a:buNone/>
            </a:pPr>
            <a:endParaRPr lang="en-US" altLang="zh-TW" dirty="0" smtClean="0"/>
          </a:p>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p>
          <a:p>
            <a:pPr>
              <a:buNone/>
            </a:pPr>
            <a:endParaRPr lang="zh-TW" altLang="en-US" dirty="0" smtClean="0"/>
          </a:p>
          <a:p>
            <a:pPr>
              <a:buNone/>
            </a:pPr>
            <a:endParaRPr lang="en-US" altLang="zh-TW" dirty="0" smtClean="0"/>
          </a:p>
          <a:p>
            <a:pPr>
              <a:buNone/>
            </a:pPr>
            <a:endParaRPr lang="en-US" altLang="zh-TW" dirty="0" smtClean="0"/>
          </a:p>
          <a:p>
            <a:pPr>
              <a:buNone/>
            </a:pPr>
            <a:endParaRPr lang="zh-TW" altLang="en-US" dirty="0"/>
          </a:p>
        </p:txBody>
      </p:sp>
      <p:cxnSp>
        <p:nvCxnSpPr>
          <p:cNvPr id="5" name="直線接點 4"/>
          <p:cNvCxnSpPr/>
          <p:nvPr/>
        </p:nvCxnSpPr>
        <p:spPr>
          <a:xfrm rot="5400000">
            <a:off x="642910" y="2000240"/>
            <a:ext cx="285752" cy="285752"/>
          </a:xfrm>
          <a:prstGeom prst="line">
            <a:avLst/>
          </a:prstGeom>
        </p:spPr>
        <p:style>
          <a:lnRef idx="2">
            <a:schemeClr val="accent2"/>
          </a:lnRef>
          <a:fillRef idx="0">
            <a:schemeClr val="accent2"/>
          </a:fillRef>
          <a:effectRef idx="1">
            <a:schemeClr val="accent2"/>
          </a:effectRef>
          <a:fontRef idx="minor">
            <a:schemeClr val="tx1"/>
          </a:fontRef>
        </p:style>
      </p:cxnSp>
      <p:cxnSp>
        <p:nvCxnSpPr>
          <p:cNvPr id="7" name="直線接點 6"/>
          <p:cNvCxnSpPr/>
          <p:nvPr/>
        </p:nvCxnSpPr>
        <p:spPr>
          <a:xfrm rot="5400000">
            <a:off x="1000100" y="2000240"/>
            <a:ext cx="285752" cy="285752"/>
          </a:xfrm>
          <a:prstGeom prst="line">
            <a:avLst/>
          </a:prstGeom>
        </p:spPr>
        <p:style>
          <a:lnRef idx="2">
            <a:schemeClr val="accent2"/>
          </a:lnRef>
          <a:fillRef idx="0">
            <a:schemeClr val="accent2"/>
          </a:fillRef>
          <a:effectRef idx="1">
            <a:schemeClr val="accent2"/>
          </a:effectRef>
          <a:fontRef idx="minor">
            <a:schemeClr val="tx1"/>
          </a:fontRef>
        </p:style>
      </p:cxnSp>
      <p:cxnSp>
        <p:nvCxnSpPr>
          <p:cNvPr id="9" name="直線接點 8"/>
          <p:cNvCxnSpPr/>
          <p:nvPr/>
        </p:nvCxnSpPr>
        <p:spPr>
          <a:xfrm rot="16200000" flipH="1">
            <a:off x="1643042" y="2143116"/>
            <a:ext cx="214314" cy="71438"/>
          </a:xfrm>
          <a:prstGeom prst="line">
            <a:avLst/>
          </a:prstGeom>
        </p:spPr>
        <p:style>
          <a:lnRef idx="2">
            <a:schemeClr val="accent3"/>
          </a:lnRef>
          <a:fillRef idx="0">
            <a:schemeClr val="accent3"/>
          </a:fillRef>
          <a:effectRef idx="1">
            <a:schemeClr val="accent3"/>
          </a:effectRef>
          <a:fontRef idx="minor">
            <a:schemeClr val="tx1"/>
          </a:fontRef>
        </p:style>
      </p:cxnSp>
      <p:cxnSp>
        <p:nvCxnSpPr>
          <p:cNvPr id="10" name="直線接點 9"/>
          <p:cNvCxnSpPr/>
          <p:nvPr/>
        </p:nvCxnSpPr>
        <p:spPr>
          <a:xfrm rot="16200000" flipH="1">
            <a:off x="2000232" y="2143117"/>
            <a:ext cx="214314" cy="71438"/>
          </a:xfrm>
          <a:prstGeom prst="line">
            <a:avLst/>
          </a:prstGeom>
        </p:spPr>
        <p:style>
          <a:lnRef idx="2">
            <a:schemeClr val="accent3"/>
          </a:lnRef>
          <a:fillRef idx="0">
            <a:schemeClr val="accent3"/>
          </a:fillRef>
          <a:effectRef idx="1">
            <a:schemeClr val="accent3"/>
          </a:effectRef>
          <a:fontRef idx="minor">
            <a:schemeClr val="tx1"/>
          </a:fontRef>
        </p:style>
      </p:cxnSp>
      <p:cxnSp>
        <p:nvCxnSpPr>
          <p:cNvPr id="11" name="直線接點 10"/>
          <p:cNvCxnSpPr/>
          <p:nvPr/>
        </p:nvCxnSpPr>
        <p:spPr>
          <a:xfrm rot="16200000" flipH="1">
            <a:off x="2357422" y="2143117"/>
            <a:ext cx="214314" cy="71438"/>
          </a:xfrm>
          <a:prstGeom prst="line">
            <a:avLst/>
          </a:prstGeom>
        </p:spPr>
        <p:style>
          <a:lnRef idx="2">
            <a:schemeClr val="accent3"/>
          </a:lnRef>
          <a:fillRef idx="0">
            <a:schemeClr val="accent3"/>
          </a:fillRef>
          <a:effectRef idx="1">
            <a:schemeClr val="accent3"/>
          </a:effectRef>
          <a:fontRef idx="minor">
            <a:schemeClr val="tx1"/>
          </a:fontRef>
        </p:style>
      </p:cxnSp>
      <p:cxnSp>
        <p:nvCxnSpPr>
          <p:cNvPr id="12" name="直線接點 11"/>
          <p:cNvCxnSpPr/>
          <p:nvPr/>
        </p:nvCxnSpPr>
        <p:spPr>
          <a:xfrm>
            <a:off x="1866880" y="3786190"/>
            <a:ext cx="419104" cy="285752"/>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p:nvPr/>
        </p:nvCxnSpPr>
        <p:spPr>
          <a:xfrm>
            <a:off x="2214546" y="3786190"/>
            <a:ext cx="419104" cy="285752"/>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581260" y="3786190"/>
            <a:ext cx="561980" cy="285752"/>
          </a:xfrm>
          <a:prstGeom prst="line">
            <a:avLst/>
          </a:prstGeom>
        </p:spPr>
        <p:style>
          <a:lnRef idx="2">
            <a:schemeClr val="accent6"/>
          </a:lnRef>
          <a:fillRef idx="0">
            <a:schemeClr val="accent6"/>
          </a:fillRef>
          <a:effectRef idx="1">
            <a:schemeClr val="accent6"/>
          </a:effectRef>
          <a:fontRef idx="minor">
            <a:schemeClr val="tx1"/>
          </a:fontRef>
        </p:style>
      </p:cxnSp>
      <p:sp>
        <p:nvSpPr>
          <p:cNvPr id="30" name="文字方塊 29"/>
          <p:cNvSpPr txBox="1"/>
          <p:nvPr/>
        </p:nvSpPr>
        <p:spPr>
          <a:xfrm>
            <a:off x="5286380" y="1643050"/>
            <a:ext cx="1279517"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TW" altLang="en-US" sz="2800" dirty="0" smtClean="0">
                <a:solidFill>
                  <a:srgbClr val="0070C0"/>
                </a:solidFill>
              </a:rPr>
              <a:t>       </a:t>
            </a:r>
            <a:r>
              <a:rPr lang="en-US" altLang="zh-TW" sz="2800" dirty="0" smtClean="0">
                <a:solidFill>
                  <a:srgbClr val="0070C0"/>
                </a:solidFill>
              </a:rPr>
              <a:t>I</a:t>
            </a:r>
            <a:r>
              <a:rPr lang="zh-TW" altLang="en-US" sz="2800" dirty="0" smtClean="0">
                <a:solidFill>
                  <a:srgbClr val="0070C0"/>
                </a:solidFill>
              </a:rPr>
              <a:t>  </a:t>
            </a:r>
            <a:r>
              <a:rPr lang="en-US" altLang="zh-TW" sz="2800" dirty="0" smtClean="0">
                <a:solidFill>
                  <a:srgbClr val="0070C0"/>
                </a:solidFill>
              </a:rPr>
              <a:t>A</a:t>
            </a:r>
          </a:p>
          <a:p>
            <a:r>
              <a:rPr lang="en-US" altLang="zh-TW" sz="2800" dirty="0" smtClean="0">
                <a:solidFill>
                  <a:srgbClr val="0070C0"/>
                </a:solidFill>
              </a:rPr>
              <a:t>D</a:t>
            </a:r>
            <a:r>
              <a:rPr lang="en-US" altLang="zh-TW" sz="2800" baseline="-25000" dirty="0" smtClean="0">
                <a:solidFill>
                  <a:srgbClr val="0070C0"/>
                </a:solidFill>
              </a:rPr>
              <a:t>1</a:t>
            </a:r>
            <a:r>
              <a:rPr lang="zh-TW" altLang="en-US" sz="2800" baseline="-25000" dirty="0" smtClean="0">
                <a:solidFill>
                  <a:srgbClr val="0070C0"/>
                </a:solidFill>
              </a:rPr>
              <a:t> </a:t>
            </a:r>
            <a:r>
              <a:rPr lang="zh-TW" altLang="en-US" sz="2800" dirty="0" smtClean="0">
                <a:solidFill>
                  <a:srgbClr val="0070C0"/>
                </a:solidFill>
              </a:rPr>
              <a:t> </a:t>
            </a:r>
            <a:endParaRPr lang="en-US" altLang="zh-TW" sz="2800" dirty="0" smtClean="0">
              <a:solidFill>
                <a:srgbClr val="0070C0"/>
              </a:solidFill>
            </a:endParaRPr>
          </a:p>
          <a:p>
            <a:r>
              <a:rPr lang="zh-TW" altLang="en-US" sz="2800" dirty="0" smtClean="0">
                <a:solidFill>
                  <a:srgbClr val="0070C0"/>
                </a:solidFill>
              </a:rPr>
              <a:t>       </a:t>
            </a:r>
            <a:r>
              <a:rPr lang="en-US" altLang="zh-TW" sz="2800" dirty="0" smtClean="0">
                <a:solidFill>
                  <a:srgbClr val="0070C0"/>
                </a:solidFill>
              </a:rPr>
              <a:t>L</a:t>
            </a:r>
            <a:r>
              <a:rPr lang="zh-TW" altLang="en-US" sz="2800" dirty="0" smtClean="0">
                <a:solidFill>
                  <a:srgbClr val="0070C0"/>
                </a:solidFill>
              </a:rPr>
              <a:t>  </a:t>
            </a:r>
            <a:r>
              <a:rPr lang="en-US" altLang="zh-TW" sz="2800" dirty="0" smtClean="0">
                <a:solidFill>
                  <a:srgbClr val="0070C0"/>
                </a:solidFill>
              </a:rPr>
              <a:t>A</a:t>
            </a:r>
            <a:endParaRPr lang="en-US" altLang="zh-TW" sz="2800" dirty="0" smtClean="0">
              <a:solidFill>
                <a:srgbClr val="0070C0"/>
              </a:solidFill>
            </a:endParaRPr>
          </a:p>
        </p:txBody>
      </p:sp>
      <p:sp>
        <p:nvSpPr>
          <p:cNvPr id="31" name="文字方塊 30"/>
          <p:cNvSpPr txBox="1"/>
          <p:nvPr/>
        </p:nvSpPr>
        <p:spPr>
          <a:xfrm>
            <a:off x="7286644" y="1643050"/>
            <a:ext cx="1564852" cy="1384995"/>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TW" altLang="en-US" sz="2800" dirty="0" smtClean="0">
                <a:solidFill>
                  <a:srgbClr val="00B050"/>
                </a:solidFill>
              </a:rPr>
              <a:t>       </a:t>
            </a:r>
            <a:r>
              <a:rPr lang="en-US" altLang="zh-TW" sz="2800" dirty="0" smtClean="0">
                <a:solidFill>
                  <a:srgbClr val="00B050"/>
                </a:solidFill>
              </a:rPr>
              <a:t>F</a:t>
            </a:r>
            <a:r>
              <a:rPr lang="zh-TW" altLang="en-US" sz="2800" dirty="0" smtClean="0">
                <a:solidFill>
                  <a:srgbClr val="00B050"/>
                </a:solidFill>
              </a:rPr>
              <a:t>  </a:t>
            </a:r>
            <a:r>
              <a:rPr lang="en-US" altLang="zh-TW" sz="2800" dirty="0" smtClean="0">
                <a:solidFill>
                  <a:srgbClr val="00B050"/>
                </a:solidFill>
              </a:rPr>
              <a:t>L</a:t>
            </a:r>
            <a:r>
              <a:rPr lang="zh-TW" altLang="en-US" sz="2800" dirty="0" smtClean="0">
                <a:solidFill>
                  <a:srgbClr val="00B050"/>
                </a:solidFill>
              </a:rPr>
              <a:t>  </a:t>
            </a:r>
            <a:r>
              <a:rPr lang="en-US" altLang="zh-TW" sz="2800" dirty="0" smtClean="0">
                <a:solidFill>
                  <a:srgbClr val="00B050"/>
                </a:solidFill>
              </a:rPr>
              <a:t>F</a:t>
            </a:r>
          </a:p>
          <a:p>
            <a:r>
              <a:rPr lang="en-US" altLang="zh-TW" sz="2800" dirty="0" smtClean="0">
                <a:solidFill>
                  <a:srgbClr val="00B050"/>
                </a:solidFill>
              </a:rPr>
              <a:t>D</a:t>
            </a:r>
            <a:r>
              <a:rPr lang="en-US" altLang="zh-TW" sz="2800" baseline="-25000" dirty="0" smtClean="0">
                <a:solidFill>
                  <a:srgbClr val="00B050"/>
                </a:solidFill>
              </a:rPr>
              <a:t>2</a:t>
            </a:r>
            <a:r>
              <a:rPr lang="zh-TW" altLang="en-US" sz="2800" dirty="0" smtClean="0">
                <a:solidFill>
                  <a:srgbClr val="00B050"/>
                </a:solidFill>
              </a:rPr>
              <a:t>  </a:t>
            </a:r>
            <a:endParaRPr lang="en-US" altLang="zh-TW" sz="2800" dirty="0" smtClean="0">
              <a:solidFill>
                <a:srgbClr val="00B050"/>
              </a:solidFill>
            </a:endParaRPr>
          </a:p>
          <a:p>
            <a:r>
              <a:rPr lang="zh-TW" altLang="en-US" sz="2800" dirty="0" smtClean="0">
                <a:solidFill>
                  <a:srgbClr val="00B050"/>
                </a:solidFill>
              </a:rPr>
              <a:t>       </a:t>
            </a:r>
            <a:r>
              <a:rPr lang="en-US" altLang="zh-TW" sz="2800" dirty="0" smtClean="0">
                <a:solidFill>
                  <a:srgbClr val="00B050"/>
                </a:solidFill>
              </a:rPr>
              <a:t>F</a:t>
            </a:r>
            <a:r>
              <a:rPr lang="zh-TW" altLang="en-US" sz="2800" dirty="0" smtClean="0">
                <a:solidFill>
                  <a:srgbClr val="00B050"/>
                </a:solidFill>
              </a:rPr>
              <a:t>  </a:t>
            </a:r>
            <a:r>
              <a:rPr lang="en-US" altLang="zh-TW" sz="2800" dirty="0" smtClean="0">
                <a:solidFill>
                  <a:srgbClr val="00B050"/>
                </a:solidFill>
              </a:rPr>
              <a:t>I</a:t>
            </a:r>
            <a:r>
              <a:rPr lang="zh-TW" altLang="en-US" sz="2800" dirty="0" smtClean="0">
                <a:solidFill>
                  <a:srgbClr val="00B050"/>
                </a:solidFill>
              </a:rPr>
              <a:t>  </a:t>
            </a:r>
            <a:r>
              <a:rPr lang="en-US" altLang="zh-TW" sz="2800" dirty="0" smtClean="0">
                <a:solidFill>
                  <a:srgbClr val="00B050"/>
                </a:solidFill>
              </a:rPr>
              <a:t>F</a:t>
            </a:r>
            <a:endParaRPr lang="en-US" altLang="zh-TW" sz="2800" dirty="0" smtClean="0">
              <a:solidFill>
                <a:srgbClr val="00B050"/>
              </a:solidFill>
            </a:endParaRPr>
          </a:p>
        </p:txBody>
      </p:sp>
      <p:sp>
        <p:nvSpPr>
          <p:cNvPr id="32" name="文字方塊 31"/>
          <p:cNvSpPr txBox="1"/>
          <p:nvPr/>
        </p:nvSpPr>
        <p:spPr>
          <a:xfrm>
            <a:off x="5286380" y="3286124"/>
            <a:ext cx="1558440" cy="138499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r>
              <a:rPr lang="zh-TW" altLang="en-US" sz="2800" dirty="0" smtClean="0">
                <a:solidFill>
                  <a:schemeClr val="accent6">
                    <a:lumMod val="75000"/>
                  </a:schemeClr>
                </a:solidFill>
              </a:rPr>
              <a:t> </a:t>
            </a:r>
            <a:r>
              <a:rPr lang="en-US" altLang="zh-TW" sz="2800" dirty="0" smtClean="0">
                <a:solidFill>
                  <a:schemeClr val="accent6">
                    <a:lumMod val="75000"/>
                  </a:schemeClr>
                </a:solidFill>
              </a:rPr>
              <a:t>I</a:t>
            </a:r>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p>
          <a:p>
            <a:r>
              <a:rPr lang="en-US" altLang="zh-TW" sz="2800" dirty="0" smtClean="0">
                <a:solidFill>
                  <a:schemeClr val="accent6">
                    <a:lumMod val="75000"/>
                  </a:schemeClr>
                </a:solidFill>
              </a:rPr>
              <a:t>D</a:t>
            </a:r>
            <a:r>
              <a:rPr lang="en-US" altLang="zh-TW" sz="2800" baseline="-25000" dirty="0" smtClean="0">
                <a:solidFill>
                  <a:schemeClr val="accent6">
                    <a:lumMod val="75000"/>
                  </a:schemeClr>
                </a:solidFill>
              </a:rPr>
              <a:t>4</a:t>
            </a:r>
            <a:r>
              <a:rPr lang="zh-TW" altLang="en-US" sz="2800" dirty="0" smtClean="0">
                <a:solidFill>
                  <a:schemeClr val="accent6">
                    <a:lumMod val="75000"/>
                  </a:schemeClr>
                </a:solidFill>
              </a:rPr>
              <a:t>  </a:t>
            </a:r>
            <a:endParaRPr lang="en-US" altLang="zh-TW" sz="2800" dirty="0" smtClean="0">
              <a:solidFill>
                <a:schemeClr val="accent6">
                  <a:lumMod val="75000"/>
                </a:schemeClr>
              </a:solidFill>
            </a:endParaRPr>
          </a:p>
          <a:p>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r>
              <a:rPr lang="zh-TW" altLang="en-US" sz="2800" dirty="0" smtClean="0">
                <a:solidFill>
                  <a:schemeClr val="accent6">
                    <a:lumMod val="75000"/>
                  </a:schemeClr>
                </a:solidFill>
              </a:rPr>
              <a:t> </a:t>
            </a:r>
            <a:r>
              <a:rPr lang="en-US" altLang="zh-TW" sz="2800" dirty="0" smtClean="0">
                <a:solidFill>
                  <a:schemeClr val="accent6">
                    <a:lumMod val="75000"/>
                  </a:schemeClr>
                </a:solidFill>
              </a:rPr>
              <a:t>M</a:t>
            </a:r>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endParaRPr lang="en-US" altLang="zh-TW" sz="2800" dirty="0" smtClean="0">
              <a:solidFill>
                <a:schemeClr val="accent6">
                  <a:lumMod val="75000"/>
                </a:schemeClr>
              </a:solidFill>
            </a:endParaRPr>
          </a:p>
        </p:txBody>
      </p:sp>
      <p:sp>
        <p:nvSpPr>
          <p:cNvPr id="33" name="文字方塊 32"/>
          <p:cNvSpPr txBox="1"/>
          <p:nvPr/>
        </p:nvSpPr>
        <p:spPr>
          <a:xfrm>
            <a:off x="4786314" y="4929198"/>
            <a:ext cx="1928826"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zh-TW" altLang="en-US" sz="2800" dirty="0" smtClean="0">
                <a:solidFill>
                  <a:schemeClr val="accent4">
                    <a:lumMod val="75000"/>
                  </a:schemeClr>
                </a:solidFill>
              </a:rPr>
              <a:t>       </a:t>
            </a:r>
            <a:r>
              <a:rPr lang="en-US" altLang="zh-TW" sz="2800" dirty="0" smtClean="0">
                <a:solidFill>
                  <a:schemeClr val="accent4">
                    <a:lumMod val="75000"/>
                  </a:schemeClr>
                </a:solidFill>
              </a:rPr>
              <a:t>W</a:t>
            </a:r>
            <a:r>
              <a:rPr lang="zh-TW" altLang="en-US" sz="2800" dirty="0" smtClean="0">
                <a:solidFill>
                  <a:schemeClr val="accent4">
                    <a:lumMod val="75000"/>
                  </a:schemeClr>
                </a:solidFill>
              </a:rPr>
              <a:t> </a:t>
            </a:r>
            <a:r>
              <a:rPr lang="en-US" altLang="zh-TW" sz="2800" dirty="0" smtClean="0">
                <a:solidFill>
                  <a:schemeClr val="accent4">
                    <a:lumMod val="75000"/>
                  </a:schemeClr>
                </a:solidFill>
              </a:rPr>
              <a:t>D</a:t>
            </a:r>
            <a:r>
              <a:rPr lang="zh-TW" altLang="en-US" sz="2800" dirty="0" smtClean="0">
                <a:solidFill>
                  <a:schemeClr val="accent4">
                    <a:lumMod val="75000"/>
                  </a:schemeClr>
                </a:solidFill>
              </a:rPr>
              <a:t> </a:t>
            </a:r>
            <a:r>
              <a:rPr lang="en-US" altLang="zh-TW" sz="2800" dirty="0" smtClean="0">
                <a:solidFill>
                  <a:schemeClr val="accent4">
                    <a:lumMod val="75000"/>
                  </a:schemeClr>
                </a:solidFill>
              </a:rPr>
              <a:t>D</a:t>
            </a:r>
          </a:p>
          <a:p>
            <a:r>
              <a:rPr lang="en-US" altLang="zh-TW" sz="2800" dirty="0" smtClean="0">
                <a:solidFill>
                  <a:schemeClr val="accent4">
                    <a:lumMod val="75000"/>
                  </a:schemeClr>
                </a:solidFill>
              </a:rPr>
              <a:t>D</a:t>
            </a:r>
            <a:r>
              <a:rPr lang="en-US" altLang="zh-TW" sz="2800" baseline="-25000" dirty="0" smtClean="0">
                <a:solidFill>
                  <a:schemeClr val="accent4">
                    <a:lumMod val="75000"/>
                  </a:schemeClr>
                </a:solidFill>
              </a:rPr>
              <a:t>3</a:t>
            </a:r>
            <a:r>
              <a:rPr lang="zh-TW" altLang="en-US" sz="2800" dirty="0" smtClean="0">
                <a:solidFill>
                  <a:schemeClr val="accent4">
                    <a:lumMod val="75000"/>
                  </a:schemeClr>
                </a:solidFill>
              </a:rPr>
              <a:t>  </a:t>
            </a:r>
            <a:endParaRPr lang="en-US" altLang="zh-TW" sz="2800" dirty="0" smtClean="0">
              <a:solidFill>
                <a:schemeClr val="accent4">
                  <a:lumMod val="75000"/>
                </a:schemeClr>
              </a:solidFill>
            </a:endParaRPr>
          </a:p>
          <a:p>
            <a:r>
              <a:rPr lang="zh-TW" altLang="en-US" sz="2800" dirty="0" smtClean="0">
                <a:solidFill>
                  <a:schemeClr val="accent4">
                    <a:lumMod val="75000"/>
                  </a:schemeClr>
                </a:solidFill>
              </a:rPr>
              <a:t>       </a:t>
            </a:r>
            <a:r>
              <a:rPr lang="en-US" altLang="zh-TW" sz="2800" dirty="0" smtClean="0">
                <a:solidFill>
                  <a:schemeClr val="accent4">
                    <a:lumMod val="75000"/>
                  </a:schemeClr>
                </a:solidFill>
              </a:rPr>
              <a:t>W</a:t>
            </a:r>
            <a:r>
              <a:rPr lang="zh-TW" altLang="en-US" sz="2800" dirty="0" smtClean="0">
                <a:solidFill>
                  <a:schemeClr val="accent4">
                    <a:lumMod val="75000"/>
                  </a:schemeClr>
                </a:solidFill>
              </a:rPr>
              <a:t> </a:t>
            </a:r>
            <a:r>
              <a:rPr lang="en-US" altLang="zh-TW" sz="2800" dirty="0" smtClean="0">
                <a:solidFill>
                  <a:schemeClr val="accent4">
                    <a:lumMod val="75000"/>
                  </a:schemeClr>
                </a:solidFill>
              </a:rPr>
              <a:t>E</a:t>
            </a:r>
            <a:r>
              <a:rPr lang="zh-TW" altLang="en-US" sz="2800" dirty="0" smtClean="0">
                <a:solidFill>
                  <a:schemeClr val="accent4">
                    <a:lumMod val="75000"/>
                  </a:schemeClr>
                </a:solidFill>
              </a:rPr>
              <a:t> </a:t>
            </a:r>
            <a:r>
              <a:rPr lang="en-US" altLang="zh-TW" sz="2800" dirty="0" smtClean="0">
                <a:solidFill>
                  <a:schemeClr val="accent4">
                    <a:lumMod val="75000"/>
                  </a:schemeClr>
                </a:solidFill>
              </a:rPr>
              <a:t>D</a:t>
            </a:r>
            <a:endParaRPr lang="en-US" altLang="zh-TW" sz="2800" dirty="0" smtClean="0">
              <a:solidFill>
                <a:schemeClr val="accent4">
                  <a:lumMod val="75000"/>
                </a:schemeClr>
              </a:solidFill>
            </a:endParaRPr>
          </a:p>
        </p:txBody>
      </p:sp>
      <p:cxnSp>
        <p:nvCxnSpPr>
          <p:cNvPr id="34" name="直線接點 33"/>
          <p:cNvCxnSpPr/>
          <p:nvPr/>
        </p:nvCxnSpPr>
        <p:spPr>
          <a:xfrm rot="10800000" flipV="1">
            <a:off x="1071538" y="5572140"/>
            <a:ext cx="2143140" cy="214314"/>
          </a:xfrm>
          <a:prstGeom prst="line">
            <a:avLst/>
          </a:prstGeom>
        </p:spPr>
        <p:style>
          <a:lnRef idx="2">
            <a:schemeClr val="accent4"/>
          </a:lnRef>
          <a:fillRef idx="0">
            <a:schemeClr val="accent4"/>
          </a:fillRef>
          <a:effectRef idx="1">
            <a:schemeClr val="accent4"/>
          </a:effectRef>
          <a:fontRef idx="minor">
            <a:schemeClr val="tx1"/>
          </a:fontRef>
        </p:style>
      </p:cxnSp>
      <p:cxnSp>
        <p:nvCxnSpPr>
          <p:cNvPr id="36" name="直線接點 35"/>
          <p:cNvCxnSpPr/>
          <p:nvPr/>
        </p:nvCxnSpPr>
        <p:spPr>
          <a:xfrm rot="10800000" flipV="1">
            <a:off x="1714480" y="5572140"/>
            <a:ext cx="2143140" cy="214314"/>
          </a:xfrm>
          <a:prstGeom prst="line">
            <a:avLst/>
          </a:prstGeom>
        </p:spPr>
        <p:style>
          <a:lnRef idx="2">
            <a:schemeClr val="accent4"/>
          </a:lnRef>
          <a:fillRef idx="0">
            <a:schemeClr val="accent4"/>
          </a:fillRef>
          <a:effectRef idx="1">
            <a:schemeClr val="accent4"/>
          </a:effectRef>
          <a:fontRef idx="minor">
            <a:schemeClr val="tx1"/>
          </a:fontRef>
        </p:style>
      </p:cxnSp>
      <p:cxnSp>
        <p:nvCxnSpPr>
          <p:cNvPr id="37" name="直線接點 36"/>
          <p:cNvCxnSpPr/>
          <p:nvPr/>
        </p:nvCxnSpPr>
        <p:spPr>
          <a:xfrm rot="10800000" flipV="1">
            <a:off x="2143108" y="5572140"/>
            <a:ext cx="2071702" cy="285752"/>
          </a:xfrm>
          <a:prstGeom prst="line">
            <a:avLst/>
          </a:prstGeom>
        </p:spPr>
        <p:style>
          <a:lnRef idx="2">
            <a:schemeClr val="accent4"/>
          </a:lnRef>
          <a:fillRef idx="0">
            <a:schemeClr val="accent4"/>
          </a:fillRef>
          <a:effectRef idx="1">
            <a:schemeClr val="accent4"/>
          </a:effectRef>
          <a:fontRef idx="minor">
            <a:schemeClr val="tx1"/>
          </a:fontRef>
        </p:style>
      </p:cxnSp>
      <p:sp>
        <p:nvSpPr>
          <p:cNvPr id="39" name="矩形 38"/>
          <p:cNvSpPr/>
          <p:nvPr/>
        </p:nvSpPr>
        <p:spPr>
          <a:xfrm>
            <a:off x="0" y="1714488"/>
            <a:ext cx="535723"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TW"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1</a:t>
            </a:r>
            <a:endParaRPr lang="zh-TW" alt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0" name="矩形 39"/>
          <p:cNvSpPr/>
          <p:nvPr/>
        </p:nvSpPr>
        <p:spPr>
          <a:xfrm>
            <a:off x="0" y="3500438"/>
            <a:ext cx="535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TW"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2</a:t>
            </a:r>
            <a:endParaRPr lang="zh-TW" alt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1" name="矩形 40"/>
          <p:cNvSpPr/>
          <p:nvPr/>
        </p:nvSpPr>
        <p:spPr>
          <a:xfrm>
            <a:off x="0" y="5143512"/>
            <a:ext cx="535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TW"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3</a:t>
            </a:r>
            <a:endParaRPr lang="zh-TW" alt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2" name="文字方塊 21"/>
          <p:cNvSpPr txBox="1"/>
          <p:nvPr/>
        </p:nvSpPr>
        <p:spPr>
          <a:xfrm>
            <a:off x="6858016" y="4929198"/>
            <a:ext cx="2071702"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sz="2800" dirty="0" smtClean="0">
                <a:solidFill>
                  <a:schemeClr val="tx1"/>
                </a:solidFill>
              </a:rPr>
              <a:t>      </a:t>
            </a:r>
            <a:r>
              <a:rPr lang="en-US" altLang="zh-TW" sz="2800" dirty="0" smtClean="0">
                <a:solidFill>
                  <a:schemeClr val="tx1"/>
                </a:solidFill>
              </a:rPr>
              <a:t>FLFAWD</a:t>
            </a:r>
          </a:p>
          <a:p>
            <a:r>
              <a:rPr lang="en-US" altLang="zh-TW" sz="2800" dirty="0" smtClean="0">
                <a:solidFill>
                  <a:schemeClr val="tx1"/>
                </a:solidFill>
              </a:rPr>
              <a:t>D</a:t>
            </a:r>
            <a:r>
              <a:rPr lang="en-US" altLang="zh-TW" sz="2800" baseline="-25000" dirty="0">
                <a:solidFill>
                  <a:schemeClr val="tx1"/>
                </a:solidFill>
              </a:rPr>
              <a:t>5</a:t>
            </a:r>
            <a:r>
              <a:rPr lang="zh-TW" altLang="en-US" sz="2800" dirty="0" smtClean="0">
                <a:solidFill>
                  <a:schemeClr val="tx1"/>
                </a:solidFill>
              </a:rPr>
              <a:t>  </a:t>
            </a:r>
            <a:endParaRPr lang="en-US" altLang="zh-TW" sz="2800" dirty="0" smtClean="0">
              <a:solidFill>
                <a:schemeClr val="tx1"/>
              </a:solidFill>
            </a:endParaRPr>
          </a:p>
          <a:p>
            <a:r>
              <a:rPr lang="zh-TW" altLang="en-US" sz="2800" dirty="0" smtClean="0">
                <a:solidFill>
                  <a:schemeClr val="tx1"/>
                </a:solidFill>
              </a:rPr>
              <a:t>      </a:t>
            </a:r>
            <a:r>
              <a:rPr lang="en-US" altLang="zh-TW" sz="2800" dirty="0" smtClean="0">
                <a:solidFill>
                  <a:schemeClr val="tx1"/>
                </a:solidFill>
              </a:rPr>
              <a:t>FMFAED</a:t>
            </a:r>
            <a:endParaRPr lang="en-US" altLang="zh-TW" sz="2800" dirty="0" smtClean="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t>
            </a:r>
            <a:r>
              <a:rPr lang="en-US" altLang="zh-TW" dirty="0" smtClean="0"/>
              <a:t>ollections </a:t>
            </a:r>
            <a:r>
              <a:rPr lang="en-US" altLang="zh-TW" dirty="0"/>
              <a:t>O</a:t>
            </a:r>
            <a:r>
              <a:rPr lang="en-US" altLang="zh-TW" dirty="0" smtClean="0"/>
              <a:t>f </a:t>
            </a:r>
            <a:r>
              <a:rPr lang="en-US" altLang="zh-TW" dirty="0"/>
              <a:t>D</a:t>
            </a:r>
            <a:r>
              <a:rPr lang="en-US" altLang="zh-TW" dirty="0" smtClean="0"/>
              <a:t>iagonals</a:t>
            </a:r>
            <a:endParaRPr lang="zh-TW" altLang="en-US" dirty="0"/>
          </a:p>
        </p:txBody>
      </p:sp>
      <p:sp>
        <p:nvSpPr>
          <p:cNvPr id="3" name="內容版面配置區 2"/>
          <p:cNvSpPr>
            <a:spLocks noGrp="1"/>
          </p:cNvSpPr>
          <p:nvPr>
            <p:ph idx="1"/>
          </p:nvPr>
        </p:nvSpPr>
        <p:spPr/>
        <p:txBody>
          <a:bodyPr/>
          <a:lstStyle/>
          <a:p>
            <a:r>
              <a:rPr lang="en-US" altLang="zh-TW" dirty="0" smtClean="0"/>
              <a:t>Non-consistent</a:t>
            </a:r>
          </a:p>
          <a:p>
            <a:endParaRPr lang="en-US" altLang="zh-TW" dirty="0"/>
          </a:p>
          <a:p>
            <a:endParaRPr lang="en-US" altLang="zh-TW" dirty="0" smtClean="0"/>
          </a:p>
          <a:p>
            <a:endParaRPr lang="en-US" altLang="zh-TW" sz="1600" dirty="0" smtClean="0"/>
          </a:p>
          <a:p>
            <a:r>
              <a:rPr lang="en-US" altLang="zh-TW" dirty="0" smtClean="0"/>
              <a:t>Consistent</a:t>
            </a:r>
          </a:p>
          <a:p>
            <a:endParaRPr lang="zh-TW" altLang="en-US" dirty="0"/>
          </a:p>
        </p:txBody>
      </p:sp>
      <p:pic>
        <p:nvPicPr>
          <p:cNvPr id="6" name="圖片 5" descr="7.PNG"/>
          <p:cNvPicPr>
            <a:picLocks noChangeAspect="1"/>
          </p:cNvPicPr>
          <p:nvPr/>
        </p:nvPicPr>
        <p:blipFill>
          <a:blip r:embed="rId2"/>
          <a:stretch>
            <a:fillRect/>
          </a:stretch>
        </p:blipFill>
        <p:spPr>
          <a:xfrm>
            <a:off x="1000100" y="2143116"/>
            <a:ext cx="7358114" cy="1500198"/>
          </a:xfrm>
          <a:prstGeom prst="rect">
            <a:avLst/>
          </a:prstGeom>
        </p:spPr>
      </p:pic>
      <p:pic>
        <p:nvPicPr>
          <p:cNvPr id="7" name="圖片 6" descr="8.PNG"/>
          <p:cNvPicPr>
            <a:picLocks noChangeAspect="1"/>
          </p:cNvPicPr>
          <p:nvPr/>
        </p:nvPicPr>
        <p:blipFill>
          <a:blip r:embed="rId3"/>
          <a:stretch>
            <a:fillRect/>
          </a:stretch>
        </p:blipFill>
        <p:spPr>
          <a:xfrm>
            <a:off x="1071538" y="4286256"/>
            <a:ext cx="2643206" cy="135732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Algorithm(5/10)</a:t>
            </a:r>
            <a:endParaRPr lang="zh-TW" altLang="en-US" dirty="0"/>
          </a:p>
        </p:txBody>
      </p:sp>
      <p:sp>
        <p:nvSpPr>
          <p:cNvPr id="3" name="內容版面配置區 2"/>
          <p:cNvSpPr>
            <a:spLocks noGrp="1"/>
          </p:cNvSpPr>
          <p:nvPr>
            <p:ph idx="1"/>
          </p:nvPr>
        </p:nvSpPr>
        <p:spPr>
          <a:xfrm>
            <a:off x="457200" y="1600200"/>
            <a:ext cx="8229600" cy="5043510"/>
          </a:xfrm>
        </p:spPr>
        <p:txBody>
          <a:bodyPr>
            <a:normAutofit/>
          </a:bodyPr>
          <a:lstStyle/>
          <a:p>
            <a:pPr>
              <a:buNone/>
            </a:pPr>
            <a:r>
              <a:rPr lang="en-US" altLang="zh-TW" dirty="0" smtClean="0"/>
              <a:t>M</a:t>
            </a:r>
            <a:r>
              <a:rPr lang="en-US" altLang="zh-TW" baseline="-25000" dirty="0" smtClean="0"/>
              <a:t>1</a:t>
            </a:r>
            <a:r>
              <a:rPr lang="en-US" altLang="zh-TW" dirty="0" smtClean="0"/>
              <a:t>= </a:t>
            </a:r>
            <a:r>
              <a:rPr lang="zh-TW" altLang="en-US" dirty="0" smtClean="0"/>
              <a:t>｛</a:t>
            </a:r>
            <a:r>
              <a:rPr lang="en-US" altLang="zh-TW" dirty="0" smtClean="0"/>
              <a:t>D</a:t>
            </a:r>
            <a:r>
              <a:rPr lang="en-US" altLang="zh-TW" baseline="-25000" dirty="0" smtClean="0"/>
              <a:t>1</a:t>
            </a:r>
            <a:r>
              <a:rPr lang="en-US" altLang="zh-TW" dirty="0" smtClean="0"/>
              <a:t>,D</a:t>
            </a:r>
            <a:r>
              <a:rPr lang="en-US" altLang="zh-TW" baseline="-25000" dirty="0" smtClean="0"/>
              <a:t>2</a:t>
            </a:r>
            <a:r>
              <a:rPr lang="en-US" altLang="zh-TW" dirty="0" smtClean="0"/>
              <a:t>,D</a:t>
            </a:r>
            <a:r>
              <a:rPr lang="en-US" altLang="zh-TW" baseline="-25000" dirty="0" smtClean="0"/>
              <a:t>3</a:t>
            </a:r>
            <a:r>
              <a:rPr lang="en-US" altLang="zh-TW" dirty="0" smtClean="0"/>
              <a:t>,D</a:t>
            </a:r>
            <a:r>
              <a:rPr lang="en-US" altLang="zh-TW" baseline="-25000" dirty="0" smtClean="0"/>
              <a:t>4</a:t>
            </a:r>
            <a:r>
              <a:rPr lang="en-US" altLang="zh-TW" dirty="0" smtClean="0"/>
              <a:t> ,D</a:t>
            </a:r>
            <a:r>
              <a:rPr lang="en-US" altLang="zh-TW" baseline="-25000" dirty="0" smtClean="0"/>
              <a:t>5</a:t>
            </a:r>
            <a:r>
              <a:rPr lang="zh-TW" altLang="en-US" dirty="0" smtClean="0"/>
              <a:t>｝ </a:t>
            </a:r>
            <a:r>
              <a:rPr lang="en-US" altLang="zh-TW" dirty="0" smtClean="0">
                <a:solidFill>
                  <a:srgbClr val="00B050"/>
                </a:solidFill>
              </a:rPr>
              <a:t>D</a:t>
            </a:r>
            <a:r>
              <a:rPr lang="en-US" altLang="zh-TW" baseline="-25000" dirty="0" smtClean="0">
                <a:solidFill>
                  <a:srgbClr val="00B050"/>
                </a:solidFill>
              </a:rPr>
              <a:t>2</a:t>
            </a:r>
            <a:r>
              <a:rPr lang="en-US" altLang="zh-TW" dirty="0" smtClean="0">
                <a:sym typeface="Wingdings" pitchFamily="2" charset="2"/>
              </a:rPr>
              <a:t></a:t>
            </a:r>
            <a:r>
              <a:rPr lang="en-US" altLang="zh-TW" dirty="0" smtClean="0"/>
              <a:t> </a:t>
            </a:r>
            <a:r>
              <a:rPr lang="en-US" altLang="zh-TW" dirty="0" smtClean="0">
                <a:solidFill>
                  <a:schemeClr val="accent6">
                    <a:lumMod val="75000"/>
                  </a:schemeClr>
                </a:solidFill>
              </a:rPr>
              <a:t>D</a:t>
            </a:r>
            <a:r>
              <a:rPr lang="en-US" altLang="zh-TW" baseline="-25000" dirty="0" smtClean="0">
                <a:solidFill>
                  <a:schemeClr val="accent6">
                    <a:lumMod val="75000"/>
                  </a:schemeClr>
                </a:solidFill>
              </a:rPr>
              <a:t>4</a:t>
            </a:r>
            <a:r>
              <a:rPr lang="en-US" altLang="zh-TW" dirty="0" smtClean="0">
                <a:sym typeface="Wingdings" pitchFamily="2" charset="2"/>
              </a:rPr>
              <a:t></a:t>
            </a:r>
            <a:r>
              <a:rPr lang="en-US" altLang="zh-TW" dirty="0" smtClean="0"/>
              <a:t> </a:t>
            </a:r>
            <a:r>
              <a:rPr lang="en-US" altLang="zh-TW" dirty="0" smtClean="0">
                <a:solidFill>
                  <a:srgbClr val="7030A0"/>
                </a:solidFill>
              </a:rPr>
              <a:t>D</a:t>
            </a:r>
            <a:r>
              <a:rPr lang="en-US" altLang="zh-TW" baseline="-25000" dirty="0" smtClean="0">
                <a:solidFill>
                  <a:srgbClr val="7030A0"/>
                </a:solidFill>
              </a:rPr>
              <a:t>3</a:t>
            </a:r>
            <a:r>
              <a:rPr lang="en-US" altLang="zh-TW" dirty="0" smtClean="0">
                <a:sym typeface="Wingdings" pitchFamily="2" charset="2"/>
              </a:rPr>
              <a:t></a:t>
            </a:r>
            <a:r>
              <a:rPr lang="en-US" altLang="zh-TW" dirty="0" smtClean="0"/>
              <a:t> </a:t>
            </a:r>
            <a:r>
              <a:rPr lang="en-US" altLang="zh-TW" dirty="0" smtClean="0">
                <a:solidFill>
                  <a:srgbClr val="0070C0"/>
                </a:solidFill>
              </a:rPr>
              <a:t>D</a:t>
            </a:r>
            <a:r>
              <a:rPr lang="en-US" altLang="zh-TW" baseline="-25000" dirty="0" smtClean="0">
                <a:solidFill>
                  <a:srgbClr val="0070C0"/>
                </a:solidFill>
              </a:rPr>
              <a:t>1</a:t>
            </a:r>
            <a:r>
              <a:rPr lang="en-US" altLang="zh-TW" dirty="0" smtClean="0">
                <a:sym typeface="Wingdings" pitchFamily="2" charset="2"/>
              </a:rPr>
              <a:t></a:t>
            </a:r>
            <a:r>
              <a:rPr lang="en-US" altLang="zh-TW" dirty="0" smtClean="0">
                <a:solidFill>
                  <a:srgbClr val="0070C0"/>
                </a:solidFill>
              </a:rPr>
              <a:t> </a:t>
            </a:r>
            <a:r>
              <a:rPr lang="en-US" altLang="zh-TW" dirty="0" smtClean="0"/>
              <a:t>D</a:t>
            </a:r>
            <a:r>
              <a:rPr lang="en-US" altLang="zh-TW" baseline="-25000" dirty="0"/>
              <a:t>5</a:t>
            </a: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sz="1400" dirty="0" smtClean="0"/>
          </a:p>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endParaRPr lang="en-US" altLang="zh-TW" sz="1400"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sz="1400" dirty="0" smtClean="0"/>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endParaRPr lang="zh-TW" altLang="en-US" dirty="0" smtClean="0"/>
          </a:p>
          <a:p>
            <a:pPr>
              <a:buNone/>
            </a:pPr>
            <a:endParaRPr lang="en-US" altLang="zh-TW" dirty="0" smtClean="0"/>
          </a:p>
          <a:p>
            <a:pPr>
              <a:buNone/>
            </a:pPr>
            <a:endParaRPr lang="zh-TW" altLang="en-US" dirty="0"/>
          </a:p>
        </p:txBody>
      </p:sp>
      <p:graphicFrame>
        <p:nvGraphicFramePr>
          <p:cNvPr id="5" name="表格 4"/>
          <p:cNvGraphicFramePr>
            <a:graphicFrameLocks noGrp="1"/>
          </p:cNvGraphicFramePr>
          <p:nvPr/>
        </p:nvGraphicFramePr>
        <p:xfrm>
          <a:off x="642911" y="2357430"/>
          <a:ext cx="8143930" cy="1371600"/>
        </p:xfrm>
        <a:graphic>
          <a:graphicData uri="http://schemas.openxmlformats.org/drawingml/2006/table">
            <a:tbl>
              <a:tblPr firstRow="1" bandRow="1">
                <a:tableStyleId>{69CF1AB2-1976-4502-BF36-3FF5EA218861}</a:tableStyleId>
              </a:tblPr>
              <a:tblGrid>
                <a:gridCol w="2469880"/>
                <a:gridCol w="1134810"/>
                <a:gridCol w="1134810"/>
                <a:gridCol w="1134810"/>
                <a:gridCol w="1134810"/>
                <a:gridCol w="1134810"/>
              </a:tblGrid>
              <a:tr h="428628">
                <a:tc>
                  <a:txBody>
                    <a:bodyPr/>
                    <a:lstStyle/>
                    <a:p>
                      <a:pPr algn="ct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1</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2</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3</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4</a:t>
                      </a:r>
                      <a:endParaRPr lang="zh-TW" altLang="en-US" sz="2400" b="0" dirty="0"/>
                    </a:p>
                  </a:txBody>
                  <a:tcPr anchor="ctr">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dirty="0" smtClean="0"/>
                        <a:t>D</a:t>
                      </a:r>
                      <a:r>
                        <a:rPr lang="en-US" altLang="zh-TW" sz="2400" b="0" baseline="-25000" dirty="0" smtClean="0"/>
                        <a:t>5</a:t>
                      </a:r>
                      <a:endParaRPr lang="zh-TW" altLang="en-US" sz="2400" b="0" dirty="0" smtClean="0"/>
                    </a:p>
                  </a:txBody>
                  <a:tcPr anchor="ctr">
                    <a:solidFill>
                      <a:schemeClr val="accent5">
                        <a:lumMod val="40000"/>
                        <a:lumOff val="60000"/>
                      </a:schemeClr>
                    </a:solidFill>
                  </a:tcPr>
                </a:tc>
              </a:tr>
              <a:tr h="428628">
                <a:tc>
                  <a:txBody>
                    <a:bodyPr/>
                    <a:lstStyle/>
                    <a:p>
                      <a:pPr algn="ct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2.6</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2.2</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r h="428628">
                <a:tc>
                  <a:txBody>
                    <a:bodyPr/>
                    <a:lstStyle/>
                    <a:p>
                      <a:pPr algn="ctr"/>
                      <a:r>
                        <a:rPr lang="en-US" altLang="zh-TW" sz="2400" b="0" dirty="0" smtClean="0"/>
                        <a:t>Overlap</a:t>
                      </a:r>
                      <a:r>
                        <a:rPr lang="zh-TW" altLang="en-US" sz="2400" b="0" dirty="0" smtClean="0"/>
                        <a:t> </a:t>
                      </a: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5.3</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4.9</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bl>
          </a:graphicData>
        </a:graphic>
      </p:graphicFrame>
      <p:sp>
        <p:nvSpPr>
          <p:cNvPr id="7" name="文字方塊 6"/>
          <p:cNvSpPr txBox="1"/>
          <p:nvPr/>
        </p:nvSpPr>
        <p:spPr>
          <a:xfrm>
            <a:off x="5143504" y="4214818"/>
            <a:ext cx="1564852" cy="1384995"/>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TW" altLang="en-US" sz="2800" dirty="0" smtClean="0">
                <a:solidFill>
                  <a:srgbClr val="00B050"/>
                </a:solidFill>
              </a:rPr>
              <a:t>       </a:t>
            </a:r>
            <a:r>
              <a:rPr lang="en-US" altLang="zh-TW" sz="2800" dirty="0" smtClean="0">
                <a:solidFill>
                  <a:srgbClr val="00B050"/>
                </a:solidFill>
              </a:rPr>
              <a:t>F</a:t>
            </a:r>
            <a:r>
              <a:rPr lang="zh-TW" altLang="en-US" sz="2800" dirty="0" smtClean="0">
                <a:solidFill>
                  <a:srgbClr val="00B050"/>
                </a:solidFill>
              </a:rPr>
              <a:t>  </a:t>
            </a:r>
            <a:r>
              <a:rPr lang="en-US" altLang="zh-TW" sz="2800" dirty="0" smtClean="0">
                <a:solidFill>
                  <a:srgbClr val="00B050"/>
                </a:solidFill>
              </a:rPr>
              <a:t>L</a:t>
            </a:r>
            <a:r>
              <a:rPr lang="zh-TW" altLang="en-US" sz="2800" dirty="0" smtClean="0">
                <a:solidFill>
                  <a:srgbClr val="00B050"/>
                </a:solidFill>
              </a:rPr>
              <a:t>  </a:t>
            </a:r>
            <a:r>
              <a:rPr lang="en-US" altLang="zh-TW" sz="2800" dirty="0" smtClean="0">
                <a:solidFill>
                  <a:srgbClr val="00B050"/>
                </a:solidFill>
              </a:rPr>
              <a:t>F</a:t>
            </a:r>
          </a:p>
          <a:p>
            <a:r>
              <a:rPr lang="en-US" altLang="zh-TW" sz="2800" dirty="0" smtClean="0">
                <a:solidFill>
                  <a:srgbClr val="00B050"/>
                </a:solidFill>
              </a:rPr>
              <a:t>D</a:t>
            </a:r>
            <a:r>
              <a:rPr lang="en-US" altLang="zh-TW" sz="2800" baseline="-25000" dirty="0" smtClean="0">
                <a:solidFill>
                  <a:srgbClr val="00B050"/>
                </a:solidFill>
              </a:rPr>
              <a:t>2</a:t>
            </a:r>
            <a:r>
              <a:rPr lang="zh-TW" altLang="en-US" sz="2800" dirty="0" smtClean="0">
                <a:solidFill>
                  <a:srgbClr val="00B050"/>
                </a:solidFill>
              </a:rPr>
              <a:t>  </a:t>
            </a:r>
            <a:endParaRPr lang="en-US" altLang="zh-TW" sz="2800" dirty="0" smtClean="0">
              <a:solidFill>
                <a:srgbClr val="00B050"/>
              </a:solidFill>
            </a:endParaRPr>
          </a:p>
          <a:p>
            <a:r>
              <a:rPr lang="zh-TW" altLang="en-US" sz="2800" dirty="0" smtClean="0">
                <a:solidFill>
                  <a:srgbClr val="00B050"/>
                </a:solidFill>
              </a:rPr>
              <a:t>       </a:t>
            </a:r>
            <a:r>
              <a:rPr lang="en-US" altLang="zh-TW" sz="2800" dirty="0" smtClean="0">
                <a:solidFill>
                  <a:srgbClr val="00B050"/>
                </a:solidFill>
              </a:rPr>
              <a:t>F</a:t>
            </a:r>
            <a:r>
              <a:rPr lang="zh-TW" altLang="en-US" sz="2800" dirty="0" smtClean="0">
                <a:solidFill>
                  <a:srgbClr val="00B050"/>
                </a:solidFill>
              </a:rPr>
              <a:t>  </a:t>
            </a:r>
            <a:r>
              <a:rPr lang="en-US" altLang="zh-TW" sz="2800" dirty="0" smtClean="0">
                <a:solidFill>
                  <a:srgbClr val="00B050"/>
                </a:solidFill>
              </a:rPr>
              <a:t>I</a:t>
            </a:r>
            <a:r>
              <a:rPr lang="zh-TW" altLang="en-US" sz="2800" dirty="0" smtClean="0">
                <a:solidFill>
                  <a:srgbClr val="00B050"/>
                </a:solidFill>
              </a:rPr>
              <a:t>  </a:t>
            </a:r>
            <a:r>
              <a:rPr lang="en-US" altLang="zh-TW" sz="2800" dirty="0" smtClean="0">
                <a:solidFill>
                  <a:srgbClr val="00B050"/>
                </a:solidFill>
              </a:rPr>
              <a:t>F</a:t>
            </a:r>
            <a:endParaRPr lang="en-US" altLang="zh-TW" sz="2800" dirty="0" smtClean="0">
              <a:solidFill>
                <a:srgbClr val="00B050"/>
              </a:solidFill>
            </a:endParaRPr>
          </a:p>
        </p:txBody>
      </p:sp>
      <p:cxnSp>
        <p:nvCxnSpPr>
          <p:cNvPr id="9" name="直線接點 8"/>
          <p:cNvCxnSpPr/>
          <p:nvPr/>
        </p:nvCxnSpPr>
        <p:spPr>
          <a:xfrm rot="16200000" flipH="1">
            <a:off x="1535885" y="4679165"/>
            <a:ext cx="428628" cy="71438"/>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rot="16200000" flipH="1">
            <a:off x="1893075" y="4679165"/>
            <a:ext cx="428628" cy="71438"/>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p:nvPr/>
        </p:nvCxnSpPr>
        <p:spPr>
          <a:xfrm rot="16200000" flipH="1">
            <a:off x="2250265" y="4679165"/>
            <a:ext cx="428628" cy="71438"/>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Algorithm(6/10)</a:t>
            </a:r>
            <a:endParaRPr lang="zh-TW" altLang="en-US" dirty="0"/>
          </a:p>
        </p:txBody>
      </p:sp>
      <p:sp>
        <p:nvSpPr>
          <p:cNvPr id="3" name="內容版面配置區 2"/>
          <p:cNvSpPr>
            <a:spLocks noGrp="1"/>
          </p:cNvSpPr>
          <p:nvPr>
            <p:ph idx="1"/>
          </p:nvPr>
        </p:nvSpPr>
        <p:spPr>
          <a:xfrm>
            <a:off x="457200" y="1600200"/>
            <a:ext cx="8229600" cy="5043510"/>
          </a:xfrm>
        </p:spPr>
        <p:txBody>
          <a:bodyPr>
            <a:normAutofit/>
          </a:bodyPr>
          <a:lstStyle/>
          <a:p>
            <a:pPr>
              <a:buNone/>
            </a:pPr>
            <a:r>
              <a:rPr lang="en-US" altLang="zh-TW" dirty="0" smtClean="0"/>
              <a:t>M</a:t>
            </a:r>
            <a:r>
              <a:rPr lang="en-US" altLang="zh-TW" baseline="-25000" dirty="0" smtClean="0"/>
              <a:t>1</a:t>
            </a:r>
            <a:r>
              <a:rPr lang="en-US" altLang="zh-TW" dirty="0" smtClean="0"/>
              <a:t>= </a:t>
            </a:r>
            <a:r>
              <a:rPr lang="zh-TW" altLang="en-US" dirty="0" smtClean="0"/>
              <a:t>｛</a:t>
            </a:r>
            <a:r>
              <a:rPr lang="en-US" altLang="zh-TW" dirty="0" smtClean="0"/>
              <a:t>D</a:t>
            </a:r>
            <a:r>
              <a:rPr lang="en-US" altLang="zh-TW" baseline="-25000" dirty="0" smtClean="0"/>
              <a:t>1</a:t>
            </a:r>
            <a:r>
              <a:rPr lang="en-US" altLang="zh-TW" dirty="0" smtClean="0"/>
              <a:t>,D</a:t>
            </a:r>
            <a:r>
              <a:rPr lang="en-US" altLang="zh-TW" baseline="-25000" dirty="0" smtClean="0"/>
              <a:t>2</a:t>
            </a:r>
            <a:r>
              <a:rPr lang="en-US" altLang="zh-TW" dirty="0" smtClean="0"/>
              <a:t>,D</a:t>
            </a:r>
            <a:r>
              <a:rPr lang="en-US" altLang="zh-TW" baseline="-25000" dirty="0" smtClean="0"/>
              <a:t>3</a:t>
            </a:r>
            <a:r>
              <a:rPr lang="en-US" altLang="zh-TW" dirty="0" smtClean="0"/>
              <a:t>,D</a:t>
            </a:r>
            <a:r>
              <a:rPr lang="en-US" altLang="zh-TW" baseline="-25000" dirty="0" smtClean="0"/>
              <a:t>4</a:t>
            </a:r>
            <a:r>
              <a:rPr lang="en-US" altLang="zh-TW" dirty="0" smtClean="0"/>
              <a:t> ,D</a:t>
            </a:r>
            <a:r>
              <a:rPr lang="en-US" altLang="zh-TW" baseline="-25000" dirty="0" smtClean="0"/>
              <a:t>5</a:t>
            </a:r>
            <a:r>
              <a:rPr lang="zh-TW" altLang="en-US" dirty="0" smtClean="0"/>
              <a:t>｝ </a:t>
            </a:r>
            <a:r>
              <a:rPr lang="en-US" altLang="zh-TW" dirty="0" smtClean="0">
                <a:solidFill>
                  <a:srgbClr val="00B050"/>
                </a:solidFill>
              </a:rPr>
              <a:t>D</a:t>
            </a:r>
            <a:r>
              <a:rPr lang="en-US" altLang="zh-TW" baseline="-25000" dirty="0" smtClean="0">
                <a:solidFill>
                  <a:srgbClr val="00B050"/>
                </a:solidFill>
              </a:rPr>
              <a:t>2</a:t>
            </a:r>
            <a:r>
              <a:rPr lang="en-US" altLang="zh-TW" dirty="0" smtClean="0">
                <a:sym typeface="Wingdings" pitchFamily="2" charset="2"/>
              </a:rPr>
              <a:t></a:t>
            </a:r>
            <a:r>
              <a:rPr lang="en-US" altLang="zh-TW" dirty="0" smtClean="0"/>
              <a:t> </a:t>
            </a:r>
            <a:r>
              <a:rPr lang="en-US" altLang="zh-TW" dirty="0" smtClean="0">
                <a:solidFill>
                  <a:schemeClr val="accent6">
                    <a:lumMod val="75000"/>
                  </a:schemeClr>
                </a:solidFill>
              </a:rPr>
              <a:t>D</a:t>
            </a:r>
            <a:r>
              <a:rPr lang="en-US" altLang="zh-TW" baseline="-25000" dirty="0" smtClean="0">
                <a:solidFill>
                  <a:schemeClr val="accent6">
                    <a:lumMod val="75000"/>
                  </a:schemeClr>
                </a:solidFill>
              </a:rPr>
              <a:t>4</a:t>
            </a:r>
            <a:r>
              <a:rPr lang="en-US" altLang="zh-TW" dirty="0" smtClean="0">
                <a:sym typeface="Wingdings" pitchFamily="2" charset="2"/>
              </a:rPr>
              <a:t></a:t>
            </a:r>
            <a:r>
              <a:rPr lang="en-US" altLang="zh-TW" dirty="0" smtClean="0"/>
              <a:t> </a:t>
            </a:r>
            <a:r>
              <a:rPr lang="en-US" altLang="zh-TW" dirty="0" smtClean="0">
                <a:solidFill>
                  <a:srgbClr val="7030A0"/>
                </a:solidFill>
              </a:rPr>
              <a:t>D</a:t>
            </a:r>
            <a:r>
              <a:rPr lang="en-US" altLang="zh-TW" baseline="-25000" dirty="0" smtClean="0">
                <a:solidFill>
                  <a:srgbClr val="7030A0"/>
                </a:solidFill>
              </a:rPr>
              <a:t>3</a:t>
            </a:r>
            <a:r>
              <a:rPr lang="en-US" altLang="zh-TW" dirty="0" smtClean="0">
                <a:sym typeface="Wingdings" pitchFamily="2" charset="2"/>
              </a:rPr>
              <a:t></a:t>
            </a:r>
            <a:r>
              <a:rPr lang="en-US" altLang="zh-TW" dirty="0" smtClean="0"/>
              <a:t> </a:t>
            </a:r>
            <a:r>
              <a:rPr lang="en-US" altLang="zh-TW" dirty="0" smtClean="0">
                <a:solidFill>
                  <a:srgbClr val="0070C0"/>
                </a:solidFill>
              </a:rPr>
              <a:t>D</a:t>
            </a:r>
            <a:r>
              <a:rPr lang="en-US" altLang="zh-TW" baseline="-25000" dirty="0" smtClean="0">
                <a:solidFill>
                  <a:srgbClr val="0070C0"/>
                </a:solidFill>
              </a:rPr>
              <a:t>1</a:t>
            </a:r>
            <a:r>
              <a:rPr lang="en-US" altLang="zh-TW" dirty="0" smtClean="0">
                <a:sym typeface="Wingdings" pitchFamily="2" charset="2"/>
              </a:rPr>
              <a:t></a:t>
            </a:r>
            <a:r>
              <a:rPr lang="en-US" altLang="zh-TW" dirty="0" smtClean="0">
                <a:solidFill>
                  <a:srgbClr val="0070C0"/>
                </a:solidFill>
              </a:rPr>
              <a:t> </a:t>
            </a:r>
            <a:r>
              <a:rPr lang="en-US" altLang="zh-TW" dirty="0" smtClean="0"/>
              <a:t>D</a:t>
            </a:r>
            <a:r>
              <a:rPr lang="en-US" altLang="zh-TW" baseline="-25000" dirty="0" smtClean="0"/>
              <a:t>5</a:t>
            </a:r>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sz="1400" dirty="0" smtClean="0"/>
          </a:p>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endParaRPr lang="en-US" altLang="zh-TW" sz="1400"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sz="1400" dirty="0" smtClean="0"/>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endParaRPr lang="zh-TW" altLang="en-US" dirty="0" smtClean="0"/>
          </a:p>
          <a:p>
            <a:pPr>
              <a:buNone/>
            </a:pPr>
            <a:endParaRPr lang="en-US" altLang="zh-TW" dirty="0" smtClean="0"/>
          </a:p>
          <a:p>
            <a:pPr>
              <a:buNone/>
            </a:pPr>
            <a:endParaRPr lang="zh-TW" altLang="en-US" dirty="0"/>
          </a:p>
        </p:txBody>
      </p:sp>
      <p:cxnSp>
        <p:nvCxnSpPr>
          <p:cNvPr id="9" name="直線接點 8"/>
          <p:cNvCxnSpPr/>
          <p:nvPr/>
        </p:nvCxnSpPr>
        <p:spPr>
          <a:xfrm rot="16200000" flipH="1">
            <a:off x="153588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rot="16200000" flipH="1">
            <a:off x="189307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rot="16200000" flipH="1">
            <a:off x="2250265" y="4679165"/>
            <a:ext cx="428628" cy="71438"/>
          </a:xfrm>
          <a:prstGeom prst="line">
            <a:avLst/>
          </a:prstGeom>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5286380" y="4286256"/>
            <a:ext cx="1558440" cy="138499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r>
              <a:rPr lang="zh-TW" altLang="en-US" sz="2800" dirty="0" smtClean="0">
                <a:solidFill>
                  <a:schemeClr val="accent6">
                    <a:lumMod val="75000"/>
                  </a:schemeClr>
                </a:solidFill>
              </a:rPr>
              <a:t> </a:t>
            </a:r>
            <a:r>
              <a:rPr lang="en-US" altLang="zh-TW" sz="2800" dirty="0" smtClean="0">
                <a:solidFill>
                  <a:schemeClr val="accent6">
                    <a:lumMod val="75000"/>
                  </a:schemeClr>
                </a:solidFill>
              </a:rPr>
              <a:t>I</a:t>
            </a:r>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p>
          <a:p>
            <a:r>
              <a:rPr lang="en-US" altLang="zh-TW" sz="2800" dirty="0" smtClean="0">
                <a:solidFill>
                  <a:schemeClr val="accent6">
                    <a:lumMod val="75000"/>
                  </a:schemeClr>
                </a:solidFill>
              </a:rPr>
              <a:t>D</a:t>
            </a:r>
            <a:r>
              <a:rPr lang="en-US" altLang="zh-TW" sz="2800" baseline="-25000" dirty="0" smtClean="0">
                <a:solidFill>
                  <a:schemeClr val="accent6">
                    <a:lumMod val="75000"/>
                  </a:schemeClr>
                </a:solidFill>
              </a:rPr>
              <a:t>4</a:t>
            </a:r>
            <a:r>
              <a:rPr lang="zh-TW" altLang="en-US" sz="2800" dirty="0" smtClean="0">
                <a:solidFill>
                  <a:schemeClr val="accent6">
                    <a:lumMod val="75000"/>
                  </a:schemeClr>
                </a:solidFill>
              </a:rPr>
              <a:t>  </a:t>
            </a:r>
            <a:endParaRPr lang="en-US" altLang="zh-TW" sz="2800" dirty="0" smtClean="0">
              <a:solidFill>
                <a:schemeClr val="accent6">
                  <a:lumMod val="75000"/>
                </a:schemeClr>
              </a:solidFill>
            </a:endParaRPr>
          </a:p>
          <a:p>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r>
              <a:rPr lang="zh-TW" altLang="en-US" sz="2800" dirty="0" smtClean="0">
                <a:solidFill>
                  <a:schemeClr val="accent6">
                    <a:lumMod val="75000"/>
                  </a:schemeClr>
                </a:solidFill>
              </a:rPr>
              <a:t> </a:t>
            </a:r>
            <a:r>
              <a:rPr lang="en-US" altLang="zh-TW" sz="2800" dirty="0" smtClean="0">
                <a:solidFill>
                  <a:schemeClr val="accent6">
                    <a:lumMod val="75000"/>
                  </a:schemeClr>
                </a:solidFill>
              </a:rPr>
              <a:t>M</a:t>
            </a:r>
            <a:r>
              <a:rPr lang="zh-TW" altLang="en-US" sz="2800" dirty="0" smtClean="0">
                <a:solidFill>
                  <a:schemeClr val="accent6">
                    <a:lumMod val="75000"/>
                  </a:schemeClr>
                </a:solidFill>
              </a:rPr>
              <a:t> </a:t>
            </a:r>
            <a:r>
              <a:rPr lang="en-US" altLang="zh-TW" sz="2800" dirty="0" smtClean="0">
                <a:solidFill>
                  <a:schemeClr val="accent6">
                    <a:lumMod val="75000"/>
                  </a:schemeClr>
                </a:solidFill>
              </a:rPr>
              <a:t>F</a:t>
            </a:r>
            <a:endParaRPr lang="en-US" altLang="zh-TW" sz="2800" dirty="0" smtClean="0">
              <a:solidFill>
                <a:schemeClr val="accent6">
                  <a:lumMod val="75000"/>
                </a:schemeClr>
              </a:solidFill>
            </a:endParaRPr>
          </a:p>
        </p:txBody>
      </p:sp>
      <p:cxnSp>
        <p:nvCxnSpPr>
          <p:cNvPr id="13" name="直線接點 12"/>
          <p:cNvCxnSpPr/>
          <p:nvPr/>
        </p:nvCxnSpPr>
        <p:spPr>
          <a:xfrm rot="16200000" flipH="1">
            <a:off x="1857356" y="5286388"/>
            <a:ext cx="500066" cy="500066"/>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線接點 14"/>
          <p:cNvCxnSpPr/>
          <p:nvPr/>
        </p:nvCxnSpPr>
        <p:spPr>
          <a:xfrm rot="16200000" flipH="1">
            <a:off x="2178827" y="5250669"/>
            <a:ext cx="571504" cy="500066"/>
          </a:xfrm>
          <a:prstGeom prst="line">
            <a:avLst/>
          </a:prstGeom>
        </p:spPr>
        <p:style>
          <a:lnRef idx="3">
            <a:schemeClr val="accent2"/>
          </a:lnRef>
          <a:fillRef idx="0">
            <a:schemeClr val="accent2"/>
          </a:fillRef>
          <a:effectRef idx="2">
            <a:schemeClr val="accent2"/>
          </a:effectRef>
          <a:fontRef idx="minor">
            <a:schemeClr val="tx1"/>
          </a:fontRef>
        </p:style>
      </p:cxnSp>
      <p:cxnSp>
        <p:nvCxnSpPr>
          <p:cNvPr id="17" name="直線接點 16"/>
          <p:cNvCxnSpPr/>
          <p:nvPr/>
        </p:nvCxnSpPr>
        <p:spPr>
          <a:xfrm rot="16200000" flipH="1">
            <a:off x="2571736" y="5214950"/>
            <a:ext cx="571504" cy="571504"/>
          </a:xfrm>
          <a:prstGeom prst="line">
            <a:avLst/>
          </a:prstGeom>
        </p:spPr>
        <p:style>
          <a:lnRef idx="3">
            <a:schemeClr val="accent2"/>
          </a:lnRef>
          <a:fillRef idx="0">
            <a:schemeClr val="accent2"/>
          </a:fillRef>
          <a:effectRef idx="2">
            <a:schemeClr val="accent2"/>
          </a:effectRef>
          <a:fontRef idx="minor">
            <a:schemeClr val="tx1"/>
          </a:fontRef>
        </p:style>
      </p:cxnSp>
      <p:graphicFrame>
        <p:nvGraphicFramePr>
          <p:cNvPr id="16" name="表格 15"/>
          <p:cNvGraphicFramePr>
            <a:graphicFrameLocks noGrp="1"/>
          </p:cNvGraphicFramePr>
          <p:nvPr/>
        </p:nvGraphicFramePr>
        <p:xfrm>
          <a:off x="642911" y="2357430"/>
          <a:ext cx="8143930" cy="1371600"/>
        </p:xfrm>
        <a:graphic>
          <a:graphicData uri="http://schemas.openxmlformats.org/drawingml/2006/table">
            <a:tbl>
              <a:tblPr firstRow="1" bandRow="1">
                <a:tableStyleId>{69CF1AB2-1976-4502-BF36-3FF5EA218861}</a:tableStyleId>
              </a:tblPr>
              <a:tblGrid>
                <a:gridCol w="2469880"/>
                <a:gridCol w="1134810"/>
                <a:gridCol w="1134810"/>
                <a:gridCol w="1134810"/>
                <a:gridCol w="1134810"/>
                <a:gridCol w="1134810"/>
              </a:tblGrid>
              <a:tr h="428628">
                <a:tc>
                  <a:txBody>
                    <a:bodyPr/>
                    <a:lstStyle/>
                    <a:p>
                      <a:pPr algn="ct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1</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2</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3</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4</a:t>
                      </a:r>
                      <a:endParaRPr lang="zh-TW" altLang="en-US" sz="2400" b="0" dirty="0"/>
                    </a:p>
                  </a:txBody>
                  <a:tcPr anchor="ctr">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dirty="0" smtClean="0"/>
                        <a:t>D</a:t>
                      </a:r>
                      <a:r>
                        <a:rPr lang="en-US" altLang="zh-TW" sz="2400" b="0" baseline="-25000" dirty="0" smtClean="0"/>
                        <a:t>5</a:t>
                      </a:r>
                      <a:endParaRPr lang="zh-TW" altLang="en-US" sz="2400" b="0" dirty="0" smtClean="0"/>
                    </a:p>
                  </a:txBody>
                  <a:tcPr anchor="ctr">
                    <a:solidFill>
                      <a:schemeClr val="accent5">
                        <a:lumMod val="40000"/>
                        <a:lumOff val="60000"/>
                      </a:schemeClr>
                    </a:solidFill>
                  </a:tcPr>
                </a:tc>
              </a:tr>
              <a:tr h="428628">
                <a:tc>
                  <a:txBody>
                    <a:bodyPr/>
                    <a:lstStyle/>
                    <a:p>
                      <a:pPr algn="ct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2.6</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2.2</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r h="428628">
                <a:tc>
                  <a:txBody>
                    <a:bodyPr/>
                    <a:lstStyle/>
                    <a:p>
                      <a:pPr algn="ctr"/>
                      <a:r>
                        <a:rPr lang="en-US" altLang="zh-TW" sz="2400" b="0" dirty="0" smtClean="0"/>
                        <a:t>Overlap</a:t>
                      </a:r>
                      <a:r>
                        <a:rPr lang="zh-TW" altLang="en-US" sz="2400" b="0" dirty="0" smtClean="0"/>
                        <a:t> </a:t>
                      </a: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5.3</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4.9</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Algorithm(7/10)</a:t>
            </a:r>
            <a:endParaRPr lang="zh-TW" altLang="en-US" dirty="0"/>
          </a:p>
        </p:txBody>
      </p:sp>
      <p:sp>
        <p:nvSpPr>
          <p:cNvPr id="3" name="內容版面配置區 2"/>
          <p:cNvSpPr>
            <a:spLocks noGrp="1"/>
          </p:cNvSpPr>
          <p:nvPr>
            <p:ph idx="1"/>
          </p:nvPr>
        </p:nvSpPr>
        <p:spPr>
          <a:xfrm>
            <a:off x="457200" y="1600200"/>
            <a:ext cx="8229600" cy="5043510"/>
          </a:xfrm>
        </p:spPr>
        <p:txBody>
          <a:bodyPr>
            <a:normAutofit/>
          </a:bodyPr>
          <a:lstStyle/>
          <a:p>
            <a:pPr>
              <a:buNone/>
            </a:pPr>
            <a:r>
              <a:rPr lang="en-US" altLang="zh-TW" dirty="0" smtClean="0"/>
              <a:t>M</a:t>
            </a:r>
            <a:r>
              <a:rPr lang="en-US" altLang="zh-TW" baseline="-25000" dirty="0" smtClean="0"/>
              <a:t>1</a:t>
            </a:r>
            <a:r>
              <a:rPr lang="en-US" altLang="zh-TW" dirty="0" smtClean="0"/>
              <a:t>= </a:t>
            </a:r>
            <a:r>
              <a:rPr lang="zh-TW" altLang="en-US" dirty="0" smtClean="0"/>
              <a:t>｛</a:t>
            </a:r>
            <a:r>
              <a:rPr lang="en-US" altLang="zh-TW" dirty="0" smtClean="0"/>
              <a:t>D</a:t>
            </a:r>
            <a:r>
              <a:rPr lang="en-US" altLang="zh-TW" baseline="-25000" dirty="0" smtClean="0"/>
              <a:t>1</a:t>
            </a:r>
            <a:r>
              <a:rPr lang="en-US" altLang="zh-TW" dirty="0" smtClean="0"/>
              <a:t>,D</a:t>
            </a:r>
            <a:r>
              <a:rPr lang="en-US" altLang="zh-TW" baseline="-25000" dirty="0" smtClean="0"/>
              <a:t>2</a:t>
            </a:r>
            <a:r>
              <a:rPr lang="en-US" altLang="zh-TW" dirty="0" smtClean="0"/>
              <a:t>,D</a:t>
            </a:r>
            <a:r>
              <a:rPr lang="en-US" altLang="zh-TW" baseline="-25000" dirty="0" smtClean="0"/>
              <a:t>3</a:t>
            </a:r>
            <a:r>
              <a:rPr lang="en-US" altLang="zh-TW" dirty="0" smtClean="0"/>
              <a:t>,D</a:t>
            </a:r>
            <a:r>
              <a:rPr lang="en-US" altLang="zh-TW" baseline="-25000" dirty="0" smtClean="0"/>
              <a:t>4</a:t>
            </a:r>
            <a:r>
              <a:rPr lang="en-US" altLang="zh-TW" dirty="0" smtClean="0"/>
              <a:t> ,D</a:t>
            </a:r>
            <a:r>
              <a:rPr lang="en-US" altLang="zh-TW" baseline="-25000" dirty="0" smtClean="0"/>
              <a:t>5</a:t>
            </a:r>
            <a:r>
              <a:rPr lang="zh-TW" altLang="en-US" dirty="0" smtClean="0"/>
              <a:t>｝ </a:t>
            </a:r>
            <a:r>
              <a:rPr lang="en-US" altLang="zh-TW" dirty="0" smtClean="0">
                <a:solidFill>
                  <a:srgbClr val="00B050"/>
                </a:solidFill>
              </a:rPr>
              <a:t>D</a:t>
            </a:r>
            <a:r>
              <a:rPr lang="en-US" altLang="zh-TW" baseline="-25000" dirty="0" smtClean="0">
                <a:solidFill>
                  <a:srgbClr val="00B050"/>
                </a:solidFill>
              </a:rPr>
              <a:t>2</a:t>
            </a:r>
            <a:r>
              <a:rPr lang="en-US" altLang="zh-TW" dirty="0" smtClean="0">
                <a:sym typeface="Wingdings" pitchFamily="2" charset="2"/>
              </a:rPr>
              <a:t></a:t>
            </a:r>
            <a:r>
              <a:rPr lang="en-US" altLang="zh-TW" dirty="0" smtClean="0"/>
              <a:t> </a:t>
            </a:r>
            <a:r>
              <a:rPr lang="en-US" altLang="zh-TW" dirty="0" smtClean="0">
                <a:solidFill>
                  <a:schemeClr val="accent6">
                    <a:lumMod val="75000"/>
                  </a:schemeClr>
                </a:solidFill>
              </a:rPr>
              <a:t>D</a:t>
            </a:r>
            <a:r>
              <a:rPr lang="en-US" altLang="zh-TW" baseline="-25000" dirty="0" smtClean="0">
                <a:solidFill>
                  <a:schemeClr val="accent6">
                    <a:lumMod val="75000"/>
                  </a:schemeClr>
                </a:solidFill>
              </a:rPr>
              <a:t>4</a:t>
            </a:r>
            <a:r>
              <a:rPr lang="en-US" altLang="zh-TW" dirty="0" smtClean="0">
                <a:sym typeface="Wingdings" pitchFamily="2" charset="2"/>
              </a:rPr>
              <a:t></a:t>
            </a:r>
            <a:r>
              <a:rPr lang="en-US" altLang="zh-TW" dirty="0" smtClean="0"/>
              <a:t> </a:t>
            </a:r>
            <a:r>
              <a:rPr lang="en-US" altLang="zh-TW" dirty="0" smtClean="0">
                <a:solidFill>
                  <a:srgbClr val="7030A0"/>
                </a:solidFill>
              </a:rPr>
              <a:t>D</a:t>
            </a:r>
            <a:r>
              <a:rPr lang="en-US" altLang="zh-TW" baseline="-25000" dirty="0" smtClean="0">
                <a:solidFill>
                  <a:srgbClr val="7030A0"/>
                </a:solidFill>
              </a:rPr>
              <a:t>3</a:t>
            </a:r>
            <a:r>
              <a:rPr lang="en-US" altLang="zh-TW" dirty="0" smtClean="0">
                <a:sym typeface="Wingdings" pitchFamily="2" charset="2"/>
              </a:rPr>
              <a:t></a:t>
            </a:r>
            <a:r>
              <a:rPr lang="en-US" altLang="zh-TW" dirty="0" smtClean="0"/>
              <a:t> </a:t>
            </a:r>
            <a:r>
              <a:rPr lang="en-US" altLang="zh-TW" dirty="0" smtClean="0">
                <a:solidFill>
                  <a:srgbClr val="0070C0"/>
                </a:solidFill>
              </a:rPr>
              <a:t>D</a:t>
            </a:r>
            <a:r>
              <a:rPr lang="en-US" altLang="zh-TW" baseline="-25000" dirty="0" smtClean="0">
                <a:solidFill>
                  <a:srgbClr val="0070C0"/>
                </a:solidFill>
              </a:rPr>
              <a:t>1</a:t>
            </a:r>
            <a:r>
              <a:rPr lang="en-US" altLang="zh-TW" dirty="0" smtClean="0">
                <a:sym typeface="Wingdings" pitchFamily="2" charset="2"/>
              </a:rPr>
              <a:t></a:t>
            </a:r>
            <a:r>
              <a:rPr lang="en-US" altLang="zh-TW" dirty="0" smtClean="0">
                <a:solidFill>
                  <a:srgbClr val="0070C0"/>
                </a:solidFill>
              </a:rPr>
              <a:t> </a:t>
            </a:r>
            <a:r>
              <a:rPr lang="en-US" altLang="zh-TW" dirty="0" smtClean="0"/>
              <a:t>D</a:t>
            </a:r>
            <a:r>
              <a:rPr lang="en-US" altLang="zh-TW" baseline="-25000" dirty="0" smtClean="0"/>
              <a:t>5</a:t>
            </a:r>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sz="1400" dirty="0" smtClean="0"/>
          </a:p>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endParaRPr lang="en-US" altLang="zh-TW" sz="1400"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sz="1400" dirty="0" smtClean="0"/>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endParaRPr lang="zh-TW" altLang="en-US" dirty="0" smtClean="0"/>
          </a:p>
          <a:p>
            <a:pPr>
              <a:buNone/>
            </a:pPr>
            <a:endParaRPr lang="en-US" altLang="zh-TW" dirty="0" smtClean="0"/>
          </a:p>
          <a:p>
            <a:pPr>
              <a:buNone/>
            </a:pPr>
            <a:endParaRPr lang="zh-TW" altLang="en-US" dirty="0"/>
          </a:p>
        </p:txBody>
      </p:sp>
      <p:cxnSp>
        <p:nvCxnSpPr>
          <p:cNvPr id="9" name="直線接點 8"/>
          <p:cNvCxnSpPr/>
          <p:nvPr/>
        </p:nvCxnSpPr>
        <p:spPr>
          <a:xfrm rot="16200000" flipH="1">
            <a:off x="153588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rot="16200000" flipH="1">
            <a:off x="189307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rot="16200000" flipH="1">
            <a:off x="225026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rot="16200000" flipH="1">
            <a:off x="1857356" y="5286388"/>
            <a:ext cx="500066" cy="500066"/>
          </a:xfrm>
          <a:prstGeom prst="line">
            <a:avLst/>
          </a:prstGeom>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rot="16200000" flipH="1">
            <a:off x="2178827" y="5250669"/>
            <a:ext cx="571504" cy="500066"/>
          </a:xfrm>
          <a:prstGeom prst="line">
            <a:avLst/>
          </a:prstGeom>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rot="16200000" flipH="1">
            <a:off x="2571736" y="5214950"/>
            <a:ext cx="571504" cy="571504"/>
          </a:xfrm>
          <a:prstGeom prst="line">
            <a:avLst/>
          </a:prstGeom>
        </p:spPr>
        <p:style>
          <a:lnRef idx="2">
            <a:schemeClr val="dk1"/>
          </a:lnRef>
          <a:fillRef idx="0">
            <a:schemeClr val="dk1"/>
          </a:fillRef>
          <a:effectRef idx="1">
            <a:schemeClr val="dk1"/>
          </a:effectRef>
          <a:fontRef idx="minor">
            <a:schemeClr val="tx1"/>
          </a:fontRef>
        </p:style>
      </p:cxnSp>
      <p:sp>
        <p:nvSpPr>
          <p:cNvPr id="14" name="文字方塊 13"/>
          <p:cNvSpPr txBox="1"/>
          <p:nvPr/>
        </p:nvSpPr>
        <p:spPr>
          <a:xfrm>
            <a:off x="5429256" y="3929066"/>
            <a:ext cx="1928826" cy="138499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zh-TW" altLang="en-US" sz="2800" dirty="0" smtClean="0">
                <a:solidFill>
                  <a:schemeClr val="accent4">
                    <a:lumMod val="75000"/>
                  </a:schemeClr>
                </a:solidFill>
              </a:rPr>
              <a:t>       </a:t>
            </a:r>
            <a:r>
              <a:rPr lang="en-US" altLang="zh-TW" sz="2800" dirty="0" smtClean="0">
                <a:solidFill>
                  <a:schemeClr val="accent4">
                    <a:lumMod val="75000"/>
                  </a:schemeClr>
                </a:solidFill>
              </a:rPr>
              <a:t>W</a:t>
            </a:r>
            <a:r>
              <a:rPr lang="zh-TW" altLang="en-US" sz="2800" dirty="0" smtClean="0">
                <a:solidFill>
                  <a:schemeClr val="accent4">
                    <a:lumMod val="75000"/>
                  </a:schemeClr>
                </a:solidFill>
              </a:rPr>
              <a:t> </a:t>
            </a:r>
            <a:r>
              <a:rPr lang="en-US" altLang="zh-TW" sz="2800" dirty="0" smtClean="0">
                <a:solidFill>
                  <a:schemeClr val="accent4">
                    <a:lumMod val="75000"/>
                  </a:schemeClr>
                </a:solidFill>
              </a:rPr>
              <a:t>D</a:t>
            </a:r>
            <a:r>
              <a:rPr lang="zh-TW" altLang="en-US" sz="2800" dirty="0" smtClean="0">
                <a:solidFill>
                  <a:schemeClr val="accent4">
                    <a:lumMod val="75000"/>
                  </a:schemeClr>
                </a:solidFill>
              </a:rPr>
              <a:t> </a:t>
            </a:r>
            <a:r>
              <a:rPr lang="en-US" altLang="zh-TW" sz="2800" dirty="0" smtClean="0">
                <a:solidFill>
                  <a:schemeClr val="accent4">
                    <a:lumMod val="75000"/>
                  </a:schemeClr>
                </a:solidFill>
              </a:rPr>
              <a:t>D</a:t>
            </a:r>
          </a:p>
          <a:p>
            <a:r>
              <a:rPr lang="en-US" altLang="zh-TW" sz="2800" dirty="0" smtClean="0">
                <a:solidFill>
                  <a:schemeClr val="accent4">
                    <a:lumMod val="75000"/>
                  </a:schemeClr>
                </a:solidFill>
              </a:rPr>
              <a:t>D</a:t>
            </a:r>
            <a:r>
              <a:rPr lang="en-US" altLang="zh-TW" sz="2800" baseline="-25000" dirty="0" smtClean="0">
                <a:solidFill>
                  <a:schemeClr val="accent4">
                    <a:lumMod val="75000"/>
                  </a:schemeClr>
                </a:solidFill>
              </a:rPr>
              <a:t>3</a:t>
            </a:r>
            <a:r>
              <a:rPr lang="zh-TW" altLang="en-US" sz="2800" dirty="0" smtClean="0">
                <a:solidFill>
                  <a:schemeClr val="accent4">
                    <a:lumMod val="75000"/>
                  </a:schemeClr>
                </a:solidFill>
              </a:rPr>
              <a:t>  </a:t>
            </a:r>
            <a:endParaRPr lang="en-US" altLang="zh-TW" sz="2800" dirty="0" smtClean="0">
              <a:solidFill>
                <a:schemeClr val="accent4">
                  <a:lumMod val="75000"/>
                </a:schemeClr>
              </a:solidFill>
            </a:endParaRPr>
          </a:p>
          <a:p>
            <a:r>
              <a:rPr lang="zh-TW" altLang="en-US" sz="2800" dirty="0" smtClean="0">
                <a:solidFill>
                  <a:schemeClr val="accent4">
                    <a:lumMod val="75000"/>
                  </a:schemeClr>
                </a:solidFill>
              </a:rPr>
              <a:t>       </a:t>
            </a:r>
            <a:r>
              <a:rPr lang="en-US" altLang="zh-TW" sz="2800" dirty="0" smtClean="0">
                <a:solidFill>
                  <a:schemeClr val="accent4">
                    <a:lumMod val="75000"/>
                  </a:schemeClr>
                </a:solidFill>
              </a:rPr>
              <a:t>W</a:t>
            </a:r>
            <a:r>
              <a:rPr lang="zh-TW" altLang="en-US" sz="2800" dirty="0" smtClean="0">
                <a:solidFill>
                  <a:schemeClr val="accent4">
                    <a:lumMod val="75000"/>
                  </a:schemeClr>
                </a:solidFill>
              </a:rPr>
              <a:t> </a:t>
            </a:r>
            <a:r>
              <a:rPr lang="en-US" altLang="zh-TW" sz="2800" dirty="0" smtClean="0">
                <a:solidFill>
                  <a:schemeClr val="accent4">
                    <a:lumMod val="75000"/>
                  </a:schemeClr>
                </a:solidFill>
              </a:rPr>
              <a:t>E</a:t>
            </a:r>
            <a:r>
              <a:rPr lang="zh-TW" altLang="en-US" sz="2800" dirty="0" smtClean="0">
                <a:solidFill>
                  <a:schemeClr val="accent4">
                    <a:lumMod val="75000"/>
                  </a:schemeClr>
                </a:solidFill>
              </a:rPr>
              <a:t> </a:t>
            </a:r>
            <a:r>
              <a:rPr lang="en-US" altLang="zh-TW" sz="2800" dirty="0" smtClean="0">
                <a:solidFill>
                  <a:schemeClr val="accent4">
                    <a:lumMod val="75000"/>
                  </a:schemeClr>
                </a:solidFill>
              </a:rPr>
              <a:t>D</a:t>
            </a:r>
            <a:endParaRPr lang="en-US" altLang="zh-TW" sz="2800" dirty="0" smtClean="0">
              <a:solidFill>
                <a:schemeClr val="accent4">
                  <a:lumMod val="75000"/>
                </a:schemeClr>
              </a:solidFill>
            </a:endParaRPr>
          </a:p>
        </p:txBody>
      </p:sp>
      <p:cxnSp>
        <p:nvCxnSpPr>
          <p:cNvPr id="18" name="直線接點 17"/>
          <p:cNvCxnSpPr/>
          <p:nvPr/>
        </p:nvCxnSpPr>
        <p:spPr>
          <a:xfrm flipV="1">
            <a:off x="1142976" y="4500570"/>
            <a:ext cx="2143140" cy="1285884"/>
          </a:xfrm>
          <a:prstGeom prst="line">
            <a:avLst/>
          </a:prstGeom>
        </p:spPr>
        <p:style>
          <a:lnRef idx="2">
            <a:schemeClr val="accent2"/>
          </a:lnRef>
          <a:fillRef idx="0">
            <a:schemeClr val="accent2"/>
          </a:fillRef>
          <a:effectRef idx="1">
            <a:schemeClr val="accent2"/>
          </a:effectRef>
          <a:fontRef idx="minor">
            <a:schemeClr val="tx1"/>
          </a:fontRef>
        </p:style>
      </p:cxnSp>
      <p:cxnSp>
        <p:nvCxnSpPr>
          <p:cNvPr id="19" name="直線接點 18"/>
          <p:cNvCxnSpPr/>
          <p:nvPr/>
        </p:nvCxnSpPr>
        <p:spPr>
          <a:xfrm flipV="1">
            <a:off x="1571604" y="4500570"/>
            <a:ext cx="2143140" cy="128588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flipV="1">
            <a:off x="2000232" y="4500570"/>
            <a:ext cx="2143140" cy="1285884"/>
          </a:xfrm>
          <a:prstGeom prst="line">
            <a:avLst/>
          </a:prstGeom>
        </p:spPr>
        <p:style>
          <a:lnRef idx="2">
            <a:schemeClr val="accent2"/>
          </a:lnRef>
          <a:fillRef idx="0">
            <a:schemeClr val="accent2"/>
          </a:fillRef>
          <a:effectRef idx="1">
            <a:schemeClr val="accent2"/>
          </a:effectRef>
          <a:fontRef idx="minor">
            <a:schemeClr val="tx1"/>
          </a:fontRef>
        </p:style>
      </p:cxnSp>
      <p:sp>
        <p:nvSpPr>
          <p:cNvPr id="21" name="文字方塊 20"/>
          <p:cNvSpPr txBox="1"/>
          <p:nvPr/>
        </p:nvSpPr>
        <p:spPr>
          <a:xfrm>
            <a:off x="5072066" y="5786454"/>
            <a:ext cx="3786214" cy="769441"/>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zh-TW"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Non-consistent</a:t>
            </a:r>
            <a:endParaRPr lang="en-US" altLang="zh-TW"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16" name="表格 15"/>
          <p:cNvGraphicFramePr>
            <a:graphicFrameLocks noGrp="1"/>
          </p:cNvGraphicFramePr>
          <p:nvPr/>
        </p:nvGraphicFramePr>
        <p:xfrm>
          <a:off x="642911" y="2357430"/>
          <a:ext cx="8143930" cy="1371600"/>
        </p:xfrm>
        <a:graphic>
          <a:graphicData uri="http://schemas.openxmlformats.org/drawingml/2006/table">
            <a:tbl>
              <a:tblPr firstRow="1" bandRow="1">
                <a:tableStyleId>{69CF1AB2-1976-4502-BF36-3FF5EA218861}</a:tableStyleId>
              </a:tblPr>
              <a:tblGrid>
                <a:gridCol w="2469880"/>
                <a:gridCol w="1134810"/>
                <a:gridCol w="1134810"/>
                <a:gridCol w="1134810"/>
                <a:gridCol w="1134810"/>
                <a:gridCol w="1134810"/>
              </a:tblGrid>
              <a:tr h="428628">
                <a:tc>
                  <a:txBody>
                    <a:bodyPr/>
                    <a:lstStyle/>
                    <a:p>
                      <a:pPr algn="ct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1</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2</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3</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4</a:t>
                      </a:r>
                      <a:endParaRPr lang="zh-TW" altLang="en-US" sz="2400" b="0" dirty="0"/>
                    </a:p>
                  </a:txBody>
                  <a:tcPr anchor="ctr">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dirty="0" smtClean="0"/>
                        <a:t>D</a:t>
                      </a:r>
                      <a:r>
                        <a:rPr lang="en-US" altLang="zh-TW" sz="2400" b="0" baseline="-25000" dirty="0" smtClean="0"/>
                        <a:t>5</a:t>
                      </a:r>
                      <a:endParaRPr lang="zh-TW" altLang="en-US" sz="2400" b="0" dirty="0" smtClean="0"/>
                    </a:p>
                  </a:txBody>
                  <a:tcPr anchor="ctr">
                    <a:solidFill>
                      <a:schemeClr val="accent5">
                        <a:lumMod val="40000"/>
                        <a:lumOff val="60000"/>
                      </a:schemeClr>
                    </a:solidFill>
                  </a:tcPr>
                </a:tc>
              </a:tr>
              <a:tr h="428628">
                <a:tc>
                  <a:txBody>
                    <a:bodyPr/>
                    <a:lstStyle/>
                    <a:p>
                      <a:pPr algn="ct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2.6</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2.2</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r h="428628">
                <a:tc>
                  <a:txBody>
                    <a:bodyPr/>
                    <a:lstStyle/>
                    <a:p>
                      <a:pPr algn="ctr"/>
                      <a:r>
                        <a:rPr lang="en-US" altLang="zh-TW" sz="2400" b="0" dirty="0" smtClean="0"/>
                        <a:t>Overlap</a:t>
                      </a:r>
                      <a:r>
                        <a:rPr lang="zh-TW" altLang="en-US" sz="2400" b="0" dirty="0" smtClean="0"/>
                        <a:t> </a:t>
                      </a: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5.3</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4.9</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Algorithm(8/10)</a:t>
            </a:r>
            <a:endParaRPr lang="zh-TW" altLang="en-US" dirty="0"/>
          </a:p>
        </p:txBody>
      </p:sp>
      <p:sp>
        <p:nvSpPr>
          <p:cNvPr id="3" name="內容版面配置區 2"/>
          <p:cNvSpPr>
            <a:spLocks noGrp="1"/>
          </p:cNvSpPr>
          <p:nvPr>
            <p:ph idx="1"/>
          </p:nvPr>
        </p:nvSpPr>
        <p:spPr>
          <a:xfrm>
            <a:off x="457200" y="1600200"/>
            <a:ext cx="8229600" cy="5043510"/>
          </a:xfrm>
        </p:spPr>
        <p:txBody>
          <a:bodyPr>
            <a:normAutofit/>
          </a:bodyPr>
          <a:lstStyle/>
          <a:p>
            <a:pPr>
              <a:buNone/>
            </a:pPr>
            <a:r>
              <a:rPr lang="en-US" altLang="zh-TW" dirty="0" smtClean="0"/>
              <a:t>M</a:t>
            </a:r>
            <a:r>
              <a:rPr lang="en-US" altLang="zh-TW" baseline="-25000" dirty="0" smtClean="0"/>
              <a:t>1</a:t>
            </a:r>
            <a:r>
              <a:rPr lang="en-US" altLang="zh-TW" dirty="0" smtClean="0"/>
              <a:t>= </a:t>
            </a:r>
            <a:r>
              <a:rPr lang="zh-TW" altLang="en-US" dirty="0" smtClean="0"/>
              <a:t>｛</a:t>
            </a:r>
            <a:r>
              <a:rPr lang="en-US" altLang="zh-TW" dirty="0" smtClean="0"/>
              <a:t>D</a:t>
            </a:r>
            <a:r>
              <a:rPr lang="en-US" altLang="zh-TW" baseline="-25000" dirty="0" smtClean="0"/>
              <a:t>1</a:t>
            </a:r>
            <a:r>
              <a:rPr lang="en-US" altLang="zh-TW" dirty="0" smtClean="0"/>
              <a:t>,D</a:t>
            </a:r>
            <a:r>
              <a:rPr lang="en-US" altLang="zh-TW" baseline="-25000" dirty="0" smtClean="0"/>
              <a:t>2</a:t>
            </a:r>
            <a:r>
              <a:rPr lang="en-US" altLang="zh-TW" dirty="0" smtClean="0"/>
              <a:t>,D</a:t>
            </a:r>
            <a:r>
              <a:rPr lang="en-US" altLang="zh-TW" baseline="-25000" dirty="0" smtClean="0"/>
              <a:t>3</a:t>
            </a:r>
            <a:r>
              <a:rPr lang="en-US" altLang="zh-TW" dirty="0" smtClean="0"/>
              <a:t>,D</a:t>
            </a:r>
            <a:r>
              <a:rPr lang="en-US" altLang="zh-TW" baseline="-25000" dirty="0" smtClean="0"/>
              <a:t>4</a:t>
            </a:r>
            <a:r>
              <a:rPr lang="en-US" altLang="zh-TW" dirty="0" smtClean="0"/>
              <a:t> ,D</a:t>
            </a:r>
            <a:r>
              <a:rPr lang="en-US" altLang="zh-TW" baseline="-25000" dirty="0" smtClean="0"/>
              <a:t>5</a:t>
            </a:r>
            <a:r>
              <a:rPr lang="zh-TW" altLang="en-US" dirty="0" smtClean="0"/>
              <a:t>｝ </a:t>
            </a:r>
            <a:r>
              <a:rPr lang="en-US" altLang="zh-TW" dirty="0" smtClean="0">
                <a:solidFill>
                  <a:srgbClr val="00B050"/>
                </a:solidFill>
              </a:rPr>
              <a:t>D</a:t>
            </a:r>
            <a:r>
              <a:rPr lang="en-US" altLang="zh-TW" baseline="-25000" dirty="0" smtClean="0">
                <a:solidFill>
                  <a:srgbClr val="00B050"/>
                </a:solidFill>
              </a:rPr>
              <a:t>2</a:t>
            </a:r>
            <a:r>
              <a:rPr lang="en-US" altLang="zh-TW" dirty="0" smtClean="0">
                <a:sym typeface="Wingdings" pitchFamily="2" charset="2"/>
              </a:rPr>
              <a:t></a:t>
            </a:r>
            <a:r>
              <a:rPr lang="en-US" altLang="zh-TW" dirty="0" smtClean="0"/>
              <a:t> </a:t>
            </a:r>
            <a:r>
              <a:rPr lang="en-US" altLang="zh-TW" dirty="0" smtClean="0">
                <a:solidFill>
                  <a:schemeClr val="accent6">
                    <a:lumMod val="75000"/>
                  </a:schemeClr>
                </a:solidFill>
              </a:rPr>
              <a:t>D</a:t>
            </a:r>
            <a:r>
              <a:rPr lang="en-US" altLang="zh-TW" baseline="-25000" dirty="0" smtClean="0">
                <a:solidFill>
                  <a:schemeClr val="accent6">
                    <a:lumMod val="75000"/>
                  </a:schemeClr>
                </a:solidFill>
              </a:rPr>
              <a:t>4</a:t>
            </a:r>
            <a:r>
              <a:rPr lang="en-US" altLang="zh-TW" dirty="0" smtClean="0">
                <a:sym typeface="Wingdings" pitchFamily="2" charset="2"/>
              </a:rPr>
              <a:t></a:t>
            </a:r>
            <a:r>
              <a:rPr lang="en-US" altLang="zh-TW" dirty="0" smtClean="0"/>
              <a:t> </a:t>
            </a:r>
            <a:r>
              <a:rPr lang="en-US" altLang="zh-TW" dirty="0" smtClean="0">
                <a:solidFill>
                  <a:srgbClr val="7030A0"/>
                </a:solidFill>
              </a:rPr>
              <a:t>D</a:t>
            </a:r>
            <a:r>
              <a:rPr lang="en-US" altLang="zh-TW" baseline="-25000" dirty="0" smtClean="0">
                <a:solidFill>
                  <a:srgbClr val="7030A0"/>
                </a:solidFill>
              </a:rPr>
              <a:t>3</a:t>
            </a:r>
            <a:r>
              <a:rPr lang="en-US" altLang="zh-TW" dirty="0" smtClean="0">
                <a:sym typeface="Wingdings" pitchFamily="2" charset="2"/>
              </a:rPr>
              <a:t></a:t>
            </a:r>
            <a:r>
              <a:rPr lang="en-US" altLang="zh-TW" dirty="0" smtClean="0"/>
              <a:t> </a:t>
            </a:r>
            <a:r>
              <a:rPr lang="en-US" altLang="zh-TW" dirty="0" smtClean="0">
                <a:solidFill>
                  <a:srgbClr val="0070C0"/>
                </a:solidFill>
              </a:rPr>
              <a:t>D</a:t>
            </a:r>
            <a:r>
              <a:rPr lang="en-US" altLang="zh-TW" baseline="-25000" dirty="0" smtClean="0">
                <a:solidFill>
                  <a:srgbClr val="0070C0"/>
                </a:solidFill>
              </a:rPr>
              <a:t>1</a:t>
            </a:r>
            <a:r>
              <a:rPr lang="en-US" altLang="zh-TW" dirty="0" smtClean="0">
                <a:sym typeface="Wingdings" pitchFamily="2" charset="2"/>
              </a:rPr>
              <a:t></a:t>
            </a:r>
            <a:r>
              <a:rPr lang="en-US" altLang="zh-TW" dirty="0" smtClean="0">
                <a:solidFill>
                  <a:srgbClr val="0070C0"/>
                </a:solidFill>
              </a:rPr>
              <a:t> </a:t>
            </a:r>
            <a:r>
              <a:rPr lang="en-US" altLang="zh-TW" dirty="0" smtClean="0"/>
              <a:t>D</a:t>
            </a:r>
            <a:r>
              <a:rPr lang="en-US" altLang="zh-TW" baseline="-25000" dirty="0" smtClean="0"/>
              <a:t>5</a:t>
            </a:r>
            <a:endParaRPr lang="en-US" altLang="zh-TW" baseline="-25000" dirty="0" smtClean="0">
              <a:solidFill>
                <a:srgbClr val="0070C0"/>
              </a:solidFill>
            </a:endParaRPr>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sz="1400" dirty="0" smtClean="0"/>
          </a:p>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endParaRPr lang="en-US" altLang="zh-TW" sz="1400"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sz="1400" dirty="0" smtClean="0"/>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endParaRPr lang="zh-TW" altLang="en-US" dirty="0" smtClean="0"/>
          </a:p>
          <a:p>
            <a:pPr>
              <a:buNone/>
            </a:pPr>
            <a:endParaRPr lang="en-US" altLang="zh-TW" dirty="0" smtClean="0"/>
          </a:p>
          <a:p>
            <a:pPr>
              <a:buNone/>
            </a:pPr>
            <a:endParaRPr lang="zh-TW" altLang="en-US" dirty="0"/>
          </a:p>
        </p:txBody>
      </p:sp>
      <p:cxnSp>
        <p:nvCxnSpPr>
          <p:cNvPr id="9" name="直線接點 8"/>
          <p:cNvCxnSpPr/>
          <p:nvPr/>
        </p:nvCxnSpPr>
        <p:spPr>
          <a:xfrm rot="16200000" flipH="1">
            <a:off x="153588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rot="16200000" flipH="1">
            <a:off x="189307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rot="16200000" flipH="1">
            <a:off x="225026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rot="16200000" flipH="1">
            <a:off x="1857356" y="5286388"/>
            <a:ext cx="500066" cy="500066"/>
          </a:xfrm>
          <a:prstGeom prst="line">
            <a:avLst/>
          </a:prstGeom>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rot="16200000" flipH="1">
            <a:off x="2178827" y="5250669"/>
            <a:ext cx="571504" cy="500066"/>
          </a:xfrm>
          <a:prstGeom prst="line">
            <a:avLst/>
          </a:prstGeom>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rot="16200000" flipH="1">
            <a:off x="2571736" y="5214950"/>
            <a:ext cx="571504" cy="571504"/>
          </a:xfrm>
          <a:prstGeom prst="line">
            <a:avLst/>
          </a:prstGeom>
        </p:spPr>
        <p:style>
          <a:lnRef idx="2">
            <a:schemeClr val="dk1"/>
          </a:lnRef>
          <a:fillRef idx="0">
            <a:schemeClr val="dk1"/>
          </a:fillRef>
          <a:effectRef idx="1">
            <a:schemeClr val="dk1"/>
          </a:effectRef>
          <a:fontRef idx="minor">
            <a:schemeClr val="tx1"/>
          </a:fontRef>
        </p:style>
      </p:cxnSp>
      <p:sp>
        <p:nvSpPr>
          <p:cNvPr id="16" name="文字方塊 15"/>
          <p:cNvSpPr txBox="1"/>
          <p:nvPr/>
        </p:nvSpPr>
        <p:spPr>
          <a:xfrm>
            <a:off x="5578499" y="4000504"/>
            <a:ext cx="1279517" cy="13849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TW" altLang="en-US" sz="2800" dirty="0" smtClean="0">
                <a:solidFill>
                  <a:srgbClr val="0070C0"/>
                </a:solidFill>
              </a:rPr>
              <a:t>       </a:t>
            </a:r>
            <a:r>
              <a:rPr lang="en-US" altLang="zh-TW" sz="2800" dirty="0" smtClean="0">
                <a:solidFill>
                  <a:srgbClr val="0070C0"/>
                </a:solidFill>
              </a:rPr>
              <a:t>I</a:t>
            </a:r>
            <a:r>
              <a:rPr lang="zh-TW" altLang="en-US" sz="2800" dirty="0" smtClean="0">
                <a:solidFill>
                  <a:srgbClr val="0070C0"/>
                </a:solidFill>
              </a:rPr>
              <a:t>  </a:t>
            </a:r>
            <a:r>
              <a:rPr lang="en-US" altLang="zh-TW" sz="2800" dirty="0" smtClean="0">
                <a:solidFill>
                  <a:srgbClr val="0070C0"/>
                </a:solidFill>
              </a:rPr>
              <a:t>A</a:t>
            </a:r>
          </a:p>
          <a:p>
            <a:r>
              <a:rPr lang="en-US" altLang="zh-TW" sz="2800" dirty="0" smtClean="0">
                <a:solidFill>
                  <a:srgbClr val="0070C0"/>
                </a:solidFill>
              </a:rPr>
              <a:t>D</a:t>
            </a:r>
            <a:r>
              <a:rPr lang="en-US" altLang="zh-TW" sz="2800" baseline="-25000" dirty="0" smtClean="0">
                <a:solidFill>
                  <a:srgbClr val="0070C0"/>
                </a:solidFill>
              </a:rPr>
              <a:t>1</a:t>
            </a:r>
            <a:r>
              <a:rPr lang="zh-TW" altLang="en-US" sz="2800" baseline="-25000" dirty="0" smtClean="0">
                <a:solidFill>
                  <a:srgbClr val="0070C0"/>
                </a:solidFill>
              </a:rPr>
              <a:t> </a:t>
            </a:r>
            <a:r>
              <a:rPr lang="zh-TW" altLang="en-US" sz="2800" dirty="0" smtClean="0">
                <a:solidFill>
                  <a:srgbClr val="0070C0"/>
                </a:solidFill>
              </a:rPr>
              <a:t> </a:t>
            </a:r>
            <a:endParaRPr lang="en-US" altLang="zh-TW" sz="2800" dirty="0" smtClean="0">
              <a:solidFill>
                <a:srgbClr val="0070C0"/>
              </a:solidFill>
            </a:endParaRPr>
          </a:p>
          <a:p>
            <a:r>
              <a:rPr lang="zh-TW" altLang="en-US" sz="2800" dirty="0" smtClean="0">
                <a:solidFill>
                  <a:srgbClr val="0070C0"/>
                </a:solidFill>
              </a:rPr>
              <a:t>       </a:t>
            </a:r>
            <a:r>
              <a:rPr lang="en-US" altLang="zh-TW" sz="2800" dirty="0" smtClean="0">
                <a:solidFill>
                  <a:srgbClr val="0070C0"/>
                </a:solidFill>
              </a:rPr>
              <a:t>L</a:t>
            </a:r>
            <a:r>
              <a:rPr lang="zh-TW" altLang="en-US" sz="2800" dirty="0" smtClean="0">
                <a:solidFill>
                  <a:srgbClr val="0070C0"/>
                </a:solidFill>
              </a:rPr>
              <a:t>  </a:t>
            </a:r>
            <a:r>
              <a:rPr lang="en-US" altLang="zh-TW" sz="2800" dirty="0" smtClean="0">
                <a:solidFill>
                  <a:srgbClr val="0070C0"/>
                </a:solidFill>
              </a:rPr>
              <a:t>A</a:t>
            </a:r>
            <a:endParaRPr lang="en-US" altLang="zh-TW" sz="2800" dirty="0" smtClean="0">
              <a:solidFill>
                <a:srgbClr val="0070C0"/>
              </a:solidFill>
            </a:endParaRPr>
          </a:p>
        </p:txBody>
      </p:sp>
      <p:cxnSp>
        <p:nvCxnSpPr>
          <p:cNvPr id="23" name="直線接點 22"/>
          <p:cNvCxnSpPr/>
          <p:nvPr/>
        </p:nvCxnSpPr>
        <p:spPr>
          <a:xfrm rot="5400000">
            <a:off x="571472" y="4500570"/>
            <a:ext cx="500066" cy="357190"/>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直線接點 24"/>
          <p:cNvCxnSpPr/>
          <p:nvPr/>
        </p:nvCxnSpPr>
        <p:spPr>
          <a:xfrm rot="5400000">
            <a:off x="928662" y="4500570"/>
            <a:ext cx="500066" cy="357190"/>
          </a:xfrm>
          <a:prstGeom prst="line">
            <a:avLst/>
          </a:prstGeom>
        </p:spPr>
        <p:style>
          <a:lnRef idx="2">
            <a:schemeClr val="accent2"/>
          </a:lnRef>
          <a:fillRef idx="0">
            <a:schemeClr val="accent2"/>
          </a:fillRef>
          <a:effectRef idx="1">
            <a:schemeClr val="accent2"/>
          </a:effectRef>
          <a:fontRef idx="minor">
            <a:schemeClr val="tx1"/>
          </a:fontRef>
        </p:style>
      </p:cxnSp>
      <p:sp>
        <p:nvSpPr>
          <p:cNvPr id="14" name="文字方塊 13"/>
          <p:cNvSpPr txBox="1"/>
          <p:nvPr/>
        </p:nvSpPr>
        <p:spPr>
          <a:xfrm>
            <a:off x="5286380" y="6072206"/>
            <a:ext cx="3500462" cy="584775"/>
          </a:xfrm>
          <a:prstGeom prst="rect">
            <a:avLst/>
          </a:prstGeom>
          <a:noFill/>
        </p:spPr>
        <p:txBody>
          <a:bodyPr wrap="square" rtlCol="0">
            <a:spAutoFit/>
          </a:bodyPr>
          <a:lstStyle/>
          <a:p>
            <a:r>
              <a:rPr lang="en-US" altLang="zh-TW" sz="3200" dirty="0" smtClean="0"/>
              <a:t>M</a:t>
            </a:r>
            <a:r>
              <a:rPr lang="en-US" altLang="zh-TW" sz="3200" baseline="-25000" dirty="0" smtClean="0"/>
              <a:t>2</a:t>
            </a:r>
            <a:r>
              <a:rPr lang="en-US" altLang="zh-TW" sz="3200" dirty="0" smtClean="0"/>
              <a:t>= </a:t>
            </a:r>
            <a:r>
              <a:rPr lang="zh-TW" altLang="en-US" sz="3200" dirty="0" smtClean="0"/>
              <a:t>｛</a:t>
            </a:r>
            <a:r>
              <a:rPr lang="en-US" altLang="zh-TW" sz="3200" dirty="0" smtClean="0"/>
              <a:t> D</a:t>
            </a:r>
            <a:r>
              <a:rPr lang="en-US" altLang="zh-TW" sz="3200" baseline="-25000" dirty="0" smtClean="0"/>
              <a:t>1</a:t>
            </a:r>
            <a:r>
              <a:rPr lang="en-US" altLang="zh-TW" sz="3200" dirty="0" smtClean="0"/>
              <a:t>, D</a:t>
            </a:r>
            <a:r>
              <a:rPr lang="en-US" altLang="zh-TW" sz="3200" baseline="-25000" dirty="0" smtClean="0"/>
              <a:t>2</a:t>
            </a:r>
            <a:r>
              <a:rPr lang="en-US" altLang="zh-TW" sz="3200" dirty="0" smtClean="0"/>
              <a:t>, D</a:t>
            </a:r>
            <a:r>
              <a:rPr lang="en-US" altLang="zh-TW" sz="3200" baseline="-25000" dirty="0" smtClean="0"/>
              <a:t>4</a:t>
            </a:r>
            <a:r>
              <a:rPr lang="zh-TW" altLang="en-US" sz="3200" dirty="0" smtClean="0"/>
              <a:t>｝</a:t>
            </a:r>
            <a:endParaRPr lang="zh-TW" altLang="en-US" sz="3200" dirty="0"/>
          </a:p>
        </p:txBody>
      </p:sp>
      <p:graphicFrame>
        <p:nvGraphicFramePr>
          <p:cNvPr id="18" name="表格 17"/>
          <p:cNvGraphicFramePr>
            <a:graphicFrameLocks noGrp="1"/>
          </p:cNvGraphicFramePr>
          <p:nvPr/>
        </p:nvGraphicFramePr>
        <p:xfrm>
          <a:off x="642911" y="2357430"/>
          <a:ext cx="8143930" cy="1371600"/>
        </p:xfrm>
        <a:graphic>
          <a:graphicData uri="http://schemas.openxmlformats.org/drawingml/2006/table">
            <a:tbl>
              <a:tblPr firstRow="1" bandRow="1">
                <a:tableStyleId>{69CF1AB2-1976-4502-BF36-3FF5EA218861}</a:tableStyleId>
              </a:tblPr>
              <a:tblGrid>
                <a:gridCol w="2469880"/>
                <a:gridCol w="1134810"/>
                <a:gridCol w="1134810"/>
                <a:gridCol w="1134810"/>
                <a:gridCol w="1134810"/>
                <a:gridCol w="1134810"/>
              </a:tblGrid>
              <a:tr h="428628">
                <a:tc>
                  <a:txBody>
                    <a:bodyPr/>
                    <a:lstStyle/>
                    <a:p>
                      <a:pPr algn="ct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1</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2</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3</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4</a:t>
                      </a:r>
                      <a:endParaRPr lang="zh-TW" altLang="en-US" sz="2400" b="0" dirty="0"/>
                    </a:p>
                  </a:txBody>
                  <a:tcPr anchor="ctr">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dirty="0" smtClean="0"/>
                        <a:t>D</a:t>
                      </a:r>
                      <a:r>
                        <a:rPr lang="en-US" altLang="zh-TW" sz="2400" b="0" baseline="-25000" dirty="0" smtClean="0"/>
                        <a:t>5</a:t>
                      </a:r>
                      <a:endParaRPr lang="zh-TW" altLang="en-US" sz="2400" b="0" dirty="0" smtClean="0"/>
                    </a:p>
                  </a:txBody>
                  <a:tcPr anchor="ctr">
                    <a:solidFill>
                      <a:schemeClr val="accent5">
                        <a:lumMod val="40000"/>
                        <a:lumOff val="60000"/>
                      </a:schemeClr>
                    </a:solidFill>
                  </a:tcPr>
                </a:tc>
              </a:tr>
              <a:tr h="428628">
                <a:tc>
                  <a:txBody>
                    <a:bodyPr/>
                    <a:lstStyle/>
                    <a:p>
                      <a:pPr algn="ct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2.6</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2.2</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r h="428628">
                <a:tc>
                  <a:txBody>
                    <a:bodyPr/>
                    <a:lstStyle/>
                    <a:p>
                      <a:pPr algn="ctr"/>
                      <a:r>
                        <a:rPr lang="en-US" altLang="zh-TW" sz="2400" b="0" dirty="0" smtClean="0"/>
                        <a:t>Overlap</a:t>
                      </a:r>
                      <a:r>
                        <a:rPr lang="zh-TW" altLang="en-US" sz="2400" b="0" dirty="0" smtClean="0"/>
                        <a:t> </a:t>
                      </a: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5.3</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4.9</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Algorithm(9/10)</a:t>
            </a:r>
            <a:endParaRPr lang="zh-TW" altLang="en-US" dirty="0"/>
          </a:p>
        </p:txBody>
      </p:sp>
      <p:sp>
        <p:nvSpPr>
          <p:cNvPr id="3" name="內容版面配置區 2"/>
          <p:cNvSpPr>
            <a:spLocks noGrp="1"/>
          </p:cNvSpPr>
          <p:nvPr>
            <p:ph idx="1"/>
          </p:nvPr>
        </p:nvSpPr>
        <p:spPr>
          <a:xfrm>
            <a:off x="457200" y="1600200"/>
            <a:ext cx="8229600" cy="5043510"/>
          </a:xfrm>
        </p:spPr>
        <p:txBody>
          <a:bodyPr>
            <a:normAutofit/>
          </a:bodyPr>
          <a:lstStyle/>
          <a:p>
            <a:pPr>
              <a:buNone/>
            </a:pPr>
            <a:r>
              <a:rPr lang="en-US" altLang="zh-TW" dirty="0" smtClean="0"/>
              <a:t>M</a:t>
            </a:r>
            <a:r>
              <a:rPr lang="en-US" altLang="zh-TW" baseline="-25000" dirty="0" smtClean="0"/>
              <a:t>1</a:t>
            </a:r>
            <a:r>
              <a:rPr lang="en-US" altLang="zh-TW" dirty="0" smtClean="0"/>
              <a:t>= </a:t>
            </a:r>
            <a:r>
              <a:rPr lang="zh-TW" altLang="en-US" dirty="0" smtClean="0"/>
              <a:t>｛</a:t>
            </a:r>
            <a:r>
              <a:rPr lang="en-US" altLang="zh-TW" dirty="0" smtClean="0"/>
              <a:t>D</a:t>
            </a:r>
            <a:r>
              <a:rPr lang="en-US" altLang="zh-TW" baseline="-25000" dirty="0" smtClean="0"/>
              <a:t>1</a:t>
            </a:r>
            <a:r>
              <a:rPr lang="en-US" altLang="zh-TW" dirty="0" smtClean="0"/>
              <a:t>,D</a:t>
            </a:r>
            <a:r>
              <a:rPr lang="en-US" altLang="zh-TW" baseline="-25000" dirty="0" smtClean="0"/>
              <a:t>2</a:t>
            </a:r>
            <a:r>
              <a:rPr lang="en-US" altLang="zh-TW" dirty="0" smtClean="0"/>
              <a:t>,D</a:t>
            </a:r>
            <a:r>
              <a:rPr lang="en-US" altLang="zh-TW" baseline="-25000" dirty="0" smtClean="0"/>
              <a:t>3</a:t>
            </a:r>
            <a:r>
              <a:rPr lang="en-US" altLang="zh-TW" dirty="0" smtClean="0"/>
              <a:t>,D</a:t>
            </a:r>
            <a:r>
              <a:rPr lang="en-US" altLang="zh-TW" baseline="-25000" dirty="0" smtClean="0"/>
              <a:t>4</a:t>
            </a:r>
            <a:r>
              <a:rPr lang="en-US" altLang="zh-TW" dirty="0" smtClean="0"/>
              <a:t> ,D</a:t>
            </a:r>
            <a:r>
              <a:rPr lang="en-US" altLang="zh-TW" baseline="-25000" dirty="0" smtClean="0"/>
              <a:t>5</a:t>
            </a:r>
            <a:r>
              <a:rPr lang="zh-TW" altLang="en-US" dirty="0" smtClean="0"/>
              <a:t>｝ </a:t>
            </a:r>
            <a:r>
              <a:rPr lang="en-US" altLang="zh-TW" dirty="0" smtClean="0">
                <a:solidFill>
                  <a:srgbClr val="00B050"/>
                </a:solidFill>
              </a:rPr>
              <a:t>D</a:t>
            </a:r>
            <a:r>
              <a:rPr lang="en-US" altLang="zh-TW" baseline="-25000" dirty="0" smtClean="0">
                <a:solidFill>
                  <a:srgbClr val="00B050"/>
                </a:solidFill>
              </a:rPr>
              <a:t>2</a:t>
            </a:r>
            <a:r>
              <a:rPr lang="en-US" altLang="zh-TW" dirty="0" smtClean="0">
                <a:sym typeface="Wingdings" pitchFamily="2" charset="2"/>
              </a:rPr>
              <a:t></a:t>
            </a:r>
            <a:r>
              <a:rPr lang="en-US" altLang="zh-TW" dirty="0" smtClean="0"/>
              <a:t> </a:t>
            </a:r>
            <a:r>
              <a:rPr lang="en-US" altLang="zh-TW" dirty="0" smtClean="0">
                <a:solidFill>
                  <a:schemeClr val="accent6">
                    <a:lumMod val="75000"/>
                  </a:schemeClr>
                </a:solidFill>
              </a:rPr>
              <a:t>D</a:t>
            </a:r>
            <a:r>
              <a:rPr lang="en-US" altLang="zh-TW" baseline="-25000" dirty="0" smtClean="0">
                <a:solidFill>
                  <a:schemeClr val="accent6">
                    <a:lumMod val="75000"/>
                  </a:schemeClr>
                </a:solidFill>
              </a:rPr>
              <a:t>4</a:t>
            </a:r>
            <a:r>
              <a:rPr lang="en-US" altLang="zh-TW" dirty="0" smtClean="0">
                <a:sym typeface="Wingdings" pitchFamily="2" charset="2"/>
              </a:rPr>
              <a:t></a:t>
            </a:r>
            <a:r>
              <a:rPr lang="en-US" altLang="zh-TW" dirty="0" smtClean="0"/>
              <a:t> </a:t>
            </a:r>
            <a:r>
              <a:rPr lang="en-US" altLang="zh-TW" dirty="0" smtClean="0">
                <a:solidFill>
                  <a:srgbClr val="7030A0"/>
                </a:solidFill>
              </a:rPr>
              <a:t>D</a:t>
            </a:r>
            <a:r>
              <a:rPr lang="en-US" altLang="zh-TW" baseline="-25000" dirty="0" smtClean="0">
                <a:solidFill>
                  <a:srgbClr val="7030A0"/>
                </a:solidFill>
              </a:rPr>
              <a:t>3</a:t>
            </a:r>
            <a:r>
              <a:rPr lang="en-US" altLang="zh-TW" dirty="0" smtClean="0">
                <a:sym typeface="Wingdings" pitchFamily="2" charset="2"/>
              </a:rPr>
              <a:t></a:t>
            </a:r>
            <a:r>
              <a:rPr lang="en-US" altLang="zh-TW" dirty="0" smtClean="0"/>
              <a:t> </a:t>
            </a:r>
            <a:r>
              <a:rPr lang="en-US" altLang="zh-TW" dirty="0" smtClean="0">
                <a:solidFill>
                  <a:srgbClr val="0070C0"/>
                </a:solidFill>
              </a:rPr>
              <a:t>D</a:t>
            </a:r>
            <a:r>
              <a:rPr lang="en-US" altLang="zh-TW" baseline="-25000" dirty="0" smtClean="0">
                <a:solidFill>
                  <a:srgbClr val="0070C0"/>
                </a:solidFill>
              </a:rPr>
              <a:t>1</a:t>
            </a:r>
            <a:r>
              <a:rPr lang="en-US" altLang="zh-TW" dirty="0" smtClean="0">
                <a:sym typeface="Wingdings" pitchFamily="2" charset="2"/>
              </a:rPr>
              <a:t></a:t>
            </a:r>
            <a:r>
              <a:rPr lang="en-US" altLang="zh-TW" dirty="0" smtClean="0">
                <a:solidFill>
                  <a:srgbClr val="0070C0"/>
                </a:solidFill>
              </a:rPr>
              <a:t> </a:t>
            </a:r>
            <a:r>
              <a:rPr lang="en-US" altLang="zh-TW" dirty="0" smtClean="0"/>
              <a:t>D</a:t>
            </a:r>
            <a:r>
              <a:rPr lang="en-US" altLang="zh-TW" baseline="-25000" dirty="0" smtClean="0"/>
              <a:t>5</a:t>
            </a:r>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baseline="-25000" dirty="0" smtClean="0"/>
          </a:p>
          <a:p>
            <a:pPr>
              <a:buNone/>
            </a:pPr>
            <a:endParaRPr lang="en-US" altLang="zh-TW" sz="1400" dirty="0" smtClean="0"/>
          </a:p>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endParaRPr lang="en-US" altLang="zh-TW" sz="1400"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sz="1400" dirty="0" smtClean="0"/>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endParaRPr lang="zh-TW" altLang="en-US" dirty="0" smtClean="0"/>
          </a:p>
          <a:p>
            <a:pPr>
              <a:buNone/>
            </a:pPr>
            <a:endParaRPr lang="en-US" altLang="zh-TW" dirty="0" smtClean="0"/>
          </a:p>
          <a:p>
            <a:pPr>
              <a:buNone/>
            </a:pPr>
            <a:endParaRPr lang="zh-TW" altLang="en-US" dirty="0"/>
          </a:p>
        </p:txBody>
      </p:sp>
      <p:grpSp>
        <p:nvGrpSpPr>
          <p:cNvPr id="30" name="群組 29"/>
          <p:cNvGrpSpPr/>
          <p:nvPr/>
        </p:nvGrpSpPr>
        <p:grpSpPr>
          <a:xfrm>
            <a:off x="642910" y="4429132"/>
            <a:ext cx="3786214" cy="1357323"/>
            <a:chOff x="642910" y="4429132"/>
            <a:chExt cx="3786214" cy="1357323"/>
          </a:xfrm>
        </p:grpSpPr>
        <p:cxnSp>
          <p:nvCxnSpPr>
            <p:cNvPr id="9" name="直線接點 8"/>
            <p:cNvCxnSpPr/>
            <p:nvPr/>
          </p:nvCxnSpPr>
          <p:spPr>
            <a:xfrm rot="16200000" flipH="1">
              <a:off x="153588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rot="16200000" flipH="1">
              <a:off x="189307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rot="16200000" flipH="1">
              <a:off x="225026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rot="16200000" flipH="1">
              <a:off x="1857356" y="5286388"/>
              <a:ext cx="500066" cy="500066"/>
            </a:xfrm>
            <a:prstGeom prst="line">
              <a:avLst/>
            </a:prstGeom>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rot="16200000" flipH="1">
              <a:off x="2178827" y="5250669"/>
              <a:ext cx="571504" cy="500066"/>
            </a:xfrm>
            <a:prstGeom prst="line">
              <a:avLst/>
            </a:prstGeom>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rot="16200000" flipH="1">
              <a:off x="2571736" y="5214950"/>
              <a:ext cx="571504" cy="571504"/>
            </a:xfrm>
            <a:prstGeom prst="line">
              <a:avLst/>
            </a:prstGeom>
          </p:spPr>
          <p:style>
            <a:lnRef idx="2">
              <a:schemeClr val="dk1"/>
            </a:lnRef>
            <a:fillRef idx="0">
              <a:schemeClr val="dk1"/>
            </a:fillRef>
            <a:effectRef idx="1">
              <a:schemeClr val="dk1"/>
            </a:effectRef>
            <a:fontRef idx="minor">
              <a:schemeClr val="tx1"/>
            </a:fontRef>
          </p:style>
        </p:cxnSp>
        <p:cxnSp>
          <p:nvCxnSpPr>
            <p:cNvPr id="23" name="直線接點 22"/>
            <p:cNvCxnSpPr/>
            <p:nvPr/>
          </p:nvCxnSpPr>
          <p:spPr>
            <a:xfrm rot="5400000">
              <a:off x="571472" y="4500570"/>
              <a:ext cx="500066" cy="357190"/>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rot="5400000">
              <a:off x="928662" y="4500570"/>
              <a:ext cx="500066" cy="357190"/>
            </a:xfrm>
            <a:prstGeom prst="line">
              <a:avLst/>
            </a:prstGeom>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rot="16200000" flipH="1">
              <a:off x="1393009" y="4822041"/>
              <a:ext cx="1285884" cy="642942"/>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直線接點 20"/>
            <p:cNvCxnSpPr/>
            <p:nvPr/>
          </p:nvCxnSpPr>
          <p:spPr>
            <a:xfrm rot="16200000" flipH="1">
              <a:off x="1750199" y="4822041"/>
              <a:ext cx="1285884" cy="642942"/>
            </a:xfrm>
            <a:prstGeom prst="line">
              <a:avLst/>
            </a:prstGeom>
          </p:spPr>
          <p:style>
            <a:lnRef idx="2">
              <a:schemeClr val="accent2"/>
            </a:lnRef>
            <a:fillRef idx="0">
              <a:schemeClr val="accent2"/>
            </a:fillRef>
            <a:effectRef idx="1">
              <a:schemeClr val="accent2"/>
            </a:effectRef>
            <a:fontRef idx="minor">
              <a:schemeClr val="tx1"/>
            </a:fontRef>
          </p:style>
        </p:cxnSp>
        <p:cxnSp>
          <p:nvCxnSpPr>
            <p:cNvPr id="22" name="直線接點 21"/>
            <p:cNvCxnSpPr/>
            <p:nvPr/>
          </p:nvCxnSpPr>
          <p:spPr>
            <a:xfrm rot="16200000" flipH="1">
              <a:off x="2143108" y="4786322"/>
              <a:ext cx="1285884" cy="714380"/>
            </a:xfrm>
            <a:prstGeom prst="line">
              <a:avLst/>
            </a:prstGeom>
          </p:spPr>
          <p:style>
            <a:lnRef idx="2">
              <a:schemeClr val="accent2"/>
            </a:lnRef>
            <a:fillRef idx="0">
              <a:schemeClr val="accent2"/>
            </a:fillRef>
            <a:effectRef idx="1">
              <a:schemeClr val="accent2"/>
            </a:effectRef>
            <a:fontRef idx="minor">
              <a:schemeClr val="tx1"/>
            </a:fontRef>
          </p:style>
        </p:cxnSp>
        <p:cxnSp>
          <p:nvCxnSpPr>
            <p:cNvPr id="26" name="直線接點 25"/>
            <p:cNvCxnSpPr/>
            <p:nvPr/>
          </p:nvCxnSpPr>
          <p:spPr>
            <a:xfrm rot="16200000" flipH="1">
              <a:off x="2607455" y="4750603"/>
              <a:ext cx="1214446" cy="714380"/>
            </a:xfrm>
            <a:prstGeom prst="line">
              <a:avLst/>
            </a:prstGeom>
          </p:spPr>
          <p:style>
            <a:lnRef idx="2">
              <a:schemeClr val="accent2"/>
            </a:lnRef>
            <a:fillRef idx="0">
              <a:schemeClr val="accent2"/>
            </a:fillRef>
            <a:effectRef idx="1">
              <a:schemeClr val="accent2"/>
            </a:effectRef>
            <a:fontRef idx="minor">
              <a:schemeClr val="tx1"/>
            </a:fontRef>
          </p:style>
        </p:cxnSp>
        <p:cxnSp>
          <p:nvCxnSpPr>
            <p:cNvPr id="28" name="直線接點 27"/>
            <p:cNvCxnSpPr/>
            <p:nvPr/>
          </p:nvCxnSpPr>
          <p:spPr>
            <a:xfrm rot="16200000" flipH="1">
              <a:off x="3107521" y="4822041"/>
              <a:ext cx="1285884" cy="642942"/>
            </a:xfrm>
            <a:prstGeom prst="line">
              <a:avLst/>
            </a:prstGeom>
          </p:spPr>
          <p:style>
            <a:lnRef idx="2">
              <a:schemeClr val="accent2"/>
            </a:lnRef>
            <a:fillRef idx="0">
              <a:schemeClr val="accent2"/>
            </a:fillRef>
            <a:effectRef idx="1">
              <a:schemeClr val="accent2"/>
            </a:effectRef>
            <a:fontRef idx="minor">
              <a:schemeClr val="tx1"/>
            </a:fontRef>
          </p:style>
        </p:cxnSp>
        <p:cxnSp>
          <p:nvCxnSpPr>
            <p:cNvPr id="29" name="直線接點 28"/>
            <p:cNvCxnSpPr/>
            <p:nvPr/>
          </p:nvCxnSpPr>
          <p:spPr>
            <a:xfrm rot="16200000" flipH="1">
              <a:off x="3464711" y="4822042"/>
              <a:ext cx="1285884" cy="642942"/>
            </a:xfrm>
            <a:prstGeom prst="line">
              <a:avLst/>
            </a:prstGeom>
          </p:spPr>
          <p:style>
            <a:lnRef idx="2">
              <a:schemeClr val="accent2"/>
            </a:lnRef>
            <a:fillRef idx="0">
              <a:schemeClr val="accent2"/>
            </a:fillRef>
            <a:effectRef idx="1">
              <a:schemeClr val="accent2"/>
            </a:effectRef>
            <a:fontRef idx="minor">
              <a:schemeClr val="tx1"/>
            </a:fontRef>
          </p:style>
        </p:cxnSp>
      </p:grpSp>
      <p:graphicFrame>
        <p:nvGraphicFramePr>
          <p:cNvPr id="31" name="表格 30"/>
          <p:cNvGraphicFramePr>
            <a:graphicFrameLocks noGrp="1"/>
          </p:cNvGraphicFramePr>
          <p:nvPr/>
        </p:nvGraphicFramePr>
        <p:xfrm>
          <a:off x="642911" y="2357430"/>
          <a:ext cx="8143930" cy="1371600"/>
        </p:xfrm>
        <a:graphic>
          <a:graphicData uri="http://schemas.openxmlformats.org/drawingml/2006/table">
            <a:tbl>
              <a:tblPr firstRow="1" bandRow="1">
                <a:tableStyleId>{69CF1AB2-1976-4502-BF36-3FF5EA218861}</a:tableStyleId>
              </a:tblPr>
              <a:tblGrid>
                <a:gridCol w="2469880"/>
                <a:gridCol w="1134810"/>
                <a:gridCol w="1134810"/>
                <a:gridCol w="1134810"/>
                <a:gridCol w="1134810"/>
                <a:gridCol w="1134810"/>
              </a:tblGrid>
              <a:tr h="428628">
                <a:tc>
                  <a:txBody>
                    <a:bodyPr/>
                    <a:lstStyle/>
                    <a:p>
                      <a:pPr algn="ct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1</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2</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3</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D</a:t>
                      </a:r>
                      <a:r>
                        <a:rPr lang="en-US" altLang="zh-TW" sz="2400" b="0" baseline="-25000" dirty="0" smtClean="0"/>
                        <a:t>4</a:t>
                      </a:r>
                      <a:endParaRPr lang="zh-TW" altLang="en-US" sz="2400" b="0" dirty="0"/>
                    </a:p>
                  </a:txBody>
                  <a:tcPr anchor="ctr">
                    <a:solidFill>
                      <a:schemeClr val="accent5">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b="0" dirty="0" smtClean="0"/>
                        <a:t>D</a:t>
                      </a:r>
                      <a:r>
                        <a:rPr lang="en-US" altLang="zh-TW" sz="2400" b="0" baseline="-25000" dirty="0" smtClean="0"/>
                        <a:t>5</a:t>
                      </a:r>
                      <a:endParaRPr lang="zh-TW" altLang="en-US" sz="2400" b="0" dirty="0" smtClean="0"/>
                    </a:p>
                  </a:txBody>
                  <a:tcPr anchor="ctr">
                    <a:solidFill>
                      <a:schemeClr val="accent5">
                        <a:lumMod val="40000"/>
                        <a:lumOff val="60000"/>
                      </a:schemeClr>
                    </a:solidFill>
                  </a:tcPr>
                </a:tc>
              </a:tr>
              <a:tr h="428628">
                <a:tc>
                  <a:txBody>
                    <a:bodyPr/>
                    <a:lstStyle/>
                    <a:p>
                      <a:pPr algn="ct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2.6</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2.2</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r h="428628">
                <a:tc>
                  <a:txBody>
                    <a:bodyPr/>
                    <a:lstStyle/>
                    <a:p>
                      <a:pPr algn="ctr"/>
                      <a:r>
                        <a:rPr lang="en-US" altLang="zh-TW" sz="2400" b="0" dirty="0" smtClean="0"/>
                        <a:t>Overlap</a:t>
                      </a:r>
                      <a:r>
                        <a:rPr lang="zh-TW" altLang="en-US" sz="2400" b="0" dirty="0" smtClean="0"/>
                        <a:t> </a:t>
                      </a:r>
                      <a:r>
                        <a:rPr lang="en-US" altLang="zh-TW" sz="2400" b="0" dirty="0" smtClean="0"/>
                        <a:t>weight</a:t>
                      </a:r>
                      <a:endParaRPr lang="zh-TW" altLang="en-US" sz="2400" b="0" dirty="0"/>
                    </a:p>
                  </a:txBody>
                  <a:tcPr anchor="ctr">
                    <a:solidFill>
                      <a:schemeClr val="accent5">
                        <a:lumMod val="40000"/>
                        <a:lumOff val="60000"/>
                      </a:schemeClr>
                    </a:solidFill>
                  </a:tcPr>
                </a:tc>
                <a:tc>
                  <a:txBody>
                    <a:bodyPr/>
                    <a:lstStyle/>
                    <a:p>
                      <a:pPr algn="ctr"/>
                      <a:r>
                        <a:rPr lang="en-US" altLang="zh-TW" sz="2400" b="0" dirty="0" smtClean="0"/>
                        <a:t>0.2</a:t>
                      </a:r>
                      <a:endParaRPr lang="zh-TW" altLang="en-US" sz="2400" b="0" dirty="0"/>
                    </a:p>
                  </a:txBody>
                  <a:tcPr anchor="ctr">
                    <a:noFill/>
                  </a:tcPr>
                </a:tc>
                <a:tc>
                  <a:txBody>
                    <a:bodyPr/>
                    <a:lstStyle/>
                    <a:p>
                      <a:pPr algn="ctr"/>
                      <a:r>
                        <a:rPr lang="en-US" altLang="zh-TW" sz="2400" b="0" dirty="0" smtClean="0"/>
                        <a:t>5.3</a:t>
                      </a:r>
                      <a:endParaRPr lang="zh-TW" altLang="en-US" sz="2400" b="0" dirty="0"/>
                    </a:p>
                  </a:txBody>
                  <a:tcPr anchor="ctr">
                    <a:noFill/>
                  </a:tcPr>
                </a:tc>
                <a:tc>
                  <a:txBody>
                    <a:bodyPr/>
                    <a:lstStyle/>
                    <a:p>
                      <a:pPr algn="ctr"/>
                      <a:r>
                        <a:rPr lang="en-US" altLang="zh-TW" sz="2400" b="0" dirty="0" smtClean="0"/>
                        <a:t>4.7</a:t>
                      </a:r>
                      <a:endParaRPr lang="zh-TW" altLang="en-US" sz="2400" b="0" dirty="0"/>
                    </a:p>
                  </a:txBody>
                  <a:tcPr anchor="ctr">
                    <a:noFill/>
                  </a:tcPr>
                </a:tc>
                <a:tc>
                  <a:txBody>
                    <a:bodyPr/>
                    <a:lstStyle/>
                    <a:p>
                      <a:pPr algn="ctr"/>
                      <a:r>
                        <a:rPr lang="en-US" altLang="zh-TW" sz="2400" b="0" dirty="0" smtClean="0"/>
                        <a:t>4.9</a:t>
                      </a:r>
                      <a:endParaRPr lang="zh-TW" altLang="en-US" sz="2400" b="0" dirty="0"/>
                    </a:p>
                  </a:txBody>
                  <a:tcPr anchor="ctr">
                    <a:noFill/>
                  </a:tcPr>
                </a:tc>
                <a:tc>
                  <a:txBody>
                    <a:bodyPr/>
                    <a:lstStyle/>
                    <a:p>
                      <a:pPr algn="ctr"/>
                      <a:r>
                        <a:rPr lang="en-US" altLang="zh-TW" sz="2400" b="0" dirty="0" smtClean="0"/>
                        <a:t>0.1</a:t>
                      </a:r>
                      <a:endParaRPr lang="zh-TW" altLang="en-US" sz="2400" b="0" dirty="0"/>
                    </a:p>
                  </a:txBody>
                  <a:tcPr anchor="ctr">
                    <a:noFill/>
                  </a:tcPr>
                </a:tc>
              </a:tr>
            </a:tbl>
          </a:graphicData>
        </a:graphic>
      </p:graphicFrame>
      <p:sp>
        <p:nvSpPr>
          <p:cNvPr id="32" name="文字方塊 31"/>
          <p:cNvSpPr txBox="1"/>
          <p:nvPr/>
        </p:nvSpPr>
        <p:spPr>
          <a:xfrm>
            <a:off x="6143636" y="4286256"/>
            <a:ext cx="2071702"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TW" altLang="en-US" sz="2800" dirty="0" smtClean="0">
                <a:solidFill>
                  <a:schemeClr val="tx1"/>
                </a:solidFill>
              </a:rPr>
              <a:t>      </a:t>
            </a:r>
            <a:r>
              <a:rPr lang="en-US" altLang="zh-TW" sz="2800" dirty="0" smtClean="0">
                <a:solidFill>
                  <a:schemeClr val="tx1"/>
                </a:solidFill>
              </a:rPr>
              <a:t>FLFAWD</a:t>
            </a:r>
          </a:p>
          <a:p>
            <a:r>
              <a:rPr lang="en-US" altLang="zh-TW" sz="2800" dirty="0" smtClean="0">
                <a:solidFill>
                  <a:schemeClr val="tx1"/>
                </a:solidFill>
              </a:rPr>
              <a:t>D</a:t>
            </a:r>
            <a:r>
              <a:rPr lang="en-US" altLang="zh-TW" sz="2800" baseline="-25000" dirty="0">
                <a:solidFill>
                  <a:schemeClr val="tx1"/>
                </a:solidFill>
              </a:rPr>
              <a:t>5</a:t>
            </a:r>
            <a:r>
              <a:rPr lang="zh-TW" altLang="en-US" sz="2800" dirty="0" smtClean="0">
                <a:solidFill>
                  <a:schemeClr val="tx1"/>
                </a:solidFill>
              </a:rPr>
              <a:t>  </a:t>
            </a:r>
            <a:endParaRPr lang="en-US" altLang="zh-TW" sz="2800" dirty="0" smtClean="0">
              <a:solidFill>
                <a:schemeClr val="tx1"/>
              </a:solidFill>
            </a:endParaRPr>
          </a:p>
          <a:p>
            <a:r>
              <a:rPr lang="zh-TW" altLang="en-US" sz="2800" dirty="0" smtClean="0">
                <a:solidFill>
                  <a:schemeClr val="tx1"/>
                </a:solidFill>
              </a:rPr>
              <a:t>      </a:t>
            </a:r>
            <a:r>
              <a:rPr lang="en-US" altLang="zh-TW" sz="2800" dirty="0" smtClean="0">
                <a:solidFill>
                  <a:schemeClr val="tx1"/>
                </a:solidFill>
              </a:rPr>
              <a:t>FMFAED</a:t>
            </a:r>
            <a:endParaRPr lang="en-US" altLang="zh-TW" sz="2800" dirty="0" smtClean="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Algorithm(10/10)</a:t>
            </a:r>
            <a:endParaRPr lang="zh-TW" altLang="en-US" dirty="0"/>
          </a:p>
        </p:txBody>
      </p:sp>
      <p:sp>
        <p:nvSpPr>
          <p:cNvPr id="3" name="內容版面配置區 2"/>
          <p:cNvSpPr>
            <a:spLocks noGrp="1"/>
          </p:cNvSpPr>
          <p:nvPr>
            <p:ph idx="1"/>
          </p:nvPr>
        </p:nvSpPr>
        <p:spPr>
          <a:xfrm>
            <a:off x="457200" y="1600200"/>
            <a:ext cx="8229600" cy="4972072"/>
          </a:xfrm>
        </p:spPr>
        <p:txBody>
          <a:bodyPr/>
          <a:lstStyle/>
          <a:p>
            <a:pPr>
              <a:buNone/>
            </a:pPr>
            <a:r>
              <a:rPr lang="en-US" altLang="zh-TW" dirty="0" smtClean="0"/>
              <a:t>Y</a:t>
            </a:r>
            <a:r>
              <a:rPr lang="zh-TW" altLang="en-US" dirty="0" smtClean="0"/>
              <a:t>  </a:t>
            </a:r>
            <a:r>
              <a:rPr lang="en-US" altLang="zh-TW" dirty="0" smtClean="0"/>
              <a:t>I</a:t>
            </a:r>
            <a:r>
              <a:rPr lang="zh-TW" altLang="en-US" dirty="0" smtClean="0"/>
              <a:t>  </a:t>
            </a:r>
            <a:r>
              <a:rPr lang="en-US" altLang="zh-TW" dirty="0" smtClean="0"/>
              <a:t>A</a:t>
            </a:r>
            <a:r>
              <a:rPr lang="zh-TW" altLang="en-US" dirty="0" smtClean="0"/>
              <a:t>  </a:t>
            </a:r>
            <a:r>
              <a:rPr lang="en-US" altLang="zh-TW" dirty="0" smtClean="0"/>
              <a:t>F</a:t>
            </a:r>
            <a:r>
              <a:rPr lang="zh-TW" altLang="en-US" dirty="0" smtClean="0"/>
              <a:t>  </a:t>
            </a:r>
            <a:r>
              <a:rPr lang="en-US" altLang="zh-TW" dirty="0" smtClean="0"/>
              <a:t>L</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W</a:t>
            </a:r>
            <a:r>
              <a:rPr lang="zh-TW" altLang="en-US" dirty="0" smtClean="0"/>
              <a:t>  </a:t>
            </a:r>
            <a:r>
              <a:rPr lang="en-US" altLang="zh-TW" dirty="0" smtClean="0"/>
              <a:t>D</a:t>
            </a:r>
            <a:r>
              <a:rPr lang="zh-TW" altLang="en-US" dirty="0" smtClean="0"/>
              <a:t>  </a:t>
            </a:r>
            <a:r>
              <a:rPr lang="en-US" altLang="zh-TW" dirty="0" smtClean="0"/>
              <a:t>D</a:t>
            </a:r>
          </a:p>
          <a:p>
            <a:pPr>
              <a:buNone/>
            </a:pPr>
            <a:endParaRPr lang="en-US" altLang="zh-TW" sz="1400" dirty="0" smtClean="0"/>
          </a:p>
          <a:p>
            <a:pPr>
              <a:buNone/>
            </a:pPr>
            <a:r>
              <a:rPr lang="en-US" altLang="zh-TW" dirty="0" smtClean="0"/>
              <a:t>L</a:t>
            </a:r>
            <a:r>
              <a:rPr lang="zh-TW" altLang="en-US" dirty="0" smtClean="0"/>
              <a:t>  </a:t>
            </a:r>
            <a:r>
              <a:rPr lang="en-US" altLang="zh-TW" dirty="0" smtClean="0"/>
              <a:t>A</a:t>
            </a:r>
            <a:r>
              <a:rPr lang="zh-TW" altLang="en-US" dirty="0" smtClean="0"/>
              <a:t>  </a:t>
            </a:r>
            <a:r>
              <a:rPr lang="en-US" altLang="zh-TW" dirty="0" smtClean="0"/>
              <a:t>C</a:t>
            </a:r>
            <a:r>
              <a:rPr lang="zh-TW" altLang="en-US" dirty="0" smtClean="0"/>
              <a:t>  </a:t>
            </a:r>
            <a:r>
              <a:rPr lang="en-US" altLang="zh-TW" dirty="0" smtClean="0"/>
              <a:t>F</a:t>
            </a:r>
            <a:r>
              <a:rPr lang="zh-TW" altLang="en-US" dirty="0" smtClean="0"/>
              <a:t>  </a:t>
            </a:r>
            <a:r>
              <a:rPr lang="en-US" altLang="zh-TW" dirty="0" smtClean="0"/>
              <a:t>I</a:t>
            </a:r>
            <a:r>
              <a:rPr lang="zh-TW" altLang="en-US" dirty="0" smtClean="0"/>
              <a:t>  </a:t>
            </a:r>
            <a:r>
              <a:rPr lang="en-US" altLang="zh-TW" dirty="0" smtClean="0"/>
              <a:t>F</a:t>
            </a:r>
            <a:r>
              <a:rPr lang="zh-TW" altLang="en-US" dirty="0" smtClean="0"/>
              <a:t>  </a:t>
            </a:r>
            <a:r>
              <a:rPr lang="en-US" altLang="zh-TW" dirty="0" smtClean="0"/>
              <a:t>G</a:t>
            </a:r>
            <a:r>
              <a:rPr lang="zh-TW" altLang="en-US" dirty="0" smtClean="0"/>
              <a:t>  </a:t>
            </a:r>
            <a:r>
              <a:rPr lang="en-US" altLang="zh-TW" dirty="0" smtClean="0"/>
              <a:t>S</a:t>
            </a:r>
          </a:p>
          <a:p>
            <a:pPr>
              <a:buNone/>
            </a:pPr>
            <a:endParaRPr lang="en-US" altLang="zh-TW" sz="1400" dirty="0" smtClean="0"/>
          </a:p>
          <a:p>
            <a:pPr>
              <a:buNone/>
            </a:pPr>
            <a:r>
              <a:rPr lang="en-US" altLang="zh-TW" dirty="0" smtClean="0"/>
              <a:t>S</a:t>
            </a:r>
            <a:r>
              <a:rPr lang="zh-TW" altLang="en-US" dirty="0" smtClean="0"/>
              <a:t>  </a:t>
            </a:r>
            <a:r>
              <a:rPr lang="en-US" altLang="zh-TW" dirty="0" smtClean="0"/>
              <a:t>W</a:t>
            </a:r>
            <a:r>
              <a:rPr lang="zh-TW" altLang="en-US" dirty="0" smtClean="0"/>
              <a:t>  </a:t>
            </a:r>
            <a:r>
              <a:rPr lang="en-US" altLang="zh-TW" dirty="0" smtClean="0"/>
              <a:t>E</a:t>
            </a:r>
            <a:r>
              <a:rPr lang="zh-TW" altLang="en-US" dirty="0" smtClean="0"/>
              <a:t>  </a:t>
            </a:r>
            <a:r>
              <a:rPr lang="en-US" altLang="zh-TW" dirty="0" smtClean="0"/>
              <a:t>D</a:t>
            </a:r>
            <a:r>
              <a:rPr lang="zh-TW" altLang="en-US" dirty="0" smtClean="0"/>
              <a:t>  </a:t>
            </a:r>
            <a:r>
              <a:rPr lang="en-US" altLang="zh-TW" dirty="0" smtClean="0"/>
              <a:t>F</a:t>
            </a:r>
            <a:r>
              <a:rPr lang="zh-TW" altLang="en-US" dirty="0" smtClean="0"/>
              <a:t>  </a:t>
            </a:r>
            <a:r>
              <a:rPr lang="en-US" altLang="zh-TW" dirty="0" smtClean="0"/>
              <a:t>M</a:t>
            </a:r>
            <a:r>
              <a:rPr lang="zh-TW" altLang="en-US" dirty="0" smtClean="0"/>
              <a:t>  </a:t>
            </a:r>
            <a:r>
              <a:rPr lang="en-US" altLang="zh-TW" dirty="0" smtClean="0"/>
              <a:t>F</a:t>
            </a:r>
            <a:r>
              <a:rPr lang="zh-TW" altLang="en-US" dirty="0" smtClean="0"/>
              <a:t>  </a:t>
            </a:r>
            <a:r>
              <a:rPr lang="en-US" altLang="zh-TW" dirty="0" smtClean="0"/>
              <a:t>A</a:t>
            </a:r>
            <a:r>
              <a:rPr lang="zh-TW" altLang="en-US" dirty="0" smtClean="0"/>
              <a:t>  </a:t>
            </a:r>
            <a:r>
              <a:rPr lang="en-US" altLang="zh-TW" dirty="0" smtClean="0"/>
              <a:t>E</a:t>
            </a:r>
            <a:r>
              <a:rPr lang="zh-TW" altLang="en-US" dirty="0" smtClean="0"/>
              <a:t>  </a:t>
            </a:r>
            <a:r>
              <a:rPr lang="en-US" altLang="zh-TW" dirty="0" smtClean="0"/>
              <a:t>D</a:t>
            </a:r>
          </a:p>
          <a:p>
            <a:pPr>
              <a:buNone/>
            </a:pPr>
            <a:endParaRPr lang="zh-TW" altLang="en-US" dirty="0"/>
          </a:p>
        </p:txBody>
      </p:sp>
      <p:grpSp>
        <p:nvGrpSpPr>
          <p:cNvPr id="4" name="群組 3"/>
          <p:cNvGrpSpPr/>
          <p:nvPr/>
        </p:nvGrpSpPr>
        <p:grpSpPr>
          <a:xfrm>
            <a:off x="642910" y="2071678"/>
            <a:ext cx="3786214" cy="1357323"/>
            <a:chOff x="642910" y="4429132"/>
            <a:chExt cx="3786214" cy="1357323"/>
          </a:xfrm>
        </p:grpSpPr>
        <p:cxnSp>
          <p:nvCxnSpPr>
            <p:cNvPr id="5" name="直線接點 4"/>
            <p:cNvCxnSpPr/>
            <p:nvPr/>
          </p:nvCxnSpPr>
          <p:spPr>
            <a:xfrm rot="16200000" flipH="1">
              <a:off x="153588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6" name="直線接點 5"/>
            <p:cNvCxnSpPr/>
            <p:nvPr/>
          </p:nvCxnSpPr>
          <p:spPr>
            <a:xfrm rot="16200000" flipH="1">
              <a:off x="189307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7" name="直線接點 6"/>
            <p:cNvCxnSpPr/>
            <p:nvPr/>
          </p:nvCxnSpPr>
          <p:spPr>
            <a:xfrm rot="16200000" flipH="1">
              <a:off x="2250265" y="4679165"/>
              <a:ext cx="428628" cy="71438"/>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rot="16200000" flipH="1">
              <a:off x="1857356" y="5286388"/>
              <a:ext cx="500066" cy="500066"/>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rot="16200000" flipH="1">
              <a:off x="2178827" y="5250669"/>
              <a:ext cx="571504" cy="500066"/>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rot="16200000" flipH="1">
              <a:off x="2571736" y="5214950"/>
              <a:ext cx="571504" cy="571504"/>
            </a:xfrm>
            <a:prstGeom prst="line">
              <a:avLst/>
            </a:prstGeom>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rot="5400000">
              <a:off x="571472" y="4500570"/>
              <a:ext cx="500066" cy="357190"/>
            </a:xfrm>
            <a:prstGeom prst="line">
              <a:avLst/>
            </a:prstGeom>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rot="5400000">
              <a:off x="928662" y="4500570"/>
              <a:ext cx="500066" cy="357190"/>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rot="16200000" flipH="1">
              <a:off x="1393009" y="4822041"/>
              <a:ext cx="1285884" cy="642942"/>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直線接點 13"/>
            <p:cNvCxnSpPr/>
            <p:nvPr/>
          </p:nvCxnSpPr>
          <p:spPr>
            <a:xfrm rot="16200000" flipH="1">
              <a:off x="1750199" y="4822041"/>
              <a:ext cx="1285884" cy="642942"/>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直線接點 14"/>
            <p:cNvCxnSpPr/>
            <p:nvPr/>
          </p:nvCxnSpPr>
          <p:spPr>
            <a:xfrm rot="16200000" flipH="1">
              <a:off x="2143108" y="4786322"/>
              <a:ext cx="1285884" cy="714380"/>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直線接點 15"/>
            <p:cNvCxnSpPr/>
            <p:nvPr/>
          </p:nvCxnSpPr>
          <p:spPr>
            <a:xfrm rot="16200000" flipH="1">
              <a:off x="2607455" y="4750603"/>
              <a:ext cx="1214446" cy="714380"/>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接點 16"/>
            <p:cNvCxnSpPr/>
            <p:nvPr/>
          </p:nvCxnSpPr>
          <p:spPr>
            <a:xfrm rot="16200000" flipH="1">
              <a:off x="3107521" y="4822041"/>
              <a:ext cx="1285884" cy="642942"/>
            </a:xfrm>
            <a:prstGeom prst="line">
              <a:avLst/>
            </a:prstGeom>
          </p:spPr>
          <p:style>
            <a:lnRef idx="2">
              <a:schemeClr val="accent2"/>
            </a:lnRef>
            <a:fillRef idx="0">
              <a:schemeClr val="accent2"/>
            </a:fillRef>
            <a:effectRef idx="1">
              <a:schemeClr val="accent2"/>
            </a:effectRef>
            <a:fontRef idx="minor">
              <a:schemeClr val="tx1"/>
            </a:fontRef>
          </p:style>
        </p:cxnSp>
        <p:cxnSp>
          <p:nvCxnSpPr>
            <p:cNvPr id="18" name="直線接點 17"/>
            <p:cNvCxnSpPr/>
            <p:nvPr/>
          </p:nvCxnSpPr>
          <p:spPr>
            <a:xfrm rot="16200000" flipH="1">
              <a:off x="3464711" y="4822042"/>
              <a:ext cx="1285884" cy="642942"/>
            </a:xfrm>
            <a:prstGeom prst="line">
              <a:avLst/>
            </a:prstGeom>
          </p:spPr>
          <p:style>
            <a:lnRef idx="2">
              <a:schemeClr val="accent2"/>
            </a:lnRef>
            <a:fillRef idx="0">
              <a:schemeClr val="accent2"/>
            </a:fillRef>
            <a:effectRef idx="1">
              <a:schemeClr val="accent2"/>
            </a:effectRef>
            <a:fontRef idx="minor">
              <a:schemeClr val="tx1"/>
            </a:fontRef>
          </p:style>
        </p:cxnSp>
      </p:grpSp>
      <p:sp>
        <p:nvSpPr>
          <p:cNvPr id="34" name="矩形 33"/>
          <p:cNvSpPr/>
          <p:nvPr/>
        </p:nvSpPr>
        <p:spPr>
          <a:xfrm>
            <a:off x="1571604" y="4000504"/>
            <a:ext cx="6858048" cy="255454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buNone/>
            </a:pPr>
            <a:r>
              <a:rPr lang="zh-TW" altLang="en-US" sz="3200" dirty="0" smtClean="0"/>
              <a:t>−   −  −  − </a:t>
            </a:r>
            <a:r>
              <a:rPr lang="en-US" altLang="zh-TW" sz="3200" dirty="0" smtClean="0"/>
              <a:t>Y</a:t>
            </a:r>
            <a:r>
              <a:rPr lang="zh-TW" altLang="en-US" sz="3200" dirty="0" smtClean="0"/>
              <a:t>  </a:t>
            </a:r>
            <a:r>
              <a:rPr lang="en-US" altLang="zh-TW" sz="3200" dirty="0" smtClean="0"/>
              <a:t>I</a:t>
            </a:r>
            <a:r>
              <a:rPr lang="zh-TW" altLang="en-US" sz="3200" dirty="0" smtClean="0"/>
              <a:t>   </a:t>
            </a:r>
            <a:r>
              <a:rPr lang="en-US" altLang="zh-TW" sz="3200" dirty="0" smtClean="0"/>
              <a:t>A</a:t>
            </a:r>
            <a:r>
              <a:rPr lang="zh-TW" altLang="en-US" sz="3200" dirty="0" smtClean="0"/>
              <a:t>  − </a:t>
            </a:r>
            <a:r>
              <a:rPr lang="en-US" altLang="zh-TW" sz="3200" dirty="0" smtClean="0"/>
              <a:t>F</a:t>
            </a:r>
            <a:r>
              <a:rPr lang="zh-TW" altLang="en-US" sz="3200" dirty="0" smtClean="0"/>
              <a:t>  </a:t>
            </a:r>
            <a:r>
              <a:rPr lang="en-US" altLang="zh-TW" sz="3200" dirty="0" smtClean="0"/>
              <a:t>L</a:t>
            </a:r>
            <a:r>
              <a:rPr lang="zh-TW" altLang="en-US" sz="3200" dirty="0" smtClean="0"/>
              <a:t>   </a:t>
            </a:r>
            <a:r>
              <a:rPr lang="en-US" altLang="zh-TW" sz="3200" dirty="0" smtClean="0"/>
              <a:t>F</a:t>
            </a:r>
            <a:r>
              <a:rPr lang="zh-TW" altLang="en-US" sz="3200" dirty="0" smtClean="0"/>
              <a:t>  −  −  </a:t>
            </a:r>
            <a:r>
              <a:rPr lang="en-US" altLang="zh-TW" sz="3200" dirty="0" smtClean="0"/>
              <a:t>A</a:t>
            </a:r>
            <a:r>
              <a:rPr lang="zh-TW" altLang="en-US" sz="3200" dirty="0" smtClean="0"/>
              <a:t>  </a:t>
            </a:r>
            <a:r>
              <a:rPr lang="en-US" altLang="zh-TW" sz="3200" dirty="0" smtClean="0"/>
              <a:t>W</a:t>
            </a:r>
            <a:r>
              <a:rPr lang="zh-TW" altLang="en-US" sz="3200" dirty="0" smtClean="0"/>
              <a:t>  </a:t>
            </a:r>
            <a:r>
              <a:rPr lang="en-US" altLang="zh-TW" sz="3200" dirty="0" smtClean="0"/>
              <a:t>D</a:t>
            </a:r>
            <a:r>
              <a:rPr lang="zh-TW" altLang="en-US" sz="3200" dirty="0" smtClean="0"/>
              <a:t>  </a:t>
            </a:r>
            <a:r>
              <a:rPr lang="en-US" altLang="zh-TW" sz="3200" dirty="0" smtClean="0"/>
              <a:t>D</a:t>
            </a:r>
          </a:p>
          <a:p>
            <a:pPr>
              <a:buNone/>
            </a:pPr>
            <a:endParaRPr lang="en-US" altLang="zh-TW" sz="3200" dirty="0" smtClean="0"/>
          </a:p>
          <a:p>
            <a:pPr>
              <a:buNone/>
            </a:pPr>
            <a:r>
              <a:rPr lang="zh-TW" altLang="en-US" sz="3200" dirty="0" smtClean="0"/>
              <a:t>−   −  −  − −  </a:t>
            </a:r>
            <a:r>
              <a:rPr lang="en-US" altLang="zh-TW" sz="3200" dirty="0" smtClean="0"/>
              <a:t>L</a:t>
            </a:r>
            <a:r>
              <a:rPr lang="zh-TW" altLang="en-US" sz="3200" dirty="0" smtClean="0"/>
              <a:t>  </a:t>
            </a:r>
            <a:r>
              <a:rPr lang="en-US" altLang="zh-TW" sz="3200" dirty="0" smtClean="0"/>
              <a:t>A</a:t>
            </a:r>
            <a:r>
              <a:rPr lang="zh-TW" altLang="en-US" sz="3200" dirty="0" smtClean="0"/>
              <a:t>  </a:t>
            </a:r>
            <a:r>
              <a:rPr lang="en-US" altLang="zh-TW" sz="3200" dirty="0" smtClean="0"/>
              <a:t>C</a:t>
            </a:r>
            <a:r>
              <a:rPr lang="zh-TW" altLang="en-US" sz="3200" dirty="0" smtClean="0"/>
              <a:t>  </a:t>
            </a:r>
            <a:r>
              <a:rPr lang="en-US" altLang="zh-TW" sz="3200" dirty="0" smtClean="0"/>
              <a:t>F</a:t>
            </a:r>
            <a:r>
              <a:rPr lang="zh-TW" altLang="en-US" sz="3200" dirty="0" smtClean="0"/>
              <a:t>  </a:t>
            </a:r>
            <a:r>
              <a:rPr lang="en-US" altLang="zh-TW" sz="3200" dirty="0" smtClean="0"/>
              <a:t>I</a:t>
            </a:r>
            <a:r>
              <a:rPr lang="zh-TW" altLang="en-US" sz="3200" dirty="0" smtClean="0"/>
              <a:t>   </a:t>
            </a:r>
            <a:r>
              <a:rPr lang="en-US" altLang="zh-TW" sz="3200" dirty="0" smtClean="0"/>
              <a:t>F</a:t>
            </a:r>
            <a:r>
              <a:rPr lang="zh-TW" altLang="en-US" sz="3200" dirty="0" smtClean="0"/>
              <a:t>  </a:t>
            </a:r>
            <a:r>
              <a:rPr lang="en-US" altLang="zh-TW" sz="3200" dirty="0" smtClean="0"/>
              <a:t>G</a:t>
            </a:r>
            <a:r>
              <a:rPr lang="zh-TW" altLang="en-US" sz="3200" dirty="0" smtClean="0"/>
              <a:t>  </a:t>
            </a:r>
            <a:r>
              <a:rPr lang="en-US" altLang="zh-TW" sz="3200" dirty="0" smtClean="0"/>
              <a:t>S</a:t>
            </a:r>
          </a:p>
          <a:p>
            <a:pPr>
              <a:buNone/>
            </a:pPr>
            <a:endParaRPr lang="en-US" altLang="zh-TW" sz="3200" dirty="0" smtClean="0"/>
          </a:p>
          <a:p>
            <a:pPr>
              <a:buNone/>
            </a:pPr>
            <a:r>
              <a:rPr lang="en-US" altLang="zh-TW" sz="3200" dirty="0" smtClean="0"/>
              <a:t>S</a:t>
            </a:r>
            <a:r>
              <a:rPr lang="zh-TW" altLang="en-US" sz="3200" dirty="0" smtClean="0"/>
              <a:t>  </a:t>
            </a:r>
            <a:r>
              <a:rPr lang="en-US" altLang="zh-TW" sz="3200" dirty="0" smtClean="0"/>
              <a:t>W</a:t>
            </a:r>
            <a:r>
              <a:rPr lang="zh-TW" altLang="en-US" sz="3200" dirty="0" smtClean="0"/>
              <a:t>  </a:t>
            </a:r>
            <a:r>
              <a:rPr lang="en-US" altLang="zh-TW" sz="3200" dirty="0" smtClean="0"/>
              <a:t>E</a:t>
            </a:r>
            <a:r>
              <a:rPr lang="zh-TW" altLang="en-US" sz="3200" dirty="0" smtClean="0"/>
              <a:t>  </a:t>
            </a:r>
            <a:r>
              <a:rPr lang="en-US" altLang="zh-TW" sz="3200" dirty="0" smtClean="0"/>
              <a:t>D</a:t>
            </a:r>
            <a:r>
              <a:rPr lang="zh-TW" altLang="en-US" sz="3200" dirty="0" smtClean="0"/>
              <a:t> − −  −  −  </a:t>
            </a:r>
            <a:r>
              <a:rPr lang="en-US" altLang="zh-TW" sz="3200" dirty="0" smtClean="0"/>
              <a:t>F</a:t>
            </a:r>
            <a:r>
              <a:rPr lang="zh-TW" altLang="en-US" sz="3200" dirty="0" smtClean="0"/>
              <a:t>  </a:t>
            </a:r>
            <a:r>
              <a:rPr lang="en-US" altLang="zh-TW" sz="3200" dirty="0" smtClean="0"/>
              <a:t>M</a:t>
            </a:r>
            <a:r>
              <a:rPr lang="zh-TW" altLang="en-US" sz="3200" dirty="0" smtClean="0"/>
              <a:t>  </a:t>
            </a:r>
            <a:r>
              <a:rPr lang="en-US" altLang="zh-TW" sz="3200" dirty="0" smtClean="0"/>
              <a:t>F</a:t>
            </a:r>
            <a:r>
              <a:rPr lang="zh-TW" altLang="en-US" sz="3200" dirty="0" smtClean="0"/>
              <a:t> −  −  </a:t>
            </a:r>
            <a:r>
              <a:rPr lang="en-US" altLang="zh-TW" sz="3200" dirty="0" smtClean="0"/>
              <a:t>A</a:t>
            </a:r>
            <a:r>
              <a:rPr lang="zh-TW" altLang="en-US" sz="3200" dirty="0" smtClean="0"/>
              <a:t>  </a:t>
            </a:r>
            <a:r>
              <a:rPr lang="en-US" altLang="zh-TW" sz="3200" dirty="0" smtClean="0"/>
              <a:t>E</a:t>
            </a:r>
            <a:r>
              <a:rPr lang="zh-TW" altLang="en-US" sz="3200" dirty="0" smtClean="0"/>
              <a:t>  </a:t>
            </a:r>
            <a:r>
              <a:rPr lang="en-US" altLang="zh-TW" sz="3200" dirty="0" smtClean="0"/>
              <a:t>D</a:t>
            </a:r>
            <a:r>
              <a:rPr lang="zh-TW" altLang="en-US" sz="3200" dirty="0" smtClean="0"/>
              <a:t> </a:t>
            </a:r>
            <a:endParaRPr lang="zh-TW" altLang="en-US" sz="3200" dirty="0"/>
          </a:p>
        </p:txBody>
      </p:sp>
      <p:sp>
        <p:nvSpPr>
          <p:cNvPr id="35" name="矩形 34"/>
          <p:cNvSpPr/>
          <p:nvPr/>
        </p:nvSpPr>
        <p:spPr>
          <a:xfrm>
            <a:off x="3500430" y="4071942"/>
            <a:ext cx="785818" cy="14287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4643438" y="4071942"/>
            <a:ext cx="1071570" cy="14287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p:cNvSpPr/>
          <p:nvPr/>
        </p:nvSpPr>
        <p:spPr>
          <a:xfrm>
            <a:off x="6572264" y="4071942"/>
            <a:ext cx="1428760" cy="24288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p:cNvSpPr/>
          <p:nvPr/>
        </p:nvSpPr>
        <p:spPr>
          <a:xfrm>
            <a:off x="4714876" y="5072074"/>
            <a:ext cx="1143008" cy="142876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p:cNvSpPr/>
          <p:nvPr/>
        </p:nvSpPr>
        <p:spPr>
          <a:xfrm>
            <a:off x="4643438" y="4000504"/>
            <a:ext cx="1214446" cy="2428892"/>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Results(1/2</a:t>
            </a:r>
            <a:r>
              <a:rPr lang="en-US" altLang="zh-TW" dirty="0" smtClean="0"/>
              <a:t>)</a:t>
            </a:r>
            <a:endParaRPr lang="zh-TW" altLang="en-US" dirty="0"/>
          </a:p>
        </p:txBody>
      </p:sp>
      <p:pic>
        <p:nvPicPr>
          <p:cNvPr id="4" name="內容版面配置區 3" descr="2.PNG"/>
          <p:cNvPicPr>
            <a:picLocks noGrp="1" noChangeAspect="1"/>
          </p:cNvPicPr>
          <p:nvPr>
            <p:ph idx="1"/>
          </p:nvPr>
        </p:nvPicPr>
        <p:blipFill>
          <a:blip r:embed="rId2"/>
          <a:stretch>
            <a:fillRect/>
          </a:stretch>
        </p:blipFill>
        <p:spPr>
          <a:xfrm>
            <a:off x="0" y="1571612"/>
            <a:ext cx="9358346" cy="5072098"/>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Results(2/2</a:t>
            </a:r>
            <a:r>
              <a:rPr lang="en-US" altLang="zh-TW" dirty="0" smtClean="0"/>
              <a:t>)</a:t>
            </a:r>
            <a:endParaRPr lang="zh-TW" altLang="en-US" dirty="0"/>
          </a:p>
        </p:txBody>
      </p:sp>
      <p:pic>
        <p:nvPicPr>
          <p:cNvPr id="5" name="圖片 4" descr="擷取.PNG"/>
          <p:cNvPicPr>
            <a:picLocks noChangeAspect="1"/>
          </p:cNvPicPr>
          <p:nvPr/>
        </p:nvPicPr>
        <p:blipFill>
          <a:blip r:embed="rId2"/>
          <a:stretch>
            <a:fillRect/>
          </a:stretch>
        </p:blipFill>
        <p:spPr>
          <a:xfrm>
            <a:off x="214282" y="1357298"/>
            <a:ext cx="8715436" cy="5286412"/>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966</Words>
  <Application>Microsoft Office PowerPoint</Application>
  <PresentationFormat>如螢幕大小 (4:3)</PresentationFormat>
  <Paragraphs>332</Paragraphs>
  <Slides>18</Slides>
  <Notes>0</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DIALIGN: Finding local similarities by multiple sequence alignment</vt:lpstr>
      <vt:lpstr>Abstract(1/2)</vt:lpstr>
      <vt:lpstr>Abstract(2/2)</vt:lpstr>
      <vt:lpstr>Sequence Alignment</vt:lpstr>
      <vt:lpstr>Needleman-Wunsch Algorithm (1/2)</vt:lpstr>
      <vt:lpstr>Needleman-Wunsch Algorithm (2/2)</vt:lpstr>
      <vt:lpstr>Algorithm(1/10)</vt:lpstr>
      <vt:lpstr>Algorithm(2/10)</vt:lpstr>
      <vt:lpstr>Algorithm(3/10)</vt:lpstr>
      <vt:lpstr>Collections Of Diagonals</vt:lpstr>
      <vt:lpstr>Algorithm(5/10)</vt:lpstr>
      <vt:lpstr>Algorithm(6/10)</vt:lpstr>
      <vt:lpstr>Algorithm(7/10)</vt:lpstr>
      <vt:lpstr>Algorithm(8/10)</vt:lpstr>
      <vt:lpstr>Algorithm(9/10)</vt:lpstr>
      <vt:lpstr>Algorithm(10/10)</vt:lpstr>
      <vt:lpstr>Results(1/2)</vt:lpstr>
      <vt:lpstr>Results(2/2)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Athena_Ho</dc:creator>
  <cp:lastModifiedBy>Athena_Ho</cp:lastModifiedBy>
  <cp:revision>15</cp:revision>
  <dcterms:created xsi:type="dcterms:W3CDTF">2015-01-28T07:03:47Z</dcterms:created>
  <dcterms:modified xsi:type="dcterms:W3CDTF">2015-01-28T09:30:44Z</dcterms:modified>
</cp:coreProperties>
</file>