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9" r:id="rId14"/>
    <p:sldId id="267" r:id="rId15"/>
    <p:sldId id="268" r:id="rId16"/>
    <p:sldId id="280" r:id="rId17"/>
    <p:sldId id="270" r:id="rId18"/>
    <p:sldId id="271" r:id="rId19"/>
    <p:sldId id="272" r:id="rId20"/>
    <p:sldId id="273" r:id="rId21"/>
    <p:sldId id="279" r:id="rId22"/>
    <p:sldId id="274" r:id="rId23"/>
    <p:sldId id="275" r:id="rId24"/>
    <p:sldId id="276" r:id="rId25"/>
    <p:sldId id="277" r:id="rId2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2" d="100"/>
          <a:sy n="72" d="100"/>
        </p:scale>
        <p:origin x="-259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5F44-F807-4518-89E2-C811281CE334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608013" y="1571631"/>
            <a:ext cx="7772400" cy="1470025"/>
          </a:xfrm>
          <a:prstGeom prst="rect">
            <a:avLst/>
          </a:prstGeom>
        </p:spPr>
        <p:txBody>
          <a:bodyPr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b="1" dirty="0"/>
              <a:t>Efficient </a:t>
            </a:r>
            <a:r>
              <a:rPr lang="en-US" altLang="zh-TW" b="1" dirty="0" smtClean="0"/>
              <a:t>Algorithms for the Flexible Longest Common Subsequence Problem</a:t>
            </a:r>
            <a:endParaRPr lang="zh-TW" altLang="en-US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3100" dirty="0" smtClean="0"/>
              <a:t>Yi-Pu </a:t>
            </a:r>
            <a:r>
              <a:rPr lang="en-US" altLang="zh-TW" sz="3100" dirty="0" err="1" smtClean="0"/>
              <a:t>Guo</a:t>
            </a:r>
            <a:r>
              <a:rPr lang="en-US" altLang="zh-TW" sz="3100" dirty="0" smtClean="0"/>
              <a:t> , Yung-</a:t>
            </a:r>
            <a:r>
              <a:rPr lang="en-US" altLang="zh-TW" sz="3100" dirty="0" err="1" smtClean="0"/>
              <a:t>Hsing</a:t>
            </a:r>
            <a:r>
              <a:rPr lang="en-US" altLang="zh-TW" sz="3100" dirty="0" smtClean="0"/>
              <a:t> Peng and Chang-</a:t>
            </a:r>
            <a:r>
              <a:rPr lang="en-US" altLang="zh-TW" sz="3100" dirty="0" err="1" smtClean="0"/>
              <a:t>Biau</a:t>
            </a:r>
            <a:r>
              <a:rPr lang="en-US" altLang="zh-TW" sz="3100" dirty="0" smtClean="0"/>
              <a:t> Yang</a:t>
            </a:r>
            <a:endParaRPr lang="en-US" altLang="zh-TW" sz="31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8016148"/>
              </p:ext>
            </p:extLst>
          </p:nvPr>
        </p:nvGraphicFramePr>
        <p:xfrm>
          <a:off x="2843217" y="3581403"/>
          <a:ext cx="3816351" cy="1540971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The 31</a:t>
                      </a:r>
                      <a:r>
                        <a:rPr lang="en-US" altLang="zh-TW" sz="1900" kern="1200" baseline="300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altLang="zh-TW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 Workshop on Combinatorial Mathematics and Computation Theory,</a:t>
                      </a:r>
                      <a:endParaRPr lang="en-US" sz="19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sz="15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pp. 1-8 (2014)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132144" y="5229230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2015/6/30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Given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two sequences, the traditional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longest common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subsequence (LCS) problem is to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obtain the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common subsequence with the maximum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number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of matches, without considering the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continuity of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the matched characters. However, in many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applications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, the matching results with higher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continuity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are more meaningful than the sparse </a:t>
            </a:r>
            <a:r>
              <a:rPr lang="en-US" altLang="zh-TW" dirty="0" err="1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ones,even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if the number of matched characters is a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little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lower. Accordingly, we define a new variant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of the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LCS problem, called the flexible longest </a:t>
            </a:r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common </a:t>
            </a:r>
            <a:r>
              <a:rPr lang="en-US" altLang="zh-TW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subsequence (FLCS) problem. 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In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paper, we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 a scoring function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estimate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continuity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 matching result between two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strings. We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the optimal solution of FLCS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be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determined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n denotes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longer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of the two input sequences.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results in this paper offer a new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tool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sequence analysis.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546" t="-2381" r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LCS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abcab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caacb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Subsequence : ab ac cab …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Common Subsequence : cab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acb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23389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FLCS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applebreadcookieorangepeach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orangemilkmeloncakebanana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 result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pp---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TW" dirty="0" smtClean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bre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dcoo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or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an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gepe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ch</a:t>
                </a:r>
                <a:endParaRPr lang="en-US" altLang="zh-TW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err="1" smtClean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ngemi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km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lonc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--b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an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an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TW" dirty="0" smtClean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an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smtClean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</a:t>
                </a:r>
                <a:endParaRPr lang="en-US" altLang="zh-TW" dirty="0" smtClean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=9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76035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FLCS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applebreadcookieorangepeach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orangemilkmeloncakebanana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 result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altLang="zh-TW" dirty="0" err="1" smtClean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pplebreadcookie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orange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-----------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ch</a:t>
                </a:r>
                <a:endParaRPr lang="en-US" altLang="zh-TW" dirty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----------------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orange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milkmeloncak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ban</a:t>
                </a:r>
                <a:r>
                  <a:rPr lang="en-US" altLang="zh-TW" dirty="0" err="1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na</a:t>
                </a:r>
                <a:endParaRPr lang="en-US" altLang="zh-TW" dirty="0" smtClean="0">
                  <a:solidFill>
                    <a:schemeClr val="tx1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----------------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orange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------------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---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--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=8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40692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FLCS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core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function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zh-TW" b="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alignment result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the segments in 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the set of matched segments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user-specified parameter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53641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FLCS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of the FLCS problem : </a:t>
                </a:r>
              </a:p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Given two sequences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scoring function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the continuity coefficient, to obtain the sequence P of matching pairs for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corresponds to a common subsequence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maximal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546" t="-2381" r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92708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Straightforward Dynamic Programming</a:t>
                </a:r>
              </a:p>
              <a:p>
                <a:pPr marL="0" indent="0" algn="just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with the Dominant Strategy</a:t>
                </a:r>
              </a:p>
              <a:p>
                <a:pPr algn="just"/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Algorithm with Dominance Prediction</a:t>
                </a:r>
              </a:p>
              <a:p>
                <a:pPr algn="just"/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-time Algorithm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48234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Straightforward Dynamic Programming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d>
                                <m:dPr>
                                  <m:begChr m:val="{"/>
                                  <m:endChr m:val="|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p>
                                  </m:s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𝑎𝑛𝑑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..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..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}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98436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Straightforward Dynamic Programming</a:t>
            </a:r>
            <a:endParaRPr lang="zh-TW" altLang="en-US" sz="3600" dirty="0"/>
          </a:p>
        </p:txBody>
      </p:sp>
      <p:graphicFrame>
        <p:nvGraphicFramePr>
          <p:cNvPr id="6" name="內容版面配置區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29136351"/>
              </p:ext>
            </p:extLst>
          </p:nvPr>
        </p:nvGraphicFramePr>
        <p:xfrm>
          <a:off x="1171575" y="2520950"/>
          <a:ext cx="6760024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003"/>
                <a:gridCol w="845003"/>
                <a:gridCol w="845003"/>
                <a:gridCol w="845003"/>
                <a:gridCol w="845003"/>
                <a:gridCol w="845003"/>
                <a:gridCol w="845003"/>
                <a:gridCol w="845003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17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690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the Dominant Strategy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To reduce the time spent on checking the length, the concept of </a:t>
                </a:r>
                <a:r>
                  <a:rPr lang="en-US" altLang="zh-TW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dominant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applied.</a:t>
                </a: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records its score.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records the length of the last matched segment ending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lattice cell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denote the dominant list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t="-1961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93538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the Dominant Strategy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sz="2400" dirty="0" smtClean="0"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dominates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No matter how these two solutions are extended, the extended solution of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will not be worse than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t="-1821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21653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the Dominant Strategy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𝐸𝑋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extends each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as follows.</a:t>
                </a: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𝐸𝑋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𝐸𝑋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extends each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follows.</a:t>
                </a: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𝐸𝑋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70356805"/>
              </p:ext>
            </p:extLst>
          </p:nvPr>
        </p:nvGraphicFramePr>
        <p:xfrm>
          <a:off x="6591300" y="5448300"/>
          <a:ext cx="1809750" cy="8623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4875"/>
                <a:gridCol w="904875"/>
              </a:tblGrid>
              <a:tr h="43116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31165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7239000" y="5715000"/>
            <a:ext cx="504825" cy="314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7191375" y="6176963"/>
            <a:ext cx="5143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7991475" y="5638800"/>
            <a:ext cx="9525" cy="3905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0114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46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the Dominant Strategy</a:t>
            </a:r>
            <a:endParaRPr lang="zh-TW" altLang="en-US" sz="32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1691712"/>
            <a:ext cx="7886700" cy="26595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文字方塊 5"/>
              <p:cNvSpPr txBox="1"/>
              <p:nvPr/>
            </p:nvSpPr>
            <p:spPr>
              <a:xfrm>
                <a:off x="628650" y="4596411"/>
                <a:ext cx="7886700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𝐷𝑂𝑀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removes all dominated solutions in the given list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bounded by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func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maximal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assumed to be bounded by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596411"/>
                <a:ext cx="7886700" cy="1230080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1159" t="-3960" b="-79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23168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037702497"/>
              </p:ext>
            </p:extLst>
          </p:nvPr>
        </p:nvGraphicFramePr>
        <p:xfrm>
          <a:off x="1171575" y="2520950"/>
          <a:ext cx="6760024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003"/>
                <a:gridCol w="845003"/>
                <a:gridCol w="845003"/>
                <a:gridCol w="845003"/>
                <a:gridCol w="845003"/>
                <a:gridCol w="845003"/>
                <a:gridCol w="845003"/>
                <a:gridCol w="845003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(0,0)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(1,1)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(1,1)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(1,1)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(4,2)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(4,0)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(4,0)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(4,2)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(4,0)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(9,3)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(9,0)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(9,0)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(2,1)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(4,0)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(9,0)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(16,4)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(16,0)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(2,1)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(4,0)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(9,0)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(16,0)</a:t>
                      </a:r>
                    </a:p>
                    <a:p>
                      <a:r>
                        <a:rPr lang="en-US" altLang="zh-TW" dirty="0" smtClean="0"/>
                        <a:t>(10,1)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(16,0)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(1,1)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(2,0)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(4,2)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(9,0)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(16,0)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(17,1)</a:t>
                      </a:r>
                    </a:p>
                    <a:p>
                      <a:r>
                        <a:rPr lang="en-US" altLang="zh-TW" dirty="0" smtClean="0"/>
                        <a:t>(13,2)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628650" y="374651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the Dominant Strategy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29199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the next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extensions with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two solutions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can compute the intersection point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en-US" altLang="zh-TW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t="-1961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3563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intersection point can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calculated by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 :</a:t>
                </a: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2(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nonnegative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meaningful. If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negative, means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cannot dominate each other in the future.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t="-1961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84087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en-US" altLang="zh-TW" sz="24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(survival time)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alive from time 0 (now) to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will be expired on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marked as time 0.</a:t>
                </a: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order the dominant list decreasingly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first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denoted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denote its survival time.</a:t>
                </a: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88885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extending functions with survival time are denoted as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𝐸𝑋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𝐸𝑋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𝐸𝑋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b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𝐸𝑋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,0,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e>
                      </m:d>
                    </m:oMath>
                  </m:oMathPara>
                </a14:m>
                <a:endParaRPr lang="en-US" altLang="zh-TW" sz="24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t="-1961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00753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construct the dominant list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extended solutions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the solution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with the </a:t>
                </a:r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highest score would dominate all other solutions, 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can also be constructed by extending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removed expired solutions, and insert the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(extended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Check all existing solutions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would be update by intersecting </a:t>
                </a:r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if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would be update by intersecting</a:t>
                </a: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t="-2521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63353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would be update by intersecting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all existing solutions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For some solutions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′≥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is dominated by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should be removed.</a:t>
                </a: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After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intersections, put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on top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4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zh-TW" sz="24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altLang="zh-TW" sz="24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1159" t="-1961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11525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3050" y="1426473"/>
            <a:ext cx="60579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890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33537" y="1843881"/>
            <a:ext cx="5876925" cy="4314825"/>
          </a:xfrm>
          <a:prstGeom prst="rect">
            <a:avLst/>
          </a:prstGeom>
        </p:spPr>
      </p:pic>
      <p:sp>
        <p:nvSpPr>
          <p:cNvPr id="5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194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with Dominance Prediction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內容版面配置區 17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2150594"/>
            <a:ext cx="7886700" cy="370140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707026" y="3509319"/>
            <a:ext cx="1556951" cy="6301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9547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</TotalTime>
  <Words>425</Words>
  <Application>Microsoft Office PowerPoint</Application>
  <PresentationFormat>如螢幕大小 (4:3)</PresentationFormat>
  <Paragraphs>171</Paragraphs>
  <Slides>25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6" baseType="lpstr">
      <vt:lpstr>Office 佈景主題</vt:lpstr>
      <vt:lpstr>投影片 1</vt:lpstr>
      <vt:lpstr>Abstract</vt:lpstr>
      <vt:lpstr>Abstract</vt:lpstr>
      <vt:lpstr>The LCS Problem</vt:lpstr>
      <vt:lpstr>The FLCS Problem</vt:lpstr>
      <vt:lpstr>The FLCS Problem</vt:lpstr>
      <vt:lpstr>The FLCS Problem</vt:lpstr>
      <vt:lpstr>The FLCS Problem</vt:lpstr>
      <vt:lpstr>Method</vt:lpstr>
      <vt:lpstr>Straightforward Dynamic Programming</vt:lpstr>
      <vt:lpstr>Straightforward Dynamic Programming</vt:lpstr>
      <vt:lpstr>The Algorithm with the Dominant Strategy</vt:lpstr>
      <vt:lpstr>The Algorithm with the Dominant Strategy</vt:lpstr>
      <vt:lpstr>The Algorithm with the Dominant Strategy</vt:lpstr>
      <vt:lpstr>The Algorithm with the Dominant Strategy</vt:lpstr>
      <vt:lpstr>The Algorithm with the Dominant Strategy</vt:lpstr>
      <vt:lpstr>The Algorithm with Dominance Prediction</vt:lpstr>
      <vt:lpstr>The Algorithm with Dominance Prediction</vt:lpstr>
      <vt:lpstr>The Algorithm with Dominance Prediction</vt:lpstr>
      <vt:lpstr>The Algorithm with Dominance Prediction</vt:lpstr>
      <vt:lpstr>The Algorithm with Dominance Prediction</vt:lpstr>
      <vt:lpstr>The Algorithm with Dominance Prediction</vt:lpstr>
      <vt:lpstr>The Algorithm with Dominance Prediction</vt:lpstr>
      <vt:lpstr>The Algorithm with Dominance Prediction</vt:lpstr>
      <vt:lpstr>The Algorithm with Dominance Prediction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cse</cp:lastModifiedBy>
  <cp:revision>48</cp:revision>
  <dcterms:created xsi:type="dcterms:W3CDTF">2015-06-30T03:57:49Z</dcterms:created>
  <dcterms:modified xsi:type="dcterms:W3CDTF">2015-06-30T12:16:49Z</dcterms:modified>
</cp:coreProperties>
</file>