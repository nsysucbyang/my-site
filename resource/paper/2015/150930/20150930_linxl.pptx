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3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2.xml" ContentType="application/vnd.openxmlformats-officedocument.drawingml.diagramData+xml"/>
  <Override PartName="/ppt/diagrams/data4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19"/>
  </p:notesMasterIdLst>
  <p:sldIdLst>
    <p:sldId id="257" r:id="rId2"/>
    <p:sldId id="258" r:id="rId3"/>
    <p:sldId id="259" r:id="rId4"/>
    <p:sldId id="271" r:id="rId5"/>
    <p:sldId id="272" r:id="rId6"/>
    <p:sldId id="273" r:id="rId7"/>
    <p:sldId id="274" r:id="rId8"/>
    <p:sldId id="278" r:id="rId9"/>
    <p:sldId id="275" r:id="rId10"/>
    <p:sldId id="277" r:id="rId11"/>
    <p:sldId id="283" r:id="rId12"/>
    <p:sldId id="284" r:id="rId13"/>
    <p:sldId id="285" r:id="rId14"/>
    <p:sldId id="276" r:id="rId15"/>
    <p:sldId id="282" r:id="rId16"/>
    <p:sldId id="280" r:id="rId17"/>
    <p:sldId id="281" r:id="rId1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1038" y="72"/>
      </p:cViewPr>
      <p:guideLst>
        <p:guide orient="horz" pos="2160"/>
        <p:guide pos="2880"/>
      </p:guideLst>
    </p:cSldViewPr>
  </p:slideViewPr>
  <p:notesTextViewPr>
    <p:cViewPr>
      <p:scale>
        <a:sx n="50" d="100"/>
        <a:sy n="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image" Target="../media/image100.png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image" Target="../media/image1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5BC8E9-C690-4AC1-A281-862D96C64CFC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CED191CF-D9A6-428A-9281-50B327FDFC4E}">
      <dgm:prSet phldrT="[文字]"/>
      <dgm:spPr>
        <a:solidFill>
          <a:schemeClr val="accent2"/>
        </a:solidFill>
      </dgm:spPr>
      <dgm:t>
        <a:bodyPr/>
        <a:lstStyle/>
        <a:p>
          <a:r>
            <a:rPr lang="en-US" altLang="zh-TW" dirty="0" smtClean="0"/>
            <a:t>breakpoints</a:t>
          </a:r>
          <a:endParaRPr lang="zh-TW" altLang="en-US" dirty="0"/>
        </a:p>
      </dgm:t>
    </dgm:pt>
    <dgm:pt modelId="{D167A322-8E7A-4926-AFFE-388D394ED248}" type="parTrans" cxnId="{C438E406-2885-40FA-A1D6-3FBBEE3ADC21}">
      <dgm:prSet/>
      <dgm:spPr/>
      <dgm:t>
        <a:bodyPr/>
        <a:lstStyle/>
        <a:p>
          <a:endParaRPr lang="zh-TW" altLang="en-US"/>
        </a:p>
      </dgm:t>
    </dgm:pt>
    <dgm:pt modelId="{6AED5C5B-508F-4388-A58A-8C683301F2EF}" type="sibTrans" cxnId="{C438E406-2885-40FA-A1D6-3FBBEE3ADC21}">
      <dgm:prSet/>
      <dgm:spPr/>
      <dgm:t>
        <a:bodyPr/>
        <a:lstStyle/>
        <a:p>
          <a:endParaRPr lang="zh-TW" alt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E07D0D9E-5BA8-4258-B3A0-E2CA10C35E4E}">
          <dgm:prSet phldrT="[文字]"/>
          <dgm:spPr/>
          <dgm:t>
            <a:bodyPr/>
            <a:lstStyle/>
            <a:p>
              <a:r>
                <a:rPr lang="en-US" altLang="en-US" dirty="0" smtClean="0"/>
                <a:t>A pair of adjacent positions (i, i+ 1) such that </a:t>
              </a:r>
              <a14:m>
                <m:oMath xmlns:m="http://schemas.openxmlformats.org/officeDocument/2006/math">
                  <m:r>
                    <a:rPr lang="en-US" altLang="en-US" b="0" i="1" smtClean="0">
                      <a:latin typeface="Cambria Math"/>
                    </a:rPr>
                    <m:t>|</m:t>
                  </m:r>
                </m:oMath>
              </a14:m>
              <a:r>
                <a:rPr lang="el-GR" b="0" i="0" dirty="0" smtClean="0"/>
                <a:t>π</a:t>
              </a:r>
              <a:r>
                <a:rPr lang="en-US" b="0" i="0" baseline="-25000" dirty="0" smtClean="0"/>
                <a:t>i+1</a:t>
              </a:r>
              <a:r>
                <a:rPr lang="en-US" b="0" i="0" dirty="0" smtClean="0"/>
                <a:t>-</a:t>
              </a:r>
              <a:r>
                <a:rPr lang="el-GR" b="0" i="0" dirty="0" smtClean="0"/>
                <a:t>π</a:t>
              </a:r>
              <a:r>
                <a:rPr lang="en-US" b="0" i="0" baseline="-25000" dirty="0" smtClean="0"/>
                <a:t>i</a:t>
              </a:r>
              <a14:m>
                <m:oMath xmlns:m="http://schemas.openxmlformats.org/officeDocument/2006/math">
                  <m:r>
                    <a:rPr lang="en-US" altLang="en-US" b="0" i="0" baseline="-25000" smtClean="0">
                      <a:latin typeface="Cambria Math"/>
                    </a:rPr>
                    <m:t> </m:t>
                  </m:r>
                  <m:r>
                    <a:rPr lang="en-US" altLang="en-US" b="0" i="1" smtClean="0">
                      <a:latin typeface="Cambria Math"/>
                    </a:rPr>
                    <m:t>|</m:t>
                  </m:r>
                  <m:r>
                    <a:rPr lang="en-US" altLang="en-US" b="0" i="1" smtClean="0">
                      <a:latin typeface="Cambria Math"/>
                      <a:ea typeface="Cambria Math"/>
                    </a:rPr>
                    <m:t>≠</m:t>
                  </m:r>
                </m:oMath>
              </a14:m>
              <a:r>
                <a:rPr lang="en-US" altLang="en-US" dirty="0" smtClean="0"/>
                <a:t>1 </a:t>
              </a:r>
              <a:endParaRPr lang="zh-TW" altLang="en-US" dirty="0"/>
            </a:p>
          </dgm:t>
        </dgm:pt>
      </mc:Choice>
      <mc:Fallback xmlns="">
        <dgm:pt modelId="{E07D0D9E-5BA8-4258-B3A0-E2CA10C35E4E}">
          <dgm:prSet phldrT="[文字]"/>
          <dgm:spPr/>
          <dgm:t>
            <a:bodyPr/>
            <a:lstStyle/>
            <a:p>
              <a:r>
                <a:rPr lang="en-US" altLang="en-US" dirty="0" smtClean="0"/>
                <a:t>A </a:t>
              </a:r>
              <a:r>
                <a:rPr lang="en-US" altLang="en-US" dirty="0" smtClean="0"/>
                <a:t>pair of adjacent positions (i, i+ 1) such that </a:t>
              </a:r>
              <a:r>
                <a:rPr lang="en-US" altLang="en-US" b="0" i="0" smtClean="0">
                  <a:latin typeface="Cambria Math"/>
                </a:rPr>
                <a:t>|</a:t>
              </a:r>
              <a:r>
                <a:rPr lang="el-GR" b="0" i="0" dirty="0" smtClean="0"/>
                <a:t>π</a:t>
              </a:r>
              <a:r>
                <a:rPr lang="en-US" b="0" i="0" baseline="-25000" dirty="0" smtClean="0"/>
                <a:t>i+1</a:t>
              </a:r>
              <a:r>
                <a:rPr lang="en-US" b="0" i="0" dirty="0" smtClean="0"/>
                <a:t>-</a:t>
              </a:r>
              <a:r>
                <a:rPr lang="el-GR" b="0" i="0" dirty="0" smtClean="0"/>
                <a:t>π</a:t>
              </a:r>
              <a:r>
                <a:rPr lang="en-US" b="0" i="0" baseline="-25000" dirty="0" smtClean="0"/>
                <a:t>i</a:t>
              </a:r>
              <a:r>
                <a:rPr lang="en-US" altLang="en-US" b="0" i="0" baseline="-25000" smtClean="0">
                  <a:latin typeface="Cambria Math"/>
                </a:rPr>
                <a:t> </a:t>
              </a:r>
              <a:r>
                <a:rPr lang="en-US" altLang="en-US" b="0" i="0" smtClean="0">
                  <a:latin typeface="Cambria Math"/>
                </a:rPr>
                <a:t>|</a:t>
              </a:r>
              <a:r>
                <a:rPr lang="en-US" altLang="en-US" b="0" i="0" smtClean="0">
                  <a:latin typeface="Cambria Math"/>
                  <a:ea typeface="Cambria Math"/>
                </a:rPr>
                <a:t>≠</a:t>
              </a:r>
              <a:r>
                <a:rPr lang="en-US" altLang="en-US" dirty="0" smtClean="0"/>
                <a:t>1 </a:t>
              </a:r>
              <a:endParaRPr lang="zh-TW" altLang="en-US" dirty="0"/>
            </a:p>
          </dgm:t>
        </dgm:pt>
      </mc:Fallback>
    </mc:AlternateContent>
    <dgm:pt modelId="{10615D57-1B3B-4926-BCDF-2305FFB1C518}" type="parTrans" cxnId="{09CD6547-8785-432B-8202-96126DE5BC45}">
      <dgm:prSet/>
      <dgm:spPr/>
      <dgm:t>
        <a:bodyPr/>
        <a:lstStyle/>
        <a:p>
          <a:endParaRPr lang="zh-TW" altLang="en-US"/>
        </a:p>
      </dgm:t>
    </dgm:pt>
    <dgm:pt modelId="{F8FE1888-841E-499A-A603-05296F742CC8}" type="sibTrans" cxnId="{09CD6547-8785-432B-8202-96126DE5BC45}">
      <dgm:prSet/>
      <dgm:spPr/>
      <dgm:t>
        <a:bodyPr/>
        <a:lstStyle/>
        <a:p>
          <a:endParaRPr lang="zh-TW" altLang="en-US"/>
        </a:p>
      </dgm:t>
    </dgm:pt>
    <dgm:pt modelId="{CA187930-3BD8-4271-AA82-A59EAD8D74B9}">
      <dgm:prSet phldrT="[文字]"/>
      <dgm:spPr>
        <a:solidFill>
          <a:schemeClr val="accent2"/>
        </a:solidFill>
      </dgm:spPr>
      <dgm:t>
        <a:bodyPr/>
        <a:lstStyle/>
        <a:p>
          <a:r>
            <a:rPr lang="en-US" altLang="zh-TW" dirty="0" smtClean="0"/>
            <a:t>adjacent</a:t>
          </a:r>
          <a:endParaRPr lang="zh-TW" altLang="en-US" dirty="0"/>
        </a:p>
      </dgm:t>
    </dgm:pt>
    <dgm:pt modelId="{55549C05-F047-4206-93E2-BFBC7FB13C44}" type="parTrans" cxnId="{8DC1C4DE-B4E4-4BD4-AEA8-0B5CF8B0559C}">
      <dgm:prSet/>
      <dgm:spPr/>
      <dgm:t>
        <a:bodyPr/>
        <a:lstStyle/>
        <a:p>
          <a:endParaRPr lang="zh-TW" altLang="en-US"/>
        </a:p>
      </dgm:t>
    </dgm:pt>
    <dgm:pt modelId="{2A60850D-E0EC-49C8-9CC1-AD2E6535D61D}" type="sibTrans" cxnId="{8DC1C4DE-B4E4-4BD4-AEA8-0B5CF8B0559C}">
      <dgm:prSet/>
      <dgm:spPr/>
      <dgm:t>
        <a:bodyPr/>
        <a:lstStyle/>
        <a:p>
          <a:endParaRPr lang="zh-TW" alt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246B19E8-43D3-492B-8C84-EFD0B243ADDD}">
          <dgm:prSet phldrT="[文字]"/>
          <dgm:spPr/>
          <dgm:t>
            <a:bodyPr/>
            <a:lstStyle/>
            <a:p>
              <a:r>
                <a:rPr lang="en-US" altLang="en-US" dirty="0" smtClean="0"/>
                <a:t>A pair of adjacent positions (i, i+ 1) such that </a:t>
              </a:r>
              <a14:m>
                <m:oMath xmlns:m="http://schemas.openxmlformats.org/officeDocument/2006/math">
                  <m:r>
                    <a:rPr lang="en-US" altLang="en-US" b="0" i="1" smtClean="0">
                      <a:latin typeface="Cambria Math"/>
                    </a:rPr>
                    <m:t>|</m:t>
                  </m:r>
                </m:oMath>
              </a14:m>
              <a:r>
                <a:rPr lang="el-GR" b="0" i="0" dirty="0" smtClean="0"/>
                <a:t>π</a:t>
              </a:r>
              <a:r>
                <a:rPr lang="en-US" b="0" i="0" baseline="-25000" dirty="0" smtClean="0"/>
                <a:t>i+1</a:t>
              </a:r>
              <a:r>
                <a:rPr lang="en-US" b="0" i="0" dirty="0" smtClean="0"/>
                <a:t>-</a:t>
              </a:r>
              <a:r>
                <a:rPr lang="el-GR" b="0" i="0" dirty="0" smtClean="0"/>
                <a:t>π</a:t>
              </a:r>
              <a:r>
                <a:rPr lang="en-US" b="0" i="0" baseline="-25000" dirty="0" smtClean="0"/>
                <a:t>i</a:t>
              </a:r>
              <a14:m>
                <m:oMath xmlns:m="http://schemas.openxmlformats.org/officeDocument/2006/math">
                  <m:r>
                    <a:rPr lang="en-US" altLang="en-US" b="0" i="0" baseline="-25000" smtClean="0">
                      <a:latin typeface="Cambria Math"/>
                    </a:rPr>
                    <m:t> </m:t>
                  </m:r>
                  <m:r>
                    <a:rPr lang="en-US" altLang="en-US" b="0" i="1" smtClean="0">
                      <a:latin typeface="Cambria Math"/>
                    </a:rPr>
                    <m:t>|=</m:t>
                  </m:r>
                </m:oMath>
              </a14:m>
              <a:r>
                <a:rPr lang="en-US" altLang="en-US" dirty="0" smtClean="0"/>
                <a:t>1 </a:t>
              </a:r>
              <a:endParaRPr lang="zh-TW" altLang="en-US" dirty="0"/>
            </a:p>
          </dgm:t>
        </dgm:pt>
      </mc:Choice>
      <mc:Fallback xmlns="">
        <dgm:pt modelId="{246B19E8-43D3-492B-8C84-EFD0B243ADDD}">
          <dgm:prSet phldrT="[文字]"/>
          <dgm:spPr/>
          <dgm:t>
            <a:bodyPr/>
            <a:lstStyle/>
            <a:p>
              <a:r>
                <a:rPr lang="en-US" altLang="en-US" dirty="0" smtClean="0"/>
                <a:t>A pair of adjacent positions (i, i+ 1) such that </a:t>
              </a:r>
              <a:r>
                <a:rPr lang="en-US" altLang="en-US" b="0" i="0" smtClean="0">
                  <a:latin typeface="Cambria Math"/>
                </a:rPr>
                <a:t>|</a:t>
              </a:r>
              <a:r>
                <a:rPr lang="el-GR" b="0" i="0" dirty="0" smtClean="0"/>
                <a:t>π</a:t>
              </a:r>
              <a:r>
                <a:rPr lang="en-US" b="0" i="0" baseline="-25000" dirty="0" smtClean="0"/>
                <a:t>i+1</a:t>
              </a:r>
              <a:r>
                <a:rPr lang="en-US" b="0" i="0" dirty="0" smtClean="0"/>
                <a:t>-</a:t>
              </a:r>
              <a:r>
                <a:rPr lang="el-GR" b="0" i="0" dirty="0" smtClean="0"/>
                <a:t>π</a:t>
              </a:r>
              <a:r>
                <a:rPr lang="en-US" b="0" i="0" baseline="-25000" dirty="0" smtClean="0"/>
                <a:t>i</a:t>
              </a:r>
              <a:r>
                <a:rPr lang="en-US" altLang="en-US" b="0" i="0" baseline="-25000" smtClean="0">
                  <a:latin typeface="Cambria Math"/>
                </a:rPr>
                <a:t> </a:t>
              </a:r>
              <a:r>
                <a:rPr lang="en-US" altLang="en-US" b="0" i="0" smtClean="0">
                  <a:latin typeface="Cambria Math"/>
                </a:rPr>
                <a:t>|</a:t>
              </a:r>
              <a:r>
                <a:rPr lang="en-US" altLang="en-US" b="0" i="0" smtClean="0">
                  <a:latin typeface="Cambria Math"/>
                </a:rPr>
                <a:t>=</a:t>
              </a:r>
              <a:r>
                <a:rPr lang="en-US" altLang="en-US" dirty="0" smtClean="0"/>
                <a:t>1 </a:t>
              </a:r>
              <a:endParaRPr lang="zh-TW" altLang="en-US" dirty="0"/>
            </a:p>
          </dgm:t>
        </dgm:pt>
      </mc:Fallback>
    </mc:AlternateContent>
    <dgm:pt modelId="{D4F7F3F9-A648-4C22-B220-50ADC834DE73}" type="parTrans" cxnId="{E93647C9-CDE0-4356-A065-BBAB8E3BD5AA}">
      <dgm:prSet/>
      <dgm:spPr/>
      <dgm:t>
        <a:bodyPr/>
        <a:lstStyle/>
        <a:p>
          <a:endParaRPr lang="zh-TW" altLang="en-US"/>
        </a:p>
      </dgm:t>
    </dgm:pt>
    <dgm:pt modelId="{4E1523EA-EBB5-4FEB-AB8D-CAE582DE6470}" type="sibTrans" cxnId="{E93647C9-CDE0-4356-A065-BBAB8E3BD5AA}">
      <dgm:prSet/>
      <dgm:spPr/>
      <dgm:t>
        <a:bodyPr/>
        <a:lstStyle/>
        <a:p>
          <a:endParaRPr lang="zh-TW" altLang="en-US"/>
        </a:p>
      </dgm:t>
    </dgm:pt>
    <dgm:pt modelId="{AADCAEA3-F483-43AB-84A2-7760BEFF71AD}">
      <dgm:prSet phldrT="[文字]"/>
      <dgm:spPr/>
      <dgm:t>
        <a:bodyPr/>
        <a:lstStyle/>
        <a:p>
          <a:r>
            <a:rPr lang="en-US" altLang="zh-TW" dirty="0" smtClean="0"/>
            <a:t>strip</a:t>
          </a:r>
          <a:endParaRPr lang="zh-TW" altLang="en-US" dirty="0"/>
        </a:p>
      </dgm:t>
    </dgm:pt>
    <dgm:pt modelId="{021F8729-E31D-47B8-99AC-C644698F9CA5}" type="parTrans" cxnId="{827568AE-0213-48EF-9951-7BB357484657}">
      <dgm:prSet/>
      <dgm:spPr/>
      <dgm:t>
        <a:bodyPr/>
        <a:lstStyle/>
        <a:p>
          <a:endParaRPr lang="zh-TW" altLang="en-US"/>
        </a:p>
      </dgm:t>
    </dgm:pt>
    <dgm:pt modelId="{D0E87326-0752-464B-B26E-801049263EAD}" type="sibTrans" cxnId="{827568AE-0213-48EF-9951-7BB357484657}">
      <dgm:prSet/>
      <dgm:spPr/>
      <dgm:t>
        <a:bodyPr/>
        <a:lstStyle/>
        <a:p>
          <a:endParaRPr lang="zh-TW" altLang="en-US"/>
        </a:p>
      </dgm:t>
    </dgm:pt>
    <dgm:pt modelId="{210BBA3D-3935-42C4-8155-157785F9E2D4}">
      <dgm:prSet phldrT="[文字]"/>
      <dgm:spPr/>
      <dgm:t>
        <a:bodyPr/>
        <a:lstStyle/>
        <a:p>
          <a:r>
            <a:rPr lang="en-US" altLang="en-US" dirty="0" smtClean="0"/>
            <a:t>an interval [i, j] such that (i - 1, i) and (j, j + 1) are </a:t>
          </a:r>
          <a:r>
            <a:rPr lang="en-US" altLang="en-US" dirty="0" err="1" smtClean="0"/>
            <a:t>breakpoints,and</a:t>
          </a:r>
          <a:r>
            <a:rPr lang="en-US" altLang="en-US" dirty="0" smtClean="0"/>
            <a:t> no breakpoint lies between them. </a:t>
          </a:r>
          <a:endParaRPr lang="zh-TW" altLang="en-US" dirty="0"/>
        </a:p>
      </dgm:t>
    </dgm:pt>
    <dgm:pt modelId="{755EF582-74E9-4814-9E36-27714614296D}" type="parTrans" cxnId="{205CC434-94B1-4E40-9244-29E2FFFFE6A0}">
      <dgm:prSet/>
      <dgm:spPr/>
      <dgm:t>
        <a:bodyPr/>
        <a:lstStyle/>
        <a:p>
          <a:endParaRPr lang="zh-TW" altLang="en-US"/>
        </a:p>
      </dgm:t>
    </dgm:pt>
    <dgm:pt modelId="{6DCD2968-80F5-4506-B7BE-4E240A2398B9}" type="sibTrans" cxnId="{205CC434-94B1-4E40-9244-29E2FFFFE6A0}">
      <dgm:prSet/>
      <dgm:spPr/>
      <dgm:t>
        <a:bodyPr/>
        <a:lstStyle/>
        <a:p>
          <a:endParaRPr lang="zh-TW" altLang="en-US"/>
        </a:p>
      </dgm:t>
    </dgm:pt>
    <dgm:pt modelId="{C44F259E-7DE5-4F28-836B-ADBF5AF214C7}" type="pres">
      <dgm:prSet presAssocID="{695BC8E9-C690-4AC1-A281-862D96C64CFC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TW" altLang="en-US"/>
        </a:p>
      </dgm:t>
    </dgm:pt>
    <dgm:pt modelId="{C8CDDA97-4910-4D7C-ABCE-BCEBDFF75506}" type="pres">
      <dgm:prSet presAssocID="{CED191CF-D9A6-428A-9281-50B327FDFC4E}" presName="linNode" presStyleCnt="0"/>
      <dgm:spPr/>
    </dgm:pt>
    <dgm:pt modelId="{C22B5191-F4A9-4DBC-814E-1FE3CE7F14F2}" type="pres">
      <dgm:prSet presAssocID="{CED191CF-D9A6-428A-9281-50B327FDFC4E}" presName="parentText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BA04968A-D80C-48A0-B5A0-978970A8F8D7}" type="pres">
      <dgm:prSet presAssocID="{CED191CF-D9A6-428A-9281-50B327FDFC4E}" presName="descendantText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8238098F-4460-43FB-82E3-BD3BEA6C5EE5}" type="pres">
      <dgm:prSet presAssocID="{6AED5C5B-508F-4388-A58A-8C683301F2EF}" presName="sp" presStyleCnt="0"/>
      <dgm:spPr/>
    </dgm:pt>
    <dgm:pt modelId="{930C6C20-73C3-437C-AFCA-1FDB364A7F6E}" type="pres">
      <dgm:prSet presAssocID="{CA187930-3BD8-4271-AA82-A59EAD8D74B9}" presName="linNode" presStyleCnt="0"/>
      <dgm:spPr/>
    </dgm:pt>
    <dgm:pt modelId="{76478142-14A5-40FB-A3AF-9A38EA90FBBA}" type="pres">
      <dgm:prSet presAssocID="{CA187930-3BD8-4271-AA82-A59EAD8D74B9}" presName="parentText" presStyleLbl="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5C924F87-2602-4112-9C49-47C425C34690}" type="pres">
      <dgm:prSet presAssocID="{CA187930-3BD8-4271-AA82-A59EAD8D74B9}" presName="descendantText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6104B2B8-92F8-4302-8BE4-67DC090B333A}" type="pres">
      <dgm:prSet presAssocID="{2A60850D-E0EC-49C8-9CC1-AD2E6535D61D}" presName="sp" presStyleCnt="0"/>
      <dgm:spPr/>
    </dgm:pt>
    <dgm:pt modelId="{DC34AFFF-6407-425C-971C-1C864DF50146}" type="pres">
      <dgm:prSet presAssocID="{AADCAEA3-F483-43AB-84A2-7760BEFF71AD}" presName="linNode" presStyleCnt="0"/>
      <dgm:spPr/>
    </dgm:pt>
    <dgm:pt modelId="{725832D5-5F07-48A0-A042-6EB7ED101C88}" type="pres">
      <dgm:prSet presAssocID="{AADCAEA3-F483-43AB-84A2-7760BEFF71AD}" presName="parentText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4F9AF244-B693-4B57-B55F-555F14BCD88E}" type="pres">
      <dgm:prSet presAssocID="{AADCAEA3-F483-43AB-84A2-7760BEFF71AD}" presName="descendantText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14B1A4A8-0860-4798-8319-27FE5E814BDF}" type="presOf" srcId="{CED191CF-D9A6-428A-9281-50B327FDFC4E}" destId="{C22B5191-F4A9-4DBC-814E-1FE3CE7F14F2}" srcOrd="0" destOrd="0" presId="urn:microsoft.com/office/officeart/2005/8/layout/vList5"/>
    <dgm:cxn modelId="{E93647C9-CDE0-4356-A065-BBAB8E3BD5AA}" srcId="{CA187930-3BD8-4271-AA82-A59EAD8D74B9}" destId="{246B19E8-43D3-492B-8C84-EFD0B243ADDD}" srcOrd="0" destOrd="0" parTransId="{D4F7F3F9-A648-4C22-B220-50ADC834DE73}" sibTransId="{4E1523EA-EBB5-4FEB-AB8D-CAE582DE6470}"/>
    <dgm:cxn modelId="{33845F77-E17E-4CD4-9B6A-F7CA89D16041}" type="presOf" srcId="{E07D0D9E-5BA8-4258-B3A0-E2CA10C35E4E}" destId="{BA04968A-D80C-48A0-B5A0-978970A8F8D7}" srcOrd="0" destOrd="0" presId="urn:microsoft.com/office/officeart/2005/8/layout/vList5"/>
    <dgm:cxn modelId="{8F55E770-48FE-46F7-A942-7BE62665D449}" type="presOf" srcId="{CA187930-3BD8-4271-AA82-A59EAD8D74B9}" destId="{76478142-14A5-40FB-A3AF-9A38EA90FBBA}" srcOrd="0" destOrd="0" presId="urn:microsoft.com/office/officeart/2005/8/layout/vList5"/>
    <dgm:cxn modelId="{C438E406-2885-40FA-A1D6-3FBBEE3ADC21}" srcId="{695BC8E9-C690-4AC1-A281-862D96C64CFC}" destId="{CED191CF-D9A6-428A-9281-50B327FDFC4E}" srcOrd="0" destOrd="0" parTransId="{D167A322-8E7A-4926-AFFE-388D394ED248}" sibTransId="{6AED5C5B-508F-4388-A58A-8C683301F2EF}"/>
    <dgm:cxn modelId="{B6A1EADA-3CD4-4C50-99B0-E05DDDD336C2}" type="presOf" srcId="{AADCAEA3-F483-43AB-84A2-7760BEFF71AD}" destId="{725832D5-5F07-48A0-A042-6EB7ED101C88}" srcOrd="0" destOrd="0" presId="urn:microsoft.com/office/officeart/2005/8/layout/vList5"/>
    <dgm:cxn modelId="{8ACF39E7-CE95-4EA6-A82E-096ABCC83B0C}" type="presOf" srcId="{210BBA3D-3935-42C4-8155-157785F9E2D4}" destId="{4F9AF244-B693-4B57-B55F-555F14BCD88E}" srcOrd="0" destOrd="0" presId="urn:microsoft.com/office/officeart/2005/8/layout/vList5"/>
    <dgm:cxn modelId="{33B8F90C-6508-4849-8DB9-1F48EA9E9B61}" type="presOf" srcId="{246B19E8-43D3-492B-8C84-EFD0B243ADDD}" destId="{5C924F87-2602-4112-9C49-47C425C34690}" srcOrd="0" destOrd="0" presId="urn:microsoft.com/office/officeart/2005/8/layout/vList5"/>
    <dgm:cxn modelId="{09CD6547-8785-432B-8202-96126DE5BC45}" srcId="{CED191CF-D9A6-428A-9281-50B327FDFC4E}" destId="{E07D0D9E-5BA8-4258-B3A0-E2CA10C35E4E}" srcOrd="0" destOrd="0" parTransId="{10615D57-1B3B-4926-BCDF-2305FFB1C518}" sibTransId="{F8FE1888-841E-499A-A603-05296F742CC8}"/>
    <dgm:cxn modelId="{5C7FBF4C-EA3E-43B5-B424-59F5CD7C379A}" type="presOf" srcId="{695BC8E9-C690-4AC1-A281-862D96C64CFC}" destId="{C44F259E-7DE5-4F28-836B-ADBF5AF214C7}" srcOrd="0" destOrd="0" presId="urn:microsoft.com/office/officeart/2005/8/layout/vList5"/>
    <dgm:cxn modelId="{205CC434-94B1-4E40-9244-29E2FFFFE6A0}" srcId="{AADCAEA3-F483-43AB-84A2-7760BEFF71AD}" destId="{210BBA3D-3935-42C4-8155-157785F9E2D4}" srcOrd="0" destOrd="0" parTransId="{755EF582-74E9-4814-9E36-27714614296D}" sibTransId="{6DCD2968-80F5-4506-B7BE-4E240A2398B9}"/>
    <dgm:cxn modelId="{8DC1C4DE-B4E4-4BD4-AEA8-0B5CF8B0559C}" srcId="{695BC8E9-C690-4AC1-A281-862D96C64CFC}" destId="{CA187930-3BD8-4271-AA82-A59EAD8D74B9}" srcOrd="1" destOrd="0" parTransId="{55549C05-F047-4206-93E2-BFBC7FB13C44}" sibTransId="{2A60850D-E0EC-49C8-9CC1-AD2E6535D61D}"/>
    <dgm:cxn modelId="{827568AE-0213-48EF-9951-7BB357484657}" srcId="{695BC8E9-C690-4AC1-A281-862D96C64CFC}" destId="{AADCAEA3-F483-43AB-84A2-7760BEFF71AD}" srcOrd="2" destOrd="0" parTransId="{021F8729-E31D-47B8-99AC-C644698F9CA5}" sibTransId="{D0E87326-0752-464B-B26E-801049263EAD}"/>
    <dgm:cxn modelId="{9C50322A-9126-49B1-8B0C-FA08AD6551DF}" type="presParOf" srcId="{C44F259E-7DE5-4F28-836B-ADBF5AF214C7}" destId="{C8CDDA97-4910-4D7C-ABCE-BCEBDFF75506}" srcOrd="0" destOrd="0" presId="urn:microsoft.com/office/officeart/2005/8/layout/vList5"/>
    <dgm:cxn modelId="{885A591E-859A-4938-8334-A16D38E76C64}" type="presParOf" srcId="{C8CDDA97-4910-4D7C-ABCE-BCEBDFF75506}" destId="{C22B5191-F4A9-4DBC-814E-1FE3CE7F14F2}" srcOrd="0" destOrd="0" presId="urn:microsoft.com/office/officeart/2005/8/layout/vList5"/>
    <dgm:cxn modelId="{055AA720-1DF9-45F0-9EB5-F04CE1DD9AF8}" type="presParOf" srcId="{C8CDDA97-4910-4D7C-ABCE-BCEBDFF75506}" destId="{BA04968A-D80C-48A0-B5A0-978970A8F8D7}" srcOrd="1" destOrd="0" presId="urn:microsoft.com/office/officeart/2005/8/layout/vList5"/>
    <dgm:cxn modelId="{1500D9B4-77BE-4E13-9D78-FA2F7460CADB}" type="presParOf" srcId="{C44F259E-7DE5-4F28-836B-ADBF5AF214C7}" destId="{8238098F-4460-43FB-82E3-BD3BEA6C5EE5}" srcOrd="1" destOrd="0" presId="urn:microsoft.com/office/officeart/2005/8/layout/vList5"/>
    <dgm:cxn modelId="{DF7DD2E3-6CD6-476F-AD45-8DFC7AD457C7}" type="presParOf" srcId="{C44F259E-7DE5-4F28-836B-ADBF5AF214C7}" destId="{930C6C20-73C3-437C-AFCA-1FDB364A7F6E}" srcOrd="2" destOrd="0" presId="urn:microsoft.com/office/officeart/2005/8/layout/vList5"/>
    <dgm:cxn modelId="{272AA24C-54D4-4046-BA89-D369F469A765}" type="presParOf" srcId="{930C6C20-73C3-437C-AFCA-1FDB364A7F6E}" destId="{76478142-14A5-40FB-A3AF-9A38EA90FBBA}" srcOrd="0" destOrd="0" presId="urn:microsoft.com/office/officeart/2005/8/layout/vList5"/>
    <dgm:cxn modelId="{C18DB7AD-2CD7-4BBC-BE31-85FA3907AFCD}" type="presParOf" srcId="{930C6C20-73C3-437C-AFCA-1FDB364A7F6E}" destId="{5C924F87-2602-4112-9C49-47C425C34690}" srcOrd="1" destOrd="0" presId="urn:microsoft.com/office/officeart/2005/8/layout/vList5"/>
    <dgm:cxn modelId="{6DC74DE4-28A2-48EA-821C-BEBAA3B23F63}" type="presParOf" srcId="{C44F259E-7DE5-4F28-836B-ADBF5AF214C7}" destId="{6104B2B8-92F8-4302-8BE4-67DC090B333A}" srcOrd="3" destOrd="0" presId="urn:microsoft.com/office/officeart/2005/8/layout/vList5"/>
    <dgm:cxn modelId="{2B982258-0AF5-4994-80EB-C70338078B29}" type="presParOf" srcId="{C44F259E-7DE5-4F28-836B-ADBF5AF214C7}" destId="{DC34AFFF-6407-425C-971C-1C864DF50146}" srcOrd="4" destOrd="0" presId="urn:microsoft.com/office/officeart/2005/8/layout/vList5"/>
    <dgm:cxn modelId="{1CCF64A0-03BB-436C-8B1A-D99AF6C278DC}" type="presParOf" srcId="{DC34AFFF-6407-425C-971C-1C864DF50146}" destId="{725832D5-5F07-48A0-A042-6EB7ED101C88}" srcOrd="0" destOrd="0" presId="urn:microsoft.com/office/officeart/2005/8/layout/vList5"/>
    <dgm:cxn modelId="{38D2C3AB-FDF0-44A8-831B-2E905BE02B26}" type="presParOf" srcId="{DC34AFFF-6407-425C-971C-1C864DF50146}" destId="{4F9AF244-B693-4B57-B55F-555F14BCD88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95BC8E9-C690-4AC1-A281-862D96C64CFC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CED191CF-D9A6-428A-9281-50B327FDFC4E}">
      <dgm:prSet phldrT="[文字]"/>
      <dgm:spPr>
        <a:solidFill>
          <a:schemeClr val="accent2"/>
        </a:solidFill>
      </dgm:spPr>
      <dgm:t>
        <a:bodyPr/>
        <a:lstStyle/>
        <a:p>
          <a:r>
            <a:rPr lang="en-US" altLang="zh-TW" dirty="0" smtClean="0"/>
            <a:t>breakpoints</a:t>
          </a:r>
          <a:endParaRPr lang="zh-TW" altLang="en-US" dirty="0"/>
        </a:p>
      </dgm:t>
    </dgm:pt>
    <dgm:pt modelId="{D167A322-8E7A-4926-AFFE-388D394ED248}" type="parTrans" cxnId="{C438E406-2885-40FA-A1D6-3FBBEE3ADC21}">
      <dgm:prSet/>
      <dgm:spPr/>
      <dgm:t>
        <a:bodyPr/>
        <a:lstStyle/>
        <a:p>
          <a:endParaRPr lang="zh-TW" altLang="en-US"/>
        </a:p>
      </dgm:t>
    </dgm:pt>
    <dgm:pt modelId="{6AED5C5B-508F-4388-A58A-8C683301F2EF}" type="sibTrans" cxnId="{C438E406-2885-40FA-A1D6-3FBBEE3ADC21}">
      <dgm:prSet/>
      <dgm:spPr/>
      <dgm:t>
        <a:bodyPr/>
        <a:lstStyle/>
        <a:p>
          <a:endParaRPr lang="zh-TW" altLang="en-US"/>
        </a:p>
      </dgm:t>
    </dgm:pt>
    <dgm:pt modelId="{E07D0D9E-5BA8-4258-B3A0-E2CA10C35E4E}">
      <dgm:prSet phldrT="[文字]"/>
      <dgm:spPr>
        <a:blipFill rotWithShape="1">
          <a:blip xmlns:r="http://schemas.openxmlformats.org/officeDocument/2006/relationships" r:embed="rId1"/>
          <a:stretch>
            <a:fillRect l="-1208" b="-5512"/>
          </a:stretch>
        </a:blipFill>
      </dgm:spPr>
      <dgm:t>
        <a:bodyPr/>
        <a:lstStyle/>
        <a:p>
          <a:r>
            <a:rPr lang="zh-TW" altLang="en-US">
              <a:noFill/>
            </a:rPr>
            <a:t> </a:t>
          </a:r>
        </a:p>
      </dgm:t>
    </dgm:pt>
    <dgm:pt modelId="{10615D57-1B3B-4926-BCDF-2305FFB1C518}" type="parTrans" cxnId="{09CD6547-8785-432B-8202-96126DE5BC45}">
      <dgm:prSet/>
      <dgm:spPr/>
      <dgm:t>
        <a:bodyPr/>
        <a:lstStyle/>
        <a:p>
          <a:endParaRPr lang="zh-TW" altLang="en-US"/>
        </a:p>
      </dgm:t>
    </dgm:pt>
    <dgm:pt modelId="{F8FE1888-841E-499A-A603-05296F742CC8}" type="sibTrans" cxnId="{09CD6547-8785-432B-8202-96126DE5BC45}">
      <dgm:prSet/>
      <dgm:spPr/>
      <dgm:t>
        <a:bodyPr/>
        <a:lstStyle/>
        <a:p>
          <a:endParaRPr lang="zh-TW" altLang="en-US"/>
        </a:p>
      </dgm:t>
    </dgm:pt>
    <dgm:pt modelId="{CA187930-3BD8-4271-AA82-A59EAD8D74B9}">
      <dgm:prSet phldrT="[文字]"/>
      <dgm:spPr>
        <a:solidFill>
          <a:schemeClr val="accent2"/>
        </a:solidFill>
      </dgm:spPr>
      <dgm:t>
        <a:bodyPr/>
        <a:lstStyle/>
        <a:p>
          <a:r>
            <a:rPr lang="en-US" altLang="zh-TW" dirty="0" smtClean="0"/>
            <a:t>adjacent</a:t>
          </a:r>
          <a:endParaRPr lang="zh-TW" altLang="en-US" dirty="0"/>
        </a:p>
      </dgm:t>
    </dgm:pt>
    <dgm:pt modelId="{55549C05-F047-4206-93E2-BFBC7FB13C44}" type="parTrans" cxnId="{8DC1C4DE-B4E4-4BD4-AEA8-0B5CF8B0559C}">
      <dgm:prSet/>
      <dgm:spPr/>
      <dgm:t>
        <a:bodyPr/>
        <a:lstStyle/>
        <a:p>
          <a:endParaRPr lang="zh-TW" altLang="en-US"/>
        </a:p>
      </dgm:t>
    </dgm:pt>
    <dgm:pt modelId="{2A60850D-E0EC-49C8-9CC1-AD2E6535D61D}" type="sibTrans" cxnId="{8DC1C4DE-B4E4-4BD4-AEA8-0B5CF8B0559C}">
      <dgm:prSet/>
      <dgm:spPr/>
      <dgm:t>
        <a:bodyPr/>
        <a:lstStyle/>
        <a:p>
          <a:endParaRPr lang="zh-TW" altLang="en-US"/>
        </a:p>
      </dgm:t>
    </dgm:pt>
    <dgm:pt modelId="{246B19E8-43D3-492B-8C84-EFD0B243ADDD}">
      <dgm:prSet phldrT="[文字]"/>
      <dgm:spPr>
        <a:blipFill rotWithShape="1">
          <a:blip xmlns:r="http://schemas.openxmlformats.org/officeDocument/2006/relationships" r:embed="rId2"/>
          <a:stretch>
            <a:fillRect l="-1208" b="-4724"/>
          </a:stretch>
        </a:blipFill>
      </dgm:spPr>
      <dgm:t>
        <a:bodyPr/>
        <a:lstStyle/>
        <a:p>
          <a:r>
            <a:rPr lang="zh-TW" altLang="en-US">
              <a:noFill/>
            </a:rPr>
            <a:t> </a:t>
          </a:r>
        </a:p>
      </dgm:t>
    </dgm:pt>
    <dgm:pt modelId="{D4F7F3F9-A648-4C22-B220-50ADC834DE73}" type="parTrans" cxnId="{E93647C9-CDE0-4356-A065-BBAB8E3BD5AA}">
      <dgm:prSet/>
      <dgm:spPr/>
      <dgm:t>
        <a:bodyPr/>
        <a:lstStyle/>
        <a:p>
          <a:endParaRPr lang="zh-TW" altLang="en-US"/>
        </a:p>
      </dgm:t>
    </dgm:pt>
    <dgm:pt modelId="{4E1523EA-EBB5-4FEB-AB8D-CAE582DE6470}" type="sibTrans" cxnId="{E93647C9-CDE0-4356-A065-BBAB8E3BD5AA}">
      <dgm:prSet/>
      <dgm:spPr/>
      <dgm:t>
        <a:bodyPr/>
        <a:lstStyle/>
        <a:p>
          <a:endParaRPr lang="zh-TW" altLang="en-US"/>
        </a:p>
      </dgm:t>
    </dgm:pt>
    <dgm:pt modelId="{AADCAEA3-F483-43AB-84A2-7760BEFF71AD}">
      <dgm:prSet phldrT="[文字]"/>
      <dgm:spPr/>
      <dgm:t>
        <a:bodyPr/>
        <a:lstStyle/>
        <a:p>
          <a:r>
            <a:rPr lang="en-US" altLang="zh-TW" dirty="0" smtClean="0"/>
            <a:t>strip</a:t>
          </a:r>
          <a:endParaRPr lang="zh-TW" altLang="en-US" dirty="0"/>
        </a:p>
      </dgm:t>
    </dgm:pt>
    <dgm:pt modelId="{021F8729-E31D-47B8-99AC-C644698F9CA5}" type="parTrans" cxnId="{827568AE-0213-48EF-9951-7BB357484657}">
      <dgm:prSet/>
      <dgm:spPr/>
      <dgm:t>
        <a:bodyPr/>
        <a:lstStyle/>
        <a:p>
          <a:endParaRPr lang="zh-TW" altLang="en-US"/>
        </a:p>
      </dgm:t>
    </dgm:pt>
    <dgm:pt modelId="{D0E87326-0752-464B-B26E-801049263EAD}" type="sibTrans" cxnId="{827568AE-0213-48EF-9951-7BB357484657}">
      <dgm:prSet/>
      <dgm:spPr/>
      <dgm:t>
        <a:bodyPr/>
        <a:lstStyle/>
        <a:p>
          <a:endParaRPr lang="zh-TW" altLang="en-US"/>
        </a:p>
      </dgm:t>
    </dgm:pt>
    <dgm:pt modelId="{210BBA3D-3935-42C4-8155-157785F9E2D4}">
      <dgm:prSet phldrT="[文字]"/>
      <dgm:spPr/>
      <dgm:t>
        <a:bodyPr/>
        <a:lstStyle/>
        <a:p>
          <a:r>
            <a:rPr lang="en-US" altLang="en-US" dirty="0" smtClean="0"/>
            <a:t>an interval [i, j] such that (i - 1, i) and (j, j + 1) are </a:t>
          </a:r>
          <a:r>
            <a:rPr lang="en-US" altLang="en-US" dirty="0" err="1" smtClean="0"/>
            <a:t>breakpoints,and</a:t>
          </a:r>
          <a:r>
            <a:rPr lang="en-US" altLang="en-US" dirty="0" smtClean="0"/>
            <a:t> no breakpoint lies between them. </a:t>
          </a:r>
          <a:endParaRPr lang="zh-TW" altLang="en-US" dirty="0"/>
        </a:p>
      </dgm:t>
    </dgm:pt>
    <dgm:pt modelId="{755EF582-74E9-4814-9E36-27714614296D}" type="parTrans" cxnId="{205CC434-94B1-4E40-9244-29E2FFFFE6A0}">
      <dgm:prSet/>
      <dgm:spPr/>
      <dgm:t>
        <a:bodyPr/>
        <a:lstStyle/>
        <a:p>
          <a:endParaRPr lang="zh-TW" altLang="en-US"/>
        </a:p>
      </dgm:t>
    </dgm:pt>
    <dgm:pt modelId="{6DCD2968-80F5-4506-B7BE-4E240A2398B9}" type="sibTrans" cxnId="{205CC434-94B1-4E40-9244-29E2FFFFE6A0}">
      <dgm:prSet/>
      <dgm:spPr/>
      <dgm:t>
        <a:bodyPr/>
        <a:lstStyle/>
        <a:p>
          <a:endParaRPr lang="zh-TW" altLang="en-US"/>
        </a:p>
      </dgm:t>
    </dgm:pt>
    <dgm:pt modelId="{C44F259E-7DE5-4F28-836B-ADBF5AF214C7}" type="pres">
      <dgm:prSet presAssocID="{695BC8E9-C690-4AC1-A281-862D96C64CFC}" presName="Name0" presStyleCnt="0">
        <dgm:presLayoutVars>
          <dgm:dir/>
          <dgm:animLvl val="lvl"/>
          <dgm:resizeHandles val="exact"/>
        </dgm:presLayoutVars>
      </dgm:prSet>
      <dgm:spPr/>
    </dgm:pt>
    <dgm:pt modelId="{C8CDDA97-4910-4D7C-ABCE-BCEBDFF75506}" type="pres">
      <dgm:prSet presAssocID="{CED191CF-D9A6-428A-9281-50B327FDFC4E}" presName="linNode" presStyleCnt="0"/>
      <dgm:spPr/>
    </dgm:pt>
    <dgm:pt modelId="{C22B5191-F4A9-4DBC-814E-1FE3CE7F14F2}" type="pres">
      <dgm:prSet presAssocID="{CED191CF-D9A6-428A-9281-50B327FDFC4E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BA04968A-D80C-48A0-B5A0-978970A8F8D7}" type="pres">
      <dgm:prSet presAssocID="{CED191CF-D9A6-428A-9281-50B327FDFC4E}" presName="descendantText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8238098F-4460-43FB-82E3-BD3BEA6C5EE5}" type="pres">
      <dgm:prSet presAssocID="{6AED5C5B-508F-4388-A58A-8C683301F2EF}" presName="sp" presStyleCnt="0"/>
      <dgm:spPr/>
    </dgm:pt>
    <dgm:pt modelId="{930C6C20-73C3-437C-AFCA-1FDB364A7F6E}" type="pres">
      <dgm:prSet presAssocID="{CA187930-3BD8-4271-AA82-A59EAD8D74B9}" presName="linNode" presStyleCnt="0"/>
      <dgm:spPr/>
    </dgm:pt>
    <dgm:pt modelId="{76478142-14A5-40FB-A3AF-9A38EA90FBBA}" type="pres">
      <dgm:prSet presAssocID="{CA187930-3BD8-4271-AA82-A59EAD8D74B9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5C924F87-2602-4112-9C49-47C425C34690}" type="pres">
      <dgm:prSet presAssocID="{CA187930-3BD8-4271-AA82-A59EAD8D74B9}" presName="descendantText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6104B2B8-92F8-4302-8BE4-67DC090B333A}" type="pres">
      <dgm:prSet presAssocID="{2A60850D-E0EC-49C8-9CC1-AD2E6535D61D}" presName="sp" presStyleCnt="0"/>
      <dgm:spPr/>
    </dgm:pt>
    <dgm:pt modelId="{DC34AFFF-6407-425C-971C-1C864DF50146}" type="pres">
      <dgm:prSet presAssocID="{AADCAEA3-F483-43AB-84A2-7760BEFF71AD}" presName="linNode" presStyleCnt="0"/>
      <dgm:spPr/>
    </dgm:pt>
    <dgm:pt modelId="{725832D5-5F07-48A0-A042-6EB7ED101C88}" type="pres">
      <dgm:prSet presAssocID="{AADCAEA3-F483-43AB-84A2-7760BEFF71AD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4F9AF244-B693-4B57-B55F-555F14BCD88E}" type="pres">
      <dgm:prSet presAssocID="{AADCAEA3-F483-43AB-84A2-7760BEFF71AD}" presName="descendantText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827568AE-0213-48EF-9951-7BB357484657}" srcId="{695BC8E9-C690-4AC1-A281-862D96C64CFC}" destId="{AADCAEA3-F483-43AB-84A2-7760BEFF71AD}" srcOrd="2" destOrd="0" parTransId="{021F8729-E31D-47B8-99AC-C644698F9CA5}" sibTransId="{D0E87326-0752-464B-B26E-801049263EAD}"/>
    <dgm:cxn modelId="{33845F77-E17E-4CD4-9B6A-F7CA89D16041}" type="presOf" srcId="{E07D0D9E-5BA8-4258-B3A0-E2CA10C35E4E}" destId="{BA04968A-D80C-48A0-B5A0-978970A8F8D7}" srcOrd="0" destOrd="0" presId="urn:microsoft.com/office/officeart/2005/8/layout/vList5"/>
    <dgm:cxn modelId="{09CD6547-8785-432B-8202-96126DE5BC45}" srcId="{CED191CF-D9A6-428A-9281-50B327FDFC4E}" destId="{E07D0D9E-5BA8-4258-B3A0-E2CA10C35E4E}" srcOrd="0" destOrd="0" parTransId="{10615D57-1B3B-4926-BCDF-2305FFB1C518}" sibTransId="{F8FE1888-841E-499A-A603-05296F742CC8}"/>
    <dgm:cxn modelId="{5C7FBF4C-EA3E-43B5-B424-59F5CD7C379A}" type="presOf" srcId="{695BC8E9-C690-4AC1-A281-862D96C64CFC}" destId="{C44F259E-7DE5-4F28-836B-ADBF5AF214C7}" srcOrd="0" destOrd="0" presId="urn:microsoft.com/office/officeart/2005/8/layout/vList5"/>
    <dgm:cxn modelId="{14B1A4A8-0860-4798-8319-27FE5E814BDF}" type="presOf" srcId="{CED191CF-D9A6-428A-9281-50B327FDFC4E}" destId="{C22B5191-F4A9-4DBC-814E-1FE3CE7F14F2}" srcOrd="0" destOrd="0" presId="urn:microsoft.com/office/officeart/2005/8/layout/vList5"/>
    <dgm:cxn modelId="{8F55E770-48FE-46F7-A942-7BE62665D449}" type="presOf" srcId="{CA187930-3BD8-4271-AA82-A59EAD8D74B9}" destId="{76478142-14A5-40FB-A3AF-9A38EA90FBBA}" srcOrd="0" destOrd="0" presId="urn:microsoft.com/office/officeart/2005/8/layout/vList5"/>
    <dgm:cxn modelId="{E93647C9-CDE0-4356-A065-BBAB8E3BD5AA}" srcId="{CA187930-3BD8-4271-AA82-A59EAD8D74B9}" destId="{246B19E8-43D3-492B-8C84-EFD0B243ADDD}" srcOrd="0" destOrd="0" parTransId="{D4F7F3F9-A648-4C22-B220-50ADC834DE73}" sibTransId="{4E1523EA-EBB5-4FEB-AB8D-CAE582DE6470}"/>
    <dgm:cxn modelId="{205CC434-94B1-4E40-9244-29E2FFFFE6A0}" srcId="{AADCAEA3-F483-43AB-84A2-7760BEFF71AD}" destId="{210BBA3D-3935-42C4-8155-157785F9E2D4}" srcOrd="0" destOrd="0" parTransId="{755EF582-74E9-4814-9E36-27714614296D}" sibTransId="{6DCD2968-80F5-4506-B7BE-4E240A2398B9}"/>
    <dgm:cxn modelId="{B6A1EADA-3CD4-4C50-99B0-E05DDDD336C2}" type="presOf" srcId="{AADCAEA3-F483-43AB-84A2-7760BEFF71AD}" destId="{725832D5-5F07-48A0-A042-6EB7ED101C88}" srcOrd="0" destOrd="0" presId="urn:microsoft.com/office/officeart/2005/8/layout/vList5"/>
    <dgm:cxn modelId="{8ACF39E7-CE95-4EA6-A82E-096ABCC83B0C}" type="presOf" srcId="{210BBA3D-3935-42C4-8155-157785F9E2D4}" destId="{4F9AF244-B693-4B57-B55F-555F14BCD88E}" srcOrd="0" destOrd="0" presId="urn:microsoft.com/office/officeart/2005/8/layout/vList5"/>
    <dgm:cxn modelId="{C438E406-2885-40FA-A1D6-3FBBEE3ADC21}" srcId="{695BC8E9-C690-4AC1-A281-862D96C64CFC}" destId="{CED191CF-D9A6-428A-9281-50B327FDFC4E}" srcOrd="0" destOrd="0" parTransId="{D167A322-8E7A-4926-AFFE-388D394ED248}" sibTransId="{6AED5C5B-508F-4388-A58A-8C683301F2EF}"/>
    <dgm:cxn modelId="{33B8F90C-6508-4849-8DB9-1F48EA9E9B61}" type="presOf" srcId="{246B19E8-43D3-492B-8C84-EFD0B243ADDD}" destId="{5C924F87-2602-4112-9C49-47C425C34690}" srcOrd="0" destOrd="0" presId="urn:microsoft.com/office/officeart/2005/8/layout/vList5"/>
    <dgm:cxn modelId="{8DC1C4DE-B4E4-4BD4-AEA8-0B5CF8B0559C}" srcId="{695BC8E9-C690-4AC1-A281-862D96C64CFC}" destId="{CA187930-3BD8-4271-AA82-A59EAD8D74B9}" srcOrd="1" destOrd="0" parTransId="{55549C05-F047-4206-93E2-BFBC7FB13C44}" sibTransId="{2A60850D-E0EC-49C8-9CC1-AD2E6535D61D}"/>
    <dgm:cxn modelId="{9C50322A-9126-49B1-8B0C-FA08AD6551DF}" type="presParOf" srcId="{C44F259E-7DE5-4F28-836B-ADBF5AF214C7}" destId="{C8CDDA97-4910-4D7C-ABCE-BCEBDFF75506}" srcOrd="0" destOrd="0" presId="urn:microsoft.com/office/officeart/2005/8/layout/vList5"/>
    <dgm:cxn modelId="{885A591E-859A-4938-8334-A16D38E76C64}" type="presParOf" srcId="{C8CDDA97-4910-4D7C-ABCE-BCEBDFF75506}" destId="{C22B5191-F4A9-4DBC-814E-1FE3CE7F14F2}" srcOrd="0" destOrd="0" presId="urn:microsoft.com/office/officeart/2005/8/layout/vList5"/>
    <dgm:cxn modelId="{055AA720-1DF9-45F0-9EB5-F04CE1DD9AF8}" type="presParOf" srcId="{C8CDDA97-4910-4D7C-ABCE-BCEBDFF75506}" destId="{BA04968A-D80C-48A0-B5A0-978970A8F8D7}" srcOrd="1" destOrd="0" presId="urn:microsoft.com/office/officeart/2005/8/layout/vList5"/>
    <dgm:cxn modelId="{1500D9B4-77BE-4E13-9D78-FA2F7460CADB}" type="presParOf" srcId="{C44F259E-7DE5-4F28-836B-ADBF5AF214C7}" destId="{8238098F-4460-43FB-82E3-BD3BEA6C5EE5}" srcOrd="1" destOrd="0" presId="urn:microsoft.com/office/officeart/2005/8/layout/vList5"/>
    <dgm:cxn modelId="{DF7DD2E3-6CD6-476F-AD45-8DFC7AD457C7}" type="presParOf" srcId="{C44F259E-7DE5-4F28-836B-ADBF5AF214C7}" destId="{930C6C20-73C3-437C-AFCA-1FDB364A7F6E}" srcOrd="2" destOrd="0" presId="urn:microsoft.com/office/officeart/2005/8/layout/vList5"/>
    <dgm:cxn modelId="{272AA24C-54D4-4046-BA89-D369F469A765}" type="presParOf" srcId="{930C6C20-73C3-437C-AFCA-1FDB364A7F6E}" destId="{76478142-14A5-40FB-A3AF-9A38EA90FBBA}" srcOrd="0" destOrd="0" presId="urn:microsoft.com/office/officeart/2005/8/layout/vList5"/>
    <dgm:cxn modelId="{C18DB7AD-2CD7-4BBC-BE31-85FA3907AFCD}" type="presParOf" srcId="{930C6C20-73C3-437C-AFCA-1FDB364A7F6E}" destId="{5C924F87-2602-4112-9C49-47C425C34690}" srcOrd="1" destOrd="0" presId="urn:microsoft.com/office/officeart/2005/8/layout/vList5"/>
    <dgm:cxn modelId="{6DC74DE4-28A2-48EA-821C-BEBAA3B23F63}" type="presParOf" srcId="{C44F259E-7DE5-4F28-836B-ADBF5AF214C7}" destId="{6104B2B8-92F8-4302-8BE4-67DC090B333A}" srcOrd="3" destOrd="0" presId="urn:microsoft.com/office/officeart/2005/8/layout/vList5"/>
    <dgm:cxn modelId="{2B982258-0AF5-4994-80EB-C70338078B29}" type="presParOf" srcId="{C44F259E-7DE5-4F28-836B-ADBF5AF214C7}" destId="{DC34AFFF-6407-425C-971C-1C864DF50146}" srcOrd="4" destOrd="0" presId="urn:microsoft.com/office/officeart/2005/8/layout/vList5"/>
    <dgm:cxn modelId="{1CCF64A0-03BB-436C-8B1A-D99AF6C278DC}" type="presParOf" srcId="{DC34AFFF-6407-425C-971C-1C864DF50146}" destId="{725832D5-5F07-48A0-A042-6EB7ED101C88}" srcOrd="0" destOrd="0" presId="urn:microsoft.com/office/officeart/2005/8/layout/vList5"/>
    <dgm:cxn modelId="{38D2C3AB-FDF0-44A8-831B-2E905BE02B26}" type="presParOf" srcId="{DC34AFFF-6407-425C-971C-1C864DF50146}" destId="{4F9AF244-B693-4B57-B55F-555F14BCD88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95BC8E9-C690-4AC1-A281-862D96C64CFC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CED191CF-D9A6-428A-9281-50B327FDFC4E}">
      <dgm:prSet phldrT="[文字]"/>
      <dgm:spPr/>
      <dgm:t>
        <a:bodyPr/>
        <a:lstStyle/>
        <a:p>
          <a:r>
            <a:rPr lang="en-US" altLang="zh-TW" dirty="0" smtClean="0"/>
            <a:t>breakpoints</a:t>
          </a:r>
          <a:endParaRPr lang="zh-TW" altLang="en-US" dirty="0"/>
        </a:p>
      </dgm:t>
    </dgm:pt>
    <dgm:pt modelId="{D167A322-8E7A-4926-AFFE-388D394ED248}" type="parTrans" cxnId="{C438E406-2885-40FA-A1D6-3FBBEE3ADC21}">
      <dgm:prSet/>
      <dgm:spPr/>
      <dgm:t>
        <a:bodyPr/>
        <a:lstStyle/>
        <a:p>
          <a:endParaRPr lang="zh-TW" altLang="en-US"/>
        </a:p>
      </dgm:t>
    </dgm:pt>
    <dgm:pt modelId="{6AED5C5B-508F-4388-A58A-8C683301F2EF}" type="sibTrans" cxnId="{C438E406-2885-40FA-A1D6-3FBBEE3ADC21}">
      <dgm:prSet/>
      <dgm:spPr/>
      <dgm:t>
        <a:bodyPr/>
        <a:lstStyle/>
        <a:p>
          <a:endParaRPr lang="zh-TW" alt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E07D0D9E-5BA8-4258-B3A0-E2CA10C35E4E}">
          <dgm:prSet phldrT="[文字]"/>
          <dgm:spPr/>
          <dgm:t>
            <a:bodyPr/>
            <a:lstStyle/>
            <a:p>
              <a:r>
                <a:rPr lang="en-US" altLang="en-US" dirty="0" smtClean="0"/>
                <a:t>A pair of adjacent positions (i, i+ 1) such that </a:t>
              </a:r>
              <a14:m>
                <m:oMath xmlns:m="http://schemas.openxmlformats.org/officeDocument/2006/math">
                  <m:r>
                    <a:rPr lang="en-US" altLang="en-US" b="0" i="1" smtClean="0">
                      <a:latin typeface="Cambria Math"/>
                    </a:rPr>
                    <m:t>|</m:t>
                  </m:r>
                </m:oMath>
              </a14:m>
              <a:r>
                <a:rPr lang="el-GR" b="0" i="0" dirty="0" smtClean="0"/>
                <a:t>π</a:t>
              </a:r>
              <a:r>
                <a:rPr lang="en-US" b="0" i="0" baseline="-25000" dirty="0" smtClean="0"/>
                <a:t>i+1</a:t>
              </a:r>
              <a:r>
                <a:rPr lang="en-US" b="0" i="0" dirty="0" smtClean="0"/>
                <a:t>-</a:t>
              </a:r>
              <a:r>
                <a:rPr lang="el-GR" b="0" i="0" dirty="0" smtClean="0"/>
                <a:t>π</a:t>
              </a:r>
              <a:r>
                <a:rPr lang="en-US" b="0" i="0" baseline="-25000" dirty="0" smtClean="0"/>
                <a:t>i</a:t>
              </a:r>
              <a14:m>
                <m:oMath xmlns:m="http://schemas.openxmlformats.org/officeDocument/2006/math">
                  <m:r>
                    <a:rPr lang="en-US" altLang="en-US" b="0" i="0" baseline="-25000" smtClean="0">
                      <a:latin typeface="Cambria Math"/>
                    </a:rPr>
                    <m:t> </m:t>
                  </m:r>
                  <m:r>
                    <a:rPr lang="en-US" altLang="en-US" b="0" i="1" smtClean="0">
                      <a:latin typeface="Cambria Math"/>
                    </a:rPr>
                    <m:t>|</m:t>
                  </m:r>
                  <m:r>
                    <a:rPr lang="en-US" altLang="en-US" b="0" i="1" smtClean="0">
                      <a:latin typeface="Cambria Math"/>
                      <a:ea typeface="Cambria Math"/>
                    </a:rPr>
                    <m:t>≠</m:t>
                  </m:r>
                </m:oMath>
              </a14:m>
              <a:r>
                <a:rPr lang="en-US" altLang="en-US" dirty="0" smtClean="0"/>
                <a:t>1 </a:t>
              </a:r>
              <a:endParaRPr lang="zh-TW" altLang="en-US" dirty="0"/>
            </a:p>
          </dgm:t>
        </dgm:pt>
      </mc:Choice>
      <mc:Fallback xmlns="">
        <dgm:pt modelId="{E07D0D9E-5BA8-4258-B3A0-E2CA10C35E4E}">
          <dgm:prSet phldrT="[文字]"/>
          <dgm:spPr/>
          <dgm:t>
            <a:bodyPr/>
            <a:lstStyle/>
            <a:p>
              <a:r>
                <a:rPr lang="en-US" altLang="en-US" dirty="0" smtClean="0"/>
                <a:t>A </a:t>
              </a:r>
              <a:r>
                <a:rPr lang="en-US" altLang="en-US" dirty="0" smtClean="0"/>
                <a:t>pair of adjacent positions (i, i+ 1) such that </a:t>
              </a:r>
              <a:r>
                <a:rPr lang="en-US" altLang="en-US" b="0" i="0" smtClean="0">
                  <a:latin typeface="Cambria Math"/>
                </a:rPr>
                <a:t>|</a:t>
              </a:r>
              <a:r>
                <a:rPr lang="el-GR" b="0" i="0" dirty="0" smtClean="0"/>
                <a:t>π</a:t>
              </a:r>
              <a:r>
                <a:rPr lang="en-US" b="0" i="0" baseline="-25000" dirty="0" smtClean="0"/>
                <a:t>i+1</a:t>
              </a:r>
              <a:r>
                <a:rPr lang="en-US" b="0" i="0" dirty="0" smtClean="0"/>
                <a:t>-</a:t>
              </a:r>
              <a:r>
                <a:rPr lang="el-GR" b="0" i="0" dirty="0" smtClean="0"/>
                <a:t>π</a:t>
              </a:r>
              <a:r>
                <a:rPr lang="en-US" b="0" i="0" baseline="-25000" dirty="0" smtClean="0"/>
                <a:t>i</a:t>
              </a:r>
              <a:r>
                <a:rPr lang="en-US" altLang="en-US" b="0" i="0" baseline="-25000" smtClean="0">
                  <a:latin typeface="Cambria Math"/>
                </a:rPr>
                <a:t> </a:t>
              </a:r>
              <a:r>
                <a:rPr lang="en-US" altLang="en-US" b="0" i="0" smtClean="0">
                  <a:latin typeface="Cambria Math"/>
                </a:rPr>
                <a:t>|</a:t>
              </a:r>
              <a:r>
                <a:rPr lang="en-US" altLang="en-US" b="0" i="0" smtClean="0">
                  <a:latin typeface="Cambria Math"/>
                  <a:ea typeface="Cambria Math"/>
                </a:rPr>
                <a:t>≠</a:t>
              </a:r>
              <a:r>
                <a:rPr lang="en-US" altLang="en-US" dirty="0" smtClean="0"/>
                <a:t>1 </a:t>
              </a:r>
              <a:endParaRPr lang="zh-TW" altLang="en-US" dirty="0"/>
            </a:p>
          </dgm:t>
        </dgm:pt>
      </mc:Fallback>
    </mc:AlternateContent>
    <dgm:pt modelId="{10615D57-1B3B-4926-BCDF-2305FFB1C518}" type="parTrans" cxnId="{09CD6547-8785-432B-8202-96126DE5BC45}">
      <dgm:prSet/>
      <dgm:spPr/>
      <dgm:t>
        <a:bodyPr/>
        <a:lstStyle/>
        <a:p>
          <a:endParaRPr lang="zh-TW" altLang="en-US"/>
        </a:p>
      </dgm:t>
    </dgm:pt>
    <dgm:pt modelId="{F8FE1888-841E-499A-A603-05296F742CC8}" type="sibTrans" cxnId="{09CD6547-8785-432B-8202-96126DE5BC45}">
      <dgm:prSet/>
      <dgm:spPr/>
      <dgm:t>
        <a:bodyPr/>
        <a:lstStyle/>
        <a:p>
          <a:endParaRPr lang="zh-TW" altLang="en-US"/>
        </a:p>
      </dgm:t>
    </dgm:pt>
    <dgm:pt modelId="{CA187930-3BD8-4271-AA82-A59EAD8D74B9}">
      <dgm:prSet phldrT="[文字]"/>
      <dgm:spPr/>
      <dgm:t>
        <a:bodyPr/>
        <a:lstStyle/>
        <a:p>
          <a:r>
            <a:rPr lang="en-US" altLang="zh-TW" dirty="0" smtClean="0"/>
            <a:t>adjacent</a:t>
          </a:r>
          <a:endParaRPr lang="zh-TW" altLang="en-US" dirty="0"/>
        </a:p>
      </dgm:t>
    </dgm:pt>
    <dgm:pt modelId="{55549C05-F047-4206-93E2-BFBC7FB13C44}" type="parTrans" cxnId="{8DC1C4DE-B4E4-4BD4-AEA8-0B5CF8B0559C}">
      <dgm:prSet/>
      <dgm:spPr/>
      <dgm:t>
        <a:bodyPr/>
        <a:lstStyle/>
        <a:p>
          <a:endParaRPr lang="zh-TW" altLang="en-US"/>
        </a:p>
      </dgm:t>
    </dgm:pt>
    <dgm:pt modelId="{2A60850D-E0EC-49C8-9CC1-AD2E6535D61D}" type="sibTrans" cxnId="{8DC1C4DE-B4E4-4BD4-AEA8-0B5CF8B0559C}">
      <dgm:prSet/>
      <dgm:spPr/>
      <dgm:t>
        <a:bodyPr/>
        <a:lstStyle/>
        <a:p>
          <a:endParaRPr lang="zh-TW" alt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246B19E8-43D3-492B-8C84-EFD0B243ADDD}">
          <dgm:prSet phldrT="[文字]"/>
          <dgm:spPr/>
          <dgm:t>
            <a:bodyPr/>
            <a:lstStyle/>
            <a:p>
              <a:r>
                <a:rPr lang="en-US" altLang="en-US" dirty="0" smtClean="0"/>
                <a:t>A pair of adjacent positions (i, i+ 1) such that </a:t>
              </a:r>
              <a14:m>
                <m:oMath xmlns:m="http://schemas.openxmlformats.org/officeDocument/2006/math">
                  <m:r>
                    <a:rPr lang="en-US" altLang="en-US" b="0" i="1" smtClean="0">
                      <a:latin typeface="Cambria Math"/>
                    </a:rPr>
                    <m:t>|</m:t>
                  </m:r>
                </m:oMath>
              </a14:m>
              <a:r>
                <a:rPr lang="el-GR" b="0" i="0" dirty="0" smtClean="0"/>
                <a:t>π</a:t>
              </a:r>
              <a:r>
                <a:rPr lang="en-US" b="0" i="0" baseline="-25000" dirty="0" smtClean="0"/>
                <a:t>i+1</a:t>
              </a:r>
              <a:r>
                <a:rPr lang="en-US" b="0" i="0" dirty="0" smtClean="0"/>
                <a:t>-</a:t>
              </a:r>
              <a:r>
                <a:rPr lang="el-GR" b="0" i="0" dirty="0" smtClean="0"/>
                <a:t>π</a:t>
              </a:r>
              <a:r>
                <a:rPr lang="en-US" b="0" i="0" baseline="-25000" dirty="0" smtClean="0"/>
                <a:t>i</a:t>
              </a:r>
              <a14:m>
                <m:oMath xmlns:m="http://schemas.openxmlformats.org/officeDocument/2006/math">
                  <m:r>
                    <a:rPr lang="en-US" altLang="en-US" b="0" i="0" baseline="-25000" smtClean="0">
                      <a:latin typeface="Cambria Math"/>
                    </a:rPr>
                    <m:t> </m:t>
                  </m:r>
                  <m:r>
                    <a:rPr lang="en-US" altLang="en-US" b="0" i="1" smtClean="0">
                      <a:latin typeface="Cambria Math"/>
                    </a:rPr>
                    <m:t>|=</m:t>
                  </m:r>
                </m:oMath>
              </a14:m>
              <a:r>
                <a:rPr lang="en-US" altLang="en-US" dirty="0" smtClean="0"/>
                <a:t>1 </a:t>
              </a:r>
              <a:endParaRPr lang="zh-TW" altLang="en-US" dirty="0"/>
            </a:p>
          </dgm:t>
        </dgm:pt>
      </mc:Choice>
      <mc:Fallback xmlns="">
        <dgm:pt modelId="{246B19E8-43D3-492B-8C84-EFD0B243ADDD}">
          <dgm:prSet phldrT="[文字]"/>
          <dgm:spPr/>
          <dgm:t>
            <a:bodyPr/>
            <a:lstStyle/>
            <a:p>
              <a:r>
                <a:rPr lang="en-US" altLang="en-US" dirty="0" smtClean="0"/>
                <a:t>A pair of adjacent positions (i, i+ 1) such that </a:t>
              </a:r>
              <a:r>
                <a:rPr lang="en-US" altLang="en-US" b="0" i="0" smtClean="0">
                  <a:latin typeface="Cambria Math"/>
                </a:rPr>
                <a:t>|</a:t>
              </a:r>
              <a:r>
                <a:rPr lang="el-GR" b="0" i="0" dirty="0" smtClean="0"/>
                <a:t>π</a:t>
              </a:r>
              <a:r>
                <a:rPr lang="en-US" b="0" i="0" baseline="-25000" dirty="0" smtClean="0"/>
                <a:t>i+1</a:t>
              </a:r>
              <a:r>
                <a:rPr lang="en-US" b="0" i="0" dirty="0" smtClean="0"/>
                <a:t>-</a:t>
              </a:r>
              <a:r>
                <a:rPr lang="el-GR" b="0" i="0" dirty="0" smtClean="0"/>
                <a:t>π</a:t>
              </a:r>
              <a:r>
                <a:rPr lang="en-US" b="0" i="0" baseline="-25000" dirty="0" smtClean="0"/>
                <a:t>i</a:t>
              </a:r>
              <a:r>
                <a:rPr lang="en-US" altLang="en-US" b="0" i="0" baseline="-25000" smtClean="0">
                  <a:latin typeface="Cambria Math"/>
                </a:rPr>
                <a:t> </a:t>
              </a:r>
              <a:r>
                <a:rPr lang="en-US" altLang="en-US" b="0" i="0" smtClean="0">
                  <a:latin typeface="Cambria Math"/>
                </a:rPr>
                <a:t>|</a:t>
              </a:r>
              <a:r>
                <a:rPr lang="en-US" altLang="en-US" b="0" i="0" smtClean="0">
                  <a:latin typeface="Cambria Math"/>
                </a:rPr>
                <a:t>=</a:t>
              </a:r>
              <a:r>
                <a:rPr lang="en-US" altLang="en-US" dirty="0" smtClean="0"/>
                <a:t>1 </a:t>
              </a:r>
              <a:endParaRPr lang="zh-TW" altLang="en-US" dirty="0"/>
            </a:p>
          </dgm:t>
        </dgm:pt>
      </mc:Fallback>
    </mc:AlternateContent>
    <dgm:pt modelId="{D4F7F3F9-A648-4C22-B220-50ADC834DE73}" type="parTrans" cxnId="{E93647C9-CDE0-4356-A065-BBAB8E3BD5AA}">
      <dgm:prSet/>
      <dgm:spPr/>
      <dgm:t>
        <a:bodyPr/>
        <a:lstStyle/>
        <a:p>
          <a:endParaRPr lang="zh-TW" altLang="en-US"/>
        </a:p>
      </dgm:t>
    </dgm:pt>
    <dgm:pt modelId="{4E1523EA-EBB5-4FEB-AB8D-CAE582DE6470}" type="sibTrans" cxnId="{E93647C9-CDE0-4356-A065-BBAB8E3BD5AA}">
      <dgm:prSet/>
      <dgm:spPr/>
      <dgm:t>
        <a:bodyPr/>
        <a:lstStyle/>
        <a:p>
          <a:endParaRPr lang="zh-TW" altLang="en-US"/>
        </a:p>
      </dgm:t>
    </dgm:pt>
    <dgm:pt modelId="{AADCAEA3-F483-43AB-84A2-7760BEFF71AD}">
      <dgm:prSet phldrT="[文字]"/>
      <dgm:spPr>
        <a:solidFill>
          <a:schemeClr val="accent2"/>
        </a:solidFill>
      </dgm:spPr>
      <dgm:t>
        <a:bodyPr/>
        <a:lstStyle/>
        <a:p>
          <a:r>
            <a:rPr lang="en-US" altLang="zh-TW" dirty="0" smtClean="0"/>
            <a:t>strip</a:t>
          </a:r>
          <a:endParaRPr lang="zh-TW" altLang="en-US" dirty="0"/>
        </a:p>
      </dgm:t>
    </dgm:pt>
    <dgm:pt modelId="{021F8729-E31D-47B8-99AC-C644698F9CA5}" type="parTrans" cxnId="{827568AE-0213-48EF-9951-7BB357484657}">
      <dgm:prSet/>
      <dgm:spPr/>
      <dgm:t>
        <a:bodyPr/>
        <a:lstStyle/>
        <a:p>
          <a:endParaRPr lang="zh-TW" altLang="en-US"/>
        </a:p>
      </dgm:t>
    </dgm:pt>
    <dgm:pt modelId="{D0E87326-0752-464B-B26E-801049263EAD}" type="sibTrans" cxnId="{827568AE-0213-48EF-9951-7BB357484657}">
      <dgm:prSet/>
      <dgm:spPr/>
      <dgm:t>
        <a:bodyPr/>
        <a:lstStyle/>
        <a:p>
          <a:endParaRPr lang="zh-TW" altLang="en-US"/>
        </a:p>
      </dgm:t>
    </dgm:pt>
    <dgm:pt modelId="{210BBA3D-3935-42C4-8155-157785F9E2D4}">
      <dgm:prSet phldrT="[文字]"/>
      <dgm:spPr/>
      <dgm:t>
        <a:bodyPr/>
        <a:lstStyle/>
        <a:p>
          <a:r>
            <a:rPr lang="en-US" altLang="en-US" dirty="0" smtClean="0"/>
            <a:t>an interval [i, j] such that (i - 1, i) and (j, j + 1) are </a:t>
          </a:r>
          <a:r>
            <a:rPr lang="en-US" altLang="en-US" dirty="0" err="1" smtClean="0"/>
            <a:t>breakpoints,and</a:t>
          </a:r>
          <a:r>
            <a:rPr lang="en-US" altLang="en-US" dirty="0" smtClean="0"/>
            <a:t> no breakpoint lies between them. </a:t>
          </a:r>
          <a:endParaRPr lang="zh-TW" altLang="en-US" dirty="0"/>
        </a:p>
      </dgm:t>
    </dgm:pt>
    <dgm:pt modelId="{755EF582-74E9-4814-9E36-27714614296D}" type="parTrans" cxnId="{205CC434-94B1-4E40-9244-29E2FFFFE6A0}">
      <dgm:prSet/>
      <dgm:spPr/>
      <dgm:t>
        <a:bodyPr/>
        <a:lstStyle/>
        <a:p>
          <a:endParaRPr lang="zh-TW" altLang="en-US"/>
        </a:p>
      </dgm:t>
    </dgm:pt>
    <dgm:pt modelId="{6DCD2968-80F5-4506-B7BE-4E240A2398B9}" type="sibTrans" cxnId="{205CC434-94B1-4E40-9244-29E2FFFFE6A0}">
      <dgm:prSet/>
      <dgm:spPr/>
      <dgm:t>
        <a:bodyPr/>
        <a:lstStyle/>
        <a:p>
          <a:endParaRPr lang="zh-TW" altLang="en-US"/>
        </a:p>
      </dgm:t>
    </dgm:pt>
    <dgm:pt modelId="{C44F259E-7DE5-4F28-836B-ADBF5AF214C7}" type="pres">
      <dgm:prSet presAssocID="{695BC8E9-C690-4AC1-A281-862D96C64CFC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TW" altLang="en-US"/>
        </a:p>
      </dgm:t>
    </dgm:pt>
    <dgm:pt modelId="{C8CDDA97-4910-4D7C-ABCE-BCEBDFF75506}" type="pres">
      <dgm:prSet presAssocID="{CED191CF-D9A6-428A-9281-50B327FDFC4E}" presName="linNode" presStyleCnt="0"/>
      <dgm:spPr/>
    </dgm:pt>
    <dgm:pt modelId="{C22B5191-F4A9-4DBC-814E-1FE3CE7F14F2}" type="pres">
      <dgm:prSet presAssocID="{CED191CF-D9A6-428A-9281-50B327FDFC4E}" presName="parentText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BA04968A-D80C-48A0-B5A0-978970A8F8D7}" type="pres">
      <dgm:prSet presAssocID="{CED191CF-D9A6-428A-9281-50B327FDFC4E}" presName="descendantText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8238098F-4460-43FB-82E3-BD3BEA6C5EE5}" type="pres">
      <dgm:prSet presAssocID="{6AED5C5B-508F-4388-A58A-8C683301F2EF}" presName="sp" presStyleCnt="0"/>
      <dgm:spPr/>
    </dgm:pt>
    <dgm:pt modelId="{930C6C20-73C3-437C-AFCA-1FDB364A7F6E}" type="pres">
      <dgm:prSet presAssocID="{CA187930-3BD8-4271-AA82-A59EAD8D74B9}" presName="linNode" presStyleCnt="0"/>
      <dgm:spPr/>
    </dgm:pt>
    <dgm:pt modelId="{76478142-14A5-40FB-A3AF-9A38EA90FBBA}" type="pres">
      <dgm:prSet presAssocID="{CA187930-3BD8-4271-AA82-A59EAD8D74B9}" presName="parentText" presStyleLbl="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5C924F87-2602-4112-9C49-47C425C34690}" type="pres">
      <dgm:prSet presAssocID="{CA187930-3BD8-4271-AA82-A59EAD8D74B9}" presName="descendantText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6104B2B8-92F8-4302-8BE4-67DC090B333A}" type="pres">
      <dgm:prSet presAssocID="{2A60850D-E0EC-49C8-9CC1-AD2E6535D61D}" presName="sp" presStyleCnt="0"/>
      <dgm:spPr/>
    </dgm:pt>
    <dgm:pt modelId="{DC34AFFF-6407-425C-971C-1C864DF50146}" type="pres">
      <dgm:prSet presAssocID="{AADCAEA3-F483-43AB-84A2-7760BEFF71AD}" presName="linNode" presStyleCnt="0"/>
      <dgm:spPr/>
    </dgm:pt>
    <dgm:pt modelId="{725832D5-5F07-48A0-A042-6EB7ED101C88}" type="pres">
      <dgm:prSet presAssocID="{AADCAEA3-F483-43AB-84A2-7760BEFF71AD}" presName="parentText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4F9AF244-B693-4B57-B55F-555F14BCD88E}" type="pres">
      <dgm:prSet presAssocID="{AADCAEA3-F483-43AB-84A2-7760BEFF71AD}" presName="descendantText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E93647C9-CDE0-4356-A065-BBAB8E3BD5AA}" srcId="{CA187930-3BD8-4271-AA82-A59EAD8D74B9}" destId="{246B19E8-43D3-492B-8C84-EFD0B243ADDD}" srcOrd="0" destOrd="0" parTransId="{D4F7F3F9-A648-4C22-B220-50ADC834DE73}" sibTransId="{4E1523EA-EBB5-4FEB-AB8D-CAE582DE6470}"/>
    <dgm:cxn modelId="{CE6C1037-AB19-4FAF-8E10-16FD0D4F0164}" type="presOf" srcId="{E07D0D9E-5BA8-4258-B3A0-E2CA10C35E4E}" destId="{BA04968A-D80C-48A0-B5A0-978970A8F8D7}" srcOrd="0" destOrd="0" presId="urn:microsoft.com/office/officeart/2005/8/layout/vList5"/>
    <dgm:cxn modelId="{C438E406-2885-40FA-A1D6-3FBBEE3ADC21}" srcId="{695BC8E9-C690-4AC1-A281-862D96C64CFC}" destId="{CED191CF-D9A6-428A-9281-50B327FDFC4E}" srcOrd="0" destOrd="0" parTransId="{D167A322-8E7A-4926-AFFE-388D394ED248}" sibTransId="{6AED5C5B-508F-4388-A58A-8C683301F2EF}"/>
    <dgm:cxn modelId="{7F53A01D-7E96-4E15-B277-0CD502D34F56}" type="presOf" srcId="{AADCAEA3-F483-43AB-84A2-7760BEFF71AD}" destId="{725832D5-5F07-48A0-A042-6EB7ED101C88}" srcOrd="0" destOrd="0" presId="urn:microsoft.com/office/officeart/2005/8/layout/vList5"/>
    <dgm:cxn modelId="{09CD6547-8785-432B-8202-96126DE5BC45}" srcId="{CED191CF-D9A6-428A-9281-50B327FDFC4E}" destId="{E07D0D9E-5BA8-4258-B3A0-E2CA10C35E4E}" srcOrd="0" destOrd="0" parTransId="{10615D57-1B3B-4926-BCDF-2305FFB1C518}" sibTransId="{F8FE1888-841E-499A-A603-05296F742CC8}"/>
    <dgm:cxn modelId="{F8BBB9FA-BFDB-4C99-9CF7-36A1DB36F5C9}" type="presOf" srcId="{246B19E8-43D3-492B-8C84-EFD0B243ADDD}" destId="{5C924F87-2602-4112-9C49-47C425C34690}" srcOrd="0" destOrd="0" presId="urn:microsoft.com/office/officeart/2005/8/layout/vList5"/>
    <dgm:cxn modelId="{479A1F4E-D4FF-486E-BDE2-ED852D765346}" type="presOf" srcId="{695BC8E9-C690-4AC1-A281-862D96C64CFC}" destId="{C44F259E-7DE5-4F28-836B-ADBF5AF214C7}" srcOrd="0" destOrd="0" presId="urn:microsoft.com/office/officeart/2005/8/layout/vList5"/>
    <dgm:cxn modelId="{FCD0858B-7BD3-474F-8726-53F25FC7A1C6}" type="presOf" srcId="{CED191CF-D9A6-428A-9281-50B327FDFC4E}" destId="{C22B5191-F4A9-4DBC-814E-1FE3CE7F14F2}" srcOrd="0" destOrd="0" presId="urn:microsoft.com/office/officeart/2005/8/layout/vList5"/>
    <dgm:cxn modelId="{762D41BA-C078-4FAB-BA57-C842C7A5A050}" type="presOf" srcId="{210BBA3D-3935-42C4-8155-157785F9E2D4}" destId="{4F9AF244-B693-4B57-B55F-555F14BCD88E}" srcOrd="0" destOrd="0" presId="urn:microsoft.com/office/officeart/2005/8/layout/vList5"/>
    <dgm:cxn modelId="{205CC434-94B1-4E40-9244-29E2FFFFE6A0}" srcId="{AADCAEA3-F483-43AB-84A2-7760BEFF71AD}" destId="{210BBA3D-3935-42C4-8155-157785F9E2D4}" srcOrd="0" destOrd="0" parTransId="{755EF582-74E9-4814-9E36-27714614296D}" sibTransId="{6DCD2968-80F5-4506-B7BE-4E240A2398B9}"/>
    <dgm:cxn modelId="{F9E12857-4082-4484-99C6-CCC5670EB2CC}" type="presOf" srcId="{CA187930-3BD8-4271-AA82-A59EAD8D74B9}" destId="{76478142-14A5-40FB-A3AF-9A38EA90FBBA}" srcOrd="0" destOrd="0" presId="urn:microsoft.com/office/officeart/2005/8/layout/vList5"/>
    <dgm:cxn modelId="{8DC1C4DE-B4E4-4BD4-AEA8-0B5CF8B0559C}" srcId="{695BC8E9-C690-4AC1-A281-862D96C64CFC}" destId="{CA187930-3BD8-4271-AA82-A59EAD8D74B9}" srcOrd="1" destOrd="0" parTransId="{55549C05-F047-4206-93E2-BFBC7FB13C44}" sibTransId="{2A60850D-E0EC-49C8-9CC1-AD2E6535D61D}"/>
    <dgm:cxn modelId="{827568AE-0213-48EF-9951-7BB357484657}" srcId="{695BC8E9-C690-4AC1-A281-862D96C64CFC}" destId="{AADCAEA3-F483-43AB-84A2-7760BEFF71AD}" srcOrd="2" destOrd="0" parTransId="{021F8729-E31D-47B8-99AC-C644698F9CA5}" sibTransId="{D0E87326-0752-464B-B26E-801049263EAD}"/>
    <dgm:cxn modelId="{419B4AFD-2624-4E33-B9BC-294C9319BAE1}" type="presParOf" srcId="{C44F259E-7DE5-4F28-836B-ADBF5AF214C7}" destId="{C8CDDA97-4910-4D7C-ABCE-BCEBDFF75506}" srcOrd="0" destOrd="0" presId="urn:microsoft.com/office/officeart/2005/8/layout/vList5"/>
    <dgm:cxn modelId="{3D90F831-2F01-435C-B4A6-9432A5D9BA1D}" type="presParOf" srcId="{C8CDDA97-4910-4D7C-ABCE-BCEBDFF75506}" destId="{C22B5191-F4A9-4DBC-814E-1FE3CE7F14F2}" srcOrd="0" destOrd="0" presId="urn:microsoft.com/office/officeart/2005/8/layout/vList5"/>
    <dgm:cxn modelId="{2034A12F-F4F1-45B3-815D-BC44B0340AE4}" type="presParOf" srcId="{C8CDDA97-4910-4D7C-ABCE-BCEBDFF75506}" destId="{BA04968A-D80C-48A0-B5A0-978970A8F8D7}" srcOrd="1" destOrd="0" presId="urn:microsoft.com/office/officeart/2005/8/layout/vList5"/>
    <dgm:cxn modelId="{4E4528F3-5EFF-44A1-B715-1AE00A5E8AE1}" type="presParOf" srcId="{C44F259E-7DE5-4F28-836B-ADBF5AF214C7}" destId="{8238098F-4460-43FB-82E3-BD3BEA6C5EE5}" srcOrd="1" destOrd="0" presId="urn:microsoft.com/office/officeart/2005/8/layout/vList5"/>
    <dgm:cxn modelId="{F233BA88-850F-406B-BC97-9693EC253965}" type="presParOf" srcId="{C44F259E-7DE5-4F28-836B-ADBF5AF214C7}" destId="{930C6C20-73C3-437C-AFCA-1FDB364A7F6E}" srcOrd="2" destOrd="0" presId="urn:microsoft.com/office/officeart/2005/8/layout/vList5"/>
    <dgm:cxn modelId="{E9F6AED9-CB30-424C-9450-FD833DDE4227}" type="presParOf" srcId="{930C6C20-73C3-437C-AFCA-1FDB364A7F6E}" destId="{76478142-14A5-40FB-A3AF-9A38EA90FBBA}" srcOrd="0" destOrd="0" presId="urn:microsoft.com/office/officeart/2005/8/layout/vList5"/>
    <dgm:cxn modelId="{8A6A2F5E-C7AD-4872-A498-091990F29ACD}" type="presParOf" srcId="{930C6C20-73C3-437C-AFCA-1FDB364A7F6E}" destId="{5C924F87-2602-4112-9C49-47C425C34690}" srcOrd="1" destOrd="0" presId="urn:microsoft.com/office/officeart/2005/8/layout/vList5"/>
    <dgm:cxn modelId="{F8E738BC-59BA-447D-862E-D0C00F4D7F2C}" type="presParOf" srcId="{C44F259E-7DE5-4F28-836B-ADBF5AF214C7}" destId="{6104B2B8-92F8-4302-8BE4-67DC090B333A}" srcOrd="3" destOrd="0" presId="urn:microsoft.com/office/officeart/2005/8/layout/vList5"/>
    <dgm:cxn modelId="{32D28C74-3BF7-4D11-A5E6-6FAE8DE6AF3A}" type="presParOf" srcId="{C44F259E-7DE5-4F28-836B-ADBF5AF214C7}" destId="{DC34AFFF-6407-425C-971C-1C864DF50146}" srcOrd="4" destOrd="0" presId="urn:microsoft.com/office/officeart/2005/8/layout/vList5"/>
    <dgm:cxn modelId="{C411FC2B-5DEC-4120-A89C-30EF596ACE54}" type="presParOf" srcId="{DC34AFFF-6407-425C-971C-1C864DF50146}" destId="{725832D5-5F07-48A0-A042-6EB7ED101C88}" srcOrd="0" destOrd="0" presId="urn:microsoft.com/office/officeart/2005/8/layout/vList5"/>
    <dgm:cxn modelId="{78E286A7-66AE-4DED-93E2-CDDE03EA896E}" type="presParOf" srcId="{DC34AFFF-6407-425C-971C-1C864DF50146}" destId="{4F9AF244-B693-4B57-B55F-555F14BCD88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95BC8E9-C690-4AC1-A281-862D96C64CFC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CED191CF-D9A6-428A-9281-50B327FDFC4E}">
      <dgm:prSet phldrT="[文字]"/>
      <dgm:spPr/>
      <dgm:t>
        <a:bodyPr/>
        <a:lstStyle/>
        <a:p>
          <a:r>
            <a:rPr lang="en-US" altLang="zh-TW" dirty="0" smtClean="0"/>
            <a:t>breakpoints</a:t>
          </a:r>
          <a:endParaRPr lang="zh-TW" altLang="en-US" dirty="0"/>
        </a:p>
      </dgm:t>
    </dgm:pt>
    <dgm:pt modelId="{D167A322-8E7A-4926-AFFE-388D394ED248}" type="parTrans" cxnId="{C438E406-2885-40FA-A1D6-3FBBEE3ADC21}">
      <dgm:prSet/>
      <dgm:spPr/>
      <dgm:t>
        <a:bodyPr/>
        <a:lstStyle/>
        <a:p>
          <a:endParaRPr lang="zh-TW" altLang="en-US"/>
        </a:p>
      </dgm:t>
    </dgm:pt>
    <dgm:pt modelId="{6AED5C5B-508F-4388-A58A-8C683301F2EF}" type="sibTrans" cxnId="{C438E406-2885-40FA-A1D6-3FBBEE3ADC21}">
      <dgm:prSet/>
      <dgm:spPr/>
      <dgm:t>
        <a:bodyPr/>
        <a:lstStyle/>
        <a:p>
          <a:endParaRPr lang="zh-TW" altLang="en-US"/>
        </a:p>
      </dgm:t>
    </dgm:pt>
    <dgm:pt modelId="{E07D0D9E-5BA8-4258-B3A0-E2CA10C35E4E}">
      <dgm:prSet phldrT="[文字]"/>
      <dgm:spPr>
        <a:blipFill rotWithShape="1">
          <a:blip xmlns:r="http://schemas.openxmlformats.org/officeDocument/2006/relationships" r:embed="rId1"/>
          <a:stretch>
            <a:fillRect l="-1208" b="-5512"/>
          </a:stretch>
        </a:blipFill>
      </dgm:spPr>
      <dgm:t>
        <a:bodyPr/>
        <a:lstStyle/>
        <a:p>
          <a:r>
            <a:rPr lang="zh-TW" altLang="en-US">
              <a:noFill/>
            </a:rPr>
            <a:t> </a:t>
          </a:r>
        </a:p>
      </dgm:t>
    </dgm:pt>
    <dgm:pt modelId="{10615D57-1B3B-4926-BCDF-2305FFB1C518}" type="parTrans" cxnId="{09CD6547-8785-432B-8202-96126DE5BC45}">
      <dgm:prSet/>
      <dgm:spPr/>
      <dgm:t>
        <a:bodyPr/>
        <a:lstStyle/>
        <a:p>
          <a:endParaRPr lang="zh-TW" altLang="en-US"/>
        </a:p>
      </dgm:t>
    </dgm:pt>
    <dgm:pt modelId="{F8FE1888-841E-499A-A603-05296F742CC8}" type="sibTrans" cxnId="{09CD6547-8785-432B-8202-96126DE5BC45}">
      <dgm:prSet/>
      <dgm:spPr/>
      <dgm:t>
        <a:bodyPr/>
        <a:lstStyle/>
        <a:p>
          <a:endParaRPr lang="zh-TW" altLang="en-US"/>
        </a:p>
      </dgm:t>
    </dgm:pt>
    <dgm:pt modelId="{CA187930-3BD8-4271-AA82-A59EAD8D74B9}">
      <dgm:prSet phldrT="[文字]"/>
      <dgm:spPr/>
      <dgm:t>
        <a:bodyPr/>
        <a:lstStyle/>
        <a:p>
          <a:r>
            <a:rPr lang="en-US" altLang="zh-TW" dirty="0" smtClean="0"/>
            <a:t>adjacent</a:t>
          </a:r>
          <a:endParaRPr lang="zh-TW" altLang="en-US" dirty="0"/>
        </a:p>
      </dgm:t>
    </dgm:pt>
    <dgm:pt modelId="{55549C05-F047-4206-93E2-BFBC7FB13C44}" type="parTrans" cxnId="{8DC1C4DE-B4E4-4BD4-AEA8-0B5CF8B0559C}">
      <dgm:prSet/>
      <dgm:spPr/>
      <dgm:t>
        <a:bodyPr/>
        <a:lstStyle/>
        <a:p>
          <a:endParaRPr lang="zh-TW" altLang="en-US"/>
        </a:p>
      </dgm:t>
    </dgm:pt>
    <dgm:pt modelId="{2A60850D-E0EC-49C8-9CC1-AD2E6535D61D}" type="sibTrans" cxnId="{8DC1C4DE-B4E4-4BD4-AEA8-0B5CF8B0559C}">
      <dgm:prSet/>
      <dgm:spPr/>
      <dgm:t>
        <a:bodyPr/>
        <a:lstStyle/>
        <a:p>
          <a:endParaRPr lang="zh-TW" altLang="en-US"/>
        </a:p>
      </dgm:t>
    </dgm:pt>
    <dgm:pt modelId="{246B19E8-43D3-492B-8C84-EFD0B243ADDD}">
      <dgm:prSet phldrT="[文字]"/>
      <dgm:spPr>
        <a:blipFill rotWithShape="1">
          <a:blip xmlns:r="http://schemas.openxmlformats.org/officeDocument/2006/relationships" r:embed="rId2"/>
          <a:stretch>
            <a:fillRect l="-1208" b="-4724"/>
          </a:stretch>
        </a:blipFill>
      </dgm:spPr>
      <dgm:t>
        <a:bodyPr/>
        <a:lstStyle/>
        <a:p>
          <a:r>
            <a:rPr lang="zh-TW" altLang="en-US">
              <a:noFill/>
            </a:rPr>
            <a:t> </a:t>
          </a:r>
        </a:p>
      </dgm:t>
    </dgm:pt>
    <dgm:pt modelId="{D4F7F3F9-A648-4C22-B220-50ADC834DE73}" type="parTrans" cxnId="{E93647C9-CDE0-4356-A065-BBAB8E3BD5AA}">
      <dgm:prSet/>
      <dgm:spPr/>
      <dgm:t>
        <a:bodyPr/>
        <a:lstStyle/>
        <a:p>
          <a:endParaRPr lang="zh-TW" altLang="en-US"/>
        </a:p>
      </dgm:t>
    </dgm:pt>
    <dgm:pt modelId="{4E1523EA-EBB5-4FEB-AB8D-CAE582DE6470}" type="sibTrans" cxnId="{E93647C9-CDE0-4356-A065-BBAB8E3BD5AA}">
      <dgm:prSet/>
      <dgm:spPr/>
      <dgm:t>
        <a:bodyPr/>
        <a:lstStyle/>
        <a:p>
          <a:endParaRPr lang="zh-TW" altLang="en-US"/>
        </a:p>
      </dgm:t>
    </dgm:pt>
    <dgm:pt modelId="{AADCAEA3-F483-43AB-84A2-7760BEFF71AD}">
      <dgm:prSet phldrT="[文字]"/>
      <dgm:spPr>
        <a:solidFill>
          <a:schemeClr val="accent2"/>
        </a:solidFill>
      </dgm:spPr>
      <dgm:t>
        <a:bodyPr/>
        <a:lstStyle/>
        <a:p>
          <a:r>
            <a:rPr lang="en-US" altLang="zh-TW" dirty="0" smtClean="0"/>
            <a:t>strip</a:t>
          </a:r>
          <a:endParaRPr lang="zh-TW" altLang="en-US" dirty="0"/>
        </a:p>
      </dgm:t>
    </dgm:pt>
    <dgm:pt modelId="{021F8729-E31D-47B8-99AC-C644698F9CA5}" type="parTrans" cxnId="{827568AE-0213-48EF-9951-7BB357484657}">
      <dgm:prSet/>
      <dgm:spPr/>
      <dgm:t>
        <a:bodyPr/>
        <a:lstStyle/>
        <a:p>
          <a:endParaRPr lang="zh-TW" altLang="en-US"/>
        </a:p>
      </dgm:t>
    </dgm:pt>
    <dgm:pt modelId="{D0E87326-0752-464B-B26E-801049263EAD}" type="sibTrans" cxnId="{827568AE-0213-48EF-9951-7BB357484657}">
      <dgm:prSet/>
      <dgm:spPr/>
      <dgm:t>
        <a:bodyPr/>
        <a:lstStyle/>
        <a:p>
          <a:endParaRPr lang="zh-TW" altLang="en-US"/>
        </a:p>
      </dgm:t>
    </dgm:pt>
    <dgm:pt modelId="{210BBA3D-3935-42C4-8155-157785F9E2D4}">
      <dgm:prSet phldrT="[文字]"/>
      <dgm:spPr/>
      <dgm:t>
        <a:bodyPr/>
        <a:lstStyle/>
        <a:p>
          <a:r>
            <a:rPr lang="en-US" altLang="en-US" dirty="0" smtClean="0"/>
            <a:t>an interval [i, j] such that (i - 1, i) and (j, j + 1) are </a:t>
          </a:r>
          <a:r>
            <a:rPr lang="en-US" altLang="en-US" dirty="0" err="1" smtClean="0"/>
            <a:t>breakpoints,and</a:t>
          </a:r>
          <a:r>
            <a:rPr lang="en-US" altLang="en-US" dirty="0" smtClean="0"/>
            <a:t> </a:t>
          </a:r>
          <a:r>
            <a:rPr lang="en-US" altLang="en-US" dirty="0" smtClean="0"/>
            <a:t>no breakpoint lies between them. </a:t>
          </a:r>
          <a:endParaRPr lang="zh-TW" altLang="en-US" dirty="0"/>
        </a:p>
      </dgm:t>
    </dgm:pt>
    <dgm:pt modelId="{755EF582-74E9-4814-9E36-27714614296D}" type="parTrans" cxnId="{205CC434-94B1-4E40-9244-29E2FFFFE6A0}">
      <dgm:prSet/>
      <dgm:spPr/>
      <dgm:t>
        <a:bodyPr/>
        <a:lstStyle/>
        <a:p>
          <a:endParaRPr lang="zh-TW" altLang="en-US"/>
        </a:p>
      </dgm:t>
    </dgm:pt>
    <dgm:pt modelId="{6DCD2968-80F5-4506-B7BE-4E240A2398B9}" type="sibTrans" cxnId="{205CC434-94B1-4E40-9244-29E2FFFFE6A0}">
      <dgm:prSet/>
      <dgm:spPr/>
      <dgm:t>
        <a:bodyPr/>
        <a:lstStyle/>
        <a:p>
          <a:endParaRPr lang="zh-TW" altLang="en-US"/>
        </a:p>
      </dgm:t>
    </dgm:pt>
    <dgm:pt modelId="{C44F259E-7DE5-4F28-836B-ADBF5AF214C7}" type="pres">
      <dgm:prSet presAssocID="{695BC8E9-C690-4AC1-A281-862D96C64CFC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TW" altLang="en-US"/>
        </a:p>
      </dgm:t>
    </dgm:pt>
    <dgm:pt modelId="{C8CDDA97-4910-4D7C-ABCE-BCEBDFF75506}" type="pres">
      <dgm:prSet presAssocID="{CED191CF-D9A6-428A-9281-50B327FDFC4E}" presName="linNode" presStyleCnt="0"/>
      <dgm:spPr/>
    </dgm:pt>
    <dgm:pt modelId="{C22B5191-F4A9-4DBC-814E-1FE3CE7F14F2}" type="pres">
      <dgm:prSet presAssocID="{CED191CF-D9A6-428A-9281-50B327FDFC4E}" presName="parentText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BA04968A-D80C-48A0-B5A0-978970A8F8D7}" type="pres">
      <dgm:prSet presAssocID="{CED191CF-D9A6-428A-9281-50B327FDFC4E}" presName="descendantText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8238098F-4460-43FB-82E3-BD3BEA6C5EE5}" type="pres">
      <dgm:prSet presAssocID="{6AED5C5B-508F-4388-A58A-8C683301F2EF}" presName="sp" presStyleCnt="0"/>
      <dgm:spPr/>
    </dgm:pt>
    <dgm:pt modelId="{930C6C20-73C3-437C-AFCA-1FDB364A7F6E}" type="pres">
      <dgm:prSet presAssocID="{CA187930-3BD8-4271-AA82-A59EAD8D74B9}" presName="linNode" presStyleCnt="0"/>
      <dgm:spPr/>
    </dgm:pt>
    <dgm:pt modelId="{76478142-14A5-40FB-A3AF-9A38EA90FBBA}" type="pres">
      <dgm:prSet presAssocID="{CA187930-3BD8-4271-AA82-A59EAD8D74B9}" presName="parentText" presStyleLbl="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5C924F87-2602-4112-9C49-47C425C34690}" type="pres">
      <dgm:prSet presAssocID="{CA187930-3BD8-4271-AA82-A59EAD8D74B9}" presName="descendantText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6104B2B8-92F8-4302-8BE4-67DC090B333A}" type="pres">
      <dgm:prSet presAssocID="{2A60850D-E0EC-49C8-9CC1-AD2E6535D61D}" presName="sp" presStyleCnt="0"/>
      <dgm:spPr/>
    </dgm:pt>
    <dgm:pt modelId="{DC34AFFF-6407-425C-971C-1C864DF50146}" type="pres">
      <dgm:prSet presAssocID="{AADCAEA3-F483-43AB-84A2-7760BEFF71AD}" presName="linNode" presStyleCnt="0"/>
      <dgm:spPr/>
    </dgm:pt>
    <dgm:pt modelId="{725832D5-5F07-48A0-A042-6EB7ED101C88}" type="pres">
      <dgm:prSet presAssocID="{AADCAEA3-F483-43AB-84A2-7760BEFF71AD}" presName="parentText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4F9AF244-B693-4B57-B55F-555F14BCD88E}" type="pres">
      <dgm:prSet presAssocID="{AADCAEA3-F483-43AB-84A2-7760BEFF71AD}" presName="descendantText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479A1F4E-D4FF-486E-BDE2-ED852D765346}" type="presOf" srcId="{695BC8E9-C690-4AC1-A281-862D96C64CFC}" destId="{C44F259E-7DE5-4F28-836B-ADBF5AF214C7}" srcOrd="0" destOrd="0" presId="urn:microsoft.com/office/officeart/2005/8/layout/vList5"/>
    <dgm:cxn modelId="{CE6C1037-AB19-4FAF-8E10-16FD0D4F0164}" type="presOf" srcId="{E07D0D9E-5BA8-4258-B3A0-E2CA10C35E4E}" destId="{BA04968A-D80C-48A0-B5A0-978970A8F8D7}" srcOrd="0" destOrd="0" presId="urn:microsoft.com/office/officeart/2005/8/layout/vList5"/>
    <dgm:cxn modelId="{C438E406-2885-40FA-A1D6-3FBBEE3ADC21}" srcId="{695BC8E9-C690-4AC1-A281-862D96C64CFC}" destId="{CED191CF-D9A6-428A-9281-50B327FDFC4E}" srcOrd="0" destOrd="0" parTransId="{D167A322-8E7A-4926-AFFE-388D394ED248}" sibTransId="{6AED5C5B-508F-4388-A58A-8C683301F2EF}"/>
    <dgm:cxn modelId="{205CC434-94B1-4E40-9244-29E2FFFFE6A0}" srcId="{AADCAEA3-F483-43AB-84A2-7760BEFF71AD}" destId="{210BBA3D-3935-42C4-8155-157785F9E2D4}" srcOrd="0" destOrd="0" parTransId="{755EF582-74E9-4814-9E36-27714614296D}" sibTransId="{6DCD2968-80F5-4506-B7BE-4E240A2398B9}"/>
    <dgm:cxn modelId="{762D41BA-C078-4FAB-BA57-C842C7A5A050}" type="presOf" srcId="{210BBA3D-3935-42C4-8155-157785F9E2D4}" destId="{4F9AF244-B693-4B57-B55F-555F14BCD88E}" srcOrd="0" destOrd="0" presId="urn:microsoft.com/office/officeart/2005/8/layout/vList5"/>
    <dgm:cxn modelId="{8DC1C4DE-B4E4-4BD4-AEA8-0B5CF8B0559C}" srcId="{695BC8E9-C690-4AC1-A281-862D96C64CFC}" destId="{CA187930-3BD8-4271-AA82-A59EAD8D74B9}" srcOrd="1" destOrd="0" parTransId="{55549C05-F047-4206-93E2-BFBC7FB13C44}" sibTransId="{2A60850D-E0EC-49C8-9CC1-AD2E6535D61D}"/>
    <dgm:cxn modelId="{7F53A01D-7E96-4E15-B277-0CD502D34F56}" type="presOf" srcId="{AADCAEA3-F483-43AB-84A2-7760BEFF71AD}" destId="{725832D5-5F07-48A0-A042-6EB7ED101C88}" srcOrd="0" destOrd="0" presId="urn:microsoft.com/office/officeart/2005/8/layout/vList5"/>
    <dgm:cxn modelId="{827568AE-0213-48EF-9951-7BB357484657}" srcId="{695BC8E9-C690-4AC1-A281-862D96C64CFC}" destId="{AADCAEA3-F483-43AB-84A2-7760BEFF71AD}" srcOrd="2" destOrd="0" parTransId="{021F8729-E31D-47B8-99AC-C644698F9CA5}" sibTransId="{D0E87326-0752-464B-B26E-801049263EAD}"/>
    <dgm:cxn modelId="{F9E12857-4082-4484-99C6-CCC5670EB2CC}" type="presOf" srcId="{CA187930-3BD8-4271-AA82-A59EAD8D74B9}" destId="{76478142-14A5-40FB-A3AF-9A38EA90FBBA}" srcOrd="0" destOrd="0" presId="urn:microsoft.com/office/officeart/2005/8/layout/vList5"/>
    <dgm:cxn modelId="{E93647C9-CDE0-4356-A065-BBAB8E3BD5AA}" srcId="{CA187930-3BD8-4271-AA82-A59EAD8D74B9}" destId="{246B19E8-43D3-492B-8C84-EFD0B243ADDD}" srcOrd="0" destOrd="0" parTransId="{D4F7F3F9-A648-4C22-B220-50ADC834DE73}" sibTransId="{4E1523EA-EBB5-4FEB-AB8D-CAE582DE6470}"/>
    <dgm:cxn modelId="{FCD0858B-7BD3-474F-8726-53F25FC7A1C6}" type="presOf" srcId="{CED191CF-D9A6-428A-9281-50B327FDFC4E}" destId="{C22B5191-F4A9-4DBC-814E-1FE3CE7F14F2}" srcOrd="0" destOrd="0" presId="urn:microsoft.com/office/officeart/2005/8/layout/vList5"/>
    <dgm:cxn modelId="{09CD6547-8785-432B-8202-96126DE5BC45}" srcId="{CED191CF-D9A6-428A-9281-50B327FDFC4E}" destId="{E07D0D9E-5BA8-4258-B3A0-E2CA10C35E4E}" srcOrd="0" destOrd="0" parTransId="{10615D57-1B3B-4926-BCDF-2305FFB1C518}" sibTransId="{F8FE1888-841E-499A-A603-05296F742CC8}"/>
    <dgm:cxn modelId="{F8BBB9FA-BFDB-4C99-9CF7-36A1DB36F5C9}" type="presOf" srcId="{246B19E8-43D3-492B-8C84-EFD0B243ADDD}" destId="{5C924F87-2602-4112-9C49-47C425C34690}" srcOrd="0" destOrd="0" presId="urn:microsoft.com/office/officeart/2005/8/layout/vList5"/>
    <dgm:cxn modelId="{419B4AFD-2624-4E33-B9BC-294C9319BAE1}" type="presParOf" srcId="{C44F259E-7DE5-4F28-836B-ADBF5AF214C7}" destId="{C8CDDA97-4910-4D7C-ABCE-BCEBDFF75506}" srcOrd="0" destOrd="0" presId="urn:microsoft.com/office/officeart/2005/8/layout/vList5"/>
    <dgm:cxn modelId="{3D90F831-2F01-435C-B4A6-9432A5D9BA1D}" type="presParOf" srcId="{C8CDDA97-4910-4D7C-ABCE-BCEBDFF75506}" destId="{C22B5191-F4A9-4DBC-814E-1FE3CE7F14F2}" srcOrd="0" destOrd="0" presId="urn:microsoft.com/office/officeart/2005/8/layout/vList5"/>
    <dgm:cxn modelId="{2034A12F-F4F1-45B3-815D-BC44B0340AE4}" type="presParOf" srcId="{C8CDDA97-4910-4D7C-ABCE-BCEBDFF75506}" destId="{BA04968A-D80C-48A0-B5A0-978970A8F8D7}" srcOrd="1" destOrd="0" presId="urn:microsoft.com/office/officeart/2005/8/layout/vList5"/>
    <dgm:cxn modelId="{4E4528F3-5EFF-44A1-B715-1AE00A5E8AE1}" type="presParOf" srcId="{C44F259E-7DE5-4F28-836B-ADBF5AF214C7}" destId="{8238098F-4460-43FB-82E3-BD3BEA6C5EE5}" srcOrd="1" destOrd="0" presId="urn:microsoft.com/office/officeart/2005/8/layout/vList5"/>
    <dgm:cxn modelId="{F233BA88-850F-406B-BC97-9693EC253965}" type="presParOf" srcId="{C44F259E-7DE5-4F28-836B-ADBF5AF214C7}" destId="{930C6C20-73C3-437C-AFCA-1FDB364A7F6E}" srcOrd="2" destOrd="0" presId="urn:microsoft.com/office/officeart/2005/8/layout/vList5"/>
    <dgm:cxn modelId="{E9F6AED9-CB30-424C-9450-FD833DDE4227}" type="presParOf" srcId="{930C6C20-73C3-437C-AFCA-1FDB364A7F6E}" destId="{76478142-14A5-40FB-A3AF-9A38EA90FBBA}" srcOrd="0" destOrd="0" presId="urn:microsoft.com/office/officeart/2005/8/layout/vList5"/>
    <dgm:cxn modelId="{8A6A2F5E-C7AD-4872-A498-091990F29ACD}" type="presParOf" srcId="{930C6C20-73C3-437C-AFCA-1FDB364A7F6E}" destId="{5C924F87-2602-4112-9C49-47C425C34690}" srcOrd="1" destOrd="0" presId="urn:microsoft.com/office/officeart/2005/8/layout/vList5"/>
    <dgm:cxn modelId="{F8E738BC-59BA-447D-862E-D0C00F4D7F2C}" type="presParOf" srcId="{C44F259E-7DE5-4F28-836B-ADBF5AF214C7}" destId="{6104B2B8-92F8-4302-8BE4-67DC090B333A}" srcOrd="3" destOrd="0" presId="urn:microsoft.com/office/officeart/2005/8/layout/vList5"/>
    <dgm:cxn modelId="{32D28C74-3BF7-4D11-A5E6-6FAE8DE6AF3A}" type="presParOf" srcId="{C44F259E-7DE5-4F28-836B-ADBF5AF214C7}" destId="{DC34AFFF-6407-425C-971C-1C864DF50146}" srcOrd="4" destOrd="0" presId="urn:microsoft.com/office/officeart/2005/8/layout/vList5"/>
    <dgm:cxn modelId="{C411FC2B-5DEC-4120-A89C-30EF596ACE54}" type="presParOf" srcId="{DC34AFFF-6407-425C-971C-1C864DF50146}" destId="{725832D5-5F07-48A0-A042-6EB7ED101C88}" srcOrd="0" destOrd="0" presId="urn:microsoft.com/office/officeart/2005/8/layout/vList5"/>
    <dgm:cxn modelId="{78E286A7-66AE-4DED-93E2-CDDE03EA896E}" type="presParOf" srcId="{DC34AFFF-6407-425C-971C-1C864DF50146}" destId="{4F9AF244-B693-4B57-B55F-555F14BCD88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04968A-D80C-48A0-B5A0-978970A8F8D7}">
      <dsp:nvSpPr>
        <dsp:cNvPr id="0" name=""/>
        <dsp:cNvSpPr/>
      </dsp:nvSpPr>
      <dsp:spPr>
        <a:xfrm rot="5400000">
          <a:off x="4961874" y="-2041019"/>
          <a:ext cx="750717" cy="502327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en-US" sz="1800" kern="1200" dirty="0" smtClean="0"/>
            <a:t>A pair of adjacent positions (i, i+ 1) such that </a:t>
          </a:r>
          <a14:m xmlns:a14="http://schemas.microsoft.com/office/drawing/2010/main">
            <m:oMath xmlns:m="http://schemas.openxmlformats.org/officeDocument/2006/math">
              <m:r>
                <a:rPr lang="en-US" altLang="en-US" sz="1800" b="0" i="1" kern="1200" smtClean="0">
                  <a:latin typeface="Cambria Math"/>
                </a:rPr>
                <m:t>|</m:t>
              </m:r>
            </m:oMath>
          </a14:m>
          <a:r>
            <a:rPr lang="el-GR" sz="1800" b="0" i="0" kern="1200" dirty="0" smtClean="0"/>
            <a:t>π</a:t>
          </a:r>
          <a:r>
            <a:rPr lang="en-US" sz="1800" b="0" i="0" kern="1200" baseline="-25000" dirty="0" smtClean="0"/>
            <a:t>i+1</a:t>
          </a:r>
          <a:r>
            <a:rPr lang="en-US" sz="1800" b="0" i="0" kern="1200" dirty="0" smtClean="0"/>
            <a:t>-</a:t>
          </a:r>
          <a:r>
            <a:rPr lang="el-GR" sz="1800" b="0" i="0" kern="1200" dirty="0" smtClean="0"/>
            <a:t>π</a:t>
          </a:r>
          <a:r>
            <a:rPr lang="en-US" sz="1800" b="0" i="0" kern="1200" baseline="-25000" dirty="0" smtClean="0"/>
            <a:t>i</a:t>
          </a:r>
          <a14:m xmlns:a14="http://schemas.microsoft.com/office/drawing/2010/main">
            <m:oMath xmlns:m="http://schemas.openxmlformats.org/officeDocument/2006/math">
              <m:r>
                <a:rPr lang="en-US" altLang="en-US" sz="1800" b="0" i="0" kern="1200" baseline="-25000" smtClean="0">
                  <a:latin typeface="Cambria Math"/>
                </a:rPr>
                <m:t> </m:t>
              </m:r>
              <m:r>
                <a:rPr lang="en-US" altLang="en-US" sz="1800" b="0" i="1" kern="1200" smtClean="0">
                  <a:latin typeface="Cambria Math"/>
                </a:rPr>
                <m:t>|</m:t>
              </m:r>
              <m:r>
                <a:rPr lang="en-US" altLang="en-US" sz="1800" b="0" i="1" kern="1200" smtClean="0">
                  <a:latin typeface="Cambria Math"/>
                  <a:ea typeface="Cambria Math"/>
                </a:rPr>
                <m:t>≠</m:t>
              </m:r>
            </m:oMath>
          </a14:m>
          <a:r>
            <a:rPr lang="en-US" altLang="en-US" sz="1800" kern="1200" dirty="0" smtClean="0"/>
            <a:t>1 </a:t>
          </a:r>
          <a:endParaRPr lang="zh-TW" altLang="en-US" sz="1800" kern="1200" dirty="0"/>
        </a:p>
      </dsp:txBody>
      <dsp:txXfrm rot="-5400000">
        <a:off x="2825594" y="131908"/>
        <a:ext cx="4986631" cy="677423"/>
      </dsp:txXfrm>
    </dsp:sp>
    <dsp:sp modelId="{C22B5191-F4A9-4DBC-814E-1FE3CE7F14F2}">
      <dsp:nvSpPr>
        <dsp:cNvPr id="0" name=""/>
        <dsp:cNvSpPr/>
      </dsp:nvSpPr>
      <dsp:spPr>
        <a:xfrm>
          <a:off x="0" y="1421"/>
          <a:ext cx="2825593" cy="938396"/>
        </a:xfrm>
        <a:prstGeom prst="round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72390" rIns="144780" bIns="7239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3800" kern="1200" dirty="0" smtClean="0"/>
            <a:t>breakpoints</a:t>
          </a:r>
          <a:endParaRPr lang="zh-TW" altLang="en-US" sz="3800" kern="1200" dirty="0"/>
        </a:p>
      </dsp:txBody>
      <dsp:txXfrm>
        <a:off x="45809" y="47230"/>
        <a:ext cx="2733975" cy="846778"/>
      </dsp:txXfrm>
    </dsp:sp>
    <dsp:sp modelId="{5C924F87-2602-4112-9C49-47C425C34690}">
      <dsp:nvSpPr>
        <dsp:cNvPr id="0" name=""/>
        <dsp:cNvSpPr/>
      </dsp:nvSpPr>
      <dsp:spPr>
        <a:xfrm rot="5400000">
          <a:off x="4961874" y="-1055703"/>
          <a:ext cx="750717" cy="502327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en-US" sz="1800" kern="1200" dirty="0" smtClean="0"/>
            <a:t>A pair of adjacent positions (i, i+ 1) such that </a:t>
          </a:r>
          <a14:m xmlns:a14="http://schemas.microsoft.com/office/drawing/2010/main">
            <m:oMath xmlns:m="http://schemas.openxmlformats.org/officeDocument/2006/math">
              <m:r>
                <a:rPr lang="en-US" altLang="en-US" sz="1800" b="0" i="1" kern="1200" smtClean="0">
                  <a:latin typeface="Cambria Math"/>
                </a:rPr>
                <m:t>|</m:t>
              </m:r>
            </m:oMath>
          </a14:m>
          <a:r>
            <a:rPr lang="el-GR" sz="1800" b="0" i="0" kern="1200" dirty="0" smtClean="0"/>
            <a:t>π</a:t>
          </a:r>
          <a:r>
            <a:rPr lang="en-US" sz="1800" b="0" i="0" kern="1200" baseline="-25000" dirty="0" smtClean="0"/>
            <a:t>i+1</a:t>
          </a:r>
          <a:r>
            <a:rPr lang="en-US" sz="1800" b="0" i="0" kern="1200" dirty="0" smtClean="0"/>
            <a:t>-</a:t>
          </a:r>
          <a:r>
            <a:rPr lang="el-GR" sz="1800" b="0" i="0" kern="1200" dirty="0" smtClean="0"/>
            <a:t>π</a:t>
          </a:r>
          <a:r>
            <a:rPr lang="en-US" sz="1800" b="0" i="0" kern="1200" baseline="-25000" dirty="0" smtClean="0"/>
            <a:t>i</a:t>
          </a:r>
          <a14:m xmlns:a14="http://schemas.microsoft.com/office/drawing/2010/main">
            <m:oMath xmlns:m="http://schemas.openxmlformats.org/officeDocument/2006/math">
              <m:r>
                <a:rPr lang="en-US" altLang="en-US" sz="1800" b="0" i="0" kern="1200" baseline="-25000" smtClean="0">
                  <a:latin typeface="Cambria Math"/>
                </a:rPr>
                <m:t> </m:t>
              </m:r>
              <m:r>
                <a:rPr lang="en-US" altLang="en-US" sz="1800" b="0" i="1" kern="1200" smtClean="0">
                  <a:latin typeface="Cambria Math"/>
                </a:rPr>
                <m:t>|=</m:t>
              </m:r>
            </m:oMath>
          </a14:m>
          <a:r>
            <a:rPr lang="en-US" altLang="en-US" sz="1800" kern="1200" dirty="0" smtClean="0"/>
            <a:t>1 </a:t>
          </a:r>
          <a:endParaRPr lang="zh-TW" altLang="en-US" sz="1800" kern="1200" dirty="0"/>
        </a:p>
      </dsp:txBody>
      <dsp:txXfrm rot="-5400000">
        <a:off x="2825594" y="1117224"/>
        <a:ext cx="4986631" cy="677423"/>
      </dsp:txXfrm>
    </dsp:sp>
    <dsp:sp modelId="{76478142-14A5-40FB-A3AF-9A38EA90FBBA}">
      <dsp:nvSpPr>
        <dsp:cNvPr id="0" name=""/>
        <dsp:cNvSpPr/>
      </dsp:nvSpPr>
      <dsp:spPr>
        <a:xfrm>
          <a:off x="0" y="986737"/>
          <a:ext cx="2825593" cy="938396"/>
        </a:xfrm>
        <a:prstGeom prst="round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72390" rIns="144780" bIns="7239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3800" kern="1200" dirty="0" smtClean="0"/>
            <a:t>adjacent</a:t>
          </a:r>
          <a:endParaRPr lang="zh-TW" altLang="en-US" sz="3800" kern="1200" dirty="0"/>
        </a:p>
      </dsp:txBody>
      <dsp:txXfrm>
        <a:off x="45809" y="1032546"/>
        <a:ext cx="2733975" cy="846778"/>
      </dsp:txXfrm>
    </dsp:sp>
    <dsp:sp modelId="{4F9AF244-B693-4B57-B55F-555F14BCD88E}">
      <dsp:nvSpPr>
        <dsp:cNvPr id="0" name=""/>
        <dsp:cNvSpPr/>
      </dsp:nvSpPr>
      <dsp:spPr>
        <a:xfrm rot="5400000">
          <a:off x="4961874" y="-70386"/>
          <a:ext cx="750717" cy="502327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en-US" sz="1800" kern="1200" dirty="0" smtClean="0"/>
            <a:t>an interval [i, j] such that (i - 1, i) and (j, j + 1) are </a:t>
          </a:r>
          <a:r>
            <a:rPr lang="en-US" altLang="en-US" sz="1800" kern="1200" dirty="0" err="1" smtClean="0"/>
            <a:t>breakpoints,and</a:t>
          </a:r>
          <a:r>
            <a:rPr lang="en-US" altLang="en-US" sz="1800" kern="1200" dirty="0" smtClean="0"/>
            <a:t> no breakpoint lies between them. </a:t>
          </a:r>
          <a:endParaRPr lang="zh-TW" altLang="en-US" sz="1800" kern="1200" dirty="0"/>
        </a:p>
      </dsp:txBody>
      <dsp:txXfrm rot="-5400000">
        <a:off x="2825594" y="2102541"/>
        <a:ext cx="4986631" cy="677423"/>
      </dsp:txXfrm>
    </dsp:sp>
    <dsp:sp modelId="{725832D5-5F07-48A0-A042-6EB7ED101C88}">
      <dsp:nvSpPr>
        <dsp:cNvPr id="0" name=""/>
        <dsp:cNvSpPr/>
      </dsp:nvSpPr>
      <dsp:spPr>
        <a:xfrm>
          <a:off x="0" y="1972053"/>
          <a:ext cx="2825593" cy="9383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72390" rIns="144780" bIns="7239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3800" kern="1200" dirty="0" smtClean="0"/>
            <a:t>strip</a:t>
          </a:r>
          <a:endParaRPr lang="zh-TW" altLang="en-US" sz="3800" kern="1200" dirty="0"/>
        </a:p>
      </dsp:txBody>
      <dsp:txXfrm>
        <a:off x="45809" y="2017862"/>
        <a:ext cx="2733975" cy="8467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04968A-D80C-48A0-B5A0-978970A8F8D7}">
      <dsp:nvSpPr>
        <dsp:cNvPr id="0" name=""/>
        <dsp:cNvSpPr/>
      </dsp:nvSpPr>
      <dsp:spPr>
        <a:xfrm rot="5400000">
          <a:off x="4961874" y="-2041019"/>
          <a:ext cx="750717" cy="502327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en-US" sz="1800" kern="1200" dirty="0" smtClean="0"/>
            <a:t>A pair of adjacent positions (i, i+ 1) such that </a:t>
          </a:r>
          <a14:m xmlns:a14="http://schemas.microsoft.com/office/drawing/2010/main">
            <m:oMath xmlns:m="http://schemas.openxmlformats.org/officeDocument/2006/math">
              <m:r>
                <a:rPr lang="en-US" altLang="en-US" sz="1800" b="0" i="1" kern="1200" smtClean="0">
                  <a:latin typeface="Cambria Math"/>
                </a:rPr>
                <m:t>|</m:t>
              </m:r>
            </m:oMath>
          </a14:m>
          <a:r>
            <a:rPr lang="el-GR" sz="1800" b="0" i="0" kern="1200" dirty="0" smtClean="0"/>
            <a:t>π</a:t>
          </a:r>
          <a:r>
            <a:rPr lang="en-US" sz="1800" b="0" i="0" kern="1200" baseline="-25000" dirty="0" smtClean="0"/>
            <a:t>i+1</a:t>
          </a:r>
          <a:r>
            <a:rPr lang="en-US" sz="1800" b="0" i="0" kern="1200" dirty="0" smtClean="0"/>
            <a:t>-</a:t>
          </a:r>
          <a:r>
            <a:rPr lang="el-GR" sz="1800" b="0" i="0" kern="1200" dirty="0" smtClean="0"/>
            <a:t>π</a:t>
          </a:r>
          <a:r>
            <a:rPr lang="en-US" sz="1800" b="0" i="0" kern="1200" baseline="-25000" dirty="0" smtClean="0"/>
            <a:t>i</a:t>
          </a:r>
          <a14:m xmlns:a14="http://schemas.microsoft.com/office/drawing/2010/main">
            <m:oMath xmlns:m="http://schemas.openxmlformats.org/officeDocument/2006/math">
              <m:r>
                <a:rPr lang="en-US" altLang="en-US" sz="1800" b="0" i="0" kern="1200" baseline="-25000" smtClean="0">
                  <a:latin typeface="Cambria Math"/>
                </a:rPr>
                <m:t> </m:t>
              </m:r>
              <m:r>
                <a:rPr lang="en-US" altLang="en-US" sz="1800" b="0" i="1" kern="1200" smtClean="0">
                  <a:latin typeface="Cambria Math"/>
                </a:rPr>
                <m:t>|</m:t>
              </m:r>
              <m:r>
                <a:rPr lang="en-US" altLang="en-US" sz="1800" b="0" i="1" kern="1200" smtClean="0">
                  <a:latin typeface="Cambria Math"/>
                  <a:ea typeface="Cambria Math"/>
                </a:rPr>
                <m:t>≠</m:t>
              </m:r>
            </m:oMath>
          </a14:m>
          <a:r>
            <a:rPr lang="en-US" altLang="en-US" sz="1800" kern="1200" dirty="0" smtClean="0"/>
            <a:t>1 </a:t>
          </a:r>
          <a:endParaRPr lang="zh-TW" altLang="en-US" sz="1800" kern="1200" dirty="0"/>
        </a:p>
      </dsp:txBody>
      <dsp:txXfrm rot="-5400000">
        <a:off x="2825594" y="131908"/>
        <a:ext cx="4986631" cy="677423"/>
      </dsp:txXfrm>
    </dsp:sp>
    <dsp:sp modelId="{C22B5191-F4A9-4DBC-814E-1FE3CE7F14F2}">
      <dsp:nvSpPr>
        <dsp:cNvPr id="0" name=""/>
        <dsp:cNvSpPr/>
      </dsp:nvSpPr>
      <dsp:spPr>
        <a:xfrm>
          <a:off x="0" y="1421"/>
          <a:ext cx="2825593" cy="9383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72390" rIns="144780" bIns="7239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3800" kern="1200" dirty="0" smtClean="0"/>
            <a:t>breakpoints</a:t>
          </a:r>
          <a:endParaRPr lang="zh-TW" altLang="en-US" sz="3800" kern="1200" dirty="0"/>
        </a:p>
      </dsp:txBody>
      <dsp:txXfrm>
        <a:off x="45809" y="47230"/>
        <a:ext cx="2733975" cy="846778"/>
      </dsp:txXfrm>
    </dsp:sp>
    <dsp:sp modelId="{5C924F87-2602-4112-9C49-47C425C34690}">
      <dsp:nvSpPr>
        <dsp:cNvPr id="0" name=""/>
        <dsp:cNvSpPr/>
      </dsp:nvSpPr>
      <dsp:spPr>
        <a:xfrm rot="5400000">
          <a:off x="4961874" y="-1055703"/>
          <a:ext cx="750717" cy="502327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en-US" sz="1800" kern="1200" dirty="0" smtClean="0"/>
            <a:t>A pair of adjacent positions (i, i+ 1) such that </a:t>
          </a:r>
          <a14:m xmlns:a14="http://schemas.microsoft.com/office/drawing/2010/main">
            <m:oMath xmlns:m="http://schemas.openxmlformats.org/officeDocument/2006/math">
              <m:r>
                <a:rPr lang="en-US" altLang="en-US" sz="1800" b="0" i="1" kern="1200" smtClean="0">
                  <a:latin typeface="Cambria Math"/>
                </a:rPr>
                <m:t>|</m:t>
              </m:r>
            </m:oMath>
          </a14:m>
          <a:r>
            <a:rPr lang="el-GR" sz="1800" b="0" i="0" kern="1200" dirty="0" smtClean="0"/>
            <a:t>π</a:t>
          </a:r>
          <a:r>
            <a:rPr lang="en-US" sz="1800" b="0" i="0" kern="1200" baseline="-25000" dirty="0" smtClean="0"/>
            <a:t>i+1</a:t>
          </a:r>
          <a:r>
            <a:rPr lang="en-US" sz="1800" b="0" i="0" kern="1200" dirty="0" smtClean="0"/>
            <a:t>-</a:t>
          </a:r>
          <a:r>
            <a:rPr lang="el-GR" sz="1800" b="0" i="0" kern="1200" dirty="0" smtClean="0"/>
            <a:t>π</a:t>
          </a:r>
          <a:r>
            <a:rPr lang="en-US" sz="1800" b="0" i="0" kern="1200" baseline="-25000" dirty="0" smtClean="0"/>
            <a:t>i</a:t>
          </a:r>
          <a14:m xmlns:a14="http://schemas.microsoft.com/office/drawing/2010/main">
            <m:oMath xmlns:m="http://schemas.openxmlformats.org/officeDocument/2006/math">
              <m:r>
                <a:rPr lang="en-US" altLang="en-US" sz="1800" b="0" i="0" kern="1200" baseline="-25000" smtClean="0">
                  <a:latin typeface="Cambria Math"/>
                </a:rPr>
                <m:t> </m:t>
              </m:r>
              <m:r>
                <a:rPr lang="en-US" altLang="en-US" sz="1800" b="0" i="1" kern="1200" smtClean="0">
                  <a:latin typeface="Cambria Math"/>
                </a:rPr>
                <m:t>|=</m:t>
              </m:r>
            </m:oMath>
          </a14:m>
          <a:r>
            <a:rPr lang="en-US" altLang="en-US" sz="1800" kern="1200" dirty="0" smtClean="0"/>
            <a:t>1 </a:t>
          </a:r>
          <a:endParaRPr lang="zh-TW" altLang="en-US" sz="1800" kern="1200" dirty="0"/>
        </a:p>
      </dsp:txBody>
      <dsp:txXfrm rot="-5400000">
        <a:off x="2825594" y="1117224"/>
        <a:ext cx="4986631" cy="677423"/>
      </dsp:txXfrm>
    </dsp:sp>
    <dsp:sp modelId="{76478142-14A5-40FB-A3AF-9A38EA90FBBA}">
      <dsp:nvSpPr>
        <dsp:cNvPr id="0" name=""/>
        <dsp:cNvSpPr/>
      </dsp:nvSpPr>
      <dsp:spPr>
        <a:xfrm>
          <a:off x="0" y="986737"/>
          <a:ext cx="2825593" cy="9383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72390" rIns="144780" bIns="7239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3800" kern="1200" dirty="0" smtClean="0"/>
            <a:t>adjacent</a:t>
          </a:r>
          <a:endParaRPr lang="zh-TW" altLang="en-US" sz="3800" kern="1200" dirty="0"/>
        </a:p>
      </dsp:txBody>
      <dsp:txXfrm>
        <a:off x="45809" y="1032546"/>
        <a:ext cx="2733975" cy="846778"/>
      </dsp:txXfrm>
    </dsp:sp>
    <dsp:sp modelId="{4F9AF244-B693-4B57-B55F-555F14BCD88E}">
      <dsp:nvSpPr>
        <dsp:cNvPr id="0" name=""/>
        <dsp:cNvSpPr/>
      </dsp:nvSpPr>
      <dsp:spPr>
        <a:xfrm rot="5400000">
          <a:off x="4961874" y="-70386"/>
          <a:ext cx="750717" cy="502327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en-US" sz="1800" kern="1200" dirty="0" smtClean="0"/>
            <a:t>an interval [i, j] such that (i - 1, i) and (j, j + 1) are </a:t>
          </a:r>
          <a:r>
            <a:rPr lang="en-US" altLang="en-US" sz="1800" kern="1200" dirty="0" err="1" smtClean="0"/>
            <a:t>breakpoints,and</a:t>
          </a:r>
          <a:r>
            <a:rPr lang="en-US" altLang="en-US" sz="1800" kern="1200" dirty="0" smtClean="0"/>
            <a:t> no breakpoint lies between them. </a:t>
          </a:r>
          <a:endParaRPr lang="zh-TW" altLang="en-US" sz="1800" kern="1200" dirty="0"/>
        </a:p>
      </dsp:txBody>
      <dsp:txXfrm rot="-5400000">
        <a:off x="2825594" y="2102541"/>
        <a:ext cx="4986631" cy="677423"/>
      </dsp:txXfrm>
    </dsp:sp>
    <dsp:sp modelId="{725832D5-5F07-48A0-A042-6EB7ED101C88}">
      <dsp:nvSpPr>
        <dsp:cNvPr id="0" name=""/>
        <dsp:cNvSpPr/>
      </dsp:nvSpPr>
      <dsp:spPr>
        <a:xfrm>
          <a:off x="0" y="1972053"/>
          <a:ext cx="2825593" cy="938396"/>
        </a:xfrm>
        <a:prstGeom prst="round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72390" rIns="144780" bIns="7239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3800" kern="1200" dirty="0" smtClean="0"/>
            <a:t>strip</a:t>
          </a:r>
          <a:endParaRPr lang="zh-TW" altLang="en-US" sz="3800" kern="1200" dirty="0"/>
        </a:p>
      </dsp:txBody>
      <dsp:txXfrm>
        <a:off x="45809" y="2017862"/>
        <a:ext cx="2733975" cy="8467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606E1A-967B-4702-9100-CA60161C68AD}" type="datetimeFigureOut">
              <a:rPr lang="zh-TW" altLang="en-US" smtClean="0"/>
              <a:t>2015/9/30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45817E-37FB-43A5-9E94-CE25939ABA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8443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http://www.combinatorialmath.ca/jcmcc/jcmcc71.html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5817E-37FB-43A5-9E94-CE25939ABA57}" type="slidenum">
              <a:rPr lang="zh-TW" altLang="en-US" smtClean="0"/>
              <a:t>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40074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5817E-37FB-43A5-9E94-CE25939ABA57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4604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80EBB-2157-4ECF-9E55-0F204FEB3AF6}" type="datetime1">
              <a:rPr lang="zh-TW" altLang="en-US" smtClean="0"/>
              <a:t>2015/9/30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2564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2015/9/30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353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2409F-200A-4567-8A6A-69B81E278CF2}" type="datetime1">
              <a:rPr lang="zh-TW" altLang="en-US" smtClean="0"/>
              <a:t>2015/9/30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9225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4BD9F-4146-4CF0-B43F-B959091F727C}" type="datetime1">
              <a:rPr lang="zh-TW" altLang="en-US" smtClean="0"/>
              <a:t>2015/9/30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7654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BB3FD-4E5B-4337-A169-11EE3DAF81C2}" type="datetime1">
              <a:rPr lang="zh-TW" altLang="en-US" smtClean="0"/>
              <a:t>2015/9/30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9284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BD923-9E03-430A-83D9-031A06F4BCDC}" type="datetime1">
              <a:rPr lang="zh-TW" altLang="en-US" smtClean="0"/>
              <a:t>2015/9/30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5150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3FF37-7EE5-4C84-A7E5-89F2F466D2B7}" type="datetime1">
              <a:rPr lang="zh-TW" altLang="en-US" smtClean="0"/>
              <a:t>2015/9/30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3421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A73FA-8B46-4221-822F-7DC220028125}" type="datetime1">
              <a:rPr lang="zh-TW" altLang="en-US" smtClean="0"/>
              <a:t>2015/9/30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6560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1403C-021C-43BA-9A0E-0C636802EB5A}" type="datetime1">
              <a:rPr lang="zh-TW" altLang="en-US" smtClean="0"/>
              <a:t>2015/9/30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4717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AA09D-0B44-4B22-9B8F-C6BCEE4FEBC7}" type="datetime1">
              <a:rPr lang="zh-TW" altLang="en-US" smtClean="0"/>
              <a:t>2015/9/30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1037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BA9EF-1DEA-4A2D-B95C-02BFB910A63D}" type="datetime1">
              <a:rPr lang="zh-TW" altLang="en-US" smtClean="0"/>
              <a:t>2015/9/30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3118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C87B4E-0407-4317-B90C-F9589BC85B00}" type="datetime1">
              <a:rPr lang="zh-TW" altLang="en-US" smtClean="0"/>
              <a:t>2015/9/30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1674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" y="2130425"/>
            <a:ext cx="9129558" cy="1470025"/>
          </a:xfrm>
        </p:spPr>
        <p:txBody>
          <a:bodyPr>
            <a:normAutofit fontScale="90000"/>
          </a:bodyPr>
          <a:lstStyle/>
          <a:p>
            <a:r>
              <a:rPr lang="zh-TW" alt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zh-TW" alt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altLang="zh-TW" dirty="0"/>
              <a:t>Exact and approximation algorithms</a:t>
            </a:r>
            <a:br>
              <a:rPr lang="en-US" altLang="zh-TW" dirty="0"/>
            </a:br>
            <a:r>
              <a:rPr lang="en-US" altLang="zh-TW" dirty="0"/>
              <a:t>for the inversion distance between</a:t>
            </a:r>
            <a:br>
              <a:rPr lang="en-US" altLang="zh-TW" dirty="0"/>
            </a:br>
            <a:r>
              <a:rPr lang="en-US" altLang="zh-TW" dirty="0"/>
              <a:t>two chromosomes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429000"/>
            <a:ext cx="7016824" cy="1512168"/>
          </a:xfrm>
        </p:spPr>
        <p:txBody>
          <a:bodyPr>
            <a:normAutofit/>
          </a:bodyPr>
          <a:lstStyle/>
          <a:p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/>
              <a:t>John </a:t>
            </a:r>
            <a:r>
              <a:rPr lang="en-US" altLang="zh-TW" dirty="0" err="1" smtClean="0"/>
              <a:t>Kececioglu</a:t>
            </a:r>
            <a:r>
              <a:rPr lang="en-US" altLang="zh-TW" dirty="0" smtClean="0"/>
              <a:t> </a:t>
            </a:r>
            <a:r>
              <a:rPr lang="en-US" altLang="zh-TW" dirty="0"/>
              <a:t>and David </a:t>
            </a:r>
            <a:r>
              <a:rPr lang="en-US" altLang="zh-TW" dirty="0" err="1" smtClean="0"/>
              <a:t>Sankoff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444208" y="6309320"/>
            <a:ext cx="26853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Presenter: </a:t>
            </a:r>
            <a:r>
              <a:rPr lang="en-US" altLang="zh-TW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Shian</a:t>
            </a:r>
            <a:r>
              <a:rPr lang="en-US" altLang="zh-TW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-Liang Lin</a:t>
            </a:r>
            <a:endParaRPr lang="zh-TW" altLang="en-US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83568" y="4941168"/>
            <a:ext cx="79928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en-US" altLang="zh-TW" sz="2000" dirty="0"/>
              <a:t>93 Proceedings of the 4th Annual Symposium on Combinatorial Pattern </a:t>
            </a:r>
            <a:r>
              <a:rPr lang="en-US" altLang="zh-TW" sz="2000" dirty="0" smtClean="0"/>
              <a:t>Matching, pp.87-105(1993)</a:t>
            </a:r>
            <a:endParaRPr lang="en-US" altLang="zh-TW" sz="2000" dirty="0"/>
          </a:p>
        </p:txBody>
      </p:sp>
      <p:sp>
        <p:nvSpPr>
          <p:cNvPr id="6" name="日期版面配置區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005C5-2A8E-44A6-8CFC-004FFAC5B1E9}" type="datetime1">
              <a:rPr lang="zh-TW" altLang="en-US" smtClean="0"/>
              <a:t>2015/9/30</a:t>
            </a:fld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AAE1-64D2-4F4C-B3D0-6D50C2516661}" type="slidenum">
              <a:rPr lang="zh-TW" altLang="en-US" smtClean="0">
                <a:latin typeface="Times New Roman" pitchFamily="18" charset="0"/>
                <a:cs typeface="Times New Roman" pitchFamily="18" charset="0"/>
              </a:rPr>
              <a:t>0</a:t>
            </a:fld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6216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200" dirty="0"/>
              <a:t>	</a:t>
            </a:r>
            <a:r>
              <a:rPr lang="en-US" altLang="zh-TW" sz="2400" dirty="0"/>
              <a:t>Motivated by the problem in </a:t>
            </a:r>
            <a:r>
              <a:rPr lang="en-US" altLang="zh-TW" sz="2400" b="1" dirty="0"/>
              <a:t>computational biology </a:t>
            </a:r>
            <a:r>
              <a:rPr lang="en-US" altLang="zh-TW" sz="2400" dirty="0"/>
              <a:t>of </a:t>
            </a:r>
            <a:r>
              <a:rPr lang="en-US" altLang="zh-TW" sz="2400" dirty="0" smtClean="0"/>
              <a:t>reconstructing the </a:t>
            </a:r>
            <a:r>
              <a:rPr lang="en-US" altLang="zh-TW" sz="2400" dirty="0"/>
              <a:t>series of chromosome inversions by which one organism </a:t>
            </a:r>
            <a:r>
              <a:rPr lang="en-US" altLang="zh-TW" sz="2400" b="1" dirty="0" smtClean="0"/>
              <a:t>evolved </a:t>
            </a:r>
            <a:r>
              <a:rPr lang="en-US" altLang="zh-TW" sz="2400" dirty="0" smtClean="0"/>
              <a:t>from </a:t>
            </a:r>
            <a:r>
              <a:rPr lang="en-US" altLang="zh-TW" sz="2400" dirty="0"/>
              <a:t>another, we consider the </a:t>
            </a:r>
            <a:r>
              <a:rPr lang="en-US" altLang="zh-TW" sz="2400" dirty="0" smtClean="0"/>
              <a:t>problem </a:t>
            </a:r>
            <a:r>
              <a:rPr lang="en-US" altLang="zh-TW" sz="2400" dirty="0"/>
              <a:t>of computing the shortest series </a:t>
            </a:r>
            <a:r>
              <a:rPr lang="en-US" altLang="zh-TW" sz="2400" dirty="0" smtClean="0"/>
              <a:t>of reversals </a:t>
            </a:r>
            <a:r>
              <a:rPr lang="en-US" altLang="zh-TW" sz="2400" dirty="0"/>
              <a:t>that transform one permutation to another, The permutations </a:t>
            </a:r>
            <a:r>
              <a:rPr lang="en-US" altLang="zh-TW" sz="2400" dirty="0" smtClean="0"/>
              <a:t>describe the </a:t>
            </a:r>
            <a:r>
              <a:rPr lang="en-US" altLang="zh-TW" sz="2400" dirty="0"/>
              <a:t>order of genes on corresponding chromosomes, and a </a:t>
            </a:r>
            <a:r>
              <a:rPr lang="en-US" altLang="zh-TW" sz="2400" i="1" dirty="0"/>
              <a:t>reversal </a:t>
            </a:r>
            <a:r>
              <a:rPr lang="en-US" altLang="zh-TW" sz="2400" dirty="0" smtClean="0"/>
              <a:t>takes an </a:t>
            </a:r>
            <a:r>
              <a:rPr lang="en-US" altLang="zh-TW" sz="2400" dirty="0"/>
              <a:t>arbitrary substring of elements and reverses their order</a:t>
            </a:r>
            <a:r>
              <a:rPr lang="en-US" altLang="zh-TW" sz="2400" dirty="0" smtClean="0"/>
              <a:t>.</a:t>
            </a:r>
          </a:p>
          <a:p>
            <a:pPr marL="0" indent="0">
              <a:buNone/>
            </a:pPr>
            <a:endParaRPr lang="en-US" altLang="zh-TW" sz="2200" dirty="0" smtClean="0"/>
          </a:p>
          <a:p>
            <a:pPr marL="0" indent="0">
              <a:buNone/>
            </a:pPr>
            <a:r>
              <a:rPr lang="en-US" altLang="zh-TW" sz="2200" dirty="0" smtClean="0"/>
              <a:t>	</a:t>
            </a:r>
          </a:p>
          <a:p>
            <a:pPr marL="0" indent="0">
              <a:buNone/>
            </a:pPr>
            <a:r>
              <a:rPr lang="en-US" altLang="zh-TW" sz="2200" dirty="0" smtClean="0"/>
              <a:t> 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E8613-4DC1-40BA-9CF5-4484F70DD26C}" type="datetime1">
              <a:rPr lang="zh-TW" altLang="en-US" smtClean="0"/>
              <a:t>2015/9/30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6105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11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200" dirty="0" smtClean="0"/>
              <a:t>	</a:t>
            </a:r>
            <a:r>
              <a:rPr lang="en-US" altLang="zh-TW" sz="2400" dirty="0"/>
              <a:t>For this problem we develop two algorithms: a greedy </a:t>
            </a:r>
            <a:r>
              <a:rPr lang="en-US" altLang="zh-TW" sz="2400" dirty="0" smtClean="0"/>
              <a:t>approximation algorithm </a:t>
            </a:r>
            <a:r>
              <a:rPr lang="en-US" altLang="zh-TW" sz="2400" dirty="0"/>
              <a:t>that finds a solution provably close to optimal in </a:t>
            </a:r>
            <a:r>
              <a:rPr lang="en-US" altLang="zh-TW" sz="2400" dirty="0" smtClean="0"/>
              <a:t>O(n</a:t>
            </a:r>
            <a:r>
              <a:rPr lang="en-US" altLang="zh-TW" sz="2400" baseline="30000" dirty="0" smtClean="0"/>
              <a:t>2</a:t>
            </a:r>
            <a:r>
              <a:rPr lang="en-US" altLang="zh-TW" sz="2400" dirty="0" smtClean="0"/>
              <a:t>) </a:t>
            </a:r>
            <a:r>
              <a:rPr lang="en-US" altLang="zh-TW" sz="2400" dirty="0"/>
              <a:t>time </a:t>
            </a:r>
            <a:r>
              <a:rPr lang="en-US" altLang="zh-TW" sz="2400" dirty="0" smtClean="0"/>
              <a:t>and </a:t>
            </a:r>
            <a:r>
              <a:rPr lang="en-US" altLang="zh-TW" sz="2400" i="1" dirty="0" smtClean="0"/>
              <a:t>O(n</a:t>
            </a:r>
            <a:r>
              <a:rPr lang="en-US" altLang="zh-TW" sz="2400" i="1" dirty="0"/>
              <a:t>) </a:t>
            </a:r>
            <a:r>
              <a:rPr lang="en-US" altLang="zh-TW" sz="2400" dirty="0"/>
              <a:t>space for an n </a:t>
            </a:r>
            <a:r>
              <a:rPr lang="en-US" altLang="zh-TW" sz="2400" dirty="0" smtClean="0"/>
              <a:t>element permutation</a:t>
            </a:r>
            <a:r>
              <a:rPr lang="en-US" altLang="zh-TW" sz="2400" dirty="0"/>
              <a:t>, and a branch and bound exact </a:t>
            </a:r>
            <a:r>
              <a:rPr lang="en-US" altLang="zh-TW" sz="2400" dirty="0" smtClean="0"/>
              <a:t>algorithm that </a:t>
            </a:r>
            <a:r>
              <a:rPr lang="en-US" altLang="zh-TW" sz="2400" dirty="0"/>
              <a:t>finds an optimal solution in </a:t>
            </a:r>
            <a:r>
              <a:rPr lang="en-US" altLang="zh-TW" sz="2400" i="1" dirty="0"/>
              <a:t>O(mL(n, n)) </a:t>
            </a:r>
            <a:r>
              <a:rPr lang="en-US" altLang="zh-TW" sz="2400" dirty="0"/>
              <a:t>time and </a:t>
            </a:r>
            <a:r>
              <a:rPr lang="en-US" altLang="zh-TW" sz="2400" i="1" dirty="0" smtClean="0"/>
              <a:t>O(n</a:t>
            </a:r>
            <a:r>
              <a:rPr lang="en-US" altLang="zh-TW" sz="2400" i="1" baseline="30000" dirty="0" smtClean="0"/>
              <a:t>2</a:t>
            </a:r>
            <a:r>
              <a:rPr lang="en-US" altLang="zh-TW" sz="2400" i="1" dirty="0" smtClean="0"/>
              <a:t>) </a:t>
            </a:r>
            <a:r>
              <a:rPr lang="en-US" altLang="zh-TW" sz="2400" dirty="0"/>
              <a:t>space,</a:t>
            </a:r>
          </a:p>
          <a:p>
            <a:pPr marL="0" indent="0">
              <a:buNone/>
            </a:pPr>
            <a:r>
              <a:rPr lang="en-US" altLang="zh-TW" sz="2400" dirty="0"/>
              <a:t>where m is the size of the branch and bound search tree and </a:t>
            </a:r>
            <a:r>
              <a:rPr lang="en-US" altLang="zh-TW" sz="2400" i="1" dirty="0"/>
              <a:t>L(n, n) </a:t>
            </a:r>
            <a:r>
              <a:rPr lang="en-US" altLang="zh-TW" sz="2400" dirty="0"/>
              <a:t>is </a:t>
            </a:r>
            <a:r>
              <a:rPr lang="en-US" altLang="zh-TW" sz="2400" dirty="0" smtClean="0"/>
              <a:t>the time </a:t>
            </a:r>
            <a:r>
              <a:rPr lang="en-US" altLang="zh-TW" sz="2400" dirty="0"/>
              <a:t>to solve a linear program of n variables and n constraints. The </a:t>
            </a:r>
            <a:r>
              <a:rPr lang="en-US" altLang="zh-TW" sz="2400" dirty="0" smtClean="0"/>
              <a:t>greedy algorithm </a:t>
            </a:r>
            <a:r>
              <a:rPr lang="en-US" altLang="zh-TW" sz="2400" dirty="0"/>
              <a:t>is the first to come within a constant factor of the optimum, </a:t>
            </a:r>
            <a:r>
              <a:rPr lang="en-US" altLang="zh-TW" sz="2400" dirty="0" smtClean="0"/>
              <a:t>and guarantees </a:t>
            </a:r>
            <a:r>
              <a:rPr lang="en-US" altLang="zh-TW" sz="2400" dirty="0"/>
              <a:t>a solution that uses no more than twice the minimum number </a:t>
            </a:r>
            <a:r>
              <a:rPr lang="en-US" altLang="zh-TW" sz="2400" dirty="0" smtClean="0"/>
              <a:t>of reversals</a:t>
            </a:r>
            <a:r>
              <a:rPr lang="en-US" altLang="zh-TW" sz="2400" dirty="0"/>
              <a:t>. The lower and upper bounds of the branch and bound algorithm</a:t>
            </a:r>
          </a:p>
          <a:p>
            <a:pPr marL="0" indent="0">
              <a:buNone/>
            </a:pPr>
            <a:r>
              <a:rPr lang="en-US" altLang="zh-TW" sz="2400" dirty="0"/>
              <a:t>are a novel application of maximum weight </a:t>
            </a:r>
            <a:r>
              <a:rPr lang="en-US" altLang="zh-TW" sz="2400" dirty="0" err="1" smtClean="0"/>
              <a:t>matchings</a:t>
            </a:r>
            <a:r>
              <a:rPr lang="en-US" altLang="zh-TW" sz="2400" dirty="0"/>
              <a:t>, shortest paths, </a:t>
            </a:r>
            <a:r>
              <a:rPr lang="en-US" altLang="zh-TW" sz="2400" dirty="0" smtClean="0"/>
              <a:t>and linear </a:t>
            </a:r>
            <a:r>
              <a:rPr lang="en-US" altLang="zh-TW" sz="2400" dirty="0"/>
              <a:t>programming.</a:t>
            </a:r>
            <a:endParaRPr lang="zh-TW" altLang="en-US" sz="2200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2EC05-6043-4F97-B490-E8CEF1D4137E}" type="datetime1">
              <a:rPr lang="zh-TW" altLang="en-US" smtClean="0"/>
              <a:t>2015/9/30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9535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The reversal distance problem on permutations</a:t>
            </a:r>
            <a:endParaRPr lang="zh-TW" altLang="en-US" dirty="0"/>
          </a:p>
        </p:txBody>
      </p:sp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5524736"/>
              </p:ext>
            </p:extLst>
          </p:nvPr>
        </p:nvGraphicFramePr>
        <p:xfrm>
          <a:off x="2195736" y="1628800"/>
          <a:ext cx="4608512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4"/>
                <a:gridCol w="828092"/>
                <a:gridCol w="828092"/>
                <a:gridCol w="828092"/>
                <a:gridCol w="828092"/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Input: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2015/9/30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3</a:t>
            </a:fld>
            <a:endParaRPr lang="zh-TW" altLang="en-US"/>
          </a:p>
        </p:txBody>
      </p:sp>
      <p:graphicFrame>
        <p:nvGraphicFramePr>
          <p:cNvPr id="7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00102755"/>
              </p:ext>
            </p:extLst>
          </p:nvPr>
        </p:nvGraphicFramePr>
        <p:xfrm>
          <a:off x="2195736" y="5733256"/>
          <a:ext cx="4608512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4"/>
                <a:gridCol w="828092"/>
                <a:gridCol w="828092"/>
                <a:gridCol w="828092"/>
                <a:gridCol w="828092"/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Output: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2345715"/>
              </p:ext>
            </p:extLst>
          </p:nvPr>
        </p:nvGraphicFramePr>
        <p:xfrm>
          <a:off x="2195736" y="2924944"/>
          <a:ext cx="4608512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4"/>
                <a:gridCol w="828092"/>
                <a:gridCol w="828092"/>
                <a:gridCol w="828092"/>
                <a:gridCol w="828092"/>
              </a:tblGrid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Reverse</a:t>
                      </a:r>
                    </a:p>
                    <a:p>
                      <a:pPr algn="ctr"/>
                      <a:r>
                        <a:rPr lang="en-US" altLang="zh-TW" sz="2000" dirty="0" smtClean="0"/>
                        <a:t>[1,n]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37353977"/>
              </p:ext>
            </p:extLst>
          </p:nvPr>
        </p:nvGraphicFramePr>
        <p:xfrm>
          <a:off x="2195736" y="4365104"/>
          <a:ext cx="4608512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4"/>
                <a:gridCol w="828092"/>
                <a:gridCol w="828092"/>
                <a:gridCol w="828092"/>
                <a:gridCol w="828092"/>
              </a:tblGrid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Reverse</a:t>
                      </a:r>
                    </a:p>
                    <a:p>
                      <a:pPr algn="ctr"/>
                      <a:r>
                        <a:rPr lang="en-US" altLang="zh-TW" sz="2000" dirty="0" smtClean="0"/>
                        <a:t>[1,n-1]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1" name="直線單箭頭接點 10"/>
          <p:cNvCxnSpPr>
            <a:stCxn id="6" idx="2"/>
            <a:endCxn id="8" idx="0"/>
          </p:cNvCxnSpPr>
          <p:nvPr/>
        </p:nvCxnSpPr>
        <p:spPr>
          <a:xfrm>
            <a:off x="4499992" y="2329840"/>
            <a:ext cx="0" cy="5951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>
            <a:stCxn id="8" idx="2"/>
            <a:endCxn id="9" idx="0"/>
          </p:cNvCxnSpPr>
          <p:nvPr/>
        </p:nvCxnSpPr>
        <p:spPr>
          <a:xfrm>
            <a:off x="4499992" y="3625984"/>
            <a:ext cx="0" cy="7391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>
            <a:stCxn id="9" idx="2"/>
            <a:endCxn id="7" idx="0"/>
          </p:cNvCxnSpPr>
          <p:nvPr/>
        </p:nvCxnSpPr>
        <p:spPr>
          <a:xfrm>
            <a:off x="4499992" y="5066144"/>
            <a:ext cx="0" cy="66711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6948264" y="5490748"/>
            <a:ext cx="2195736" cy="81857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Reversal distance =</a:t>
            </a:r>
            <a:r>
              <a:rPr lang="en-US" altLang="zh-TW" dirty="0" smtClean="0">
                <a:solidFill>
                  <a:srgbClr val="FF0000"/>
                </a:solidFill>
              </a:rPr>
              <a:t>2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5410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Natural algorithm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2015/9/30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4</a:t>
            </a:fld>
            <a:endParaRPr lang="zh-TW" altLang="en-US" dirty="0"/>
          </a:p>
        </p:txBody>
      </p:sp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2591321"/>
              </p:ext>
            </p:extLst>
          </p:nvPr>
        </p:nvGraphicFramePr>
        <p:xfrm>
          <a:off x="2195736" y="1484784"/>
          <a:ext cx="4608512" cy="648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4"/>
                <a:gridCol w="828092"/>
                <a:gridCol w="828092"/>
                <a:gridCol w="828092"/>
                <a:gridCol w="828092"/>
              </a:tblGrid>
              <a:tr h="64807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Input: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5686698"/>
              </p:ext>
            </p:extLst>
          </p:nvPr>
        </p:nvGraphicFramePr>
        <p:xfrm>
          <a:off x="2195736" y="5975764"/>
          <a:ext cx="4608512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4"/>
                <a:gridCol w="828092"/>
                <a:gridCol w="828092"/>
                <a:gridCol w="828092"/>
                <a:gridCol w="828092"/>
              </a:tblGrid>
              <a:tr h="7200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Output: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0268648"/>
              </p:ext>
            </p:extLst>
          </p:nvPr>
        </p:nvGraphicFramePr>
        <p:xfrm>
          <a:off x="2195736" y="2511936"/>
          <a:ext cx="4608512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4"/>
                <a:gridCol w="828092"/>
                <a:gridCol w="828092"/>
                <a:gridCol w="828092"/>
                <a:gridCol w="828092"/>
              </a:tblGrid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Reverse</a:t>
                      </a:r>
                    </a:p>
                    <a:p>
                      <a:pPr algn="ctr"/>
                      <a:r>
                        <a:rPr lang="en-US" altLang="zh-TW" sz="2000" dirty="0" smtClean="0"/>
                        <a:t>[1,2]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3256614"/>
              </p:ext>
            </p:extLst>
          </p:nvPr>
        </p:nvGraphicFramePr>
        <p:xfrm>
          <a:off x="2195736" y="3664064"/>
          <a:ext cx="4608512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4"/>
                <a:gridCol w="828092"/>
                <a:gridCol w="828092"/>
                <a:gridCol w="828092"/>
                <a:gridCol w="828092"/>
              </a:tblGrid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Reverse</a:t>
                      </a:r>
                    </a:p>
                    <a:p>
                      <a:pPr algn="ctr"/>
                      <a:r>
                        <a:rPr lang="en-US" altLang="zh-TW" sz="2000" dirty="0" smtClean="0"/>
                        <a:t>[2,3]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0" name="直線單箭頭接點 9"/>
          <p:cNvCxnSpPr>
            <a:stCxn id="6" idx="2"/>
            <a:endCxn id="8" idx="0"/>
          </p:cNvCxnSpPr>
          <p:nvPr/>
        </p:nvCxnSpPr>
        <p:spPr>
          <a:xfrm>
            <a:off x="4499992" y="2132856"/>
            <a:ext cx="0" cy="379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>
            <a:stCxn id="8" idx="2"/>
            <a:endCxn id="9" idx="0"/>
          </p:cNvCxnSpPr>
          <p:nvPr/>
        </p:nvCxnSpPr>
        <p:spPr>
          <a:xfrm>
            <a:off x="4499992" y="3212976"/>
            <a:ext cx="0" cy="4510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>
            <a:stCxn id="9" idx="2"/>
            <a:endCxn id="14" idx="0"/>
          </p:cNvCxnSpPr>
          <p:nvPr/>
        </p:nvCxnSpPr>
        <p:spPr>
          <a:xfrm>
            <a:off x="4499992" y="4365104"/>
            <a:ext cx="0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6948264" y="5273248"/>
            <a:ext cx="2195736" cy="89205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tIns="324000" rtlCol="0" anchor="ctr" anchorCtr="1">
            <a:noAutofit/>
          </a:bodyPr>
          <a:lstStyle/>
          <a:p>
            <a:pPr algn="ctr"/>
            <a:r>
              <a:rPr lang="en-US" altLang="zh-TW" dirty="0" smtClean="0"/>
              <a:t>Reversal distance </a:t>
            </a:r>
          </a:p>
          <a:p>
            <a:pPr algn="ctr"/>
            <a:r>
              <a:rPr lang="en-US" altLang="zh-TW" dirty="0" smtClean="0">
                <a:solidFill>
                  <a:srgbClr val="FF0000"/>
                </a:solidFill>
              </a:rPr>
              <a:t>=3=n-1</a:t>
            </a:r>
          </a:p>
          <a:p>
            <a:pPr algn="ctr"/>
            <a:endParaRPr lang="zh-TW" altLang="en-US" dirty="0"/>
          </a:p>
        </p:txBody>
      </p:sp>
      <p:graphicFrame>
        <p:nvGraphicFramePr>
          <p:cNvPr id="14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3871713"/>
              </p:ext>
            </p:extLst>
          </p:nvPr>
        </p:nvGraphicFramePr>
        <p:xfrm>
          <a:off x="2195736" y="4797152"/>
          <a:ext cx="4608512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4"/>
                <a:gridCol w="828092"/>
                <a:gridCol w="828092"/>
                <a:gridCol w="828092"/>
                <a:gridCol w="828092"/>
              </a:tblGrid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Reverse</a:t>
                      </a:r>
                    </a:p>
                    <a:p>
                      <a:pPr algn="ctr"/>
                      <a:r>
                        <a:rPr lang="en-US" altLang="zh-TW" sz="2000" dirty="0" smtClean="0"/>
                        <a:t>[3,4]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6" name="直線單箭頭接點 15"/>
          <p:cNvCxnSpPr>
            <a:stCxn id="14" idx="2"/>
            <a:endCxn id="7" idx="0"/>
          </p:cNvCxnSpPr>
          <p:nvPr/>
        </p:nvCxnSpPr>
        <p:spPr>
          <a:xfrm>
            <a:off x="4499992" y="5498192"/>
            <a:ext cx="0" cy="4775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7291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資料庫圖表 6"/>
              <p:cNvGraphicFramePr/>
              <p:nvPr>
                <p:extLst>
                  <p:ext uri="{D42A27DB-BD31-4B8C-83A1-F6EECF244321}">
                    <p14:modId xmlns:p14="http://schemas.microsoft.com/office/powerpoint/2010/main" val="401345628"/>
                  </p:ext>
                </p:extLst>
              </p:nvPr>
            </p:nvGraphicFramePr>
            <p:xfrm>
              <a:off x="323528" y="3429000"/>
              <a:ext cx="7848872" cy="2911872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7" name="資料庫圖表 6"/>
              <p:cNvGraphicFramePr/>
              <p:nvPr>
                <p:extLst>
                  <p:ext uri="{D42A27DB-BD31-4B8C-83A1-F6EECF244321}">
                    <p14:modId xmlns:p14="http://schemas.microsoft.com/office/powerpoint/2010/main" val="401345628"/>
                  </p:ext>
                </p:extLst>
              </p:nvPr>
            </p:nvGraphicFramePr>
            <p:xfrm>
              <a:off x="323528" y="3429000"/>
              <a:ext cx="7848872" cy="2911872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</a:t>
            </a:r>
            <a:r>
              <a:rPr lang="en-US" altLang="zh-TW" dirty="0" smtClean="0"/>
              <a:t>erminology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2015/9/30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5</a:t>
            </a:fld>
            <a:endParaRPr lang="zh-TW" altLang="en-US"/>
          </a:p>
        </p:txBody>
      </p:sp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8790318"/>
              </p:ext>
            </p:extLst>
          </p:nvPr>
        </p:nvGraphicFramePr>
        <p:xfrm>
          <a:off x="1547666" y="1916832"/>
          <a:ext cx="6048674" cy="648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58"/>
                <a:gridCol w="768086"/>
                <a:gridCol w="768086"/>
                <a:gridCol w="768086"/>
                <a:gridCol w="768086"/>
                <a:gridCol w="768086"/>
                <a:gridCol w="768086"/>
              </a:tblGrid>
              <a:tr h="64807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/>
                        <a:t>Input(</a:t>
                      </a:r>
                      <a:r>
                        <a:rPr lang="el-GR" altLang="zh-TW" sz="2000" b="0" i="0" dirty="0" smtClean="0"/>
                        <a:t>π</a:t>
                      </a:r>
                      <a:r>
                        <a:rPr lang="en-US" altLang="zh-TW" sz="2000" dirty="0" smtClean="0"/>
                        <a:t>):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4499992" y="1813682"/>
            <a:ext cx="72008" cy="93610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1076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資料庫圖表 6"/>
              <p:cNvGraphicFramePr/>
              <p:nvPr>
                <p:extLst>
                  <p:ext uri="{D42A27DB-BD31-4B8C-83A1-F6EECF244321}">
                    <p14:modId xmlns:p14="http://schemas.microsoft.com/office/powerpoint/2010/main" val="3891021772"/>
                  </p:ext>
                </p:extLst>
              </p:nvPr>
            </p:nvGraphicFramePr>
            <p:xfrm>
              <a:off x="323528" y="3429000"/>
              <a:ext cx="7848872" cy="2911872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7" name="資料庫圖表 6"/>
              <p:cNvGraphicFramePr/>
              <p:nvPr>
                <p:extLst>
                  <p:ext uri="{D42A27DB-BD31-4B8C-83A1-F6EECF244321}">
                    <p14:modId xmlns:p14="http://schemas.microsoft.com/office/powerpoint/2010/main" val="3891021772"/>
                  </p:ext>
                </p:extLst>
              </p:nvPr>
            </p:nvGraphicFramePr>
            <p:xfrm>
              <a:off x="323528" y="3429000"/>
              <a:ext cx="7848872" cy="2911872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</a:t>
            </a:r>
            <a:r>
              <a:rPr lang="en-US" altLang="zh-TW" dirty="0" smtClean="0"/>
              <a:t>erminology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2015/9/30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6</a:t>
            </a:fld>
            <a:endParaRPr lang="zh-TW" altLang="en-US"/>
          </a:p>
        </p:txBody>
      </p:sp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3635051"/>
              </p:ext>
            </p:extLst>
          </p:nvPr>
        </p:nvGraphicFramePr>
        <p:xfrm>
          <a:off x="1547666" y="1916832"/>
          <a:ext cx="6048674" cy="648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58"/>
                <a:gridCol w="768086"/>
                <a:gridCol w="768086"/>
                <a:gridCol w="768086"/>
                <a:gridCol w="768086"/>
                <a:gridCol w="768086"/>
                <a:gridCol w="768086"/>
              </a:tblGrid>
              <a:tr h="64807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/>
                        <a:t>Input(</a:t>
                      </a:r>
                      <a:r>
                        <a:rPr lang="el-GR" altLang="zh-TW" sz="2000" b="0" i="0" dirty="0" smtClean="0"/>
                        <a:t>π</a:t>
                      </a:r>
                      <a:r>
                        <a:rPr lang="en-US" altLang="zh-TW" sz="2000" dirty="0" smtClean="0"/>
                        <a:t>):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  <a:endParaRPr lang="zh-TW" altLang="en-US" sz="20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4499992" y="1813682"/>
            <a:ext cx="72008" cy="93610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6804248" y="1798767"/>
            <a:ext cx="72008" cy="93610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5865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decreasing strip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2015/9/30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7</a:t>
            </a:fld>
            <a:endParaRPr lang="zh-TW" altLang="en-US"/>
          </a:p>
        </p:txBody>
      </p:sp>
      <p:graphicFrame>
        <p:nvGraphicFramePr>
          <p:cNvPr id="17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50748390"/>
              </p:ext>
            </p:extLst>
          </p:nvPr>
        </p:nvGraphicFramePr>
        <p:xfrm>
          <a:off x="2195736" y="1484784"/>
          <a:ext cx="5256585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569"/>
                <a:gridCol w="694836"/>
                <a:gridCol w="694836"/>
                <a:gridCol w="694836"/>
                <a:gridCol w="694836"/>
                <a:gridCol w="694836"/>
                <a:gridCol w="694836"/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Input: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2708699"/>
              </p:ext>
            </p:extLst>
          </p:nvPr>
        </p:nvGraphicFramePr>
        <p:xfrm>
          <a:off x="2195734" y="3520048"/>
          <a:ext cx="5256586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570"/>
                <a:gridCol w="694836"/>
                <a:gridCol w="694836"/>
                <a:gridCol w="694836"/>
                <a:gridCol w="694836"/>
                <a:gridCol w="694836"/>
                <a:gridCol w="694836"/>
              </a:tblGrid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Reverse</a:t>
                      </a:r>
                    </a:p>
                    <a:p>
                      <a:pPr algn="ctr"/>
                      <a:r>
                        <a:rPr lang="en-US" altLang="zh-TW" sz="2000" dirty="0" smtClean="0"/>
                        <a:t>[1,4]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9908217"/>
              </p:ext>
            </p:extLst>
          </p:nvPr>
        </p:nvGraphicFramePr>
        <p:xfrm>
          <a:off x="2195736" y="5536272"/>
          <a:ext cx="5256585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569"/>
                <a:gridCol w="694836"/>
                <a:gridCol w="694836"/>
                <a:gridCol w="694836"/>
                <a:gridCol w="694836"/>
                <a:gridCol w="694836"/>
                <a:gridCol w="694836"/>
              </a:tblGrid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Reverse</a:t>
                      </a:r>
                    </a:p>
                    <a:p>
                      <a:pPr algn="ctr"/>
                      <a:r>
                        <a:rPr lang="en-US" altLang="zh-TW" sz="2000" dirty="0" smtClean="0"/>
                        <a:t>[1,3]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20" name="直線單箭頭接點 19"/>
          <p:cNvCxnSpPr>
            <a:stCxn id="17" idx="2"/>
            <a:endCxn id="18" idx="0"/>
          </p:cNvCxnSpPr>
          <p:nvPr/>
        </p:nvCxnSpPr>
        <p:spPr>
          <a:xfrm flipH="1">
            <a:off x="4824027" y="2185824"/>
            <a:ext cx="1" cy="133422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>
            <a:stCxn id="18" idx="2"/>
            <a:endCxn id="19" idx="0"/>
          </p:cNvCxnSpPr>
          <p:nvPr/>
        </p:nvCxnSpPr>
        <p:spPr>
          <a:xfrm>
            <a:off x="4824027" y="4221088"/>
            <a:ext cx="1" cy="131518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3241616" y="2475560"/>
            <a:ext cx="3096344" cy="61073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tIns="324000" rtlCol="0" anchor="ctr" anchorCtr="1">
            <a:noAutofit/>
          </a:bodyPr>
          <a:lstStyle/>
          <a:p>
            <a:pPr algn="ctr"/>
            <a:r>
              <a:rPr lang="en-US" altLang="zh-TW" dirty="0" smtClean="0"/>
              <a:t>Remove 1 breakpoint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algn="ctr"/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3275856" y="4546456"/>
            <a:ext cx="3096344" cy="61073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tIns="324000" rtlCol="0" anchor="ctr" anchorCtr="1">
            <a:noAutofit/>
          </a:bodyPr>
          <a:lstStyle/>
          <a:p>
            <a:pPr algn="ctr"/>
            <a:r>
              <a:rPr lang="en-US" altLang="zh-TW" dirty="0" smtClean="0"/>
              <a:t>Remove 2 breakpoints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algn="ctr"/>
            <a:endParaRPr lang="zh-TW" altLang="en-US" dirty="0"/>
          </a:p>
        </p:txBody>
      </p:sp>
      <p:sp>
        <p:nvSpPr>
          <p:cNvPr id="3" name="矩形 2"/>
          <p:cNvSpPr/>
          <p:nvPr/>
        </p:nvSpPr>
        <p:spPr>
          <a:xfrm>
            <a:off x="3923928" y="3429000"/>
            <a:ext cx="72008" cy="93610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3934847" y="1340768"/>
            <a:ext cx="72008" cy="93610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6732240" y="1340768"/>
            <a:ext cx="72008" cy="93610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4655809" y="1340768"/>
            <a:ext cx="72008" cy="93610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/>
          <p:cNvSpPr/>
          <p:nvPr/>
        </p:nvSpPr>
        <p:spPr>
          <a:xfrm>
            <a:off x="6030162" y="3376032"/>
            <a:ext cx="72008" cy="93610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1539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greedy </a:t>
            </a:r>
            <a:r>
              <a:rPr lang="en-US" altLang="zh-TW" dirty="0" smtClean="0"/>
              <a:t>algorithm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2015/9/30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8</a:t>
            </a:fld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556792"/>
            <a:ext cx="8964488" cy="4574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32178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Time complexity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2015/9/30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2139315"/>
            <a:ext cx="5667375" cy="1228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1599818"/>
            <a:ext cx="2219325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/>
          <p:cNvSpPr/>
          <p:nvPr/>
        </p:nvSpPr>
        <p:spPr>
          <a:xfrm>
            <a:off x="971600" y="1593359"/>
            <a:ext cx="3096344" cy="5394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>
                <a:solidFill>
                  <a:schemeClr val="tx1"/>
                </a:solidFill>
              </a:rPr>
              <a:t>Number of breakpoint  =</a:t>
            </a:r>
            <a:r>
              <a:rPr lang="en-US" altLang="zh-TW" b="1" dirty="0" smtClean="0"/>
              <a:t>=</a:t>
            </a:r>
            <a:endParaRPr lang="zh-TW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1809437" y="3861048"/>
                <a:ext cx="6304290" cy="63562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3000" dirty="0" smtClean="0"/>
                  <a:t>O(n) iterations *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3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TW" sz="30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3000" b="0" i="1" smtClean="0">
                                <a:latin typeface="Cambria Math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TW" sz="3000" b="0" i="1" smtClean="0">
                                <a:latin typeface="Cambria Math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TW" sz="3000" dirty="0" smtClean="0"/>
                  <a:t> reversals =&gt; O(n</a:t>
                </a:r>
                <a:r>
                  <a:rPr lang="en-US" altLang="zh-TW" sz="3000" baseline="30000" dirty="0"/>
                  <a:t>3</a:t>
                </a:r>
                <a:r>
                  <a:rPr lang="en-US" altLang="zh-TW" sz="3000" dirty="0" smtClean="0"/>
                  <a:t>)</a:t>
                </a: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437" y="3861048"/>
                <a:ext cx="6304290" cy="635623"/>
              </a:xfrm>
              <a:prstGeom prst="rect">
                <a:avLst/>
              </a:prstGeom>
              <a:blipFill rotWithShape="1">
                <a:blip r:embed="rId4"/>
                <a:stretch>
                  <a:fillRect l="-2321" t="-7619" r="-1451"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/>
          <p:cNvSpPr/>
          <p:nvPr/>
        </p:nvSpPr>
        <p:spPr>
          <a:xfrm>
            <a:off x="2123728" y="5733256"/>
            <a:ext cx="4935967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000" dirty="0" smtClean="0"/>
              <a:t>O(n) iterations * O(n)=&gt; O(n</a:t>
            </a:r>
            <a:r>
              <a:rPr lang="en-US" altLang="zh-TW" sz="3000" baseline="30000" dirty="0" smtClean="0"/>
              <a:t>2</a:t>
            </a:r>
            <a:r>
              <a:rPr lang="en-US" altLang="zh-TW" sz="3000" dirty="0" smtClean="0"/>
              <a:t>)</a:t>
            </a:r>
          </a:p>
        </p:txBody>
      </p:sp>
      <p:sp>
        <p:nvSpPr>
          <p:cNvPr id="3" name="向下箭號 2"/>
          <p:cNvSpPr/>
          <p:nvPr/>
        </p:nvSpPr>
        <p:spPr>
          <a:xfrm>
            <a:off x="4211960" y="4653136"/>
            <a:ext cx="529431" cy="936104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4813399" y="4653136"/>
            <a:ext cx="4151089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dirty="0"/>
              <a:t>By considering the form of reversals that remove one </a:t>
            </a:r>
            <a:r>
              <a:rPr lang="en-US" altLang="zh-TW" dirty="0" smtClean="0"/>
              <a:t>and two breakpoints.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18783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Lower bound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2015/9/30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10</a:t>
            </a:fld>
            <a:endParaRPr lang="zh-TW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" y="2204864"/>
            <a:ext cx="9324208" cy="36009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7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8845048"/>
              </p:ext>
            </p:extLst>
          </p:nvPr>
        </p:nvGraphicFramePr>
        <p:xfrm>
          <a:off x="1890115" y="1340768"/>
          <a:ext cx="5256586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570"/>
                <a:gridCol w="694836"/>
                <a:gridCol w="694836"/>
                <a:gridCol w="694836"/>
                <a:gridCol w="694836"/>
                <a:gridCol w="694836"/>
                <a:gridCol w="694836"/>
              </a:tblGrid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Reverse</a:t>
                      </a:r>
                    </a:p>
                    <a:p>
                      <a:pPr algn="ctr"/>
                      <a:r>
                        <a:rPr lang="en-US" altLang="zh-TW" sz="2000" dirty="0" smtClean="0"/>
                        <a:t>[1,4]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x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y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  <a:p>
                      <a:pPr algn="ctr"/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x'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y'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  <a:p>
                      <a:pPr algn="ctr"/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74" y="5819775"/>
            <a:ext cx="8210550" cy="103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4788024" y="4005318"/>
                <a:ext cx="4680520" cy="1225464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altLang="zh-TW" dirty="0" smtClean="0"/>
                  <a:t>Construct time : O(n)</a:t>
                </a:r>
              </a:p>
              <a:p>
                <a:r>
                  <a:rPr lang="en-US" altLang="zh-TW" dirty="0" smtClean="0"/>
                  <a:t>Computing a maximum cardinality matching :</a:t>
                </a:r>
              </a:p>
              <a:p>
                <a:r>
                  <a:rPr lang="en-US" altLang="zh-TW" dirty="0" smtClean="0"/>
                  <a:t>O(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/>
                      </a:rPr>
                      <m:t>E</m:t>
                    </m:r>
                    <m:rad>
                      <m:radPr>
                        <m:degHide m:val="on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𝑉</m:t>
                        </m:r>
                      </m:e>
                    </m:rad>
                  </m:oMath>
                </a14:m>
                <a:r>
                  <a:rPr lang="en-US" altLang="zh-TW" dirty="0" smtClean="0"/>
                  <a:t>) time =&gt;  O(n</a:t>
                </a:r>
                <a:r>
                  <a:rPr lang="en-US" altLang="zh-TW" baseline="30000" dirty="0" smtClean="0"/>
                  <a:t>3/2</a:t>
                </a:r>
                <a:r>
                  <a:rPr lang="en-US" altLang="zh-TW" dirty="0" smtClean="0"/>
                  <a:t>) time</a:t>
                </a: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024" y="4005318"/>
                <a:ext cx="4680520" cy="1225464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9455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 Family of Lower </a:t>
            </a:r>
            <a:r>
              <a:rPr lang="en-US" altLang="zh-TW" dirty="0" smtClean="0"/>
              <a:t>Bounds</a:t>
            </a:r>
            <a:endParaRPr lang="zh-TW" altLang="en-US" dirty="0"/>
          </a:p>
        </p:txBody>
      </p:sp>
      <p:pic>
        <p:nvPicPr>
          <p:cNvPr id="6" name="內容版面配置區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1560" y="1434960"/>
            <a:ext cx="8229600" cy="1480576"/>
          </a:xfrm>
          <a:prstGeom prst="rect">
            <a:avLst/>
          </a:prstGeom>
        </p:spPr>
      </p:pic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2015/9/30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11</a:t>
            </a:fld>
            <a:endParaRPr lang="zh-TW" altLang="en-US"/>
          </a:p>
        </p:txBody>
      </p:sp>
      <p:graphicFrame>
        <p:nvGraphicFramePr>
          <p:cNvPr id="8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26086221"/>
              </p:ext>
            </p:extLst>
          </p:nvPr>
        </p:nvGraphicFramePr>
        <p:xfrm>
          <a:off x="2195736" y="3803210"/>
          <a:ext cx="4608511" cy="520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3485"/>
                <a:gridCol w="609171"/>
                <a:gridCol w="609171"/>
                <a:gridCol w="609171"/>
                <a:gridCol w="609171"/>
                <a:gridCol w="609171"/>
                <a:gridCol w="609171"/>
              </a:tblGrid>
              <a:tr h="52019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Input:</a:t>
                      </a:r>
                      <a:endParaRPr lang="zh-TW" alt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49828655"/>
              </p:ext>
            </p:extLst>
          </p:nvPr>
        </p:nvGraphicFramePr>
        <p:xfrm>
          <a:off x="2201970" y="4748834"/>
          <a:ext cx="460851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3485"/>
                <a:gridCol w="609171"/>
                <a:gridCol w="609171"/>
                <a:gridCol w="609171"/>
                <a:gridCol w="609171"/>
                <a:gridCol w="609171"/>
                <a:gridCol w="609171"/>
              </a:tblGrid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Reverse</a:t>
                      </a:r>
                    </a:p>
                    <a:p>
                      <a:pPr algn="ctr"/>
                      <a:r>
                        <a:rPr lang="en-US" altLang="zh-TW" sz="1500" dirty="0" smtClean="0"/>
                        <a:t>[1,n]</a:t>
                      </a:r>
                      <a:endParaRPr lang="zh-TW" altLang="en-US" sz="1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93136199"/>
              </p:ext>
            </p:extLst>
          </p:nvPr>
        </p:nvGraphicFramePr>
        <p:xfrm>
          <a:off x="2201971" y="5688672"/>
          <a:ext cx="460851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3485"/>
                <a:gridCol w="609171"/>
                <a:gridCol w="609171"/>
                <a:gridCol w="609171"/>
                <a:gridCol w="609171"/>
                <a:gridCol w="609171"/>
                <a:gridCol w="609171"/>
              </a:tblGrid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Reverse</a:t>
                      </a:r>
                    </a:p>
                    <a:p>
                      <a:pPr algn="ctr"/>
                      <a:r>
                        <a:rPr lang="en-US" altLang="zh-TW" sz="1500" dirty="0" smtClean="0"/>
                        <a:t>[1,n-1]</a:t>
                      </a:r>
                      <a:endParaRPr lang="zh-TW" altLang="en-US" sz="1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11" name="直線單箭頭接點 10"/>
          <p:cNvCxnSpPr>
            <a:stCxn id="8" idx="2"/>
            <a:endCxn id="9" idx="0"/>
          </p:cNvCxnSpPr>
          <p:nvPr/>
        </p:nvCxnSpPr>
        <p:spPr>
          <a:xfrm>
            <a:off x="4499991" y="4323402"/>
            <a:ext cx="6234" cy="4254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>
            <a:stCxn id="9" idx="2"/>
            <a:endCxn id="10" idx="0"/>
          </p:cNvCxnSpPr>
          <p:nvPr/>
        </p:nvCxnSpPr>
        <p:spPr>
          <a:xfrm>
            <a:off x="4506225" y="5297474"/>
            <a:ext cx="1" cy="39119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2951819" y="3001428"/>
            <a:ext cx="3096344" cy="61073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tIns="324000" rtlCol="0" anchor="ctr" anchorCtr="1">
            <a:noAutofit/>
          </a:bodyPr>
          <a:lstStyle/>
          <a:p>
            <a:pPr algn="ctr"/>
            <a:r>
              <a:rPr lang="en-US" altLang="zh-TW" dirty="0" smtClean="0"/>
              <a:t>3-move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algn="ctr"/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 flipH="1">
            <a:off x="3707904" y="3727468"/>
            <a:ext cx="99725" cy="70964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矩形 37"/>
          <p:cNvSpPr/>
          <p:nvPr/>
        </p:nvSpPr>
        <p:spPr>
          <a:xfrm flipH="1">
            <a:off x="4328259" y="3717032"/>
            <a:ext cx="99725" cy="70964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矩形 38"/>
          <p:cNvSpPr/>
          <p:nvPr/>
        </p:nvSpPr>
        <p:spPr>
          <a:xfrm flipH="1">
            <a:off x="6128459" y="3717032"/>
            <a:ext cx="99725" cy="70964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 39"/>
          <p:cNvSpPr/>
          <p:nvPr/>
        </p:nvSpPr>
        <p:spPr>
          <a:xfrm flipH="1">
            <a:off x="3707904" y="4663572"/>
            <a:ext cx="99725" cy="70964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矩形 40"/>
          <p:cNvSpPr/>
          <p:nvPr/>
        </p:nvSpPr>
        <p:spPr>
          <a:xfrm flipH="1">
            <a:off x="5552395" y="4663572"/>
            <a:ext cx="99725" cy="70964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矩形 41"/>
          <p:cNvSpPr/>
          <p:nvPr/>
        </p:nvSpPr>
        <p:spPr>
          <a:xfrm flipH="1">
            <a:off x="6111883" y="4651517"/>
            <a:ext cx="99725" cy="70964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68548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 Family of Lower </a:t>
            </a:r>
            <a:r>
              <a:rPr lang="en-US" altLang="zh-TW" dirty="0" smtClean="0"/>
              <a:t>Bounds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2015/9/30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12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609" y="1124744"/>
            <a:ext cx="8488863" cy="4232696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5" y="5285767"/>
            <a:ext cx="8712967" cy="1471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8514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E</a:t>
            </a:r>
            <a:r>
              <a:rPr lang="en-US" altLang="zh-TW" dirty="0" smtClean="0"/>
              <a:t>xact algorithm</a:t>
            </a:r>
            <a:br>
              <a:rPr lang="en-US" altLang="zh-TW" dirty="0" smtClean="0"/>
            </a:br>
            <a:r>
              <a:rPr lang="en-US" altLang="zh-TW" dirty="0" smtClean="0"/>
              <a:t>(linear programing)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2015/9/30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13</a:t>
            </a:fld>
            <a:endParaRPr lang="zh-TW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031" y="1505814"/>
            <a:ext cx="7575401" cy="5307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25290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2015/9/30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14</a:t>
            </a:fld>
            <a:endParaRPr lang="zh-TW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46" y="332656"/>
            <a:ext cx="8239125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845" y="3474720"/>
            <a:ext cx="8086725" cy="331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矩形 7"/>
          <p:cNvSpPr/>
          <p:nvPr/>
        </p:nvSpPr>
        <p:spPr>
          <a:xfrm>
            <a:off x="6343248" y="2593112"/>
            <a:ext cx="2800752" cy="61073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tIns="324000" rtlCol="0" anchor="ctr" anchorCtr="1">
            <a:noAutofit/>
          </a:bodyPr>
          <a:lstStyle/>
          <a:p>
            <a:pPr algn="ctr"/>
            <a:r>
              <a:rPr lang="en-US" altLang="zh-TW" dirty="0" smtClean="0"/>
              <a:t>Lower bound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algn="ctr"/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6343248" y="5517232"/>
            <a:ext cx="2800752" cy="61073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tIns="324000" rtlCol="0" anchor="ctr" anchorCtr="1">
            <a:noAutofit/>
          </a:bodyPr>
          <a:lstStyle/>
          <a:p>
            <a:pPr algn="ctr"/>
            <a:r>
              <a:rPr lang="en-US" altLang="zh-TW" dirty="0" smtClean="0"/>
              <a:t>upper bound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26926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Time complexity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2015/9/30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15</a:t>
            </a:fld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611560" y="4221088"/>
            <a:ext cx="7848872" cy="22313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3200" i="1" dirty="0"/>
              <a:t>O(mL(n, n)) </a:t>
            </a:r>
            <a:r>
              <a:rPr lang="en-US" altLang="zh-TW" sz="3200" dirty="0"/>
              <a:t>time </a:t>
            </a:r>
            <a:endParaRPr lang="en-US" altLang="zh-TW" sz="3200" dirty="0" smtClean="0"/>
          </a:p>
          <a:p>
            <a:pPr algn="ctr"/>
            <a:endParaRPr lang="en-US" altLang="zh-TW" sz="3200" dirty="0" smtClean="0"/>
          </a:p>
          <a:p>
            <a:r>
              <a:rPr lang="en-US" altLang="zh-TW" sz="2500" dirty="0" smtClean="0"/>
              <a:t>m : </a:t>
            </a:r>
            <a:r>
              <a:rPr lang="en-US" altLang="zh-TW" sz="2500" dirty="0"/>
              <a:t>the size of the branch and bound search tree </a:t>
            </a:r>
          </a:p>
          <a:p>
            <a:r>
              <a:rPr lang="en-US" altLang="zh-TW" sz="2500" dirty="0" smtClean="0"/>
              <a:t>L(n</a:t>
            </a:r>
            <a:r>
              <a:rPr lang="en-US" altLang="zh-TW" sz="2500" dirty="0"/>
              <a:t>, n) </a:t>
            </a:r>
            <a:r>
              <a:rPr lang="en-US" altLang="zh-TW" sz="2500" dirty="0" smtClean="0"/>
              <a:t>: </a:t>
            </a:r>
            <a:r>
              <a:rPr lang="en-US" altLang="zh-TW" sz="2500" dirty="0"/>
              <a:t>the time to solve a linear program of n variables and n constraints</a:t>
            </a:r>
            <a:endParaRPr lang="zh-TW" altLang="en-US" sz="2500" dirty="0"/>
          </a:p>
        </p:txBody>
      </p:sp>
      <p:sp>
        <p:nvSpPr>
          <p:cNvPr id="13" name="矩形 12"/>
          <p:cNvSpPr/>
          <p:nvPr/>
        </p:nvSpPr>
        <p:spPr>
          <a:xfrm>
            <a:off x="2866187" y="1730871"/>
            <a:ext cx="332494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i="1" dirty="0" smtClean="0"/>
              <a:t>O(mL(4</a:t>
            </a:r>
            <a:r>
              <a:rPr lang="en-US" altLang="zh-TW" sz="3200" i="1" baseline="30000" dirty="0" smtClean="0"/>
              <a:t>k</a:t>
            </a:r>
            <a:r>
              <a:rPr lang="en-US" altLang="zh-TW" sz="3200" i="1" dirty="0" smtClean="0"/>
              <a:t>n</a:t>
            </a:r>
            <a:r>
              <a:rPr lang="en-US" altLang="zh-TW" sz="3200" i="1" dirty="0"/>
              <a:t>, n)) </a:t>
            </a:r>
            <a:r>
              <a:rPr lang="en-US" altLang="zh-TW" sz="3200" dirty="0" smtClean="0"/>
              <a:t>time</a:t>
            </a:r>
            <a:endParaRPr lang="en-US" altLang="zh-TW" sz="3200" dirty="0"/>
          </a:p>
        </p:txBody>
      </p:sp>
      <p:sp>
        <p:nvSpPr>
          <p:cNvPr id="14" name="向下箭號 13"/>
          <p:cNvSpPr/>
          <p:nvPr/>
        </p:nvSpPr>
        <p:spPr>
          <a:xfrm>
            <a:off x="4186585" y="2852936"/>
            <a:ext cx="529431" cy="936104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3438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2015/9/30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16</a:t>
            </a:fld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65" t="13795" r="29494"/>
          <a:stretch/>
        </p:blipFill>
        <p:spPr bwMode="auto">
          <a:xfrm>
            <a:off x="1907704" y="1628800"/>
            <a:ext cx="5377651" cy="50046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3" y="568743"/>
            <a:ext cx="9170389" cy="488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2502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owerpoint sample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2509</TotalTime>
  <Words>507</Words>
  <Application>Microsoft Office PowerPoint</Application>
  <PresentationFormat>如螢幕大小 (4:3)</PresentationFormat>
  <Paragraphs>217</Paragraphs>
  <Slides>17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4" baseType="lpstr">
      <vt:lpstr>新細明體</vt:lpstr>
      <vt:lpstr>標楷體</vt:lpstr>
      <vt:lpstr>Arial</vt:lpstr>
      <vt:lpstr>Calibri</vt:lpstr>
      <vt:lpstr>Cambria Math</vt:lpstr>
      <vt:lpstr>Times New Roman</vt:lpstr>
      <vt:lpstr>Office 佈景主題</vt:lpstr>
      <vt:lpstr> Exact and approximation algorithms for the inversion distance between two chromosomes</vt:lpstr>
      <vt:lpstr>Abstract</vt:lpstr>
      <vt:lpstr>Abstract</vt:lpstr>
      <vt:lpstr>The reversal distance problem on permutations</vt:lpstr>
      <vt:lpstr>Natural algorithm</vt:lpstr>
      <vt:lpstr>Terminology</vt:lpstr>
      <vt:lpstr>Terminology</vt:lpstr>
      <vt:lpstr>decreasing strip</vt:lpstr>
      <vt:lpstr>The greedy algorithm</vt:lpstr>
      <vt:lpstr>Time complexity</vt:lpstr>
      <vt:lpstr>Lower bound</vt:lpstr>
      <vt:lpstr>A Family of Lower Bounds</vt:lpstr>
      <vt:lpstr>A Family of Lower Bounds</vt:lpstr>
      <vt:lpstr>Exact algorithm (linear programing)</vt:lpstr>
      <vt:lpstr>PowerPoint 簡報</vt:lpstr>
      <vt:lpstr>Time complexity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Algorithms for Two Versions of LCS Problem for Indeterminate Strings</dc:title>
  <dc:creator>Leo</dc:creator>
  <cp:lastModifiedBy>linxl</cp:lastModifiedBy>
  <cp:revision>63</cp:revision>
  <dcterms:created xsi:type="dcterms:W3CDTF">2015-08-08T16:18:04Z</dcterms:created>
  <dcterms:modified xsi:type="dcterms:W3CDTF">2015-09-30T10:21:36Z</dcterms:modified>
</cp:coreProperties>
</file>