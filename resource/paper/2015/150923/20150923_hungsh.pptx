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5" r:id="rId12"/>
    <p:sldId id="265" r:id="rId13"/>
    <p:sldId id="267" r:id="rId14"/>
    <p:sldId id="266" r:id="rId15"/>
    <p:sldId id="269" r:id="rId16"/>
    <p:sldId id="270" r:id="rId17"/>
    <p:sldId id="274" r:id="rId18"/>
    <p:sldId id="271" r:id="rId19"/>
    <p:sldId id="277" r:id="rId20"/>
    <p:sldId id="272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68" r:id="rId2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洪祥懷" initials="洪祥懷" lastIdx="1" clrIdx="0">
    <p:extLst>
      <p:ext uri="{19B8F6BF-5375-455C-9EA6-DF929625EA0E}">
        <p15:presenceInfo xmlns:p15="http://schemas.microsoft.com/office/powerpoint/2012/main" userId="960f10985fdb1ef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22" autoAdjust="0"/>
  </p:normalViewPr>
  <p:slideViewPr>
    <p:cSldViewPr snapToGrid="0">
      <p:cViewPr varScale="1">
        <p:scale>
          <a:sx n="87" d="100"/>
          <a:sy n="87" d="100"/>
        </p:scale>
        <p:origin x="1494" y="66"/>
      </p:cViewPr>
      <p:guideLst/>
    </p:cSldViewPr>
  </p:slideViewPr>
  <p:outlineViewPr>
    <p:cViewPr>
      <p:scale>
        <a:sx n="33" d="100"/>
        <a:sy n="33" d="100"/>
      </p:scale>
      <p:origin x="0" y="-43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E5D80-7D44-435E-9236-AAA335510AFC}" type="datetimeFigureOut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567E7-B2F1-4F5B-A573-DAF88E957D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532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567E7-B2F1-4F5B-A573-DAF88E957DB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6508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7AE4-40F9-45E2-8C76-30D95755224E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741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0E8BC-D5D9-45FA-A773-A7CB0B206CF1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65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0E39-8BFF-48BE-AF33-3F45EFA5C749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92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77AD7-8638-4443-B2B6-7B01CD04DD06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9793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EF201-F886-4BF8-A76F-D95A980D4BB9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32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288ED-5F5D-4559-9AB6-FF20091A499E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0494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A3D9A-6524-4500-A7B3-6E9C46B6C5B4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652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CFCA1-27DA-43E2-A2C2-64CD2123AF00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66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2FB9D-B135-48D5-BDB8-EBB3B8C551F2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10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68204-AA0B-4C6A-B77D-960FAC48803A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4884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BEF21-15A6-466C-A14B-2FA4D6EA06CF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9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1E51F-87D3-4AE4-9B7C-F729DD3F4614}" type="datetime1">
              <a:rPr lang="zh-TW" altLang="en-US" smtClean="0"/>
              <a:t>2015/9/23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09F33-ADF7-407E-A05A-7E566D1692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733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200259"/>
            <a:ext cx="6858000" cy="1371491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Cyclic Longest Common Subsequence in Quadratic Time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2922281"/>
            <a:ext cx="6858000" cy="47809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Andy Nguyen</a:t>
            </a:r>
            <a:endParaRPr lang="zh-TW" altLang="en-US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6"/>
          <p:cNvSpPr txBox="1">
            <a:spLocks noChangeArrowheads="1"/>
          </p:cNvSpPr>
          <p:nvPr/>
        </p:nvSpPr>
        <p:spPr bwMode="auto">
          <a:xfrm>
            <a:off x="3031266" y="4537580"/>
            <a:ext cx="336953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Siang-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Date:2015/9/23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82829" y="3358486"/>
            <a:ext cx="5178341" cy="623248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Science, Stanford University</a:t>
            </a:r>
          </a:p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17, 2012</a:t>
            </a:r>
            <a:endParaRPr lang="zh-TW" alt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971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present a practical algorithm for the cyclic longest common subsequence (CLCS) problem that runs in O(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time, where m and n are the lengths of the two input strings. While this is not necessarily an asymptotic improvement over the existing record, it is far simpler to understand and to implement.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8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string A of length n and an integer k,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≤ k &lt; 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define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cut(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substring(</a:t>
            </a:r>
            <a:r>
              <a:rPr lang="en-US" altLang="zh-TW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A,k,n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substring(A,0,k).</a:t>
            </a:r>
          </a:p>
          <a:p>
            <a:pPr marL="0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de-DE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cut(“</a:t>
            </a:r>
            <a:r>
              <a:rPr lang="de-DE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abcd”,2</a:t>
            </a:r>
            <a:r>
              <a:rPr lang="de-DE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“cd”+“ab” = “cdab</a:t>
            </a:r>
            <a:r>
              <a:rPr lang="de-DE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cut(“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abcd”,0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“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”+“” = “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marL="0" indent="0">
              <a:buNone/>
            </a:pP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extend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definition to any integer k by defining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cut(A, k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cut(A, k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 n) when k &lt; 0 or k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en-US" altLang="zh-TW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8885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A and B be strings of length m and n respectively, where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 ≤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A cyclic longest common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 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CLCS(A, 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string that satisfies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implies that we have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solution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CLCS that runs in O(m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022023"/>
            <a:ext cx="8077200" cy="110490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40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some cyclic longest common subsequence of A and B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CLCS(A,B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satisfies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properties: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of O(m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941493"/>
            <a:ext cx="8181975" cy="116205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68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07" y="319002"/>
            <a:ext cx="4244892" cy="3120809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593" y="309115"/>
            <a:ext cx="4309311" cy="313069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64511" y="4068772"/>
            <a:ext cx="7323525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LCS(A,B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equivalent to finding 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from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parent pointers computed by any DP solution to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LCS(A,B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(when treated as undirected edges)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a shortest path tree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rooted at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TW" alt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87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zh-TW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CLCS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solving m shortest-path problems, one for each cut of A. These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shortest-path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closely related, as we see when we construct the graph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AA,B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(Figure 2). Then the shortest paths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want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are the ones from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(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from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m+1,n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from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m-1,0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(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2m-1,n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100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14" y="0"/>
            <a:ext cx="6024172" cy="685800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420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lowest shortest path tree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shortest path tree where for every node v, the path from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contained in the shortest path tree is lower than any other shortest path from the root to the node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The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parent pointers computed by the DP solution that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favors ← first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↖   ,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finally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↑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of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ties forms a lowest shortest path tree of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rooted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(0,0).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remove the top row of nodes from the lowest shortest path tree rooted at (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we are left with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most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subtrees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 and (possibly) R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TW" sz="1800" dirty="0"/>
              <a:t>For any entry </a:t>
            </a:r>
            <a:r>
              <a:rPr lang="en-US" altLang="zh-TW" sz="1800" dirty="0" smtClean="0"/>
              <a:t>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</a:t>
            </a:r>
            <a:r>
              <a:rPr lang="en-US" altLang="zh-TW" sz="1800" dirty="0"/>
              <a:t>j) in the table, 0 </a:t>
            </a:r>
            <a:r>
              <a:rPr lang="en-US" altLang="zh-TW" sz="1800" dirty="0" smtClean="0"/>
              <a:t>≤ </a:t>
            </a:r>
            <a:r>
              <a:rPr lang="en-US" altLang="zh-TW" sz="1800" dirty="0" err="1" smtClean="0"/>
              <a:t>len</a:t>
            </a:r>
            <a:r>
              <a:rPr lang="en-US" altLang="zh-TW" sz="1800" dirty="0" smtClean="0"/>
              <a:t>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</a:t>
            </a:r>
            <a:r>
              <a:rPr lang="en-US" altLang="zh-TW" sz="1800" dirty="0"/>
              <a:t>j</a:t>
            </a:r>
            <a:r>
              <a:rPr lang="en-US" altLang="zh-TW" sz="1800" dirty="0" smtClean="0"/>
              <a:t>) - </a:t>
            </a:r>
            <a:r>
              <a:rPr lang="en-US" altLang="zh-TW" sz="1800" dirty="0" err="1" smtClean="0"/>
              <a:t>len</a:t>
            </a:r>
            <a:r>
              <a:rPr lang="en-US" altLang="zh-TW" sz="1800" dirty="0" smtClean="0"/>
              <a:t>(</a:t>
            </a:r>
            <a:r>
              <a:rPr lang="en-US" altLang="zh-TW" sz="1800" dirty="0" err="1" smtClean="0"/>
              <a:t>i</a:t>
            </a:r>
            <a:r>
              <a:rPr lang="en-US" altLang="zh-TW" sz="1800" dirty="0" smtClean="0"/>
              <a:t>, j - 1) ≤ </a:t>
            </a:r>
            <a:r>
              <a:rPr lang="en-US" altLang="zh-TW" sz="1800" dirty="0"/>
              <a:t>1.</a:t>
            </a:r>
            <a:endParaRPr lang="en-US" altLang="zh-TW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727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770" y="0"/>
            <a:ext cx="57944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92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14" y="0"/>
            <a:ext cx="6024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7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Corollary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j) be such that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j)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but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 - 1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L. Then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j - 1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)+1.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 r="-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88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36" y="371907"/>
            <a:ext cx="85344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94964"/>
            <a:ext cx="7886700" cy="507710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that the input tree is rooted at (root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1,0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14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449840"/>
            <a:ext cx="4733059" cy="640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2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14" y="0"/>
            <a:ext cx="6024172" cy="6858000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57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5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37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38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1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20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21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66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22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9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23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9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18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26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8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27</a:t>
            </a:fld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476" y="428"/>
            <a:ext cx="601904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8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presented a practical algorithm that solves CLCS in O(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 Note that the proof of correctness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relies heavily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fact that all edges in the graph have weight 1. This means that this algorithm does not naturally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to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usual extensions of the problem, such as edit distance and dynamic time warping. It may be worth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whether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can be adapted to certain classes of edge weights.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509F33-ADF7-407E-A05A-7E566D169229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17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443</TotalTime>
  <Words>699</Words>
  <Application>Microsoft Office PowerPoint</Application>
  <PresentationFormat>如螢幕大小 (4:3)</PresentationFormat>
  <Paragraphs>74</Paragraphs>
  <Slides>28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5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Solving Cyclic Longest Common Subsequence in Quadratic Time</vt:lpstr>
      <vt:lpstr>Abstract</vt:lpstr>
      <vt:lpstr>CLCS</vt:lpstr>
      <vt:lpstr>Definition 1</vt:lpstr>
      <vt:lpstr>PowerPoint 簡報</vt:lpstr>
      <vt:lpstr>PowerPoint 簡報</vt:lpstr>
      <vt:lpstr>Algorithm</vt:lpstr>
      <vt:lpstr>PowerPoint 簡報</vt:lpstr>
      <vt:lpstr>Definition 2</vt:lpstr>
      <vt:lpstr>PowerPoint 簡報</vt:lpstr>
      <vt:lpstr>PowerPoint 簡報</vt:lpstr>
      <vt:lpstr>Corollary</vt:lpstr>
      <vt:lpstr>PowerPoint 簡報</vt:lpstr>
      <vt:lpstr>assume that the input tree is rooted at (root – 1,0)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Conclusions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Cyclic Longest Common Subsequence in Quadratic Time</dc:title>
  <dc:creator>洪祥懷</dc:creator>
  <cp:lastModifiedBy>洪祥懷</cp:lastModifiedBy>
  <cp:revision>31</cp:revision>
  <dcterms:created xsi:type="dcterms:W3CDTF">2015-09-14T16:57:10Z</dcterms:created>
  <dcterms:modified xsi:type="dcterms:W3CDTF">2015-09-23T07:55:17Z</dcterms:modified>
</cp:coreProperties>
</file>