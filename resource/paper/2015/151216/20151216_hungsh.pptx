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3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1" r:id="rId9"/>
    <p:sldId id="286" r:id="rId10"/>
    <p:sldId id="282" r:id="rId11"/>
    <p:sldId id="283" r:id="rId12"/>
    <p:sldId id="284" r:id="rId13"/>
    <p:sldId id="285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726C4-EE92-4806-A44B-D64E0136DE8D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4DBF8-815D-4993-AC59-E80D65581D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35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4DBF8-815D-4993-AC59-E80D65581D4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28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4DBF8-815D-4993-AC59-E80D65581D4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16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D989-CAF2-46E9-BDC6-8E5FED457FD7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87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AD0A8-8186-4FE0-AF7D-569A6D158C0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76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BF21-DD99-462B-82B4-775A7BC6C93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08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489B-DABD-46E4-8559-974F43F112E8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60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08F3-0E23-4727-AEBF-E70A205B3818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28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C59A-607A-4AE6-8DA0-B0D2961D0EBC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0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DBB50-F909-4E6B-8672-8BA206A8242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69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52B0F-2221-44F9-A65E-C5EA75549D23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40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F8DA-7743-4BC8-AFCA-CFB30906C3DA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8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2A50-61B8-4450-ACED-BA4A10505CE4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98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CAA1-694E-4060-891F-F67FA736C5BB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90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0B525-2372-45CC-AD6F-C85D3F66776C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D05CB-C05B-49D9-A7E1-61DB0721F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69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699024"/>
            <a:ext cx="6858000" cy="892898"/>
          </a:xfrm>
        </p:spPr>
        <p:txBody>
          <a:bodyPr>
            <a:no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Non-isometric Transforms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Classification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3566" y="3117043"/>
            <a:ext cx="6858000" cy="124182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Tomasz </a:t>
            </a:r>
            <a:r>
              <a:rPr lang="en-US" altLang="zh-TW" sz="2000" dirty="0" err="1" smtClean="0"/>
              <a:t>Górecki</a:t>
            </a:r>
            <a:r>
              <a:rPr lang="en-US" altLang="zh-TW" sz="2000" dirty="0" smtClean="0"/>
              <a:t> and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Maciej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Łuczak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Systems 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Vol. 61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(2014)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 98–108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003301" y="4358865"/>
            <a:ext cx="31373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Siang-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pPr>
              <a:spcBef>
                <a:spcPct val="0"/>
              </a:spcBef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Date:2015/12/16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14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/>
            </a:r>
            <a:br>
              <a:rPr lang="zh-TW" altLang="en-US" dirty="0"/>
            </a:br>
            <a:r>
              <a:rPr lang="en-US" altLang="zh-TW" dirty="0"/>
              <a:t> </a:t>
            </a:r>
            <a:r>
              <a:rPr lang="en-US" altLang="zh-TW" sz="39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altLang="zh-TW" sz="39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3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040899"/>
            <a:ext cx="7886700" cy="326350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recent years the popularity of time series has soared. As a consequence there has been a dramatic increase in the amount of interest in querying and mining such data. In particular, many new distance measures between time series have been introduced. In this paper we propose a new distance function based on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derivatives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transforms of time series. In contrast to well-known measures from the literature, our approach combines three distances: DTW distance between time series, DTW distance between derivatives of time series, and DTW distance between transforms of time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32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/>
            </a:r>
            <a:br>
              <a:rPr lang="zh-TW" altLang="en-US" dirty="0"/>
            </a:br>
            <a:r>
              <a:rPr lang="en-US" altLang="zh-TW" dirty="0"/>
              <a:t> </a:t>
            </a:r>
            <a:r>
              <a:rPr lang="en-US" altLang="zh-TW" sz="39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altLang="zh-TW" sz="39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zh-TW" altLang="en-US" sz="3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040899"/>
            <a:ext cx="7886700" cy="326350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distance is used in classification with the nearest neighbor rule. In order to provide a comprehensive comparison, we conducted a set of experiments, testing effectiveness on 47 time series data sets from a wide variety of application domains. Our experiments show that this new method provides a significantly more accurate classification on the examined data sets.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14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時間序列（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 series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）是依時間順序型態出現的一連串連續某變數（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）的觀察值（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）之集合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Hugo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今天有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塊錢，明天有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塊錢，後天有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塊錢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0" indent="0">
              <a:buNone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這樣每天記錄有多少錢的序列就是時間序列。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81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 was used to compare different speech patterns in automatic speech recognition. It is an algorithm for measuring similarity between two sequences which may vary in time or speed.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15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路人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說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今天天氣真好阿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路人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說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爽啦今今今今天天氣氣氣氣氣真真好好阿阿阿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DTW:</a:t>
            </a:r>
          </a:p>
          <a:p>
            <a:pPr marL="0" indent="0" algn="ctr">
              <a:buNone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今天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天氣真好阿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爽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啦今今今今天天氣氣氣氣氣真真好好阿阿阿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6</a:t>
            </a:fld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 flipH="1">
            <a:off x="2712027" y="4582391"/>
            <a:ext cx="1091046" cy="8624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H="1">
            <a:off x="2992582" y="4582391"/>
            <a:ext cx="810491" cy="8936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3257550" y="4582391"/>
            <a:ext cx="545523" cy="8624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3530311" y="4582391"/>
            <a:ext cx="272762" cy="8936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>
            <a:off x="3688773" y="4582391"/>
            <a:ext cx="379268" cy="862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>
            <a:off x="3969327" y="4582391"/>
            <a:ext cx="371475" cy="862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H="1">
            <a:off x="4226504" y="4578567"/>
            <a:ext cx="345496" cy="86626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4395356" y="4578567"/>
            <a:ext cx="176644" cy="8974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4572000" y="4578567"/>
            <a:ext cx="96118" cy="9026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72000" y="4578567"/>
            <a:ext cx="327316" cy="8974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4572000" y="4578567"/>
            <a:ext cx="596179" cy="89744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4836968" y="4643509"/>
            <a:ext cx="596179" cy="80529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4870089" y="4670714"/>
            <a:ext cx="857898" cy="80529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5130514" y="4582391"/>
            <a:ext cx="810488" cy="893617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5130514" y="4582391"/>
            <a:ext cx="1075456" cy="88979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5461725" y="4578567"/>
            <a:ext cx="1006614" cy="91439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499390" y="4578567"/>
            <a:ext cx="1190406" cy="9026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5466268" y="4578567"/>
            <a:ext cx="1519013" cy="91439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60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transform: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Sine transform: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Hilbert transform: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62" y="2220432"/>
            <a:ext cx="4225259" cy="85237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62" y="3788766"/>
            <a:ext cx="3948998" cy="95957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62" y="5295235"/>
            <a:ext cx="2307155" cy="14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6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61109" y="374218"/>
            <a:ext cx="7772400" cy="914255"/>
          </a:xfrm>
        </p:spPr>
        <p:txBody>
          <a:bodyPr>
            <a:normAutofit/>
          </a:bodyPr>
          <a:lstStyle/>
          <a:p>
            <a:pPr algn="l"/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 methods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09" y="1811229"/>
            <a:ext cx="8405479" cy="54750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98" y="1958990"/>
            <a:ext cx="1431348" cy="39974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09" y="2741035"/>
            <a:ext cx="6722486" cy="46301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09" y="3586347"/>
            <a:ext cx="3439391" cy="87739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427027" y="1811229"/>
            <a:ext cx="613064" cy="641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1.Fix one element e of the training data set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2.Take an element e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≠ e , for every parameter </a:t>
            </a:r>
            <a:r>
              <a:rPr lang="el-G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compute the distance function d =                  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3.Put its value in a vector D(with k elements)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4.Repeat the procedure and obtain a new distance 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vector d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5.Compare D and d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insert smaller one in vector D</a:t>
            </a:r>
            <a:endParaRPr lang="en-US" altLang="zh-TW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569" y="2856567"/>
            <a:ext cx="1546081" cy="481945"/>
          </a:xfrm>
          <a:prstGeom prst="rect">
            <a:avLst/>
          </a:prstGeom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561109" y="374218"/>
            <a:ext cx="7772400" cy="914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 methods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4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KNN(k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85" y="1451551"/>
            <a:ext cx="5847379" cy="49822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690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ross-validation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(leave-one-out)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交叉驗證，有時亦稱循環估計，是一種統計學上將數據樣本切割成較小子集的實用方法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。先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在一個子集上做分析， 而其它子集則用來做後續對此分析的確認及驗證。一開始的子集被稱為訓練集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(training set)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。而其它的子集則被稱為驗證集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(validation set)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或測試集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(testing set)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62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 and triangle inequality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469" y="2326470"/>
            <a:ext cx="6489122" cy="704169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0" y="1777747"/>
            <a:ext cx="923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為了節省時間，用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function: lower bound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進行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的運算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0" y="3440602"/>
            <a:ext cx="7590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但若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不為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卻符合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triangle inequality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21" y="4123375"/>
            <a:ext cx="6549969" cy="72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4001"/>
            <a:ext cx="5524500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365125"/>
            <a:ext cx="7032035" cy="599122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4329" y="-195585"/>
            <a:ext cx="9483524" cy="711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2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" y="0"/>
            <a:ext cx="8186738" cy="693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9187295" cy="200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6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7" y="1922319"/>
            <a:ext cx="9044513" cy="327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9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4" y="117354"/>
            <a:ext cx="9111126" cy="265095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79" y="3157193"/>
            <a:ext cx="8927916" cy="2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9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355"/>
            <a:ext cx="9144000" cy="446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9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methods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628650" y="1808018"/>
            <a:ext cx="76364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will combine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a function (time series),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derivative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transform in one distance measure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distance measure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  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(derivative-transform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distance), for example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685252"/>
            <a:ext cx="7636449" cy="83875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585123"/>
            <a:ext cx="5058779" cy="329777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555914" y="5057322"/>
            <a:ext cx="7100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discrete derivative of a time series f with length n is defined by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14" y="5685298"/>
            <a:ext cx="4272958" cy="51129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274" y="2997591"/>
            <a:ext cx="970598" cy="40629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647" y="3390317"/>
            <a:ext cx="883227" cy="35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2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dimension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31958"/>
            <a:ext cx="4884110" cy="154277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47" y="3639104"/>
            <a:ext cx="8654902" cy="75098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410893" y="4040372"/>
            <a:ext cx="1104457" cy="340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0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9" y="197427"/>
            <a:ext cx="8963441" cy="54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9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" y="365126"/>
            <a:ext cx="9103028" cy="491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6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6" y="0"/>
            <a:ext cx="7980651" cy="675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5" y="2130137"/>
            <a:ext cx="9092045" cy="21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" y="150132"/>
            <a:ext cx="8873596" cy="343473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78" y="3584864"/>
            <a:ext cx="8362950" cy="31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4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094" y="661022"/>
            <a:ext cx="3218725" cy="110033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9" y="1912771"/>
            <a:ext cx="9058141" cy="367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5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4" y="1869649"/>
            <a:ext cx="8998566" cy="337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6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60" y="365126"/>
            <a:ext cx="8795479" cy="484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87" y="116957"/>
            <a:ext cx="7047835" cy="377008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88" y="3989990"/>
            <a:ext cx="7047835" cy="273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8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D05CB-C05B-49D9-A7E1-61DB0721FFB0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628650" y="1647370"/>
            <a:ext cx="7465890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have introduced and studied an improvement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our previous time series distance based on derivatives. As it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out, the addition of the transform gives very good results.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classification method, which combines three distances: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 distance between time series, DTW distance between derivatives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time series and DTW distance between transforms of time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series, is superior to DD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uses only the first two distances.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with cosine transform can be especially recommended,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is significantly better than DD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proposed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thanks to its parametrical approach, makes it possible to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 appropriate model for any data set. Due to the high degree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nonlinearity, the method does not easily admit a rigorous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analysis. However, the experiments that we have conducted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evidence of the power and usefulness of the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21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900</TotalTime>
  <Words>730</Words>
  <Application>Microsoft Office PowerPoint</Application>
  <PresentationFormat>如螢幕大小 (4:3)</PresentationFormat>
  <Paragraphs>111</Paragraphs>
  <Slides>31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7" baseType="lpstr">
      <vt:lpstr>新細明體</vt:lpstr>
      <vt:lpstr>Arial</vt:lpstr>
      <vt:lpstr>Calibri</vt:lpstr>
      <vt:lpstr>Calibri Light</vt:lpstr>
      <vt:lpstr>Times New Roman</vt:lpstr>
      <vt:lpstr>Office 佈景主題</vt:lpstr>
      <vt:lpstr>Non-isometric Transforms in Time Series Classification using DTW</vt:lpstr>
      <vt:lpstr>  Abstract (1/2)</vt:lpstr>
      <vt:lpstr>  Abstract (2/2)</vt:lpstr>
      <vt:lpstr>Time series</vt:lpstr>
      <vt:lpstr>Dynamic time warping(DTW)</vt:lpstr>
      <vt:lpstr>Dynamic time warping(DTW)</vt:lpstr>
      <vt:lpstr>Transforms</vt:lpstr>
      <vt:lpstr>2D methods</vt:lpstr>
      <vt:lpstr>PowerPoint 簡報</vt:lpstr>
      <vt:lpstr>KNN(k nearest neighbors)</vt:lpstr>
      <vt:lpstr>Cross-validation (leave-one-out)</vt:lpstr>
      <vt:lpstr>Lower bound and triangle inequality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3D methods</vt:lpstr>
      <vt:lpstr>Parameter dimension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Conclusions and future 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Algorithm for the Longest Common Subsequence Problem</dc:title>
  <dc:creator>SiangHuai</dc:creator>
  <cp:lastModifiedBy>pplab-class</cp:lastModifiedBy>
  <cp:revision>63</cp:revision>
  <dcterms:created xsi:type="dcterms:W3CDTF">2015-11-03T04:51:18Z</dcterms:created>
  <dcterms:modified xsi:type="dcterms:W3CDTF">2015-12-16T14:00:37Z</dcterms:modified>
</cp:coreProperties>
</file>