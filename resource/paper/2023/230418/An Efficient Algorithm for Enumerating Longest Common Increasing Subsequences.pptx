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189F35-C7AF-4416-A161-46D9FE4381DF}">
  <a:tblStyle styleId="{EE189F35-C7AF-4416-A161-46D9FE4381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0a11479d1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0a11479d1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a11479d1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0a11479d1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0a11479d18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0a11479d18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0a11479d18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0a11479d18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T2i用</a:t>
            </a:r>
            <a:r>
              <a:rPr lang="zh-TW"/>
              <a:t>二進位表示，即1後面接幾個0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根據Cnt</a:t>
            </a:r>
            <a:r>
              <a:rPr lang="zh-TW"/>
              <a:t>用double linked list</a:t>
            </a:r>
            <a:r>
              <a:rPr lang="zh-TW"/>
              <a:t>建K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l是長度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Next紀錄指向node的address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a11479d18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a11479d18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因為A[1] = 1, Next[1] (A</a:t>
            </a:r>
            <a:r>
              <a:rPr baseline="-25000" lang="zh-TW"/>
              <a:t>10</a:t>
            </a:r>
            <a:r>
              <a:rPr lang="zh-TW"/>
              <a:t>)被pop掉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查K，找可以接在後面的，push進Next裡面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a11479d18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a11479d18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a11479d18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a11479d18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a11479d18_4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a11479d18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0a11479d18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0a11479d18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a11479d18_4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0a11479d18_4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0a11479d18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0a11479d18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a11479d18_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a11479d18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0a11479d18_4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0a11479d18_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a11479d18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a11479d18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a11479d18_4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0a11479d18_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ink.springer.com/conference/cocoon%20cocoon" TargetMode="External"/><Relationship Id="rId4" Type="http://schemas.openxmlformats.org/officeDocument/2006/relationships/hyperlink" Target="https://link.springer.com/book/10.1007/978-3-030-89543-3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An Efficient Algorithm for Enumerating Longest Common Increasing Subsequences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 Lin, Chao-Yuan Huang, Ming-Jer Tsai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International Computing and Combinatorics Conference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2021: </a:t>
            </a:r>
            <a:r>
              <a:rPr lang="zh-TW" sz="2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Computing and Combinatorics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pp 25–36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Abstract (1 / 2)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longest common increasing subsequence (LCIS) problem is the combination of two classic problems in algorithms: the longest increasing subsequence (LIS) problem and the longest common subsequence (LCS) problem. In this paper, we propose an algorithm that finds every LCIS of two sequences a, b of length n in O(n + σ +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and space, where σ denotes the size of the alphabet set and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total number of increasing subsequences contained in a (thus, the running time is output-sensitive).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Abstract (2 / 2)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algorithm employs the trie and some simple data structures, and thus is implementation-wise simple. In addition, it can be proved that our algorithm is optimal in time complexity when σ ≤ log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1152475"/>
            <a:ext cx="816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longest common increasing subsequence between A &amp; 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[1, 4, 1, 0, 3]		B = [1, 4, 3, 1,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(1 / 7) (Initialization)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4, 1, 0,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750" y="930625"/>
            <a:ext cx="4969675" cy="4212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7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(2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4, 1, 0,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925" y="1113125"/>
            <a:ext cx="5040100" cy="4030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" name="Google Shape;98;p18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9" name="Google Shape;99;p18"/>
          <p:cNvCxnSpPr/>
          <p:nvPr/>
        </p:nvCxnSpPr>
        <p:spPr>
          <a:xfrm>
            <a:off x="4454075" y="2607000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(3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1, 0,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425" y="1070550"/>
            <a:ext cx="5543200" cy="407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9"/>
          <p:cNvCxnSpPr/>
          <p:nvPr/>
        </p:nvCxnSpPr>
        <p:spPr>
          <a:xfrm>
            <a:off x="5300650" y="3107025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>
            <a:off x="4495800" y="4703625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(4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4,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0,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1060875"/>
            <a:ext cx="5105400" cy="40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(5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4, 1,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p21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1060875"/>
            <a:ext cx="5105400" cy="40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5915025" y="4282225"/>
            <a:ext cx="914400" cy="7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21"/>
          <p:cNvCxnSpPr/>
          <p:nvPr/>
        </p:nvCxnSpPr>
        <p:spPr>
          <a:xfrm>
            <a:off x="5915025" y="459332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1"/>
          <p:cNvCxnSpPr/>
          <p:nvPr/>
        </p:nvCxnSpPr>
        <p:spPr>
          <a:xfrm rot="10800000">
            <a:off x="5915025" y="466952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1"/>
          <p:cNvCxnSpPr/>
          <p:nvPr/>
        </p:nvCxnSpPr>
        <p:spPr>
          <a:xfrm>
            <a:off x="4500550" y="1485400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1"/>
          <p:cNvSpPr/>
          <p:nvPr/>
        </p:nvSpPr>
        <p:spPr>
          <a:xfrm>
            <a:off x="7038975" y="1850975"/>
            <a:ext cx="6120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21"/>
          <p:cNvCxnSpPr/>
          <p:nvPr/>
        </p:nvCxnSpPr>
        <p:spPr>
          <a:xfrm flipH="1" rot="10800000">
            <a:off x="4979200" y="1278700"/>
            <a:ext cx="264300" cy="4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/>
        </p:nvSpPr>
        <p:spPr>
          <a:xfrm>
            <a:off x="4918450" y="1100050"/>
            <a:ext cx="38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243500" y="939400"/>
            <a:ext cx="728700" cy="721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T</a:t>
            </a:r>
            <a:r>
              <a:rPr baseline="-25000" lang="zh-TW" sz="1200"/>
              <a:t>1001</a:t>
            </a:r>
            <a:endParaRPr baseline="-25000" sz="1200"/>
          </a:p>
        </p:txBody>
      </p:sp>
      <p:sp>
        <p:nvSpPr>
          <p:cNvPr id="140" name="Google Shape;140;p21"/>
          <p:cNvSpPr txBox="1"/>
          <p:nvPr/>
        </p:nvSpPr>
        <p:spPr>
          <a:xfrm>
            <a:off x="7686725" y="3207575"/>
            <a:ext cx="97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1001</a:t>
            </a:r>
            <a:endParaRPr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972200" y="1100050"/>
            <a:ext cx="97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1001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(6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4, 1, 0,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149" y="1060575"/>
            <a:ext cx="5555450" cy="4125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22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" name="Google Shape;152;p22"/>
          <p:cNvSpPr/>
          <p:nvPr/>
        </p:nvSpPr>
        <p:spPr>
          <a:xfrm>
            <a:off x="5443575" y="4421975"/>
            <a:ext cx="514200" cy="48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cxnSp>
        <p:nvCxnSpPr>
          <p:cNvPr id="153" name="Google Shape;153;p22"/>
          <p:cNvCxnSpPr/>
          <p:nvPr/>
        </p:nvCxnSpPr>
        <p:spPr>
          <a:xfrm>
            <a:off x="4471975" y="3642800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2"/>
          <p:cNvCxnSpPr/>
          <p:nvPr/>
        </p:nvCxnSpPr>
        <p:spPr>
          <a:xfrm>
            <a:off x="5267325" y="1494925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2"/>
          <p:cNvCxnSpPr/>
          <p:nvPr/>
        </p:nvCxnSpPr>
        <p:spPr>
          <a:xfrm>
            <a:off x="5267325" y="2304550"/>
            <a:ext cx="4287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of A (7 / 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[1, 4, 1, 0,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149" y="1060575"/>
            <a:ext cx="5555450" cy="4125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23"/>
          <p:cNvGraphicFramePr/>
          <p:nvPr/>
        </p:nvGraphicFramePr>
        <p:xfrm>
          <a:off x="311700" y="2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{EE189F35-C7AF-4416-A161-46D9FE4381DF}</a:tableStyleId>
              </a:tblPr>
              <a:tblGrid>
                <a:gridCol w="765600"/>
                <a:gridCol w="765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Increasing Subsequence (1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[1, 4, 3, 1,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075" y="1017725"/>
            <a:ext cx="549277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Increasing Subsequence (2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[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4, 3, 1, 3]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325" y="907250"/>
            <a:ext cx="5117775" cy="423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Increasing Subsequence (3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311700" y="1152475"/>
            <a:ext cx="305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[1,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200" y="1152475"/>
            <a:ext cx="5646604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 + σ +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initialization: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 + σ)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σ: the size of the alphabet set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total number of increasing subsequences contained in 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2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