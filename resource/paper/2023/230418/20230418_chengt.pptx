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3E9FEF-B40A-448C-B469-66D34AD54AFC}" v="177" dt="2023-04-16T13:09:15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103040027" userId="3f9e91f6-8075-42b8-a82c-73aaf5ffdbcb" providerId="ADAL" clId="{923E9FEF-B40A-448C-B469-66D34AD54AFC}"/>
    <pc:docChg chg="undo redo custSel addSld modSld">
      <pc:chgData name="M103040027" userId="3f9e91f6-8075-42b8-a82c-73aaf5ffdbcb" providerId="ADAL" clId="{923E9FEF-B40A-448C-B469-66D34AD54AFC}" dt="2023-04-17T17:37:54.570" v="859" actId="6549"/>
      <pc:docMkLst>
        <pc:docMk/>
      </pc:docMkLst>
      <pc:sldChg chg="addSp delSp modSp mod">
        <pc:chgData name="M103040027" userId="3f9e91f6-8075-42b8-a82c-73aaf5ffdbcb" providerId="ADAL" clId="{923E9FEF-B40A-448C-B469-66D34AD54AFC}" dt="2023-04-17T17:37:54.570" v="859" actId="6549"/>
        <pc:sldMkLst>
          <pc:docMk/>
          <pc:sldMk cId="992846163" sldId="256"/>
        </pc:sldMkLst>
        <pc:spChg chg="mod">
          <ac:chgData name="M103040027" userId="3f9e91f6-8075-42b8-a82c-73aaf5ffdbcb" providerId="ADAL" clId="{923E9FEF-B40A-448C-B469-66D34AD54AFC}" dt="2023-04-17T17:36:50.884" v="855" actId="20577"/>
          <ac:spMkLst>
            <pc:docMk/>
            <pc:sldMk cId="992846163" sldId="256"/>
            <ac:spMk id="2" creationId="{15143474-6387-4BE8-A4BF-0CDEA67657E1}"/>
          </ac:spMkLst>
        </pc:spChg>
        <pc:spChg chg="mod">
          <ac:chgData name="M103040027" userId="3f9e91f6-8075-42b8-a82c-73aaf5ffdbcb" providerId="ADAL" clId="{923E9FEF-B40A-448C-B469-66D34AD54AFC}" dt="2023-04-17T17:37:54.570" v="859" actId="6549"/>
          <ac:spMkLst>
            <pc:docMk/>
            <pc:sldMk cId="992846163" sldId="256"/>
            <ac:spMk id="3" creationId="{92B8BEBC-EA8D-40AC-8B6F-CE2FB945F54D}"/>
          </ac:spMkLst>
        </pc:spChg>
        <pc:spChg chg="mod">
          <ac:chgData name="M103040027" userId="3f9e91f6-8075-42b8-a82c-73aaf5ffdbcb" providerId="ADAL" clId="{923E9FEF-B40A-448C-B469-66D34AD54AFC}" dt="2023-04-15T16:56:19.053" v="57" actId="20577"/>
          <ac:spMkLst>
            <pc:docMk/>
            <pc:sldMk cId="992846163" sldId="256"/>
            <ac:spMk id="5" creationId="{D2AB8FE2-23CB-4533-87D5-C2F44C82D244}"/>
          </ac:spMkLst>
        </pc:spChg>
        <pc:graphicFrameChg chg="add del mod">
          <ac:chgData name="M103040027" userId="3f9e91f6-8075-42b8-a82c-73aaf5ffdbcb" providerId="ADAL" clId="{923E9FEF-B40A-448C-B469-66D34AD54AFC}" dt="2023-04-15T15:03:32.018" v="1"/>
          <ac:graphicFrameMkLst>
            <pc:docMk/>
            <pc:sldMk cId="992846163" sldId="256"/>
            <ac:graphicFrameMk id="4" creationId="{E17162A4-44EE-7416-59B2-CC1D2BBE094A}"/>
          </ac:graphicFrameMkLst>
        </pc:graphicFrameChg>
        <pc:graphicFrameChg chg="add del mod">
          <ac:chgData name="M103040027" userId="3f9e91f6-8075-42b8-a82c-73aaf5ffdbcb" providerId="ADAL" clId="{923E9FEF-B40A-448C-B469-66D34AD54AFC}" dt="2023-04-15T15:03:36.639" v="3"/>
          <ac:graphicFrameMkLst>
            <pc:docMk/>
            <pc:sldMk cId="992846163" sldId="256"/>
            <ac:graphicFrameMk id="6" creationId="{96FF03ED-7E30-204C-2AA2-3C9F0B2883E7}"/>
          </ac:graphicFrameMkLst>
        </pc:graphicFrameChg>
        <pc:graphicFrameChg chg="add del mod">
          <ac:chgData name="M103040027" userId="3f9e91f6-8075-42b8-a82c-73aaf5ffdbcb" providerId="ADAL" clId="{923E9FEF-B40A-448C-B469-66D34AD54AFC}" dt="2023-04-15T15:03:41.827" v="5" actId="478"/>
          <ac:graphicFrameMkLst>
            <pc:docMk/>
            <pc:sldMk cId="992846163" sldId="256"/>
            <ac:graphicFrameMk id="7" creationId="{49CA855D-16F9-07A4-A9D8-AA41A28891C7}"/>
          </ac:graphicFrameMkLst>
        </pc:graphicFrameChg>
      </pc:sldChg>
      <pc:sldChg chg="modSp mod">
        <pc:chgData name="M103040027" userId="3f9e91f6-8075-42b8-a82c-73aaf5ffdbcb" providerId="ADAL" clId="{923E9FEF-B40A-448C-B469-66D34AD54AFC}" dt="2023-04-15T15:04:43.259" v="40" actId="20577"/>
        <pc:sldMkLst>
          <pc:docMk/>
          <pc:sldMk cId="847236665" sldId="258"/>
        </pc:sldMkLst>
        <pc:spChg chg="mod">
          <ac:chgData name="M103040027" userId="3f9e91f6-8075-42b8-a82c-73aaf5ffdbcb" providerId="ADAL" clId="{923E9FEF-B40A-448C-B469-66D34AD54AFC}" dt="2023-04-15T15:04:43.259" v="40" actId="20577"/>
          <ac:spMkLst>
            <pc:docMk/>
            <pc:sldMk cId="847236665" sldId="258"/>
            <ac:spMk id="3" creationId="{2FBE2A12-C9F0-4093-A018-44F05764C477}"/>
          </ac:spMkLst>
        </pc:spChg>
      </pc:sldChg>
      <pc:sldChg chg="addSp delSp modSp new mod">
        <pc:chgData name="M103040027" userId="3f9e91f6-8075-42b8-a82c-73aaf5ffdbcb" providerId="ADAL" clId="{923E9FEF-B40A-448C-B469-66D34AD54AFC}" dt="2023-04-16T12:30:36.589" v="252" actId="2711"/>
        <pc:sldMkLst>
          <pc:docMk/>
          <pc:sldMk cId="2789138383" sldId="259"/>
        </pc:sldMkLst>
        <pc:spChg chg="mod">
          <ac:chgData name="M103040027" userId="3f9e91f6-8075-42b8-a82c-73aaf5ffdbcb" providerId="ADAL" clId="{923E9FEF-B40A-448C-B469-66D34AD54AFC}" dt="2023-04-15T15:04:56.547" v="47" actId="6549"/>
          <ac:spMkLst>
            <pc:docMk/>
            <pc:sldMk cId="2789138383" sldId="259"/>
            <ac:spMk id="2" creationId="{981D717B-677D-2224-283A-753DD1C8DA63}"/>
          </ac:spMkLst>
        </pc:spChg>
        <pc:spChg chg="mod">
          <ac:chgData name="M103040027" userId="3f9e91f6-8075-42b8-a82c-73aaf5ffdbcb" providerId="ADAL" clId="{923E9FEF-B40A-448C-B469-66D34AD54AFC}" dt="2023-04-16T12:30:36.589" v="252" actId="2711"/>
          <ac:spMkLst>
            <pc:docMk/>
            <pc:sldMk cId="2789138383" sldId="259"/>
            <ac:spMk id="3" creationId="{3F3C14F7-A499-D1ED-3E1D-80EFF0EE6D3D}"/>
          </ac:spMkLst>
        </pc:spChg>
        <pc:picChg chg="add del mod">
          <ac:chgData name="M103040027" userId="3f9e91f6-8075-42b8-a82c-73aaf5ffdbcb" providerId="ADAL" clId="{923E9FEF-B40A-448C-B469-66D34AD54AFC}" dt="2023-04-16T12:26:28.373" v="230" actId="478"/>
          <ac:picMkLst>
            <pc:docMk/>
            <pc:sldMk cId="2789138383" sldId="259"/>
            <ac:picMk id="6" creationId="{A0DDF74B-994B-3E5A-40F9-0AE8482BA291}"/>
          </ac:picMkLst>
        </pc:picChg>
        <pc:picChg chg="add mod">
          <ac:chgData name="M103040027" userId="3f9e91f6-8075-42b8-a82c-73aaf5ffdbcb" providerId="ADAL" clId="{923E9FEF-B40A-448C-B469-66D34AD54AFC}" dt="2023-04-16T12:26:41.836" v="235" actId="14100"/>
          <ac:picMkLst>
            <pc:docMk/>
            <pc:sldMk cId="2789138383" sldId="259"/>
            <ac:picMk id="8" creationId="{FD9AF085-D99D-B6C6-DD41-BCE789CB1409}"/>
          </ac:picMkLst>
        </pc:picChg>
      </pc:sldChg>
      <pc:sldChg chg="addSp delSp modSp new mod">
        <pc:chgData name="M103040027" userId="3f9e91f6-8075-42b8-a82c-73aaf5ffdbcb" providerId="ADAL" clId="{923E9FEF-B40A-448C-B469-66D34AD54AFC}" dt="2023-04-16T13:13:06.407" v="822" actId="20577"/>
        <pc:sldMkLst>
          <pc:docMk/>
          <pc:sldMk cId="2298172428" sldId="260"/>
        </pc:sldMkLst>
        <pc:spChg chg="mod">
          <ac:chgData name="M103040027" userId="3f9e91f6-8075-42b8-a82c-73aaf5ffdbcb" providerId="ADAL" clId="{923E9FEF-B40A-448C-B469-66D34AD54AFC}" dt="2023-04-16T13:13:06.407" v="822" actId="20577"/>
          <ac:spMkLst>
            <pc:docMk/>
            <pc:sldMk cId="2298172428" sldId="260"/>
            <ac:spMk id="2" creationId="{E73362FA-8D03-92EE-E3D7-6632BF9B961E}"/>
          </ac:spMkLst>
        </pc:spChg>
        <pc:spChg chg="del">
          <ac:chgData name="M103040027" userId="3f9e91f6-8075-42b8-a82c-73aaf5ffdbcb" providerId="ADAL" clId="{923E9FEF-B40A-448C-B469-66D34AD54AFC}" dt="2023-04-16T12:32:41.492" v="290" actId="478"/>
          <ac:spMkLst>
            <pc:docMk/>
            <pc:sldMk cId="2298172428" sldId="260"/>
            <ac:spMk id="3" creationId="{63E9536E-10C8-6744-AF3E-3DEB2F598024}"/>
          </ac:spMkLst>
        </pc:spChg>
        <pc:spChg chg="mod">
          <ac:chgData name="M103040027" userId="3f9e91f6-8075-42b8-a82c-73aaf5ffdbcb" providerId="ADAL" clId="{923E9FEF-B40A-448C-B469-66D34AD54AFC}" dt="2023-04-16T12:34:04.711" v="315" actId="1076"/>
          <ac:spMkLst>
            <pc:docMk/>
            <pc:sldMk cId="2298172428" sldId="260"/>
            <ac:spMk id="4" creationId="{876828A4-10DE-045B-F652-F3EFF8AFEB88}"/>
          </ac:spMkLst>
        </pc:spChg>
        <pc:spChg chg="add mod">
          <ac:chgData name="M103040027" userId="3f9e91f6-8075-42b8-a82c-73aaf5ffdbcb" providerId="ADAL" clId="{923E9FEF-B40A-448C-B469-66D34AD54AFC}" dt="2023-04-16T12:37:37.788" v="351" actId="13822"/>
          <ac:spMkLst>
            <pc:docMk/>
            <pc:sldMk cId="2298172428" sldId="260"/>
            <ac:spMk id="5" creationId="{1B0A3D64-2DC2-3FD1-51F5-40A2537BE2C8}"/>
          </ac:spMkLst>
        </pc:spChg>
        <pc:spChg chg="add mod">
          <ac:chgData name="M103040027" userId="3f9e91f6-8075-42b8-a82c-73aaf5ffdbcb" providerId="ADAL" clId="{923E9FEF-B40A-448C-B469-66D34AD54AFC}" dt="2023-04-16T12:34:50.376" v="325" actId="1076"/>
          <ac:spMkLst>
            <pc:docMk/>
            <pc:sldMk cId="2298172428" sldId="260"/>
            <ac:spMk id="6" creationId="{87C7F36A-6572-EE33-D794-0C49414954D6}"/>
          </ac:spMkLst>
        </pc:spChg>
        <pc:spChg chg="add mod">
          <ac:chgData name="M103040027" userId="3f9e91f6-8075-42b8-a82c-73aaf5ffdbcb" providerId="ADAL" clId="{923E9FEF-B40A-448C-B469-66D34AD54AFC}" dt="2023-04-16T12:37:40.506" v="352" actId="13822"/>
          <ac:spMkLst>
            <pc:docMk/>
            <pc:sldMk cId="2298172428" sldId="260"/>
            <ac:spMk id="7" creationId="{44805106-6348-F276-D93B-778C83A2A546}"/>
          </ac:spMkLst>
        </pc:spChg>
        <pc:spChg chg="add mod">
          <ac:chgData name="M103040027" userId="3f9e91f6-8075-42b8-a82c-73aaf5ffdbcb" providerId="ADAL" clId="{923E9FEF-B40A-448C-B469-66D34AD54AFC}" dt="2023-04-16T12:34:40.516" v="322" actId="12788"/>
          <ac:spMkLst>
            <pc:docMk/>
            <pc:sldMk cId="2298172428" sldId="260"/>
            <ac:spMk id="8" creationId="{FD938C2E-1C49-4890-4833-BC65071424C1}"/>
          </ac:spMkLst>
        </pc:spChg>
        <pc:spChg chg="add mod">
          <ac:chgData name="M103040027" userId="3f9e91f6-8075-42b8-a82c-73aaf5ffdbcb" providerId="ADAL" clId="{923E9FEF-B40A-448C-B469-66D34AD54AFC}" dt="2023-04-16T12:37:34.491" v="350" actId="13822"/>
          <ac:spMkLst>
            <pc:docMk/>
            <pc:sldMk cId="2298172428" sldId="260"/>
            <ac:spMk id="9" creationId="{EDD6C0AF-F71E-2558-83D0-A1FACB4972EC}"/>
          </ac:spMkLst>
        </pc:spChg>
        <pc:spChg chg="add del mod">
          <ac:chgData name="M103040027" userId="3f9e91f6-8075-42b8-a82c-73aaf5ffdbcb" providerId="ADAL" clId="{923E9FEF-B40A-448C-B469-66D34AD54AFC}" dt="2023-04-16T12:36:17.655" v="337" actId="478"/>
          <ac:spMkLst>
            <pc:docMk/>
            <pc:sldMk cId="2298172428" sldId="260"/>
            <ac:spMk id="10" creationId="{8116CCC9-1038-5452-ACF2-507E157E6E71}"/>
          </ac:spMkLst>
        </pc:spChg>
        <pc:spChg chg="add del mod">
          <ac:chgData name="M103040027" userId="3f9e91f6-8075-42b8-a82c-73aaf5ffdbcb" providerId="ADAL" clId="{923E9FEF-B40A-448C-B469-66D34AD54AFC}" dt="2023-04-16T12:36:18.691" v="338" actId="478"/>
          <ac:spMkLst>
            <pc:docMk/>
            <pc:sldMk cId="2298172428" sldId="260"/>
            <ac:spMk id="11" creationId="{18280E62-2652-E5CF-EE17-5686F90629FD}"/>
          </ac:spMkLst>
        </pc:spChg>
        <pc:spChg chg="add mod">
          <ac:chgData name="M103040027" userId="3f9e91f6-8075-42b8-a82c-73aaf5ffdbcb" providerId="ADAL" clId="{923E9FEF-B40A-448C-B469-66D34AD54AFC}" dt="2023-04-16T13:12:50.460" v="820" actId="14838"/>
          <ac:spMkLst>
            <pc:docMk/>
            <pc:sldMk cId="2298172428" sldId="260"/>
            <ac:spMk id="12" creationId="{04F3757C-C0E6-1CA1-30D6-E3354D94D459}"/>
          </ac:spMkLst>
        </pc:spChg>
      </pc:sldChg>
      <pc:sldChg chg="addSp delSp modSp new mod">
        <pc:chgData name="M103040027" userId="3f9e91f6-8075-42b8-a82c-73aaf5ffdbcb" providerId="ADAL" clId="{923E9FEF-B40A-448C-B469-66D34AD54AFC}" dt="2023-04-16T13:13:10.510" v="824" actId="20577"/>
        <pc:sldMkLst>
          <pc:docMk/>
          <pc:sldMk cId="1514217115" sldId="261"/>
        </pc:sldMkLst>
        <pc:spChg chg="mod">
          <ac:chgData name="M103040027" userId="3f9e91f6-8075-42b8-a82c-73aaf5ffdbcb" providerId="ADAL" clId="{923E9FEF-B40A-448C-B469-66D34AD54AFC}" dt="2023-04-16T13:13:10.510" v="824" actId="20577"/>
          <ac:spMkLst>
            <pc:docMk/>
            <pc:sldMk cId="1514217115" sldId="261"/>
            <ac:spMk id="2" creationId="{9D974DC4-9ABD-67CB-823E-1AABD4CB4E7A}"/>
          </ac:spMkLst>
        </pc:spChg>
        <pc:spChg chg="del">
          <ac:chgData name="M103040027" userId="3f9e91f6-8075-42b8-a82c-73aaf5ffdbcb" providerId="ADAL" clId="{923E9FEF-B40A-448C-B469-66D34AD54AFC}" dt="2023-04-16T12:42:02.415" v="363" actId="3680"/>
          <ac:spMkLst>
            <pc:docMk/>
            <pc:sldMk cId="1514217115" sldId="261"/>
            <ac:spMk id="3" creationId="{18F8009D-A5A4-B456-A776-599639AF0E30}"/>
          </ac:spMkLst>
        </pc:spChg>
        <pc:spChg chg="add mod">
          <ac:chgData name="M103040027" userId="3f9e91f6-8075-42b8-a82c-73aaf5ffdbcb" providerId="ADAL" clId="{923E9FEF-B40A-448C-B469-66D34AD54AFC}" dt="2023-04-16T13:01:23.968" v="643" actId="1037"/>
          <ac:spMkLst>
            <pc:docMk/>
            <pc:sldMk cId="1514217115" sldId="261"/>
            <ac:spMk id="6" creationId="{2BE47DD7-9C31-0394-C1E7-02B36C699000}"/>
          </ac:spMkLst>
        </pc:spChg>
        <pc:spChg chg="add mod">
          <ac:chgData name="M103040027" userId="3f9e91f6-8075-42b8-a82c-73aaf5ffdbcb" providerId="ADAL" clId="{923E9FEF-B40A-448C-B469-66D34AD54AFC}" dt="2023-04-16T13:01:23.968" v="643" actId="1037"/>
          <ac:spMkLst>
            <pc:docMk/>
            <pc:sldMk cId="1514217115" sldId="261"/>
            <ac:spMk id="7" creationId="{11CC26E9-C306-5E0D-1185-423976EB2861}"/>
          </ac:spMkLst>
        </pc:spChg>
        <pc:spChg chg="add mod">
          <ac:chgData name="M103040027" userId="3f9e91f6-8075-42b8-a82c-73aaf5ffdbcb" providerId="ADAL" clId="{923E9FEF-B40A-448C-B469-66D34AD54AFC}" dt="2023-04-16T13:01:23.968" v="643" actId="1037"/>
          <ac:spMkLst>
            <pc:docMk/>
            <pc:sldMk cId="1514217115" sldId="261"/>
            <ac:spMk id="8" creationId="{C785C59B-E581-838F-F3D5-1C78AC88C392}"/>
          </ac:spMkLst>
        </pc:spChg>
        <pc:spChg chg="add mod">
          <ac:chgData name="M103040027" userId="3f9e91f6-8075-42b8-a82c-73aaf5ffdbcb" providerId="ADAL" clId="{923E9FEF-B40A-448C-B469-66D34AD54AFC}" dt="2023-04-16T13:01:23.968" v="643" actId="1037"/>
          <ac:spMkLst>
            <pc:docMk/>
            <pc:sldMk cId="1514217115" sldId="261"/>
            <ac:spMk id="9" creationId="{08D370A7-FC12-B468-94E5-B1AC17E53886}"/>
          </ac:spMkLst>
        </pc:spChg>
        <pc:spChg chg="add mod">
          <ac:chgData name="M103040027" userId="3f9e91f6-8075-42b8-a82c-73aaf5ffdbcb" providerId="ADAL" clId="{923E9FEF-B40A-448C-B469-66D34AD54AFC}" dt="2023-04-16T12:57:28.550" v="602" actId="1038"/>
          <ac:spMkLst>
            <pc:docMk/>
            <pc:sldMk cId="1514217115" sldId="261"/>
            <ac:spMk id="10" creationId="{A1FF2F44-E03E-18A1-A0A9-141543D17B66}"/>
          </ac:spMkLst>
        </pc:spChg>
        <pc:spChg chg="add del mod">
          <ac:chgData name="M103040027" userId="3f9e91f6-8075-42b8-a82c-73aaf5ffdbcb" providerId="ADAL" clId="{923E9FEF-B40A-448C-B469-66D34AD54AFC}" dt="2023-04-16T12:47:24.759" v="431"/>
          <ac:spMkLst>
            <pc:docMk/>
            <pc:sldMk cId="1514217115" sldId="261"/>
            <ac:spMk id="11" creationId="{3F6C5EEB-563D-74EE-AEA4-B37AA1A8BF4D}"/>
          </ac:spMkLst>
        </pc:spChg>
        <pc:spChg chg="add mod">
          <ac:chgData name="M103040027" userId="3f9e91f6-8075-42b8-a82c-73aaf5ffdbcb" providerId="ADAL" clId="{923E9FEF-B40A-448C-B469-66D34AD54AFC}" dt="2023-04-16T13:01:50.228" v="652" actId="1037"/>
          <ac:spMkLst>
            <pc:docMk/>
            <pc:sldMk cId="1514217115" sldId="261"/>
            <ac:spMk id="12" creationId="{B6C35A91-43F5-E4F9-6C45-83CE61EE9CEA}"/>
          </ac:spMkLst>
        </pc:spChg>
        <pc:spChg chg="add mod">
          <ac:chgData name="M103040027" userId="3f9e91f6-8075-42b8-a82c-73aaf5ffdbcb" providerId="ADAL" clId="{923E9FEF-B40A-448C-B469-66D34AD54AFC}" dt="2023-04-16T13:02:01.217" v="653" actId="1076"/>
          <ac:spMkLst>
            <pc:docMk/>
            <pc:sldMk cId="1514217115" sldId="261"/>
            <ac:spMk id="13" creationId="{BB3A8A1A-7CA0-D724-8627-0C0C448A6E5F}"/>
          </ac:spMkLst>
        </pc:spChg>
        <pc:spChg chg="add mod">
          <ac:chgData name="M103040027" userId="3f9e91f6-8075-42b8-a82c-73aaf5ffdbcb" providerId="ADAL" clId="{923E9FEF-B40A-448C-B469-66D34AD54AFC}" dt="2023-04-16T13:02:08.633" v="654" actId="1076"/>
          <ac:spMkLst>
            <pc:docMk/>
            <pc:sldMk cId="1514217115" sldId="261"/>
            <ac:spMk id="14" creationId="{51B02D97-B738-F11A-4290-DBCEDE69E874}"/>
          </ac:spMkLst>
        </pc:spChg>
        <pc:spChg chg="add mod">
          <ac:chgData name="M103040027" userId="3f9e91f6-8075-42b8-a82c-73aaf5ffdbcb" providerId="ADAL" clId="{923E9FEF-B40A-448C-B469-66D34AD54AFC}" dt="2023-04-16T13:06:12.832" v="726" actId="465"/>
          <ac:spMkLst>
            <pc:docMk/>
            <pc:sldMk cId="1514217115" sldId="261"/>
            <ac:spMk id="15" creationId="{106B9950-495B-A9F8-3BFD-895EEFFE7F0C}"/>
          </ac:spMkLst>
        </pc:spChg>
        <pc:spChg chg="add del mod">
          <ac:chgData name="M103040027" userId="3f9e91f6-8075-42b8-a82c-73aaf5ffdbcb" providerId="ADAL" clId="{923E9FEF-B40A-448C-B469-66D34AD54AFC}" dt="2023-04-16T12:59:07.579" v="626" actId="478"/>
          <ac:spMkLst>
            <pc:docMk/>
            <pc:sldMk cId="1514217115" sldId="261"/>
            <ac:spMk id="16" creationId="{AE9C2A8D-65E2-E954-8482-B48B1D3042EA}"/>
          </ac:spMkLst>
        </pc:spChg>
        <pc:spChg chg="add del mod">
          <ac:chgData name="M103040027" userId="3f9e91f6-8075-42b8-a82c-73aaf5ffdbcb" providerId="ADAL" clId="{923E9FEF-B40A-448C-B469-66D34AD54AFC}" dt="2023-04-16T12:59:09.583" v="628" actId="478"/>
          <ac:spMkLst>
            <pc:docMk/>
            <pc:sldMk cId="1514217115" sldId="261"/>
            <ac:spMk id="17" creationId="{BB361189-CEC2-FEE4-1B7B-F704F50F5DC0}"/>
          </ac:spMkLst>
        </pc:spChg>
        <pc:spChg chg="add del mod">
          <ac:chgData name="M103040027" userId="3f9e91f6-8075-42b8-a82c-73aaf5ffdbcb" providerId="ADAL" clId="{923E9FEF-B40A-448C-B469-66D34AD54AFC}" dt="2023-04-16T12:59:08.087" v="627" actId="478"/>
          <ac:spMkLst>
            <pc:docMk/>
            <pc:sldMk cId="1514217115" sldId="261"/>
            <ac:spMk id="18" creationId="{CCAF3038-3380-E740-247B-58183D930F38}"/>
          </ac:spMkLst>
        </pc:spChg>
        <pc:spChg chg="add del mod">
          <ac:chgData name="M103040027" userId="3f9e91f6-8075-42b8-a82c-73aaf5ffdbcb" providerId="ADAL" clId="{923E9FEF-B40A-448C-B469-66D34AD54AFC}" dt="2023-04-16T12:59:10.099" v="629" actId="478"/>
          <ac:spMkLst>
            <pc:docMk/>
            <pc:sldMk cId="1514217115" sldId="261"/>
            <ac:spMk id="19" creationId="{BF033DD2-8959-556D-9778-450946F1B62E}"/>
          </ac:spMkLst>
        </pc:spChg>
        <pc:spChg chg="add del mod">
          <ac:chgData name="M103040027" userId="3f9e91f6-8075-42b8-a82c-73aaf5ffdbcb" providerId="ADAL" clId="{923E9FEF-B40A-448C-B469-66D34AD54AFC}" dt="2023-04-16T12:59:10.958" v="630" actId="478"/>
          <ac:spMkLst>
            <pc:docMk/>
            <pc:sldMk cId="1514217115" sldId="261"/>
            <ac:spMk id="20" creationId="{5FA381FA-BE3D-0FE0-D3B5-CA6D7ED7017A}"/>
          </ac:spMkLst>
        </pc:spChg>
        <pc:spChg chg="add del mod">
          <ac:chgData name="M103040027" userId="3f9e91f6-8075-42b8-a82c-73aaf5ffdbcb" providerId="ADAL" clId="{923E9FEF-B40A-448C-B469-66D34AD54AFC}" dt="2023-04-16T12:58:40.587" v="615" actId="478"/>
          <ac:spMkLst>
            <pc:docMk/>
            <pc:sldMk cId="1514217115" sldId="261"/>
            <ac:spMk id="21" creationId="{F453DF6D-3EA2-A3F5-466A-BADB65A5DD72}"/>
          </ac:spMkLst>
        </pc:spChg>
        <pc:spChg chg="add del mod">
          <ac:chgData name="M103040027" userId="3f9e91f6-8075-42b8-a82c-73aaf5ffdbcb" providerId="ADAL" clId="{923E9FEF-B40A-448C-B469-66D34AD54AFC}" dt="2023-04-16T12:58:42.215" v="616" actId="478"/>
          <ac:spMkLst>
            <pc:docMk/>
            <pc:sldMk cId="1514217115" sldId="261"/>
            <ac:spMk id="22" creationId="{CA1CAD47-2FB3-2EE1-8331-34F465ECC030}"/>
          </ac:spMkLst>
        </pc:spChg>
        <pc:spChg chg="add del mod">
          <ac:chgData name="M103040027" userId="3f9e91f6-8075-42b8-a82c-73aaf5ffdbcb" providerId="ADAL" clId="{923E9FEF-B40A-448C-B469-66D34AD54AFC}" dt="2023-04-16T12:59:11.511" v="631" actId="478"/>
          <ac:spMkLst>
            <pc:docMk/>
            <pc:sldMk cId="1514217115" sldId="261"/>
            <ac:spMk id="23" creationId="{253090D6-E1CC-CB22-2F59-269912EBCDBE}"/>
          </ac:spMkLst>
        </pc:spChg>
        <pc:spChg chg="add mod">
          <ac:chgData name="M103040027" userId="3f9e91f6-8075-42b8-a82c-73aaf5ffdbcb" providerId="ADAL" clId="{923E9FEF-B40A-448C-B469-66D34AD54AFC}" dt="2023-04-16T13:08:55.390" v="764" actId="1076"/>
          <ac:spMkLst>
            <pc:docMk/>
            <pc:sldMk cId="1514217115" sldId="261"/>
            <ac:spMk id="24" creationId="{7F13F11C-489A-3A20-7E25-D4227A8FC232}"/>
          </ac:spMkLst>
        </pc:spChg>
        <pc:spChg chg="add del mod">
          <ac:chgData name="M103040027" userId="3f9e91f6-8075-42b8-a82c-73aaf5ffdbcb" providerId="ADAL" clId="{923E9FEF-B40A-448C-B469-66D34AD54AFC}" dt="2023-04-16T13:02:49.855" v="662"/>
          <ac:spMkLst>
            <pc:docMk/>
            <pc:sldMk cId="1514217115" sldId="261"/>
            <ac:spMk id="25" creationId="{C43BB85C-3D69-239B-40A1-0DA59240D769}"/>
          </ac:spMkLst>
        </pc:spChg>
        <pc:spChg chg="add mod">
          <ac:chgData name="M103040027" userId="3f9e91f6-8075-42b8-a82c-73aaf5ffdbcb" providerId="ADAL" clId="{923E9FEF-B40A-448C-B469-66D34AD54AFC}" dt="2023-04-16T13:08:43.761" v="762" actId="1035"/>
          <ac:spMkLst>
            <pc:docMk/>
            <pc:sldMk cId="1514217115" sldId="261"/>
            <ac:spMk id="26" creationId="{0CED6648-D4CB-6D1C-1E4D-7F802EF13104}"/>
          </ac:spMkLst>
        </pc:spChg>
        <pc:spChg chg="add mod">
          <ac:chgData name="M103040027" userId="3f9e91f6-8075-42b8-a82c-73aaf5ffdbcb" providerId="ADAL" clId="{923E9FEF-B40A-448C-B469-66D34AD54AFC}" dt="2023-04-16T13:08:09.228" v="753" actId="1076"/>
          <ac:spMkLst>
            <pc:docMk/>
            <pc:sldMk cId="1514217115" sldId="261"/>
            <ac:spMk id="27" creationId="{B65337B7-A2AD-4425-D289-4C6A5125C7ED}"/>
          </ac:spMkLst>
        </pc:spChg>
        <pc:spChg chg="add mod">
          <ac:chgData name="M103040027" userId="3f9e91f6-8075-42b8-a82c-73aaf5ffdbcb" providerId="ADAL" clId="{923E9FEF-B40A-448C-B469-66D34AD54AFC}" dt="2023-04-16T13:07:50.369" v="749" actId="1076"/>
          <ac:spMkLst>
            <pc:docMk/>
            <pc:sldMk cId="1514217115" sldId="261"/>
            <ac:spMk id="28" creationId="{3DEA9592-9DC0-6AC9-D1E1-D9AB3D1E453D}"/>
          </ac:spMkLst>
        </pc:spChg>
        <pc:spChg chg="add mod">
          <ac:chgData name="M103040027" userId="3f9e91f6-8075-42b8-a82c-73aaf5ffdbcb" providerId="ADAL" clId="{923E9FEF-B40A-448C-B469-66D34AD54AFC}" dt="2023-04-16T13:07:10.998" v="741" actId="1076"/>
          <ac:spMkLst>
            <pc:docMk/>
            <pc:sldMk cId="1514217115" sldId="261"/>
            <ac:spMk id="29" creationId="{D48E3A75-6D53-45DD-3F18-27AEBBBF79E6}"/>
          </ac:spMkLst>
        </pc:spChg>
        <pc:spChg chg="add mod">
          <ac:chgData name="M103040027" userId="3f9e91f6-8075-42b8-a82c-73aaf5ffdbcb" providerId="ADAL" clId="{923E9FEF-B40A-448C-B469-66D34AD54AFC}" dt="2023-04-16T13:07:07.281" v="740" actId="1076"/>
          <ac:spMkLst>
            <pc:docMk/>
            <pc:sldMk cId="1514217115" sldId="261"/>
            <ac:spMk id="30" creationId="{6A93B418-A265-AAF8-1CD2-D8840FAABB90}"/>
          </ac:spMkLst>
        </pc:spChg>
        <pc:spChg chg="add mod">
          <ac:chgData name="M103040027" userId="3f9e91f6-8075-42b8-a82c-73aaf5ffdbcb" providerId="ADAL" clId="{923E9FEF-B40A-448C-B469-66D34AD54AFC}" dt="2023-04-16T13:09:19.974" v="770" actId="1076"/>
          <ac:spMkLst>
            <pc:docMk/>
            <pc:sldMk cId="1514217115" sldId="261"/>
            <ac:spMk id="31" creationId="{AA708AA3-361A-A70D-A528-A72916924834}"/>
          </ac:spMkLst>
        </pc:spChg>
        <pc:spChg chg="add mod">
          <ac:chgData name="M103040027" userId="3f9e91f6-8075-42b8-a82c-73aaf5ffdbcb" providerId="ADAL" clId="{923E9FEF-B40A-448C-B469-66D34AD54AFC}" dt="2023-04-16T13:09:25.028" v="771" actId="1076"/>
          <ac:spMkLst>
            <pc:docMk/>
            <pc:sldMk cId="1514217115" sldId="261"/>
            <ac:spMk id="32" creationId="{6188C024-4E9C-DBC9-0A1E-A046F70E172D}"/>
          </ac:spMkLst>
        </pc:spChg>
        <pc:spChg chg="add mod">
          <ac:chgData name="M103040027" userId="3f9e91f6-8075-42b8-a82c-73aaf5ffdbcb" providerId="ADAL" clId="{923E9FEF-B40A-448C-B469-66D34AD54AFC}" dt="2023-04-16T13:04:55.307" v="687" actId="1076"/>
          <ac:spMkLst>
            <pc:docMk/>
            <pc:sldMk cId="1514217115" sldId="261"/>
            <ac:spMk id="33" creationId="{B670EBE9-1A23-B53E-CFE4-26355882CCA0}"/>
          </ac:spMkLst>
        </pc:spChg>
        <pc:spChg chg="add mod">
          <ac:chgData name="M103040027" userId="3f9e91f6-8075-42b8-a82c-73aaf5ffdbcb" providerId="ADAL" clId="{923E9FEF-B40A-448C-B469-66D34AD54AFC}" dt="2023-04-16T13:04:58.401" v="689" actId="1076"/>
          <ac:spMkLst>
            <pc:docMk/>
            <pc:sldMk cId="1514217115" sldId="261"/>
            <ac:spMk id="34" creationId="{E10BFD5B-883D-4A38-7839-FA84DE6EFB93}"/>
          </ac:spMkLst>
        </pc:spChg>
        <pc:spChg chg="add mod">
          <ac:chgData name="M103040027" userId="3f9e91f6-8075-42b8-a82c-73aaf5ffdbcb" providerId="ADAL" clId="{923E9FEF-B40A-448C-B469-66D34AD54AFC}" dt="2023-04-16T13:06:06.132" v="725" actId="12789"/>
          <ac:spMkLst>
            <pc:docMk/>
            <pc:sldMk cId="1514217115" sldId="261"/>
            <ac:spMk id="35" creationId="{AACA862D-3B4A-338C-CAC0-93EE99F73EEF}"/>
          </ac:spMkLst>
        </pc:spChg>
        <pc:spChg chg="add mod">
          <ac:chgData name="M103040027" userId="3f9e91f6-8075-42b8-a82c-73aaf5ffdbcb" providerId="ADAL" clId="{923E9FEF-B40A-448C-B469-66D34AD54AFC}" dt="2023-04-16T13:06:06.132" v="725" actId="12789"/>
          <ac:spMkLst>
            <pc:docMk/>
            <pc:sldMk cId="1514217115" sldId="261"/>
            <ac:spMk id="36" creationId="{BA9B9D9C-5AEA-976D-61BE-379243F8D7F6}"/>
          </ac:spMkLst>
        </pc:spChg>
        <pc:spChg chg="add mod">
          <ac:chgData name="M103040027" userId="3f9e91f6-8075-42b8-a82c-73aaf5ffdbcb" providerId="ADAL" clId="{923E9FEF-B40A-448C-B469-66D34AD54AFC}" dt="2023-04-16T13:05:21.008" v="712" actId="1035"/>
          <ac:spMkLst>
            <pc:docMk/>
            <pc:sldMk cId="1514217115" sldId="261"/>
            <ac:spMk id="37" creationId="{4A8D90AD-F89B-D440-470C-0571033762AF}"/>
          </ac:spMkLst>
        </pc:spChg>
        <pc:spChg chg="add mod">
          <ac:chgData name="M103040027" userId="3f9e91f6-8075-42b8-a82c-73aaf5ffdbcb" providerId="ADAL" clId="{923E9FEF-B40A-448C-B469-66D34AD54AFC}" dt="2023-04-16T13:05:29.096" v="716" actId="1036"/>
          <ac:spMkLst>
            <pc:docMk/>
            <pc:sldMk cId="1514217115" sldId="261"/>
            <ac:spMk id="38" creationId="{A9F07897-949A-C83A-2F60-34D4EA0C3B72}"/>
          </ac:spMkLst>
        </pc:spChg>
        <pc:spChg chg="add mod">
          <ac:chgData name="M103040027" userId="3f9e91f6-8075-42b8-a82c-73aaf5ffdbcb" providerId="ADAL" clId="{923E9FEF-B40A-448C-B469-66D34AD54AFC}" dt="2023-04-16T13:05:36.106" v="719" actId="1036"/>
          <ac:spMkLst>
            <pc:docMk/>
            <pc:sldMk cId="1514217115" sldId="261"/>
            <ac:spMk id="39" creationId="{A4217413-0B5C-D2F8-29B8-C865A35176A9}"/>
          </ac:spMkLst>
        </pc:spChg>
        <pc:spChg chg="add mod">
          <ac:chgData name="M103040027" userId="3f9e91f6-8075-42b8-a82c-73aaf5ffdbcb" providerId="ADAL" clId="{923E9FEF-B40A-448C-B469-66D34AD54AFC}" dt="2023-04-16T13:05:40.534" v="721" actId="1076"/>
          <ac:spMkLst>
            <pc:docMk/>
            <pc:sldMk cId="1514217115" sldId="261"/>
            <ac:spMk id="40" creationId="{3D978E6A-2F7C-A276-C11E-E94B87803D19}"/>
          </ac:spMkLst>
        </pc:spChg>
        <pc:graphicFrameChg chg="add mod ord modGraphic">
          <ac:chgData name="M103040027" userId="3f9e91f6-8075-42b8-a82c-73aaf5ffdbcb" providerId="ADAL" clId="{923E9FEF-B40A-448C-B469-66D34AD54AFC}" dt="2023-04-16T13:09:15.612" v="769"/>
          <ac:graphicFrameMkLst>
            <pc:docMk/>
            <pc:sldMk cId="1514217115" sldId="261"/>
            <ac:graphicFrameMk id="5" creationId="{9390A217-BC30-5D91-80B5-8E9B11E8E0B0}"/>
          </ac:graphicFrameMkLst>
        </pc:graphicFrameChg>
        <pc:graphicFrameChg chg="add del mod">
          <ac:chgData name="M103040027" userId="3f9e91f6-8075-42b8-a82c-73aaf5ffdbcb" providerId="ADAL" clId="{923E9FEF-B40A-448C-B469-66D34AD54AFC}" dt="2023-04-16T13:06:46.485" v="734"/>
          <ac:graphicFrameMkLst>
            <pc:docMk/>
            <pc:sldMk cId="1514217115" sldId="261"/>
            <ac:graphicFrameMk id="41" creationId="{F2D355B4-64AA-8B5D-4950-A979134A3D1E}"/>
          </ac:graphicFrameMkLst>
        </pc:graphicFrameChg>
      </pc:sldChg>
      <pc:sldChg chg="addSp delSp modSp new mod">
        <pc:chgData name="M103040027" userId="3f9e91f6-8075-42b8-a82c-73aaf5ffdbcb" providerId="ADAL" clId="{923E9FEF-B40A-448C-B469-66D34AD54AFC}" dt="2023-04-16T13:16:09.300" v="851" actId="1076"/>
        <pc:sldMkLst>
          <pc:docMk/>
          <pc:sldMk cId="3128716570" sldId="262"/>
        </pc:sldMkLst>
        <pc:spChg chg="mod">
          <ac:chgData name="M103040027" userId="3f9e91f6-8075-42b8-a82c-73aaf5ffdbcb" providerId="ADAL" clId="{923E9FEF-B40A-448C-B469-66D34AD54AFC}" dt="2023-04-16T13:13:20.139" v="846" actId="20577"/>
          <ac:spMkLst>
            <pc:docMk/>
            <pc:sldMk cId="3128716570" sldId="262"/>
            <ac:spMk id="2" creationId="{EF33C64B-5C9B-118F-8CC4-AA42C15DDF1D}"/>
          </ac:spMkLst>
        </pc:spChg>
        <pc:spChg chg="del">
          <ac:chgData name="M103040027" userId="3f9e91f6-8075-42b8-a82c-73aaf5ffdbcb" providerId="ADAL" clId="{923E9FEF-B40A-448C-B469-66D34AD54AFC}" dt="2023-04-16T13:13:40.447" v="847" actId="22"/>
          <ac:spMkLst>
            <pc:docMk/>
            <pc:sldMk cId="3128716570" sldId="262"/>
            <ac:spMk id="3" creationId="{ABD7CE87-94D5-D7A8-48A3-2242FAE4E4C6}"/>
          </ac:spMkLst>
        </pc:spChg>
        <pc:picChg chg="add mod ord">
          <ac:chgData name="M103040027" userId="3f9e91f6-8075-42b8-a82c-73aaf5ffdbcb" providerId="ADAL" clId="{923E9FEF-B40A-448C-B469-66D34AD54AFC}" dt="2023-04-16T13:16:09.300" v="851" actId="1076"/>
          <ac:picMkLst>
            <pc:docMk/>
            <pc:sldMk cId="3128716570" sldId="262"/>
            <ac:picMk id="6" creationId="{680B4720-1CEA-078D-6468-02BFC2BF2F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1A6C-2C44-478D-971D-C6B8D23831BB}" type="datetimeFigureOut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8E3AD-4DDF-46F0-847C-9E019181D1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39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F9860-E560-416D-9431-5E47F3244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9134497-E75B-48A4-91DD-EA0D8766E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863F84-58C6-42BD-8450-BB1EF0A0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348C-36CF-493F-87A0-F09F5C79557B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432305-1513-4FF2-B137-EE8BE607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45DE15-CC67-477E-9512-252BB1C1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61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0FF7CE-2933-4750-A85D-DACE9F91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F8675F-A7F4-411C-87FE-AF53DB23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D891A1-BED0-4372-94A4-FAEA0FDB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CB8-68CC-40D0-8B95-D3C3A7ADB4E8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DB4587-43E1-4B31-85FA-4F512D06B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62905B-D2C7-4BB5-A1C0-9C466C3C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源流明體 M" panose="02020500000000000000" pitchFamily="18" charset="-120"/>
                <a:ea typeface="源流明體 M" panose="02020500000000000000" pitchFamily="18" charset="-120"/>
              </a:defRPr>
            </a:lvl1pPr>
          </a:lstStyle>
          <a:p>
            <a:fld id="{4CD2C34A-D3D3-4A9B-8692-9279E332F0C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4709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CA837B-11EB-4BCD-BB75-016BDBC7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1CEDA6-E03F-4FC9-9AE0-3165E22F8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B5DA1D-6AE9-48E7-B940-0B03E717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9369E-9364-4DE1-B777-922645A66F1A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AA8402-DA28-4A1A-A558-D9347B92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9B33D7-3156-4125-A854-05E2F5EC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13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C2D9AB-19FC-4A41-8B16-512340B3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27EFF3-6358-445E-AB7A-1BC735609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0E9C49-7EE0-48B3-B571-72D3290F1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1A1EF6-39FE-482A-8143-781B6CB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FF31-668F-4AB9-96F0-D30DF02CF383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9D48EB-695D-48D5-972D-703BA95F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0DEBC84-B4B2-48A5-9453-4968DF60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30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64652-1B77-4696-A668-DE346840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EA96D6-19BA-4F0C-9D27-5E3C91262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D1974A-B943-4208-8541-2CC976952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423B03-A8AF-4A4A-8E8F-F37A0EC21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8F243B-B7F9-4BFF-961C-9D0B9CDCA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FF30C15-CFD8-4836-816C-2F7AD002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F927-1548-411C-9F0A-7E2338821FD2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B75EC47-F26E-4E34-8F29-34396015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0357AA1-531D-48AF-9CCE-B1E9F1D5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38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1D42C-7250-4132-82B5-5BC22B5A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A93FF5C-9744-48EF-A3FE-F6AB3634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5000-B342-4B97-BFC6-0D5CDADFA95C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01019B5-97EB-4FAA-B9E0-A8872AE7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A332F1-DF5D-4F87-97BF-68EBD8F1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90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876C78C-4473-4753-A6D0-22BA1F476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F939-D763-48D5-8B03-D0F1129A1E9E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0A9D2FC-48F6-4EB8-9020-7AACF6C9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61A111-BA32-4DCC-B1B3-F6F29930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7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6626C-3788-4FAE-8B9A-B23CC278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050D94-23AF-4060-B5E4-D28F7AF29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7E624D-101B-4B1B-A033-653188284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3E474D-7185-4142-8E1A-C096A190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AF7E-03FF-47C7-BE82-6927213C9CE5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8FD9AE-93F8-4516-981E-888A3585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C235FE-7EC6-45BD-AFD3-28E23622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626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BEFEB1-3B54-45E8-9090-D0CF4FF9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CBE35E7-646E-4404-821A-D22E70E0B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357CA3-B57C-4FE1-AA0C-39A1BB09A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38B033-98F0-477A-A016-863BD32F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A15A-BC96-4FDC-81B9-0D28C6E02324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7603EF-D0A2-4BE2-BB6E-F1E74285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60FDF8-CDA0-4176-93FB-878ED2BD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22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E1F33-6DA3-4E3D-A50B-59EF3784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53AB78-8699-463C-8D35-0DAE4736C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0C9C6C-B437-4A6A-B50E-D76A9DFE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8257-1A0C-4C00-86B7-D3CBE1E4FDE3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009B86-8BAF-49D3-9FBD-AF620355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B07FA9-F3F7-4DA7-A0F4-66D3B567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16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C295D24-4D4D-472A-AB73-D1239EA9C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DB5D60-51C4-436D-BBDD-F77793327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632C48-A4E5-459A-B5AA-57D86A08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1720-F347-4FFB-ADA5-0AD2EE56A4E5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1A3D36-B64D-4E79-8824-D40005CB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CBCD96-2981-4CEB-BF02-CDF1449F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32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588B45C-60F2-4BCE-B810-D930011E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153474-8A42-4461-A925-C46F64482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84AEC-A2FC-47EE-8B0B-6CF68B838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0A89E-5F59-45C6-916E-2029F486A7DF}" type="datetime1">
              <a:rPr lang="zh-TW" altLang="en-US" smtClean="0"/>
              <a:t>2023/4/18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89F9A5-C535-4FCE-9462-8748EDBDF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D0B99F-AC6F-4C56-843B-B3324F719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1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143474-6387-4BE8-A4BF-0CDEA67657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Hashiwokakero</a:t>
            </a:r>
            <a:r>
              <a:rPr lang="en-US" altLang="zh-TW" dirty="0"/>
              <a:t> is</a:t>
            </a:r>
            <a:br>
              <a:rPr lang="en-US" altLang="zh-TW" dirty="0"/>
            </a:br>
            <a:r>
              <a:rPr lang="en-US" altLang="zh-TW" dirty="0"/>
              <a:t>NP-complete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B8BEBC-EA8D-40AC-8B6F-CE2FB945F5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Daniel Andersson, </a:t>
            </a:r>
          </a:p>
          <a:p>
            <a:r>
              <a:rPr lang="en-US" altLang="zh-TW" dirty="0"/>
              <a:t>Information Processing Letters 109,</a:t>
            </a:r>
            <a:r>
              <a:rPr lang="zh-TW" altLang="en-US" dirty="0"/>
              <a:t> </a:t>
            </a:r>
            <a:r>
              <a:rPr lang="en-US" altLang="zh-TW" dirty="0"/>
              <a:t>2009</a:t>
            </a:r>
            <a:r>
              <a:rPr lang="en-US" altLang="zh-TW"/>
              <a:t>, pp</a:t>
            </a:r>
            <a:r>
              <a:rPr lang="en-US" altLang="zh-TW" dirty="0"/>
              <a:t>. 1145–1146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AB8FE2-23CB-4533-87D5-C2F44C82D244}"/>
              </a:ext>
            </a:extLst>
          </p:cNvPr>
          <p:cNvSpPr txBox="1"/>
          <p:nvPr/>
        </p:nvSpPr>
        <p:spPr>
          <a:xfrm>
            <a:off x="9474926" y="6211669"/>
            <a:ext cx="2717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Presenter: Guan-Ting Chen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Date: Apr. 18, 2023</a:t>
            </a:r>
          </a:p>
        </p:txBody>
      </p:sp>
    </p:spTree>
    <p:extLst>
      <p:ext uri="{BB962C8B-B14F-4D97-AF65-F5344CB8AC3E}">
        <p14:creationId xmlns:p14="http://schemas.microsoft.com/office/powerpoint/2010/main" val="992846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24AF41-DCC8-4BFE-B3AA-9D793E86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BE2A12-C9F0-4093-A018-44F05764C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/>
              <a:t>In a </a:t>
            </a:r>
            <a:r>
              <a:rPr lang="en-US" altLang="zh-TW" sz="2400" dirty="0" err="1"/>
              <a:t>Hashiwokakero</a:t>
            </a:r>
            <a:r>
              <a:rPr lang="en-US" altLang="zh-TW" sz="2400" dirty="0"/>
              <a:t> puzzle, one must build bridges to connect a set of islands. We show that deciding the solvability of such puzzles is NP-complete.</a:t>
            </a:r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099A3E-11CF-4D79-A20E-36E8E58CE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7236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1D717B-677D-2224-283A-753DD1C8D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Hashiwokakero</a:t>
            </a:r>
            <a:r>
              <a:rPr lang="en-US" altLang="zh-TW" dirty="0"/>
              <a:t> puzzle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3C14F7-A499-D1ED-3E1D-80EFF0EE6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圖上有許多標示數字的小島，數字代表了與之相連之橋的數量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橋必須直線相連，不能彎曲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橋不能交叉或重疊或跨過其他小島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橋必須連接兩個小島</a:t>
            </a:r>
            <a:endParaRPr lang="en-US" altLang="zh-TW" dirty="0"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EFE84B-1AFC-C72E-2F11-705537F8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D9AF085-D99D-B6C6-DD41-BCE789CB1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291" y="3802868"/>
            <a:ext cx="6790509" cy="255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38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3362FA-8D03-92EE-E3D7-6632BF9B9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Reduction (1 / 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6828A4-10DE-045B-F652-F3EFF8AF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B0A3D64-2DC2-3FD1-51F5-40A2537BE2C8}"/>
              </a:ext>
            </a:extLst>
          </p:cNvPr>
          <p:cNvSpPr/>
          <p:nvPr/>
        </p:nvSpPr>
        <p:spPr>
          <a:xfrm>
            <a:off x="2550527" y="1710509"/>
            <a:ext cx="2499360" cy="15675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NP-hard</a:t>
            </a:r>
            <a:endParaRPr lang="zh-TW" altLang="en-US" sz="2400" dirty="0"/>
          </a:p>
        </p:txBody>
      </p:sp>
      <p:sp>
        <p:nvSpPr>
          <p:cNvPr id="6" name="箭號: 向下 5">
            <a:extLst>
              <a:ext uri="{FF2B5EF4-FFF2-40B4-BE49-F238E27FC236}">
                <a16:creationId xmlns:a16="http://schemas.microsoft.com/office/drawing/2014/main" id="{87C7F36A-6572-EE33-D794-0C49414954D6}"/>
              </a:ext>
            </a:extLst>
          </p:cNvPr>
          <p:cNvSpPr/>
          <p:nvPr/>
        </p:nvSpPr>
        <p:spPr>
          <a:xfrm>
            <a:off x="3491053" y="3463040"/>
            <a:ext cx="618308" cy="11407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4805106-6348-F276-D93B-778C83A2A546}"/>
              </a:ext>
            </a:extLst>
          </p:cNvPr>
          <p:cNvSpPr/>
          <p:nvPr/>
        </p:nvSpPr>
        <p:spPr>
          <a:xfrm>
            <a:off x="2550527" y="4788805"/>
            <a:ext cx="2499360" cy="15675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 Hamiltonian Circuit</a:t>
            </a:r>
            <a:endParaRPr lang="zh-TW" altLang="en-US" sz="2400" dirty="0"/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FD938C2E-1C49-4890-4833-BC65071424C1}"/>
              </a:ext>
            </a:extLst>
          </p:cNvPr>
          <p:cNvSpPr/>
          <p:nvPr/>
        </p:nvSpPr>
        <p:spPr>
          <a:xfrm rot="16200000">
            <a:off x="5786846" y="4913992"/>
            <a:ext cx="618308" cy="13171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DD6C0AF-F71E-2558-83D0-A1FACB4972EC}"/>
              </a:ext>
            </a:extLst>
          </p:cNvPr>
          <p:cNvSpPr/>
          <p:nvPr/>
        </p:nvSpPr>
        <p:spPr>
          <a:xfrm>
            <a:off x="7142113" y="4788805"/>
            <a:ext cx="2499360" cy="156754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Simple</a:t>
            </a:r>
          </a:p>
          <a:p>
            <a:pPr algn="ctr"/>
            <a:r>
              <a:rPr lang="en-US" altLang="zh-TW" sz="2400" dirty="0" err="1"/>
              <a:t>Hashiwokakero</a:t>
            </a:r>
            <a:r>
              <a:rPr lang="en-US" altLang="zh-TW" sz="2400" dirty="0"/>
              <a:t> Puzzle</a:t>
            </a:r>
            <a:endParaRPr lang="zh-TW" altLang="en-US" sz="24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4F3757C-C0E6-1CA1-30D6-E3354D94D459}"/>
              </a:ext>
            </a:extLst>
          </p:cNvPr>
          <p:cNvSpPr txBox="1"/>
          <p:nvPr/>
        </p:nvSpPr>
        <p:spPr>
          <a:xfrm rot="862645">
            <a:off x="8419109" y="4571123"/>
            <a:ext cx="1915886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effectLst>
                  <a:outerShdw blurRad="50800" dist="38100" dir="2700000" sx="103000" sy="103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NP-complete</a:t>
            </a:r>
            <a:endParaRPr lang="zh-TW" altLang="en-US" sz="2400" dirty="0">
              <a:solidFill>
                <a:srgbClr val="FF0000"/>
              </a:solidFill>
              <a:effectLst>
                <a:outerShdw blurRad="50800" dist="38100" dir="2700000" sx="103000" sy="103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172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9390A217-BC30-5D91-80B5-8E9B11E8E0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5222269"/>
              </p:ext>
            </p:extLst>
          </p:nvPr>
        </p:nvGraphicFramePr>
        <p:xfrm>
          <a:off x="0" y="0"/>
          <a:ext cx="12191998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45360543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6313472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94954356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8776122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56167423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95185198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74557051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10288208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96702641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406284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428144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0057815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4423665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816422614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9358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0677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23118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61775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85391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58057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568722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759727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9D974DC4-9ABD-67CB-823E-1AABD4CB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Reduction (2 / 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FE088B-97D3-F772-074B-C71FFC9E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2BE47DD7-9C31-0394-C1E7-02B36C699000}"/>
              </a:ext>
            </a:extLst>
          </p:cNvPr>
          <p:cNvSpPr/>
          <p:nvPr/>
        </p:nvSpPr>
        <p:spPr>
          <a:xfrm>
            <a:off x="511729" y="4782438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1CC26E9-C306-5E0D-1185-423976EB2861}"/>
              </a:ext>
            </a:extLst>
          </p:cNvPr>
          <p:cNvSpPr/>
          <p:nvPr/>
        </p:nvSpPr>
        <p:spPr>
          <a:xfrm>
            <a:off x="511729" y="5632023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C785C59B-E581-838F-F3D5-1C78AC88C392}"/>
              </a:ext>
            </a:extLst>
          </p:cNvPr>
          <p:cNvSpPr/>
          <p:nvPr/>
        </p:nvSpPr>
        <p:spPr>
          <a:xfrm>
            <a:off x="1384765" y="5632023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8D370A7-FC12-B468-94E5-B1AC17E53886}"/>
              </a:ext>
            </a:extLst>
          </p:cNvPr>
          <p:cNvSpPr/>
          <p:nvPr/>
        </p:nvSpPr>
        <p:spPr>
          <a:xfrm>
            <a:off x="1384765" y="4782438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A1FF2F44-E03E-18A1-A0A9-141543D17B66}"/>
              </a:ext>
            </a:extLst>
          </p:cNvPr>
          <p:cNvSpPr/>
          <p:nvPr/>
        </p:nvSpPr>
        <p:spPr>
          <a:xfrm>
            <a:off x="6518201" y="4696765"/>
            <a:ext cx="900000" cy="90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6C35A91-43F5-E4F9-6C45-83CE61EE9CEA}"/>
              </a:ext>
            </a:extLst>
          </p:cNvPr>
          <p:cNvSpPr/>
          <p:nvPr/>
        </p:nvSpPr>
        <p:spPr>
          <a:xfrm>
            <a:off x="8261490" y="4692438"/>
            <a:ext cx="900000" cy="90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BB3A8A1A-7CA0-D724-8627-0C0C448A6E5F}"/>
              </a:ext>
            </a:extLst>
          </p:cNvPr>
          <p:cNvSpPr/>
          <p:nvPr/>
        </p:nvSpPr>
        <p:spPr>
          <a:xfrm>
            <a:off x="6518201" y="2985530"/>
            <a:ext cx="900000" cy="90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1B02D97-B738-F11A-4290-DBCEDE69E874}"/>
              </a:ext>
            </a:extLst>
          </p:cNvPr>
          <p:cNvSpPr/>
          <p:nvPr/>
        </p:nvSpPr>
        <p:spPr>
          <a:xfrm>
            <a:off x="8261490" y="2985530"/>
            <a:ext cx="900000" cy="90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106B9950-495B-A9F8-3BFD-895EEFFE7F0C}"/>
              </a:ext>
            </a:extLst>
          </p:cNvPr>
          <p:cNvSpPr/>
          <p:nvPr/>
        </p:nvSpPr>
        <p:spPr>
          <a:xfrm>
            <a:off x="3312515" y="5344226"/>
            <a:ext cx="1297577" cy="4528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* 2</a:t>
            </a:r>
            <a:endParaRPr lang="zh-TW" altLang="en-US" dirty="0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F13F11C-489A-3A20-7E25-D4227A8FC232}"/>
              </a:ext>
            </a:extLst>
          </p:cNvPr>
          <p:cNvSpPr/>
          <p:nvPr/>
        </p:nvSpPr>
        <p:spPr>
          <a:xfrm>
            <a:off x="5731512" y="4782438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CED6648-D4CB-6D1C-1E4D-7F802EF13104}"/>
              </a:ext>
            </a:extLst>
          </p:cNvPr>
          <p:cNvSpPr/>
          <p:nvPr/>
        </p:nvSpPr>
        <p:spPr>
          <a:xfrm>
            <a:off x="6608201" y="5638861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B65337B7-A2AD-4425-D289-4C6A5125C7ED}"/>
              </a:ext>
            </a:extLst>
          </p:cNvPr>
          <p:cNvSpPr/>
          <p:nvPr/>
        </p:nvSpPr>
        <p:spPr>
          <a:xfrm>
            <a:off x="8351490" y="5638861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3DEA9592-9DC0-6AC9-D1E1-D9AB3D1E453D}"/>
              </a:ext>
            </a:extLst>
          </p:cNvPr>
          <p:cNvSpPr/>
          <p:nvPr/>
        </p:nvSpPr>
        <p:spPr>
          <a:xfrm>
            <a:off x="9222453" y="4782438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D48E3A75-6D53-45DD-3F18-27AEBBBF79E6}"/>
              </a:ext>
            </a:extLst>
          </p:cNvPr>
          <p:cNvSpPr/>
          <p:nvPr/>
        </p:nvSpPr>
        <p:spPr>
          <a:xfrm>
            <a:off x="9222453" y="3069000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6A93B418-A265-AAF8-1CD2-D8840FAABB90}"/>
              </a:ext>
            </a:extLst>
          </p:cNvPr>
          <p:cNvSpPr/>
          <p:nvPr/>
        </p:nvSpPr>
        <p:spPr>
          <a:xfrm>
            <a:off x="8351490" y="2217236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AA708AA3-361A-A70D-A528-A72916924834}"/>
              </a:ext>
            </a:extLst>
          </p:cNvPr>
          <p:cNvSpPr/>
          <p:nvPr/>
        </p:nvSpPr>
        <p:spPr>
          <a:xfrm>
            <a:off x="5731512" y="3075530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6188C024-4E9C-DBC9-0A1E-A046F70E172D}"/>
              </a:ext>
            </a:extLst>
          </p:cNvPr>
          <p:cNvSpPr/>
          <p:nvPr/>
        </p:nvSpPr>
        <p:spPr>
          <a:xfrm>
            <a:off x="6608201" y="2218537"/>
            <a:ext cx="720000" cy="7200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B670EBE9-1A23-B53E-CFE4-26355882CCA0}"/>
              </a:ext>
            </a:extLst>
          </p:cNvPr>
          <p:cNvSpPr/>
          <p:nvPr/>
        </p:nvSpPr>
        <p:spPr>
          <a:xfrm>
            <a:off x="691729" y="4096461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E10BFD5B-883D-4A38-7839-FA84DE6EFB93}"/>
              </a:ext>
            </a:extLst>
          </p:cNvPr>
          <p:cNvSpPr/>
          <p:nvPr/>
        </p:nvSpPr>
        <p:spPr>
          <a:xfrm>
            <a:off x="1563458" y="4094344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AACA862D-3B4A-338C-CAC0-93EE99F73EEF}"/>
              </a:ext>
            </a:extLst>
          </p:cNvPr>
          <p:cNvSpPr/>
          <p:nvPr/>
        </p:nvSpPr>
        <p:spPr>
          <a:xfrm>
            <a:off x="2437674" y="4962438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BA9B9D9C-5AEA-976D-61BE-379243F8D7F6}"/>
              </a:ext>
            </a:extLst>
          </p:cNvPr>
          <p:cNvSpPr/>
          <p:nvPr/>
        </p:nvSpPr>
        <p:spPr>
          <a:xfrm>
            <a:off x="2431983" y="5818861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4A8D90AD-F89B-D440-470C-0571033762AF}"/>
              </a:ext>
            </a:extLst>
          </p:cNvPr>
          <p:cNvSpPr/>
          <p:nvPr/>
        </p:nvSpPr>
        <p:spPr>
          <a:xfrm>
            <a:off x="1563458" y="6688174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A9F07897-949A-C83A-2F60-34D4EA0C3B72}"/>
              </a:ext>
            </a:extLst>
          </p:cNvPr>
          <p:cNvSpPr/>
          <p:nvPr/>
        </p:nvSpPr>
        <p:spPr>
          <a:xfrm>
            <a:off x="691729" y="6695418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A4217413-0B5C-D2F8-29B8-C865A35176A9}"/>
              </a:ext>
            </a:extLst>
          </p:cNvPr>
          <p:cNvSpPr/>
          <p:nvPr/>
        </p:nvSpPr>
        <p:spPr>
          <a:xfrm>
            <a:off x="-200587" y="5827570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3D978E6A-2F7C-A276-C11E-E94B87803D19}"/>
              </a:ext>
            </a:extLst>
          </p:cNvPr>
          <p:cNvSpPr/>
          <p:nvPr/>
        </p:nvSpPr>
        <p:spPr>
          <a:xfrm>
            <a:off x="-181180" y="4962438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4217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33C64B-5C9B-118F-8CC4-AA42C15D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Reduction (3 / 3)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680B4720-1CEA-078D-6468-02BFC2BF2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9090" y="1690688"/>
            <a:ext cx="6833820" cy="5030787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B1CC82-2E51-A519-73DE-5BD09EB1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8716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151</Words>
  <Application>Microsoft Office PowerPoint</Application>
  <PresentationFormat>寬螢幕</PresentationFormat>
  <Paragraphs>43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源流明體 M</vt:lpstr>
      <vt:lpstr>Arial</vt:lpstr>
      <vt:lpstr>Calibri</vt:lpstr>
      <vt:lpstr>Times New Roman</vt:lpstr>
      <vt:lpstr>Office 佈景主題</vt:lpstr>
      <vt:lpstr>Hashiwokakero is NP-complete</vt:lpstr>
      <vt:lpstr>Abstract</vt:lpstr>
      <vt:lpstr>Hashiwokakero puzzle</vt:lpstr>
      <vt:lpstr>Reduction (1 / 3)</vt:lpstr>
      <vt:lpstr>Reduction (2 / 3)</vt:lpstr>
      <vt:lpstr>Reduction (3 / 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Ting B</dc:creator>
  <cp:lastModifiedBy>pplab</cp:lastModifiedBy>
  <cp:revision>10</cp:revision>
  <dcterms:created xsi:type="dcterms:W3CDTF">2022-02-13T12:00:20Z</dcterms:created>
  <dcterms:modified xsi:type="dcterms:W3CDTF">2023-04-18T11:28:23Z</dcterms:modified>
</cp:coreProperties>
</file>