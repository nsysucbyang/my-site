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8" r:id="rId2"/>
    <p:sldId id="277" r:id="rId3"/>
    <p:sldId id="403" r:id="rId4"/>
    <p:sldId id="460" r:id="rId5"/>
    <p:sldId id="402" r:id="rId6"/>
    <p:sldId id="419" r:id="rId7"/>
    <p:sldId id="420" r:id="rId8"/>
    <p:sldId id="421" r:id="rId9"/>
    <p:sldId id="422" r:id="rId10"/>
    <p:sldId id="423" r:id="rId11"/>
    <p:sldId id="424" r:id="rId12"/>
    <p:sldId id="425" r:id="rId13"/>
    <p:sldId id="461" r:id="rId14"/>
    <p:sldId id="462" r:id="rId15"/>
    <p:sldId id="463" r:id="rId16"/>
    <p:sldId id="426" r:id="rId17"/>
    <p:sldId id="427" r:id="rId18"/>
    <p:sldId id="464" r:id="rId19"/>
    <p:sldId id="465" r:id="rId20"/>
    <p:sldId id="466" r:id="rId21"/>
    <p:sldId id="467" r:id="rId22"/>
    <p:sldId id="468" r:id="rId23"/>
    <p:sldId id="428" r:id="rId24"/>
    <p:sldId id="429" r:id="rId25"/>
    <p:sldId id="413" r:id="rId26"/>
    <p:sldId id="430" r:id="rId27"/>
    <p:sldId id="431" r:id="rId28"/>
    <p:sldId id="469" r:id="rId29"/>
    <p:sldId id="432" r:id="rId30"/>
    <p:sldId id="433" r:id="rId31"/>
    <p:sldId id="434" r:id="rId32"/>
    <p:sldId id="470" r:id="rId33"/>
    <p:sldId id="435" r:id="rId34"/>
    <p:sldId id="471" r:id="rId35"/>
    <p:sldId id="472" r:id="rId36"/>
    <p:sldId id="473" r:id="rId37"/>
    <p:sldId id="474" r:id="rId38"/>
    <p:sldId id="475" r:id="rId39"/>
    <p:sldId id="437" r:id="rId40"/>
    <p:sldId id="452" r:id="rId41"/>
    <p:sldId id="438" r:id="rId42"/>
    <p:sldId id="476" r:id="rId43"/>
    <p:sldId id="439" r:id="rId44"/>
    <p:sldId id="440" r:id="rId45"/>
    <p:sldId id="441" r:id="rId46"/>
    <p:sldId id="442" r:id="rId47"/>
    <p:sldId id="443" r:id="rId48"/>
    <p:sldId id="477" r:id="rId49"/>
    <p:sldId id="444" r:id="rId50"/>
    <p:sldId id="445" r:id="rId51"/>
    <p:sldId id="446" r:id="rId52"/>
    <p:sldId id="447" r:id="rId53"/>
    <p:sldId id="448" r:id="rId54"/>
    <p:sldId id="449" r:id="rId55"/>
    <p:sldId id="450" r:id="rId56"/>
    <p:sldId id="453" r:id="rId57"/>
    <p:sldId id="454" r:id="rId58"/>
    <p:sldId id="455" r:id="rId59"/>
    <p:sldId id="456" r:id="rId60"/>
    <p:sldId id="457" r:id="rId61"/>
    <p:sldId id="458" r:id="rId62"/>
    <p:sldId id="459" r:id="rId6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1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07D48-2AB8-5C4B-8F47-9ED0EA5E921C}" type="datetimeFigureOut">
              <a:rPr kumimoji="1" lang="zh-TW" altLang="en-US" smtClean="0"/>
              <a:t>2023/2/14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B5A20-AB47-424F-A431-A6E616E1DA6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8711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8CF69-B94F-41EF-B44B-5A23E69EE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94E246-5B84-40A5-9198-A6478B53D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EC9A6A-81D9-4024-8732-81AD65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30DAD2-5F2F-477A-933C-533FC70E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6A92E9-2EC9-4E85-A2F5-22556455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8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2540F-DED7-457A-80AB-31055F78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592121-7306-4FF5-BC1E-2E3C5CBE0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981BAE-3011-41AB-8F71-019D69C9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1EB8D7-5BB0-4DA4-91DC-94A162F6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AC93A1-955E-43AC-888B-B961ABB2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3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BE3D72-F1B6-454B-95E8-658A7A02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28AABC-6381-4A08-A34B-9775E7CAF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CAAA9C-33BB-4FB2-BED3-BC7D9323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27D4F8-53BF-4473-9B99-4C8E6F8C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6C0F19-61B3-4F06-B453-872D9D5E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8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BA689-797E-40E7-9EDB-5EDB08C7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53EE-84F0-4CB2-A6D1-70ECB696D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FA3A2B-693F-4492-99C6-0C8FC6BA2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D31AE8-99C0-43FB-B941-AD2B9251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6224B4-684C-46B7-BBF1-931F646D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5CC215-AE48-442C-B3C7-A05DA3D2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47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8377E4-D784-4175-A078-E0BE59E8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15F7BB-FF4C-4A58-B308-031D2BD23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0221E4-3D33-46C5-9454-CFE7BCF65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025487A-E8A1-4109-B68A-4BC8FE81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4B2B406-6511-443F-B0E6-C33BAEC71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84ACC6-C42F-45F3-BE11-E53C8E2A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19A6C5F-EF9B-49B4-8955-2443396E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6F790E7-CBD5-4484-A32F-FEF48BB3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53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2A7656-D8C4-4701-89D9-F6B0EB1C6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85F66E-3E02-445B-B1D6-9F7F2B97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DC0B5C4-F60F-472B-877C-D558F28D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AF58D9-56FD-47B2-AFA4-E191E86C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14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D15556-2C7C-43E9-BEE7-2F931FDA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3A5585-BC54-43DC-AF3A-A0CD372D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BF090F-6470-4F86-9004-6B7FDBD2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16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F103F5-9E97-4826-B0D2-95F4564C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46CFE7-EA93-4D37-81E5-AA67D27F6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FDF5F1-BC00-46C5-8A6D-53247EAAB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FA9920-036B-4577-A0AA-EA9558A0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7DF8B8-6B05-4919-B114-D5663C22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666E5C-95E4-4050-9140-1FCCC0B9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232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97E922-EA1A-435F-870D-682421C5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18B7BE4-C689-4096-AD49-68F6034EA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AD295FF-4A20-40FD-AC66-98CEC5850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219DCA-585C-43B6-9552-4EE13F760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D0F041-3794-4C18-8470-1E81B0B8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689843-4105-446B-A08B-BA8F5DD6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2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2EB34D-E993-49B7-A454-C7F5A38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D361F5-F0E1-4F67-B5F9-593DA8F07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843757-966E-48DA-9D3F-7BCB9426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A665A4-0D51-44C3-83A1-6B3FEA68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AF5088-2FDA-45E4-A2C5-6563CE33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77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B180085-65E4-4ED8-943A-8E4E7DCD7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358ABA-23C5-47E8-9CA9-2449B4342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EEC609-328B-4C6E-97B9-64C473DA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A8800A-57CD-4691-8E11-40185134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1209D-6627-4CFC-8CFF-DE25AA4F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97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173FCB-AF51-413B-9EA7-940E652F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7623B9-D996-4B18-863A-AF24B34F5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610FA5-96C9-43C2-9118-EF308B50C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2E98C-ACD1-4F21-B7D7-C715BE9B2230}" type="datetimeFigureOut">
              <a:rPr lang="zh-TW" altLang="en-US" smtClean="0"/>
              <a:t>2023/2/14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A6CC33-55D8-4EFE-8365-937324890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3263F0-2185-4819-9FD7-AB6DE2AA7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9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/>
        </p:nvSpPr>
        <p:spPr>
          <a:xfrm>
            <a:off x="762001" y="1720670"/>
            <a:ext cx="10525124" cy="1555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SCOUT: A Simple Game-Searching Algorithm with Proven Optimal Properties</a:t>
            </a:r>
            <a:endParaRPr lang="en" altLang="zh-TW" dirty="0"/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/>
        </p:nvSpPr>
        <p:spPr>
          <a:xfrm>
            <a:off x="666107" y="3653122"/>
            <a:ext cx="9870558" cy="162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/>
            <a:r>
              <a:rPr lang="en-US" altLang="zh-TW" dirty="0">
                <a:latin typeface="Times New Roman"/>
                <a:ea typeface="新細明體"/>
                <a:cs typeface="Times New Roman"/>
              </a:rPr>
              <a:t>Judea Pearl</a:t>
            </a:r>
          </a:p>
          <a:p>
            <a:pPr fontAlgn="ctr"/>
            <a:r>
              <a:rPr lang="en-US" altLang="zh-TW" dirty="0">
                <a:latin typeface="Times New Roman"/>
                <a:ea typeface="新細明體"/>
                <a:cs typeface="Times New Roman"/>
              </a:rPr>
              <a:t>Association for the Advancement of Artificial Intelligence, August 18–21, 1980, Stanford, California</a:t>
            </a:r>
          </a:p>
        </p:txBody>
      </p:sp>
      <p:sp>
        <p:nvSpPr>
          <p:cNvPr id="6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50372" y="5471581"/>
            <a:ext cx="2375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Ying-Yu Lin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5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76238" y="284482"/>
            <a:ext cx="11439524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kumimoji="1" lang="en-US" altLang="zh-TW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algn="just">
              <a:lnSpc>
                <a:spcPts val="3200"/>
              </a:lnSpc>
            </a:pPr>
            <a:endParaRPr lang="en-US" altLang="zh-TW" sz="2800" dirty="0">
              <a:latin typeface="Times New Roman"/>
              <a:ea typeface="+mn-lt"/>
              <a:cs typeface="+mn-lt"/>
            </a:endParaRPr>
          </a:p>
          <a:p>
            <a:pPr algn="just">
              <a:lnSpc>
                <a:spcPts val="3200"/>
              </a:lnSpc>
            </a:pPr>
            <a:r>
              <a:rPr lang="en-US" altLang="zh-TW" sz="2800" dirty="0">
                <a:latin typeface="Times New Roman"/>
                <a:ea typeface="+mn-lt"/>
                <a:cs typeface="+mn-lt"/>
              </a:rPr>
              <a:t>This paper describes a new algorithm for searching games which is conceptually simple, space efficient, and analytically tractable. It possesses optimal asymptotic properties and may offer practical advantages over </a:t>
            </a:r>
            <a:r>
              <a:rPr lang="zh-TW" altLang="en-US" sz="2800" dirty="0">
                <a:latin typeface="Times New Roman"/>
                <a:ea typeface="+mn-lt"/>
                <a:cs typeface="+mn-lt"/>
              </a:rPr>
              <a:t>𝛼𝛽 </a:t>
            </a:r>
            <a:r>
              <a:rPr lang="en-US" altLang="zh-TW" sz="2800" dirty="0">
                <a:latin typeface="Times New Roman"/>
                <a:ea typeface="+mn-lt"/>
                <a:cs typeface="+mn-lt"/>
              </a:rPr>
              <a:t>for deep searches.</a:t>
            </a:r>
          </a:p>
        </p:txBody>
      </p:sp>
    </p:spTree>
    <p:extLst>
      <p:ext uri="{BB962C8B-B14F-4D97-AF65-F5344CB8AC3E}">
        <p14:creationId xmlns:p14="http://schemas.microsoft.com/office/powerpoint/2010/main" val="35319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Mini-Max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189B24A-DDF0-138C-2853-73707E7B4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7" y="1461516"/>
            <a:ext cx="5876925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82534E4-3489-A0BE-124C-A573CE925F9D}"/>
              </a:ext>
            </a:extLst>
          </p:cNvPr>
          <p:cNvSpPr txBox="1"/>
          <p:nvPr/>
        </p:nvSpPr>
        <p:spPr>
          <a:xfrm>
            <a:off x="5413248" y="1536192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776B5F-8D57-DC81-9DF5-FA239CDD0FF1}"/>
              </a:ext>
            </a:extLst>
          </p:cNvPr>
          <p:cNvSpPr txBox="1"/>
          <p:nvPr/>
        </p:nvSpPr>
        <p:spPr>
          <a:xfrm>
            <a:off x="5413248" y="1639571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28C82F-AE72-1968-A229-102775A7A7E2}"/>
              </a:ext>
            </a:extLst>
          </p:cNvPr>
          <p:cNvSpPr txBox="1"/>
          <p:nvPr/>
        </p:nvSpPr>
        <p:spPr>
          <a:xfrm>
            <a:off x="3764280" y="2331467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C7AFDA5-364F-A556-DDEA-525A9F4152AB}"/>
              </a:ext>
            </a:extLst>
          </p:cNvPr>
          <p:cNvSpPr txBox="1"/>
          <p:nvPr/>
        </p:nvSpPr>
        <p:spPr>
          <a:xfrm>
            <a:off x="8016242" y="2331467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5DD5104-7905-44DA-184F-48ECEF2BF9F8}"/>
              </a:ext>
            </a:extLst>
          </p:cNvPr>
          <p:cNvSpPr txBox="1"/>
          <p:nvPr/>
        </p:nvSpPr>
        <p:spPr>
          <a:xfrm>
            <a:off x="3288792" y="3666491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05B65C-837E-9434-5EE7-3FCA1B3087D2}"/>
              </a:ext>
            </a:extLst>
          </p:cNvPr>
          <p:cNvSpPr txBox="1"/>
          <p:nvPr/>
        </p:nvSpPr>
        <p:spPr>
          <a:xfrm>
            <a:off x="5138928" y="3666491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43FE9B9-8A19-20CE-FFF0-0462E7D86483}"/>
              </a:ext>
            </a:extLst>
          </p:cNvPr>
          <p:cNvSpPr txBox="1"/>
          <p:nvPr/>
        </p:nvSpPr>
        <p:spPr>
          <a:xfrm>
            <a:off x="4651248" y="3672858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CD6F797-2F12-076B-9FA5-9B477D59E326}"/>
              </a:ext>
            </a:extLst>
          </p:cNvPr>
          <p:cNvSpPr txBox="1"/>
          <p:nvPr/>
        </p:nvSpPr>
        <p:spPr>
          <a:xfrm>
            <a:off x="6641594" y="3663714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B70FE6C-B928-151E-06CA-E3D01AC647DF}"/>
              </a:ext>
            </a:extLst>
          </p:cNvPr>
          <p:cNvSpPr txBox="1"/>
          <p:nvPr/>
        </p:nvSpPr>
        <p:spPr>
          <a:xfrm>
            <a:off x="7086695" y="3663714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59712A3-D191-D0DF-5691-537A38D5162C}"/>
              </a:ext>
            </a:extLst>
          </p:cNvPr>
          <p:cNvSpPr txBox="1"/>
          <p:nvPr/>
        </p:nvSpPr>
        <p:spPr>
          <a:xfrm>
            <a:off x="8528304" y="3663714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BA0F269-3E43-E03D-7694-A07FB6D3F140}"/>
              </a:ext>
            </a:extLst>
          </p:cNvPr>
          <p:cNvSpPr txBox="1"/>
          <p:nvPr/>
        </p:nvSpPr>
        <p:spPr>
          <a:xfrm>
            <a:off x="4642104" y="4886715"/>
            <a:ext cx="387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DB8243F-266D-E6C1-D35C-43ADD38514E0}"/>
              </a:ext>
            </a:extLst>
          </p:cNvPr>
          <p:cNvSpPr txBox="1"/>
          <p:nvPr/>
        </p:nvSpPr>
        <p:spPr>
          <a:xfrm>
            <a:off x="6638641" y="4810515"/>
            <a:ext cx="387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A2559D4-228F-DD79-FEED-1D1B2322B147}"/>
              </a:ext>
            </a:extLst>
          </p:cNvPr>
          <p:cNvSpPr txBox="1"/>
          <p:nvPr/>
        </p:nvSpPr>
        <p:spPr>
          <a:xfrm>
            <a:off x="7586716" y="4810515"/>
            <a:ext cx="387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58EFE7B-EA7F-BBA3-8A8B-6225677D0D39}"/>
              </a:ext>
            </a:extLst>
          </p:cNvPr>
          <p:cNvSpPr txBox="1"/>
          <p:nvPr/>
        </p:nvSpPr>
        <p:spPr>
          <a:xfrm>
            <a:off x="8471916" y="4836194"/>
            <a:ext cx="387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E53A5E8-8491-FAC5-6861-C84F773B999C}"/>
              </a:ext>
            </a:extLst>
          </p:cNvPr>
          <p:cNvSpPr txBox="1"/>
          <p:nvPr/>
        </p:nvSpPr>
        <p:spPr>
          <a:xfrm>
            <a:off x="6115594" y="2331467"/>
            <a:ext cx="274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9337D4-8B49-F1DE-0EBD-35D1A1EA79C7}"/>
              </a:ext>
            </a:extLst>
          </p:cNvPr>
          <p:cNvSpPr/>
          <p:nvPr/>
        </p:nvSpPr>
        <p:spPr>
          <a:xfrm>
            <a:off x="3044952" y="3721609"/>
            <a:ext cx="6208776" cy="111556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6743ACC-BBBF-84AF-BF73-EE7199FEFBB7}"/>
              </a:ext>
            </a:extLst>
          </p:cNvPr>
          <p:cNvSpPr txBox="1"/>
          <p:nvPr/>
        </p:nvSpPr>
        <p:spPr>
          <a:xfrm>
            <a:off x="9334887" y="4173419"/>
            <a:ext cx="92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O’s turn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C0F9D03-76E4-EB4A-C1A1-6C33E0742714}"/>
              </a:ext>
            </a:extLst>
          </p:cNvPr>
          <p:cNvSpPr/>
          <p:nvPr/>
        </p:nvSpPr>
        <p:spPr>
          <a:xfrm>
            <a:off x="4123944" y="4965193"/>
            <a:ext cx="5129784" cy="111556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38188FF-AD18-5321-0FDF-1866AB2C1FE5}"/>
              </a:ext>
            </a:extLst>
          </p:cNvPr>
          <p:cNvSpPr txBox="1"/>
          <p:nvPr/>
        </p:nvSpPr>
        <p:spPr>
          <a:xfrm>
            <a:off x="9390388" y="5364980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X’s turn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97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Mini-Max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189B24A-DDF0-138C-2853-73707E7B4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7" y="1461516"/>
            <a:ext cx="5876925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63FD39-172E-08FB-62D5-555721FF20A0}"/>
              </a:ext>
            </a:extLst>
          </p:cNvPr>
          <p:cNvSpPr/>
          <p:nvPr/>
        </p:nvSpPr>
        <p:spPr>
          <a:xfrm>
            <a:off x="3044952" y="3721609"/>
            <a:ext cx="6208776" cy="111556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C515B-4414-869F-DFE5-242BCCE6AA57}"/>
              </a:ext>
            </a:extLst>
          </p:cNvPr>
          <p:cNvSpPr txBox="1"/>
          <p:nvPr/>
        </p:nvSpPr>
        <p:spPr>
          <a:xfrm>
            <a:off x="9334887" y="4173419"/>
            <a:ext cx="92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O’s turn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A3BA29-70CD-91A4-0B1B-3910B38A6EB5}"/>
              </a:ext>
            </a:extLst>
          </p:cNvPr>
          <p:cNvSpPr/>
          <p:nvPr/>
        </p:nvSpPr>
        <p:spPr>
          <a:xfrm>
            <a:off x="4123944" y="4965193"/>
            <a:ext cx="5129784" cy="111556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45EE059-0C7A-8F2A-DE7F-868442245CFA}"/>
              </a:ext>
            </a:extLst>
          </p:cNvPr>
          <p:cNvSpPr txBox="1"/>
          <p:nvPr/>
        </p:nvSpPr>
        <p:spPr>
          <a:xfrm>
            <a:off x="9390388" y="5364980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X’s turn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11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Mini-Max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789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Mini-Max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55747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Mini-Max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97715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Mini-Max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6361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Mini-Max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06722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70283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84785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6936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84785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11951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83898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13097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83898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3876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83898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30169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83898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7968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25654" y="2676421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56902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673654" y="2892445"/>
            <a:ext cx="1748927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88183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25654" y="2676421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56902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673654" y="2892445"/>
            <a:ext cx="1748927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18579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25654" y="2676421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021626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574729" y="3878261"/>
            <a:ext cx="84785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574729" y="4372895"/>
            <a:ext cx="30937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56902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673654" y="2892445"/>
            <a:ext cx="1748927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9598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25654" y="2676421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021626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574729" y="3878261"/>
            <a:ext cx="84785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574729" y="4372895"/>
            <a:ext cx="30937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56902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673654" y="2892445"/>
            <a:ext cx="1748927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24023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25654" y="2676421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56902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673654" y="2892445"/>
            <a:ext cx="1748927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74560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25654" y="2676421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098581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56902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673654" y="2892445"/>
            <a:ext cx="1748927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0082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25654" y="2676421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098581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56902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673654" y="2892445"/>
            <a:ext cx="1748927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491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l-GR" altLang="zh-TW" sz="3600" b="1" dirty="0">
                <a:latin typeface="Times New Roman" pitchFamily="18" charset="0"/>
                <a:cs typeface="Times New Roman" pitchFamily="18" charset="0"/>
              </a:rPr>
              <a:t>α - β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pruning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44752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713810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252287" y="4625702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266913" y="3878261"/>
            <a:ext cx="901839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266913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867719" y="4004119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68752" y="3878261"/>
            <a:ext cx="1022967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09374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420822" y="4372895"/>
            <a:ext cx="309374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25654" y="2676421"/>
            <a:ext cx="648000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098581" y="3455639"/>
            <a:ext cx="648000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≤</a:t>
            </a:r>
            <a:r>
              <a:rPr lang="en-US" altLang="zh-TW" dirty="0">
                <a:solidFill>
                  <a:srgbClr val="4D5156"/>
                </a:solidFill>
                <a:latin typeface="arial" panose="020B0604020202020204" pitchFamily="34" charset="0"/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68752" y="2892445"/>
            <a:ext cx="1856902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673654" y="2892445"/>
            <a:ext cx="1748927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1593693" cy="955600"/>
            <a:chOff x="9849901" y="1063262"/>
            <a:chExt cx="1593693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759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Player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1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Opponent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81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3EA3E1F-D1D7-93E3-E765-9AB15828C836}"/>
              </a:ext>
            </a:extLst>
          </p:cNvPr>
          <p:cNvSpPr txBox="1"/>
          <p:nvPr/>
        </p:nvSpPr>
        <p:spPr>
          <a:xfrm>
            <a:off x="484632" y="1490472"/>
            <a:ext cx="114395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dirty="0"/>
              <a:t>TEST( S, v, &gt; ) : V(S) &gt; v ?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dirty="0"/>
              <a:t>EVAL(S)     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71E107F-57EF-3686-EACB-419B19639537}"/>
                  </a:ext>
                </a:extLst>
              </p:cNvPr>
              <p:cNvSpPr txBox="1"/>
              <p:nvPr/>
            </p:nvSpPr>
            <p:spPr>
              <a:xfrm>
                <a:off x="850392" y="2053407"/>
                <a:ext cx="9198864" cy="1605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𝑟𝑒𝑡𝑢𝑟𝑛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𝑇𝑟𝑢𝑒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𝑜𝑛𝑒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𝑠𝑢𝑐𝑐𝑒𝑠𝑠𝑜𝑟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𝑙𝑎𝑟𝑔𝑒𝑟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𝑡h𝑎𝑛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𝐹𝑎𝑙𝑠𝑒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𝑎𝑙𝑙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𝑠𝑢𝑐𝑐𝑒𝑠𝑠𝑜𝑟𝑠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𝑎𝑟𝑒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𝑠𝑚𝑎𝑙𝑙𝑒𝑟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𝑡h𝑎𝑛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𝑜𝑟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𝑒𝑞𝑢𝑎𝑙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𝑡𝑜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𝑀𝐼𝑁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𝑟𝑒𝑡𝑢𝑟𝑛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𝑇𝑟𝑢𝑒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𝑎𝑙𝑙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𝑠𝑢𝑐𝑐𝑒𝑠𝑠𝑜𝑟𝑠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𝑎𝑟𝑒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𝑙𝑎𝑟𝑔𝑒𝑟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𝑡h𝑎𝑛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𝐹𝑎𝑙𝑠𝑒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𝑜𝑛𝑒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𝑠𝑢𝑐𝑐𝑒𝑠𝑠𝑜𝑟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𝑠𝑚𝑎𝑙𝑙𝑒𝑟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𝑡h𝑎𝑛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𝑜𝑟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𝑒𝑞𝑢𝑎𝑙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𝑡𝑜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eqAr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71E107F-57EF-3686-EACB-419B19639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" y="2053407"/>
                <a:ext cx="9198864" cy="16050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362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5514172" y="2262046"/>
            <a:ext cx="167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EVAL(S) = [0,13]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8116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</a:t>
            </a:r>
            <a:r>
              <a:rPr lang="en-US" altLang="zh-TW" dirty="0">
                <a:solidFill>
                  <a:srgbClr val="FF0000"/>
                </a:solidFill>
              </a:rPr>
              <a:t>8</a:t>
            </a:r>
            <a:r>
              <a:rPr lang="en-US" altLang="zh-TW" dirty="0"/>
              <a:t>,&gt;)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</a:t>
            </a:r>
            <a:r>
              <a:rPr lang="en-US" altLang="zh-TW" dirty="0">
                <a:solidFill>
                  <a:srgbClr val="FF0000"/>
                </a:solidFill>
              </a:rPr>
              <a:t>8</a:t>
            </a:r>
            <a:r>
              <a:rPr lang="en-US" altLang="zh-TW" dirty="0"/>
              <a:t>,&gt;)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</a:t>
            </a:r>
            <a:r>
              <a:rPr lang="en-US" altLang="zh-TW" dirty="0">
                <a:solidFill>
                  <a:srgbClr val="FF0000"/>
                </a:solidFill>
              </a:rPr>
              <a:t>8</a:t>
            </a:r>
            <a:r>
              <a:rPr lang="en-US" altLang="zh-TW" dirty="0"/>
              <a:t>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</a:t>
            </a:r>
            <a:r>
              <a:rPr lang="en-US" altLang="zh-TW" dirty="0">
                <a:solidFill>
                  <a:srgbClr val="FF0000"/>
                </a:solidFill>
              </a:rPr>
              <a:t>8</a:t>
            </a:r>
            <a:r>
              <a:rPr lang="en-US" altLang="zh-TW" dirty="0"/>
              <a:t>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9280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72684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6684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4124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059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477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C4A3435-8A57-E2B9-1E05-42C4A5C5792B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566E3D7E-6504-517F-07DF-DD5A0FCB1A72}"/>
              </a:ext>
            </a:extLst>
          </p:cNvPr>
          <p:cNvSpPr txBox="1"/>
          <p:nvPr/>
        </p:nvSpPr>
        <p:spPr>
          <a:xfrm>
            <a:off x="6807151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EFB1D7C-510D-F494-D03E-A31C3782BBD0}"/>
              </a:ext>
            </a:extLst>
          </p:cNvPr>
          <p:cNvSpPr txBox="1"/>
          <p:nvPr/>
        </p:nvSpPr>
        <p:spPr>
          <a:xfrm>
            <a:off x="6052646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0896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C4A3435-8A57-E2B9-1E05-42C4A5C5792B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566E3D7E-6504-517F-07DF-DD5A0FCB1A72}"/>
              </a:ext>
            </a:extLst>
          </p:cNvPr>
          <p:cNvSpPr txBox="1"/>
          <p:nvPr/>
        </p:nvSpPr>
        <p:spPr>
          <a:xfrm>
            <a:off x="6807151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EFB1D7C-510D-F494-D03E-A31C3782BBD0}"/>
              </a:ext>
            </a:extLst>
          </p:cNvPr>
          <p:cNvSpPr txBox="1"/>
          <p:nvPr/>
        </p:nvSpPr>
        <p:spPr>
          <a:xfrm>
            <a:off x="6153230" y="466675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390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C4A3435-8A57-E2B9-1E05-42C4A5C5792B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566E3D7E-6504-517F-07DF-DD5A0FCB1A72}"/>
              </a:ext>
            </a:extLst>
          </p:cNvPr>
          <p:cNvSpPr txBox="1"/>
          <p:nvPr/>
        </p:nvSpPr>
        <p:spPr>
          <a:xfrm>
            <a:off x="6807151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EFB1D7C-510D-F494-D03E-A31C3782BBD0}"/>
              </a:ext>
            </a:extLst>
          </p:cNvPr>
          <p:cNvSpPr txBox="1"/>
          <p:nvPr/>
        </p:nvSpPr>
        <p:spPr>
          <a:xfrm>
            <a:off x="6153230" y="466675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02BD00E-5505-85DD-13FB-69A4AE94CD2D}"/>
              </a:ext>
            </a:extLst>
          </p:cNvPr>
          <p:cNvSpPr txBox="1"/>
          <p:nvPr/>
        </p:nvSpPr>
        <p:spPr>
          <a:xfrm>
            <a:off x="7192875" y="4678713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5098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C4A3435-8A57-E2B9-1E05-42C4A5C5792B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566E3D7E-6504-517F-07DF-DD5A0FCB1A72}"/>
              </a:ext>
            </a:extLst>
          </p:cNvPr>
          <p:cNvSpPr txBox="1"/>
          <p:nvPr/>
        </p:nvSpPr>
        <p:spPr>
          <a:xfrm>
            <a:off x="6807151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EFB1D7C-510D-F494-D03E-A31C3782BBD0}"/>
              </a:ext>
            </a:extLst>
          </p:cNvPr>
          <p:cNvSpPr txBox="1"/>
          <p:nvPr/>
        </p:nvSpPr>
        <p:spPr>
          <a:xfrm>
            <a:off x="6153230" y="466675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02BD00E-5505-85DD-13FB-69A4AE94CD2D}"/>
              </a:ext>
            </a:extLst>
          </p:cNvPr>
          <p:cNvSpPr txBox="1"/>
          <p:nvPr/>
        </p:nvSpPr>
        <p:spPr>
          <a:xfrm>
            <a:off x="7229451" y="4678713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182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C4A3435-8A57-E2B9-1E05-42C4A5C5792B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566E3D7E-6504-517F-07DF-DD5A0FCB1A72}"/>
              </a:ext>
            </a:extLst>
          </p:cNvPr>
          <p:cNvSpPr txBox="1"/>
          <p:nvPr/>
        </p:nvSpPr>
        <p:spPr>
          <a:xfrm>
            <a:off x="670656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EFB1D7C-510D-F494-D03E-A31C3782BBD0}"/>
              </a:ext>
            </a:extLst>
          </p:cNvPr>
          <p:cNvSpPr txBox="1"/>
          <p:nvPr/>
        </p:nvSpPr>
        <p:spPr>
          <a:xfrm>
            <a:off x="6153230" y="466675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02BD00E-5505-85DD-13FB-69A4AE94CD2D}"/>
              </a:ext>
            </a:extLst>
          </p:cNvPr>
          <p:cNvSpPr txBox="1"/>
          <p:nvPr/>
        </p:nvSpPr>
        <p:spPr>
          <a:xfrm>
            <a:off x="7229451" y="4678713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915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C4A3435-8A57-E2B9-1E05-42C4A5C5792B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566E3D7E-6504-517F-07DF-DD5A0FCB1A72}"/>
              </a:ext>
            </a:extLst>
          </p:cNvPr>
          <p:cNvSpPr txBox="1"/>
          <p:nvPr/>
        </p:nvSpPr>
        <p:spPr>
          <a:xfrm>
            <a:off x="670656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EFB1D7C-510D-F494-D03E-A31C3782BBD0}"/>
              </a:ext>
            </a:extLst>
          </p:cNvPr>
          <p:cNvSpPr txBox="1"/>
          <p:nvPr/>
        </p:nvSpPr>
        <p:spPr>
          <a:xfrm>
            <a:off x="6153230" y="466675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02BD00E-5505-85DD-13FB-69A4AE94CD2D}"/>
              </a:ext>
            </a:extLst>
          </p:cNvPr>
          <p:cNvSpPr txBox="1"/>
          <p:nvPr/>
        </p:nvSpPr>
        <p:spPr>
          <a:xfrm>
            <a:off x="7229451" y="4678713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192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5E0EDC64-3486-C6F3-2CE8-4EC1959556FA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42BF7327-FEE2-3FCC-F15B-41C9866EDD6B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19B7CF4-8E98-94D8-9DB8-D734026FEBE6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EF37441-545A-9AE8-A1FF-CC1E1ECB4613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ECB4AFF-A8A9-DEB8-CE13-3E0D5954444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E21EEFD3-E81A-D559-B907-A07B89F71F6E}"/>
              </a:ext>
            </a:extLst>
          </p:cNvPr>
          <p:cNvSpPr txBox="1"/>
          <p:nvPr/>
        </p:nvSpPr>
        <p:spPr>
          <a:xfrm>
            <a:off x="2929722" y="4669688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C4A3435-8A57-E2B9-1E05-42C4A5C5792B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566E3D7E-6504-517F-07DF-DD5A0FCB1A72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EFB1D7C-510D-F494-D03E-A31C3782BBD0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8908A1B1-25CC-7169-E9EA-72D4A61EC1F5}"/>
              </a:ext>
            </a:extLst>
          </p:cNvPr>
          <p:cNvSpPr txBox="1"/>
          <p:nvPr/>
        </p:nvSpPr>
        <p:spPr>
          <a:xfrm>
            <a:off x="7256812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8B3D023A-213E-C6E8-9A3A-6EAA471BCAAE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TEST(S,8,&gt;)</a:t>
            </a:r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16377C91-A75C-A472-3C17-76A6ABD1730A}"/>
              </a:ext>
            </a:extLst>
          </p:cNvPr>
          <p:cNvSpPr txBox="1"/>
          <p:nvPr/>
        </p:nvSpPr>
        <p:spPr>
          <a:xfrm>
            <a:off x="5621296" y="270306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5931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5514172" y="2262046"/>
            <a:ext cx="167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EVAL(S) = [0,8]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8282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</a:t>
            </a:r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en-US" altLang="zh-TW" dirty="0"/>
              <a:t>,&gt;)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</a:t>
            </a:r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en-US" altLang="zh-TW" dirty="0"/>
              <a:t>,&gt;)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</a:t>
            </a:r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en-US" altLang="zh-TW" dirty="0"/>
              <a:t>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</a:t>
            </a:r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en-US" altLang="zh-TW" dirty="0"/>
              <a:t>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32691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C526641-2921-B60C-501C-15FBE7BB91B2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79688FD4-1696-2619-11AB-8A48FD007C54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23370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693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855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179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32998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4417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8B327A48-CF61-FD2A-9CD0-8ECAF046E844}"/>
              </a:ext>
            </a:extLst>
          </p:cNvPr>
          <p:cNvSpPr txBox="1"/>
          <p:nvPr/>
        </p:nvSpPr>
        <p:spPr>
          <a:xfrm>
            <a:off x="7264221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187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AAEE56A-280E-077C-2078-87D8A90DF5D1}"/>
              </a:ext>
            </a:extLst>
          </p:cNvPr>
          <p:cNvSpPr txBox="1"/>
          <p:nvPr/>
        </p:nvSpPr>
        <p:spPr>
          <a:xfrm>
            <a:off x="7264221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3295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AAEE56A-280E-077C-2078-87D8A90DF5D1}"/>
              </a:ext>
            </a:extLst>
          </p:cNvPr>
          <p:cNvSpPr txBox="1"/>
          <p:nvPr/>
        </p:nvSpPr>
        <p:spPr>
          <a:xfrm>
            <a:off x="7264221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7628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AAEE56A-280E-077C-2078-87D8A90DF5D1}"/>
              </a:ext>
            </a:extLst>
          </p:cNvPr>
          <p:cNvSpPr txBox="1"/>
          <p:nvPr/>
        </p:nvSpPr>
        <p:spPr>
          <a:xfrm>
            <a:off x="7264221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94154C0-DCAC-F78A-D50D-A93443C53FF3}"/>
              </a:ext>
            </a:extLst>
          </p:cNvPr>
          <p:cNvSpPr txBox="1"/>
          <p:nvPr/>
        </p:nvSpPr>
        <p:spPr>
          <a:xfrm>
            <a:off x="8853046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4F38B5B2-1979-7D5F-0D92-54865E41280E}"/>
              </a:ext>
            </a:extLst>
          </p:cNvPr>
          <p:cNvSpPr txBox="1"/>
          <p:nvPr/>
        </p:nvSpPr>
        <p:spPr>
          <a:xfrm>
            <a:off x="8323045" y="471103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38626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AAEE56A-280E-077C-2078-87D8A90DF5D1}"/>
              </a:ext>
            </a:extLst>
          </p:cNvPr>
          <p:cNvSpPr txBox="1"/>
          <p:nvPr/>
        </p:nvSpPr>
        <p:spPr>
          <a:xfrm>
            <a:off x="7264221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94154C0-DCAC-F78A-D50D-A93443C53FF3}"/>
              </a:ext>
            </a:extLst>
          </p:cNvPr>
          <p:cNvSpPr txBox="1"/>
          <p:nvPr/>
        </p:nvSpPr>
        <p:spPr>
          <a:xfrm>
            <a:off x="8853046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4F38B5B2-1979-7D5F-0D92-54865E41280E}"/>
              </a:ext>
            </a:extLst>
          </p:cNvPr>
          <p:cNvSpPr txBox="1"/>
          <p:nvPr/>
        </p:nvSpPr>
        <p:spPr>
          <a:xfrm>
            <a:off x="8323045" y="471103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9228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TEST(S,7,&gt;)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AAEE56A-280E-077C-2078-87D8A90DF5D1}"/>
              </a:ext>
            </a:extLst>
          </p:cNvPr>
          <p:cNvSpPr txBox="1"/>
          <p:nvPr/>
        </p:nvSpPr>
        <p:spPr>
          <a:xfrm>
            <a:off x="7264221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94154C0-DCAC-F78A-D50D-A93443C53FF3}"/>
              </a:ext>
            </a:extLst>
          </p:cNvPr>
          <p:cNvSpPr txBox="1"/>
          <p:nvPr/>
        </p:nvSpPr>
        <p:spPr>
          <a:xfrm>
            <a:off x="8853046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4F38B5B2-1979-7D5F-0D92-54865E41280E}"/>
              </a:ext>
            </a:extLst>
          </p:cNvPr>
          <p:cNvSpPr txBox="1"/>
          <p:nvPr/>
        </p:nvSpPr>
        <p:spPr>
          <a:xfrm>
            <a:off x="8323045" y="471103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4624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9D348E3-75C6-2830-474E-46DD81F11F97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AAEE56A-280E-077C-2078-87D8A90DF5D1}"/>
              </a:ext>
            </a:extLst>
          </p:cNvPr>
          <p:cNvSpPr txBox="1"/>
          <p:nvPr/>
        </p:nvSpPr>
        <p:spPr>
          <a:xfrm>
            <a:off x="7264221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94154C0-DCAC-F78A-D50D-A93443C53FF3}"/>
              </a:ext>
            </a:extLst>
          </p:cNvPr>
          <p:cNvSpPr txBox="1"/>
          <p:nvPr/>
        </p:nvSpPr>
        <p:spPr>
          <a:xfrm>
            <a:off x="8853046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4F38B5B2-1979-7D5F-0D92-54865E41280E}"/>
              </a:ext>
            </a:extLst>
          </p:cNvPr>
          <p:cNvSpPr txBox="1"/>
          <p:nvPr/>
        </p:nvSpPr>
        <p:spPr>
          <a:xfrm>
            <a:off x="8323045" y="471103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7038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TW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1874425" y="467899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B63C18-19B1-D14C-3A28-945CE79511AB}"/>
              </a:ext>
            </a:extLst>
          </p:cNvPr>
          <p:cNvSpPr txBox="1"/>
          <p:nvPr/>
        </p:nvSpPr>
        <p:spPr>
          <a:xfrm>
            <a:off x="2359687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578E9-D057-B531-2DF8-880642D0591C}"/>
              </a:ext>
            </a:extLst>
          </p:cNvPr>
          <p:cNvSpPr txBox="1"/>
          <p:nvPr/>
        </p:nvSpPr>
        <p:spPr>
          <a:xfrm>
            <a:off x="349488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3487E607-87DF-5296-A54F-66CC251BDF3D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C0F06328-4BC1-2B09-D8A1-3DF7F396D2B6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439EBBC-69CD-51AC-1146-B10F4DAF2A97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C7C3B40-8F52-0607-476C-5DD970533279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7B9F481D-58D8-FF8B-DCE9-DE95C25C8B18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124CFCFE-8119-C4DE-2C68-C05B3F73DDAE}"/>
              </a:ext>
            </a:extLst>
          </p:cNvPr>
          <p:cNvSpPr txBox="1"/>
          <p:nvPr/>
        </p:nvSpPr>
        <p:spPr>
          <a:xfrm>
            <a:off x="2929722" y="4680536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DD0AAEA9-4EF5-8C62-3409-B4CE4D03CC65}"/>
              </a:ext>
            </a:extLst>
          </p:cNvPr>
          <p:cNvSpPr txBox="1"/>
          <p:nvPr/>
        </p:nvSpPr>
        <p:spPr>
          <a:xfrm>
            <a:off x="7770944" y="348175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7D0B490-7465-F9EB-A56C-003017E753B5}"/>
              </a:ext>
            </a:extLst>
          </p:cNvPr>
          <p:cNvSpPr txBox="1"/>
          <p:nvPr/>
        </p:nvSpPr>
        <p:spPr>
          <a:xfrm>
            <a:off x="6711615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5108926-E7AD-C8EF-9449-22D74C082767}"/>
              </a:ext>
            </a:extLst>
          </p:cNvPr>
          <p:cNvSpPr txBox="1"/>
          <p:nvPr/>
        </p:nvSpPr>
        <p:spPr>
          <a:xfrm>
            <a:off x="6175478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False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AAEE56A-280E-077C-2078-87D8A90DF5D1}"/>
              </a:ext>
            </a:extLst>
          </p:cNvPr>
          <p:cNvSpPr txBox="1"/>
          <p:nvPr/>
        </p:nvSpPr>
        <p:spPr>
          <a:xfrm>
            <a:off x="7264221" y="471247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94154C0-DCAC-F78A-D50D-A93443C53FF3}"/>
              </a:ext>
            </a:extLst>
          </p:cNvPr>
          <p:cNvSpPr txBox="1"/>
          <p:nvPr/>
        </p:nvSpPr>
        <p:spPr>
          <a:xfrm>
            <a:off x="8853046" y="4040347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4F38B5B2-1979-7D5F-0D92-54865E41280E}"/>
              </a:ext>
            </a:extLst>
          </p:cNvPr>
          <p:cNvSpPr txBox="1"/>
          <p:nvPr/>
        </p:nvSpPr>
        <p:spPr>
          <a:xfrm>
            <a:off x="8323045" y="471103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FF559334-A5DC-2A31-E967-A832BEA8C894}"/>
              </a:ext>
            </a:extLst>
          </p:cNvPr>
          <p:cNvSpPr txBox="1"/>
          <p:nvPr/>
        </p:nvSpPr>
        <p:spPr>
          <a:xfrm>
            <a:off x="5616081" y="2709902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True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9BB30737-F927-555D-752F-68D80C437076}"/>
              </a:ext>
            </a:extLst>
          </p:cNvPr>
          <p:cNvSpPr txBox="1"/>
          <p:nvPr/>
        </p:nvSpPr>
        <p:spPr>
          <a:xfrm>
            <a:off x="5730196" y="2280444"/>
            <a:ext cx="129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TEST(S,7,&gt;)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42551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SCOUT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D25A-A6CF-644D-70F8-C4DB1BE1116C}"/>
              </a:ext>
            </a:extLst>
          </p:cNvPr>
          <p:cNvSpPr/>
          <p:nvPr/>
        </p:nvSpPr>
        <p:spPr>
          <a:xfrm>
            <a:off x="3898741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EA0132B-46C0-32BB-FC56-3FE63DBAC5B4}"/>
              </a:ext>
            </a:extLst>
          </p:cNvPr>
          <p:cNvSpPr/>
          <p:nvPr/>
        </p:nvSpPr>
        <p:spPr>
          <a:xfrm>
            <a:off x="2821787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78467-4FD1-F0D0-8D85-3B7B26283F0C}"/>
              </a:ext>
            </a:extLst>
          </p:cNvPr>
          <p:cNvSpPr/>
          <p:nvPr/>
        </p:nvSpPr>
        <p:spPr>
          <a:xfrm>
            <a:off x="2283309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944A5-B387-6C9E-6AE5-DCB31948B02C}"/>
              </a:ext>
            </a:extLst>
          </p:cNvPr>
          <p:cNvSpPr/>
          <p:nvPr/>
        </p:nvSpPr>
        <p:spPr>
          <a:xfrm>
            <a:off x="3360264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B2D431A-E887-7886-A498-FF534B660381}"/>
              </a:ext>
            </a:extLst>
          </p:cNvPr>
          <p:cNvSpPr/>
          <p:nvPr/>
        </p:nvSpPr>
        <p:spPr>
          <a:xfrm>
            <a:off x="201407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95062E-C8B9-E922-CC7B-1C6FFE1979BB}"/>
              </a:ext>
            </a:extLst>
          </p:cNvPr>
          <p:cNvSpPr/>
          <p:nvPr/>
        </p:nvSpPr>
        <p:spPr>
          <a:xfrm>
            <a:off x="255254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00F2800-461B-DB4D-A2B6-E19F7058C80A}"/>
              </a:ext>
            </a:extLst>
          </p:cNvPr>
          <p:cNvSpPr/>
          <p:nvPr/>
        </p:nvSpPr>
        <p:spPr>
          <a:xfrm>
            <a:off x="309102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8C81A27-E297-25B7-1DE3-D7627F572EFA}"/>
              </a:ext>
            </a:extLst>
          </p:cNvPr>
          <p:cNvSpPr/>
          <p:nvPr/>
        </p:nvSpPr>
        <p:spPr>
          <a:xfrm>
            <a:off x="362950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8F8A83-B224-5F6D-B911-8BAEAE22D120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3190563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80B00A6-E000-8541-3827-7E80F45C0C18}"/>
              </a:ext>
            </a:extLst>
          </p:cNvPr>
          <p:cNvCxnSpPr>
            <a:stCxn id="8" idx="3"/>
            <a:endCxn id="9" idx="0"/>
          </p:cNvCxnSpPr>
          <p:nvPr/>
        </p:nvCxnSpPr>
        <p:spPr>
          <a:xfrm flipH="1">
            <a:off x="2499333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959871D-0716-E03A-CE2C-64BDA54EED38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3190563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7C6F777-D19C-28F8-4022-6550D45CB76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2230095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7FB8552-C64C-0D11-152E-E7EE0775FD1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49933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EE13419-3D37-A203-B7E1-123F1E84FD4B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33070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364114A-7181-FA33-AFDC-49E97D67AD6F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3576288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77B14286-E4FD-BE8E-48E2-737C90A92420}"/>
              </a:ext>
            </a:extLst>
          </p:cNvPr>
          <p:cNvSpPr/>
          <p:nvPr/>
        </p:nvSpPr>
        <p:spPr>
          <a:xfrm>
            <a:off x="4975695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0E9F7A-A8B0-A89C-9563-37E380FC4F32}"/>
              </a:ext>
            </a:extLst>
          </p:cNvPr>
          <p:cNvSpPr/>
          <p:nvPr/>
        </p:nvSpPr>
        <p:spPr>
          <a:xfrm>
            <a:off x="4437218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93DA4-E34C-E873-3A89-B21176E83D51}"/>
              </a:ext>
            </a:extLst>
          </p:cNvPr>
          <p:cNvSpPr/>
          <p:nvPr/>
        </p:nvSpPr>
        <p:spPr>
          <a:xfrm>
            <a:off x="5514172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B5C313C7-3326-39ED-5AC0-8AC2FAAF9652}"/>
              </a:ext>
            </a:extLst>
          </p:cNvPr>
          <p:cNvSpPr/>
          <p:nvPr/>
        </p:nvSpPr>
        <p:spPr>
          <a:xfrm>
            <a:off x="416797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9AE7CF2-BF6D-BC08-3F98-654838B1336D}"/>
              </a:ext>
            </a:extLst>
          </p:cNvPr>
          <p:cNvSpPr/>
          <p:nvPr/>
        </p:nvSpPr>
        <p:spPr>
          <a:xfrm>
            <a:off x="4706456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3716833C-8C84-2999-436D-D6F35B2CE704}"/>
              </a:ext>
            </a:extLst>
          </p:cNvPr>
          <p:cNvSpPr/>
          <p:nvPr/>
        </p:nvSpPr>
        <p:spPr>
          <a:xfrm>
            <a:off x="52449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9C5BA05-1D0A-874F-09C4-9FE1326321A1}"/>
              </a:ext>
            </a:extLst>
          </p:cNvPr>
          <p:cNvSpPr/>
          <p:nvPr/>
        </p:nvSpPr>
        <p:spPr>
          <a:xfrm>
            <a:off x="5783410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7AA8131-8EEE-CBEF-1E79-5F02D65DA94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4114765" y="3878261"/>
            <a:ext cx="1076954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BBD7636-DC5E-60A9-7CE6-73F2C09653B0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 flipH="1">
            <a:off x="4653242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771E363-81A7-5E61-C103-46591A0DB40C}"/>
              </a:ext>
            </a:extLst>
          </p:cNvPr>
          <p:cNvCxnSpPr>
            <a:stCxn id="22" idx="5"/>
            <a:endCxn id="24" idx="0"/>
          </p:cNvCxnSpPr>
          <p:nvPr/>
        </p:nvCxnSpPr>
        <p:spPr>
          <a:xfrm>
            <a:off x="5344471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B5D2C8B-853E-1EA5-CD85-11E954B3162B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384003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8E8CEA9-668F-67E4-8F02-91ECAED49FBF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4653242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FB79829-B207-3B50-A143-9429C82E221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flipH="1">
            <a:off x="54609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DE713A5-A8C7-5096-FACF-C662F039585F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5730196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>
            <a:extLst>
              <a:ext uri="{FF2B5EF4-FFF2-40B4-BE49-F238E27FC236}">
                <a16:creationId xmlns:a16="http://schemas.microsoft.com/office/drawing/2014/main" id="{957D8E36-F2F8-C02E-D3BB-6B4C46C1818B}"/>
              </a:ext>
            </a:extLst>
          </p:cNvPr>
          <p:cNvSpPr/>
          <p:nvPr/>
        </p:nvSpPr>
        <p:spPr>
          <a:xfrm>
            <a:off x="6052650" y="2676421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0D482E-9F27-F691-2579-BE623D2CB98B}"/>
              </a:ext>
            </a:extLst>
          </p:cNvPr>
          <p:cNvSpPr/>
          <p:nvPr/>
        </p:nvSpPr>
        <p:spPr>
          <a:xfrm>
            <a:off x="8206557" y="3455639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1B27D39-7232-7D6E-6EC4-919F56179AD5}"/>
              </a:ext>
            </a:extLst>
          </p:cNvPr>
          <p:cNvSpPr/>
          <p:nvPr/>
        </p:nvSpPr>
        <p:spPr>
          <a:xfrm>
            <a:off x="7129603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23F6A-FD8B-8CAB-891D-3D5D15CBBA86}"/>
              </a:ext>
            </a:extLst>
          </p:cNvPr>
          <p:cNvSpPr/>
          <p:nvPr/>
        </p:nvSpPr>
        <p:spPr>
          <a:xfrm>
            <a:off x="6591125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4ECD23-9006-6747-2759-A349578BF7E6}"/>
              </a:ext>
            </a:extLst>
          </p:cNvPr>
          <p:cNvSpPr/>
          <p:nvPr/>
        </p:nvSpPr>
        <p:spPr>
          <a:xfrm>
            <a:off x="7668080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E02C02-A0FA-EA3B-B9F9-E93019D1507B}"/>
              </a:ext>
            </a:extLst>
          </p:cNvPr>
          <p:cNvSpPr/>
          <p:nvPr/>
        </p:nvSpPr>
        <p:spPr>
          <a:xfrm>
            <a:off x="6321887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A2F0735-5A18-1264-6EC7-56FD2DDFEB26}"/>
              </a:ext>
            </a:extLst>
          </p:cNvPr>
          <p:cNvSpPr/>
          <p:nvPr/>
        </p:nvSpPr>
        <p:spPr>
          <a:xfrm>
            <a:off x="6860364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01124984-CEA4-8308-0BC5-B40747AAE64D}"/>
              </a:ext>
            </a:extLst>
          </p:cNvPr>
          <p:cNvSpPr/>
          <p:nvPr/>
        </p:nvSpPr>
        <p:spPr>
          <a:xfrm>
            <a:off x="7398841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660E43C-D566-4B29-88A0-76CE9A90E701}"/>
              </a:ext>
            </a:extLst>
          </p:cNvPr>
          <p:cNvSpPr/>
          <p:nvPr/>
        </p:nvSpPr>
        <p:spPr>
          <a:xfrm>
            <a:off x="7937318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E35FE02-ED6F-3263-4126-9DB664FF335B}"/>
              </a:ext>
            </a:extLst>
          </p:cNvPr>
          <p:cNvCxnSpPr>
            <a:cxnSpLocks/>
            <a:stCxn id="37" idx="2"/>
            <a:endCxn id="38" idx="7"/>
          </p:cNvCxnSpPr>
          <p:nvPr/>
        </p:nvCxnSpPr>
        <p:spPr>
          <a:xfrm flipH="1">
            <a:off x="7498379" y="3878261"/>
            <a:ext cx="924202" cy="189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D2ED428-B3EC-5D17-FA97-7EEA738EF7C8}"/>
              </a:ext>
            </a:extLst>
          </p:cNvPr>
          <p:cNvCxnSpPr>
            <a:stCxn id="38" idx="3"/>
            <a:endCxn id="39" idx="0"/>
          </p:cNvCxnSpPr>
          <p:nvPr/>
        </p:nvCxnSpPr>
        <p:spPr>
          <a:xfrm flipH="1">
            <a:off x="6807149" y="4372895"/>
            <a:ext cx="385726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C2B16-5049-EDA8-D4CE-2C8F1B6C6D5B}"/>
              </a:ext>
            </a:extLst>
          </p:cNvPr>
          <p:cNvCxnSpPr>
            <a:stCxn id="38" idx="5"/>
            <a:endCxn id="40" idx="0"/>
          </p:cNvCxnSpPr>
          <p:nvPr/>
        </p:nvCxnSpPr>
        <p:spPr>
          <a:xfrm>
            <a:off x="7498379" y="4372895"/>
            <a:ext cx="385725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7786A5B-4FF7-6AAE-8770-875C15153850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6537911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A73435-1BA8-95F8-351C-F18CFDAD7DF1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6807149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4D0144-104D-D4FE-18CB-269A10216B50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 flipH="1">
            <a:off x="7614865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988728-EA8E-5CF9-4C41-D4B4ECFDB20B}"/>
              </a:ext>
            </a:extLst>
          </p:cNvPr>
          <p:cNvCxnSpPr>
            <a:stCxn id="40" idx="2"/>
            <a:endCxn id="44" idx="0"/>
          </p:cNvCxnSpPr>
          <p:nvPr/>
        </p:nvCxnSpPr>
        <p:spPr>
          <a:xfrm>
            <a:off x="7884104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FE74B954-B5A4-EAEF-A8DA-953340F591FE}"/>
              </a:ext>
            </a:extLst>
          </p:cNvPr>
          <p:cNvSpPr/>
          <p:nvPr/>
        </p:nvSpPr>
        <p:spPr>
          <a:xfrm>
            <a:off x="9283512" y="4004119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0B342EB-99E8-5A41-2C22-7F8A33B498D4}"/>
              </a:ext>
            </a:extLst>
          </p:cNvPr>
          <p:cNvSpPr/>
          <p:nvPr/>
        </p:nvSpPr>
        <p:spPr>
          <a:xfrm>
            <a:off x="8745033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70049F-7432-4C28-84E9-9238F5251EBD}"/>
              </a:ext>
            </a:extLst>
          </p:cNvPr>
          <p:cNvSpPr/>
          <p:nvPr/>
        </p:nvSpPr>
        <p:spPr>
          <a:xfrm>
            <a:off x="9821991" y="4625702"/>
            <a:ext cx="432048" cy="42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BA3B94-B0FE-DCF6-DEA2-415C74C3D778}"/>
              </a:ext>
            </a:extLst>
          </p:cNvPr>
          <p:cNvSpPr/>
          <p:nvPr/>
        </p:nvSpPr>
        <p:spPr>
          <a:xfrm>
            <a:off x="8475795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E0EE7C6-181E-B027-C1E9-1E98BCFB79AE}"/>
              </a:ext>
            </a:extLst>
          </p:cNvPr>
          <p:cNvSpPr/>
          <p:nvPr/>
        </p:nvSpPr>
        <p:spPr>
          <a:xfrm>
            <a:off x="9014272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4B29D8C-EBBB-ACDA-C304-1A9B50E938CD}"/>
              </a:ext>
            </a:extLst>
          </p:cNvPr>
          <p:cNvSpPr/>
          <p:nvPr/>
        </p:nvSpPr>
        <p:spPr>
          <a:xfrm>
            <a:off x="9552749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9DB5DDF-A0C4-34E8-CFE4-6054E41BAF72}"/>
              </a:ext>
            </a:extLst>
          </p:cNvPr>
          <p:cNvSpPr/>
          <p:nvPr/>
        </p:nvSpPr>
        <p:spPr>
          <a:xfrm>
            <a:off x="10091233" y="5264347"/>
            <a:ext cx="432048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1244D19-1D0D-A32E-C31F-854CF5C0BBF8}"/>
              </a:ext>
            </a:extLst>
          </p:cNvPr>
          <p:cNvCxnSpPr>
            <a:cxnSpLocks/>
            <a:stCxn id="37" idx="2"/>
            <a:endCxn id="52" idx="0"/>
          </p:cNvCxnSpPr>
          <p:nvPr/>
        </p:nvCxnSpPr>
        <p:spPr>
          <a:xfrm>
            <a:off x="8422581" y="3878261"/>
            <a:ext cx="1076955" cy="125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ED9E46D3-A0D0-AF0B-8DBA-B95C3E5B5CBF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61057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8B8AC7D8-6BC0-A902-256E-61F18371F8EF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52288" y="4372895"/>
            <a:ext cx="385727" cy="252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24B17D3-9273-B904-337B-0138C9A65AFF}"/>
              </a:ext>
            </a:extLst>
          </p:cNvPr>
          <p:cNvCxnSpPr>
            <a:stCxn id="53" idx="2"/>
            <a:endCxn id="55" idx="0"/>
          </p:cNvCxnSpPr>
          <p:nvPr/>
        </p:nvCxnSpPr>
        <p:spPr>
          <a:xfrm flipH="1">
            <a:off x="8691819" y="5048324"/>
            <a:ext cx="269238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872448A-8980-59E3-9274-01E7D9F4E1E6}"/>
              </a:ext>
            </a:extLst>
          </p:cNvPr>
          <p:cNvCxnSpPr>
            <a:stCxn id="53" idx="2"/>
            <a:endCxn id="56" idx="0"/>
          </p:cNvCxnSpPr>
          <p:nvPr/>
        </p:nvCxnSpPr>
        <p:spPr>
          <a:xfrm>
            <a:off x="8961057" y="5048324"/>
            <a:ext cx="269239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9B66892E-92D6-232A-E319-5EE7810EC1B4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flipH="1">
            <a:off x="9768773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846A438-1CDE-FCBD-1547-25CABD4B3577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>
            <a:off x="10038015" y="5048324"/>
            <a:ext cx="269242" cy="216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07BDC312-A00F-DE0E-8E91-61E29B8F8404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4114765" y="2892445"/>
            <a:ext cx="1937885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233F15D9-8218-4209-C46D-59643D79073A}"/>
              </a:ext>
            </a:extLst>
          </p:cNvPr>
          <p:cNvCxnSpPr>
            <a:stCxn id="36" idx="6"/>
            <a:endCxn id="37" idx="0"/>
          </p:cNvCxnSpPr>
          <p:nvPr/>
        </p:nvCxnSpPr>
        <p:spPr>
          <a:xfrm>
            <a:off x="6484698" y="2892445"/>
            <a:ext cx="1937883" cy="563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612B84E7-7FF3-AF05-37BD-81FFCFD01EC9}"/>
              </a:ext>
            </a:extLst>
          </p:cNvPr>
          <p:cNvGrpSpPr/>
          <p:nvPr/>
        </p:nvGrpSpPr>
        <p:grpSpPr>
          <a:xfrm>
            <a:off x="9903394" y="1088021"/>
            <a:ext cx="2136058" cy="955600"/>
            <a:chOff x="9849901" y="1063262"/>
            <a:chExt cx="2136058" cy="9556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7D2208D9-71AD-00AB-359A-74F0584075F1}"/>
                </a:ext>
              </a:extLst>
            </p:cNvPr>
            <p:cNvSpPr/>
            <p:nvPr/>
          </p:nvSpPr>
          <p:spPr>
            <a:xfrm>
              <a:off x="9849901" y="1063262"/>
              <a:ext cx="370800" cy="3708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CD63123-42DD-D591-3B4F-6D2F82E10324}"/>
                </a:ext>
              </a:extLst>
            </p:cNvPr>
            <p:cNvSpPr/>
            <p:nvPr/>
          </p:nvSpPr>
          <p:spPr>
            <a:xfrm>
              <a:off x="9849901" y="1648062"/>
              <a:ext cx="370800" cy="370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9548A1F-2FED-68CB-225C-984F023E8824}"/>
                </a:ext>
              </a:extLst>
            </p:cNvPr>
            <p:cNvSpPr txBox="1"/>
            <p:nvPr/>
          </p:nvSpPr>
          <p:spPr>
            <a:xfrm>
              <a:off x="10307257" y="1063262"/>
              <a:ext cx="1444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Player (OR)</a:t>
              </a:r>
              <a:endParaRPr lang="zh-TW" altLang="en-US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35D88816-AACE-F2D6-0EB2-B57BAA0749BE}"/>
                </a:ext>
              </a:extLst>
            </p:cNvPr>
            <p:cNvSpPr txBox="1"/>
            <p:nvPr/>
          </p:nvSpPr>
          <p:spPr>
            <a:xfrm>
              <a:off x="10307257" y="1648062"/>
              <a:ext cx="1678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Opponent (AND)</a:t>
              </a:r>
              <a:endParaRPr lang="zh-TW" altLang="en-US" dirty="0"/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3E5E7D-2C0F-E78F-84B0-8F07B4A4FC4A}"/>
              </a:ext>
            </a:extLst>
          </p:cNvPr>
          <p:cNvSpPr txBox="1"/>
          <p:nvPr/>
        </p:nvSpPr>
        <p:spPr>
          <a:xfrm>
            <a:off x="5514172" y="2262046"/>
            <a:ext cx="167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EVAL(S) = (7,8]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02830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 err="1">
                <a:latin typeface="Times New Roman" pitchFamily="18" charset="0"/>
                <a:cs typeface="Times New Roman" pitchFamily="18" charset="0"/>
              </a:rPr>
              <a:t>Kalah</a:t>
            </a:r>
            <a:r>
              <a:rPr lang="zh-TW" alt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TW" altLang="en-US" sz="3600" b="1" dirty="0">
                <a:latin typeface="Times New Roman" pitchFamily="18" charset="0"/>
                <a:cs typeface="Times New Roman" pitchFamily="18" charset="0"/>
              </a:rPr>
              <a:t>美國播棋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DFA043A7-1529-BA33-918F-893E962B43CE}"/>
              </a:ext>
            </a:extLst>
          </p:cNvPr>
          <p:cNvSpPr/>
          <p:nvPr/>
        </p:nvSpPr>
        <p:spPr>
          <a:xfrm>
            <a:off x="10678777" y="2003713"/>
            <a:ext cx="900000" cy="377407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78E75173-BD81-2539-8F4B-BFB6EB455313}"/>
              </a:ext>
            </a:extLst>
          </p:cNvPr>
          <p:cNvSpPr/>
          <p:nvPr/>
        </p:nvSpPr>
        <p:spPr>
          <a:xfrm>
            <a:off x="880115" y="2003713"/>
            <a:ext cx="900000" cy="377407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4EA3241-FF37-9E49-E584-FC79DFDA9FCA}"/>
              </a:ext>
            </a:extLst>
          </p:cNvPr>
          <p:cNvSpPr/>
          <p:nvPr/>
        </p:nvSpPr>
        <p:spPr>
          <a:xfrm>
            <a:off x="2279925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56EC099-8D0E-5DD6-F321-2F8C7E96F1C5}"/>
              </a:ext>
            </a:extLst>
          </p:cNvPr>
          <p:cNvSpPr txBox="1"/>
          <p:nvPr/>
        </p:nvSpPr>
        <p:spPr>
          <a:xfrm>
            <a:off x="2546219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DFA487C-191C-6027-F65F-64726C76E947}"/>
              </a:ext>
            </a:extLst>
          </p:cNvPr>
          <p:cNvGrpSpPr/>
          <p:nvPr/>
        </p:nvGrpSpPr>
        <p:grpSpPr>
          <a:xfrm>
            <a:off x="2511929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267D4CDA-7946-8F0E-2662-C57A525F6DC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FBA717D9-B3D9-8017-020D-B1DB0F018E53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5DEC5C2-AAD1-AB1D-656E-C44D84A8567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301B363-948B-4B6C-A135-FD98C653A860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D639FEC-6EA6-2550-5BCE-490CFA04A327}"/>
              </a:ext>
            </a:extLst>
          </p:cNvPr>
          <p:cNvSpPr/>
          <p:nvPr/>
        </p:nvSpPr>
        <p:spPr>
          <a:xfrm>
            <a:off x="3679733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9BF4E4-3224-2284-FE6B-5762CB7607EF}"/>
              </a:ext>
            </a:extLst>
          </p:cNvPr>
          <p:cNvSpPr txBox="1"/>
          <p:nvPr/>
        </p:nvSpPr>
        <p:spPr>
          <a:xfrm>
            <a:off x="3946027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F0DE097-BF8A-1921-CBDE-1C660BE6480C}"/>
              </a:ext>
            </a:extLst>
          </p:cNvPr>
          <p:cNvGrpSpPr/>
          <p:nvPr/>
        </p:nvGrpSpPr>
        <p:grpSpPr>
          <a:xfrm>
            <a:off x="3911737" y="4961825"/>
            <a:ext cx="455232" cy="484800"/>
            <a:chOff x="2546219" y="4681005"/>
            <a:chExt cx="455232" cy="484800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3E1B7942-4721-80BA-F79A-B4F9E224A2ED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C1A7D120-BDA6-3708-EB7E-F55729D60993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A4C66BE2-294A-CB75-CDFF-FFCAD4CE1A4B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13235AD-135A-5DC4-6ED7-1B1231697EC5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F772D8A3-0367-69ED-8F1A-C4258DEA1E62}"/>
              </a:ext>
            </a:extLst>
          </p:cNvPr>
          <p:cNvSpPr/>
          <p:nvPr/>
        </p:nvSpPr>
        <p:spPr>
          <a:xfrm>
            <a:off x="5079541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DF6689F-86DD-0B98-F910-FB54C05DADCF}"/>
              </a:ext>
            </a:extLst>
          </p:cNvPr>
          <p:cNvSpPr txBox="1"/>
          <p:nvPr/>
        </p:nvSpPr>
        <p:spPr>
          <a:xfrm>
            <a:off x="5345835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01E6761C-889F-09CA-8B04-5584A0B6109E}"/>
              </a:ext>
            </a:extLst>
          </p:cNvPr>
          <p:cNvGrpSpPr/>
          <p:nvPr/>
        </p:nvGrpSpPr>
        <p:grpSpPr>
          <a:xfrm>
            <a:off x="5311545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F4111949-752A-5861-D2A1-CECC29A34E20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17C83257-FB72-E0CE-55CC-8F98E73F330E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AD7F2F7C-F6EE-5CC2-E5A5-EF1C189270DD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E113AA69-BF4C-B6D6-6126-D18A2A8D362F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0151B3B-A6F8-2323-F278-E044CB4ADE95}"/>
              </a:ext>
            </a:extLst>
          </p:cNvPr>
          <p:cNvSpPr/>
          <p:nvPr/>
        </p:nvSpPr>
        <p:spPr>
          <a:xfrm>
            <a:off x="6479349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6FA22A9-2C07-79D9-25C5-AC76D9AAA19D}"/>
              </a:ext>
            </a:extLst>
          </p:cNvPr>
          <p:cNvSpPr txBox="1"/>
          <p:nvPr/>
        </p:nvSpPr>
        <p:spPr>
          <a:xfrm>
            <a:off x="6745643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EE87CB0-F0E5-1366-CDC5-D223CD1AEFAD}"/>
              </a:ext>
            </a:extLst>
          </p:cNvPr>
          <p:cNvGrpSpPr/>
          <p:nvPr/>
        </p:nvGrpSpPr>
        <p:grpSpPr>
          <a:xfrm>
            <a:off x="6711353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AFA94742-225B-F220-2F97-197B21A41B31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EED9F5B-9116-3FB4-5E57-E0DA62B701E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3D99977A-A4D7-60CA-12E9-AB5CCE945BFD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39896DE6-ED25-2E1E-690E-BED733134B0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11254E56-5DD8-C9C6-3CFE-7CDAC56E45DF}"/>
              </a:ext>
            </a:extLst>
          </p:cNvPr>
          <p:cNvSpPr/>
          <p:nvPr/>
        </p:nvSpPr>
        <p:spPr>
          <a:xfrm>
            <a:off x="787915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0A059C6-70D8-2756-B6E8-C8C37120EB67}"/>
              </a:ext>
            </a:extLst>
          </p:cNvPr>
          <p:cNvSpPr txBox="1"/>
          <p:nvPr/>
        </p:nvSpPr>
        <p:spPr>
          <a:xfrm>
            <a:off x="814545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BBDBBF32-3B38-4DD1-868A-9A0D385E45E7}"/>
              </a:ext>
            </a:extLst>
          </p:cNvPr>
          <p:cNvGrpSpPr/>
          <p:nvPr/>
        </p:nvGrpSpPr>
        <p:grpSpPr>
          <a:xfrm>
            <a:off x="8111161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A42B138D-8CA3-EAF7-A492-C6D67CC99B01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A688E4C1-24ED-3093-8FE7-4C5886C31EC6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284B9792-7DB5-B480-846C-2654D24F78D4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A855F1E7-5AF4-C311-538F-8A798443470A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2017310E-80F8-3BF3-3485-FD13B15FC3E2}"/>
              </a:ext>
            </a:extLst>
          </p:cNvPr>
          <p:cNvSpPr/>
          <p:nvPr/>
        </p:nvSpPr>
        <p:spPr>
          <a:xfrm>
            <a:off x="927896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83140448-E028-702D-180A-D8C02A56AFE3}"/>
              </a:ext>
            </a:extLst>
          </p:cNvPr>
          <p:cNvSpPr txBox="1"/>
          <p:nvPr/>
        </p:nvSpPr>
        <p:spPr>
          <a:xfrm>
            <a:off x="954526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BFDBBB0E-3DF2-C38B-3B14-1D8BFE909C62}"/>
              </a:ext>
            </a:extLst>
          </p:cNvPr>
          <p:cNvGrpSpPr/>
          <p:nvPr/>
        </p:nvGrpSpPr>
        <p:grpSpPr>
          <a:xfrm>
            <a:off x="9510971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F0A767BD-1FAE-2CA7-0BA1-12DF20A2837E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AA02B41B-24AC-6551-9D7E-97A41DBDE22A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595282A9-AAE8-6635-70EB-600622040F15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5FCA8FDA-FD82-3ED4-3D05-8534EFEC648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5CE6E532-8130-9265-201C-5B2021A2B14C}"/>
              </a:ext>
            </a:extLst>
          </p:cNvPr>
          <p:cNvSpPr/>
          <p:nvPr/>
        </p:nvSpPr>
        <p:spPr>
          <a:xfrm>
            <a:off x="2279925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B4FD2DF3-216E-50FE-AD19-13F3E5119841}"/>
              </a:ext>
            </a:extLst>
          </p:cNvPr>
          <p:cNvSpPr txBox="1"/>
          <p:nvPr/>
        </p:nvSpPr>
        <p:spPr>
          <a:xfrm>
            <a:off x="2546219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615B9E05-B30E-A920-E174-F1B09D38C272}"/>
              </a:ext>
            </a:extLst>
          </p:cNvPr>
          <p:cNvGrpSpPr/>
          <p:nvPr/>
        </p:nvGrpSpPr>
        <p:grpSpPr>
          <a:xfrm>
            <a:off x="2511929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12D2112D-7F80-F96A-C52B-381FB85B1276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F04A7F97-377B-C047-E491-324230CCEC9E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696B5045-7BF8-B985-0770-18014492A0AE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B57297FC-B6C8-6D12-8700-DE1A79B05DCF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3BB2B52D-89C1-363C-072E-5C26A5607515}"/>
              </a:ext>
            </a:extLst>
          </p:cNvPr>
          <p:cNvSpPr/>
          <p:nvPr/>
        </p:nvSpPr>
        <p:spPr>
          <a:xfrm>
            <a:off x="3679733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8F6E11FB-5C4A-39B6-6FB7-891EF6C83666}"/>
              </a:ext>
            </a:extLst>
          </p:cNvPr>
          <p:cNvSpPr txBox="1"/>
          <p:nvPr/>
        </p:nvSpPr>
        <p:spPr>
          <a:xfrm>
            <a:off x="3946027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B6406946-FFD6-1EFD-C996-A6A2C1F8D73D}"/>
              </a:ext>
            </a:extLst>
          </p:cNvPr>
          <p:cNvGrpSpPr/>
          <p:nvPr/>
        </p:nvGrpSpPr>
        <p:grpSpPr>
          <a:xfrm>
            <a:off x="3911737" y="2807753"/>
            <a:ext cx="455232" cy="484800"/>
            <a:chOff x="2546219" y="4681005"/>
            <a:chExt cx="455232" cy="484800"/>
          </a:xfrm>
        </p:grpSpPr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3AC4963E-CECA-182A-626E-66D62DC1F6CC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" name="橢圓 109">
              <a:extLst>
                <a:ext uri="{FF2B5EF4-FFF2-40B4-BE49-F238E27FC236}">
                  <a16:creationId xmlns:a16="http://schemas.microsoft.com/office/drawing/2014/main" id="{CA7B7B0A-797C-A07C-96DE-6C0602AD22F9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2DDACB57-141E-0972-E108-E8AD2AD43F57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E19619BF-7C21-8E7E-53A2-8F6E3FD5FEEC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C5359F86-DD15-269A-5397-5BBA22298153}"/>
              </a:ext>
            </a:extLst>
          </p:cNvPr>
          <p:cNvSpPr/>
          <p:nvPr/>
        </p:nvSpPr>
        <p:spPr>
          <a:xfrm>
            <a:off x="5079541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B4C80DBC-1F61-05A8-A925-056BB1EF530A}"/>
              </a:ext>
            </a:extLst>
          </p:cNvPr>
          <p:cNvSpPr txBox="1"/>
          <p:nvPr/>
        </p:nvSpPr>
        <p:spPr>
          <a:xfrm>
            <a:off x="5345835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B2C5F7E1-D223-148E-C962-A1543E8EC629}"/>
              </a:ext>
            </a:extLst>
          </p:cNvPr>
          <p:cNvGrpSpPr/>
          <p:nvPr/>
        </p:nvGrpSpPr>
        <p:grpSpPr>
          <a:xfrm>
            <a:off x="5311545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47BF6F44-57EE-B4AF-28F5-62134344920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C582C1B5-DF9C-F764-B71E-932EF3B665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橢圓 103">
              <a:extLst>
                <a:ext uri="{FF2B5EF4-FFF2-40B4-BE49-F238E27FC236}">
                  <a16:creationId xmlns:a16="http://schemas.microsoft.com/office/drawing/2014/main" id="{B8BD84E6-2E26-4A34-D9B9-3662E2DDAE1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3CC4BD7D-736B-E7E4-5ABD-61DA3955051B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39DA1F7B-370D-49E9-4610-9DEAD154274F}"/>
              </a:ext>
            </a:extLst>
          </p:cNvPr>
          <p:cNvSpPr/>
          <p:nvPr/>
        </p:nvSpPr>
        <p:spPr>
          <a:xfrm>
            <a:off x="6479349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B81E8446-BBDF-6D46-DDED-48D62B2E174F}"/>
              </a:ext>
            </a:extLst>
          </p:cNvPr>
          <p:cNvSpPr txBox="1"/>
          <p:nvPr/>
        </p:nvSpPr>
        <p:spPr>
          <a:xfrm>
            <a:off x="6745643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54AA7620-1938-0780-CFB9-FC7B3602059B}"/>
              </a:ext>
            </a:extLst>
          </p:cNvPr>
          <p:cNvGrpSpPr/>
          <p:nvPr/>
        </p:nvGrpSpPr>
        <p:grpSpPr>
          <a:xfrm>
            <a:off x="6711353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95" name="橢圓 94">
              <a:extLst>
                <a:ext uri="{FF2B5EF4-FFF2-40B4-BE49-F238E27FC236}">
                  <a16:creationId xmlns:a16="http://schemas.microsoft.com/office/drawing/2014/main" id="{A542BC46-E4C5-6DC0-078D-12C613CF514B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40B481BA-4C1B-4289-65E5-E2BB7C3AAC16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EBC5BCE8-849E-5677-3C39-86C54D4ACE61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2DC59DA7-40F3-4C7D-1906-D5B2A2661AEF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469A7421-E868-86D3-A144-6C8F0A228BFD}"/>
              </a:ext>
            </a:extLst>
          </p:cNvPr>
          <p:cNvSpPr/>
          <p:nvPr/>
        </p:nvSpPr>
        <p:spPr>
          <a:xfrm>
            <a:off x="787915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7EE5C4D8-9B97-BFA5-6545-AF78025D985D}"/>
              </a:ext>
            </a:extLst>
          </p:cNvPr>
          <p:cNvSpPr txBox="1"/>
          <p:nvPr/>
        </p:nvSpPr>
        <p:spPr>
          <a:xfrm>
            <a:off x="814545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B81B4FA6-E002-BBF6-235A-690DBCBA3C18}"/>
              </a:ext>
            </a:extLst>
          </p:cNvPr>
          <p:cNvGrpSpPr/>
          <p:nvPr/>
        </p:nvGrpSpPr>
        <p:grpSpPr>
          <a:xfrm>
            <a:off x="811116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77950645-603B-F61C-08CC-B7291B99AB3D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F95CDFAE-EE9B-ECB9-63BC-414916072EEF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7232B0B0-FC94-86CB-94C8-C20BE5606877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>
              <a:extLst>
                <a:ext uri="{FF2B5EF4-FFF2-40B4-BE49-F238E27FC236}">
                  <a16:creationId xmlns:a16="http://schemas.microsoft.com/office/drawing/2014/main" id="{79866BDE-A6F1-1039-4F54-95FB53B5BB7C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D8361A35-7F8B-7406-9EC3-73D26C9D3974}"/>
              </a:ext>
            </a:extLst>
          </p:cNvPr>
          <p:cNvSpPr/>
          <p:nvPr/>
        </p:nvSpPr>
        <p:spPr>
          <a:xfrm>
            <a:off x="927896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D9E8680-7757-BE82-91A4-BE547CE6754B}"/>
              </a:ext>
            </a:extLst>
          </p:cNvPr>
          <p:cNvSpPr txBox="1"/>
          <p:nvPr/>
        </p:nvSpPr>
        <p:spPr>
          <a:xfrm>
            <a:off x="954526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C8F4C54C-8DF5-D2E4-346F-92D0B092CF86}"/>
              </a:ext>
            </a:extLst>
          </p:cNvPr>
          <p:cNvGrpSpPr/>
          <p:nvPr/>
        </p:nvGrpSpPr>
        <p:grpSpPr>
          <a:xfrm>
            <a:off x="951097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18B480D0-4158-78DF-F7A4-189632C56E68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779534D6-5BD4-2BD1-0196-4AA19F44D3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BC70F579-1A27-D945-9DF2-F3AD8504E11B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CADE4EF9-4161-B963-4C7A-2BCAAE202C38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9192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 err="1">
                <a:latin typeface="Times New Roman" pitchFamily="18" charset="0"/>
                <a:cs typeface="Times New Roman" pitchFamily="18" charset="0"/>
              </a:rPr>
              <a:t>Kalah</a:t>
            </a:r>
            <a:r>
              <a:rPr lang="zh-TW" alt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– free move 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DFA043A7-1529-BA33-918F-893E962B43CE}"/>
              </a:ext>
            </a:extLst>
          </p:cNvPr>
          <p:cNvSpPr/>
          <p:nvPr/>
        </p:nvSpPr>
        <p:spPr>
          <a:xfrm>
            <a:off x="10678777" y="2003713"/>
            <a:ext cx="900000" cy="377407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78E75173-BD81-2539-8F4B-BFB6EB455313}"/>
              </a:ext>
            </a:extLst>
          </p:cNvPr>
          <p:cNvSpPr/>
          <p:nvPr/>
        </p:nvSpPr>
        <p:spPr>
          <a:xfrm>
            <a:off x="880115" y="2003713"/>
            <a:ext cx="900000" cy="377407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4EA3241-FF37-9E49-E584-FC79DFDA9FCA}"/>
              </a:ext>
            </a:extLst>
          </p:cNvPr>
          <p:cNvSpPr/>
          <p:nvPr/>
        </p:nvSpPr>
        <p:spPr>
          <a:xfrm>
            <a:off x="2279925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56EC099-8D0E-5DD6-F321-2F8C7E96F1C5}"/>
              </a:ext>
            </a:extLst>
          </p:cNvPr>
          <p:cNvSpPr txBox="1"/>
          <p:nvPr/>
        </p:nvSpPr>
        <p:spPr>
          <a:xfrm>
            <a:off x="2546219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DFA487C-191C-6027-F65F-64726C76E947}"/>
              </a:ext>
            </a:extLst>
          </p:cNvPr>
          <p:cNvGrpSpPr/>
          <p:nvPr/>
        </p:nvGrpSpPr>
        <p:grpSpPr>
          <a:xfrm>
            <a:off x="2511929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267D4CDA-7946-8F0E-2662-C57A525F6DC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FBA717D9-B3D9-8017-020D-B1DB0F018E53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5DEC5C2-AAD1-AB1D-656E-C44D84A8567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301B363-948B-4B6C-A135-FD98C653A860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D639FEC-6EA6-2550-5BCE-490CFA04A327}"/>
              </a:ext>
            </a:extLst>
          </p:cNvPr>
          <p:cNvSpPr/>
          <p:nvPr/>
        </p:nvSpPr>
        <p:spPr>
          <a:xfrm>
            <a:off x="3679733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9BF4E4-3224-2284-FE6B-5762CB7607EF}"/>
              </a:ext>
            </a:extLst>
          </p:cNvPr>
          <p:cNvSpPr txBox="1"/>
          <p:nvPr/>
        </p:nvSpPr>
        <p:spPr>
          <a:xfrm>
            <a:off x="3946027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F0DE097-BF8A-1921-CBDE-1C660BE6480C}"/>
              </a:ext>
            </a:extLst>
          </p:cNvPr>
          <p:cNvGrpSpPr/>
          <p:nvPr/>
        </p:nvGrpSpPr>
        <p:grpSpPr>
          <a:xfrm>
            <a:off x="3911737" y="4961825"/>
            <a:ext cx="455232" cy="484800"/>
            <a:chOff x="2546219" y="4681005"/>
            <a:chExt cx="455232" cy="484800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3E1B7942-4721-80BA-F79A-B4F9E224A2ED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C1A7D120-BDA6-3708-EB7E-F55729D60993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A4C66BE2-294A-CB75-CDFF-FFCAD4CE1A4B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13235AD-135A-5DC4-6ED7-1B1231697EC5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F772D8A3-0367-69ED-8F1A-C4258DEA1E62}"/>
              </a:ext>
            </a:extLst>
          </p:cNvPr>
          <p:cNvSpPr/>
          <p:nvPr/>
        </p:nvSpPr>
        <p:spPr>
          <a:xfrm>
            <a:off x="5079541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DF6689F-86DD-0B98-F910-FB54C05DADCF}"/>
              </a:ext>
            </a:extLst>
          </p:cNvPr>
          <p:cNvSpPr txBox="1"/>
          <p:nvPr/>
        </p:nvSpPr>
        <p:spPr>
          <a:xfrm>
            <a:off x="5345835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0</a:t>
            </a:r>
            <a:endParaRPr lang="zh-TW" altLang="en-US" sz="2800" dirty="0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F4111949-752A-5861-D2A1-CECC29A34E20}"/>
              </a:ext>
            </a:extLst>
          </p:cNvPr>
          <p:cNvSpPr/>
          <p:nvPr/>
        </p:nvSpPr>
        <p:spPr>
          <a:xfrm>
            <a:off x="11038777" y="4708860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17C83257-FB72-E0CE-55CC-8F98E73F330E}"/>
              </a:ext>
            </a:extLst>
          </p:cNvPr>
          <p:cNvSpPr/>
          <p:nvPr/>
        </p:nvSpPr>
        <p:spPr>
          <a:xfrm>
            <a:off x="8239155" y="4708860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AD7F2F7C-F6EE-5CC2-E5A5-EF1C189270DD}"/>
              </a:ext>
            </a:extLst>
          </p:cNvPr>
          <p:cNvSpPr/>
          <p:nvPr/>
        </p:nvSpPr>
        <p:spPr>
          <a:xfrm>
            <a:off x="9637276" y="4708860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E113AA69-BF4C-B6D6-6126-D18A2A8D362F}"/>
              </a:ext>
            </a:extLst>
          </p:cNvPr>
          <p:cNvSpPr/>
          <p:nvPr/>
        </p:nvSpPr>
        <p:spPr>
          <a:xfrm>
            <a:off x="6839347" y="4708860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0151B3B-A6F8-2323-F278-E044CB4ADE95}"/>
              </a:ext>
            </a:extLst>
          </p:cNvPr>
          <p:cNvSpPr/>
          <p:nvPr/>
        </p:nvSpPr>
        <p:spPr>
          <a:xfrm>
            <a:off x="6479349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6FA22A9-2C07-79D9-25C5-AC76D9AAA19D}"/>
              </a:ext>
            </a:extLst>
          </p:cNvPr>
          <p:cNvSpPr txBox="1"/>
          <p:nvPr/>
        </p:nvSpPr>
        <p:spPr>
          <a:xfrm>
            <a:off x="6745643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EE87CB0-F0E5-1366-CDC5-D223CD1AEFAD}"/>
              </a:ext>
            </a:extLst>
          </p:cNvPr>
          <p:cNvGrpSpPr/>
          <p:nvPr/>
        </p:nvGrpSpPr>
        <p:grpSpPr>
          <a:xfrm>
            <a:off x="6711353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AFA94742-225B-F220-2F97-197B21A41B31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EED9F5B-9116-3FB4-5E57-E0DA62B701E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3D99977A-A4D7-60CA-12E9-AB5CCE945BFD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39896DE6-ED25-2E1E-690E-BED733134B0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11254E56-5DD8-C9C6-3CFE-7CDAC56E45DF}"/>
              </a:ext>
            </a:extLst>
          </p:cNvPr>
          <p:cNvSpPr/>
          <p:nvPr/>
        </p:nvSpPr>
        <p:spPr>
          <a:xfrm>
            <a:off x="787915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0A059C6-70D8-2756-B6E8-C8C37120EB67}"/>
              </a:ext>
            </a:extLst>
          </p:cNvPr>
          <p:cNvSpPr txBox="1"/>
          <p:nvPr/>
        </p:nvSpPr>
        <p:spPr>
          <a:xfrm>
            <a:off x="814545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BBDBBF32-3B38-4DD1-868A-9A0D385E45E7}"/>
              </a:ext>
            </a:extLst>
          </p:cNvPr>
          <p:cNvGrpSpPr/>
          <p:nvPr/>
        </p:nvGrpSpPr>
        <p:grpSpPr>
          <a:xfrm>
            <a:off x="8111161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A42B138D-8CA3-EAF7-A492-C6D67CC99B01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A688E4C1-24ED-3093-8FE7-4C5886C31EC6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284B9792-7DB5-B480-846C-2654D24F78D4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A855F1E7-5AF4-C311-538F-8A798443470A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2017310E-80F8-3BF3-3485-FD13B15FC3E2}"/>
              </a:ext>
            </a:extLst>
          </p:cNvPr>
          <p:cNvSpPr/>
          <p:nvPr/>
        </p:nvSpPr>
        <p:spPr>
          <a:xfrm>
            <a:off x="927896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83140448-E028-702D-180A-D8C02A56AFE3}"/>
              </a:ext>
            </a:extLst>
          </p:cNvPr>
          <p:cNvSpPr txBox="1"/>
          <p:nvPr/>
        </p:nvSpPr>
        <p:spPr>
          <a:xfrm>
            <a:off x="954526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BFDBBB0E-3DF2-C38B-3B14-1D8BFE909C62}"/>
              </a:ext>
            </a:extLst>
          </p:cNvPr>
          <p:cNvGrpSpPr/>
          <p:nvPr/>
        </p:nvGrpSpPr>
        <p:grpSpPr>
          <a:xfrm>
            <a:off x="9510971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F0A767BD-1FAE-2CA7-0BA1-12DF20A2837E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AA02B41B-24AC-6551-9D7E-97A41DBDE22A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595282A9-AAE8-6635-70EB-600622040F15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5FCA8FDA-FD82-3ED4-3D05-8534EFEC648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5CE6E532-8130-9265-201C-5B2021A2B14C}"/>
              </a:ext>
            </a:extLst>
          </p:cNvPr>
          <p:cNvSpPr/>
          <p:nvPr/>
        </p:nvSpPr>
        <p:spPr>
          <a:xfrm>
            <a:off x="2279925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B4FD2DF3-216E-50FE-AD19-13F3E5119841}"/>
              </a:ext>
            </a:extLst>
          </p:cNvPr>
          <p:cNvSpPr txBox="1"/>
          <p:nvPr/>
        </p:nvSpPr>
        <p:spPr>
          <a:xfrm>
            <a:off x="2546219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615B9E05-B30E-A920-E174-F1B09D38C272}"/>
              </a:ext>
            </a:extLst>
          </p:cNvPr>
          <p:cNvGrpSpPr/>
          <p:nvPr/>
        </p:nvGrpSpPr>
        <p:grpSpPr>
          <a:xfrm>
            <a:off x="2511929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12D2112D-7F80-F96A-C52B-381FB85B1276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F04A7F97-377B-C047-E491-324230CCEC9E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696B5045-7BF8-B985-0770-18014492A0AE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B57297FC-B6C8-6D12-8700-DE1A79B05DCF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3BB2B52D-89C1-363C-072E-5C26A5607515}"/>
              </a:ext>
            </a:extLst>
          </p:cNvPr>
          <p:cNvSpPr/>
          <p:nvPr/>
        </p:nvSpPr>
        <p:spPr>
          <a:xfrm>
            <a:off x="3679733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8F6E11FB-5C4A-39B6-6FB7-891EF6C83666}"/>
              </a:ext>
            </a:extLst>
          </p:cNvPr>
          <p:cNvSpPr txBox="1"/>
          <p:nvPr/>
        </p:nvSpPr>
        <p:spPr>
          <a:xfrm>
            <a:off x="3946027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B6406946-FFD6-1EFD-C996-A6A2C1F8D73D}"/>
              </a:ext>
            </a:extLst>
          </p:cNvPr>
          <p:cNvGrpSpPr/>
          <p:nvPr/>
        </p:nvGrpSpPr>
        <p:grpSpPr>
          <a:xfrm>
            <a:off x="3911737" y="2807753"/>
            <a:ext cx="455232" cy="484800"/>
            <a:chOff x="2546219" y="4681005"/>
            <a:chExt cx="455232" cy="484800"/>
          </a:xfrm>
        </p:grpSpPr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3AC4963E-CECA-182A-626E-66D62DC1F6CC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" name="橢圓 109">
              <a:extLst>
                <a:ext uri="{FF2B5EF4-FFF2-40B4-BE49-F238E27FC236}">
                  <a16:creationId xmlns:a16="http://schemas.microsoft.com/office/drawing/2014/main" id="{CA7B7B0A-797C-A07C-96DE-6C0602AD22F9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2DDACB57-141E-0972-E108-E8AD2AD43F57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E19619BF-7C21-8E7E-53A2-8F6E3FD5FEEC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C5359F86-DD15-269A-5397-5BBA22298153}"/>
              </a:ext>
            </a:extLst>
          </p:cNvPr>
          <p:cNvSpPr/>
          <p:nvPr/>
        </p:nvSpPr>
        <p:spPr>
          <a:xfrm>
            <a:off x="5079541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B4C80DBC-1F61-05A8-A925-056BB1EF530A}"/>
              </a:ext>
            </a:extLst>
          </p:cNvPr>
          <p:cNvSpPr txBox="1"/>
          <p:nvPr/>
        </p:nvSpPr>
        <p:spPr>
          <a:xfrm>
            <a:off x="5345835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B2C5F7E1-D223-148E-C962-A1543E8EC629}"/>
              </a:ext>
            </a:extLst>
          </p:cNvPr>
          <p:cNvGrpSpPr/>
          <p:nvPr/>
        </p:nvGrpSpPr>
        <p:grpSpPr>
          <a:xfrm>
            <a:off x="5311545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47BF6F44-57EE-B4AF-28F5-62134344920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C582C1B5-DF9C-F764-B71E-932EF3B665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橢圓 103">
              <a:extLst>
                <a:ext uri="{FF2B5EF4-FFF2-40B4-BE49-F238E27FC236}">
                  <a16:creationId xmlns:a16="http://schemas.microsoft.com/office/drawing/2014/main" id="{B8BD84E6-2E26-4A34-D9B9-3662E2DDAE1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3CC4BD7D-736B-E7E4-5ABD-61DA3955051B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39DA1F7B-370D-49E9-4610-9DEAD154274F}"/>
              </a:ext>
            </a:extLst>
          </p:cNvPr>
          <p:cNvSpPr/>
          <p:nvPr/>
        </p:nvSpPr>
        <p:spPr>
          <a:xfrm>
            <a:off x="6479349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B81E8446-BBDF-6D46-DDED-48D62B2E174F}"/>
              </a:ext>
            </a:extLst>
          </p:cNvPr>
          <p:cNvSpPr txBox="1"/>
          <p:nvPr/>
        </p:nvSpPr>
        <p:spPr>
          <a:xfrm>
            <a:off x="6745643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54AA7620-1938-0780-CFB9-FC7B3602059B}"/>
              </a:ext>
            </a:extLst>
          </p:cNvPr>
          <p:cNvGrpSpPr/>
          <p:nvPr/>
        </p:nvGrpSpPr>
        <p:grpSpPr>
          <a:xfrm>
            <a:off x="6711353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95" name="橢圓 94">
              <a:extLst>
                <a:ext uri="{FF2B5EF4-FFF2-40B4-BE49-F238E27FC236}">
                  <a16:creationId xmlns:a16="http://schemas.microsoft.com/office/drawing/2014/main" id="{A542BC46-E4C5-6DC0-078D-12C613CF514B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40B481BA-4C1B-4289-65E5-E2BB7C3AAC16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EBC5BCE8-849E-5677-3C39-86C54D4ACE61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2DC59DA7-40F3-4C7D-1906-D5B2A2661AEF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469A7421-E868-86D3-A144-6C8F0A228BFD}"/>
              </a:ext>
            </a:extLst>
          </p:cNvPr>
          <p:cNvSpPr/>
          <p:nvPr/>
        </p:nvSpPr>
        <p:spPr>
          <a:xfrm>
            <a:off x="787915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7EE5C4D8-9B97-BFA5-6545-AF78025D985D}"/>
              </a:ext>
            </a:extLst>
          </p:cNvPr>
          <p:cNvSpPr txBox="1"/>
          <p:nvPr/>
        </p:nvSpPr>
        <p:spPr>
          <a:xfrm>
            <a:off x="814545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B81B4FA6-E002-BBF6-235A-690DBCBA3C18}"/>
              </a:ext>
            </a:extLst>
          </p:cNvPr>
          <p:cNvGrpSpPr/>
          <p:nvPr/>
        </p:nvGrpSpPr>
        <p:grpSpPr>
          <a:xfrm>
            <a:off x="811116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77950645-603B-F61C-08CC-B7291B99AB3D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F95CDFAE-EE9B-ECB9-63BC-414916072EEF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7232B0B0-FC94-86CB-94C8-C20BE5606877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>
              <a:extLst>
                <a:ext uri="{FF2B5EF4-FFF2-40B4-BE49-F238E27FC236}">
                  <a16:creationId xmlns:a16="http://schemas.microsoft.com/office/drawing/2014/main" id="{79866BDE-A6F1-1039-4F54-95FB53B5BB7C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D8361A35-7F8B-7406-9EC3-73D26C9D3974}"/>
              </a:ext>
            </a:extLst>
          </p:cNvPr>
          <p:cNvSpPr/>
          <p:nvPr/>
        </p:nvSpPr>
        <p:spPr>
          <a:xfrm>
            <a:off x="927896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D9E8680-7757-BE82-91A4-BE547CE6754B}"/>
              </a:ext>
            </a:extLst>
          </p:cNvPr>
          <p:cNvSpPr txBox="1"/>
          <p:nvPr/>
        </p:nvSpPr>
        <p:spPr>
          <a:xfrm>
            <a:off x="954526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C8F4C54C-8DF5-D2E4-346F-92D0B092CF86}"/>
              </a:ext>
            </a:extLst>
          </p:cNvPr>
          <p:cNvGrpSpPr/>
          <p:nvPr/>
        </p:nvGrpSpPr>
        <p:grpSpPr>
          <a:xfrm>
            <a:off x="951097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18B480D0-4158-78DF-F7A4-189632C56E68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779534D6-5BD4-2BD1-0196-4AA19F44D3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BC70F579-1A27-D945-9DF2-F3AD8504E11B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CADE4EF9-4161-B963-4C7A-2BCAAE202C38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箭號: 向右 2">
            <a:extLst>
              <a:ext uri="{FF2B5EF4-FFF2-40B4-BE49-F238E27FC236}">
                <a16:creationId xmlns:a16="http://schemas.microsoft.com/office/drawing/2014/main" id="{68ACECC7-19CB-3D77-2763-8F37A71C2364}"/>
              </a:ext>
            </a:extLst>
          </p:cNvPr>
          <p:cNvSpPr/>
          <p:nvPr/>
        </p:nvSpPr>
        <p:spPr>
          <a:xfrm rot="16200000">
            <a:off x="5309966" y="5854557"/>
            <a:ext cx="439145" cy="36740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B0175F-9A79-9AD2-3A24-C3E3A71BD90E}"/>
              </a:ext>
            </a:extLst>
          </p:cNvPr>
          <p:cNvSpPr txBox="1"/>
          <p:nvPr/>
        </p:nvSpPr>
        <p:spPr>
          <a:xfrm>
            <a:off x="10938099" y="21789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357674-2C73-5004-D18D-E5C5EFE787E6}"/>
              </a:ext>
            </a:extLst>
          </p:cNvPr>
          <p:cNvSpPr txBox="1"/>
          <p:nvPr/>
        </p:nvSpPr>
        <p:spPr>
          <a:xfrm>
            <a:off x="1139847" y="21789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04515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 err="1">
                <a:latin typeface="Times New Roman" pitchFamily="18" charset="0"/>
                <a:cs typeface="Times New Roman" pitchFamily="18" charset="0"/>
              </a:rPr>
              <a:t>Kalah</a:t>
            </a:r>
            <a:r>
              <a:rPr lang="zh-TW" alt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– Capture 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DFA043A7-1529-BA33-918F-893E962B43CE}"/>
              </a:ext>
            </a:extLst>
          </p:cNvPr>
          <p:cNvSpPr/>
          <p:nvPr/>
        </p:nvSpPr>
        <p:spPr>
          <a:xfrm>
            <a:off x="10678777" y="2003713"/>
            <a:ext cx="900000" cy="377407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78E75173-BD81-2539-8F4B-BFB6EB455313}"/>
              </a:ext>
            </a:extLst>
          </p:cNvPr>
          <p:cNvSpPr/>
          <p:nvPr/>
        </p:nvSpPr>
        <p:spPr>
          <a:xfrm>
            <a:off x="880115" y="2003713"/>
            <a:ext cx="900000" cy="377407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4EA3241-FF37-9E49-E584-FC79DFDA9FCA}"/>
              </a:ext>
            </a:extLst>
          </p:cNvPr>
          <p:cNvSpPr/>
          <p:nvPr/>
        </p:nvSpPr>
        <p:spPr>
          <a:xfrm>
            <a:off x="2279925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56EC099-8D0E-5DD6-F321-2F8C7E96F1C5}"/>
              </a:ext>
            </a:extLst>
          </p:cNvPr>
          <p:cNvSpPr txBox="1"/>
          <p:nvPr/>
        </p:nvSpPr>
        <p:spPr>
          <a:xfrm>
            <a:off x="2546219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6</a:t>
            </a:r>
            <a:endParaRPr lang="zh-TW" altLang="en-US" sz="2800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DFA487C-191C-6027-F65F-64726C76E947}"/>
              </a:ext>
            </a:extLst>
          </p:cNvPr>
          <p:cNvGrpSpPr/>
          <p:nvPr/>
        </p:nvGrpSpPr>
        <p:grpSpPr>
          <a:xfrm>
            <a:off x="2511929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267D4CDA-7946-8F0E-2662-C57A525F6DC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FBA717D9-B3D9-8017-020D-B1DB0F018E53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5DEC5C2-AAD1-AB1D-656E-C44D84A8567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301B363-948B-4B6C-A135-FD98C653A860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D639FEC-6EA6-2550-5BCE-490CFA04A327}"/>
              </a:ext>
            </a:extLst>
          </p:cNvPr>
          <p:cNvSpPr/>
          <p:nvPr/>
        </p:nvSpPr>
        <p:spPr>
          <a:xfrm>
            <a:off x="3679733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9BF4E4-3224-2284-FE6B-5762CB7607EF}"/>
              </a:ext>
            </a:extLst>
          </p:cNvPr>
          <p:cNvSpPr txBox="1"/>
          <p:nvPr/>
        </p:nvSpPr>
        <p:spPr>
          <a:xfrm>
            <a:off x="3946027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3E1B7942-4721-80BA-F79A-B4F9E224A2ED}"/>
              </a:ext>
            </a:extLst>
          </p:cNvPr>
          <p:cNvSpPr/>
          <p:nvPr/>
        </p:nvSpPr>
        <p:spPr>
          <a:xfrm>
            <a:off x="5341119" y="496182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C1A7D120-BDA6-3708-EB7E-F55729D60993}"/>
              </a:ext>
            </a:extLst>
          </p:cNvPr>
          <p:cNvSpPr/>
          <p:nvPr/>
        </p:nvSpPr>
        <p:spPr>
          <a:xfrm>
            <a:off x="5616351" y="496182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A4C66BE2-294A-CB75-CDFF-FFCAD4CE1A4B}"/>
              </a:ext>
            </a:extLst>
          </p:cNvPr>
          <p:cNvSpPr/>
          <p:nvPr/>
        </p:nvSpPr>
        <p:spPr>
          <a:xfrm>
            <a:off x="9505305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413235AD-135A-5DC4-6ED7-1B1231697EC5}"/>
              </a:ext>
            </a:extLst>
          </p:cNvPr>
          <p:cNvSpPr/>
          <p:nvPr/>
        </p:nvSpPr>
        <p:spPr>
          <a:xfrm>
            <a:off x="9780537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F772D8A3-0367-69ED-8F1A-C4258DEA1E62}"/>
              </a:ext>
            </a:extLst>
          </p:cNvPr>
          <p:cNvSpPr/>
          <p:nvPr/>
        </p:nvSpPr>
        <p:spPr>
          <a:xfrm>
            <a:off x="5079541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DF6689F-86DD-0B98-F910-FB54C05DADCF}"/>
              </a:ext>
            </a:extLst>
          </p:cNvPr>
          <p:cNvSpPr txBox="1"/>
          <p:nvPr/>
        </p:nvSpPr>
        <p:spPr>
          <a:xfrm>
            <a:off x="5345835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2</a:t>
            </a:r>
            <a:endParaRPr lang="zh-TW" altLang="en-US" sz="2800" dirty="0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F4111949-752A-5861-D2A1-CECC29A34E20}"/>
              </a:ext>
            </a:extLst>
          </p:cNvPr>
          <p:cNvSpPr/>
          <p:nvPr/>
        </p:nvSpPr>
        <p:spPr>
          <a:xfrm>
            <a:off x="11038777" y="4708860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17C83257-FB72-E0CE-55CC-8F98E73F330E}"/>
              </a:ext>
            </a:extLst>
          </p:cNvPr>
          <p:cNvSpPr/>
          <p:nvPr/>
        </p:nvSpPr>
        <p:spPr>
          <a:xfrm>
            <a:off x="9781612" y="5528702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AD7F2F7C-F6EE-5CC2-E5A5-EF1C189270DD}"/>
              </a:ext>
            </a:extLst>
          </p:cNvPr>
          <p:cNvSpPr/>
          <p:nvPr/>
        </p:nvSpPr>
        <p:spPr>
          <a:xfrm>
            <a:off x="4039731" y="495939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E113AA69-BF4C-B6D6-6126-D18A2A8D362F}"/>
              </a:ext>
            </a:extLst>
          </p:cNvPr>
          <p:cNvSpPr/>
          <p:nvPr/>
        </p:nvSpPr>
        <p:spPr>
          <a:xfrm>
            <a:off x="9637276" y="2571578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0151B3B-A6F8-2323-F278-E044CB4ADE95}"/>
              </a:ext>
            </a:extLst>
          </p:cNvPr>
          <p:cNvSpPr/>
          <p:nvPr/>
        </p:nvSpPr>
        <p:spPr>
          <a:xfrm>
            <a:off x="6479349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6FA22A9-2C07-79D9-25C5-AC76D9AAA19D}"/>
              </a:ext>
            </a:extLst>
          </p:cNvPr>
          <p:cNvSpPr txBox="1"/>
          <p:nvPr/>
        </p:nvSpPr>
        <p:spPr>
          <a:xfrm>
            <a:off x="6745643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6</a:t>
            </a:r>
            <a:endParaRPr lang="zh-TW" altLang="en-US" sz="2800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EE87CB0-F0E5-1366-CDC5-D223CD1AEFAD}"/>
              </a:ext>
            </a:extLst>
          </p:cNvPr>
          <p:cNvGrpSpPr/>
          <p:nvPr/>
        </p:nvGrpSpPr>
        <p:grpSpPr>
          <a:xfrm>
            <a:off x="6711353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AFA94742-225B-F220-2F97-197B21A41B31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EED9F5B-9116-3FB4-5E57-E0DA62B701E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3D99977A-A4D7-60CA-12E9-AB5CCE945BFD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39896DE6-ED25-2E1E-690E-BED733134B0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11254E56-5DD8-C9C6-3CFE-7CDAC56E45DF}"/>
              </a:ext>
            </a:extLst>
          </p:cNvPr>
          <p:cNvSpPr/>
          <p:nvPr/>
        </p:nvSpPr>
        <p:spPr>
          <a:xfrm>
            <a:off x="787915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0A059C6-70D8-2756-B6E8-C8C37120EB67}"/>
              </a:ext>
            </a:extLst>
          </p:cNvPr>
          <p:cNvSpPr txBox="1"/>
          <p:nvPr/>
        </p:nvSpPr>
        <p:spPr>
          <a:xfrm>
            <a:off x="814545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0</a:t>
            </a:r>
            <a:endParaRPr lang="zh-TW" altLang="en-US" sz="2800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A42B138D-8CA3-EAF7-A492-C6D67CC99B01}"/>
              </a:ext>
            </a:extLst>
          </p:cNvPr>
          <p:cNvSpPr/>
          <p:nvPr/>
        </p:nvSpPr>
        <p:spPr>
          <a:xfrm>
            <a:off x="10856653" y="4376609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A688E4C1-24ED-3093-8FE7-4C5886C31EC6}"/>
              </a:ext>
            </a:extLst>
          </p:cNvPr>
          <p:cNvSpPr/>
          <p:nvPr/>
        </p:nvSpPr>
        <p:spPr>
          <a:xfrm>
            <a:off x="11131885" y="4376609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284B9792-7DB5-B480-846C-2654D24F78D4}"/>
              </a:ext>
            </a:extLst>
          </p:cNvPr>
          <p:cNvSpPr/>
          <p:nvPr/>
        </p:nvSpPr>
        <p:spPr>
          <a:xfrm>
            <a:off x="6711353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A855F1E7-5AF4-C311-538F-8A798443470A}"/>
              </a:ext>
            </a:extLst>
          </p:cNvPr>
          <p:cNvSpPr/>
          <p:nvPr/>
        </p:nvSpPr>
        <p:spPr>
          <a:xfrm>
            <a:off x="6986585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2017310E-80F8-3BF3-3485-FD13B15FC3E2}"/>
              </a:ext>
            </a:extLst>
          </p:cNvPr>
          <p:cNvSpPr/>
          <p:nvPr/>
        </p:nvSpPr>
        <p:spPr>
          <a:xfrm>
            <a:off x="927896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83140448-E028-702D-180A-D8C02A56AFE3}"/>
              </a:ext>
            </a:extLst>
          </p:cNvPr>
          <p:cNvSpPr txBox="1"/>
          <p:nvPr/>
        </p:nvSpPr>
        <p:spPr>
          <a:xfrm>
            <a:off x="954526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8</a:t>
            </a:r>
            <a:endParaRPr lang="zh-TW" altLang="en-US" sz="2800" dirty="0"/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BFDBBB0E-3DF2-C38B-3B14-1D8BFE909C62}"/>
              </a:ext>
            </a:extLst>
          </p:cNvPr>
          <p:cNvGrpSpPr/>
          <p:nvPr/>
        </p:nvGrpSpPr>
        <p:grpSpPr>
          <a:xfrm>
            <a:off x="9510971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F0A767BD-1FAE-2CA7-0BA1-12DF20A2837E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AA02B41B-24AC-6551-9D7E-97A41DBDE22A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595282A9-AAE8-6635-70EB-600622040F15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5FCA8FDA-FD82-3ED4-3D05-8534EFEC648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5CE6E532-8130-9265-201C-5B2021A2B14C}"/>
              </a:ext>
            </a:extLst>
          </p:cNvPr>
          <p:cNvSpPr/>
          <p:nvPr/>
        </p:nvSpPr>
        <p:spPr>
          <a:xfrm>
            <a:off x="2279925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B4FD2DF3-216E-50FE-AD19-13F3E5119841}"/>
              </a:ext>
            </a:extLst>
          </p:cNvPr>
          <p:cNvSpPr txBox="1"/>
          <p:nvPr/>
        </p:nvSpPr>
        <p:spPr>
          <a:xfrm>
            <a:off x="2546219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12D2112D-7F80-F96A-C52B-381FB85B1276}"/>
              </a:ext>
            </a:extLst>
          </p:cNvPr>
          <p:cNvSpPr/>
          <p:nvPr/>
        </p:nvSpPr>
        <p:spPr>
          <a:xfrm>
            <a:off x="1059271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F04A7F97-377B-C047-E491-324230CCEC9E}"/>
              </a:ext>
            </a:extLst>
          </p:cNvPr>
          <p:cNvSpPr/>
          <p:nvPr/>
        </p:nvSpPr>
        <p:spPr>
          <a:xfrm>
            <a:off x="1334503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696B5045-7BF8-B985-0770-18014492A0AE}"/>
              </a:ext>
            </a:extLst>
          </p:cNvPr>
          <p:cNvSpPr/>
          <p:nvPr/>
        </p:nvSpPr>
        <p:spPr>
          <a:xfrm>
            <a:off x="2511929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B57297FC-B6C8-6D12-8700-DE1A79B05DCF}"/>
              </a:ext>
            </a:extLst>
          </p:cNvPr>
          <p:cNvSpPr/>
          <p:nvPr/>
        </p:nvSpPr>
        <p:spPr>
          <a:xfrm>
            <a:off x="9505305" y="5528702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3BB2B52D-89C1-363C-072E-5C26A5607515}"/>
              </a:ext>
            </a:extLst>
          </p:cNvPr>
          <p:cNvSpPr/>
          <p:nvPr/>
        </p:nvSpPr>
        <p:spPr>
          <a:xfrm>
            <a:off x="3679733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8F6E11FB-5C4A-39B6-6FB7-891EF6C83666}"/>
              </a:ext>
            </a:extLst>
          </p:cNvPr>
          <p:cNvSpPr txBox="1"/>
          <p:nvPr/>
        </p:nvSpPr>
        <p:spPr>
          <a:xfrm>
            <a:off x="3946027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0</a:t>
            </a:r>
            <a:endParaRPr lang="zh-TW" altLang="en-US" sz="2800" dirty="0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3AC4963E-CECA-182A-626E-66D62DC1F6CC}"/>
              </a:ext>
            </a:extLst>
          </p:cNvPr>
          <p:cNvSpPr/>
          <p:nvPr/>
        </p:nvSpPr>
        <p:spPr>
          <a:xfrm>
            <a:off x="2511929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CA7B7B0A-797C-A07C-96DE-6C0602AD22F9}"/>
              </a:ext>
            </a:extLst>
          </p:cNvPr>
          <p:cNvSpPr/>
          <p:nvPr/>
        </p:nvSpPr>
        <p:spPr>
          <a:xfrm>
            <a:off x="2787161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DDACB57-141E-0972-E108-E8AD2AD43F57}"/>
              </a:ext>
            </a:extLst>
          </p:cNvPr>
          <p:cNvSpPr/>
          <p:nvPr/>
        </p:nvSpPr>
        <p:spPr>
          <a:xfrm>
            <a:off x="8239155" y="2591271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E19619BF-7C21-8E7E-53A2-8F6E3FD5FEEC}"/>
              </a:ext>
            </a:extLst>
          </p:cNvPr>
          <p:cNvSpPr/>
          <p:nvPr/>
        </p:nvSpPr>
        <p:spPr>
          <a:xfrm>
            <a:off x="6839347" y="256173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C5359F86-DD15-269A-5397-5BBA22298153}"/>
              </a:ext>
            </a:extLst>
          </p:cNvPr>
          <p:cNvSpPr/>
          <p:nvPr/>
        </p:nvSpPr>
        <p:spPr>
          <a:xfrm>
            <a:off x="5079541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B4C80DBC-1F61-05A8-A925-056BB1EF530A}"/>
              </a:ext>
            </a:extLst>
          </p:cNvPr>
          <p:cNvSpPr txBox="1"/>
          <p:nvPr/>
        </p:nvSpPr>
        <p:spPr>
          <a:xfrm>
            <a:off x="5345835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B2C5F7E1-D223-148E-C962-A1543E8EC629}"/>
              </a:ext>
            </a:extLst>
          </p:cNvPr>
          <p:cNvGrpSpPr/>
          <p:nvPr/>
        </p:nvGrpSpPr>
        <p:grpSpPr>
          <a:xfrm>
            <a:off x="5311545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47BF6F44-57EE-B4AF-28F5-62134344920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C582C1B5-DF9C-F764-B71E-932EF3B665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橢圓 103">
              <a:extLst>
                <a:ext uri="{FF2B5EF4-FFF2-40B4-BE49-F238E27FC236}">
                  <a16:creationId xmlns:a16="http://schemas.microsoft.com/office/drawing/2014/main" id="{B8BD84E6-2E26-4A34-D9B9-3662E2DDAE1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3CC4BD7D-736B-E7E4-5ABD-61DA3955051B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39DA1F7B-370D-49E9-4610-9DEAD154274F}"/>
              </a:ext>
            </a:extLst>
          </p:cNvPr>
          <p:cNvSpPr/>
          <p:nvPr/>
        </p:nvSpPr>
        <p:spPr>
          <a:xfrm>
            <a:off x="6479349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B81E8446-BBDF-6D46-DDED-48D62B2E174F}"/>
              </a:ext>
            </a:extLst>
          </p:cNvPr>
          <p:cNvSpPr txBox="1"/>
          <p:nvPr/>
        </p:nvSpPr>
        <p:spPr>
          <a:xfrm>
            <a:off x="6745643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54AA7620-1938-0780-CFB9-FC7B3602059B}"/>
              </a:ext>
            </a:extLst>
          </p:cNvPr>
          <p:cNvGrpSpPr/>
          <p:nvPr/>
        </p:nvGrpSpPr>
        <p:grpSpPr>
          <a:xfrm>
            <a:off x="6711353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95" name="橢圓 94">
              <a:extLst>
                <a:ext uri="{FF2B5EF4-FFF2-40B4-BE49-F238E27FC236}">
                  <a16:creationId xmlns:a16="http://schemas.microsoft.com/office/drawing/2014/main" id="{A542BC46-E4C5-6DC0-078D-12C613CF514B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40B481BA-4C1B-4289-65E5-E2BB7C3AAC16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EBC5BCE8-849E-5677-3C39-86C54D4ACE61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2DC59DA7-40F3-4C7D-1906-D5B2A2661AEF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469A7421-E868-86D3-A144-6C8F0A228BFD}"/>
              </a:ext>
            </a:extLst>
          </p:cNvPr>
          <p:cNvSpPr/>
          <p:nvPr/>
        </p:nvSpPr>
        <p:spPr>
          <a:xfrm>
            <a:off x="787915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7EE5C4D8-9B97-BFA5-6545-AF78025D985D}"/>
              </a:ext>
            </a:extLst>
          </p:cNvPr>
          <p:cNvSpPr txBox="1"/>
          <p:nvPr/>
        </p:nvSpPr>
        <p:spPr>
          <a:xfrm>
            <a:off x="814545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B81B4FA6-E002-BBF6-235A-690DBCBA3C18}"/>
              </a:ext>
            </a:extLst>
          </p:cNvPr>
          <p:cNvGrpSpPr/>
          <p:nvPr/>
        </p:nvGrpSpPr>
        <p:grpSpPr>
          <a:xfrm>
            <a:off x="811116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77950645-603B-F61C-08CC-B7291B99AB3D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F95CDFAE-EE9B-ECB9-63BC-414916072EEF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7232B0B0-FC94-86CB-94C8-C20BE5606877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>
              <a:extLst>
                <a:ext uri="{FF2B5EF4-FFF2-40B4-BE49-F238E27FC236}">
                  <a16:creationId xmlns:a16="http://schemas.microsoft.com/office/drawing/2014/main" id="{79866BDE-A6F1-1039-4F54-95FB53B5BB7C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D8361A35-7F8B-7406-9EC3-73D26C9D3974}"/>
              </a:ext>
            </a:extLst>
          </p:cNvPr>
          <p:cNvSpPr/>
          <p:nvPr/>
        </p:nvSpPr>
        <p:spPr>
          <a:xfrm>
            <a:off x="927896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D9E8680-7757-BE82-91A4-BE547CE6754B}"/>
              </a:ext>
            </a:extLst>
          </p:cNvPr>
          <p:cNvSpPr txBox="1"/>
          <p:nvPr/>
        </p:nvSpPr>
        <p:spPr>
          <a:xfrm>
            <a:off x="954526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C8F4C54C-8DF5-D2E4-346F-92D0B092CF86}"/>
              </a:ext>
            </a:extLst>
          </p:cNvPr>
          <p:cNvGrpSpPr/>
          <p:nvPr/>
        </p:nvGrpSpPr>
        <p:grpSpPr>
          <a:xfrm>
            <a:off x="951097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18B480D0-4158-78DF-F7A4-189632C56E68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779534D6-5BD4-2BD1-0196-4AA19F44D3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BC70F579-1A27-D945-9DF2-F3AD8504E11B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CADE4EF9-4161-B963-4C7A-2BCAAE202C38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B0175F-9A79-9AD2-3A24-C3E3A71BD90E}"/>
              </a:ext>
            </a:extLst>
          </p:cNvPr>
          <p:cNvSpPr txBox="1"/>
          <p:nvPr/>
        </p:nvSpPr>
        <p:spPr>
          <a:xfrm>
            <a:off x="10938099" y="21789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3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357674-2C73-5004-D18D-E5C5EFE787E6}"/>
              </a:ext>
            </a:extLst>
          </p:cNvPr>
          <p:cNvSpPr txBox="1"/>
          <p:nvPr/>
        </p:nvSpPr>
        <p:spPr>
          <a:xfrm>
            <a:off x="1139847" y="21789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2</a:t>
            </a:r>
            <a:endParaRPr lang="zh-TW" altLang="en-US" sz="2800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4AB5FF5B-E95D-3C7D-5C85-0B9A1138D2C7}"/>
              </a:ext>
            </a:extLst>
          </p:cNvPr>
          <p:cNvSpPr/>
          <p:nvPr/>
        </p:nvSpPr>
        <p:spPr>
          <a:xfrm rot="16200000">
            <a:off x="5309966" y="5854557"/>
            <a:ext cx="439145" cy="36740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7959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 err="1">
                <a:latin typeface="Times New Roman" pitchFamily="18" charset="0"/>
                <a:cs typeface="Times New Roman" pitchFamily="18" charset="0"/>
              </a:rPr>
              <a:t>Kalah</a:t>
            </a:r>
            <a:r>
              <a:rPr lang="zh-TW" alt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– Capture 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DFA043A7-1529-BA33-918F-893E962B43CE}"/>
              </a:ext>
            </a:extLst>
          </p:cNvPr>
          <p:cNvSpPr/>
          <p:nvPr/>
        </p:nvSpPr>
        <p:spPr>
          <a:xfrm>
            <a:off x="10678777" y="2003713"/>
            <a:ext cx="900000" cy="377407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78E75173-BD81-2539-8F4B-BFB6EB455313}"/>
              </a:ext>
            </a:extLst>
          </p:cNvPr>
          <p:cNvSpPr/>
          <p:nvPr/>
        </p:nvSpPr>
        <p:spPr>
          <a:xfrm>
            <a:off x="880115" y="2003713"/>
            <a:ext cx="900000" cy="377407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4EA3241-FF37-9E49-E584-FC79DFDA9FCA}"/>
              </a:ext>
            </a:extLst>
          </p:cNvPr>
          <p:cNvSpPr/>
          <p:nvPr/>
        </p:nvSpPr>
        <p:spPr>
          <a:xfrm>
            <a:off x="2279925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56EC099-8D0E-5DD6-F321-2F8C7E96F1C5}"/>
              </a:ext>
            </a:extLst>
          </p:cNvPr>
          <p:cNvSpPr txBox="1"/>
          <p:nvPr/>
        </p:nvSpPr>
        <p:spPr>
          <a:xfrm>
            <a:off x="2546219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6</a:t>
            </a:r>
            <a:endParaRPr lang="zh-TW" altLang="en-US" sz="2800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DFA487C-191C-6027-F65F-64726C76E947}"/>
              </a:ext>
            </a:extLst>
          </p:cNvPr>
          <p:cNvGrpSpPr/>
          <p:nvPr/>
        </p:nvGrpSpPr>
        <p:grpSpPr>
          <a:xfrm>
            <a:off x="2511929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267D4CDA-7946-8F0E-2662-C57A525F6DC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FBA717D9-B3D9-8017-020D-B1DB0F018E53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5DEC5C2-AAD1-AB1D-656E-C44D84A8567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301B363-948B-4B6C-A135-FD98C653A860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D639FEC-6EA6-2550-5BCE-490CFA04A327}"/>
              </a:ext>
            </a:extLst>
          </p:cNvPr>
          <p:cNvSpPr/>
          <p:nvPr/>
        </p:nvSpPr>
        <p:spPr>
          <a:xfrm>
            <a:off x="3679733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9BF4E4-3224-2284-FE6B-5762CB7607EF}"/>
              </a:ext>
            </a:extLst>
          </p:cNvPr>
          <p:cNvSpPr txBox="1"/>
          <p:nvPr/>
        </p:nvSpPr>
        <p:spPr>
          <a:xfrm>
            <a:off x="3946027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3E1B7942-4721-80BA-F79A-B4F9E224A2ED}"/>
              </a:ext>
            </a:extLst>
          </p:cNvPr>
          <p:cNvSpPr/>
          <p:nvPr/>
        </p:nvSpPr>
        <p:spPr>
          <a:xfrm>
            <a:off x="8239155" y="5521465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7030A0"/>
              </a:solidFill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C1A7D120-BDA6-3708-EB7E-F55729D60993}"/>
              </a:ext>
            </a:extLst>
          </p:cNvPr>
          <p:cNvSpPr/>
          <p:nvPr/>
        </p:nvSpPr>
        <p:spPr>
          <a:xfrm>
            <a:off x="6839347" y="5522205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7030A0"/>
              </a:solidFill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A4C66BE2-294A-CB75-CDFF-FFCAD4CE1A4B}"/>
              </a:ext>
            </a:extLst>
          </p:cNvPr>
          <p:cNvSpPr/>
          <p:nvPr/>
        </p:nvSpPr>
        <p:spPr>
          <a:xfrm>
            <a:off x="9505305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413235AD-135A-5DC4-6ED7-1B1231697EC5}"/>
              </a:ext>
            </a:extLst>
          </p:cNvPr>
          <p:cNvSpPr/>
          <p:nvPr/>
        </p:nvSpPr>
        <p:spPr>
          <a:xfrm>
            <a:off x="9780537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F772D8A3-0367-69ED-8F1A-C4258DEA1E62}"/>
              </a:ext>
            </a:extLst>
          </p:cNvPr>
          <p:cNvSpPr/>
          <p:nvPr/>
        </p:nvSpPr>
        <p:spPr>
          <a:xfrm>
            <a:off x="5079541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DF6689F-86DD-0B98-F910-FB54C05DADCF}"/>
              </a:ext>
            </a:extLst>
          </p:cNvPr>
          <p:cNvSpPr txBox="1"/>
          <p:nvPr/>
        </p:nvSpPr>
        <p:spPr>
          <a:xfrm>
            <a:off x="5345835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2</a:t>
            </a:r>
            <a:endParaRPr lang="zh-TW" altLang="en-US" sz="2800" dirty="0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F4111949-752A-5861-D2A1-CECC29A34E20}"/>
              </a:ext>
            </a:extLst>
          </p:cNvPr>
          <p:cNvSpPr/>
          <p:nvPr/>
        </p:nvSpPr>
        <p:spPr>
          <a:xfrm>
            <a:off x="11038777" y="4708860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17C83257-FB72-E0CE-55CC-8F98E73F330E}"/>
              </a:ext>
            </a:extLst>
          </p:cNvPr>
          <p:cNvSpPr/>
          <p:nvPr/>
        </p:nvSpPr>
        <p:spPr>
          <a:xfrm>
            <a:off x="9781612" y="5528702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AD7F2F7C-F6EE-5CC2-E5A5-EF1C189270DD}"/>
              </a:ext>
            </a:extLst>
          </p:cNvPr>
          <p:cNvSpPr/>
          <p:nvPr/>
        </p:nvSpPr>
        <p:spPr>
          <a:xfrm>
            <a:off x="4039731" y="495939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E113AA69-BF4C-B6D6-6126-D18A2A8D362F}"/>
              </a:ext>
            </a:extLst>
          </p:cNvPr>
          <p:cNvSpPr/>
          <p:nvPr/>
        </p:nvSpPr>
        <p:spPr>
          <a:xfrm>
            <a:off x="9637276" y="2571578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0151B3B-A6F8-2323-F278-E044CB4ADE95}"/>
              </a:ext>
            </a:extLst>
          </p:cNvPr>
          <p:cNvSpPr/>
          <p:nvPr/>
        </p:nvSpPr>
        <p:spPr>
          <a:xfrm>
            <a:off x="6479349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6FA22A9-2C07-79D9-25C5-AC76D9AAA19D}"/>
              </a:ext>
            </a:extLst>
          </p:cNvPr>
          <p:cNvSpPr txBox="1"/>
          <p:nvPr/>
        </p:nvSpPr>
        <p:spPr>
          <a:xfrm>
            <a:off x="6745643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6</a:t>
            </a:r>
            <a:endParaRPr lang="zh-TW" altLang="en-US" sz="2800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EE87CB0-F0E5-1366-CDC5-D223CD1AEFAD}"/>
              </a:ext>
            </a:extLst>
          </p:cNvPr>
          <p:cNvGrpSpPr/>
          <p:nvPr/>
        </p:nvGrpSpPr>
        <p:grpSpPr>
          <a:xfrm>
            <a:off x="6711353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AFA94742-225B-F220-2F97-197B21A41B31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EED9F5B-9116-3FB4-5E57-E0DA62B701E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3D99977A-A4D7-60CA-12E9-AB5CCE945BFD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39896DE6-ED25-2E1E-690E-BED733134B0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11254E56-5DD8-C9C6-3CFE-7CDAC56E45DF}"/>
              </a:ext>
            </a:extLst>
          </p:cNvPr>
          <p:cNvSpPr/>
          <p:nvPr/>
        </p:nvSpPr>
        <p:spPr>
          <a:xfrm>
            <a:off x="787915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0A059C6-70D8-2756-B6E8-C8C37120EB67}"/>
              </a:ext>
            </a:extLst>
          </p:cNvPr>
          <p:cNvSpPr txBox="1"/>
          <p:nvPr/>
        </p:nvSpPr>
        <p:spPr>
          <a:xfrm>
            <a:off x="814545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0</a:t>
            </a:r>
            <a:endParaRPr lang="zh-TW" altLang="en-US" sz="2800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A42B138D-8CA3-EAF7-A492-C6D67CC99B01}"/>
              </a:ext>
            </a:extLst>
          </p:cNvPr>
          <p:cNvSpPr/>
          <p:nvPr/>
        </p:nvSpPr>
        <p:spPr>
          <a:xfrm>
            <a:off x="10856653" y="4376609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A688E4C1-24ED-3093-8FE7-4C5886C31EC6}"/>
              </a:ext>
            </a:extLst>
          </p:cNvPr>
          <p:cNvSpPr/>
          <p:nvPr/>
        </p:nvSpPr>
        <p:spPr>
          <a:xfrm>
            <a:off x="11131885" y="4376609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284B9792-7DB5-B480-846C-2654D24F78D4}"/>
              </a:ext>
            </a:extLst>
          </p:cNvPr>
          <p:cNvSpPr/>
          <p:nvPr/>
        </p:nvSpPr>
        <p:spPr>
          <a:xfrm>
            <a:off x="6711353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A855F1E7-5AF4-C311-538F-8A798443470A}"/>
              </a:ext>
            </a:extLst>
          </p:cNvPr>
          <p:cNvSpPr/>
          <p:nvPr/>
        </p:nvSpPr>
        <p:spPr>
          <a:xfrm>
            <a:off x="6986585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2017310E-80F8-3BF3-3485-FD13B15FC3E2}"/>
              </a:ext>
            </a:extLst>
          </p:cNvPr>
          <p:cNvSpPr/>
          <p:nvPr/>
        </p:nvSpPr>
        <p:spPr>
          <a:xfrm>
            <a:off x="927896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83140448-E028-702D-180A-D8C02A56AFE3}"/>
              </a:ext>
            </a:extLst>
          </p:cNvPr>
          <p:cNvSpPr txBox="1"/>
          <p:nvPr/>
        </p:nvSpPr>
        <p:spPr>
          <a:xfrm>
            <a:off x="954526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8</a:t>
            </a:r>
            <a:endParaRPr lang="zh-TW" altLang="en-US" sz="2800" dirty="0"/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BFDBBB0E-3DF2-C38B-3B14-1D8BFE909C62}"/>
              </a:ext>
            </a:extLst>
          </p:cNvPr>
          <p:cNvGrpSpPr/>
          <p:nvPr/>
        </p:nvGrpSpPr>
        <p:grpSpPr>
          <a:xfrm>
            <a:off x="9510971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F0A767BD-1FAE-2CA7-0BA1-12DF20A2837E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AA02B41B-24AC-6551-9D7E-97A41DBDE22A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595282A9-AAE8-6635-70EB-600622040F15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5FCA8FDA-FD82-3ED4-3D05-8534EFEC648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5CE6E532-8130-9265-201C-5B2021A2B14C}"/>
              </a:ext>
            </a:extLst>
          </p:cNvPr>
          <p:cNvSpPr/>
          <p:nvPr/>
        </p:nvSpPr>
        <p:spPr>
          <a:xfrm>
            <a:off x="2279925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B4FD2DF3-216E-50FE-AD19-13F3E5119841}"/>
              </a:ext>
            </a:extLst>
          </p:cNvPr>
          <p:cNvSpPr txBox="1"/>
          <p:nvPr/>
        </p:nvSpPr>
        <p:spPr>
          <a:xfrm>
            <a:off x="2546219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12D2112D-7F80-F96A-C52B-381FB85B1276}"/>
              </a:ext>
            </a:extLst>
          </p:cNvPr>
          <p:cNvSpPr/>
          <p:nvPr/>
        </p:nvSpPr>
        <p:spPr>
          <a:xfrm>
            <a:off x="1059271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F04A7F97-377B-C047-E491-324230CCEC9E}"/>
              </a:ext>
            </a:extLst>
          </p:cNvPr>
          <p:cNvSpPr/>
          <p:nvPr/>
        </p:nvSpPr>
        <p:spPr>
          <a:xfrm>
            <a:off x="1334503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696B5045-7BF8-B985-0770-18014492A0AE}"/>
              </a:ext>
            </a:extLst>
          </p:cNvPr>
          <p:cNvSpPr/>
          <p:nvPr/>
        </p:nvSpPr>
        <p:spPr>
          <a:xfrm>
            <a:off x="2511929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B57297FC-B6C8-6D12-8700-DE1A79B05DCF}"/>
              </a:ext>
            </a:extLst>
          </p:cNvPr>
          <p:cNvSpPr/>
          <p:nvPr/>
        </p:nvSpPr>
        <p:spPr>
          <a:xfrm>
            <a:off x="9505305" y="5528702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3BB2B52D-89C1-363C-072E-5C26A5607515}"/>
              </a:ext>
            </a:extLst>
          </p:cNvPr>
          <p:cNvSpPr/>
          <p:nvPr/>
        </p:nvSpPr>
        <p:spPr>
          <a:xfrm>
            <a:off x="3679733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8F6E11FB-5C4A-39B6-6FB7-891EF6C83666}"/>
              </a:ext>
            </a:extLst>
          </p:cNvPr>
          <p:cNvSpPr txBox="1"/>
          <p:nvPr/>
        </p:nvSpPr>
        <p:spPr>
          <a:xfrm>
            <a:off x="3946027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0</a:t>
            </a:r>
            <a:endParaRPr lang="zh-TW" altLang="en-US" sz="2800" dirty="0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3AC4963E-CECA-182A-626E-66D62DC1F6CC}"/>
              </a:ext>
            </a:extLst>
          </p:cNvPr>
          <p:cNvSpPr/>
          <p:nvPr/>
        </p:nvSpPr>
        <p:spPr>
          <a:xfrm>
            <a:off x="2511929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CA7B7B0A-797C-A07C-96DE-6C0602AD22F9}"/>
              </a:ext>
            </a:extLst>
          </p:cNvPr>
          <p:cNvSpPr/>
          <p:nvPr/>
        </p:nvSpPr>
        <p:spPr>
          <a:xfrm>
            <a:off x="2787161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DDACB57-141E-0972-E108-E8AD2AD43F57}"/>
              </a:ext>
            </a:extLst>
          </p:cNvPr>
          <p:cNvSpPr/>
          <p:nvPr/>
        </p:nvSpPr>
        <p:spPr>
          <a:xfrm>
            <a:off x="8239155" y="2591271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E19619BF-7C21-8E7E-53A2-8F6E3FD5FEEC}"/>
              </a:ext>
            </a:extLst>
          </p:cNvPr>
          <p:cNvSpPr/>
          <p:nvPr/>
        </p:nvSpPr>
        <p:spPr>
          <a:xfrm>
            <a:off x="6839347" y="256173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C5359F86-DD15-269A-5397-5BBA22298153}"/>
              </a:ext>
            </a:extLst>
          </p:cNvPr>
          <p:cNvSpPr/>
          <p:nvPr/>
        </p:nvSpPr>
        <p:spPr>
          <a:xfrm>
            <a:off x="5079541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B4C80DBC-1F61-05A8-A925-056BB1EF530A}"/>
              </a:ext>
            </a:extLst>
          </p:cNvPr>
          <p:cNvSpPr txBox="1"/>
          <p:nvPr/>
        </p:nvSpPr>
        <p:spPr>
          <a:xfrm>
            <a:off x="5345835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B2C5F7E1-D223-148E-C962-A1543E8EC629}"/>
              </a:ext>
            </a:extLst>
          </p:cNvPr>
          <p:cNvGrpSpPr/>
          <p:nvPr/>
        </p:nvGrpSpPr>
        <p:grpSpPr>
          <a:xfrm>
            <a:off x="5311545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47BF6F44-57EE-B4AF-28F5-62134344920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C582C1B5-DF9C-F764-B71E-932EF3B665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橢圓 103">
              <a:extLst>
                <a:ext uri="{FF2B5EF4-FFF2-40B4-BE49-F238E27FC236}">
                  <a16:creationId xmlns:a16="http://schemas.microsoft.com/office/drawing/2014/main" id="{B8BD84E6-2E26-4A34-D9B9-3662E2DDAE1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3CC4BD7D-736B-E7E4-5ABD-61DA3955051B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39DA1F7B-370D-49E9-4610-9DEAD154274F}"/>
              </a:ext>
            </a:extLst>
          </p:cNvPr>
          <p:cNvSpPr/>
          <p:nvPr/>
        </p:nvSpPr>
        <p:spPr>
          <a:xfrm>
            <a:off x="6479349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B81E8446-BBDF-6D46-DDED-48D62B2E174F}"/>
              </a:ext>
            </a:extLst>
          </p:cNvPr>
          <p:cNvSpPr txBox="1"/>
          <p:nvPr/>
        </p:nvSpPr>
        <p:spPr>
          <a:xfrm>
            <a:off x="6745643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54AA7620-1938-0780-CFB9-FC7B3602059B}"/>
              </a:ext>
            </a:extLst>
          </p:cNvPr>
          <p:cNvGrpSpPr/>
          <p:nvPr/>
        </p:nvGrpSpPr>
        <p:grpSpPr>
          <a:xfrm>
            <a:off x="6711353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95" name="橢圓 94">
              <a:extLst>
                <a:ext uri="{FF2B5EF4-FFF2-40B4-BE49-F238E27FC236}">
                  <a16:creationId xmlns:a16="http://schemas.microsoft.com/office/drawing/2014/main" id="{A542BC46-E4C5-6DC0-078D-12C613CF514B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40B481BA-4C1B-4289-65E5-E2BB7C3AAC16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EBC5BCE8-849E-5677-3C39-86C54D4ACE61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2DC59DA7-40F3-4C7D-1906-D5B2A2661AEF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469A7421-E868-86D3-A144-6C8F0A228BFD}"/>
              </a:ext>
            </a:extLst>
          </p:cNvPr>
          <p:cNvSpPr/>
          <p:nvPr/>
        </p:nvSpPr>
        <p:spPr>
          <a:xfrm>
            <a:off x="787915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7EE5C4D8-9B97-BFA5-6545-AF78025D985D}"/>
              </a:ext>
            </a:extLst>
          </p:cNvPr>
          <p:cNvSpPr txBox="1"/>
          <p:nvPr/>
        </p:nvSpPr>
        <p:spPr>
          <a:xfrm>
            <a:off x="814545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B81B4FA6-E002-BBF6-235A-690DBCBA3C18}"/>
              </a:ext>
            </a:extLst>
          </p:cNvPr>
          <p:cNvGrpSpPr/>
          <p:nvPr/>
        </p:nvGrpSpPr>
        <p:grpSpPr>
          <a:xfrm>
            <a:off x="811116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77950645-603B-F61C-08CC-B7291B99AB3D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F95CDFAE-EE9B-ECB9-63BC-414916072EEF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7232B0B0-FC94-86CB-94C8-C20BE5606877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>
              <a:extLst>
                <a:ext uri="{FF2B5EF4-FFF2-40B4-BE49-F238E27FC236}">
                  <a16:creationId xmlns:a16="http://schemas.microsoft.com/office/drawing/2014/main" id="{79866BDE-A6F1-1039-4F54-95FB53B5BB7C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D8361A35-7F8B-7406-9EC3-73D26C9D3974}"/>
              </a:ext>
            </a:extLst>
          </p:cNvPr>
          <p:cNvSpPr/>
          <p:nvPr/>
        </p:nvSpPr>
        <p:spPr>
          <a:xfrm>
            <a:off x="927896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D9E8680-7757-BE82-91A4-BE547CE6754B}"/>
              </a:ext>
            </a:extLst>
          </p:cNvPr>
          <p:cNvSpPr txBox="1"/>
          <p:nvPr/>
        </p:nvSpPr>
        <p:spPr>
          <a:xfrm>
            <a:off x="954526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C8F4C54C-8DF5-D2E4-346F-92D0B092CF86}"/>
              </a:ext>
            </a:extLst>
          </p:cNvPr>
          <p:cNvGrpSpPr/>
          <p:nvPr/>
        </p:nvGrpSpPr>
        <p:grpSpPr>
          <a:xfrm>
            <a:off x="951097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18B480D0-4158-78DF-F7A4-189632C56E68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779534D6-5BD4-2BD1-0196-4AA19F44D3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BC70F579-1A27-D945-9DF2-F3AD8504E11B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CADE4EF9-4161-B963-4C7A-2BCAAE202C38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B0175F-9A79-9AD2-3A24-C3E3A71BD90E}"/>
              </a:ext>
            </a:extLst>
          </p:cNvPr>
          <p:cNvSpPr txBox="1"/>
          <p:nvPr/>
        </p:nvSpPr>
        <p:spPr>
          <a:xfrm>
            <a:off x="10938099" y="21789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3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357674-2C73-5004-D18D-E5C5EFE787E6}"/>
              </a:ext>
            </a:extLst>
          </p:cNvPr>
          <p:cNvSpPr txBox="1"/>
          <p:nvPr/>
        </p:nvSpPr>
        <p:spPr>
          <a:xfrm>
            <a:off x="1139847" y="21789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2</a:t>
            </a:r>
            <a:endParaRPr lang="zh-TW" altLang="en-US" sz="2800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4AB5FF5B-E95D-3C7D-5C85-0B9A1138D2C7}"/>
              </a:ext>
            </a:extLst>
          </p:cNvPr>
          <p:cNvSpPr/>
          <p:nvPr/>
        </p:nvSpPr>
        <p:spPr>
          <a:xfrm rot="16200000">
            <a:off x="5309966" y="5854557"/>
            <a:ext cx="439145" cy="36740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38471C59-E22F-F338-6475-5D0B22B11325}"/>
              </a:ext>
            </a:extLst>
          </p:cNvPr>
          <p:cNvSpPr/>
          <p:nvPr/>
        </p:nvSpPr>
        <p:spPr>
          <a:xfrm>
            <a:off x="7872597" y="2003713"/>
            <a:ext cx="900000" cy="377407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5494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 err="1">
                <a:latin typeface="Times New Roman" pitchFamily="18" charset="0"/>
                <a:cs typeface="Times New Roman" pitchFamily="18" charset="0"/>
              </a:rPr>
              <a:t>Kalah</a:t>
            </a:r>
            <a:r>
              <a:rPr lang="zh-TW" alt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– Capture 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DFA043A7-1529-BA33-918F-893E962B43CE}"/>
              </a:ext>
            </a:extLst>
          </p:cNvPr>
          <p:cNvSpPr/>
          <p:nvPr/>
        </p:nvSpPr>
        <p:spPr>
          <a:xfrm>
            <a:off x="10678777" y="2003713"/>
            <a:ext cx="900000" cy="377407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78E75173-BD81-2539-8F4B-BFB6EB455313}"/>
              </a:ext>
            </a:extLst>
          </p:cNvPr>
          <p:cNvSpPr/>
          <p:nvPr/>
        </p:nvSpPr>
        <p:spPr>
          <a:xfrm>
            <a:off x="880115" y="2003713"/>
            <a:ext cx="900000" cy="377407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4EA3241-FF37-9E49-E584-FC79DFDA9FCA}"/>
              </a:ext>
            </a:extLst>
          </p:cNvPr>
          <p:cNvSpPr/>
          <p:nvPr/>
        </p:nvSpPr>
        <p:spPr>
          <a:xfrm>
            <a:off x="2279925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56EC099-8D0E-5DD6-F321-2F8C7E96F1C5}"/>
              </a:ext>
            </a:extLst>
          </p:cNvPr>
          <p:cNvSpPr txBox="1"/>
          <p:nvPr/>
        </p:nvSpPr>
        <p:spPr>
          <a:xfrm>
            <a:off x="2546219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6</a:t>
            </a:r>
            <a:endParaRPr lang="zh-TW" altLang="en-US" sz="2800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DFA487C-191C-6027-F65F-64726C76E947}"/>
              </a:ext>
            </a:extLst>
          </p:cNvPr>
          <p:cNvGrpSpPr/>
          <p:nvPr/>
        </p:nvGrpSpPr>
        <p:grpSpPr>
          <a:xfrm>
            <a:off x="2511929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267D4CDA-7946-8F0E-2662-C57A525F6DC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FBA717D9-B3D9-8017-020D-B1DB0F018E53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5DEC5C2-AAD1-AB1D-656E-C44D84A8567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301B363-948B-4B6C-A135-FD98C653A860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D639FEC-6EA6-2550-5BCE-490CFA04A327}"/>
              </a:ext>
            </a:extLst>
          </p:cNvPr>
          <p:cNvSpPr/>
          <p:nvPr/>
        </p:nvSpPr>
        <p:spPr>
          <a:xfrm>
            <a:off x="3679733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9BF4E4-3224-2284-FE6B-5762CB7607EF}"/>
              </a:ext>
            </a:extLst>
          </p:cNvPr>
          <p:cNvSpPr txBox="1"/>
          <p:nvPr/>
        </p:nvSpPr>
        <p:spPr>
          <a:xfrm>
            <a:off x="3946027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3E1B7942-4721-80BA-F79A-B4F9E224A2ED}"/>
              </a:ext>
            </a:extLst>
          </p:cNvPr>
          <p:cNvSpPr/>
          <p:nvPr/>
        </p:nvSpPr>
        <p:spPr>
          <a:xfrm>
            <a:off x="11038777" y="5075037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7030A0"/>
              </a:solidFill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C1A7D120-BDA6-3708-EB7E-F55729D60993}"/>
              </a:ext>
            </a:extLst>
          </p:cNvPr>
          <p:cNvSpPr/>
          <p:nvPr/>
        </p:nvSpPr>
        <p:spPr>
          <a:xfrm>
            <a:off x="6839347" y="5522205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7030A0"/>
              </a:solidFill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A4C66BE2-294A-CB75-CDFF-FFCAD4CE1A4B}"/>
              </a:ext>
            </a:extLst>
          </p:cNvPr>
          <p:cNvSpPr/>
          <p:nvPr/>
        </p:nvSpPr>
        <p:spPr>
          <a:xfrm>
            <a:off x="9505305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413235AD-135A-5DC4-6ED7-1B1231697EC5}"/>
              </a:ext>
            </a:extLst>
          </p:cNvPr>
          <p:cNvSpPr/>
          <p:nvPr/>
        </p:nvSpPr>
        <p:spPr>
          <a:xfrm>
            <a:off x="9780537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F772D8A3-0367-69ED-8F1A-C4258DEA1E62}"/>
              </a:ext>
            </a:extLst>
          </p:cNvPr>
          <p:cNvSpPr/>
          <p:nvPr/>
        </p:nvSpPr>
        <p:spPr>
          <a:xfrm>
            <a:off x="5079541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DF6689F-86DD-0B98-F910-FB54C05DADCF}"/>
              </a:ext>
            </a:extLst>
          </p:cNvPr>
          <p:cNvSpPr txBox="1"/>
          <p:nvPr/>
        </p:nvSpPr>
        <p:spPr>
          <a:xfrm>
            <a:off x="5345835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2</a:t>
            </a:r>
            <a:endParaRPr lang="zh-TW" altLang="en-US" sz="2800" dirty="0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F4111949-752A-5861-D2A1-CECC29A34E20}"/>
              </a:ext>
            </a:extLst>
          </p:cNvPr>
          <p:cNvSpPr/>
          <p:nvPr/>
        </p:nvSpPr>
        <p:spPr>
          <a:xfrm>
            <a:off x="11038777" y="4708860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17C83257-FB72-E0CE-55CC-8F98E73F330E}"/>
              </a:ext>
            </a:extLst>
          </p:cNvPr>
          <p:cNvSpPr/>
          <p:nvPr/>
        </p:nvSpPr>
        <p:spPr>
          <a:xfrm>
            <a:off x="9781612" y="5528702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AD7F2F7C-F6EE-5CC2-E5A5-EF1C189270DD}"/>
              </a:ext>
            </a:extLst>
          </p:cNvPr>
          <p:cNvSpPr/>
          <p:nvPr/>
        </p:nvSpPr>
        <p:spPr>
          <a:xfrm>
            <a:off x="4039731" y="495939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E113AA69-BF4C-B6D6-6126-D18A2A8D362F}"/>
              </a:ext>
            </a:extLst>
          </p:cNvPr>
          <p:cNvSpPr/>
          <p:nvPr/>
        </p:nvSpPr>
        <p:spPr>
          <a:xfrm>
            <a:off x="9637276" y="2571578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0151B3B-A6F8-2323-F278-E044CB4ADE95}"/>
              </a:ext>
            </a:extLst>
          </p:cNvPr>
          <p:cNvSpPr/>
          <p:nvPr/>
        </p:nvSpPr>
        <p:spPr>
          <a:xfrm>
            <a:off x="6479349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6FA22A9-2C07-79D9-25C5-AC76D9AAA19D}"/>
              </a:ext>
            </a:extLst>
          </p:cNvPr>
          <p:cNvSpPr txBox="1"/>
          <p:nvPr/>
        </p:nvSpPr>
        <p:spPr>
          <a:xfrm>
            <a:off x="6745643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7</a:t>
            </a:r>
            <a:endParaRPr lang="zh-TW" altLang="en-US" sz="2800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EE87CB0-F0E5-1366-CDC5-D223CD1AEFAD}"/>
              </a:ext>
            </a:extLst>
          </p:cNvPr>
          <p:cNvGrpSpPr/>
          <p:nvPr/>
        </p:nvGrpSpPr>
        <p:grpSpPr>
          <a:xfrm>
            <a:off x="6711353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AFA94742-225B-F220-2F97-197B21A41B31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EED9F5B-9116-3FB4-5E57-E0DA62B701E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3D99977A-A4D7-60CA-12E9-AB5CCE945BFD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39896DE6-ED25-2E1E-690E-BED733134B0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11254E56-5DD8-C9C6-3CFE-7CDAC56E45DF}"/>
              </a:ext>
            </a:extLst>
          </p:cNvPr>
          <p:cNvSpPr/>
          <p:nvPr/>
        </p:nvSpPr>
        <p:spPr>
          <a:xfrm>
            <a:off x="787915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0A059C6-70D8-2756-B6E8-C8C37120EB67}"/>
              </a:ext>
            </a:extLst>
          </p:cNvPr>
          <p:cNvSpPr txBox="1"/>
          <p:nvPr/>
        </p:nvSpPr>
        <p:spPr>
          <a:xfrm>
            <a:off x="814545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0</a:t>
            </a:r>
            <a:endParaRPr lang="zh-TW" altLang="en-US" sz="2800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A42B138D-8CA3-EAF7-A492-C6D67CC99B01}"/>
              </a:ext>
            </a:extLst>
          </p:cNvPr>
          <p:cNvSpPr/>
          <p:nvPr/>
        </p:nvSpPr>
        <p:spPr>
          <a:xfrm>
            <a:off x="10856653" y="4376609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A688E4C1-24ED-3093-8FE7-4C5886C31EC6}"/>
              </a:ext>
            </a:extLst>
          </p:cNvPr>
          <p:cNvSpPr/>
          <p:nvPr/>
        </p:nvSpPr>
        <p:spPr>
          <a:xfrm>
            <a:off x="11131885" y="4376609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284B9792-7DB5-B480-846C-2654D24F78D4}"/>
              </a:ext>
            </a:extLst>
          </p:cNvPr>
          <p:cNvSpPr/>
          <p:nvPr/>
        </p:nvSpPr>
        <p:spPr>
          <a:xfrm>
            <a:off x="6711353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A855F1E7-5AF4-C311-538F-8A798443470A}"/>
              </a:ext>
            </a:extLst>
          </p:cNvPr>
          <p:cNvSpPr/>
          <p:nvPr/>
        </p:nvSpPr>
        <p:spPr>
          <a:xfrm>
            <a:off x="6986585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2017310E-80F8-3BF3-3485-FD13B15FC3E2}"/>
              </a:ext>
            </a:extLst>
          </p:cNvPr>
          <p:cNvSpPr/>
          <p:nvPr/>
        </p:nvSpPr>
        <p:spPr>
          <a:xfrm>
            <a:off x="9278967" y="4157785"/>
            <a:ext cx="900000" cy="162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83140448-E028-702D-180A-D8C02A56AFE3}"/>
              </a:ext>
            </a:extLst>
          </p:cNvPr>
          <p:cNvSpPr txBox="1"/>
          <p:nvPr/>
        </p:nvSpPr>
        <p:spPr>
          <a:xfrm>
            <a:off x="9545261" y="41577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8</a:t>
            </a:r>
            <a:endParaRPr lang="zh-TW" altLang="en-US" sz="2800" dirty="0"/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BFDBBB0E-3DF2-C38B-3B14-1D8BFE909C62}"/>
              </a:ext>
            </a:extLst>
          </p:cNvPr>
          <p:cNvGrpSpPr/>
          <p:nvPr/>
        </p:nvGrpSpPr>
        <p:grpSpPr>
          <a:xfrm>
            <a:off x="9510971" y="4961825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F0A767BD-1FAE-2CA7-0BA1-12DF20A2837E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AA02B41B-24AC-6551-9D7E-97A41DBDE22A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595282A9-AAE8-6635-70EB-600622040F15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5FCA8FDA-FD82-3ED4-3D05-8534EFEC648E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5CE6E532-8130-9265-201C-5B2021A2B14C}"/>
              </a:ext>
            </a:extLst>
          </p:cNvPr>
          <p:cNvSpPr/>
          <p:nvPr/>
        </p:nvSpPr>
        <p:spPr>
          <a:xfrm>
            <a:off x="2279925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B4FD2DF3-216E-50FE-AD19-13F3E5119841}"/>
              </a:ext>
            </a:extLst>
          </p:cNvPr>
          <p:cNvSpPr txBox="1"/>
          <p:nvPr/>
        </p:nvSpPr>
        <p:spPr>
          <a:xfrm>
            <a:off x="2546219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12D2112D-7F80-F96A-C52B-381FB85B1276}"/>
              </a:ext>
            </a:extLst>
          </p:cNvPr>
          <p:cNvSpPr/>
          <p:nvPr/>
        </p:nvSpPr>
        <p:spPr>
          <a:xfrm>
            <a:off x="1059271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F04A7F97-377B-C047-E491-324230CCEC9E}"/>
              </a:ext>
            </a:extLst>
          </p:cNvPr>
          <p:cNvSpPr/>
          <p:nvPr/>
        </p:nvSpPr>
        <p:spPr>
          <a:xfrm>
            <a:off x="1334503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696B5045-7BF8-B985-0770-18014492A0AE}"/>
              </a:ext>
            </a:extLst>
          </p:cNvPr>
          <p:cNvSpPr/>
          <p:nvPr/>
        </p:nvSpPr>
        <p:spPr>
          <a:xfrm>
            <a:off x="2511929" y="311255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B57297FC-B6C8-6D12-8700-DE1A79B05DCF}"/>
              </a:ext>
            </a:extLst>
          </p:cNvPr>
          <p:cNvSpPr/>
          <p:nvPr/>
        </p:nvSpPr>
        <p:spPr>
          <a:xfrm>
            <a:off x="9505305" y="5528702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3BB2B52D-89C1-363C-072E-5C26A5607515}"/>
              </a:ext>
            </a:extLst>
          </p:cNvPr>
          <p:cNvSpPr/>
          <p:nvPr/>
        </p:nvSpPr>
        <p:spPr>
          <a:xfrm>
            <a:off x="3679733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8F6E11FB-5C4A-39B6-6FB7-891EF6C83666}"/>
              </a:ext>
            </a:extLst>
          </p:cNvPr>
          <p:cNvSpPr txBox="1"/>
          <p:nvPr/>
        </p:nvSpPr>
        <p:spPr>
          <a:xfrm>
            <a:off x="3946027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0</a:t>
            </a:r>
            <a:endParaRPr lang="zh-TW" altLang="en-US" sz="2800" dirty="0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3AC4963E-CECA-182A-626E-66D62DC1F6CC}"/>
              </a:ext>
            </a:extLst>
          </p:cNvPr>
          <p:cNvSpPr/>
          <p:nvPr/>
        </p:nvSpPr>
        <p:spPr>
          <a:xfrm>
            <a:off x="2511929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CA7B7B0A-797C-A07C-96DE-6C0602AD22F9}"/>
              </a:ext>
            </a:extLst>
          </p:cNvPr>
          <p:cNvSpPr/>
          <p:nvPr/>
        </p:nvSpPr>
        <p:spPr>
          <a:xfrm>
            <a:off x="2787161" y="4653405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DDACB57-141E-0972-E108-E8AD2AD43F57}"/>
              </a:ext>
            </a:extLst>
          </p:cNvPr>
          <p:cNvSpPr/>
          <p:nvPr/>
        </p:nvSpPr>
        <p:spPr>
          <a:xfrm>
            <a:off x="11032263" y="2713311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E19619BF-7C21-8E7E-53A2-8F6E3FD5FEEC}"/>
              </a:ext>
            </a:extLst>
          </p:cNvPr>
          <p:cNvSpPr/>
          <p:nvPr/>
        </p:nvSpPr>
        <p:spPr>
          <a:xfrm>
            <a:off x="6839347" y="256173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C5359F86-DD15-269A-5397-5BBA22298153}"/>
              </a:ext>
            </a:extLst>
          </p:cNvPr>
          <p:cNvSpPr/>
          <p:nvPr/>
        </p:nvSpPr>
        <p:spPr>
          <a:xfrm>
            <a:off x="5079541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B4C80DBC-1F61-05A8-A925-056BB1EF530A}"/>
              </a:ext>
            </a:extLst>
          </p:cNvPr>
          <p:cNvSpPr txBox="1"/>
          <p:nvPr/>
        </p:nvSpPr>
        <p:spPr>
          <a:xfrm>
            <a:off x="5345835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4</a:t>
            </a:r>
            <a:endParaRPr lang="zh-TW" altLang="en-US" sz="2800" dirty="0"/>
          </a:p>
        </p:txBody>
      </p: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B2C5F7E1-D223-148E-C962-A1543E8EC629}"/>
              </a:ext>
            </a:extLst>
          </p:cNvPr>
          <p:cNvGrpSpPr/>
          <p:nvPr/>
        </p:nvGrpSpPr>
        <p:grpSpPr>
          <a:xfrm>
            <a:off x="5311545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47BF6F44-57EE-B4AF-28F5-62134344920F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C582C1B5-DF9C-F764-B71E-932EF3B665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橢圓 103">
              <a:extLst>
                <a:ext uri="{FF2B5EF4-FFF2-40B4-BE49-F238E27FC236}">
                  <a16:creationId xmlns:a16="http://schemas.microsoft.com/office/drawing/2014/main" id="{B8BD84E6-2E26-4A34-D9B9-3662E2DDAE19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3CC4BD7D-736B-E7E4-5ABD-61DA3955051B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39DA1F7B-370D-49E9-4610-9DEAD154274F}"/>
              </a:ext>
            </a:extLst>
          </p:cNvPr>
          <p:cNvSpPr/>
          <p:nvPr/>
        </p:nvSpPr>
        <p:spPr>
          <a:xfrm>
            <a:off x="6479349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B81E8446-BBDF-6D46-DDED-48D62B2E174F}"/>
              </a:ext>
            </a:extLst>
          </p:cNvPr>
          <p:cNvSpPr txBox="1"/>
          <p:nvPr/>
        </p:nvSpPr>
        <p:spPr>
          <a:xfrm>
            <a:off x="6745643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54AA7620-1938-0780-CFB9-FC7B3602059B}"/>
              </a:ext>
            </a:extLst>
          </p:cNvPr>
          <p:cNvGrpSpPr/>
          <p:nvPr/>
        </p:nvGrpSpPr>
        <p:grpSpPr>
          <a:xfrm>
            <a:off x="6711353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95" name="橢圓 94">
              <a:extLst>
                <a:ext uri="{FF2B5EF4-FFF2-40B4-BE49-F238E27FC236}">
                  <a16:creationId xmlns:a16="http://schemas.microsoft.com/office/drawing/2014/main" id="{A542BC46-E4C5-6DC0-078D-12C613CF514B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40B481BA-4C1B-4289-65E5-E2BB7C3AAC16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EBC5BCE8-849E-5677-3C39-86C54D4ACE61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2DC59DA7-40F3-4C7D-1906-D5B2A2661AEF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469A7421-E868-86D3-A144-6C8F0A228BFD}"/>
              </a:ext>
            </a:extLst>
          </p:cNvPr>
          <p:cNvSpPr/>
          <p:nvPr/>
        </p:nvSpPr>
        <p:spPr>
          <a:xfrm>
            <a:off x="787915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7EE5C4D8-9B97-BFA5-6545-AF78025D985D}"/>
              </a:ext>
            </a:extLst>
          </p:cNvPr>
          <p:cNvSpPr txBox="1"/>
          <p:nvPr/>
        </p:nvSpPr>
        <p:spPr>
          <a:xfrm>
            <a:off x="814545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0</a:t>
            </a:r>
            <a:endParaRPr lang="zh-TW" altLang="en-US" sz="2800" dirty="0"/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B81B4FA6-E002-BBF6-235A-690DBCBA3C18}"/>
              </a:ext>
            </a:extLst>
          </p:cNvPr>
          <p:cNvGrpSpPr/>
          <p:nvPr/>
        </p:nvGrpSpPr>
        <p:grpSpPr>
          <a:xfrm>
            <a:off x="10904269" y="292979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77950645-603B-F61C-08CC-B7291B99AB3D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F95CDFAE-EE9B-ECB9-63BC-414916072EEF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7232B0B0-FC94-86CB-94C8-C20BE5606877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橢圓 90">
              <a:extLst>
                <a:ext uri="{FF2B5EF4-FFF2-40B4-BE49-F238E27FC236}">
                  <a16:creationId xmlns:a16="http://schemas.microsoft.com/office/drawing/2014/main" id="{79866BDE-A6F1-1039-4F54-95FB53B5BB7C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D8361A35-7F8B-7406-9EC3-73D26C9D3974}"/>
              </a:ext>
            </a:extLst>
          </p:cNvPr>
          <p:cNvSpPr/>
          <p:nvPr/>
        </p:nvSpPr>
        <p:spPr>
          <a:xfrm>
            <a:off x="9278967" y="2003713"/>
            <a:ext cx="900000" cy="1620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D9E8680-7757-BE82-91A4-BE547CE6754B}"/>
              </a:ext>
            </a:extLst>
          </p:cNvPr>
          <p:cNvSpPr txBox="1"/>
          <p:nvPr/>
        </p:nvSpPr>
        <p:spPr>
          <a:xfrm>
            <a:off x="9545261" y="200371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5</a:t>
            </a:r>
            <a:endParaRPr lang="zh-TW" altLang="en-US" sz="2800" dirty="0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C8F4C54C-8DF5-D2E4-346F-92D0B092CF86}"/>
              </a:ext>
            </a:extLst>
          </p:cNvPr>
          <p:cNvGrpSpPr/>
          <p:nvPr/>
        </p:nvGrpSpPr>
        <p:grpSpPr>
          <a:xfrm>
            <a:off x="9510971" y="2807753"/>
            <a:ext cx="455232" cy="484800"/>
            <a:chOff x="2546219" y="4681005"/>
            <a:chExt cx="455232" cy="484800"/>
          </a:xfrm>
          <a:solidFill>
            <a:srgbClr val="FFC000"/>
          </a:solidFill>
        </p:grpSpPr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18B480D0-4158-78DF-F7A4-189632C56E68}"/>
                </a:ext>
              </a:extLst>
            </p:cNvPr>
            <p:cNvSpPr/>
            <p:nvPr/>
          </p:nvSpPr>
          <p:spPr>
            <a:xfrm>
              <a:off x="2546219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779534D6-5BD4-2BD1-0196-4AA19F44D3F7}"/>
                </a:ext>
              </a:extLst>
            </p:cNvPr>
            <p:cNvSpPr/>
            <p:nvPr/>
          </p:nvSpPr>
          <p:spPr>
            <a:xfrm>
              <a:off x="2821451" y="46810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BC70F579-1A27-D945-9DF2-F3AD8504E11B}"/>
                </a:ext>
              </a:extLst>
            </p:cNvPr>
            <p:cNvSpPr/>
            <p:nvPr/>
          </p:nvSpPr>
          <p:spPr>
            <a:xfrm>
              <a:off x="2546219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CADE4EF9-4161-B963-4C7A-2BCAAE202C38}"/>
                </a:ext>
              </a:extLst>
            </p:cNvPr>
            <p:cNvSpPr/>
            <p:nvPr/>
          </p:nvSpPr>
          <p:spPr>
            <a:xfrm>
              <a:off x="2821451" y="4985805"/>
              <a:ext cx="180000" cy="18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B0175F-9A79-9AD2-3A24-C3E3A71BD90E}"/>
              </a:ext>
            </a:extLst>
          </p:cNvPr>
          <p:cNvSpPr txBox="1"/>
          <p:nvPr/>
        </p:nvSpPr>
        <p:spPr>
          <a:xfrm>
            <a:off x="10938099" y="21789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9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357674-2C73-5004-D18D-E5C5EFE787E6}"/>
              </a:ext>
            </a:extLst>
          </p:cNvPr>
          <p:cNvSpPr txBox="1"/>
          <p:nvPr/>
        </p:nvSpPr>
        <p:spPr>
          <a:xfrm>
            <a:off x="1139847" y="21789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2</a:t>
            </a:r>
            <a:endParaRPr lang="zh-TW" altLang="en-US" sz="2800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4AB5FF5B-E95D-3C7D-5C85-0B9A1138D2C7}"/>
              </a:ext>
            </a:extLst>
          </p:cNvPr>
          <p:cNvSpPr/>
          <p:nvPr/>
        </p:nvSpPr>
        <p:spPr>
          <a:xfrm rot="16200000">
            <a:off x="5309966" y="5854557"/>
            <a:ext cx="439145" cy="36740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38471C59-E22F-F338-6475-5D0B22B11325}"/>
              </a:ext>
            </a:extLst>
          </p:cNvPr>
          <p:cNvSpPr/>
          <p:nvPr/>
        </p:nvSpPr>
        <p:spPr>
          <a:xfrm>
            <a:off x="7872597" y="2003713"/>
            <a:ext cx="900000" cy="377407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61013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65352" y="600167"/>
            <a:ext cx="11439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TW" sz="3600" b="1" dirty="0">
                <a:latin typeface="Times New Roman" pitchFamily="18" charset="0"/>
                <a:cs typeface="Times New Roman" pitchFamily="18" charset="0"/>
              </a:rPr>
              <a:t>Experience Result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7822-ACFF-D84C-A08F-A132CB5BEF28}"/>
              </a:ext>
            </a:extLst>
          </p:cNvPr>
          <p:cNvSpPr txBox="1">
            <a:spLocks/>
          </p:cNvSpPr>
          <p:nvPr/>
        </p:nvSpPr>
        <p:spPr>
          <a:xfrm>
            <a:off x="587829" y="1825624"/>
            <a:ext cx="11604171" cy="48601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6EF03A2F-A1F7-C2D1-4A54-DA0442A48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382584"/>
              </p:ext>
            </p:extLst>
          </p:nvPr>
        </p:nvGraphicFramePr>
        <p:xfrm>
          <a:off x="1584451" y="2460244"/>
          <a:ext cx="90216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800">
                  <a:extLst>
                    <a:ext uri="{9D8B030D-6E8A-4147-A177-3AD203B41FA5}">
                      <a16:colId xmlns:a16="http://schemas.microsoft.com/office/drawing/2014/main" val="1730388597"/>
                    </a:ext>
                  </a:extLst>
                </a:gridCol>
                <a:gridCol w="1127973">
                  <a:extLst>
                    <a:ext uri="{9D8B030D-6E8A-4147-A177-3AD203B41FA5}">
                      <a16:colId xmlns:a16="http://schemas.microsoft.com/office/drawing/2014/main" val="2179141971"/>
                    </a:ext>
                  </a:extLst>
                </a:gridCol>
                <a:gridCol w="1127973">
                  <a:extLst>
                    <a:ext uri="{9D8B030D-6E8A-4147-A177-3AD203B41FA5}">
                      <a16:colId xmlns:a16="http://schemas.microsoft.com/office/drawing/2014/main" val="4252183098"/>
                    </a:ext>
                  </a:extLst>
                </a:gridCol>
                <a:gridCol w="1610455">
                  <a:extLst>
                    <a:ext uri="{9D8B030D-6E8A-4147-A177-3AD203B41FA5}">
                      <a16:colId xmlns:a16="http://schemas.microsoft.com/office/drawing/2014/main" val="3578692228"/>
                    </a:ext>
                  </a:extLst>
                </a:gridCol>
                <a:gridCol w="1129022">
                  <a:extLst>
                    <a:ext uri="{9D8B030D-6E8A-4147-A177-3AD203B41FA5}">
                      <a16:colId xmlns:a16="http://schemas.microsoft.com/office/drawing/2014/main" val="3989717063"/>
                    </a:ext>
                  </a:extLst>
                </a:gridCol>
                <a:gridCol w="1129022">
                  <a:extLst>
                    <a:ext uri="{9D8B030D-6E8A-4147-A177-3AD203B41FA5}">
                      <a16:colId xmlns:a16="http://schemas.microsoft.com/office/drawing/2014/main" val="3845330334"/>
                    </a:ext>
                  </a:extLst>
                </a:gridCol>
                <a:gridCol w="1608356">
                  <a:extLst>
                    <a:ext uri="{9D8B030D-6E8A-4147-A177-3AD203B41FA5}">
                      <a16:colId xmlns:a16="http://schemas.microsoft.com/office/drawing/2014/main" val="283161931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Search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depth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Random Ordering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Dynamic Ordering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2791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SCOUT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l-GR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α - β 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Improvement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SCOUT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l-GR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α - β 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Improvement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234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-17.0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-5.4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471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394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380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-3.7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-1.6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83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1173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1322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+11.3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-1.1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589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2514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4198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+40.1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279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336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+17.0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59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5111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6944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+26.4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371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+15.7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274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05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14773</TotalTime>
  <Words>2328</Words>
  <Application>Microsoft Office PowerPoint</Application>
  <PresentationFormat>寬螢幕</PresentationFormat>
  <Paragraphs>1485</Paragraphs>
  <Slides>62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70" baseType="lpstr">
      <vt:lpstr>Arial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映妤 林</dc:creator>
  <cp:lastModifiedBy>M103040019</cp:lastModifiedBy>
  <cp:revision>105</cp:revision>
  <dcterms:created xsi:type="dcterms:W3CDTF">2021-10-27T06:22:59Z</dcterms:created>
  <dcterms:modified xsi:type="dcterms:W3CDTF">2023-02-14T07:41:47Z</dcterms:modified>
</cp:coreProperties>
</file>