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1945e5f47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1945e5f47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1945e5f47b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1945e5f47b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1945e5f47b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1945e5f47b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945e5f47b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1945e5f47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1945e5f47b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1945e5f47b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945e5f47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1945e5f47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978ab7b6f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1978ab7b6f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1978ab7b6f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1978ab7b6f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1978ab7b6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1978ab7b6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abcd: </a:t>
            </a:r>
            <a:r>
              <a:rPr lang="zh-TW"/>
              <a:t>給priority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1978ab7b6f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1978ab7b6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1978ab7b6f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1978ab7b6f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98468ebb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198468eb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van Emde Boas’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Radix sort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因為範圍已經固定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1a492a5ba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1a492a5ba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如果能成功跑完，找到的m就是可以符合m &gt;= k的最小m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1978ab7b6f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1978ab7b6f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1978ab7b6f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1978ab7b6f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1978ab7b6f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1978ab7b6f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從自己往後看有幾個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198468ebb2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198468ebb2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198468eec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198468eec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198468ee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198468ee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4800">
                <a:latin typeface="Times New Roman"/>
                <a:ea typeface="Times New Roman"/>
                <a:cs typeface="Times New Roman"/>
                <a:sym typeface="Times New Roman"/>
              </a:rPr>
              <a:t>Fast computation of a longest increasing subsequence and application</a:t>
            </a:r>
            <a:endParaRPr sz="4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Maxime Crochemore, Ely Porat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and Computation, Volume 208, Issue 9,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September 2010, Pages 1054-1059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914600" y="4220100"/>
            <a:ext cx="422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Presenter: Guan-Jie Chen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Mar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</a:t>
            </a:r>
            <a:r>
              <a:rPr lang="zh-TW" sz="24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2023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(1 / 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consider the complexity of computing a longest increasing subsequence (LIS) parameterised by the length of the output. Namely, we show that the maximal length k of an increasing subsequence of a permutation of the set of integers {1, 2,..., n} can be computed in time O(n log log k)in the RAM model, improving the previous 30-year bound of O(n log k).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Abstract (2 / 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also improves on the previous O(n log log n) bound. The optimality of the new bound is an open question.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Reducing the computation of a longest common subsequence (LCS) between two strings to an LIS computation leads to a simple O(r log log k)-time algorithm for two sequences having r pairs of matching symbols and an LCS of length k.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(1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(12, 8, 9, 1, 11, 6, 7, 2, 10, 4, 5,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(8, 9)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(1, 9)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5991600" y="1186500"/>
            <a:ext cx="2840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predecessor of x)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(12, -)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(8, -)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(9, 8)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-)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(2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(12, 8, 9, 1, 11, 6, 7, 2, 10, 4, 5,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(1, 9, 11)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(1, 6, 11)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(1, 6, 7)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(1, 2, 7)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5991600" y="1186500"/>
            <a:ext cx="2840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predecessor of x)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(11, 9)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(6, 1)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(7, 6)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(3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(12, 8, 9, 1, 11, 6, 7, 2, 10, 4, 5,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(1, 2, 7, 10)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(1, 2, 4, 10)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(1, 2, 4, 5)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(1, 2, 3, 5)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LIS(S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4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5991600" y="1186500"/>
            <a:ext cx="2840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predecessor of x)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(10, 7)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(4, 2)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(5, 4)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(3, 2)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Increasing Subsequence (4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4, 5) → (5, 4), (4, 2), (2, 1)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 = (1, 2, 4, 5)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2, 7, 10) → (10, 7), (7, 6), (6, 1)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 = (1, 6, 7, 10)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Improvement of Computing LIS (1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(12, 8, 9, 1, 11, 6, 7, 2, 10, 4, 5,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= 4 (m: # of elements in a block)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(12, 8, 9,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(11, 6, 7, 2)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(10, 4, 5,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Improvement of Computing LIS (2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aseline="30000"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(1, 8, 9, 12)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(12, 8, 9, 1)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(a, b, c, d)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(d, b, c, a)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B: (d), (b), (b, c), (a, c)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c) → (1, 9)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(2, 6, 7, 11)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(3, 4, 5, 10)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Improvement of Computing LIS (3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aseline="30000"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2, 6, 7,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11)	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(11, 6, 7, 2)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b, c, d,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(f, c, d, b)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key: (a, 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B: (a, e, f), (a, c, f), (a, c, d), (a, b, d)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b, d) → (1, 2, 7)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(3, 4, 5, 10)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Improvement of Computing LIS (4 / 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aseline="30000"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3, 4, 5,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10)	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aseline="-25000"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(10, 4, 5, 3)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c, d, e,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= (g, d, e, c)</a:t>
            </a:r>
            <a:endParaRPr sz="2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updated key: (a, b, f)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queue B: (a, b, f, g), (a, b, d, g), (a, b, d, e), (a, b, c, e)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(a, b, c, e) → (1, 2, 3, 5)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Time Complexity (1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ename: O(n)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Insert, delete, update: O(log log m)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Time Complexity (2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while (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size of queue B &gt; m</a:t>
            </a:r>
            <a:r>
              <a:rPr baseline="-25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{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i++;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pic>
        <p:nvPicPr>
          <p:cNvPr id="143" name="Google Shape;14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525" y="2322900"/>
            <a:ext cx="2372050" cy="49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5"/>
          <p:cNvSpPr txBox="1"/>
          <p:nvPr/>
        </p:nvSpPr>
        <p:spPr>
          <a:xfrm>
            <a:off x="311700" y="3460675"/>
            <a:ext cx="8189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&lt; k</a:t>
            </a:r>
            <a:r>
              <a:rPr baseline="30000"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k</a:t>
            </a:r>
            <a:endParaRPr baseline="30000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 log m &lt; 2 log log k						k: LIS length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Time Complexity (3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 log log k)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Common Subsequence (1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		y =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aa</a:t>
            </a: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4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p(x[1])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(5, 2,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p(x[2])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(4, 3)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S(x, y) = p(x[1]) p(x[2]) ··· p(x[n])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S(ababa, aabba) = (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5, 2, 1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5, 2, 1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5, 2, 1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Common Subsequence (2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= ababa		y = aabba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S(ababa, aabba) = (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5, 2, 1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5, 2, 1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4, 3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5, 2, 1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Pairs: (5,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(2,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(1,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(4,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(3,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(5,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(4,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(3,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(5,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(2,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(1, </a:t>
            </a:r>
            <a:r>
              <a:rPr lang="zh-TW" sz="24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Rename: (13, 6,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10, 8, 12,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2, 9,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4,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Longest Common Subsequence (3 / 3)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 = (3, 5, 7, 11) →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3),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2),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1), (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 = (y[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y[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y[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], y[</a:t>
            </a:r>
            <a:r>
              <a:rPr lang="zh-TW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]) = (a, a, b, a)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LCS(x, y) = LIS(S(x, y))</a:t>
            </a:r>
            <a:endParaRPr/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>
                <a:latin typeface="Times New Roman"/>
                <a:ea typeface="Times New Roman"/>
                <a:cs typeface="Times New Roman"/>
                <a:sym typeface="Times New Roman"/>
              </a:rPr>
              <a:t>Time Complexity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O(mn log log k)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m, n: length of two strings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353325"/>
            <a:ext cx="85206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4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for your patience</a:t>
            </a:r>
            <a:endParaRPr sz="4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31"/>
          <p:cNvSpPr/>
          <p:nvPr/>
        </p:nvSpPr>
        <p:spPr>
          <a:xfrm>
            <a:off x="3987600" y="2357825"/>
            <a:ext cx="1168800" cy="1140300"/>
          </a:xfrm>
          <a:prstGeom prst="smileyFace">
            <a:avLst>
              <a:gd fmla="val 4653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