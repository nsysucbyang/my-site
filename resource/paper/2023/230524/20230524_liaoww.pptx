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7" r:id="rId2"/>
    <p:sldId id="258" r:id="rId3"/>
    <p:sldId id="279" r:id="rId4"/>
    <p:sldId id="278" r:id="rId5"/>
    <p:sldId id="280" r:id="rId6"/>
    <p:sldId id="281" r:id="rId7"/>
    <p:sldId id="282" r:id="rId8"/>
    <p:sldId id="283" r:id="rId9"/>
    <p:sldId id="284" r:id="rId10"/>
    <p:sldId id="269" r:id="rId11"/>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3655" autoAdjust="0"/>
  </p:normalViewPr>
  <p:slideViewPr>
    <p:cSldViewPr snapToGrid="0">
      <p:cViewPr varScale="1">
        <p:scale>
          <a:sx n="67" d="100"/>
          <a:sy n="67" d="100"/>
        </p:scale>
        <p:origin x="644"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EF667DF-ECF2-46EC-8446-7B955A747664}" type="datetimeFigureOut">
              <a:rPr lang="zh-TW" altLang="en-US" smtClean="0"/>
              <a:t>2023/5/24</a:t>
            </a:fld>
            <a:endParaRPr lang="zh-TW"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6562F9-E128-4B6E-872C-5F1FFAE33516}" type="slidenum">
              <a:rPr lang="zh-TW" altLang="en-US" smtClean="0"/>
              <a:t>‹#›</a:t>
            </a:fld>
            <a:endParaRPr lang="zh-TW" altLang="en-US"/>
          </a:p>
        </p:txBody>
      </p:sp>
    </p:spTree>
    <p:extLst>
      <p:ext uri="{BB962C8B-B14F-4D97-AF65-F5344CB8AC3E}">
        <p14:creationId xmlns:p14="http://schemas.microsoft.com/office/powerpoint/2010/main" val="39795572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TW" altLang="en-US" dirty="0"/>
          </a:p>
        </p:txBody>
      </p:sp>
      <p:sp>
        <p:nvSpPr>
          <p:cNvPr id="4" name="Slide Number Placeholder 3"/>
          <p:cNvSpPr>
            <a:spLocks noGrp="1"/>
          </p:cNvSpPr>
          <p:nvPr>
            <p:ph type="sldNum" sz="quarter" idx="5"/>
          </p:nvPr>
        </p:nvSpPr>
        <p:spPr/>
        <p:txBody>
          <a:bodyPr/>
          <a:lstStyle/>
          <a:p>
            <a:fld id="{6EB0929B-4ACD-4AAE-9309-95C05ACE2D43}" type="slidenum">
              <a:rPr lang="zh-TW" altLang="en-US" smtClean="0"/>
              <a:t>1</a:t>
            </a:fld>
            <a:endParaRPr lang="zh-TW" altLang="en-US"/>
          </a:p>
        </p:txBody>
      </p:sp>
    </p:spTree>
    <p:extLst>
      <p:ext uri="{BB962C8B-B14F-4D97-AF65-F5344CB8AC3E}">
        <p14:creationId xmlns:p14="http://schemas.microsoft.com/office/powerpoint/2010/main" val="40639331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TW" dirty="0"/>
          </a:p>
        </p:txBody>
      </p:sp>
      <p:sp>
        <p:nvSpPr>
          <p:cNvPr id="4" name="Slide Number Placeholder 3"/>
          <p:cNvSpPr>
            <a:spLocks noGrp="1"/>
          </p:cNvSpPr>
          <p:nvPr>
            <p:ph type="sldNum" sz="quarter" idx="5"/>
          </p:nvPr>
        </p:nvSpPr>
        <p:spPr/>
        <p:txBody>
          <a:bodyPr/>
          <a:lstStyle/>
          <a:p>
            <a:fld id="{D06562F9-E128-4B6E-872C-5F1FFAE33516}" type="slidenum">
              <a:rPr lang="zh-TW" altLang="en-US" smtClean="0"/>
              <a:t>3</a:t>
            </a:fld>
            <a:endParaRPr lang="zh-TW" altLang="en-US"/>
          </a:p>
        </p:txBody>
      </p:sp>
    </p:spTree>
    <p:extLst>
      <p:ext uri="{BB962C8B-B14F-4D97-AF65-F5344CB8AC3E}">
        <p14:creationId xmlns:p14="http://schemas.microsoft.com/office/powerpoint/2010/main" val="16670988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TW" dirty="0"/>
          </a:p>
        </p:txBody>
      </p:sp>
      <p:sp>
        <p:nvSpPr>
          <p:cNvPr id="4" name="Slide Number Placeholder 3"/>
          <p:cNvSpPr>
            <a:spLocks noGrp="1"/>
          </p:cNvSpPr>
          <p:nvPr>
            <p:ph type="sldNum" sz="quarter" idx="5"/>
          </p:nvPr>
        </p:nvSpPr>
        <p:spPr/>
        <p:txBody>
          <a:bodyPr/>
          <a:lstStyle/>
          <a:p>
            <a:fld id="{D06562F9-E128-4B6E-872C-5F1FFAE33516}" type="slidenum">
              <a:rPr lang="zh-TW" altLang="en-US" smtClean="0"/>
              <a:t>4</a:t>
            </a:fld>
            <a:endParaRPr lang="zh-TW" altLang="en-US"/>
          </a:p>
        </p:txBody>
      </p:sp>
    </p:spTree>
    <p:extLst>
      <p:ext uri="{BB962C8B-B14F-4D97-AF65-F5344CB8AC3E}">
        <p14:creationId xmlns:p14="http://schemas.microsoft.com/office/powerpoint/2010/main" val="5428013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TW" dirty="0"/>
          </a:p>
        </p:txBody>
      </p:sp>
      <p:sp>
        <p:nvSpPr>
          <p:cNvPr id="4" name="Slide Number Placeholder 3"/>
          <p:cNvSpPr>
            <a:spLocks noGrp="1"/>
          </p:cNvSpPr>
          <p:nvPr>
            <p:ph type="sldNum" sz="quarter" idx="5"/>
          </p:nvPr>
        </p:nvSpPr>
        <p:spPr/>
        <p:txBody>
          <a:bodyPr/>
          <a:lstStyle/>
          <a:p>
            <a:fld id="{D06562F9-E128-4B6E-872C-5F1FFAE33516}" type="slidenum">
              <a:rPr lang="zh-TW" altLang="en-US" smtClean="0"/>
              <a:t>5</a:t>
            </a:fld>
            <a:endParaRPr lang="zh-TW" altLang="en-US"/>
          </a:p>
        </p:txBody>
      </p:sp>
    </p:spTree>
    <p:extLst>
      <p:ext uri="{BB962C8B-B14F-4D97-AF65-F5344CB8AC3E}">
        <p14:creationId xmlns:p14="http://schemas.microsoft.com/office/powerpoint/2010/main" val="14320414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TW" dirty="0"/>
          </a:p>
        </p:txBody>
      </p:sp>
      <p:sp>
        <p:nvSpPr>
          <p:cNvPr id="4" name="Slide Number Placeholder 3"/>
          <p:cNvSpPr>
            <a:spLocks noGrp="1"/>
          </p:cNvSpPr>
          <p:nvPr>
            <p:ph type="sldNum" sz="quarter" idx="5"/>
          </p:nvPr>
        </p:nvSpPr>
        <p:spPr/>
        <p:txBody>
          <a:bodyPr/>
          <a:lstStyle/>
          <a:p>
            <a:fld id="{D06562F9-E128-4B6E-872C-5F1FFAE33516}" type="slidenum">
              <a:rPr lang="zh-TW" altLang="en-US" smtClean="0"/>
              <a:t>6</a:t>
            </a:fld>
            <a:endParaRPr lang="zh-TW" altLang="en-US"/>
          </a:p>
        </p:txBody>
      </p:sp>
    </p:spTree>
    <p:extLst>
      <p:ext uri="{BB962C8B-B14F-4D97-AF65-F5344CB8AC3E}">
        <p14:creationId xmlns:p14="http://schemas.microsoft.com/office/powerpoint/2010/main" val="32906836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TW" dirty="0"/>
          </a:p>
        </p:txBody>
      </p:sp>
      <p:sp>
        <p:nvSpPr>
          <p:cNvPr id="4" name="Slide Number Placeholder 3"/>
          <p:cNvSpPr>
            <a:spLocks noGrp="1"/>
          </p:cNvSpPr>
          <p:nvPr>
            <p:ph type="sldNum" sz="quarter" idx="5"/>
          </p:nvPr>
        </p:nvSpPr>
        <p:spPr/>
        <p:txBody>
          <a:bodyPr/>
          <a:lstStyle/>
          <a:p>
            <a:fld id="{D06562F9-E128-4B6E-872C-5F1FFAE33516}" type="slidenum">
              <a:rPr lang="zh-TW" altLang="en-US" smtClean="0"/>
              <a:t>7</a:t>
            </a:fld>
            <a:endParaRPr lang="zh-TW" altLang="en-US"/>
          </a:p>
        </p:txBody>
      </p:sp>
    </p:spTree>
    <p:extLst>
      <p:ext uri="{BB962C8B-B14F-4D97-AF65-F5344CB8AC3E}">
        <p14:creationId xmlns:p14="http://schemas.microsoft.com/office/powerpoint/2010/main" val="25733140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TW" dirty="0"/>
          </a:p>
        </p:txBody>
      </p:sp>
      <p:sp>
        <p:nvSpPr>
          <p:cNvPr id="4" name="Slide Number Placeholder 3"/>
          <p:cNvSpPr>
            <a:spLocks noGrp="1"/>
          </p:cNvSpPr>
          <p:nvPr>
            <p:ph type="sldNum" sz="quarter" idx="5"/>
          </p:nvPr>
        </p:nvSpPr>
        <p:spPr/>
        <p:txBody>
          <a:bodyPr/>
          <a:lstStyle/>
          <a:p>
            <a:fld id="{D06562F9-E128-4B6E-872C-5F1FFAE33516}" type="slidenum">
              <a:rPr lang="zh-TW" altLang="en-US" smtClean="0"/>
              <a:t>8</a:t>
            </a:fld>
            <a:endParaRPr lang="zh-TW" altLang="en-US"/>
          </a:p>
        </p:txBody>
      </p:sp>
    </p:spTree>
    <p:extLst>
      <p:ext uri="{BB962C8B-B14F-4D97-AF65-F5344CB8AC3E}">
        <p14:creationId xmlns:p14="http://schemas.microsoft.com/office/powerpoint/2010/main" val="3351228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TW" dirty="0"/>
          </a:p>
        </p:txBody>
      </p:sp>
      <p:sp>
        <p:nvSpPr>
          <p:cNvPr id="4" name="Slide Number Placeholder 3"/>
          <p:cNvSpPr>
            <a:spLocks noGrp="1"/>
          </p:cNvSpPr>
          <p:nvPr>
            <p:ph type="sldNum" sz="quarter" idx="5"/>
          </p:nvPr>
        </p:nvSpPr>
        <p:spPr/>
        <p:txBody>
          <a:bodyPr/>
          <a:lstStyle/>
          <a:p>
            <a:fld id="{D06562F9-E128-4B6E-872C-5F1FFAE33516}" type="slidenum">
              <a:rPr lang="zh-TW" altLang="en-US" smtClean="0"/>
              <a:t>9</a:t>
            </a:fld>
            <a:endParaRPr lang="zh-TW" altLang="en-US"/>
          </a:p>
        </p:txBody>
      </p:sp>
    </p:spTree>
    <p:extLst>
      <p:ext uri="{BB962C8B-B14F-4D97-AF65-F5344CB8AC3E}">
        <p14:creationId xmlns:p14="http://schemas.microsoft.com/office/powerpoint/2010/main" val="21167595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TW" altLang="en-US" dirty="0"/>
          </a:p>
        </p:txBody>
      </p:sp>
      <p:sp>
        <p:nvSpPr>
          <p:cNvPr id="4" name="Slide Number Placeholder 3"/>
          <p:cNvSpPr>
            <a:spLocks noGrp="1"/>
          </p:cNvSpPr>
          <p:nvPr>
            <p:ph type="sldNum" sz="quarter" idx="5"/>
          </p:nvPr>
        </p:nvSpPr>
        <p:spPr/>
        <p:txBody>
          <a:bodyPr/>
          <a:lstStyle/>
          <a:p>
            <a:fld id="{D06562F9-E128-4B6E-872C-5F1FFAE33516}" type="slidenum">
              <a:rPr lang="zh-TW" altLang="en-US" smtClean="0"/>
              <a:t>10</a:t>
            </a:fld>
            <a:endParaRPr lang="zh-TW" altLang="en-US"/>
          </a:p>
        </p:txBody>
      </p:sp>
    </p:spTree>
    <p:extLst>
      <p:ext uri="{BB962C8B-B14F-4D97-AF65-F5344CB8AC3E}">
        <p14:creationId xmlns:p14="http://schemas.microsoft.com/office/powerpoint/2010/main" val="12842276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218045-16E7-451C-65FC-B158983ECC6E}"/>
              </a:ext>
            </a:extLst>
          </p:cNvPr>
          <p:cNvSpPr>
            <a:spLocks noGrp="1"/>
          </p:cNvSpPr>
          <p:nvPr>
            <p:ph type="ctrTitle"/>
          </p:nvPr>
        </p:nvSpPr>
        <p:spPr>
          <a:xfrm>
            <a:off x="1524000" y="1122363"/>
            <a:ext cx="9144000" cy="2387600"/>
          </a:xfrm>
        </p:spPr>
        <p:txBody>
          <a:bodyPr anchor="b"/>
          <a:lstStyle>
            <a:lvl1pPr algn="ctr">
              <a:defRPr sz="6000"/>
            </a:lvl1pPr>
          </a:lstStyle>
          <a:p>
            <a:r>
              <a:rPr lang="en-US" altLang="zh-TW"/>
              <a:t>Click to edit Master title style</a:t>
            </a:r>
            <a:endParaRPr lang="zh-TW" altLang="en-US"/>
          </a:p>
        </p:txBody>
      </p:sp>
      <p:sp>
        <p:nvSpPr>
          <p:cNvPr id="3" name="Subtitle 2">
            <a:extLst>
              <a:ext uri="{FF2B5EF4-FFF2-40B4-BE49-F238E27FC236}">
                <a16:creationId xmlns:a16="http://schemas.microsoft.com/office/drawing/2014/main" id="{58AF068A-58AE-8713-2F67-C52F90F8622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TW"/>
              <a:t>Click to edit Master subtitle style</a:t>
            </a:r>
            <a:endParaRPr lang="zh-TW" altLang="en-US"/>
          </a:p>
        </p:txBody>
      </p:sp>
      <p:sp>
        <p:nvSpPr>
          <p:cNvPr id="4" name="Date Placeholder 3">
            <a:extLst>
              <a:ext uri="{FF2B5EF4-FFF2-40B4-BE49-F238E27FC236}">
                <a16:creationId xmlns:a16="http://schemas.microsoft.com/office/drawing/2014/main" id="{960BA286-7DBB-ABAF-AE2A-AD9DDE775D11}"/>
              </a:ext>
            </a:extLst>
          </p:cNvPr>
          <p:cNvSpPr>
            <a:spLocks noGrp="1"/>
          </p:cNvSpPr>
          <p:nvPr>
            <p:ph type="dt" sz="half" idx="10"/>
          </p:nvPr>
        </p:nvSpPr>
        <p:spPr/>
        <p:txBody>
          <a:bodyPr/>
          <a:lstStyle/>
          <a:p>
            <a:fld id="{701DD569-BD2D-4D1C-B67A-2A5601E6B3E3}" type="datetime1">
              <a:rPr lang="zh-TW" altLang="en-US" smtClean="0"/>
              <a:t>2023/5/24</a:t>
            </a:fld>
            <a:endParaRPr lang="zh-TW" altLang="en-US"/>
          </a:p>
        </p:txBody>
      </p:sp>
      <p:sp>
        <p:nvSpPr>
          <p:cNvPr id="5" name="Footer Placeholder 4">
            <a:extLst>
              <a:ext uri="{FF2B5EF4-FFF2-40B4-BE49-F238E27FC236}">
                <a16:creationId xmlns:a16="http://schemas.microsoft.com/office/drawing/2014/main" id="{136A0D4C-517F-3A75-2138-B35995E6DA6F}"/>
              </a:ext>
            </a:extLst>
          </p:cNvPr>
          <p:cNvSpPr>
            <a:spLocks noGrp="1"/>
          </p:cNvSpPr>
          <p:nvPr>
            <p:ph type="ftr" sz="quarter" idx="11"/>
          </p:nvPr>
        </p:nvSpPr>
        <p:spPr/>
        <p:txBody>
          <a:bodyPr/>
          <a:lstStyle/>
          <a:p>
            <a:endParaRPr lang="zh-TW" altLang="en-US"/>
          </a:p>
        </p:txBody>
      </p:sp>
      <p:sp>
        <p:nvSpPr>
          <p:cNvPr id="6" name="Slide Number Placeholder 5">
            <a:extLst>
              <a:ext uri="{FF2B5EF4-FFF2-40B4-BE49-F238E27FC236}">
                <a16:creationId xmlns:a16="http://schemas.microsoft.com/office/drawing/2014/main" id="{7041CC6E-1A90-9EBF-3395-DCC19E86BE6D}"/>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7630998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05D236-5FFE-A036-B937-040C50348880}"/>
              </a:ext>
            </a:extLst>
          </p:cNvPr>
          <p:cNvSpPr>
            <a:spLocks noGrp="1"/>
          </p:cNvSpPr>
          <p:nvPr>
            <p:ph type="title"/>
          </p:nvPr>
        </p:nvSpPr>
        <p:spPr/>
        <p:txBody>
          <a:bodyPr/>
          <a:lstStyle/>
          <a:p>
            <a:r>
              <a:rPr lang="en-US" altLang="zh-TW"/>
              <a:t>Click to edit Master title style</a:t>
            </a:r>
            <a:endParaRPr lang="zh-TW" altLang="en-US"/>
          </a:p>
        </p:txBody>
      </p:sp>
      <p:sp>
        <p:nvSpPr>
          <p:cNvPr id="3" name="Content Placeholder 2">
            <a:extLst>
              <a:ext uri="{FF2B5EF4-FFF2-40B4-BE49-F238E27FC236}">
                <a16:creationId xmlns:a16="http://schemas.microsoft.com/office/drawing/2014/main" id="{F04EEFD4-29DF-59B4-50ED-3F42FB6C5EE7}"/>
              </a:ext>
            </a:extLst>
          </p:cNvPr>
          <p:cNvSpPr>
            <a:spLocks noGrp="1"/>
          </p:cNvSpPr>
          <p:nvPr>
            <p:ph idx="1"/>
          </p:nvPr>
        </p:nvSpPr>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Date Placeholder 3">
            <a:extLst>
              <a:ext uri="{FF2B5EF4-FFF2-40B4-BE49-F238E27FC236}">
                <a16:creationId xmlns:a16="http://schemas.microsoft.com/office/drawing/2014/main" id="{15825951-765D-8F13-9483-0B7BC83461D7}"/>
              </a:ext>
            </a:extLst>
          </p:cNvPr>
          <p:cNvSpPr>
            <a:spLocks noGrp="1"/>
          </p:cNvSpPr>
          <p:nvPr>
            <p:ph type="dt" sz="half" idx="10"/>
          </p:nvPr>
        </p:nvSpPr>
        <p:spPr/>
        <p:txBody>
          <a:bodyPr/>
          <a:lstStyle/>
          <a:p>
            <a:fld id="{613F9AF4-0F76-4C66-B441-D1B2D7ED3BEC}" type="datetime1">
              <a:rPr lang="zh-TW" altLang="en-US" smtClean="0"/>
              <a:t>2023/5/24</a:t>
            </a:fld>
            <a:endParaRPr lang="zh-TW" altLang="en-US"/>
          </a:p>
        </p:txBody>
      </p:sp>
      <p:sp>
        <p:nvSpPr>
          <p:cNvPr id="5" name="Footer Placeholder 4">
            <a:extLst>
              <a:ext uri="{FF2B5EF4-FFF2-40B4-BE49-F238E27FC236}">
                <a16:creationId xmlns:a16="http://schemas.microsoft.com/office/drawing/2014/main" id="{753DCF9E-E6A3-995C-A1B7-97A453CBDACD}"/>
              </a:ext>
            </a:extLst>
          </p:cNvPr>
          <p:cNvSpPr>
            <a:spLocks noGrp="1"/>
          </p:cNvSpPr>
          <p:nvPr>
            <p:ph type="ftr" sz="quarter" idx="11"/>
          </p:nvPr>
        </p:nvSpPr>
        <p:spPr/>
        <p:txBody>
          <a:bodyPr/>
          <a:lstStyle/>
          <a:p>
            <a:endParaRPr lang="zh-TW" altLang="en-US"/>
          </a:p>
        </p:txBody>
      </p:sp>
      <p:sp>
        <p:nvSpPr>
          <p:cNvPr id="6" name="Slide Number Placeholder 5">
            <a:extLst>
              <a:ext uri="{FF2B5EF4-FFF2-40B4-BE49-F238E27FC236}">
                <a16:creationId xmlns:a16="http://schemas.microsoft.com/office/drawing/2014/main" id="{DB585ECA-E5DF-198A-D862-E85E0172760A}"/>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16763636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64931-3342-74A5-5F4A-1ACADB362228}"/>
              </a:ext>
            </a:extLst>
          </p:cNvPr>
          <p:cNvSpPr>
            <a:spLocks noGrp="1"/>
          </p:cNvSpPr>
          <p:nvPr>
            <p:ph type="title"/>
          </p:nvPr>
        </p:nvSpPr>
        <p:spPr>
          <a:xfrm>
            <a:off x="831850" y="1709738"/>
            <a:ext cx="10515600" cy="2852737"/>
          </a:xfrm>
        </p:spPr>
        <p:txBody>
          <a:bodyPr anchor="b"/>
          <a:lstStyle>
            <a:lvl1pPr>
              <a:defRPr sz="6000"/>
            </a:lvl1pPr>
          </a:lstStyle>
          <a:p>
            <a:r>
              <a:rPr lang="en-US" altLang="zh-TW"/>
              <a:t>Click to edit Master title style</a:t>
            </a:r>
            <a:endParaRPr lang="zh-TW" altLang="en-US"/>
          </a:p>
        </p:txBody>
      </p:sp>
      <p:sp>
        <p:nvSpPr>
          <p:cNvPr id="3" name="Text Placeholder 2">
            <a:extLst>
              <a:ext uri="{FF2B5EF4-FFF2-40B4-BE49-F238E27FC236}">
                <a16:creationId xmlns:a16="http://schemas.microsoft.com/office/drawing/2014/main" id="{1E4ABAD9-77A7-31C2-CE3B-83AB0265A38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ltLang="zh-TW"/>
              <a:t>Click to edit Master text styles</a:t>
            </a:r>
          </a:p>
        </p:txBody>
      </p:sp>
      <p:sp>
        <p:nvSpPr>
          <p:cNvPr id="4" name="Date Placeholder 3">
            <a:extLst>
              <a:ext uri="{FF2B5EF4-FFF2-40B4-BE49-F238E27FC236}">
                <a16:creationId xmlns:a16="http://schemas.microsoft.com/office/drawing/2014/main" id="{E95B3F41-FADE-64E8-94E5-51E3BAD87B58}"/>
              </a:ext>
            </a:extLst>
          </p:cNvPr>
          <p:cNvSpPr>
            <a:spLocks noGrp="1"/>
          </p:cNvSpPr>
          <p:nvPr>
            <p:ph type="dt" sz="half" idx="10"/>
          </p:nvPr>
        </p:nvSpPr>
        <p:spPr/>
        <p:txBody>
          <a:bodyPr/>
          <a:lstStyle/>
          <a:p>
            <a:fld id="{298A6C79-1DF6-49C7-8CD7-FD6F5B614111}" type="datetime1">
              <a:rPr lang="zh-TW" altLang="en-US" smtClean="0"/>
              <a:t>2023/5/24</a:t>
            </a:fld>
            <a:endParaRPr lang="zh-TW" altLang="en-US"/>
          </a:p>
        </p:txBody>
      </p:sp>
      <p:sp>
        <p:nvSpPr>
          <p:cNvPr id="5" name="Footer Placeholder 4">
            <a:extLst>
              <a:ext uri="{FF2B5EF4-FFF2-40B4-BE49-F238E27FC236}">
                <a16:creationId xmlns:a16="http://schemas.microsoft.com/office/drawing/2014/main" id="{DCCF82AA-63C8-C306-BDDF-A523D9F84AD3}"/>
              </a:ext>
            </a:extLst>
          </p:cNvPr>
          <p:cNvSpPr>
            <a:spLocks noGrp="1"/>
          </p:cNvSpPr>
          <p:nvPr>
            <p:ph type="ftr" sz="quarter" idx="11"/>
          </p:nvPr>
        </p:nvSpPr>
        <p:spPr/>
        <p:txBody>
          <a:bodyPr/>
          <a:lstStyle/>
          <a:p>
            <a:endParaRPr lang="zh-TW" altLang="en-US"/>
          </a:p>
        </p:txBody>
      </p:sp>
      <p:sp>
        <p:nvSpPr>
          <p:cNvPr id="6" name="Slide Number Placeholder 5">
            <a:extLst>
              <a:ext uri="{FF2B5EF4-FFF2-40B4-BE49-F238E27FC236}">
                <a16:creationId xmlns:a16="http://schemas.microsoft.com/office/drawing/2014/main" id="{2F183CF1-15A7-D9A0-AB7D-63A9F3204F7C}"/>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29996279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1A4541-876E-1323-86BB-134B34EBFE26}"/>
              </a:ext>
            </a:extLst>
          </p:cNvPr>
          <p:cNvSpPr>
            <a:spLocks noGrp="1"/>
          </p:cNvSpPr>
          <p:nvPr>
            <p:ph type="title"/>
          </p:nvPr>
        </p:nvSpPr>
        <p:spPr/>
        <p:txBody>
          <a:bodyPr/>
          <a:lstStyle/>
          <a:p>
            <a:r>
              <a:rPr lang="en-US" altLang="zh-TW"/>
              <a:t>Click to edit Master title style</a:t>
            </a:r>
            <a:endParaRPr lang="zh-TW" altLang="en-US"/>
          </a:p>
        </p:txBody>
      </p:sp>
      <p:sp>
        <p:nvSpPr>
          <p:cNvPr id="3" name="Content Placeholder 2">
            <a:extLst>
              <a:ext uri="{FF2B5EF4-FFF2-40B4-BE49-F238E27FC236}">
                <a16:creationId xmlns:a16="http://schemas.microsoft.com/office/drawing/2014/main" id="{7C2F7A99-40BB-A978-A62D-456D85CB313F}"/>
              </a:ext>
            </a:extLst>
          </p:cNvPr>
          <p:cNvSpPr>
            <a:spLocks noGrp="1"/>
          </p:cNvSpPr>
          <p:nvPr>
            <p:ph sz="half" idx="1"/>
          </p:nvPr>
        </p:nvSpPr>
        <p:spPr>
          <a:xfrm>
            <a:off x="838200" y="1825625"/>
            <a:ext cx="5181600" cy="4351338"/>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Content Placeholder 3">
            <a:extLst>
              <a:ext uri="{FF2B5EF4-FFF2-40B4-BE49-F238E27FC236}">
                <a16:creationId xmlns:a16="http://schemas.microsoft.com/office/drawing/2014/main" id="{0EB6C4AB-2328-C15C-EDBA-A6D9849715E4}"/>
              </a:ext>
            </a:extLst>
          </p:cNvPr>
          <p:cNvSpPr>
            <a:spLocks noGrp="1"/>
          </p:cNvSpPr>
          <p:nvPr>
            <p:ph sz="half" idx="2"/>
          </p:nvPr>
        </p:nvSpPr>
        <p:spPr>
          <a:xfrm>
            <a:off x="6172200" y="1825625"/>
            <a:ext cx="5181600" cy="4351338"/>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5" name="Date Placeholder 4">
            <a:extLst>
              <a:ext uri="{FF2B5EF4-FFF2-40B4-BE49-F238E27FC236}">
                <a16:creationId xmlns:a16="http://schemas.microsoft.com/office/drawing/2014/main" id="{90785A17-9FA9-28E5-585D-C1967447ECBE}"/>
              </a:ext>
            </a:extLst>
          </p:cNvPr>
          <p:cNvSpPr>
            <a:spLocks noGrp="1"/>
          </p:cNvSpPr>
          <p:nvPr>
            <p:ph type="dt" sz="half" idx="10"/>
          </p:nvPr>
        </p:nvSpPr>
        <p:spPr/>
        <p:txBody>
          <a:bodyPr/>
          <a:lstStyle/>
          <a:p>
            <a:fld id="{D5D813F3-84C2-4D70-A0DE-40780363C9EE}" type="datetime1">
              <a:rPr lang="zh-TW" altLang="en-US" smtClean="0"/>
              <a:t>2023/5/24</a:t>
            </a:fld>
            <a:endParaRPr lang="zh-TW" altLang="en-US"/>
          </a:p>
        </p:txBody>
      </p:sp>
      <p:sp>
        <p:nvSpPr>
          <p:cNvPr id="6" name="Footer Placeholder 5">
            <a:extLst>
              <a:ext uri="{FF2B5EF4-FFF2-40B4-BE49-F238E27FC236}">
                <a16:creationId xmlns:a16="http://schemas.microsoft.com/office/drawing/2014/main" id="{E38A8324-6BD6-434F-B46A-42E288600154}"/>
              </a:ext>
            </a:extLst>
          </p:cNvPr>
          <p:cNvSpPr>
            <a:spLocks noGrp="1"/>
          </p:cNvSpPr>
          <p:nvPr>
            <p:ph type="ftr" sz="quarter" idx="11"/>
          </p:nvPr>
        </p:nvSpPr>
        <p:spPr/>
        <p:txBody>
          <a:bodyPr/>
          <a:lstStyle/>
          <a:p>
            <a:endParaRPr lang="zh-TW" altLang="en-US"/>
          </a:p>
        </p:txBody>
      </p:sp>
      <p:sp>
        <p:nvSpPr>
          <p:cNvPr id="7" name="Slide Number Placeholder 6">
            <a:extLst>
              <a:ext uri="{FF2B5EF4-FFF2-40B4-BE49-F238E27FC236}">
                <a16:creationId xmlns:a16="http://schemas.microsoft.com/office/drawing/2014/main" id="{027986F1-3A6D-B41E-CFB4-7417B1F77B02}"/>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18951180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3C63D-C7AF-2A59-F8AD-A038C042ACD5}"/>
              </a:ext>
            </a:extLst>
          </p:cNvPr>
          <p:cNvSpPr>
            <a:spLocks noGrp="1"/>
          </p:cNvSpPr>
          <p:nvPr>
            <p:ph type="title"/>
          </p:nvPr>
        </p:nvSpPr>
        <p:spPr>
          <a:xfrm>
            <a:off x="839788" y="365125"/>
            <a:ext cx="10515600" cy="1325563"/>
          </a:xfrm>
        </p:spPr>
        <p:txBody>
          <a:bodyPr/>
          <a:lstStyle/>
          <a:p>
            <a:r>
              <a:rPr lang="en-US" altLang="zh-TW"/>
              <a:t>Click to edit Master title style</a:t>
            </a:r>
            <a:endParaRPr lang="zh-TW" altLang="en-US"/>
          </a:p>
        </p:txBody>
      </p:sp>
      <p:sp>
        <p:nvSpPr>
          <p:cNvPr id="3" name="Text Placeholder 2">
            <a:extLst>
              <a:ext uri="{FF2B5EF4-FFF2-40B4-BE49-F238E27FC236}">
                <a16:creationId xmlns:a16="http://schemas.microsoft.com/office/drawing/2014/main" id="{F97C0EB9-FD48-3B5F-2543-5658F7F50A2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Click to edit Master text styles</a:t>
            </a:r>
          </a:p>
        </p:txBody>
      </p:sp>
      <p:sp>
        <p:nvSpPr>
          <p:cNvPr id="4" name="Content Placeholder 3">
            <a:extLst>
              <a:ext uri="{FF2B5EF4-FFF2-40B4-BE49-F238E27FC236}">
                <a16:creationId xmlns:a16="http://schemas.microsoft.com/office/drawing/2014/main" id="{455B3736-516F-9579-FACA-DCB21A18E94D}"/>
              </a:ext>
            </a:extLst>
          </p:cNvPr>
          <p:cNvSpPr>
            <a:spLocks noGrp="1"/>
          </p:cNvSpPr>
          <p:nvPr>
            <p:ph sz="half" idx="2"/>
          </p:nvPr>
        </p:nvSpPr>
        <p:spPr>
          <a:xfrm>
            <a:off x="839788" y="2505075"/>
            <a:ext cx="5157787" cy="3684588"/>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5" name="Text Placeholder 4">
            <a:extLst>
              <a:ext uri="{FF2B5EF4-FFF2-40B4-BE49-F238E27FC236}">
                <a16:creationId xmlns:a16="http://schemas.microsoft.com/office/drawing/2014/main" id="{86B03EA5-7849-E5F4-BF87-F3FC8636867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Click to edit Master text styles</a:t>
            </a:r>
          </a:p>
        </p:txBody>
      </p:sp>
      <p:sp>
        <p:nvSpPr>
          <p:cNvPr id="6" name="Content Placeholder 5">
            <a:extLst>
              <a:ext uri="{FF2B5EF4-FFF2-40B4-BE49-F238E27FC236}">
                <a16:creationId xmlns:a16="http://schemas.microsoft.com/office/drawing/2014/main" id="{A531D914-6ED8-D257-6CC2-104C6745C03F}"/>
              </a:ext>
            </a:extLst>
          </p:cNvPr>
          <p:cNvSpPr>
            <a:spLocks noGrp="1"/>
          </p:cNvSpPr>
          <p:nvPr>
            <p:ph sz="quarter" idx="4"/>
          </p:nvPr>
        </p:nvSpPr>
        <p:spPr>
          <a:xfrm>
            <a:off x="6172200" y="2505075"/>
            <a:ext cx="5183188" cy="3684588"/>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7" name="Date Placeholder 6">
            <a:extLst>
              <a:ext uri="{FF2B5EF4-FFF2-40B4-BE49-F238E27FC236}">
                <a16:creationId xmlns:a16="http://schemas.microsoft.com/office/drawing/2014/main" id="{789A8773-F0F7-3DBC-9C59-CA8EF9CF98D7}"/>
              </a:ext>
            </a:extLst>
          </p:cNvPr>
          <p:cNvSpPr>
            <a:spLocks noGrp="1"/>
          </p:cNvSpPr>
          <p:nvPr>
            <p:ph type="dt" sz="half" idx="10"/>
          </p:nvPr>
        </p:nvSpPr>
        <p:spPr/>
        <p:txBody>
          <a:bodyPr/>
          <a:lstStyle/>
          <a:p>
            <a:fld id="{369FA993-B73B-4E0A-AC46-BDD6B2FA04A9}" type="datetime1">
              <a:rPr lang="zh-TW" altLang="en-US" smtClean="0"/>
              <a:t>2023/5/24</a:t>
            </a:fld>
            <a:endParaRPr lang="zh-TW" altLang="en-US"/>
          </a:p>
        </p:txBody>
      </p:sp>
      <p:sp>
        <p:nvSpPr>
          <p:cNvPr id="8" name="Footer Placeholder 7">
            <a:extLst>
              <a:ext uri="{FF2B5EF4-FFF2-40B4-BE49-F238E27FC236}">
                <a16:creationId xmlns:a16="http://schemas.microsoft.com/office/drawing/2014/main" id="{13D508DB-1C1C-AFC2-2C1A-1DDBC10F88E7}"/>
              </a:ext>
            </a:extLst>
          </p:cNvPr>
          <p:cNvSpPr>
            <a:spLocks noGrp="1"/>
          </p:cNvSpPr>
          <p:nvPr>
            <p:ph type="ftr" sz="quarter" idx="11"/>
          </p:nvPr>
        </p:nvSpPr>
        <p:spPr/>
        <p:txBody>
          <a:bodyPr/>
          <a:lstStyle/>
          <a:p>
            <a:endParaRPr lang="zh-TW" altLang="en-US"/>
          </a:p>
        </p:txBody>
      </p:sp>
      <p:sp>
        <p:nvSpPr>
          <p:cNvPr id="9" name="Slide Number Placeholder 8">
            <a:extLst>
              <a:ext uri="{FF2B5EF4-FFF2-40B4-BE49-F238E27FC236}">
                <a16:creationId xmlns:a16="http://schemas.microsoft.com/office/drawing/2014/main" id="{38C9407E-CED6-F5A6-39DB-82B07C84A9D4}"/>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35953429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F28DAB-3374-67D6-5EB1-2C3253F55250}"/>
              </a:ext>
            </a:extLst>
          </p:cNvPr>
          <p:cNvSpPr>
            <a:spLocks noGrp="1"/>
          </p:cNvSpPr>
          <p:nvPr>
            <p:ph type="title"/>
          </p:nvPr>
        </p:nvSpPr>
        <p:spPr/>
        <p:txBody>
          <a:bodyPr/>
          <a:lstStyle/>
          <a:p>
            <a:r>
              <a:rPr lang="en-US" altLang="zh-TW"/>
              <a:t>Click to edit Master title style</a:t>
            </a:r>
            <a:endParaRPr lang="zh-TW" altLang="en-US"/>
          </a:p>
        </p:txBody>
      </p:sp>
      <p:sp>
        <p:nvSpPr>
          <p:cNvPr id="3" name="Date Placeholder 2">
            <a:extLst>
              <a:ext uri="{FF2B5EF4-FFF2-40B4-BE49-F238E27FC236}">
                <a16:creationId xmlns:a16="http://schemas.microsoft.com/office/drawing/2014/main" id="{080D7194-F69E-4DA8-89C4-AE8729BF6621}"/>
              </a:ext>
            </a:extLst>
          </p:cNvPr>
          <p:cNvSpPr>
            <a:spLocks noGrp="1"/>
          </p:cNvSpPr>
          <p:nvPr>
            <p:ph type="dt" sz="half" idx="10"/>
          </p:nvPr>
        </p:nvSpPr>
        <p:spPr/>
        <p:txBody>
          <a:bodyPr/>
          <a:lstStyle/>
          <a:p>
            <a:fld id="{7986ADAD-A8C5-4E4F-97C2-B2F188A7EEC4}" type="datetime1">
              <a:rPr lang="zh-TW" altLang="en-US" smtClean="0"/>
              <a:t>2023/5/24</a:t>
            </a:fld>
            <a:endParaRPr lang="zh-TW" altLang="en-US"/>
          </a:p>
        </p:txBody>
      </p:sp>
      <p:sp>
        <p:nvSpPr>
          <p:cNvPr id="4" name="Footer Placeholder 3">
            <a:extLst>
              <a:ext uri="{FF2B5EF4-FFF2-40B4-BE49-F238E27FC236}">
                <a16:creationId xmlns:a16="http://schemas.microsoft.com/office/drawing/2014/main" id="{268D0780-D9CB-B34D-A2E0-1D14B42F55C0}"/>
              </a:ext>
            </a:extLst>
          </p:cNvPr>
          <p:cNvSpPr>
            <a:spLocks noGrp="1"/>
          </p:cNvSpPr>
          <p:nvPr>
            <p:ph type="ftr" sz="quarter" idx="11"/>
          </p:nvPr>
        </p:nvSpPr>
        <p:spPr/>
        <p:txBody>
          <a:bodyPr/>
          <a:lstStyle/>
          <a:p>
            <a:endParaRPr lang="zh-TW" altLang="en-US"/>
          </a:p>
        </p:txBody>
      </p:sp>
      <p:sp>
        <p:nvSpPr>
          <p:cNvPr id="5" name="Slide Number Placeholder 4">
            <a:extLst>
              <a:ext uri="{FF2B5EF4-FFF2-40B4-BE49-F238E27FC236}">
                <a16:creationId xmlns:a16="http://schemas.microsoft.com/office/drawing/2014/main" id="{4BA4697E-BF8C-08DA-29D6-3B9ACC5CE078}"/>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42106035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F7CFF4D-DBD6-E4FB-30B0-3844F2359FC9}"/>
              </a:ext>
            </a:extLst>
          </p:cNvPr>
          <p:cNvSpPr>
            <a:spLocks noGrp="1"/>
          </p:cNvSpPr>
          <p:nvPr>
            <p:ph type="dt" sz="half" idx="10"/>
          </p:nvPr>
        </p:nvSpPr>
        <p:spPr/>
        <p:txBody>
          <a:bodyPr/>
          <a:lstStyle/>
          <a:p>
            <a:fld id="{4875DE65-CDBA-47B3-8C63-EAD937C328D1}" type="datetime1">
              <a:rPr lang="zh-TW" altLang="en-US" smtClean="0"/>
              <a:t>2023/5/24</a:t>
            </a:fld>
            <a:endParaRPr lang="zh-TW" altLang="en-US"/>
          </a:p>
        </p:txBody>
      </p:sp>
      <p:sp>
        <p:nvSpPr>
          <p:cNvPr id="3" name="Footer Placeholder 2">
            <a:extLst>
              <a:ext uri="{FF2B5EF4-FFF2-40B4-BE49-F238E27FC236}">
                <a16:creationId xmlns:a16="http://schemas.microsoft.com/office/drawing/2014/main" id="{9E53340C-74EA-761B-F592-FD6C446900E6}"/>
              </a:ext>
            </a:extLst>
          </p:cNvPr>
          <p:cNvSpPr>
            <a:spLocks noGrp="1"/>
          </p:cNvSpPr>
          <p:nvPr>
            <p:ph type="ftr" sz="quarter" idx="11"/>
          </p:nvPr>
        </p:nvSpPr>
        <p:spPr/>
        <p:txBody>
          <a:bodyPr/>
          <a:lstStyle/>
          <a:p>
            <a:endParaRPr lang="zh-TW" altLang="en-US"/>
          </a:p>
        </p:txBody>
      </p:sp>
      <p:sp>
        <p:nvSpPr>
          <p:cNvPr id="4" name="Slide Number Placeholder 3">
            <a:extLst>
              <a:ext uri="{FF2B5EF4-FFF2-40B4-BE49-F238E27FC236}">
                <a16:creationId xmlns:a16="http://schemas.microsoft.com/office/drawing/2014/main" id="{0C816107-4110-8028-60EF-14E5F2D11499}"/>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32388129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D5481-AD55-0A04-6A16-2FE5FE1FE5E7}"/>
              </a:ext>
            </a:extLst>
          </p:cNvPr>
          <p:cNvSpPr>
            <a:spLocks noGrp="1"/>
          </p:cNvSpPr>
          <p:nvPr>
            <p:ph type="title"/>
          </p:nvPr>
        </p:nvSpPr>
        <p:spPr>
          <a:xfrm>
            <a:off x="839788" y="457200"/>
            <a:ext cx="3932237" cy="1600200"/>
          </a:xfrm>
        </p:spPr>
        <p:txBody>
          <a:bodyPr anchor="b"/>
          <a:lstStyle>
            <a:lvl1pPr>
              <a:defRPr sz="3200"/>
            </a:lvl1pPr>
          </a:lstStyle>
          <a:p>
            <a:r>
              <a:rPr lang="en-US" altLang="zh-TW"/>
              <a:t>Click to edit Master title style</a:t>
            </a:r>
            <a:endParaRPr lang="zh-TW" altLang="en-US"/>
          </a:p>
        </p:txBody>
      </p:sp>
      <p:sp>
        <p:nvSpPr>
          <p:cNvPr id="3" name="Content Placeholder 2">
            <a:extLst>
              <a:ext uri="{FF2B5EF4-FFF2-40B4-BE49-F238E27FC236}">
                <a16:creationId xmlns:a16="http://schemas.microsoft.com/office/drawing/2014/main" id="{F28FA7E5-F55B-C36B-5945-661CDB1EDFE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Text Placeholder 3">
            <a:extLst>
              <a:ext uri="{FF2B5EF4-FFF2-40B4-BE49-F238E27FC236}">
                <a16:creationId xmlns:a16="http://schemas.microsoft.com/office/drawing/2014/main" id="{41045507-E0DA-CCE2-C66E-2F29EA6A914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TW"/>
              <a:t>Click to edit Master text styles</a:t>
            </a:r>
          </a:p>
        </p:txBody>
      </p:sp>
      <p:sp>
        <p:nvSpPr>
          <p:cNvPr id="5" name="Date Placeholder 4">
            <a:extLst>
              <a:ext uri="{FF2B5EF4-FFF2-40B4-BE49-F238E27FC236}">
                <a16:creationId xmlns:a16="http://schemas.microsoft.com/office/drawing/2014/main" id="{A3D0A186-4631-35C9-68C0-298149FFEDF5}"/>
              </a:ext>
            </a:extLst>
          </p:cNvPr>
          <p:cNvSpPr>
            <a:spLocks noGrp="1"/>
          </p:cNvSpPr>
          <p:nvPr>
            <p:ph type="dt" sz="half" idx="10"/>
          </p:nvPr>
        </p:nvSpPr>
        <p:spPr/>
        <p:txBody>
          <a:bodyPr/>
          <a:lstStyle/>
          <a:p>
            <a:fld id="{02E9CB4A-921C-4216-9056-986295B6B351}" type="datetime1">
              <a:rPr lang="zh-TW" altLang="en-US" smtClean="0"/>
              <a:t>2023/5/24</a:t>
            </a:fld>
            <a:endParaRPr lang="zh-TW" altLang="en-US"/>
          </a:p>
        </p:txBody>
      </p:sp>
      <p:sp>
        <p:nvSpPr>
          <p:cNvPr id="6" name="Footer Placeholder 5">
            <a:extLst>
              <a:ext uri="{FF2B5EF4-FFF2-40B4-BE49-F238E27FC236}">
                <a16:creationId xmlns:a16="http://schemas.microsoft.com/office/drawing/2014/main" id="{5C6AC9F0-1D2E-CD0B-A6B8-A8337FE537DD}"/>
              </a:ext>
            </a:extLst>
          </p:cNvPr>
          <p:cNvSpPr>
            <a:spLocks noGrp="1"/>
          </p:cNvSpPr>
          <p:nvPr>
            <p:ph type="ftr" sz="quarter" idx="11"/>
          </p:nvPr>
        </p:nvSpPr>
        <p:spPr/>
        <p:txBody>
          <a:bodyPr/>
          <a:lstStyle/>
          <a:p>
            <a:endParaRPr lang="zh-TW" altLang="en-US"/>
          </a:p>
        </p:txBody>
      </p:sp>
      <p:sp>
        <p:nvSpPr>
          <p:cNvPr id="7" name="Slide Number Placeholder 6">
            <a:extLst>
              <a:ext uri="{FF2B5EF4-FFF2-40B4-BE49-F238E27FC236}">
                <a16:creationId xmlns:a16="http://schemas.microsoft.com/office/drawing/2014/main" id="{CCC73D3E-1C05-2CFF-6405-4771E57F8216}"/>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8954502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A29362-71C4-6CF9-38E0-C4F81738C538}"/>
              </a:ext>
            </a:extLst>
          </p:cNvPr>
          <p:cNvSpPr>
            <a:spLocks noGrp="1"/>
          </p:cNvSpPr>
          <p:nvPr>
            <p:ph type="title"/>
          </p:nvPr>
        </p:nvSpPr>
        <p:spPr>
          <a:xfrm>
            <a:off x="839788" y="457200"/>
            <a:ext cx="3932237" cy="1600200"/>
          </a:xfrm>
        </p:spPr>
        <p:txBody>
          <a:bodyPr anchor="b"/>
          <a:lstStyle>
            <a:lvl1pPr>
              <a:defRPr sz="3200"/>
            </a:lvl1pPr>
          </a:lstStyle>
          <a:p>
            <a:r>
              <a:rPr lang="en-US" altLang="zh-TW"/>
              <a:t>Click to edit Master title style</a:t>
            </a:r>
            <a:endParaRPr lang="zh-TW" altLang="en-US"/>
          </a:p>
        </p:txBody>
      </p:sp>
      <p:sp>
        <p:nvSpPr>
          <p:cNvPr id="3" name="Picture Placeholder 2">
            <a:extLst>
              <a:ext uri="{FF2B5EF4-FFF2-40B4-BE49-F238E27FC236}">
                <a16:creationId xmlns:a16="http://schemas.microsoft.com/office/drawing/2014/main" id="{D930231A-174C-8A04-7F37-326E7B3D7BA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Text Placeholder 3">
            <a:extLst>
              <a:ext uri="{FF2B5EF4-FFF2-40B4-BE49-F238E27FC236}">
                <a16:creationId xmlns:a16="http://schemas.microsoft.com/office/drawing/2014/main" id="{1B03C50E-C2ED-00AE-E101-79CFAFB17C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TW"/>
              <a:t>Click to edit Master text styles</a:t>
            </a:r>
          </a:p>
        </p:txBody>
      </p:sp>
      <p:sp>
        <p:nvSpPr>
          <p:cNvPr id="5" name="Date Placeholder 4">
            <a:extLst>
              <a:ext uri="{FF2B5EF4-FFF2-40B4-BE49-F238E27FC236}">
                <a16:creationId xmlns:a16="http://schemas.microsoft.com/office/drawing/2014/main" id="{74E4BE7B-D25D-CFE2-B089-BAA86DCFC27E}"/>
              </a:ext>
            </a:extLst>
          </p:cNvPr>
          <p:cNvSpPr>
            <a:spLocks noGrp="1"/>
          </p:cNvSpPr>
          <p:nvPr>
            <p:ph type="dt" sz="half" idx="10"/>
          </p:nvPr>
        </p:nvSpPr>
        <p:spPr/>
        <p:txBody>
          <a:bodyPr/>
          <a:lstStyle/>
          <a:p>
            <a:fld id="{16C2F44B-5705-4772-8785-D8AAB7BCD3BF}" type="datetime1">
              <a:rPr lang="zh-TW" altLang="en-US" smtClean="0"/>
              <a:t>2023/5/24</a:t>
            </a:fld>
            <a:endParaRPr lang="zh-TW" altLang="en-US"/>
          </a:p>
        </p:txBody>
      </p:sp>
      <p:sp>
        <p:nvSpPr>
          <p:cNvPr id="6" name="Footer Placeholder 5">
            <a:extLst>
              <a:ext uri="{FF2B5EF4-FFF2-40B4-BE49-F238E27FC236}">
                <a16:creationId xmlns:a16="http://schemas.microsoft.com/office/drawing/2014/main" id="{65D0EA70-9CF5-E2A3-4310-0B5FAE7B7BE1}"/>
              </a:ext>
            </a:extLst>
          </p:cNvPr>
          <p:cNvSpPr>
            <a:spLocks noGrp="1"/>
          </p:cNvSpPr>
          <p:nvPr>
            <p:ph type="ftr" sz="quarter" idx="11"/>
          </p:nvPr>
        </p:nvSpPr>
        <p:spPr/>
        <p:txBody>
          <a:bodyPr/>
          <a:lstStyle/>
          <a:p>
            <a:endParaRPr lang="zh-TW" altLang="en-US"/>
          </a:p>
        </p:txBody>
      </p:sp>
      <p:sp>
        <p:nvSpPr>
          <p:cNvPr id="7" name="Slide Number Placeholder 6">
            <a:extLst>
              <a:ext uri="{FF2B5EF4-FFF2-40B4-BE49-F238E27FC236}">
                <a16:creationId xmlns:a16="http://schemas.microsoft.com/office/drawing/2014/main" id="{AB134B4A-B942-A3BD-6BA9-01E17E554220}"/>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28080954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C8A6AD-5403-1ACC-D4D1-96B39DD846FD}"/>
              </a:ext>
            </a:extLst>
          </p:cNvPr>
          <p:cNvSpPr>
            <a:spLocks noGrp="1"/>
          </p:cNvSpPr>
          <p:nvPr>
            <p:ph type="title"/>
          </p:nvPr>
        </p:nvSpPr>
        <p:spPr/>
        <p:txBody>
          <a:bodyPr/>
          <a:lstStyle/>
          <a:p>
            <a:r>
              <a:rPr lang="en-US" altLang="zh-TW"/>
              <a:t>Click to edit Master title style</a:t>
            </a:r>
            <a:endParaRPr lang="zh-TW" altLang="en-US"/>
          </a:p>
        </p:txBody>
      </p:sp>
      <p:sp>
        <p:nvSpPr>
          <p:cNvPr id="3" name="Vertical Text Placeholder 2">
            <a:extLst>
              <a:ext uri="{FF2B5EF4-FFF2-40B4-BE49-F238E27FC236}">
                <a16:creationId xmlns:a16="http://schemas.microsoft.com/office/drawing/2014/main" id="{82E60034-6B39-C082-088F-72D19BFE1304}"/>
              </a:ext>
            </a:extLst>
          </p:cNvPr>
          <p:cNvSpPr>
            <a:spLocks noGrp="1"/>
          </p:cNvSpPr>
          <p:nvPr>
            <p:ph type="body" orient="vert" idx="1"/>
          </p:nvPr>
        </p:nvSpPr>
        <p:spPr/>
        <p:txBody>
          <a:bodyPr vert="eaVert"/>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Date Placeholder 3">
            <a:extLst>
              <a:ext uri="{FF2B5EF4-FFF2-40B4-BE49-F238E27FC236}">
                <a16:creationId xmlns:a16="http://schemas.microsoft.com/office/drawing/2014/main" id="{19F803D3-C2D4-4034-17A0-8D2928B1269D}"/>
              </a:ext>
            </a:extLst>
          </p:cNvPr>
          <p:cNvSpPr>
            <a:spLocks noGrp="1"/>
          </p:cNvSpPr>
          <p:nvPr>
            <p:ph type="dt" sz="half" idx="10"/>
          </p:nvPr>
        </p:nvSpPr>
        <p:spPr/>
        <p:txBody>
          <a:bodyPr/>
          <a:lstStyle/>
          <a:p>
            <a:fld id="{44000920-BF4E-4A34-B8B5-5D2BB9836F35}" type="datetime1">
              <a:rPr lang="zh-TW" altLang="en-US" smtClean="0"/>
              <a:t>2023/5/24</a:t>
            </a:fld>
            <a:endParaRPr lang="zh-TW" altLang="en-US"/>
          </a:p>
        </p:txBody>
      </p:sp>
      <p:sp>
        <p:nvSpPr>
          <p:cNvPr id="5" name="Footer Placeholder 4">
            <a:extLst>
              <a:ext uri="{FF2B5EF4-FFF2-40B4-BE49-F238E27FC236}">
                <a16:creationId xmlns:a16="http://schemas.microsoft.com/office/drawing/2014/main" id="{3F295024-0915-E154-0CBE-65A94D23019C}"/>
              </a:ext>
            </a:extLst>
          </p:cNvPr>
          <p:cNvSpPr>
            <a:spLocks noGrp="1"/>
          </p:cNvSpPr>
          <p:nvPr>
            <p:ph type="ftr" sz="quarter" idx="11"/>
          </p:nvPr>
        </p:nvSpPr>
        <p:spPr/>
        <p:txBody>
          <a:bodyPr/>
          <a:lstStyle/>
          <a:p>
            <a:endParaRPr lang="zh-TW" altLang="en-US"/>
          </a:p>
        </p:txBody>
      </p:sp>
      <p:sp>
        <p:nvSpPr>
          <p:cNvPr id="6" name="Slide Number Placeholder 5">
            <a:extLst>
              <a:ext uri="{FF2B5EF4-FFF2-40B4-BE49-F238E27FC236}">
                <a16:creationId xmlns:a16="http://schemas.microsoft.com/office/drawing/2014/main" id="{70D7C4D6-1F53-D5A1-0F98-4AF14C84F0CA}"/>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5689473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7C8714A-61BB-5406-A5DA-BC8910B5CD05}"/>
              </a:ext>
            </a:extLst>
          </p:cNvPr>
          <p:cNvSpPr>
            <a:spLocks noGrp="1"/>
          </p:cNvSpPr>
          <p:nvPr>
            <p:ph type="title" orient="vert"/>
          </p:nvPr>
        </p:nvSpPr>
        <p:spPr>
          <a:xfrm>
            <a:off x="8724900" y="365125"/>
            <a:ext cx="2628900" cy="5811838"/>
          </a:xfrm>
        </p:spPr>
        <p:txBody>
          <a:bodyPr vert="eaVert"/>
          <a:lstStyle/>
          <a:p>
            <a:r>
              <a:rPr lang="en-US" altLang="zh-TW"/>
              <a:t>Click to edit Master title style</a:t>
            </a:r>
            <a:endParaRPr lang="zh-TW" altLang="en-US"/>
          </a:p>
        </p:txBody>
      </p:sp>
      <p:sp>
        <p:nvSpPr>
          <p:cNvPr id="3" name="Vertical Text Placeholder 2">
            <a:extLst>
              <a:ext uri="{FF2B5EF4-FFF2-40B4-BE49-F238E27FC236}">
                <a16:creationId xmlns:a16="http://schemas.microsoft.com/office/drawing/2014/main" id="{F04B0A4F-7A22-6245-0B0A-635765A85459}"/>
              </a:ext>
            </a:extLst>
          </p:cNvPr>
          <p:cNvSpPr>
            <a:spLocks noGrp="1"/>
          </p:cNvSpPr>
          <p:nvPr>
            <p:ph type="body" orient="vert" idx="1"/>
          </p:nvPr>
        </p:nvSpPr>
        <p:spPr>
          <a:xfrm>
            <a:off x="838200" y="365125"/>
            <a:ext cx="7734300" cy="5811838"/>
          </a:xfrm>
        </p:spPr>
        <p:txBody>
          <a:bodyPr vert="eaVert"/>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Date Placeholder 3">
            <a:extLst>
              <a:ext uri="{FF2B5EF4-FFF2-40B4-BE49-F238E27FC236}">
                <a16:creationId xmlns:a16="http://schemas.microsoft.com/office/drawing/2014/main" id="{08523698-D80C-5B02-26C3-B7E0D02093A0}"/>
              </a:ext>
            </a:extLst>
          </p:cNvPr>
          <p:cNvSpPr>
            <a:spLocks noGrp="1"/>
          </p:cNvSpPr>
          <p:nvPr>
            <p:ph type="dt" sz="half" idx="10"/>
          </p:nvPr>
        </p:nvSpPr>
        <p:spPr/>
        <p:txBody>
          <a:bodyPr/>
          <a:lstStyle/>
          <a:p>
            <a:fld id="{DD1923D5-CB9E-42C4-A443-74EE43A78F1A}" type="datetime1">
              <a:rPr lang="zh-TW" altLang="en-US" smtClean="0"/>
              <a:t>2023/5/24</a:t>
            </a:fld>
            <a:endParaRPr lang="zh-TW" altLang="en-US"/>
          </a:p>
        </p:txBody>
      </p:sp>
      <p:sp>
        <p:nvSpPr>
          <p:cNvPr id="5" name="Footer Placeholder 4">
            <a:extLst>
              <a:ext uri="{FF2B5EF4-FFF2-40B4-BE49-F238E27FC236}">
                <a16:creationId xmlns:a16="http://schemas.microsoft.com/office/drawing/2014/main" id="{46961CDA-4309-2D61-CD40-8DE7FA2E1253}"/>
              </a:ext>
            </a:extLst>
          </p:cNvPr>
          <p:cNvSpPr>
            <a:spLocks noGrp="1"/>
          </p:cNvSpPr>
          <p:nvPr>
            <p:ph type="ftr" sz="quarter" idx="11"/>
          </p:nvPr>
        </p:nvSpPr>
        <p:spPr/>
        <p:txBody>
          <a:bodyPr/>
          <a:lstStyle/>
          <a:p>
            <a:endParaRPr lang="zh-TW" altLang="en-US"/>
          </a:p>
        </p:txBody>
      </p:sp>
      <p:sp>
        <p:nvSpPr>
          <p:cNvPr id="6" name="Slide Number Placeholder 5">
            <a:extLst>
              <a:ext uri="{FF2B5EF4-FFF2-40B4-BE49-F238E27FC236}">
                <a16:creationId xmlns:a16="http://schemas.microsoft.com/office/drawing/2014/main" id="{BE0DEE89-0D64-3A74-3CEA-425D035B8803}"/>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25389247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39CB272-2800-21BB-F226-6BCB7515BFA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ltLang="zh-TW"/>
              <a:t>Click to edit Master title style</a:t>
            </a:r>
            <a:endParaRPr lang="zh-TW" altLang="en-US"/>
          </a:p>
        </p:txBody>
      </p:sp>
      <p:sp>
        <p:nvSpPr>
          <p:cNvPr id="3" name="Text Placeholder 2">
            <a:extLst>
              <a:ext uri="{FF2B5EF4-FFF2-40B4-BE49-F238E27FC236}">
                <a16:creationId xmlns:a16="http://schemas.microsoft.com/office/drawing/2014/main" id="{80EA0C83-E1FB-8AAC-CDEA-98C2D15B703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Date Placeholder 3">
            <a:extLst>
              <a:ext uri="{FF2B5EF4-FFF2-40B4-BE49-F238E27FC236}">
                <a16:creationId xmlns:a16="http://schemas.microsoft.com/office/drawing/2014/main" id="{290E59ED-035C-8CC1-CFE9-73EA26D0C3A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D9CDBA5-E58B-4CB2-961D-91717090BBCB}" type="datetime1">
              <a:rPr lang="zh-TW" altLang="en-US" smtClean="0"/>
              <a:t>2023/5/24</a:t>
            </a:fld>
            <a:endParaRPr lang="zh-TW" altLang="en-US"/>
          </a:p>
        </p:txBody>
      </p:sp>
      <p:sp>
        <p:nvSpPr>
          <p:cNvPr id="5" name="Footer Placeholder 4">
            <a:extLst>
              <a:ext uri="{FF2B5EF4-FFF2-40B4-BE49-F238E27FC236}">
                <a16:creationId xmlns:a16="http://schemas.microsoft.com/office/drawing/2014/main" id="{830ED3AA-0139-02CF-DF2C-5E6C9CB6C2C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Slide Number Placeholder 5">
            <a:extLst>
              <a:ext uri="{FF2B5EF4-FFF2-40B4-BE49-F238E27FC236}">
                <a16:creationId xmlns:a16="http://schemas.microsoft.com/office/drawing/2014/main" id="{2B1D16DD-A0C6-441C-56CA-8F27599A8E0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21233770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901A9-EC42-0349-C42C-1EF1F72BF040}"/>
              </a:ext>
            </a:extLst>
          </p:cNvPr>
          <p:cNvSpPr>
            <a:spLocks noGrp="1"/>
          </p:cNvSpPr>
          <p:nvPr>
            <p:ph type="ctrTitle"/>
          </p:nvPr>
        </p:nvSpPr>
        <p:spPr>
          <a:xfrm>
            <a:off x="1223962" y="1122363"/>
            <a:ext cx="9966552" cy="2387600"/>
          </a:xfrm>
        </p:spPr>
        <p:txBody>
          <a:bodyPr>
            <a:noAutofit/>
          </a:bodyPr>
          <a:lstStyle/>
          <a:p>
            <a:r>
              <a:rPr lang="en-US" altLang="zh-TW" sz="4400" b="1" dirty="0">
                <a:latin typeface="Times New Roman" panose="02020603050405020304" pitchFamily="18" charset="0"/>
                <a:cs typeface="Times New Roman" panose="02020603050405020304" pitchFamily="18" charset="0"/>
              </a:rPr>
              <a:t>A Filtration Method for Order-Preserving Matching</a:t>
            </a:r>
            <a:endParaRPr lang="zh-TW" altLang="en-US" sz="44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54DBE6CB-9CF8-48E7-B831-C6B10B6C080F}"/>
              </a:ext>
            </a:extLst>
          </p:cNvPr>
          <p:cNvSpPr>
            <a:spLocks noGrp="1"/>
          </p:cNvSpPr>
          <p:nvPr>
            <p:ph type="subTitle" idx="1"/>
          </p:nvPr>
        </p:nvSpPr>
        <p:spPr>
          <a:xfrm>
            <a:off x="786014" y="3928587"/>
            <a:ext cx="10842447" cy="1655762"/>
          </a:xfrm>
        </p:spPr>
        <p:txBody>
          <a:bodyPr>
            <a:normAutofit/>
          </a:bodyPr>
          <a:lstStyle/>
          <a:p>
            <a:r>
              <a:rPr lang="it-IT" altLang="zh-TW" dirty="0">
                <a:latin typeface="Times New Roman" panose="02020603050405020304" pitchFamily="18" charset="0"/>
                <a:cs typeface="Times New Roman" panose="02020603050405020304" pitchFamily="18" charset="0"/>
              </a:rPr>
              <a:t>Tamanna Chhabra, Jorma Tarhio,</a:t>
            </a:r>
          </a:p>
          <a:p>
            <a:r>
              <a:rPr lang="it-IT" altLang="zh-TW" dirty="0">
                <a:latin typeface="Times New Roman" panose="02020603050405020304" pitchFamily="18" charset="0"/>
                <a:cs typeface="Times New Roman" panose="02020603050405020304" pitchFamily="18" charset="0"/>
              </a:rPr>
              <a:t> </a:t>
            </a:r>
            <a:r>
              <a:rPr lang="en-US" altLang="zh-TW" sz="2500" dirty="0">
                <a:latin typeface="Times New Roman" panose="02020603050405020304" pitchFamily="18" charset="0"/>
                <a:cs typeface="Times New Roman" panose="02020603050405020304" pitchFamily="18" charset="0"/>
              </a:rPr>
              <a:t>Information Processing Letters,</a:t>
            </a:r>
            <a:r>
              <a:rPr lang="zh-TW" altLang="en-US" sz="2500" dirty="0">
                <a:latin typeface="Times New Roman" panose="02020603050405020304" pitchFamily="18" charset="0"/>
                <a:cs typeface="Times New Roman" panose="02020603050405020304" pitchFamily="18" charset="0"/>
              </a:rPr>
              <a:t> </a:t>
            </a:r>
            <a:r>
              <a:rPr lang="en-US" altLang="zh-TW" sz="2500" dirty="0">
                <a:latin typeface="Times New Roman" panose="02020603050405020304" pitchFamily="18" charset="0"/>
                <a:cs typeface="Times New Roman" panose="02020603050405020304" pitchFamily="18" charset="0"/>
              </a:rPr>
              <a:t>Volume 116, Issue 2, February 2016, Pages 71-74</a:t>
            </a:r>
            <a:endParaRPr lang="zh-TW" altLang="en-US" dirty="0">
              <a:latin typeface="Times New Roman" panose="02020603050405020304" pitchFamily="18" charset="0"/>
              <a:cs typeface="Times New Roman" panose="02020603050405020304" pitchFamily="18" charset="0"/>
            </a:endParaRPr>
          </a:p>
        </p:txBody>
      </p:sp>
      <p:sp>
        <p:nvSpPr>
          <p:cNvPr id="4" name="副標題 2">
            <a:extLst>
              <a:ext uri="{FF2B5EF4-FFF2-40B4-BE49-F238E27FC236}">
                <a16:creationId xmlns:a16="http://schemas.microsoft.com/office/drawing/2014/main" id="{272805CA-C188-EA0E-0232-5E39FC11B582}"/>
              </a:ext>
            </a:extLst>
          </p:cNvPr>
          <p:cNvSpPr txBox="1">
            <a:spLocks/>
          </p:cNvSpPr>
          <p:nvPr/>
        </p:nvSpPr>
        <p:spPr>
          <a:xfrm>
            <a:off x="8322197" y="6002973"/>
            <a:ext cx="3584053" cy="660717"/>
          </a:xfrm>
          <a:prstGeom prst="rect">
            <a:avLst/>
          </a:prstGeom>
        </p:spPr>
        <p:txBody>
          <a:bodyPr vert="horz" lIns="91440" tIns="45720" rIns="91440" bIns="45720" rtlCol="0">
            <a:normAutofit fontScale="850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kumimoji="1" lang="en" altLang="zh-TW" dirty="0">
                <a:latin typeface="Times New Roman" panose="02020603050405020304" pitchFamily="18" charset="0"/>
                <a:cs typeface="Times New Roman" panose="02020603050405020304" pitchFamily="18" charset="0"/>
              </a:rPr>
              <a:t>Presenter: Wen-Wen Liao</a:t>
            </a:r>
          </a:p>
          <a:p>
            <a:r>
              <a:rPr kumimoji="1" lang="en" altLang="zh-TW" dirty="0">
                <a:latin typeface="Times New Roman" panose="02020603050405020304" pitchFamily="18" charset="0"/>
                <a:cs typeface="Times New Roman" panose="02020603050405020304" pitchFamily="18" charset="0"/>
              </a:rPr>
              <a:t>Date: May 24, 2023</a:t>
            </a:r>
          </a:p>
        </p:txBody>
      </p:sp>
      <p:sp>
        <p:nvSpPr>
          <p:cNvPr id="5" name="Slide Number Placeholder 4">
            <a:extLst>
              <a:ext uri="{FF2B5EF4-FFF2-40B4-BE49-F238E27FC236}">
                <a16:creationId xmlns:a16="http://schemas.microsoft.com/office/drawing/2014/main" id="{A0AAB76B-0FAF-9711-6F27-1F8F6638EBF6}"/>
              </a:ext>
            </a:extLst>
          </p:cNvPr>
          <p:cNvSpPr>
            <a:spLocks noGrp="1"/>
          </p:cNvSpPr>
          <p:nvPr>
            <p:ph type="sldNum" sz="quarter" idx="12"/>
          </p:nvPr>
        </p:nvSpPr>
        <p:spPr/>
        <p:txBody>
          <a:bodyPr/>
          <a:lstStyle/>
          <a:p>
            <a:fld id="{7FE2C478-69CB-4CE2-A453-7F649089E273}" type="slidenum">
              <a:rPr lang="zh-TW" altLang="en-US" smtClean="0"/>
              <a:t>1</a:t>
            </a:fld>
            <a:endParaRPr lang="zh-TW" altLang="en-US" dirty="0"/>
          </a:p>
        </p:txBody>
      </p:sp>
    </p:spTree>
    <p:extLst>
      <p:ext uri="{BB962C8B-B14F-4D97-AF65-F5344CB8AC3E}">
        <p14:creationId xmlns:p14="http://schemas.microsoft.com/office/powerpoint/2010/main" val="206785747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A3735-885C-D762-2A7C-7760F6C51119}"/>
              </a:ext>
            </a:extLst>
          </p:cNvPr>
          <p:cNvSpPr>
            <a:spLocks noGrp="1"/>
          </p:cNvSpPr>
          <p:nvPr>
            <p:ph type="title"/>
          </p:nvPr>
        </p:nvSpPr>
        <p:spPr>
          <a:xfrm>
            <a:off x="838200" y="406866"/>
            <a:ext cx="10515600" cy="1325563"/>
          </a:xfrm>
        </p:spPr>
        <p:txBody>
          <a:bodyPr>
            <a:normAutofit/>
          </a:bodyPr>
          <a:lstStyle/>
          <a:p>
            <a:r>
              <a:rPr kumimoji="1" lang="en-US" altLang="zh-TW" sz="4000" b="1" dirty="0">
                <a:latin typeface="Times New Roman" panose="02020603050405020304" pitchFamily="18" charset="0"/>
                <a:cs typeface="Times New Roman" panose="02020603050405020304" pitchFamily="18" charset="0"/>
              </a:rPr>
              <a:t>Abstract </a:t>
            </a:r>
            <a:endParaRPr kumimoji="1" lang="zh-TW" altLang="en-US"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E60A558-83F5-DC4B-E8C9-3EB0801F3EAE}"/>
              </a:ext>
            </a:extLst>
          </p:cNvPr>
          <p:cNvSpPr>
            <a:spLocks noGrp="1"/>
          </p:cNvSpPr>
          <p:nvPr>
            <p:ph idx="1"/>
          </p:nvPr>
        </p:nvSpPr>
        <p:spPr>
          <a:xfrm>
            <a:off x="838200" y="1602298"/>
            <a:ext cx="10797330" cy="4697834"/>
          </a:xfrm>
        </p:spPr>
        <p:txBody>
          <a:bodyPr>
            <a:normAutofit/>
          </a:bodyPr>
          <a:lstStyle/>
          <a:p>
            <a:pPr marL="0" indent="0">
              <a:lnSpc>
                <a:spcPct val="110000"/>
              </a:lnSpc>
              <a:buNone/>
            </a:pPr>
            <a:r>
              <a:rPr kumimoji="1" lang="en-US" altLang="zh-TW" sz="2600" dirty="0">
                <a:latin typeface="Times New Roman" panose="02020603050405020304" pitchFamily="18" charset="0"/>
                <a:cs typeface="Times New Roman" panose="02020603050405020304" pitchFamily="18" charset="0"/>
              </a:rPr>
              <a:t>The problem of order-preserving matching has gained attention lately. The text and the pattern consist of numbers. The task is to find all the substrings in the text which have the same length and relative order as the pattern. The problem has applications in analysis of time series. We present a new sublinear solution based on filtration. Any algorithm for exact string matching can be used as a filtering method. If the filtration algorithm is sublinear, the total method is sublinear on average. We show by practical experiments that the new solution is more efficient than earlier algorithms.</a:t>
            </a:r>
            <a:endParaRPr kumimoji="1" lang="zh-TW" altLang="en-US" sz="26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7955E3F4-879A-1E75-AEA8-8BFC5FE9B187}"/>
              </a:ext>
            </a:extLst>
          </p:cNvPr>
          <p:cNvSpPr>
            <a:spLocks noGrp="1"/>
          </p:cNvSpPr>
          <p:nvPr>
            <p:ph type="sldNum" sz="quarter" idx="12"/>
          </p:nvPr>
        </p:nvSpPr>
        <p:spPr/>
        <p:txBody>
          <a:bodyPr/>
          <a:lstStyle/>
          <a:p>
            <a:fld id="{7FE2C478-69CB-4CE2-A453-7F649089E273}" type="slidenum">
              <a:rPr lang="zh-TW" altLang="en-US" smtClean="0"/>
              <a:t>2</a:t>
            </a:fld>
            <a:endParaRPr lang="zh-TW" altLang="en-US" dirty="0"/>
          </a:p>
        </p:txBody>
      </p:sp>
    </p:spTree>
    <p:extLst>
      <p:ext uri="{BB962C8B-B14F-4D97-AF65-F5344CB8AC3E}">
        <p14:creationId xmlns:p14="http://schemas.microsoft.com/office/powerpoint/2010/main" val="3671907888"/>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A84D4-B79E-02DC-7612-4D695D281EA3}"/>
              </a:ext>
            </a:extLst>
          </p:cNvPr>
          <p:cNvSpPr>
            <a:spLocks noGrp="1"/>
          </p:cNvSpPr>
          <p:nvPr>
            <p:ph type="title"/>
          </p:nvPr>
        </p:nvSpPr>
        <p:spPr/>
        <p:txBody>
          <a:bodyPr>
            <a:normAutofit/>
          </a:bodyPr>
          <a:lstStyle/>
          <a:p>
            <a:r>
              <a:rPr kumimoji="1" lang="en-US" altLang="zh-TW" sz="3200" b="1" dirty="0">
                <a:latin typeface="Times New Roman" panose="02020603050405020304" pitchFamily="18" charset="0"/>
                <a:cs typeface="Times New Roman" panose="02020603050405020304" pitchFamily="18" charset="0"/>
              </a:rPr>
              <a:t>Order Preserving Pattern Matching</a:t>
            </a:r>
            <a:endParaRPr kumimoji="1" lang="zh-TW" altLang="en-US" sz="3200" b="1"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0CE38594-F4A6-3C1E-58EE-082AEA6445B4}"/>
              </a:ext>
            </a:extLst>
          </p:cNvPr>
          <p:cNvSpPr>
            <a:spLocks noGrp="1"/>
          </p:cNvSpPr>
          <p:nvPr>
            <p:ph type="sldNum" sz="quarter" idx="12"/>
          </p:nvPr>
        </p:nvSpPr>
        <p:spPr/>
        <p:txBody>
          <a:bodyPr/>
          <a:lstStyle/>
          <a:p>
            <a:fld id="{7FE2C478-69CB-4CE2-A453-7F649089E273}" type="slidenum">
              <a:rPr lang="zh-TW" altLang="en-US" smtClean="0"/>
              <a:t>3</a:t>
            </a:fld>
            <a:endParaRPr lang="zh-TW" altLang="en-US"/>
          </a:p>
        </p:txBody>
      </p:sp>
      <p:sp>
        <p:nvSpPr>
          <p:cNvPr id="5" name="Content Placeholder 3">
            <a:extLst>
              <a:ext uri="{FF2B5EF4-FFF2-40B4-BE49-F238E27FC236}">
                <a16:creationId xmlns:a16="http://schemas.microsoft.com/office/drawing/2014/main" id="{D5780754-891B-DA25-D843-19C125C710C6}"/>
              </a:ext>
            </a:extLst>
          </p:cNvPr>
          <p:cNvSpPr txBox="1">
            <a:spLocks/>
          </p:cNvSpPr>
          <p:nvPr/>
        </p:nvSpPr>
        <p:spPr>
          <a:xfrm>
            <a:off x="838200" y="1605284"/>
            <a:ext cx="10796451" cy="444309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en-US" altLang="zh-TW" sz="2600" dirty="0">
                <a:latin typeface="Times New Roman" panose="02020603050405020304" pitchFamily="18" charset="0"/>
                <a:cs typeface="Times New Roman" panose="02020603050405020304" pitchFamily="18" charset="0"/>
              </a:rPr>
              <a:t>P = (10, 22, 15, 30, 20, 18, 27)</a:t>
            </a:r>
          </a:p>
          <a:p>
            <a:r>
              <a:rPr kumimoji="1" lang="en-US" altLang="zh-TW" sz="2600" dirty="0">
                <a:latin typeface="Times New Roman" panose="02020603050405020304" pitchFamily="18" charset="0"/>
                <a:cs typeface="Times New Roman" panose="02020603050405020304" pitchFamily="18" charset="0"/>
              </a:rPr>
              <a:t>T = (22, 85, 79, 24, 42, 27, 62, 40, 32, 47, 69, 55, 25)</a:t>
            </a:r>
          </a:p>
          <a:p>
            <a:pPr marL="0" indent="0">
              <a:buNone/>
            </a:pPr>
            <a:r>
              <a:rPr kumimoji="1" lang="en-US" altLang="zh-TW" sz="2600" dirty="0">
                <a:latin typeface="Times New Roman" panose="02020603050405020304" pitchFamily="18" charset="0"/>
                <a:cs typeface="Times New Roman" panose="02020603050405020304" pitchFamily="18" charset="0"/>
              </a:rPr>
              <a:t>   =&gt; </a:t>
            </a:r>
            <a:r>
              <a:rPr kumimoji="1" lang="pl-PL" altLang="zh-TW" sz="2600" dirty="0">
                <a:latin typeface="Times New Roman" panose="02020603050405020304" pitchFamily="18" charset="0"/>
                <a:cs typeface="Times New Roman" panose="02020603050405020304" pitchFamily="18" charset="0"/>
              </a:rPr>
              <a:t>u =(24, 42, 27, 62, 40, 32, 47)</a:t>
            </a:r>
            <a:endParaRPr kumimoji="1" lang="en-US" altLang="zh-TW" sz="2600" dirty="0">
              <a:latin typeface="Times New Roman" panose="02020603050405020304" pitchFamily="18" charset="0"/>
              <a:cs typeface="Times New Roman" panose="02020603050405020304" pitchFamily="18" charset="0"/>
            </a:endParaRPr>
          </a:p>
          <a:p>
            <a:endParaRPr kumimoji="1" lang="en-US" altLang="zh-TW" dirty="0">
              <a:latin typeface="標楷體" panose="03000509000000000000" pitchFamily="65" charset="-120"/>
              <a:ea typeface="標楷體" panose="03000509000000000000" pitchFamily="65" charset="-120"/>
              <a:cs typeface="Times New Roman" panose="02020603050405020304" pitchFamily="18" charset="0"/>
            </a:endParaRPr>
          </a:p>
          <a:p>
            <a:pPr marL="457200" lvl="1" indent="0">
              <a:buNone/>
            </a:pPr>
            <a:endParaRPr kumimoji="1" lang="en-US" altLang="zh-TW" sz="22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65763916-4AA0-3C53-2175-5DB0F7668C88}"/>
              </a:ext>
            </a:extLst>
          </p:cNvPr>
          <p:cNvPicPr>
            <a:picLocks noChangeAspect="1"/>
          </p:cNvPicPr>
          <p:nvPr/>
        </p:nvPicPr>
        <p:blipFill rotWithShape="1">
          <a:blip r:embed="rId3"/>
          <a:srcRect b="8311"/>
          <a:stretch/>
        </p:blipFill>
        <p:spPr>
          <a:xfrm>
            <a:off x="3527105" y="3116703"/>
            <a:ext cx="5137789" cy="3604772"/>
          </a:xfrm>
          <a:prstGeom prst="rect">
            <a:avLst/>
          </a:prstGeom>
        </p:spPr>
      </p:pic>
    </p:spTree>
    <p:extLst>
      <p:ext uri="{BB962C8B-B14F-4D97-AF65-F5344CB8AC3E}">
        <p14:creationId xmlns:p14="http://schemas.microsoft.com/office/powerpoint/2010/main" val="264571902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A84D4-B79E-02DC-7612-4D695D281EA3}"/>
              </a:ext>
            </a:extLst>
          </p:cNvPr>
          <p:cNvSpPr>
            <a:spLocks noGrp="1"/>
          </p:cNvSpPr>
          <p:nvPr>
            <p:ph type="title"/>
          </p:nvPr>
        </p:nvSpPr>
        <p:spPr/>
        <p:txBody>
          <a:bodyPr>
            <a:normAutofit/>
          </a:bodyPr>
          <a:lstStyle/>
          <a:p>
            <a:r>
              <a:rPr kumimoji="1" lang="en-US" altLang="zh-TW" sz="3200" b="1" dirty="0">
                <a:latin typeface="Times New Roman" panose="02020603050405020304" pitchFamily="18" charset="0"/>
                <a:cs typeface="Times New Roman" panose="02020603050405020304" pitchFamily="18" charset="0"/>
              </a:rPr>
              <a:t>Preprocessing</a:t>
            </a:r>
            <a:endParaRPr kumimoji="1" lang="zh-TW" altLang="en-US" sz="3200" b="1"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0CE38594-F4A6-3C1E-58EE-082AEA6445B4}"/>
              </a:ext>
            </a:extLst>
          </p:cNvPr>
          <p:cNvSpPr>
            <a:spLocks noGrp="1"/>
          </p:cNvSpPr>
          <p:nvPr>
            <p:ph type="sldNum" sz="quarter" idx="12"/>
          </p:nvPr>
        </p:nvSpPr>
        <p:spPr/>
        <p:txBody>
          <a:bodyPr/>
          <a:lstStyle/>
          <a:p>
            <a:fld id="{7FE2C478-69CB-4CE2-A453-7F649089E273}" type="slidenum">
              <a:rPr lang="zh-TW" altLang="en-US" smtClean="0"/>
              <a:t>4</a:t>
            </a:fld>
            <a:endParaRPr lang="zh-TW" altLang="en-US"/>
          </a:p>
        </p:txBody>
      </p:sp>
      <p:sp>
        <p:nvSpPr>
          <p:cNvPr id="5" name="Content Placeholder 3">
            <a:extLst>
              <a:ext uri="{FF2B5EF4-FFF2-40B4-BE49-F238E27FC236}">
                <a16:creationId xmlns:a16="http://schemas.microsoft.com/office/drawing/2014/main" id="{D5780754-891B-DA25-D843-19C125C710C6}"/>
              </a:ext>
            </a:extLst>
          </p:cNvPr>
          <p:cNvSpPr txBox="1">
            <a:spLocks/>
          </p:cNvSpPr>
          <p:nvPr/>
        </p:nvSpPr>
        <p:spPr>
          <a:xfrm>
            <a:off x="838200" y="1833884"/>
            <a:ext cx="10796451" cy="444309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en-US" altLang="zh-TW" sz="2600" dirty="0">
                <a:latin typeface="Times New Roman" panose="02020603050405020304" pitchFamily="18" charset="0"/>
                <a:cs typeface="Times New Roman" panose="02020603050405020304" pitchFamily="18" charset="0"/>
              </a:rPr>
              <a:t>P[</a:t>
            </a:r>
            <a:r>
              <a:rPr kumimoji="1" lang="en-US" altLang="zh-TW" sz="2600" dirty="0" err="1">
                <a:latin typeface="Times New Roman" panose="02020603050405020304" pitchFamily="18" charset="0"/>
                <a:cs typeface="Times New Roman" panose="02020603050405020304" pitchFamily="18" charset="0"/>
              </a:rPr>
              <a:t>i</a:t>
            </a:r>
            <a:r>
              <a:rPr kumimoji="1" lang="en-US" altLang="zh-TW" sz="2600" dirty="0">
                <a:latin typeface="Times New Roman" panose="02020603050405020304" pitchFamily="18" charset="0"/>
                <a:cs typeface="Times New Roman" panose="02020603050405020304" pitchFamily="18" charset="0"/>
              </a:rPr>
              <a:t>] &lt; P[i+1] =&gt; P’[</a:t>
            </a:r>
            <a:r>
              <a:rPr kumimoji="1" lang="en-US" altLang="zh-TW" sz="2600" dirty="0" err="1">
                <a:latin typeface="Times New Roman" panose="02020603050405020304" pitchFamily="18" charset="0"/>
                <a:cs typeface="Times New Roman" panose="02020603050405020304" pitchFamily="18" charset="0"/>
              </a:rPr>
              <a:t>i</a:t>
            </a:r>
            <a:r>
              <a:rPr kumimoji="1" lang="en-US" altLang="zh-TW" sz="2600" dirty="0">
                <a:latin typeface="Times New Roman" panose="02020603050405020304" pitchFamily="18" charset="0"/>
                <a:cs typeface="Times New Roman" panose="02020603050405020304" pitchFamily="18" charset="0"/>
              </a:rPr>
              <a:t>] =1</a:t>
            </a:r>
          </a:p>
          <a:p>
            <a:r>
              <a:rPr kumimoji="1" lang="en-US" altLang="zh-TW" sz="2600" dirty="0">
                <a:latin typeface="Times New Roman" panose="02020603050405020304" pitchFamily="18" charset="0"/>
                <a:cs typeface="Times New Roman" panose="02020603050405020304" pitchFamily="18" charset="0"/>
              </a:rPr>
              <a:t>else =&gt; P’[</a:t>
            </a:r>
            <a:r>
              <a:rPr kumimoji="1" lang="en-US" altLang="zh-TW" sz="2600" dirty="0" err="1">
                <a:latin typeface="Times New Roman" panose="02020603050405020304" pitchFamily="18" charset="0"/>
                <a:cs typeface="Times New Roman" panose="02020603050405020304" pitchFamily="18" charset="0"/>
              </a:rPr>
              <a:t>i</a:t>
            </a:r>
            <a:r>
              <a:rPr kumimoji="1" lang="en-US" altLang="zh-TW" sz="2600" dirty="0">
                <a:latin typeface="Times New Roman" panose="02020603050405020304" pitchFamily="18" charset="0"/>
                <a:cs typeface="Times New Roman" panose="02020603050405020304" pitchFamily="18" charset="0"/>
              </a:rPr>
              <a:t>] = 0</a:t>
            </a:r>
          </a:p>
        </p:txBody>
      </p:sp>
      <p:graphicFrame>
        <p:nvGraphicFramePr>
          <p:cNvPr id="8" name="Table 8">
            <a:extLst>
              <a:ext uri="{FF2B5EF4-FFF2-40B4-BE49-F238E27FC236}">
                <a16:creationId xmlns:a16="http://schemas.microsoft.com/office/drawing/2014/main" id="{F7E854AF-DE6B-7C45-4D7E-AEB8F1469F34}"/>
              </a:ext>
            </a:extLst>
          </p:cNvPr>
          <p:cNvGraphicFramePr>
            <a:graphicFrameLocks noGrp="1"/>
          </p:cNvGraphicFramePr>
          <p:nvPr>
            <p:extLst>
              <p:ext uri="{D42A27DB-BD31-4B8C-83A1-F6EECF244321}">
                <p14:modId xmlns:p14="http://schemas.microsoft.com/office/powerpoint/2010/main" val="2777396735"/>
              </p:ext>
            </p:extLst>
          </p:nvPr>
        </p:nvGraphicFramePr>
        <p:xfrm>
          <a:off x="2032000" y="3168015"/>
          <a:ext cx="8128000" cy="1112520"/>
        </p:xfrm>
        <a:graphic>
          <a:graphicData uri="http://schemas.openxmlformats.org/drawingml/2006/table">
            <a:tbl>
              <a:tblPr firstRow="1" bandRow="1">
                <a:tableStyleId>{5940675A-B579-460E-94D1-54222C63F5DA}</a:tableStyleId>
              </a:tblPr>
              <a:tblGrid>
                <a:gridCol w="1016000">
                  <a:extLst>
                    <a:ext uri="{9D8B030D-6E8A-4147-A177-3AD203B41FA5}">
                      <a16:colId xmlns:a16="http://schemas.microsoft.com/office/drawing/2014/main" val="2708474639"/>
                    </a:ext>
                  </a:extLst>
                </a:gridCol>
                <a:gridCol w="1016000">
                  <a:extLst>
                    <a:ext uri="{9D8B030D-6E8A-4147-A177-3AD203B41FA5}">
                      <a16:colId xmlns:a16="http://schemas.microsoft.com/office/drawing/2014/main" val="76567237"/>
                    </a:ext>
                  </a:extLst>
                </a:gridCol>
                <a:gridCol w="1016000">
                  <a:extLst>
                    <a:ext uri="{9D8B030D-6E8A-4147-A177-3AD203B41FA5}">
                      <a16:colId xmlns:a16="http://schemas.microsoft.com/office/drawing/2014/main" val="1965286310"/>
                    </a:ext>
                  </a:extLst>
                </a:gridCol>
                <a:gridCol w="1016000">
                  <a:extLst>
                    <a:ext uri="{9D8B030D-6E8A-4147-A177-3AD203B41FA5}">
                      <a16:colId xmlns:a16="http://schemas.microsoft.com/office/drawing/2014/main" val="1275076656"/>
                    </a:ext>
                  </a:extLst>
                </a:gridCol>
                <a:gridCol w="1016000">
                  <a:extLst>
                    <a:ext uri="{9D8B030D-6E8A-4147-A177-3AD203B41FA5}">
                      <a16:colId xmlns:a16="http://schemas.microsoft.com/office/drawing/2014/main" val="480674560"/>
                    </a:ext>
                  </a:extLst>
                </a:gridCol>
                <a:gridCol w="1016000">
                  <a:extLst>
                    <a:ext uri="{9D8B030D-6E8A-4147-A177-3AD203B41FA5}">
                      <a16:colId xmlns:a16="http://schemas.microsoft.com/office/drawing/2014/main" val="219191811"/>
                    </a:ext>
                  </a:extLst>
                </a:gridCol>
                <a:gridCol w="1016000">
                  <a:extLst>
                    <a:ext uri="{9D8B030D-6E8A-4147-A177-3AD203B41FA5}">
                      <a16:colId xmlns:a16="http://schemas.microsoft.com/office/drawing/2014/main" val="407415355"/>
                    </a:ext>
                  </a:extLst>
                </a:gridCol>
                <a:gridCol w="1016000">
                  <a:extLst>
                    <a:ext uri="{9D8B030D-6E8A-4147-A177-3AD203B41FA5}">
                      <a16:colId xmlns:a16="http://schemas.microsoft.com/office/drawing/2014/main" val="2599989652"/>
                    </a:ext>
                  </a:extLst>
                </a:gridCol>
              </a:tblGrid>
              <a:tr h="370840">
                <a:tc>
                  <a:txBody>
                    <a:bodyPr/>
                    <a:lstStyle/>
                    <a:p>
                      <a:pPr algn="ctr"/>
                      <a:r>
                        <a:rPr lang="en-US" altLang="zh-TW" dirty="0" err="1"/>
                        <a:t>i</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5</a:t>
                      </a:r>
                      <a:endParaRPr lang="zh-TW" altLang="en-US" dirty="0"/>
                    </a:p>
                  </a:txBody>
                  <a:tcPr/>
                </a:tc>
                <a:tc>
                  <a:txBody>
                    <a:bodyPr/>
                    <a:lstStyle/>
                    <a:p>
                      <a:pPr algn="ctr"/>
                      <a:r>
                        <a:rPr lang="en-US" altLang="zh-TW" dirty="0"/>
                        <a:t>6</a:t>
                      </a:r>
                      <a:endParaRPr lang="zh-TW" altLang="en-US" dirty="0"/>
                    </a:p>
                  </a:txBody>
                  <a:tcPr/>
                </a:tc>
                <a:tc>
                  <a:txBody>
                    <a:bodyPr/>
                    <a:lstStyle/>
                    <a:p>
                      <a:pPr algn="ctr"/>
                      <a:r>
                        <a:rPr lang="en-US" altLang="zh-TW" dirty="0"/>
                        <a:t>7</a:t>
                      </a:r>
                      <a:endParaRPr lang="zh-TW" altLang="en-US" dirty="0"/>
                    </a:p>
                  </a:txBody>
                  <a:tcPr/>
                </a:tc>
                <a:extLst>
                  <a:ext uri="{0D108BD9-81ED-4DB2-BD59-A6C34878D82A}">
                    <a16:rowId xmlns:a16="http://schemas.microsoft.com/office/drawing/2014/main" val="454574209"/>
                  </a:ext>
                </a:extLst>
              </a:tr>
              <a:tr h="370840">
                <a:tc>
                  <a:txBody>
                    <a:bodyPr/>
                    <a:lstStyle/>
                    <a:p>
                      <a:pPr algn="ctr"/>
                      <a:r>
                        <a:rPr lang="en-US" altLang="zh-TW" dirty="0"/>
                        <a:t>P</a:t>
                      </a:r>
                      <a:endParaRPr lang="zh-TW" altLang="en-US" dirty="0"/>
                    </a:p>
                  </a:txBody>
                  <a:tcPr/>
                </a:tc>
                <a:tc>
                  <a:txBody>
                    <a:bodyPr/>
                    <a:lstStyle/>
                    <a:p>
                      <a:pPr algn="ctr"/>
                      <a:r>
                        <a:rPr lang="en-US" altLang="zh-TW" dirty="0"/>
                        <a:t>10</a:t>
                      </a:r>
                      <a:endParaRPr lang="zh-TW" altLang="en-US" dirty="0"/>
                    </a:p>
                  </a:txBody>
                  <a:tcPr/>
                </a:tc>
                <a:tc>
                  <a:txBody>
                    <a:bodyPr/>
                    <a:lstStyle/>
                    <a:p>
                      <a:pPr algn="ctr"/>
                      <a:r>
                        <a:rPr lang="en-US" altLang="zh-TW" dirty="0"/>
                        <a:t>22</a:t>
                      </a:r>
                      <a:endParaRPr lang="zh-TW" altLang="en-US" dirty="0"/>
                    </a:p>
                  </a:txBody>
                  <a:tcPr/>
                </a:tc>
                <a:tc>
                  <a:txBody>
                    <a:bodyPr/>
                    <a:lstStyle/>
                    <a:p>
                      <a:pPr algn="ctr"/>
                      <a:r>
                        <a:rPr lang="en-US" altLang="zh-TW" dirty="0"/>
                        <a:t>15</a:t>
                      </a:r>
                      <a:endParaRPr lang="zh-TW" altLang="en-US" dirty="0"/>
                    </a:p>
                  </a:txBody>
                  <a:tcPr/>
                </a:tc>
                <a:tc>
                  <a:txBody>
                    <a:bodyPr/>
                    <a:lstStyle/>
                    <a:p>
                      <a:pPr algn="ctr"/>
                      <a:r>
                        <a:rPr lang="en-US" altLang="zh-TW" dirty="0"/>
                        <a:t>30</a:t>
                      </a:r>
                      <a:endParaRPr lang="zh-TW" altLang="en-US" dirty="0"/>
                    </a:p>
                  </a:txBody>
                  <a:tcPr/>
                </a:tc>
                <a:tc>
                  <a:txBody>
                    <a:bodyPr/>
                    <a:lstStyle/>
                    <a:p>
                      <a:pPr algn="ctr"/>
                      <a:r>
                        <a:rPr lang="en-US" altLang="zh-TW" dirty="0"/>
                        <a:t>20</a:t>
                      </a:r>
                      <a:endParaRPr lang="zh-TW" altLang="en-US" dirty="0"/>
                    </a:p>
                  </a:txBody>
                  <a:tcPr/>
                </a:tc>
                <a:tc>
                  <a:txBody>
                    <a:bodyPr/>
                    <a:lstStyle/>
                    <a:p>
                      <a:pPr algn="ctr"/>
                      <a:r>
                        <a:rPr lang="en-US" altLang="zh-TW" dirty="0"/>
                        <a:t>18</a:t>
                      </a:r>
                      <a:endParaRPr lang="zh-TW" altLang="en-US" dirty="0"/>
                    </a:p>
                  </a:txBody>
                  <a:tcPr/>
                </a:tc>
                <a:tc>
                  <a:txBody>
                    <a:bodyPr/>
                    <a:lstStyle/>
                    <a:p>
                      <a:pPr algn="ctr"/>
                      <a:r>
                        <a:rPr lang="en-US" altLang="zh-TW" dirty="0"/>
                        <a:t>27</a:t>
                      </a:r>
                      <a:endParaRPr lang="zh-TW" altLang="en-US" dirty="0"/>
                    </a:p>
                  </a:txBody>
                  <a:tcPr/>
                </a:tc>
                <a:extLst>
                  <a:ext uri="{0D108BD9-81ED-4DB2-BD59-A6C34878D82A}">
                    <a16:rowId xmlns:a16="http://schemas.microsoft.com/office/drawing/2014/main" val="3171394795"/>
                  </a:ext>
                </a:extLst>
              </a:tr>
              <a:tr h="370840">
                <a:tc>
                  <a:txBody>
                    <a:bodyPr/>
                    <a:lstStyle/>
                    <a:p>
                      <a:pPr algn="ctr"/>
                      <a:r>
                        <a:rPr lang="en-US" altLang="zh-TW" dirty="0"/>
                        <a:t>P’</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1</a:t>
                      </a:r>
                      <a:endParaRPr lang="zh-TW" altLang="en-US" dirty="0"/>
                    </a:p>
                  </a:txBody>
                  <a:tcPr/>
                </a:tc>
                <a:tc>
                  <a:txBody>
                    <a:bodyPr/>
                    <a:lstStyle/>
                    <a:p>
                      <a:pPr algn="ctr"/>
                      <a:endParaRPr lang="zh-TW" altLang="en-US" dirty="0"/>
                    </a:p>
                  </a:txBody>
                  <a:tcPr/>
                </a:tc>
                <a:extLst>
                  <a:ext uri="{0D108BD9-81ED-4DB2-BD59-A6C34878D82A}">
                    <a16:rowId xmlns:a16="http://schemas.microsoft.com/office/drawing/2014/main" val="2900572466"/>
                  </a:ext>
                </a:extLst>
              </a:tr>
            </a:tbl>
          </a:graphicData>
        </a:graphic>
      </p:graphicFrame>
      <p:graphicFrame>
        <p:nvGraphicFramePr>
          <p:cNvPr id="9" name="Table 8">
            <a:extLst>
              <a:ext uri="{FF2B5EF4-FFF2-40B4-BE49-F238E27FC236}">
                <a16:creationId xmlns:a16="http://schemas.microsoft.com/office/drawing/2014/main" id="{ABFCA2B7-8657-A5C7-C710-CED610F5781A}"/>
              </a:ext>
            </a:extLst>
          </p:cNvPr>
          <p:cNvGraphicFramePr>
            <a:graphicFrameLocks noGrp="1"/>
          </p:cNvGraphicFramePr>
          <p:nvPr>
            <p:extLst>
              <p:ext uri="{D42A27DB-BD31-4B8C-83A1-F6EECF244321}">
                <p14:modId xmlns:p14="http://schemas.microsoft.com/office/powerpoint/2010/main" val="2058704691"/>
              </p:ext>
            </p:extLst>
          </p:nvPr>
        </p:nvGraphicFramePr>
        <p:xfrm>
          <a:off x="1169988" y="4689468"/>
          <a:ext cx="9852024" cy="1112520"/>
        </p:xfrm>
        <a:graphic>
          <a:graphicData uri="http://schemas.openxmlformats.org/drawingml/2006/table">
            <a:tbl>
              <a:tblPr firstRow="1" bandRow="1">
                <a:tableStyleId>{5940675A-B579-460E-94D1-54222C63F5DA}</a:tableStyleId>
              </a:tblPr>
              <a:tblGrid>
                <a:gridCol w="703716">
                  <a:extLst>
                    <a:ext uri="{9D8B030D-6E8A-4147-A177-3AD203B41FA5}">
                      <a16:colId xmlns:a16="http://schemas.microsoft.com/office/drawing/2014/main" val="2708474639"/>
                    </a:ext>
                  </a:extLst>
                </a:gridCol>
                <a:gridCol w="703716">
                  <a:extLst>
                    <a:ext uri="{9D8B030D-6E8A-4147-A177-3AD203B41FA5}">
                      <a16:colId xmlns:a16="http://schemas.microsoft.com/office/drawing/2014/main" val="76567237"/>
                    </a:ext>
                  </a:extLst>
                </a:gridCol>
                <a:gridCol w="703716">
                  <a:extLst>
                    <a:ext uri="{9D8B030D-6E8A-4147-A177-3AD203B41FA5}">
                      <a16:colId xmlns:a16="http://schemas.microsoft.com/office/drawing/2014/main" val="1965286310"/>
                    </a:ext>
                  </a:extLst>
                </a:gridCol>
                <a:gridCol w="703716">
                  <a:extLst>
                    <a:ext uri="{9D8B030D-6E8A-4147-A177-3AD203B41FA5}">
                      <a16:colId xmlns:a16="http://schemas.microsoft.com/office/drawing/2014/main" val="1275076656"/>
                    </a:ext>
                  </a:extLst>
                </a:gridCol>
                <a:gridCol w="703716">
                  <a:extLst>
                    <a:ext uri="{9D8B030D-6E8A-4147-A177-3AD203B41FA5}">
                      <a16:colId xmlns:a16="http://schemas.microsoft.com/office/drawing/2014/main" val="480674560"/>
                    </a:ext>
                  </a:extLst>
                </a:gridCol>
                <a:gridCol w="703716">
                  <a:extLst>
                    <a:ext uri="{9D8B030D-6E8A-4147-A177-3AD203B41FA5}">
                      <a16:colId xmlns:a16="http://schemas.microsoft.com/office/drawing/2014/main" val="219191811"/>
                    </a:ext>
                  </a:extLst>
                </a:gridCol>
                <a:gridCol w="703716">
                  <a:extLst>
                    <a:ext uri="{9D8B030D-6E8A-4147-A177-3AD203B41FA5}">
                      <a16:colId xmlns:a16="http://schemas.microsoft.com/office/drawing/2014/main" val="407415355"/>
                    </a:ext>
                  </a:extLst>
                </a:gridCol>
                <a:gridCol w="703716">
                  <a:extLst>
                    <a:ext uri="{9D8B030D-6E8A-4147-A177-3AD203B41FA5}">
                      <a16:colId xmlns:a16="http://schemas.microsoft.com/office/drawing/2014/main" val="2599989652"/>
                    </a:ext>
                  </a:extLst>
                </a:gridCol>
                <a:gridCol w="703716">
                  <a:extLst>
                    <a:ext uri="{9D8B030D-6E8A-4147-A177-3AD203B41FA5}">
                      <a16:colId xmlns:a16="http://schemas.microsoft.com/office/drawing/2014/main" val="2871130755"/>
                    </a:ext>
                  </a:extLst>
                </a:gridCol>
                <a:gridCol w="703716">
                  <a:extLst>
                    <a:ext uri="{9D8B030D-6E8A-4147-A177-3AD203B41FA5}">
                      <a16:colId xmlns:a16="http://schemas.microsoft.com/office/drawing/2014/main" val="2949166195"/>
                    </a:ext>
                  </a:extLst>
                </a:gridCol>
                <a:gridCol w="703716">
                  <a:extLst>
                    <a:ext uri="{9D8B030D-6E8A-4147-A177-3AD203B41FA5}">
                      <a16:colId xmlns:a16="http://schemas.microsoft.com/office/drawing/2014/main" val="158192932"/>
                    </a:ext>
                  </a:extLst>
                </a:gridCol>
                <a:gridCol w="703716">
                  <a:extLst>
                    <a:ext uri="{9D8B030D-6E8A-4147-A177-3AD203B41FA5}">
                      <a16:colId xmlns:a16="http://schemas.microsoft.com/office/drawing/2014/main" val="3888783150"/>
                    </a:ext>
                  </a:extLst>
                </a:gridCol>
                <a:gridCol w="703716">
                  <a:extLst>
                    <a:ext uri="{9D8B030D-6E8A-4147-A177-3AD203B41FA5}">
                      <a16:colId xmlns:a16="http://schemas.microsoft.com/office/drawing/2014/main" val="1912800375"/>
                    </a:ext>
                  </a:extLst>
                </a:gridCol>
                <a:gridCol w="703716">
                  <a:extLst>
                    <a:ext uri="{9D8B030D-6E8A-4147-A177-3AD203B41FA5}">
                      <a16:colId xmlns:a16="http://schemas.microsoft.com/office/drawing/2014/main" val="3675199077"/>
                    </a:ext>
                  </a:extLst>
                </a:gridCol>
              </a:tblGrid>
              <a:tr h="370840">
                <a:tc>
                  <a:txBody>
                    <a:bodyPr/>
                    <a:lstStyle/>
                    <a:p>
                      <a:pPr algn="ctr"/>
                      <a:r>
                        <a:rPr lang="en-US" altLang="zh-TW" dirty="0" err="1"/>
                        <a:t>i</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5</a:t>
                      </a:r>
                      <a:endParaRPr lang="zh-TW" altLang="en-US" dirty="0"/>
                    </a:p>
                  </a:txBody>
                  <a:tcPr/>
                </a:tc>
                <a:tc>
                  <a:txBody>
                    <a:bodyPr/>
                    <a:lstStyle/>
                    <a:p>
                      <a:pPr algn="ctr"/>
                      <a:r>
                        <a:rPr lang="en-US" altLang="zh-TW" dirty="0"/>
                        <a:t>6</a:t>
                      </a:r>
                      <a:endParaRPr lang="zh-TW" altLang="en-US" dirty="0"/>
                    </a:p>
                  </a:txBody>
                  <a:tcPr/>
                </a:tc>
                <a:tc>
                  <a:txBody>
                    <a:bodyPr/>
                    <a:lstStyle/>
                    <a:p>
                      <a:pPr algn="ctr"/>
                      <a:r>
                        <a:rPr lang="en-US" altLang="zh-TW" dirty="0"/>
                        <a:t>7</a:t>
                      </a:r>
                      <a:endParaRPr lang="zh-TW" altLang="en-US" dirty="0"/>
                    </a:p>
                  </a:txBody>
                  <a:tcPr/>
                </a:tc>
                <a:tc>
                  <a:txBody>
                    <a:bodyPr/>
                    <a:lstStyle/>
                    <a:p>
                      <a:pPr algn="ctr"/>
                      <a:r>
                        <a:rPr lang="en-US" altLang="zh-TW" dirty="0"/>
                        <a:t>8</a:t>
                      </a:r>
                      <a:endParaRPr lang="zh-TW" altLang="en-US" dirty="0"/>
                    </a:p>
                  </a:txBody>
                  <a:tcPr/>
                </a:tc>
                <a:tc>
                  <a:txBody>
                    <a:bodyPr/>
                    <a:lstStyle/>
                    <a:p>
                      <a:pPr algn="ctr"/>
                      <a:r>
                        <a:rPr lang="en-US" altLang="zh-TW" dirty="0"/>
                        <a:t>9</a:t>
                      </a:r>
                      <a:endParaRPr lang="zh-TW" altLang="en-US" dirty="0"/>
                    </a:p>
                  </a:txBody>
                  <a:tcPr/>
                </a:tc>
                <a:tc>
                  <a:txBody>
                    <a:bodyPr/>
                    <a:lstStyle/>
                    <a:p>
                      <a:pPr algn="ctr"/>
                      <a:r>
                        <a:rPr lang="en-US" altLang="zh-TW" dirty="0"/>
                        <a:t>10</a:t>
                      </a:r>
                      <a:endParaRPr lang="zh-TW" altLang="en-US" dirty="0"/>
                    </a:p>
                  </a:txBody>
                  <a:tcPr/>
                </a:tc>
                <a:tc>
                  <a:txBody>
                    <a:bodyPr/>
                    <a:lstStyle/>
                    <a:p>
                      <a:pPr algn="ctr"/>
                      <a:r>
                        <a:rPr lang="en-US" altLang="zh-TW" dirty="0"/>
                        <a:t>11</a:t>
                      </a:r>
                      <a:endParaRPr lang="zh-TW" altLang="en-US" dirty="0"/>
                    </a:p>
                  </a:txBody>
                  <a:tcPr/>
                </a:tc>
                <a:tc>
                  <a:txBody>
                    <a:bodyPr/>
                    <a:lstStyle/>
                    <a:p>
                      <a:pPr algn="ctr"/>
                      <a:r>
                        <a:rPr lang="en-US" altLang="zh-TW" dirty="0"/>
                        <a:t>12</a:t>
                      </a:r>
                      <a:endParaRPr lang="zh-TW" altLang="en-US" dirty="0"/>
                    </a:p>
                  </a:txBody>
                  <a:tcPr/>
                </a:tc>
                <a:tc>
                  <a:txBody>
                    <a:bodyPr/>
                    <a:lstStyle/>
                    <a:p>
                      <a:pPr algn="ctr"/>
                      <a:r>
                        <a:rPr lang="en-US" altLang="zh-TW" dirty="0"/>
                        <a:t>13</a:t>
                      </a:r>
                      <a:endParaRPr lang="zh-TW" altLang="en-US" dirty="0"/>
                    </a:p>
                  </a:txBody>
                  <a:tcPr/>
                </a:tc>
                <a:extLst>
                  <a:ext uri="{0D108BD9-81ED-4DB2-BD59-A6C34878D82A}">
                    <a16:rowId xmlns:a16="http://schemas.microsoft.com/office/drawing/2014/main" val="454574209"/>
                  </a:ext>
                </a:extLst>
              </a:tr>
              <a:tr h="370840">
                <a:tc>
                  <a:txBody>
                    <a:bodyPr/>
                    <a:lstStyle/>
                    <a:p>
                      <a:pPr algn="ctr"/>
                      <a:r>
                        <a:rPr lang="en-US" altLang="zh-TW" dirty="0"/>
                        <a:t>T</a:t>
                      </a:r>
                      <a:endParaRPr lang="zh-TW" altLang="en-US" dirty="0"/>
                    </a:p>
                  </a:txBody>
                  <a:tcPr/>
                </a:tc>
                <a:tc>
                  <a:txBody>
                    <a:bodyPr/>
                    <a:lstStyle/>
                    <a:p>
                      <a:pPr algn="ctr"/>
                      <a:r>
                        <a:rPr lang="en-US" altLang="zh-TW" dirty="0"/>
                        <a:t>22</a:t>
                      </a:r>
                      <a:endParaRPr lang="zh-TW" altLang="en-US" dirty="0"/>
                    </a:p>
                  </a:txBody>
                  <a:tcPr/>
                </a:tc>
                <a:tc>
                  <a:txBody>
                    <a:bodyPr/>
                    <a:lstStyle/>
                    <a:p>
                      <a:pPr algn="ctr"/>
                      <a:r>
                        <a:rPr lang="en-US" altLang="zh-TW" dirty="0"/>
                        <a:t>85</a:t>
                      </a:r>
                      <a:endParaRPr lang="zh-TW" altLang="en-US" dirty="0"/>
                    </a:p>
                  </a:txBody>
                  <a:tcPr/>
                </a:tc>
                <a:tc>
                  <a:txBody>
                    <a:bodyPr/>
                    <a:lstStyle/>
                    <a:p>
                      <a:pPr algn="ctr"/>
                      <a:r>
                        <a:rPr lang="en-US" altLang="zh-TW" dirty="0"/>
                        <a:t>79</a:t>
                      </a:r>
                      <a:endParaRPr lang="zh-TW" altLang="en-US" dirty="0"/>
                    </a:p>
                  </a:txBody>
                  <a:tcPr/>
                </a:tc>
                <a:tc>
                  <a:txBody>
                    <a:bodyPr/>
                    <a:lstStyle/>
                    <a:p>
                      <a:pPr algn="ctr"/>
                      <a:r>
                        <a:rPr lang="en-US" altLang="zh-TW" dirty="0"/>
                        <a:t>24</a:t>
                      </a:r>
                      <a:endParaRPr lang="zh-TW" altLang="en-US" dirty="0"/>
                    </a:p>
                  </a:txBody>
                  <a:tcPr/>
                </a:tc>
                <a:tc>
                  <a:txBody>
                    <a:bodyPr/>
                    <a:lstStyle/>
                    <a:p>
                      <a:pPr algn="ctr"/>
                      <a:r>
                        <a:rPr lang="en-US" altLang="zh-TW" dirty="0"/>
                        <a:t>42</a:t>
                      </a:r>
                      <a:endParaRPr lang="zh-TW" altLang="en-US" dirty="0"/>
                    </a:p>
                  </a:txBody>
                  <a:tcPr/>
                </a:tc>
                <a:tc>
                  <a:txBody>
                    <a:bodyPr/>
                    <a:lstStyle/>
                    <a:p>
                      <a:pPr algn="ctr"/>
                      <a:r>
                        <a:rPr lang="en-US" altLang="zh-TW" dirty="0"/>
                        <a:t>27</a:t>
                      </a:r>
                      <a:endParaRPr lang="zh-TW" altLang="en-US" dirty="0"/>
                    </a:p>
                  </a:txBody>
                  <a:tcPr/>
                </a:tc>
                <a:tc>
                  <a:txBody>
                    <a:bodyPr/>
                    <a:lstStyle/>
                    <a:p>
                      <a:pPr algn="ctr"/>
                      <a:r>
                        <a:rPr lang="en-US" altLang="zh-TW" dirty="0"/>
                        <a:t>62</a:t>
                      </a:r>
                      <a:endParaRPr lang="zh-TW" altLang="en-US" dirty="0"/>
                    </a:p>
                  </a:txBody>
                  <a:tcPr/>
                </a:tc>
                <a:tc>
                  <a:txBody>
                    <a:bodyPr/>
                    <a:lstStyle/>
                    <a:p>
                      <a:pPr algn="ctr"/>
                      <a:r>
                        <a:rPr lang="en-US" altLang="zh-TW" dirty="0"/>
                        <a:t>40</a:t>
                      </a:r>
                      <a:endParaRPr lang="zh-TW" altLang="en-US" dirty="0"/>
                    </a:p>
                  </a:txBody>
                  <a:tcPr/>
                </a:tc>
                <a:tc>
                  <a:txBody>
                    <a:bodyPr/>
                    <a:lstStyle/>
                    <a:p>
                      <a:pPr algn="ctr"/>
                      <a:r>
                        <a:rPr lang="en-US" altLang="zh-TW" dirty="0"/>
                        <a:t>32</a:t>
                      </a:r>
                      <a:endParaRPr lang="zh-TW" altLang="en-US" dirty="0"/>
                    </a:p>
                  </a:txBody>
                  <a:tcPr/>
                </a:tc>
                <a:tc>
                  <a:txBody>
                    <a:bodyPr/>
                    <a:lstStyle/>
                    <a:p>
                      <a:pPr algn="ctr"/>
                      <a:r>
                        <a:rPr lang="en-US" altLang="zh-TW" dirty="0"/>
                        <a:t>47</a:t>
                      </a:r>
                      <a:endParaRPr lang="zh-TW" altLang="en-US" dirty="0"/>
                    </a:p>
                  </a:txBody>
                  <a:tcPr/>
                </a:tc>
                <a:tc>
                  <a:txBody>
                    <a:bodyPr/>
                    <a:lstStyle/>
                    <a:p>
                      <a:pPr algn="ctr"/>
                      <a:r>
                        <a:rPr lang="en-US" altLang="zh-TW" dirty="0"/>
                        <a:t>69</a:t>
                      </a:r>
                      <a:endParaRPr lang="zh-TW" altLang="en-US" dirty="0"/>
                    </a:p>
                  </a:txBody>
                  <a:tcPr/>
                </a:tc>
                <a:tc>
                  <a:txBody>
                    <a:bodyPr/>
                    <a:lstStyle/>
                    <a:p>
                      <a:pPr algn="ctr"/>
                      <a:r>
                        <a:rPr lang="en-US" altLang="zh-TW" dirty="0"/>
                        <a:t>55</a:t>
                      </a:r>
                      <a:endParaRPr lang="zh-TW" altLang="en-US" dirty="0"/>
                    </a:p>
                  </a:txBody>
                  <a:tcPr/>
                </a:tc>
                <a:tc>
                  <a:txBody>
                    <a:bodyPr/>
                    <a:lstStyle/>
                    <a:p>
                      <a:pPr algn="ctr"/>
                      <a:r>
                        <a:rPr lang="en-US" altLang="zh-TW" dirty="0"/>
                        <a:t>25</a:t>
                      </a:r>
                      <a:endParaRPr lang="zh-TW" altLang="en-US" dirty="0"/>
                    </a:p>
                  </a:txBody>
                  <a:tcPr/>
                </a:tc>
                <a:extLst>
                  <a:ext uri="{0D108BD9-81ED-4DB2-BD59-A6C34878D82A}">
                    <a16:rowId xmlns:a16="http://schemas.microsoft.com/office/drawing/2014/main" val="3171394795"/>
                  </a:ext>
                </a:extLst>
              </a:tr>
              <a:tr h="370840">
                <a:tc>
                  <a:txBody>
                    <a:bodyPr/>
                    <a:lstStyle/>
                    <a:p>
                      <a:pPr algn="ctr"/>
                      <a:r>
                        <a:rPr lang="en-US" altLang="zh-TW" dirty="0"/>
                        <a:t>T’</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0</a:t>
                      </a:r>
                      <a:endParaRPr lang="zh-TW" altLang="en-US" dirty="0"/>
                    </a:p>
                  </a:txBody>
                  <a:tcPr/>
                </a:tc>
                <a:tc>
                  <a:txBody>
                    <a:bodyPr/>
                    <a:lstStyle/>
                    <a:p>
                      <a:pPr algn="ctr"/>
                      <a:endParaRPr lang="zh-TW" altLang="en-US" dirty="0"/>
                    </a:p>
                  </a:txBody>
                  <a:tcPr/>
                </a:tc>
                <a:extLst>
                  <a:ext uri="{0D108BD9-81ED-4DB2-BD59-A6C34878D82A}">
                    <a16:rowId xmlns:a16="http://schemas.microsoft.com/office/drawing/2014/main" val="2900572466"/>
                  </a:ext>
                </a:extLst>
              </a:tr>
            </a:tbl>
          </a:graphicData>
        </a:graphic>
      </p:graphicFrame>
    </p:spTree>
    <p:extLst>
      <p:ext uri="{BB962C8B-B14F-4D97-AF65-F5344CB8AC3E}">
        <p14:creationId xmlns:p14="http://schemas.microsoft.com/office/powerpoint/2010/main" val="298405716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A84D4-B79E-02DC-7612-4D695D281EA3}"/>
              </a:ext>
            </a:extLst>
          </p:cNvPr>
          <p:cNvSpPr>
            <a:spLocks noGrp="1"/>
          </p:cNvSpPr>
          <p:nvPr>
            <p:ph type="title"/>
          </p:nvPr>
        </p:nvSpPr>
        <p:spPr>
          <a:xfrm>
            <a:off x="838200" y="346075"/>
            <a:ext cx="10515600" cy="1325563"/>
          </a:xfrm>
        </p:spPr>
        <p:txBody>
          <a:bodyPr>
            <a:normAutofit/>
          </a:bodyPr>
          <a:lstStyle/>
          <a:p>
            <a:r>
              <a:rPr kumimoji="1" lang="en-US" altLang="zh-TW" sz="3200" b="1" dirty="0">
                <a:latin typeface="Times New Roman" panose="02020603050405020304" pitchFamily="18" charset="0"/>
                <a:cs typeface="Times New Roman" panose="02020603050405020304" pitchFamily="18" charset="0"/>
              </a:rPr>
              <a:t>Filtration</a:t>
            </a:r>
            <a:endParaRPr kumimoji="1" lang="zh-TW" altLang="en-US" sz="3200" b="1"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0CE38594-F4A6-3C1E-58EE-082AEA6445B4}"/>
              </a:ext>
            </a:extLst>
          </p:cNvPr>
          <p:cNvSpPr>
            <a:spLocks noGrp="1"/>
          </p:cNvSpPr>
          <p:nvPr>
            <p:ph type="sldNum" sz="quarter" idx="12"/>
          </p:nvPr>
        </p:nvSpPr>
        <p:spPr/>
        <p:txBody>
          <a:bodyPr/>
          <a:lstStyle/>
          <a:p>
            <a:fld id="{7FE2C478-69CB-4CE2-A453-7F649089E273}" type="slidenum">
              <a:rPr lang="zh-TW" altLang="en-US" smtClean="0"/>
              <a:t>5</a:t>
            </a:fld>
            <a:endParaRPr lang="zh-TW" altLang="en-US"/>
          </a:p>
        </p:txBody>
      </p:sp>
      <p:sp>
        <p:nvSpPr>
          <p:cNvPr id="5" name="Content Placeholder 3">
            <a:extLst>
              <a:ext uri="{FF2B5EF4-FFF2-40B4-BE49-F238E27FC236}">
                <a16:creationId xmlns:a16="http://schemas.microsoft.com/office/drawing/2014/main" id="{D5780754-891B-DA25-D843-19C125C710C6}"/>
              </a:ext>
            </a:extLst>
          </p:cNvPr>
          <p:cNvSpPr txBox="1">
            <a:spLocks/>
          </p:cNvSpPr>
          <p:nvPr/>
        </p:nvSpPr>
        <p:spPr>
          <a:xfrm>
            <a:off x="838200" y="1833884"/>
            <a:ext cx="10796451" cy="444309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en-US" altLang="zh-TW" sz="2600" dirty="0">
                <a:latin typeface="Times New Roman" panose="02020603050405020304" pitchFamily="18" charset="0"/>
                <a:cs typeface="Times New Roman" panose="02020603050405020304" pitchFamily="18" charset="0"/>
              </a:rPr>
              <a:t>use exact string matching</a:t>
            </a:r>
          </a:p>
          <a:p>
            <a:pPr marL="457200" lvl="1" indent="0">
              <a:buNone/>
            </a:pPr>
            <a:endParaRPr kumimoji="1" lang="en-US" altLang="zh-TW" sz="2200" dirty="0">
              <a:latin typeface="Times New Roman" panose="02020603050405020304" pitchFamily="18" charset="0"/>
              <a:cs typeface="Times New Roman" panose="02020603050405020304" pitchFamily="18" charset="0"/>
            </a:endParaRPr>
          </a:p>
        </p:txBody>
      </p:sp>
      <p:graphicFrame>
        <p:nvGraphicFramePr>
          <p:cNvPr id="8" name="Table 8">
            <a:extLst>
              <a:ext uri="{FF2B5EF4-FFF2-40B4-BE49-F238E27FC236}">
                <a16:creationId xmlns:a16="http://schemas.microsoft.com/office/drawing/2014/main" id="{F7E854AF-DE6B-7C45-4D7E-AEB8F1469F34}"/>
              </a:ext>
            </a:extLst>
          </p:cNvPr>
          <p:cNvGraphicFramePr>
            <a:graphicFrameLocks noGrp="1"/>
          </p:cNvGraphicFramePr>
          <p:nvPr>
            <p:extLst>
              <p:ext uri="{D42A27DB-BD31-4B8C-83A1-F6EECF244321}">
                <p14:modId xmlns:p14="http://schemas.microsoft.com/office/powerpoint/2010/main" val="2334603279"/>
              </p:ext>
            </p:extLst>
          </p:nvPr>
        </p:nvGraphicFramePr>
        <p:xfrm>
          <a:off x="3285296" y="3795092"/>
          <a:ext cx="5621408" cy="1112520"/>
        </p:xfrm>
        <a:graphic>
          <a:graphicData uri="http://schemas.openxmlformats.org/drawingml/2006/table">
            <a:tbl>
              <a:tblPr firstRow="1" bandRow="1">
                <a:tableStyleId>{5940675A-B579-460E-94D1-54222C63F5DA}</a:tableStyleId>
              </a:tblPr>
              <a:tblGrid>
                <a:gridCol w="702676">
                  <a:extLst>
                    <a:ext uri="{9D8B030D-6E8A-4147-A177-3AD203B41FA5}">
                      <a16:colId xmlns:a16="http://schemas.microsoft.com/office/drawing/2014/main" val="2708474639"/>
                    </a:ext>
                  </a:extLst>
                </a:gridCol>
                <a:gridCol w="702676">
                  <a:extLst>
                    <a:ext uri="{9D8B030D-6E8A-4147-A177-3AD203B41FA5}">
                      <a16:colId xmlns:a16="http://schemas.microsoft.com/office/drawing/2014/main" val="76567237"/>
                    </a:ext>
                  </a:extLst>
                </a:gridCol>
                <a:gridCol w="702676">
                  <a:extLst>
                    <a:ext uri="{9D8B030D-6E8A-4147-A177-3AD203B41FA5}">
                      <a16:colId xmlns:a16="http://schemas.microsoft.com/office/drawing/2014/main" val="1965286310"/>
                    </a:ext>
                  </a:extLst>
                </a:gridCol>
                <a:gridCol w="702676">
                  <a:extLst>
                    <a:ext uri="{9D8B030D-6E8A-4147-A177-3AD203B41FA5}">
                      <a16:colId xmlns:a16="http://schemas.microsoft.com/office/drawing/2014/main" val="1275076656"/>
                    </a:ext>
                  </a:extLst>
                </a:gridCol>
                <a:gridCol w="702676">
                  <a:extLst>
                    <a:ext uri="{9D8B030D-6E8A-4147-A177-3AD203B41FA5}">
                      <a16:colId xmlns:a16="http://schemas.microsoft.com/office/drawing/2014/main" val="480674560"/>
                    </a:ext>
                  </a:extLst>
                </a:gridCol>
                <a:gridCol w="702676">
                  <a:extLst>
                    <a:ext uri="{9D8B030D-6E8A-4147-A177-3AD203B41FA5}">
                      <a16:colId xmlns:a16="http://schemas.microsoft.com/office/drawing/2014/main" val="219191811"/>
                    </a:ext>
                  </a:extLst>
                </a:gridCol>
                <a:gridCol w="702676">
                  <a:extLst>
                    <a:ext uri="{9D8B030D-6E8A-4147-A177-3AD203B41FA5}">
                      <a16:colId xmlns:a16="http://schemas.microsoft.com/office/drawing/2014/main" val="407415355"/>
                    </a:ext>
                  </a:extLst>
                </a:gridCol>
                <a:gridCol w="702676">
                  <a:extLst>
                    <a:ext uri="{9D8B030D-6E8A-4147-A177-3AD203B41FA5}">
                      <a16:colId xmlns:a16="http://schemas.microsoft.com/office/drawing/2014/main" val="2599989652"/>
                    </a:ext>
                  </a:extLst>
                </a:gridCol>
              </a:tblGrid>
              <a:tr h="370840">
                <a:tc>
                  <a:txBody>
                    <a:bodyPr/>
                    <a:lstStyle/>
                    <a:p>
                      <a:pPr algn="ctr"/>
                      <a:r>
                        <a:rPr lang="en-US" altLang="zh-TW" dirty="0" err="1"/>
                        <a:t>i</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5</a:t>
                      </a:r>
                      <a:endParaRPr lang="zh-TW" altLang="en-US" dirty="0"/>
                    </a:p>
                  </a:txBody>
                  <a:tcPr/>
                </a:tc>
                <a:tc>
                  <a:txBody>
                    <a:bodyPr/>
                    <a:lstStyle/>
                    <a:p>
                      <a:pPr algn="ctr"/>
                      <a:r>
                        <a:rPr lang="en-US" altLang="zh-TW" dirty="0"/>
                        <a:t>6</a:t>
                      </a:r>
                      <a:endParaRPr lang="zh-TW" altLang="en-US" dirty="0"/>
                    </a:p>
                  </a:txBody>
                  <a:tcPr/>
                </a:tc>
                <a:tc>
                  <a:txBody>
                    <a:bodyPr/>
                    <a:lstStyle/>
                    <a:p>
                      <a:pPr algn="ctr"/>
                      <a:r>
                        <a:rPr lang="en-US" altLang="zh-TW" dirty="0"/>
                        <a:t>7</a:t>
                      </a:r>
                      <a:endParaRPr lang="zh-TW" altLang="en-US" dirty="0"/>
                    </a:p>
                  </a:txBody>
                  <a:tcPr/>
                </a:tc>
                <a:extLst>
                  <a:ext uri="{0D108BD9-81ED-4DB2-BD59-A6C34878D82A}">
                    <a16:rowId xmlns:a16="http://schemas.microsoft.com/office/drawing/2014/main" val="454574209"/>
                  </a:ext>
                </a:extLst>
              </a:tr>
              <a:tr h="370840">
                <a:tc>
                  <a:txBody>
                    <a:bodyPr/>
                    <a:lstStyle/>
                    <a:p>
                      <a:pPr algn="ctr"/>
                      <a:r>
                        <a:rPr lang="en-US" altLang="zh-TW" dirty="0"/>
                        <a:t>P</a:t>
                      </a:r>
                      <a:endParaRPr lang="zh-TW" altLang="en-US" dirty="0"/>
                    </a:p>
                  </a:txBody>
                  <a:tcPr/>
                </a:tc>
                <a:tc>
                  <a:txBody>
                    <a:bodyPr/>
                    <a:lstStyle/>
                    <a:p>
                      <a:pPr algn="ctr"/>
                      <a:r>
                        <a:rPr lang="en-US" altLang="zh-TW" dirty="0"/>
                        <a:t>10</a:t>
                      </a:r>
                      <a:endParaRPr lang="zh-TW" altLang="en-US" dirty="0"/>
                    </a:p>
                  </a:txBody>
                  <a:tcPr/>
                </a:tc>
                <a:tc>
                  <a:txBody>
                    <a:bodyPr/>
                    <a:lstStyle/>
                    <a:p>
                      <a:pPr algn="ctr"/>
                      <a:r>
                        <a:rPr lang="en-US" altLang="zh-TW" dirty="0"/>
                        <a:t>22</a:t>
                      </a:r>
                      <a:endParaRPr lang="zh-TW" altLang="en-US" dirty="0"/>
                    </a:p>
                  </a:txBody>
                  <a:tcPr/>
                </a:tc>
                <a:tc>
                  <a:txBody>
                    <a:bodyPr/>
                    <a:lstStyle/>
                    <a:p>
                      <a:pPr algn="ctr"/>
                      <a:r>
                        <a:rPr lang="en-US" altLang="zh-TW" dirty="0"/>
                        <a:t>15</a:t>
                      </a:r>
                      <a:endParaRPr lang="zh-TW" altLang="en-US" dirty="0"/>
                    </a:p>
                  </a:txBody>
                  <a:tcPr/>
                </a:tc>
                <a:tc>
                  <a:txBody>
                    <a:bodyPr/>
                    <a:lstStyle/>
                    <a:p>
                      <a:pPr algn="ctr"/>
                      <a:r>
                        <a:rPr lang="en-US" altLang="zh-TW" dirty="0"/>
                        <a:t>30</a:t>
                      </a:r>
                      <a:endParaRPr lang="zh-TW" altLang="en-US" dirty="0"/>
                    </a:p>
                  </a:txBody>
                  <a:tcPr/>
                </a:tc>
                <a:tc>
                  <a:txBody>
                    <a:bodyPr/>
                    <a:lstStyle/>
                    <a:p>
                      <a:pPr algn="ctr"/>
                      <a:r>
                        <a:rPr lang="en-US" altLang="zh-TW" dirty="0"/>
                        <a:t>20</a:t>
                      </a:r>
                      <a:endParaRPr lang="zh-TW" altLang="en-US" dirty="0"/>
                    </a:p>
                  </a:txBody>
                  <a:tcPr/>
                </a:tc>
                <a:tc>
                  <a:txBody>
                    <a:bodyPr/>
                    <a:lstStyle/>
                    <a:p>
                      <a:pPr algn="ctr"/>
                      <a:r>
                        <a:rPr lang="en-US" altLang="zh-TW" dirty="0"/>
                        <a:t>18</a:t>
                      </a:r>
                      <a:endParaRPr lang="zh-TW" altLang="en-US" dirty="0"/>
                    </a:p>
                  </a:txBody>
                  <a:tcPr/>
                </a:tc>
                <a:tc>
                  <a:txBody>
                    <a:bodyPr/>
                    <a:lstStyle/>
                    <a:p>
                      <a:pPr algn="ctr"/>
                      <a:r>
                        <a:rPr lang="en-US" altLang="zh-TW" dirty="0"/>
                        <a:t>27</a:t>
                      </a:r>
                      <a:endParaRPr lang="zh-TW" altLang="en-US" dirty="0"/>
                    </a:p>
                  </a:txBody>
                  <a:tcPr/>
                </a:tc>
                <a:extLst>
                  <a:ext uri="{0D108BD9-81ED-4DB2-BD59-A6C34878D82A}">
                    <a16:rowId xmlns:a16="http://schemas.microsoft.com/office/drawing/2014/main" val="3171394795"/>
                  </a:ext>
                </a:extLst>
              </a:tr>
              <a:tr h="370840">
                <a:tc>
                  <a:txBody>
                    <a:bodyPr/>
                    <a:lstStyle/>
                    <a:p>
                      <a:pPr algn="ctr"/>
                      <a:r>
                        <a:rPr lang="en-US" altLang="zh-TW" dirty="0"/>
                        <a:t>P’</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1</a:t>
                      </a:r>
                      <a:endParaRPr lang="zh-TW" altLang="en-US" dirty="0"/>
                    </a:p>
                  </a:txBody>
                  <a:tcPr/>
                </a:tc>
                <a:tc>
                  <a:txBody>
                    <a:bodyPr/>
                    <a:lstStyle/>
                    <a:p>
                      <a:pPr algn="ctr"/>
                      <a:endParaRPr lang="zh-TW" altLang="en-US" dirty="0"/>
                    </a:p>
                  </a:txBody>
                  <a:tcPr/>
                </a:tc>
                <a:extLst>
                  <a:ext uri="{0D108BD9-81ED-4DB2-BD59-A6C34878D82A}">
                    <a16:rowId xmlns:a16="http://schemas.microsoft.com/office/drawing/2014/main" val="2900572466"/>
                  </a:ext>
                </a:extLst>
              </a:tr>
            </a:tbl>
          </a:graphicData>
        </a:graphic>
      </p:graphicFrame>
      <p:graphicFrame>
        <p:nvGraphicFramePr>
          <p:cNvPr id="9" name="Table 8">
            <a:extLst>
              <a:ext uri="{FF2B5EF4-FFF2-40B4-BE49-F238E27FC236}">
                <a16:creationId xmlns:a16="http://schemas.microsoft.com/office/drawing/2014/main" id="{ABFCA2B7-8657-A5C7-C710-CED610F5781A}"/>
              </a:ext>
            </a:extLst>
          </p:cNvPr>
          <p:cNvGraphicFramePr>
            <a:graphicFrameLocks noGrp="1"/>
          </p:cNvGraphicFramePr>
          <p:nvPr>
            <p:extLst>
              <p:ext uri="{D42A27DB-BD31-4B8C-83A1-F6EECF244321}">
                <p14:modId xmlns:p14="http://schemas.microsoft.com/office/powerpoint/2010/main" val="414070355"/>
              </p:ext>
            </p:extLst>
          </p:nvPr>
        </p:nvGraphicFramePr>
        <p:xfrm>
          <a:off x="1169988" y="2539376"/>
          <a:ext cx="9852024" cy="1112520"/>
        </p:xfrm>
        <a:graphic>
          <a:graphicData uri="http://schemas.openxmlformats.org/drawingml/2006/table">
            <a:tbl>
              <a:tblPr firstRow="1" bandRow="1">
                <a:tableStyleId>{5940675A-B579-460E-94D1-54222C63F5DA}</a:tableStyleId>
              </a:tblPr>
              <a:tblGrid>
                <a:gridCol w="703716">
                  <a:extLst>
                    <a:ext uri="{9D8B030D-6E8A-4147-A177-3AD203B41FA5}">
                      <a16:colId xmlns:a16="http://schemas.microsoft.com/office/drawing/2014/main" val="2708474639"/>
                    </a:ext>
                  </a:extLst>
                </a:gridCol>
                <a:gridCol w="703716">
                  <a:extLst>
                    <a:ext uri="{9D8B030D-6E8A-4147-A177-3AD203B41FA5}">
                      <a16:colId xmlns:a16="http://schemas.microsoft.com/office/drawing/2014/main" val="76567237"/>
                    </a:ext>
                  </a:extLst>
                </a:gridCol>
                <a:gridCol w="703716">
                  <a:extLst>
                    <a:ext uri="{9D8B030D-6E8A-4147-A177-3AD203B41FA5}">
                      <a16:colId xmlns:a16="http://schemas.microsoft.com/office/drawing/2014/main" val="1965286310"/>
                    </a:ext>
                  </a:extLst>
                </a:gridCol>
                <a:gridCol w="703716">
                  <a:extLst>
                    <a:ext uri="{9D8B030D-6E8A-4147-A177-3AD203B41FA5}">
                      <a16:colId xmlns:a16="http://schemas.microsoft.com/office/drawing/2014/main" val="1275076656"/>
                    </a:ext>
                  </a:extLst>
                </a:gridCol>
                <a:gridCol w="703716">
                  <a:extLst>
                    <a:ext uri="{9D8B030D-6E8A-4147-A177-3AD203B41FA5}">
                      <a16:colId xmlns:a16="http://schemas.microsoft.com/office/drawing/2014/main" val="480674560"/>
                    </a:ext>
                  </a:extLst>
                </a:gridCol>
                <a:gridCol w="703716">
                  <a:extLst>
                    <a:ext uri="{9D8B030D-6E8A-4147-A177-3AD203B41FA5}">
                      <a16:colId xmlns:a16="http://schemas.microsoft.com/office/drawing/2014/main" val="219191811"/>
                    </a:ext>
                  </a:extLst>
                </a:gridCol>
                <a:gridCol w="703716">
                  <a:extLst>
                    <a:ext uri="{9D8B030D-6E8A-4147-A177-3AD203B41FA5}">
                      <a16:colId xmlns:a16="http://schemas.microsoft.com/office/drawing/2014/main" val="407415355"/>
                    </a:ext>
                  </a:extLst>
                </a:gridCol>
                <a:gridCol w="703716">
                  <a:extLst>
                    <a:ext uri="{9D8B030D-6E8A-4147-A177-3AD203B41FA5}">
                      <a16:colId xmlns:a16="http://schemas.microsoft.com/office/drawing/2014/main" val="2599989652"/>
                    </a:ext>
                  </a:extLst>
                </a:gridCol>
                <a:gridCol w="703716">
                  <a:extLst>
                    <a:ext uri="{9D8B030D-6E8A-4147-A177-3AD203B41FA5}">
                      <a16:colId xmlns:a16="http://schemas.microsoft.com/office/drawing/2014/main" val="2871130755"/>
                    </a:ext>
                  </a:extLst>
                </a:gridCol>
                <a:gridCol w="703716">
                  <a:extLst>
                    <a:ext uri="{9D8B030D-6E8A-4147-A177-3AD203B41FA5}">
                      <a16:colId xmlns:a16="http://schemas.microsoft.com/office/drawing/2014/main" val="2949166195"/>
                    </a:ext>
                  </a:extLst>
                </a:gridCol>
                <a:gridCol w="703716">
                  <a:extLst>
                    <a:ext uri="{9D8B030D-6E8A-4147-A177-3AD203B41FA5}">
                      <a16:colId xmlns:a16="http://schemas.microsoft.com/office/drawing/2014/main" val="158192932"/>
                    </a:ext>
                  </a:extLst>
                </a:gridCol>
                <a:gridCol w="703716">
                  <a:extLst>
                    <a:ext uri="{9D8B030D-6E8A-4147-A177-3AD203B41FA5}">
                      <a16:colId xmlns:a16="http://schemas.microsoft.com/office/drawing/2014/main" val="3888783150"/>
                    </a:ext>
                  </a:extLst>
                </a:gridCol>
                <a:gridCol w="703716">
                  <a:extLst>
                    <a:ext uri="{9D8B030D-6E8A-4147-A177-3AD203B41FA5}">
                      <a16:colId xmlns:a16="http://schemas.microsoft.com/office/drawing/2014/main" val="1912800375"/>
                    </a:ext>
                  </a:extLst>
                </a:gridCol>
                <a:gridCol w="703716">
                  <a:extLst>
                    <a:ext uri="{9D8B030D-6E8A-4147-A177-3AD203B41FA5}">
                      <a16:colId xmlns:a16="http://schemas.microsoft.com/office/drawing/2014/main" val="3675199077"/>
                    </a:ext>
                  </a:extLst>
                </a:gridCol>
              </a:tblGrid>
              <a:tr h="370840">
                <a:tc>
                  <a:txBody>
                    <a:bodyPr/>
                    <a:lstStyle/>
                    <a:p>
                      <a:pPr algn="ctr"/>
                      <a:r>
                        <a:rPr lang="en-US" altLang="zh-TW" dirty="0" err="1"/>
                        <a:t>i</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5</a:t>
                      </a:r>
                      <a:endParaRPr lang="zh-TW" altLang="en-US" dirty="0"/>
                    </a:p>
                  </a:txBody>
                  <a:tcPr/>
                </a:tc>
                <a:tc>
                  <a:txBody>
                    <a:bodyPr/>
                    <a:lstStyle/>
                    <a:p>
                      <a:pPr algn="ctr"/>
                      <a:r>
                        <a:rPr lang="en-US" altLang="zh-TW" dirty="0"/>
                        <a:t>6</a:t>
                      </a:r>
                      <a:endParaRPr lang="zh-TW" altLang="en-US" dirty="0"/>
                    </a:p>
                  </a:txBody>
                  <a:tcPr/>
                </a:tc>
                <a:tc>
                  <a:txBody>
                    <a:bodyPr/>
                    <a:lstStyle/>
                    <a:p>
                      <a:pPr algn="ctr"/>
                      <a:r>
                        <a:rPr lang="en-US" altLang="zh-TW" dirty="0"/>
                        <a:t>7</a:t>
                      </a:r>
                      <a:endParaRPr lang="zh-TW" altLang="en-US" dirty="0"/>
                    </a:p>
                  </a:txBody>
                  <a:tcPr/>
                </a:tc>
                <a:tc>
                  <a:txBody>
                    <a:bodyPr/>
                    <a:lstStyle/>
                    <a:p>
                      <a:pPr algn="ctr"/>
                      <a:r>
                        <a:rPr lang="en-US" altLang="zh-TW" dirty="0"/>
                        <a:t>8</a:t>
                      </a:r>
                      <a:endParaRPr lang="zh-TW" altLang="en-US" dirty="0"/>
                    </a:p>
                  </a:txBody>
                  <a:tcPr/>
                </a:tc>
                <a:tc>
                  <a:txBody>
                    <a:bodyPr/>
                    <a:lstStyle/>
                    <a:p>
                      <a:pPr algn="ctr"/>
                      <a:r>
                        <a:rPr lang="en-US" altLang="zh-TW" dirty="0"/>
                        <a:t>9</a:t>
                      </a:r>
                      <a:endParaRPr lang="zh-TW" altLang="en-US" dirty="0"/>
                    </a:p>
                  </a:txBody>
                  <a:tcPr/>
                </a:tc>
                <a:tc>
                  <a:txBody>
                    <a:bodyPr/>
                    <a:lstStyle/>
                    <a:p>
                      <a:pPr algn="ctr"/>
                      <a:r>
                        <a:rPr lang="en-US" altLang="zh-TW" dirty="0"/>
                        <a:t>10</a:t>
                      </a:r>
                      <a:endParaRPr lang="zh-TW" altLang="en-US" dirty="0"/>
                    </a:p>
                  </a:txBody>
                  <a:tcPr/>
                </a:tc>
                <a:tc>
                  <a:txBody>
                    <a:bodyPr/>
                    <a:lstStyle/>
                    <a:p>
                      <a:pPr algn="ctr"/>
                      <a:r>
                        <a:rPr lang="en-US" altLang="zh-TW" dirty="0"/>
                        <a:t>11</a:t>
                      </a:r>
                      <a:endParaRPr lang="zh-TW" altLang="en-US" dirty="0"/>
                    </a:p>
                  </a:txBody>
                  <a:tcPr/>
                </a:tc>
                <a:tc>
                  <a:txBody>
                    <a:bodyPr/>
                    <a:lstStyle/>
                    <a:p>
                      <a:pPr algn="ctr"/>
                      <a:r>
                        <a:rPr lang="en-US" altLang="zh-TW" dirty="0"/>
                        <a:t>12</a:t>
                      </a:r>
                      <a:endParaRPr lang="zh-TW" altLang="en-US" dirty="0"/>
                    </a:p>
                  </a:txBody>
                  <a:tcPr/>
                </a:tc>
                <a:tc>
                  <a:txBody>
                    <a:bodyPr/>
                    <a:lstStyle/>
                    <a:p>
                      <a:pPr algn="ctr"/>
                      <a:r>
                        <a:rPr lang="en-US" altLang="zh-TW" dirty="0"/>
                        <a:t>13</a:t>
                      </a:r>
                      <a:endParaRPr lang="zh-TW" altLang="en-US" dirty="0"/>
                    </a:p>
                  </a:txBody>
                  <a:tcPr/>
                </a:tc>
                <a:extLst>
                  <a:ext uri="{0D108BD9-81ED-4DB2-BD59-A6C34878D82A}">
                    <a16:rowId xmlns:a16="http://schemas.microsoft.com/office/drawing/2014/main" val="454574209"/>
                  </a:ext>
                </a:extLst>
              </a:tr>
              <a:tr h="370840">
                <a:tc>
                  <a:txBody>
                    <a:bodyPr/>
                    <a:lstStyle/>
                    <a:p>
                      <a:pPr algn="ctr"/>
                      <a:r>
                        <a:rPr lang="en-US" altLang="zh-TW" dirty="0"/>
                        <a:t>T</a:t>
                      </a:r>
                      <a:endParaRPr lang="zh-TW" altLang="en-US" dirty="0"/>
                    </a:p>
                  </a:txBody>
                  <a:tcPr/>
                </a:tc>
                <a:tc>
                  <a:txBody>
                    <a:bodyPr/>
                    <a:lstStyle/>
                    <a:p>
                      <a:pPr algn="ctr"/>
                      <a:r>
                        <a:rPr lang="en-US" altLang="zh-TW" dirty="0"/>
                        <a:t>22</a:t>
                      </a:r>
                      <a:endParaRPr lang="zh-TW" altLang="en-US" dirty="0"/>
                    </a:p>
                  </a:txBody>
                  <a:tcPr/>
                </a:tc>
                <a:tc>
                  <a:txBody>
                    <a:bodyPr/>
                    <a:lstStyle/>
                    <a:p>
                      <a:pPr algn="ctr"/>
                      <a:r>
                        <a:rPr lang="en-US" altLang="zh-TW" dirty="0"/>
                        <a:t>85</a:t>
                      </a:r>
                      <a:endParaRPr lang="zh-TW" altLang="en-US" dirty="0"/>
                    </a:p>
                  </a:txBody>
                  <a:tcPr/>
                </a:tc>
                <a:tc>
                  <a:txBody>
                    <a:bodyPr/>
                    <a:lstStyle/>
                    <a:p>
                      <a:pPr algn="ctr"/>
                      <a:r>
                        <a:rPr lang="en-US" altLang="zh-TW" dirty="0"/>
                        <a:t>79</a:t>
                      </a:r>
                      <a:endParaRPr lang="zh-TW" altLang="en-US" dirty="0"/>
                    </a:p>
                  </a:txBody>
                  <a:tcPr/>
                </a:tc>
                <a:tc>
                  <a:txBody>
                    <a:bodyPr/>
                    <a:lstStyle/>
                    <a:p>
                      <a:pPr algn="ctr"/>
                      <a:r>
                        <a:rPr lang="en-US" altLang="zh-TW" dirty="0"/>
                        <a:t>24</a:t>
                      </a:r>
                      <a:endParaRPr lang="zh-TW" altLang="en-US" dirty="0"/>
                    </a:p>
                  </a:txBody>
                  <a:tcPr/>
                </a:tc>
                <a:tc>
                  <a:txBody>
                    <a:bodyPr/>
                    <a:lstStyle/>
                    <a:p>
                      <a:pPr algn="ctr"/>
                      <a:r>
                        <a:rPr lang="en-US" altLang="zh-TW" dirty="0"/>
                        <a:t>42</a:t>
                      </a:r>
                      <a:endParaRPr lang="zh-TW" altLang="en-US" dirty="0"/>
                    </a:p>
                  </a:txBody>
                  <a:tcPr/>
                </a:tc>
                <a:tc>
                  <a:txBody>
                    <a:bodyPr/>
                    <a:lstStyle/>
                    <a:p>
                      <a:pPr algn="ctr"/>
                      <a:r>
                        <a:rPr lang="en-US" altLang="zh-TW" dirty="0"/>
                        <a:t>27</a:t>
                      </a:r>
                      <a:endParaRPr lang="zh-TW" altLang="en-US" dirty="0"/>
                    </a:p>
                  </a:txBody>
                  <a:tcPr/>
                </a:tc>
                <a:tc>
                  <a:txBody>
                    <a:bodyPr/>
                    <a:lstStyle/>
                    <a:p>
                      <a:pPr algn="ctr"/>
                      <a:r>
                        <a:rPr lang="en-US" altLang="zh-TW" dirty="0"/>
                        <a:t>62</a:t>
                      </a:r>
                      <a:endParaRPr lang="zh-TW" altLang="en-US" dirty="0"/>
                    </a:p>
                  </a:txBody>
                  <a:tcPr/>
                </a:tc>
                <a:tc>
                  <a:txBody>
                    <a:bodyPr/>
                    <a:lstStyle/>
                    <a:p>
                      <a:pPr algn="ctr"/>
                      <a:r>
                        <a:rPr lang="en-US" altLang="zh-TW" dirty="0"/>
                        <a:t>40</a:t>
                      </a:r>
                      <a:endParaRPr lang="zh-TW" altLang="en-US" dirty="0"/>
                    </a:p>
                  </a:txBody>
                  <a:tcPr/>
                </a:tc>
                <a:tc>
                  <a:txBody>
                    <a:bodyPr/>
                    <a:lstStyle/>
                    <a:p>
                      <a:pPr algn="ctr"/>
                      <a:r>
                        <a:rPr lang="en-US" altLang="zh-TW" dirty="0"/>
                        <a:t>32</a:t>
                      </a:r>
                      <a:endParaRPr lang="zh-TW" altLang="en-US" dirty="0"/>
                    </a:p>
                  </a:txBody>
                  <a:tcPr/>
                </a:tc>
                <a:tc>
                  <a:txBody>
                    <a:bodyPr/>
                    <a:lstStyle/>
                    <a:p>
                      <a:pPr algn="ctr"/>
                      <a:r>
                        <a:rPr lang="en-US" altLang="zh-TW" dirty="0"/>
                        <a:t>47</a:t>
                      </a:r>
                      <a:endParaRPr lang="zh-TW" altLang="en-US" dirty="0"/>
                    </a:p>
                  </a:txBody>
                  <a:tcPr/>
                </a:tc>
                <a:tc>
                  <a:txBody>
                    <a:bodyPr/>
                    <a:lstStyle/>
                    <a:p>
                      <a:pPr algn="ctr"/>
                      <a:r>
                        <a:rPr lang="en-US" altLang="zh-TW" dirty="0"/>
                        <a:t>69</a:t>
                      </a:r>
                      <a:endParaRPr lang="zh-TW" altLang="en-US" dirty="0"/>
                    </a:p>
                  </a:txBody>
                  <a:tcPr/>
                </a:tc>
                <a:tc>
                  <a:txBody>
                    <a:bodyPr/>
                    <a:lstStyle/>
                    <a:p>
                      <a:pPr algn="ctr"/>
                      <a:r>
                        <a:rPr lang="en-US" altLang="zh-TW" dirty="0"/>
                        <a:t>55</a:t>
                      </a:r>
                      <a:endParaRPr lang="zh-TW" altLang="en-US" dirty="0"/>
                    </a:p>
                  </a:txBody>
                  <a:tcPr/>
                </a:tc>
                <a:tc>
                  <a:txBody>
                    <a:bodyPr/>
                    <a:lstStyle/>
                    <a:p>
                      <a:pPr algn="ctr"/>
                      <a:r>
                        <a:rPr lang="en-US" altLang="zh-TW" dirty="0"/>
                        <a:t>25</a:t>
                      </a:r>
                      <a:endParaRPr lang="zh-TW" altLang="en-US" dirty="0"/>
                    </a:p>
                  </a:txBody>
                  <a:tcPr/>
                </a:tc>
                <a:extLst>
                  <a:ext uri="{0D108BD9-81ED-4DB2-BD59-A6C34878D82A}">
                    <a16:rowId xmlns:a16="http://schemas.microsoft.com/office/drawing/2014/main" val="3171394795"/>
                  </a:ext>
                </a:extLst>
              </a:tr>
              <a:tr h="370840">
                <a:tc>
                  <a:txBody>
                    <a:bodyPr/>
                    <a:lstStyle/>
                    <a:p>
                      <a:pPr algn="ctr"/>
                      <a:r>
                        <a:rPr lang="en-US" altLang="zh-TW" dirty="0"/>
                        <a:t>T’</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0</a:t>
                      </a:r>
                      <a:endParaRPr lang="zh-TW" altLang="en-US" dirty="0"/>
                    </a:p>
                  </a:txBody>
                  <a:tcPr/>
                </a:tc>
                <a:tc>
                  <a:txBody>
                    <a:bodyPr/>
                    <a:lstStyle/>
                    <a:p>
                      <a:pPr algn="ctr"/>
                      <a:endParaRPr lang="zh-TW" altLang="en-US" dirty="0"/>
                    </a:p>
                  </a:txBody>
                  <a:tcPr/>
                </a:tc>
                <a:extLst>
                  <a:ext uri="{0D108BD9-81ED-4DB2-BD59-A6C34878D82A}">
                    <a16:rowId xmlns:a16="http://schemas.microsoft.com/office/drawing/2014/main" val="2900572466"/>
                  </a:ext>
                </a:extLst>
              </a:tr>
            </a:tbl>
          </a:graphicData>
        </a:graphic>
      </p:graphicFrame>
      <p:sp>
        <p:nvSpPr>
          <p:cNvPr id="3" name="Rectangle 2">
            <a:extLst>
              <a:ext uri="{FF2B5EF4-FFF2-40B4-BE49-F238E27FC236}">
                <a16:creationId xmlns:a16="http://schemas.microsoft.com/office/drawing/2014/main" id="{5D424AE9-0DC5-FB49-4D3A-5391306BB007}"/>
              </a:ext>
            </a:extLst>
          </p:cNvPr>
          <p:cNvSpPr/>
          <p:nvPr/>
        </p:nvSpPr>
        <p:spPr>
          <a:xfrm>
            <a:off x="3933825" y="2519684"/>
            <a:ext cx="4972880" cy="238792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413568132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A84D4-B79E-02DC-7612-4D695D281EA3}"/>
              </a:ext>
            </a:extLst>
          </p:cNvPr>
          <p:cNvSpPr>
            <a:spLocks noGrp="1"/>
          </p:cNvSpPr>
          <p:nvPr>
            <p:ph type="title"/>
          </p:nvPr>
        </p:nvSpPr>
        <p:spPr>
          <a:xfrm>
            <a:off x="838200" y="346075"/>
            <a:ext cx="10515600" cy="1325563"/>
          </a:xfrm>
        </p:spPr>
        <p:txBody>
          <a:bodyPr>
            <a:normAutofit/>
          </a:bodyPr>
          <a:lstStyle/>
          <a:p>
            <a:r>
              <a:rPr kumimoji="1" lang="en-US" altLang="zh-TW" sz="3200" b="1" dirty="0">
                <a:latin typeface="Times New Roman" panose="02020603050405020304" pitchFamily="18" charset="0"/>
                <a:cs typeface="Times New Roman" panose="02020603050405020304" pitchFamily="18" charset="0"/>
              </a:rPr>
              <a:t>Verification</a:t>
            </a:r>
            <a:endParaRPr kumimoji="1" lang="zh-TW" altLang="en-US" sz="3200" b="1"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0CE38594-F4A6-3C1E-58EE-082AEA6445B4}"/>
              </a:ext>
            </a:extLst>
          </p:cNvPr>
          <p:cNvSpPr>
            <a:spLocks noGrp="1"/>
          </p:cNvSpPr>
          <p:nvPr>
            <p:ph type="sldNum" sz="quarter" idx="12"/>
          </p:nvPr>
        </p:nvSpPr>
        <p:spPr/>
        <p:txBody>
          <a:bodyPr/>
          <a:lstStyle/>
          <a:p>
            <a:fld id="{7FE2C478-69CB-4CE2-A453-7F649089E273}" type="slidenum">
              <a:rPr lang="zh-TW" altLang="en-US" smtClean="0"/>
              <a:t>6</a:t>
            </a:fld>
            <a:endParaRPr lang="zh-TW" altLang="en-US"/>
          </a:p>
        </p:txBody>
      </p:sp>
      <p:sp>
        <p:nvSpPr>
          <p:cNvPr id="5" name="Content Placeholder 3">
            <a:extLst>
              <a:ext uri="{FF2B5EF4-FFF2-40B4-BE49-F238E27FC236}">
                <a16:creationId xmlns:a16="http://schemas.microsoft.com/office/drawing/2014/main" id="{D5780754-891B-DA25-D843-19C125C710C6}"/>
              </a:ext>
            </a:extLst>
          </p:cNvPr>
          <p:cNvSpPr txBox="1">
            <a:spLocks/>
          </p:cNvSpPr>
          <p:nvPr/>
        </p:nvSpPr>
        <p:spPr>
          <a:xfrm>
            <a:off x="838200" y="1853576"/>
            <a:ext cx="10796451" cy="444309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en-US" altLang="zh-TW" sz="2600" dirty="0">
                <a:latin typeface="Times New Roman" panose="02020603050405020304" pitchFamily="18" charset="0"/>
                <a:cs typeface="Times New Roman" panose="02020603050405020304" pitchFamily="18" charset="0"/>
              </a:rPr>
              <a:t>auxiliary table r</a:t>
            </a:r>
          </a:p>
          <a:p>
            <a:endParaRPr kumimoji="1" lang="en-US" altLang="zh-TW" sz="2600" dirty="0">
              <a:latin typeface="Times New Roman" panose="02020603050405020304" pitchFamily="18" charset="0"/>
              <a:cs typeface="Times New Roman" panose="02020603050405020304" pitchFamily="18" charset="0"/>
            </a:endParaRPr>
          </a:p>
          <a:p>
            <a:endParaRPr kumimoji="1" lang="en-US" altLang="zh-TW" sz="2600" dirty="0">
              <a:latin typeface="Times New Roman" panose="02020603050405020304" pitchFamily="18" charset="0"/>
              <a:cs typeface="Times New Roman" panose="02020603050405020304" pitchFamily="18" charset="0"/>
            </a:endParaRPr>
          </a:p>
          <a:p>
            <a:pPr marL="0" indent="0">
              <a:buNone/>
            </a:pPr>
            <a:endParaRPr kumimoji="1" lang="en-US" altLang="zh-TW" sz="2600" dirty="0">
              <a:latin typeface="Times New Roman" panose="02020603050405020304" pitchFamily="18" charset="0"/>
              <a:cs typeface="Times New Roman" panose="02020603050405020304" pitchFamily="18" charset="0"/>
            </a:endParaRPr>
          </a:p>
          <a:p>
            <a:r>
              <a:rPr kumimoji="1" lang="en-US" altLang="zh-TW" sz="2600" dirty="0">
                <a:latin typeface="Times New Roman" panose="02020603050405020304" pitchFamily="18" charset="0"/>
                <a:cs typeface="Times New Roman" panose="02020603050405020304" pitchFamily="18" charset="0"/>
              </a:rPr>
              <a:t>equality table E</a:t>
            </a:r>
          </a:p>
          <a:p>
            <a:pPr lvl="1"/>
            <a:r>
              <a:rPr kumimoji="1" lang="en-US" altLang="zh-TW" sz="2600" dirty="0">
                <a:latin typeface="Times New Roman" panose="02020603050405020304" pitchFamily="18" charset="0"/>
                <a:cs typeface="Times New Roman" panose="02020603050405020304" pitchFamily="18" charset="0"/>
              </a:rPr>
              <a:t>check if there are the same elements</a:t>
            </a:r>
          </a:p>
        </p:txBody>
      </p:sp>
      <p:graphicFrame>
        <p:nvGraphicFramePr>
          <p:cNvPr id="8" name="Table 8">
            <a:extLst>
              <a:ext uri="{FF2B5EF4-FFF2-40B4-BE49-F238E27FC236}">
                <a16:creationId xmlns:a16="http://schemas.microsoft.com/office/drawing/2014/main" id="{F7E854AF-DE6B-7C45-4D7E-AEB8F1469F34}"/>
              </a:ext>
            </a:extLst>
          </p:cNvPr>
          <p:cNvGraphicFramePr>
            <a:graphicFrameLocks noGrp="1"/>
          </p:cNvGraphicFramePr>
          <p:nvPr>
            <p:extLst>
              <p:ext uri="{D42A27DB-BD31-4B8C-83A1-F6EECF244321}">
                <p14:modId xmlns:p14="http://schemas.microsoft.com/office/powerpoint/2010/main" val="815269668"/>
              </p:ext>
            </p:extLst>
          </p:nvPr>
        </p:nvGraphicFramePr>
        <p:xfrm>
          <a:off x="3285296" y="2354789"/>
          <a:ext cx="5621408" cy="1112520"/>
        </p:xfrm>
        <a:graphic>
          <a:graphicData uri="http://schemas.openxmlformats.org/drawingml/2006/table">
            <a:tbl>
              <a:tblPr firstRow="1" bandRow="1">
                <a:tableStyleId>{5940675A-B579-460E-94D1-54222C63F5DA}</a:tableStyleId>
              </a:tblPr>
              <a:tblGrid>
                <a:gridCol w="702676">
                  <a:extLst>
                    <a:ext uri="{9D8B030D-6E8A-4147-A177-3AD203B41FA5}">
                      <a16:colId xmlns:a16="http://schemas.microsoft.com/office/drawing/2014/main" val="2708474639"/>
                    </a:ext>
                  </a:extLst>
                </a:gridCol>
                <a:gridCol w="702676">
                  <a:extLst>
                    <a:ext uri="{9D8B030D-6E8A-4147-A177-3AD203B41FA5}">
                      <a16:colId xmlns:a16="http://schemas.microsoft.com/office/drawing/2014/main" val="76567237"/>
                    </a:ext>
                  </a:extLst>
                </a:gridCol>
                <a:gridCol w="702676">
                  <a:extLst>
                    <a:ext uri="{9D8B030D-6E8A-4147-A177-3AD203B41FA5}">
                      <a16:colId xmlns:a16="http://schemas.microsoft.com/office/drawing/2014/main" val="1965286310"/>
                    </a:ext>
                  </a:extLst>
                </a:gridCol>
                <a:gridCol w="702676">
                  <a:extLst>
                    <a:ext uri="{9D8B030D-6E8A-4147-A177-3AD203B41FA5}">
                      <a16:colId xmlns:a16="http://schemas.microsoft.com/office/drawing/2014/main" val="1275076656"/>
                    </a:ext>
                  </a:extLst>
                </a:gridCol>
                <a:gridCol w="702676">
                  <a:extLst>
                    <a:ext uri="{9D8B030D-6E8A-4147-A177-3AD203B41FA5}">
                      <a16:colId xmlns:a16="http://schemas.microsoft.com/office/drawing/2014/main" val="480674560"/>
                    </a:ext>
                  </a:extLst>
                </a:gridCol>
                <a:gridCol w="702676">
                  <a:extLst>
                    <a:ext uri="{9D8B030D-6E8A-4147-A177-3AD203B41FA5}">
                      <a16:colId xmlns:a16="http://schemas.microsoft.com/office/drawing/2014/main" val="219191811"/>
                    </a:ext>
                  </a:extLst>
                </a:gridCol>
                <a:gridCol w="702676">
                  <a:extLst>
                    <a:ext uri="{9D8B030D-6E8A-4147-A177-3AD203B41FA5}">
                      <a16:colId xmlns:a16="http://schemas.microsoft.com/office/drawing/2014/main" val="407415355"/>
                    </a:ext>
                  </a:extLst>
                </a:gridCol>
                <a:gridCol w="702676">
                  <a:extLst>
                    <a:ext uri="{9D8B030D-6E8A-4147-A177-3AD203B41FA5}">
                      <a16:colId xmlns:a16="http://schemas.microsoft.com/office/drawing/2014/main" val="2599989652"/>
                    </a:ext>
                  </a:extLst>
                </a:gridCol>
              </a:tblGrid>
              <a:tr h="370840">
                <a:tc>
                  <a:txBody>
                    <a:bodyPr/>
                    <a:lstStyle/>
                    <a:p>
                      <a:pPr algn="ctr"/>
                      <a:r>
                        <a:rPr lang="en-US" altLang="zh-TW" dirty="0" err="1"/>
                        <a:t>i</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5</a:t>
                      </a:r>
                      <a:endParaRPr lang="zh-TW" altLang="en-US" dirty="0"/>
                    </a:p>
                  </a:txBody>
                  <a:tcPr/>
                </a:tc>
                <a:tc>
                  <a:txBody>
                    <a:bodyPr/>
                    <a:lstStyle/>
                    <a:p>
                      <a:pPr algn="ctr"/>
                      <a:r>
                        <a:rPr lang="en-US" altLang="zh-TW" dirty="0"/>
                        <a:t>6</a:t>
                      </a:r>
                      <a:endParaRPr lang="zh-TW" altLang="en-US" dirty="0"/>
                    </a:p>
                  </a:txBody>
                  <a:tcPr/>
                </a:tc>
                <a:tc>
                  <a:txBody>
                    <a:bodyPr/>
                    <a:lstStyle/>
                    <a:p>
                      <a:pPr algn="ctr"/>
                      <a:r>
                        <a:rPr lang="en-US" altLang="zh-TW" dirty="0"/>
                        <a:t>7</a:t>
                      </a:r>
                      <a:endParaRPr lang="zh-TW" altLang="en-US" dirty="0"/>
                    </a:p>
                  </a:txBody>
                  <a:tcPr/>
                </a:tc>
                <a:extLst>
                  <a:ext uri="{0D108BD9-81ED-4DB2-BD59-A6C34878D82A}">
                    <a16:rowId xmlns:a16="http://schemas.microsoft.com/office/drawing/2014/main" val="454574209"/>
                  </a:ext>
                </a:extLst>
              </a:tr>
              <a:tr h="370840">
                <a:tc>
                  <a:txBody>
                    <a:bodyPr/>
                    <a:lstStyle/>
                    <a:p>
                      <a:pPr algn="ctr"/>
                      <a:r>
                        <a:rPr lang="en-US" altLang="zh-TW" dirty="0"/>
                        <a:t>p[</a:t>
                      </a:r>
                      <a:r>
                        <a:rPr lang="en-US" altLang="zh-TW" dirty="0" err="1"/>
                        <a:t>i</a:t>
                      </a:r>
                      <a:r>
                        <a:rPr lang="en-US" altLang="zh-TW" dirty="0"/>
                        <a:t>]</a:t>
                      </a:r>
                      <a:endParaRPr lang="zh-TW" altLang="en-US" dirty="0"/>
                    </a:p>
                  </a:txBody>
                  <a:tcPr/>
                </a:tc>
                <a:tc>
                  <a:txBody>
                    <a:bodyPr/>
                    <a:lstStyle/>
                    <a:p>
                      <a:pPr algn="ctr"/>
                      <a:r>
                        <a:rPr lang="en-US" altLang="zh-TW" dirty="0"/>
                        <a:t>10</a:t>
                      </a:r>
                      <a:endParaRPr lang="zh-TW" altLang="en-US" dirty="0"/>
                    </a:p>
                  </a:txBody>
                  <a:tcPr/>
                </a:tc>
                <a:tc>
                  <a:txBody>
                    <a:bodyPr/>
                    <a:lstStyle/>
                    <a:p>
                      <a:pPr algn="ctr"/>
                      <a:r>
                        <a:rPr lang="en-US" altLang="zh-TW" dirty="0"/>
                        <a:t>15</a:t>
                      </a:r>
                      <a:endParaRPr lang="zh-TW" altLang="en-US" dirty="0"/>
                    </a:p>
                  </a:txBody>
                  <a:tcPr/>
                </a:tc>
                <a:tc>
                  <a:txBody>
                    <a:bodyPr/>
                    <a:lstStyle/>
                    <a:p>
                      <a:pPr algn="ctr"/>
                      <a:r>
                        <a:rPr lang="en-US" altLang="zh-TW" dirty="0"/>
                        <a:t>18</a:t>
                      </a:r>
                      <a:endParaRPr lang="zh-TW" altLang="en-US" dirty="0"/>
                    </a:p>
                  </a:txBody>
                  <a:tcPr/>
                </a:tc>
                <a:tc>
                  <a:txBody>
                    <a:bodyPr/>
                    <a:lstStyle/>
                    <a:p>
                      <a:pPr algn="ctr"/>
                      <a:r>
                        <a:rPr lang="en-US" altLang="zh-TW" dirty="0"/>
                        <a:t>20</a:t>
                      </a:r>
                      <a:endParaRPr lang="zh-TW" altLang="en-US" dirty="0"/>
                    </a:p>
                  </a:txBody>
                  <a:tcPr/>
                </a:tc>
                <a:tc>
                  <a:txBody>
                    <a:bodyPr/>
                    <a:lstStyle/>
                    <a:p>
                      <a:pPr algn="ctr"/>
                      <a:r>
                        <a:rPr lang="en-US" altLang="zh-TW" dirty="0"/>
                        <a:t>22</a:t>
                      </a:r>
                      <a:endParaRPr lang="zh-TW" altLang="en-US" dirty="0"/>
                    </a:p>
                  </a:txBody>
                  <a:tcPr/>
                </a:tc>
                <a:tc>
                  <a:txBody>
                    <a:bodyPr/>
                    <a:lstStyle/>
                    <a:p>
                      <a:pPr algn="ctr"/>
                      <a:r>
                        <a:rPr lang="en-US" altLang="zh-TW" dirty="0"/>
                        <a:t>27</a:t>
                      </a:r>
                      <a:endParaRPr lang="zh-TW" altLang="en-US" dirty="0"/>
                    </a:p>
                  </a:txBody>
                  <a:tcPr/>
                </a:tc>
                <a:tc>
                  <a:txBody>
                    <a:bodyPr/>
                    <a:lstStyle/>
                    <a:p>
                      <a:pPr algn="ctr"/>
                      <a:r>
                        <a:rPr lang="en-US" altLang="zh-TW" dirty="0"/>
                        <a:t>30</a:t>
                      </a:r>
                      <a:endParaRPr lang="zh-TW" altLang="en-US" dirty="0"/>
                    </a:p>
                  </a:txBody>
                  <a:tcPr/>
                </a:tc>
                <a:extLst>
                  <a:ext uri="{0D108BD9-81ED-4DB2-BD59-A6C34878D82A}">
                    <a16:rowId xmlns:a16="http://schemas.microsoft.com/office/drawing/2014/main" val="3171394795"/>
                  </a:ext>
                </a:extLst>
              </a:tr>
              <a:tr h="370840">
                <a:tc>
                  <a:txBody>
                    <a:bodyPr/>
                    <a:lstStyle/>
                    <a:p>
                      <a:pPr algn="ctr"/>
                      <a:r>
                        <a:rPr lang="en-US" altLang="zh-TW" dirty="0"/>
                        <a:t>r</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6</a:t>
                      </a:r>
                      <a:endParaRPr lang="zh-TW" altLang="en-US" dirty="0"/>
                    </a:p>
                  </a:txBody>
                  <a:tcPr/>
                </a:tc>
                <a:tc>
                  <a:txBody>
                    <a:bodyPr/>
                    <a:lstStyle/>
                    <a:p>
                      <a:pPr algn="ctr"/>
                      <a:r>
                        <a:rPr lang="en-US" altLang="zh-TW" dirty="0"/>
                        <a:t>5</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7</a:t>
                      </a:r>
                      <a:endParaRPr lang="zh-TW" altLang="en-US" dirty="0"/>
                    </a:p>
                  </a:txBody>
                  <a:tcPr/>
                </a:tc>
                <a:tc>
                  <a:txBody>
                    <a:bodyPr/>
                    <a:lstStyle/>
                    <a:p>
                      <a:pPr algn="ctr"/>
                      <a:r>
                        <a:rPr lang="en-US" altLang="zh-TW" dirty="0"/>
                        <a:t>4</a:t>
                      </a:r>
                      <a:endParaRPr lang="zh-TW" altLang="en-US" dirty="0"/>
                    </a:p>
                  </a:txBody>
                  <a:tcPr/>
                </a:tc>
                <a:extLst>
                  <a:ext uri="{0D108BD9-81ED-4DB2-BD59-A6C34878D82A}">
                    <a16:rowId xmlns:a16="http://schemas.microsoft.com/office/drawing/2014/main" val="2900572466"/>
                  </a:ext>
                </a:extLst>
              </a:tr>
            </a:tbl>
          </a:graphicData>
        </a:graphic>
      </p:graphicFrame>
      <p:sp>
        <p:nvSpPr>
          <p:cNvPr id="10" name="TextBox 9">
            <a:extLst>
              <a:ext uri="{FF2B5EF4-FFF2-40B4-BE49-F238E27FC236}">
                <a16:creationId xmlns:a16="http://schemas.microsoft.com/office/drawing/2014/main" id="{143DEF77-0C2B-4674-0039-C9175FD64993}"/>
              </a:ext>
            </a:extLst>
          </p:cNvPr>
          <p:cNvSpPr txBox="1"/>
          <p:nvPr/>
        </p:nvSpPr>
        <p:spPr>
          <a:xfrm>
            <a:off x="5858704" y="1274619"/>
            <a:ext cx="6096000" cy="707886"/>
          </a:xfrm>
          <a:prstGeom prst="rect">
            <a:avLst/>
          </a:prstGeom>
          <a:noFill/>
        </p:spPr>
        <p:txBody>
          <a:bodyPr wrap="square">
            <a:spAutoFit/>
          </a:bodyPr>
          <a:lstStyle/>
          <a:p>
            <a:r>
              <a:rPr kumimoji="1" lang="en-US" altLang="zh-TW" sz="2000" dirty="0">
                <a:latin typeface="Times New Roman" panose="02020603050405020304" pitchFamily="18" charset="0"/>
                <a:cs typeface="Times New Roman" panose="02020603050405020304" pitchFamily="18" charset="0"/>
              </a:rPr>
              <a:t>P = (10, 22, 15, 30, 20, 18, 27)</a:t>
            </a:r>
          </a:p>
          <a:p>
            <a:r>
              <a:rPr kumimoji="1" lang="en-US" altLang="zh-TW" sz="2000" dirty="0">
                <a:latin typeface="Times New Roman" panose="02020603050405020304" pitchFamily="18" charset="0"/>
                <a:cs typeface="Times New Roman" panose="02020603050405020304" pitchFamily="18" charset="0"/>
              </a:rPr>
              <a:t>T = (22, 85, 79, 24, 42, 27, 62, 40, 32, 47, 69, 55, 25)</a:t>
            </a:r>
          </a:p>
        </p:txBody>
      </p:sp>
      <p:graphicFrame>
        <p:nvGraphicFramePr>
          <p:cNvPr id="12" name="Table 8">
            <a:extLst>
              <a:ext uri="{FF2B5EF4-FFF2-40B4-BE49-F238E27FC236}">
                <a16:creationId xmlns:a16="http://schemas.microsoft.com/office/drawing/2014/main" id="{2507688F-0394-2F32-0668-7F994B4C8CBE}"/>
              </a:ext>
            </a:extLst>
          </p:cNvPr>
          <p:cNvGraphicFramePr>
            <a:graphicFrameLocks noGrp="1"/>
          </p:cNvGraphicFramePr>
          <p:nvPr>
            <p:extLst>
              <p:ext uri="{D42A27DB-BD31-4B8C-83A1-F6EECF244321}">
                <p14:modId xmlns:p14="http://schemas.microsoft.com/office/powerpoint/2010/main" val="1475505994"/>
              </p:ext>
            </p:extLst>
          </p:nvPr>
        </p:nvGraphicFramePr>
        <p:xfrm>
          <a:off x="3285296" y="4956510"/>
          <a:ext cx="5621408" cy="1112520"/>
        </p:xfrm>
        <a:graphic>
          <a:graphicData uri="http://schemas.openxmlformats.org/drawingml/2006/table">
            <a:tbl>
              <a:tblPr firstRow="1" bandRow="1">
                <a:tableStyleId>{5940675A-B579-460E-94D1-54222C63F5DA}</a:tableStyleId>
              </a:tblPr>
              <a:tblGrid>
                <a:gridCol w="702676">
                  <a:extLst>
                    <a:ext uri="{9D8B030D-6E8A-4147-A177-3AD203B41FA5}">
                      <a16:colId xmlns:a16="http://schemas.microsoft.com/office/drawing/2014/main" val="2708474639"/>
                    </a:ext>
                  </a:extLst>
                </a:gridCol>
                <a:gridCol w="702676">
                  <a:extLst>
                    <a:ext uri="{9D8B030D-6E8A-4147-A177-3AD203B41FA5}">
                      <a16:colId xmlns:a16="http://schemas.microsoft.com/office/drawing/2014/main" val="76567237"/>
                    </a:ext>
                  </a:extLst>
                </a:gridCol>
                <a:gridCol w="702676">
                  <a:extLst>
                    <a:ext uri="{9D8B030D-6E8A-4147-A177-3AD203B41FA5}">
                      <a16:colId xmlns:a16="http://schemas.microsoft.com/office/drawing/2014/main" val="1965286310"/>
                    </a:ext>
                  </a:extLst>
                </a:gridCol>
                <a:gridCol w="702676">
                  <a:extLst>
                    <a:ext uri="{9D8B030D-6E8A-4147-A177-3AD203B41FA5}">
                      <a16:colId xmlns:a16="http://schemas.microsoft.com/office/drawing/2014/main" val="1275076656"/>
                    </a:ext>
                  </a:extLst>
                </a:gridCol>
                <a:gridCol w="702676">
                  <a:extLst>
                    <a:ext uri="{9D8B030D-6E8A-4147-A177-3AD203B41FA5}">
                      <a16:colId xmlns:a16="http://schemas.microsoft.com/office/drawing/2014/main" val="480674560"/>
                    </a:ext>
                  </a:extLst>
                </a:gridCol>
                <a:gridCol w="702676">
                  <a:extLst>
                    <a:ext uri="{9D8B030D-6E8A-4147-A177-3AD203B41FA5}">
                      <a16:colId xmlns:a16="http://schemas.microsoft.com/office/drawing/2014/main" val="219191811"/>
                    </a:ext>
                  </a:extLst>
                </a:gridCol>
                <a:gridCol w="702676">
                  <a:extLst>
                    <a:ext uri="{9D8B030D-6E8A-4147-A177-3AD203B41FA5}">
                      <a16:colId xmlns:a16="http://schemas.microsoft.com/office/drawing/2014/main" val="407415355"/>
                    </a:ext>
                  </a:extLst>
                </a:gridCol>
                <a:gridCol w="702676">
                  <a:extLst>
                    <a:ext uri="{9D8B030D-6E8A-4147-A177-3AD203B41FA5}">
                      <a16:colId xmlns:a16="http://schemas.microsoft.com/office/drawing/2014/main" val="2599989652"/>
                    </a:ext>
                  </a:extLst>
                </a:gridCol>
              </a:tblGrid>
              <a:tr h="370840">
                <a:tc>
                  <a:txBody>
                    <a:bodyPr/>
                    <a:lstStyle/>
                    <a:p>
                      <a:pPr algn="ctr"/>
                      <a:r>
                        <a:rPr lang="en-US" altLang="zh-TW" dirty="0" err="1"/>
                        <a:t>i</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5</a:t>
                      </a:r>
                      <a:endParaRPr lang="zh-TW" altLang="en-US" dirty="0"/>
                    </a:p>
                  </a:txBody>
                  <a:tcPr/>
                </a:tc>
                <a:tc>
                  <a:txBody>
                    <a:bodyPr/>
                    <a:lstStyle/>
                    <a:p>
                      <a:pPr algn="ctr"/>
                      <a:r>
                        <a:rPr lang="en-US" altLang="zh-TW" dirty="0"/>
                        <a:t>6</a:t>
                      </a:r>
                      <a:endParaRPr lang="zh-TW" altLang="en-US" dirty="0"/>
                    </a:p>
                  </a:txBody>
                  <a:tcPr/>
                </a:tc>
                <a:tc>
                  <a:txBody>
                    <a:bodyPr/>
                    <a:lstStyle/>
                    <a:p>
                      <a:pPr algn="ctr"/>
                      <a:r>
                        <a:rPr lang="en-US" altLang="zh-TW" dirty="0"/>
                        <a:t>7</a:t>
                      </a:r>
                      <a:endParaRPr lang="zh-TW" altLang="en-US" dirty="0"/>
                    </a:p>
                  </a:txBody>
                  <a:tcPr/>
                </a:tc>
                <a:extLst>
                  <a:ext uri="{0D108BD9-81ED-4DB2-BD59-A6C34878D82A}">
                    <a16:rowId xmlns:a16="http://schemas.microsoft.com/office/drawing/2014/main" val="454574209"/>
                  </a:ext>
                </a:extLst>
              </a:tr>
              <a:tr h="370840">
                <a:tc>
                  <a:txBody>
                    <a:bodyPr/>
                    <a:lstStyle/>
                    <a:p>
                      <a:pPr algn="ctr"/>
                      <a:r>
                        <a:rPr lang="en-US" altLang="zh-TW" dirty="0"/>
                        <a:t>p[</a:t>
                      </a:r>
                      <a:r>
                        <a:rPr lang="en-US" altLang="zh-TW" dirty="0" err="1"/>
                        <a:t>i</a:t>
                      </a:r>
                      <a:r>
                        <a:rPr lang="en-US" altLang="zh-TW" dirty="0"/>
                        <a:t>]</a:t>
                      </a:r>
                      <a:endParaRPr lang="zh-TW" altLang="en-US" dirty="0"/>
                    </a:p>
                  </a:txBody>
                  <a:tcPr/>
                </a:tc>
                <a:tc>
                  <a:txBody>
                    <a:bodyPr/>
                    <a:lstStyle/>
                    <a:p>
                      <a:pPr algn="ctr"/>
                      <a:r>
                        <a:rPr lang="en-US" altLang="zh-TW" dirty="0"/>
                        <a:t>10</a:t>
                      </a:r>
                      <a:endParaRPr lang="zh-TW" altLang="en-US" dirty="0"/>
                    </a:p>
                  </a:txBody>
                  <a:tcPr/>
                </a:tc>
                <a:tc>
                  <a:txBody>
                    <a:bodyPr/>
                    <a:lstStyle/>
                    <a:p>
                      <a:pPr algn="ctr"/>
                      <a:r>
                        <a:rPr lang="en-US" altLang="zh-TW" dirty="0"/>
                        <a:t>15</a:t>
                      </a:r>
                      <a:endParaRPr lang="zh-TW" altLang="en-US" dirty="0"/>
                    </a:p>
                  </a:txBody>
                  <a:tcPr/>
                </a:tc>
                <a:tc>
                  <a:txBody>
                    <a:bodyPr/>
                    <a:lstStyle/>
                    <a:p>
                      <a:pPr algn="ctr"/>
                      <a:r>
                        <a:rPr lang="en-US" altLang="zh-TW" dirty="0"/>
                        <a:t>18</a:t>
                      </a:r>
                      <a:endParaRPr lang="zh-TW" altLang="en-US" dirty="0"/>
                    </a:p>
                  </a:txBody>
                  <a:tcPr/>
                </a:tc>
                <a:tc>
                  <a:txBody>
                    <a:bodyPr/>
                    <a:lstStyle/>
                    <a:p>
                      <a:pPr algn="ctr"/>
                      <a:r>
                        <a:rPr lang="en-US" altLang="zh-TW" dirty="0"/>
                        <a:t>20</a:t>
                      </a:r>
                      <a:endParaRPr lang="zh-TW" altLang="en-US" dirty="0"/>
                    </a:p>
                  </a:txBody>
                  <a:tcPr/>
                </a:tc>
                <a:tc>
                  <a:txBody>
                    <a:bodyPr/>
                    <a:lstStyle/>
                    <a:p>
                      <a:pPr algn="ctr"/>
                      <a:r>
                        <a:rPr lang="en-US" altLang="zh-TW" dirty="0"/>
                        <a:t>22</a:t>
                      </a:r>
                      <a:endParaRPr lang="zh-TW" altLang="en-US" dirty="0"/>
                    </a:p>
                  </a:txBody>
                  <a:tcPr/>
                </a:tc>
                <a:tc>
                  <a:txBody>
                    <a:bodyPr/>
                    <a:lstStyle/>
                    <a:p>
                      <a:pPr algn="ctr"/>
                      <a:r>
                        <a:rPr lang="en-US" altLang="zh-TW" dirty="0"/>
                        <a:t>27</a:t>
                      </a:r>
                      <a:endParaRPr lang="zh-TW" altLang="en-US" dirty="0"/>
                    </a:p>
                  </a:txBody>
                  <a:tcPr/>
                </a:tc>
                <a:tc>
                  <a:txBody>
                    <a:bodyPr/>
                    <a:lstStyle/>
                    <a:p>
                      <a:pPr algn="ctr"/>
                      <a:r>
                        <a:rPr lang="en-US" altLang="zh-TW" dirty="0"/>
                        <a:t>30</a:t>
                      </a:r>
                      <a:endParaRPr lang="zh-TW" altLang="en-US" dirty="0"/>
                    </a:p>
                  </a:txBody>
                  <a:tcPr/>
                </a:tc>
                <a:extLst>
                  <a:ext uri="{0D108BD9-81ED-4DB2-BD59-A6C34878D82A}">
                    <a16:rowId xmlns:a16="http://schemas.microsoft.com/office/drawing/2014/main" val="3171394795"/>
                  </a:ext>
                </a:extLst>
              </a:tr>
              <a:tr h="370840">
                <a:tc>
                  <a:txBody>
                    <a:bodyPr/>
                    <a:lstStyle/>
                    <a:p>
                      <a:pPr algn="ctr"/>
                      <a:r>
                        <a:rPr lang="en-US" altLang="zh-TW" dirty="0"/>
                        <a:t>E</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0</a:t>
                      </a:r>
                      <a:endParaRPr lang="zh-TW" altLang="en-US" dirty="0"/>
                    </a:p>
                  </a:txBody>
                  <a:tcPr/>
                </a:tc>
                <a:tc>
                  <a:txBody>
                    <a:bodyPr/>
                    <a:lstStyle/>
                    <a:p>
                      <a:pPr algn="ctr"/>
                      <a:endParaRPr lang="zh-TW" altLang="en-US" dirty="0"/>
                    </a:p>
                  </a:txBody>
                  <a:tcPr/>
                </a:tc>
                <a:extLst>
                  <a:ext uri="{0D108BD9-81ED-4DB2-BD59-A6C34878D82A}">
                    <a16:rowId xmlns:a16="http://schemas.microsoft.com/office/drawing/2014/main" val="2900572466"/>
                  </a:ext>
                </a:extLst>
              </a:tr>
            </a:tbl>
          </a:graphicData>
        </a:graphic>
      </p:graphicFrame>
    </p:spTree>
    <p:extLst>
      <p:ext uri="{BB962C8B-B14F-4D97-AF65-F5344CB8AC3E}">
        <p14:creationId xmlns:p14="http://schemas.microsoft.com/office/powerpoint/2010/main" val="43259783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A84D4-B79E-02DC-7612-4D695D281EA3}"/>
              </a:ext>
            </a:extLst>
          </p:cNvPr>
          <p:cNvSpPr>
            <a:spLocks noGrp="1"/>
          </p:cNvSpPr>
          <p:nvPr>
            <p:ph type="title"/>
          </p:nvPr>
        </p:nvSpPr>
        <p:spPr>
          <a:xfrm>
            <a:off x="838200" y="346075"/>
            <a:ext cx="10515600" cy="1325563"/>
          </a:xfrm>
        </p:spPr>
        <p:txBody>
          <a:bodyPr>
            <a:normAutofit/>
          </a:bodyPr>
          <a:lstStyle/>
          <a:p>
            <a:r>
              <a:rPr kumimoji="1" lang="en-US" altLang="zh-TW" sz="3200" b="1" dirty="0">
                <a:latin typeface="Times New Roman" panose="02020603050405020304" pitchFamily="18" charset="0"/>
                <a:cs typeface="Times New Roman" panose="02020603050405020304" pitchFamily="18" charset="0"/>
              </a:rPr>
              <a:t>Verification</a:t>
            </a:r>
            <a:endParaRPr kumimoji="1" lang="zh-TW" altLang="en-US" sz="3200" b="1"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0CE38594-F4A6-3C1E-58EE-082AEA6445B4}"/>
              </a:ext>
            </a:extLst>
          </p:cNvPr>
          <p:cNvSpPr>
            <a:spLocks noGrp="1"/>
          </p:cNvSpPr>
          <p:nvPr>
            <p:ph type="sldNum" sz="quarter" idx="12"/>
          </p:nvPr>
        </p:nvSpPr>
        <p:spPr/>
        <p:txBody>
          <a:bodyPr/>
          <a:lstStyle/>
          <a:p>
            <a:fld id="{7FE2C478-69CB-4CE2-A453-7F649089E273}" type="slidenum">
              <a:rPr lang="zh-TW" altLang="en-US" smtClean="0"/>
              <a:t>7</a:t>
            </a:fld>
            <a:endParaRPr lang="zh-TW" altLang="en-US"/>
          </a:p>
        </p:txBody>
      </p:sp>
      <p:sp>
        <p:nvSpPr>
          <p:cNvPr id="5" name="Content Placeholder 3">
            <a:extLst>
              <a:ext uri="{FF2B5EF4-FFF2-40B4-BE49-F238E27FC236}">
                <a16:creationId xmlns:a16="http://schemas.microsoft.com/office/drawing/2014/main" id="{D5780754-891B-DA25-D843-19C125C710C6}"/>
              </a:ext>
            </a:extLst>
          </p:cNvPr>
          <p:cNvSpPr txBox="1">
            <a:spLocks/>
          </p:cNvSpPr>
          <p:nvPr/>
        </p:nvSpPr>
        <p:spPr>
          <a:xfrm>
            <a:off x="838200" y="1855944"/>
            <a:ext cx="10796451" cy="444309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en-US" altLang="zh-TW" sz="2600" dirty="0">
                <a:latin typeface="Times New Roman" panose="02020603050405020304" pitchFamily="18" charset="0"/>
                <a:cs typeface="Times New Roman" panose="02020603050405020304" pitchFamily="18" charset="0"/>
              </a:rPr>
              <a:t>traversed in accordance with the table r and E</a:t>
            </a:r>
          </a:p>
        </p:txBody>
      </p:sp>
      <p:graphicFrame>
        <p:nvGraphicFramePr>
          <p:cNvPr id="3" name="Table 2">
            <a:extLst>
              <a:ext uri="{FF2B5EF4-FFF2-40B4-BE49-F238E27FC236}">
                <a16:creationId xmlns:a16="http://schemas.microsoft.com/office/drawing/2014/main" id="{119F9BB8-3F50-C889-A554-3E447C4154C7}"/>
              </a:ext>
            </a:extLst>
          </p:cNvPr>
          <p:cNvGraphicFramePr>
            <a:graphicFrameLocks noGrp="1"/>
          </p:cNvGraphicFramePr>
          <p:nvPr>
            <p:extLst>
              <p:ext uri="{D42A27DB-BD31-4B8C-83A1-F6EECF244321}">
                <p14:modId xmlns:p14="http://schemas.microsoft.com/office/powerpoint/2010/main" val="1613082888"/>
              </p:ext>
            </p:extLst>
          </p:nvPr>
        </p:nvGraphicFramePr>
        <p:xfrm>
          <a:off x="1169988" y="2536083"/>
          <a:ext cx="9852024" cy="1112520"/>
        </p:xfrm>
        <a:graphic>
          <a:graphicData uri="http://schemas.openxmlformats.org/drawingml/2006/table">
            <a:tbl>
              <a:tblPr firstRow="1" bandRow="1">
                <a:tableStyleId>{5940675A-B579-460E-94D1-54222C63F5DA}</a:tableStyleId>
              </a:tblPr>
              <a:tblGrid>
                <a:gridCol w="703716">
                  <a:extLst>
                    <a:ext uri="{9D8B030D-6E8A-4147-A177-3AD203B41FA5}">
                      <a16:colId xmlns:a16="http://schemas.microsoft.com/office/drawing/2014/main" val="2708474639"/>
                    </a:ext>
                  </a:extLst>
                </a:gridCol>
                <a:gridCol w="703716">
                  <a:extLst>
                    <a:ext uri="{9D8B030D-6E8A-4147-A177-3AD203B41FA5}">
                      <a16:colId xmlns:a16="http://schemas.microsoft.com/office/drawing/2014/main" val="76567237"/>
                    </a:ext>
                  </a:extLst>
                </a:gridCol>
                <a:gridCol w="703716">
                  <a:extLst>
                    <a:ext uri="{9D8B030D-6E8A-4147-A177-3AD203B41FA5}">
                      <a16:colId xmlns:a16="http://schemas.microsoft.com/office/drawing/2014/main" val="1965286310"/>
                    </a:ext>
                  </a:extLst>
                </a:gridCol>
                <a:gridCol w="703716">
                  <a:extLst>
                    <a:ext uri="{9D8B030D-6E8A-4147-A177-3AD203B41FA5}">
                      <a16:colId xmlns:a16="http://schemas.microsoft.com/office/drawing/2014/main" val="1275076656"/>
                    </a:ext>
                  </a:extLst>
                </a:gridCol>
                <a:gridCol w="703716">
                  <a:extLst>
                    <a:ext uri="{9D8B030D-6E8A-4147-A177-3AD203B41FA5}">
                      <a16:colId xmlns:a16="http://schemas.microsoft.com/office/drawing/2014/main" val="480674560"/>
                    </a:ext>
                  </a:extLst>
                </a:gridCol>
                <a:gridCol w="703716">
                  <a:extLst>
                    <a:ext uri="{9D8B030D-6E8A-4147-A177-3AD203B41FA5}">
                      <a16:colId xmlns:a16="http://schemas.microsoft.com/office/drawing/2014/main" val="219191811"/>
                    </a:ext>
                  </a:extLst>
                </a:gridCol>
                <a:gridCol w="703716">
                  <a:extLst>
                    <a:ext uri="{9D8B030D-6E8A-4147-A177-3AD203B41FA5}">
                      <a16:colId xmlns:a16="http://schemas.microsoft.com/office/drawing/2014/main" val="407415355"/>
                    </a:ext>
                  </a:extLst>
                </a:gridCol>
                <a:gridCol w="703716">
                  <a:extLst>
                    <a:ext uri="{9D8B030D-6E8A-4147-A177-3AD203B41FA5}">
                      <a16:colId xmlns:a16="http://schemas.microsoft.com/office/drawing/2014/main" val="2599989652"/>
                    </a:ext>
                  </a:extLst>
                </a:gridCol>
                <a:gridCol w="703716">
                  <a:extLst>
                    <a:ext uri="{9D8B030D-6E8A-4147-A177-3AD203B41FA5}">
                      <a16:colId xmlns:a16="http://schemas.microsoft.com/office/drawing/2014/main" val="2871130755"/>
                    </a:ext>
                  </a:extLst>
                </a:gridCol>
                <a:gridCol w="703716">
                  <a:extLst>
                    <a:ext uri="{9D8B030D-6E8A-4147-A177-3AD203B41FA5}">
                      <a16:colId xmlns:a16="http://schemas.microsoft.com/office/drawing/2014/main" val="2949166195"/>
                    </a:ext>
                  </a:extLst>
                </a:gridCol>
                <a:gridCol w="703716">
                  <a:extLst>
                    <a:ext uri="{9D8B030D-6E8A-4147-A177-3AD203B41FA5}">
                      <a16:colId xmlns:a16="http://schemas.microsoft.com/office/drawing/2014/main" val="158192932"/>
                    </a:ext>
                  </a:extLst>
                </a:gridCol>
                <a:gridCol w="703716">
                  <a:extLst>
                    <a:ext uri="{9D8B030D-6E8A-4147-A177-3AD203B41FA5}">
                      <a16:colId xmlns:a16="http://schemas.microsoft.com/office/drawing/2014/main" val="3888783150"/>
                    </a:ext>
                  </a:extLst>
                </a:gridCol>
                <a:gridCol w="703716">
                  <a:extLst>
                    <a:ext uri="{9D8B030D-6E8A-4147-A177-3AD203B41FA5}">
                      <a16:colId xmlns:a16="http://schemas.microsoft.com/office/drawing/2014/main" val="1912800375"/>
                    </a:ext>
                  </a:extLst>
                </a:gridCol>
                <a:gridCol w="703716">
                  <a:extLst>
                    <a:ext uri="{9D8B030D-6E8A-4147-A177-3AD203B41FA5}">
                      <a16:colId xmlns:a16="http://schemas.microsoft.com/office/drawing/2014/main" val="3675199077"/>
                    </a:ext>
                  </a:extLst>
                </a:gridCol>
              </a:tblGrid>
              <a:tr h="370840">
                <a:tc>
                  <a:txBody>
                    <a:bodyPr/>
                    <a:lstStyle/>
                    <a:p>
                      <a:pPr algn="ctr"/>
                      <a:r>
                        <a:rPr lang="en-US" altLang="zh-TW" dirty="0" err="1"/>
                        <a:t>i</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5</a:t>
                      </a:r>
                      <a:endParaRPr lang="zh-TW" altLang="en-US" dirty="0"/>
                    </a:p>
                  </a:txBody>
                  <a:tcPr/>
                </a:tc>
                <a:tc>
                  <a:txBody>
                    <a:bodyPr/>
                    <a:lstStyle/>
                    <a:p>
                      <a:pPr algn="ctr"/>
                      <a:r>
                        <a:rPr lang="en-US" altLang="zh-TW" dirty="0"/>
                        <a:t>6</a:t>
                      </a:r>
                      <a:endParaRPr lang="zh-TW" altLang="en-US" dirty="0"/>
                    </a:p>
                  </a:txBody>
                  <a:tcPr/>
                </a:tc>
                <a:tc>
                  <a:txBody>
                    <a:bodyPr/>
                    <a:lstStyle/>
                    <a:p>
                      <a:pPr algn="ctr"/>
                      <a:r>
                        <a:rPr lang="en-US" altLang="zh-TW" dirty="0"/>
                        <a:t>7</a:t>
                      </a:r>
                      <a:endParaRPr lang="zh-TW" altLang="en-US" dirty="0"/>
                    </a:p>
                  </a:txBody>
                  <a:tcPr/>
                </a:tc>
                <a:tc>
                  <a:txBody>
                    <a:bodyPr/>
                    <a:lstStyle/>
                    <a:p>
                      <a:pPr algn="ctr"/>
                      <a:r>
                        <a:rPr lang="en-US" altLang="zh-TW" dirty="0"/>
                        <a:t>8</a:t>
                      </a:r>
                      <a:endParaRPr lang="zh-TW" altLang="en-US" dirty="0"/>
                    </a:p>
                  </a:txBody>
                  <a:tcPr/>
                </a:tc>
                <a:tc>
                  <a:txBody>
                    <a:bodyPr/>
                    <a:lstStyle/>
                    <a:p>
                      <a:pPr algn="ctr"/>
                      <a:r>
                        <a:rPr lang="en-US" altLang="zh-TW" dirty="0"/>
                        <a:t>9</a:t>
                      </a:r>
                      <a:endParaRPr lang="zh-TW" altLang="en-US" dirty="0"/>
                    </a:p>
                  </a:txBody>
                  <a:tcPr/>
                </a:tc>
                <a:tc>
                  <a:txBody>
                    <a:bodyPr/>
                    <a:lstStyle/>
                    <a:p>
                      <a:pPr algn="ctr"/>
                      <a:r>
                        <a:rPr lang="en-US" altLang="zh-TW" dirty="0"/>
                        <a:t>10</a:t>
                      </a:r>
                      <a:endParaRPr lang="zh-TW" altLang="en-US" dirty="0"/>
                    </a:p>
                  </a:txBody>
                  <a:tcPr/>
                </a:tc>
                <a:tc>
                  <a:txBody>
                    <a:bodyPr/>
                    <a:lstStyle/>
                    <a:p>
                      <a:pPr algn="ctr"/>
                      <a:r>
                        <a:rPr lang="en-US" altLang="zh-TW" dirty="0"/>
                        <a:t>11</a:t>
                      </a:r>
                      <a:endParaRPr lang="zh-TW" altLang="en-US" dirty="0"/>
                    </a:p>
                  </a:txBody>
                  <a:tcPr/>
                </a:tc>
                <a:tc>
                  <a:txBody>
                    <a:bodyPr/>
                    <a:lstStyle/>
                    <a:p>
                      <a:pPr algn="ctr"/>
                      <a:r>
                        <a:rPr lang="en-US" altLang="zh-TW" dirty="0"/>
                        <a:t>12</a:t>
                      </a:r>
                      <a:endParaRPr lang="zh-TW" altLang="en-US" dirty="0"/>
                    </a:p>
                  </a:txBody>
                  <a:tcPr/>
                </a:tc>
                <a:tc>
                  <a:txBody>
                    <a:bodyPr/>
                    <a:lstStyle/>
                    <a:p>
                      <a:pPr algn="ctr"/>
                      <a:r>
                        <a:rPr lang="en-US" altLang="zh-TW" dirty="0"/>
                        <a:t>13</a:t>
                      </a:r>
                      <a:endParaRPr lang="zh-TW" altLang="en-US" dirty="0"/>
                    </a:p>
                  </a:txBody>
                  <a:tcPr/>
                </a:tc>
                <a:extLst>
                  <a:ext uri="{0D108BD9-81ED-4DB2-BD59-A6C34878D82A}">
                    <a16:rowId xmlns:a16="http://schemas.microsoft.com/office/drawing/2014/main" val="454574209"/>
                  </a:ext>
                </a:extLst>
              </a:tr>
              <a:tr h="370840">
                <a:tc>
                  <a:txBody>
                    <a:bodyPr/>
                    <a:lstStyle/>
                    <a:p>
                      <a:pPr algn="ctr"/>
                      <a:r>
                        <a:rPr lang="en-US" altLang="zh-TW" dirty="0"/>
                        <a:t>T</a:t>
                      </a:r>
                      <a:endParaRPr lang="zh-TW" altLang="en-US" dirty="0"/>
                    </a:p>
                  </a:txBody>
                  <a:tcPr/>
                </a:tc>
                <a:tc>
                  <a:txBody>
                    <a:bodyPr/>
                    <a:lstStyle/>
                    <a:p>
                      <a:pPr algn="ctr"/>
                      <a:r>
                        <a:rPr lang="en-US" altLang="zh-TW" dirty="0"/>
                        <a:t>22</a:t>
                      </a:r>
                      <a:endParaRPr lang="zh-TW" altLang="en-US" dirty="0"/>
                    </a:p>
                  </a:txBody>
                  <a:tcPr/>
                </a:tc>
                <a:tc>
                  <a:txBody>
                    <a:bodyPr/>
                    <a:lstStyle/>
                    <a:p>
                      <a:pPr algn="ctr"/>
                      <a:r>
                        <a:rPr lang="en-US" altLang="zh-TW" dirty="0"/>
                        <a:t>85</a:t>
                      </a:r>
                      <a:endParaRPr lang="zh-TW" altLang="en-US" dirty="0"/>
                    </a:p>
                  </a:txBody>
                  <a:tcPr/>
                </a:tc>
                <a:tc>
                  <a:txBody>
                    <a:bodyPr/>
                    <a:lstStyle/>
                    <a:p>
                      <a:pPr algn="ctr"/>
                      <a:r>
                        <a:rPr lang="en-US" altLang="zh-TW" dirty="0"/>
                        <a:t>79</a:t>
                      </a:r>
                      <a:endParaRPr lang="zh-TW" altLang="en-US" dirty="0"/>
                    </a:p>
                  </a:txBody>
                  <a:tcPr/>
                </a:tc>
                <a:tc>
                  <a:txBody>
                    <a:bodyPr/>
                    <a:lstStyle/>
                    <a:p>
                      <a:pPr algn="ctr"/>
                      <a:r>
                        <a:rPr lang="en-US" altLang="zh-TW" dirty="0"/>
                        <a:t>24</a:t>
                      </a:r>
                      <a:endParaRPr lang="zh-TW" altLang="en-US" dirty="0"/>
                    </a:p>
                  </a:txBody>
                  <a:tcPr/>
                </a:tc>
                <a:tc>
                  <a:txBody>
                    <a:bodyPr/>
                    <a:lstStyle/>
                    <a:p>
                      <a:pPr algn="ctr"/>
                      <a:r>
                        <a:rPr lang="en-US" altLang="zh-TW" dirty="0"/>
                        <a:t>42</a:t>
                      </a:r>
                      <a:endParaRPr lang="zh-TW" altLang="en-US" dirty="0"/>
                    </a:p>
                  </a:txBody>
                  <a:tcPr/>
                </a:tc>
                <a:tc>
                  <a:txBody>
                    <a:bodyPr/>
                    <a:lstStyle/>
                    <a:p>
                      <a:pPr algn="ctr"/>
                      <a:r>
                        <a:rPr lang="en-US" altLang="zh-TW" dirty="0"/>
                        <a:t>27</a:t>
                      </a:r>
                      <a:endParaRPr lang="zh-TW" altLang="en-US" dirty="0"/>
                    </a:p>
                  </a:txBody>
                  <a:tcPr/>
                </a:tc>
                <a:tc>
                  <a:txBody>
                    <a:bodyPr/>
                    <a:lstStyle/>
                    <a:p>
                      <a:pPr algn="ctr"/>
                      <a:r>
                        <a:rPr lang="en-US" altLang="zh-TW" dirty="0"/>
                        <a:t>62</a:t>
                      </a:r>
                      <a:endParaRPr lang="zh-TW" altLang="en-US" dirty="0"/>
                    </a:p>
                  </a:txBody>
                  <a:tcPr/>
                </a:tc>
                <a:tc>
                  <a:txBody>
                    <a:bodyPr/>
                    <a:lstStyle/>
                    <a:p>
                      <a:pPr algn="ctr"/>
                      <a:r>
                        <a:rPr lang="en-US" altLang="zh-TW" dirty="0"/>
                        <a:t>40</a:t>
                      </a:r>
                      <a:endParaRPr lang="zh-TW" altLang="en-US" dirty="0"/>
                    </a:p>
                  </a:txBody>
                  <a:tcPr/>
                </a:tc>
                <a:tc>
                  <a:txBody>
                    <a:bodyPr/>
                    <a:lstStyle/>
                    <a:p>
                      <a:pPr algn="ctr"/>
                      <a:r>
                        <a:rPr lang="en-US" altLang="zh-TW" dirty="0"/>
                        <a:t>32</a:t>
                      </a:r>
                      <a:endParaRPr lang="zh-TW" altLang="en-US" dirty="0"/>
                    </a:p>
                  </a:txBody>
                  <a:tcPr/>
                </a:tc>
                <a:tc>
                  <a:txBody>
                    <a:bodyPr/>
                    <a:lstStyle/>
                    <a:p>
                      <a:pPr algn="ctr"/>
                      <a:r>
                        <a:rPr lang="en-US" altLang="zh-TW" dirty="0"/>
                        <a:t>47</a:t>
                      </a:r>
                      <a:endParaRPr lang="zh-TW" altLang="en-US" dirty="0"/>
                    </a:p>
                  </a:txBody>
                  <a:tcPr/>
                </a:tc>
                <a:tc>
                  <a:txBody>
                    <a:bodyPr/>
                    <a:lstStyle/>
                    <a:p>
                      <a:pPr algn="ctr"/>
                      <a:r>
                        <a:rPr lang="en-US" altLang="zh-TW" dirty="0"/>
                        <a:t>69</a:t>
                      </a:r>
                      <a:endParaRPr lang="zh-TW" altLang="en-US" dirty="0"/>
                    </a:p>
                  </a:txBody>
                  <a:tcPr/>
                </a:tc>
                <a:tc>
                  <a:txBody>
                    <a:bodyPr/>
                    <a:lstStyle/>
                    <a:p>
                      <a:pPr algn="ctr"/>
                      <a:r>
                        <a:rPr lang="en-US" altLang="zh-TW" dirty="0"/>
                        <a:t>55</a:t>
                      </a:r>
                      <a:endParaRPr lang="zh-TW" altLang="en-US" dirty="0"/>
                    </a:p>
                  </a:txBody>
                  <a:tcPr/>
                </a:tc>
                <a:tc>
                  <a:txBody>
                    <a:bodyPr/>
                    <a:lstStyle/>
                    <a:p>
                      <a:pPr algn="ctr"/>
                      <a:r>
                        <a:rPr lang="en-US" altLang="zh-TW" dirty="0"/>
                        <a:t>25</a:t>
                      </a:r>
                      <a:endParaRPr lang="zh-TW" altLang="en-US" dirty="0"/>
                    </a:p>
                  </a:txBody>
                  <a:tcPr/>
                </a:tc>
                <a:extLst>
                  <a:ext uri="{0D108BD9-81ED-4DB2-BD59-A6C34878D82A}">
                    <a16:rowId xmlns:a16="http://schemas.microsoft.com/office/drawing/2014/main" val="3171394795"/>
                  </a:ext>
                </a:extLst>
              </a:tr>
              <a:tr h="370840">
                <a:tc>
                  <a:txBody>
                    <a:bodyPr/>
                    <a:lstStyle/>
                    <a:p>
                      <a:pPr algn="ctr"/>
                      <a:r>
                        <a:rPr lang="en-US" altLang="zh-TW" dirty="0"/>
                        <a:t>T’</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0</a:t>
                      </a:r>
                      <a:endParaRPr lang="zh-TW" altLang="en-US" dirty="0"/>
                    </a:p>
                  </a:txBody>
                  <a:tcPr/>
                </a:tc>
                <a:tc>
                  <a:txBody>
                    <a:bodyPr/>
                    <a:lstStyle/>
                    <a:p>
                      <a:pPr algn="ctr"/>
                      <a:endParaRPr lang="zh-TW" altLang="en-US" dirty="0"/>
                    </a:p>
                  </a:txBody>
                  <a:tcPr/>
                </a:tc>
                <a:extLst>
                  <a:ext uri="{0D108BD9-81ED-4DB2-BD59-A6C34878D82A}">
                    <a16:rowId xmlns:a16="http://schemas.microsoft.com/office/drawing/2014/main" val="2900572466"/>
                  </a:ext>
                </a:extLst>
              </a:tr>
            </a:tbl>
          </a:graphicData>
        </a:graphic>
      </p:graphicFrame>
      <p:sp>
        <p:nvSpPr>
          <p:cNvPr id="4" name="Rectangle 3">
            <a:extLst>
              <a:ext uri="{FF2B5EF4-FFF2-40B4-BE49-F238E27FC236}">
                <a16:creationId xmlns:a16="http://schemas.microsoft.com/office/drawing/2014/main" id="{5124A727-1B29-8EAA-D8A4-C6D9CB04E532}"/>
              </a:ext>
            </a:extLst>
          </p:cNvPr>
          <p:cNvSpPr/>
          <p:nvPr/>
        </p:nvSpPr>
        <p:spPr>
          <a:xfrm>
            <a:off x="3952875" y="2536083"/>
            <a:ext cx="4953829" cy="111252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7" name="Table 8">
            <a:extLst>
              <a:ext uri="{FF2B5EF4-FFF2-40B4-BE49-F238E27FC236}">
                <a16:creationId xmlns:a16="http://schemas.microsoft.com/office/drawing/2014/main" id="{2DC4B0C6-AF50-1DED-1616-76A27C8A4F6C}"/>
              </a:ext>
            </a:extLst>
          </p:cNvPr>
          <p:cNvGraphicFramePr>
            <a:graphicFrameLocks noGrp="1"/>
          </p:cNvGraphicFramePr>
          <p:nvPr>
            <p:extLst>
              <p:ext uri="{D42A27DB-BD31-4B8C-83A1-F6EECF244321}">
                <p14:modId xmlns:p14="http://schemas.microsoft.com/office/powerpoint/2010/main" val="3640725439"/>
              </p:ext>
            </p:extLst>
          </p:nvPr>
        </p:nvGraphicFramePr>
        <p:xfrm>
          <a:off x="3285296" y="3951303"/>
          <a:ext cx="5621408" cy="1112520"/>
        </p:xfrm>
        <a:graphic>
          <a:graphicData uri="http://schemas.openxmlformats.org/drawingml/2006/table">
            <a:tbl>
              <a:tblPr firstRow="1" bandRow="1">
                <a:tableStyleId>{5940675A-B579-460E-94D1-54222C63F5DA}</a:tableStyleId>
              </a:tblPr>
              <a:tblGrid>
                <a:gridCol w="702676">
                  <a:extLst>
                    <a:ext uri="{9D8B030D-6E8A-4147-A177-3AD203B41FA5}">
                      <a16:colId xmlns:a16="http://schemas.microsoft.com/office/drawing/2014/main" val="2708474639"/>
                    </a:ext>
                  </a:extLst>
                </a:gridCol>
                <a:gridCol w="702676">
                  <a:extLst>
                    <a:ext uri="{9D8B030D-6E8A-4147-A177-3AD203B41FA5}">
                      <a16:colId xmlns:a16="http://schemas.microsoft.com/office/drawing/2014/main" val="76567237"/>
                    </a:ext>
                  </a:extLst>
                </a:gridCol>
                <a:gridCol w="702676">
                  <a:extLst>
                    <a:ext uri="{9D8B030D-6E8A-4147-A177-3AD203B41FA5}">
                      <a16:colId xmlns:a16="http://schemas.microsoft.com/office/drawing/2014/main" val="1965286310"/>
                    </a:ext>
                  </a:extLst>
                </a:gridCol>
                <a:gridCol w="702676">
                  <a:extLst>
                    <a:ext uri="{9D8B030D-6E8A-4147-A177-3AD203B41FA5}">
                      <a16:colId xmlns:a16="http://schemas.microsoft.com/office/drawing/2014/main" val="1275076656"/>
                    </a:ext>
                  </a:extLst>
                </a:gridCol>
                <a:gridCol w="702676">
                  <a:extLst>
                    <a:ext uri="{9D8B030D-6E8A-4147-A177-3AD203B41FA5}">
                      <a16:colId xmlns:a16="http://schemas.microsoft.com/office/drawing/2014/main" val="480674560"/>
                    </a:ext>
                  </a:extLst>
                </a:gridCol>
                <a:gridCol w="702676">
                  <a:extLst>
                    <a:ext uri="{9D8B030D-6E8A-4147-A177-3AD203B41FA5}">
                      <a16:colId xmlns:a16="http://schemas.microsoft.com/office/drawing/2014/main" val="219191811"/>
                    </a:ext>
                  </a:extLst>
                </a:gridCol>
                <a:gridCol w="702676">
                  <a:extLst>
                    <a:ext uri="{9D8B030D-6E8A-4147-A177-3AD203B41FA5}">
                      <a16:colId xmlns:a16="http://schemas.microsoft.com/office/drawing/2014/main" val="407415355"/>
                    </a:ext>
                  </a:extLst>
                </a:gridCol>
                <a:gridCol w="702676">
                  <a:extLst>
                    <a:ext uri="{9D8B030D-6E8A-4147-A177-3AD203B41FA5}">
                      <a16:colId xmlns:a16="http://schemas.microsoft.com/office/drawing/2014/main" val="2599989652"/>
                    </a:ext>
                  </a:extLst>
                </a:gridCol>
              </a:tblGrid>
              <a:tr h="370840">
                <a:tc>
                  <a:txBody>
                    <a:bodyPr/>
                    <a:lstStyle/>
                    <a:p>
                      <a:pPr algn="ctr"/>
                      <a:r>
                        <a:rPr lang="en-US" altLang="zh-TW" dirty="0"/>
                        <a:t>T</a:t>
                      </a:r>
                      <a:endParaRPr lang="zh-TW" altLang="en-US" dirty="0"/>
                    </a:p>
                  </a:txBody>
                  <a:tcPr/>
                </a:tc>
                <a:tc>
                  <a:txBody>
                    <a:bodyPr/>
                    <a:lstStyle/>
                    <a:p>
                      <a:pPr algn="ctr"/>
                      <a:r>
                        <a:rPr lang="en-US" altLang="zh-TW" dirty="0"/>
                        <a:t>24</a:t>
                      </a:r>
                      <a:endParaRPr lang="zh-TW" altLang="en-US" dirty="0"/>
                    </a:p>
                  </a:txBody>
                  <a:tcPr/>
                </a:tc>
                <a:tc>
                  <a:txBody>
                    <a:bodyPr/>
                    <a:lstStyle/>
                    <a:p>
                      <a:pPr algn="ctr"/>
                      <a:r>
                        <a:rPr lang="en-US" altLang="zh-TW" dirty="0"/>
                        <a:t>27</a:t>
                      </a:r>
                      <a:endParaRPr lang="zh-TW" altLang="en-US" dirty="0"/>
                    </a:p>
                  </a:txBody>
                  <a:tcPr/>
                </a:tc>
                <a:tc>
                  <a:txBody>
                    <a:bodyPr/>
                    <a:lstStyle/>
                    <a:p>
                      <a:pPr algn="ctr"/>
                      <a:r>
                        <a:rPr lang="en-US" altLang="zh-TW" dirty="0"/>
                        <a:t>32</a:t>
                      </a:r>
                      <a:endParaRPr lang="zh-TW" altLang="en-US" dirty="0"/>
                    </a:p>
                  </a:txBody>
                  <a:tcPr/>
                </a:tc>
                <a:tc>
                  <a:txBody>
                    <a:bodyPr/>
                    <a:lstStyle/>
                    <a:p>
                      <a:pPr algn="ctr"/>
                      <a:r>
                        <a:rPr lang="en-US" altLang="zh-TW" dirty="0"/>
                        <a:t>30</a:t>
                      </a:r>
                      <a:endParaRPr lang="zh-TW" altLang="en-US" dirty="0"/>
                    </a:p>
                  </a:txBody>
                  <a:tcPr/>
                </a:tc>
                <a:tc>
                  <a:txBody>
                    <a:bodyPr/>
                    <a:lstStyle/>
                    <a:p>
                      <a:pPr algn="ctr"/>
                      <a:r>
                        <a:rPr lang="en-US" altLang="zh-TW" dirty="0"/>
                        <a:t>42</a:t>
                      </a:r>
                      <a:endParaRPr lang="zh-TW" altLang="en-US" dirty="0"/>
                    </a:p>
                  </a:txBody>
                  <a:tcPr/>
                </a:tc>
                <a:tc>
                  <a:txBody>
                    <a:bodyPr/>
                    <a:lstStyle/>
                    <a:p>
                      <a:pPr algn="ctr"/>
                      <a:r>
                        <a:rPr lang="en-US" altLang="zh-TW" dirty="0"/>
                        <a:t>47</a:t>
                      </a:r>
                      <a:endParaRPr lang="zh-TW" altLang="en-US" dirty="0"/>
                    </a:p>
                  </a:txBody>
                  <a:tcPr/>
                </a:tc>
                <a:tc>
                  <a:txBody>
                    <a:bodyPr/>
                    <a:lstStyle/>
                    <a:p>
                      <a:pPr algn="ctr"/>
                      <a:r>
                        <a:rPr lang="en-US" altLang="zh-TW" dirty="0"/>
                        <a:t>62</a:t>
                      </a:r>
                      <a:endParaRPr lang="zh-TW" altLang="en-US" dirty="0"/>
                    </a:p>
                  </a:txBody>
                  <a:tcPr/>
                </a:tc>
                <a:extLst>
                  <a:ext uri="{0D108BD9-81ED-4DB2-BD59-A6C34878D82A}">
                    <a16:rowId xmlns:a16="http://schemas.microsoft.com/office/drawing/2014/main" val="3171394795"/>
                  </a:ext>
                </a:extLst>
              </a:tr>
              <a:tr h="370840">
                <a:tc>
                  <a:txBody>
                    <a:bodyPr/>
                    <a:lstStyle/>
                    <a:p>
                      <a:pPr algn="ctr"/>
                      <a:r>
                        <a:rPr lang="en-US" altLang="zh-TW" dirty="0"/>
                        <a:t>r</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6</a:t>
                      </a:r>
                      <a:endParaRPr lang="zh-TW" altLang="en-US" dirty="0"/>
                    </a:p>
                  </a:txBody>
                  <a:tcPr/>
                </a:tc>
                <a:tc>
                  <a:txBody>
                    <a:bodyPr/>
                    <a:lstStyle/>
                    <a:p>
                      <a:pPr algn="ctr"/>
                      <a:r>
                        <a:rPr lang="en-US" altLang="zh-TW" dirty="0"/>
                        <a:t>5</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7</a:t>
                      </a:r>
                      <a:endParaRPr lang="zh-TW" altLang="en-US" dirty="0"/>
                    </a:p>
                  </a:txBody>
                  <a:tcPr/>
                </a:tc>
                <a:tc>
                  <a:txBody>
                    <a:bodyPr/>
                    <a:lstStyle/>
                    <a:p>
                      <a:pPr algn="ctr"/>
                      <a:r>
                        <a:rPr lang="en-US" altLang="zh-TW" dirty="0"/>
                        <a:t>4</a:t>
                      </a:r>
                      <a:endParaRPr lang="zh-TW" altLang="en-US" dirty="0"/>
                    </a:p>
                  </a:txBody>
                  <a:tcPr/>
                </a:tc>
                <a:extLst>
                  <a:ext uri="{0D108BD9-81ED-4DB2-BD59-A6C34878D82A}">
                    <a16:rowId xmlns:a16="http://schemas.microsoft.com/office/drawing/2014/main" val="929031221"/>
                  </a:ext>
                </a:extLst>
              </a:tr>
              <a:tr h="370840">
                <a:tc>
                  <a:txBody>
                    <a:bodyPr/>
                    <a:lstStyle/>
                    <a:p>
                      <a:pPr algn="ctr"/>
                      <a:r>
                        <a:rPr lang="en-US" altLang="zh-TW" dirty="0"/>
                        <a:t>E</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0</a:t>
                      </a:r>
                      <a:endParaRPr lang="zh-TW" altLang="en-US" dirty="0"/>
                    </a:p>
                  </a:txBody>
                  <a:tcPr/>
                </a:tc>
                <a:tc>
                  <a:txBody>
                    <a:bodyPr/>
                    <a:lstStyle/>
                    <a:p>
                      <a:pPr algn="ctr"/>
                      <a:endParaRPr lang="zh-TW" altLang="en-US" dirty="0"/>
                    </a:p>
                  </a:txBody>
                  <a:tcPr/>
                </a:tc>
                <a:extLst>
                  <a:ext uri="{0D108BD9-81ED-4DB2-BD59-A6C34878D82A}">
                    <a16:rowId xmlns:a16="http://schemas.microsoft.com/office/drawing/2014/main" val="2838459927"/>
                  </a:ext>
                </a:extLst>
              </a:tr>
            </a:tbl>
          </a:graphicData>
        </a:graphic>
      </p:graphicFrame>
      <p:pic>
        <p:nvPicPr>
          <p:cNvPr id="13" name="Picture 12">
            <a:extLst>
              <a:ext uri="{FF2B5EF4-FFF2-40B4-BE49-F238E27FC236}">
                <a16:creationId xmlns:a16="http://schemas.microsoft.com/office/drawing/2014/main" id="{176E8EFC-1E75-0330-C603-FCF77262BB95}"/>
              </a:ext>
            </a:extLst>
          </p:cNvPr>
          <p:cNvPicPr>
            <a:picLocks noChangeAspect="1"/>
          </p:cNvPicPr>
          <p:nvPr/>
        </p:nvPicPr>
        <p:blipFill>
          <a:blip r:embed="rId3"/>
          <a:stretch>
            <a:fillRect/>
          </a:stretch>
        </p:blipFill>
        <p:spPr>
          <a:xfrm>
            <a:off x="1169988" y="5225841"/>
            <a:ext cx="5430008" cy="1495634"/>
          </a:xfrm>
          <a:prstGeom prst="rect">
            <a:avLst/>
          </a:prstGeom>
        </p:spPr>
      </p:pic>
      <p:sp>
        <p:nvSpPr>
          <p:cNvPr id="14" name="TextBox 13">
            <a:extLst>
              <a:ext uri="{FF2B5EF4-FFF2-40B4-BE49-F238E27FC236}">
                <a16:creationId xmlns:a16="http://schemas.microsoft.com/office/drawing/2014/main" id="{CD02E899-74E1-C369-7822-C86F71DEB197}"/>
              </a:ext>
            </a:extLst>
          </p:cNvPr>
          <p:cNvSpPr txBox="1"/>
          <p:nvPr/>
        </p:nvSpPr>
        <p:spPr>
          <a:xfrm flipH="1">
            <a:off x="6599996" y="5771591"/>
            <a:ext cx="2868931" cy="492443"/>
          </a:xfrm>
          <a:prstGeom prst="rect">
            <a:avLst/>
          </a:prstGeom>
          <a:noFill/>
        </p:spPr>
        <p:txBody>
          <a:bodyPr wrap="square" rtlCol="0">
            <a:spAutoFit/>
          </a:bodyPr>
          <a:lstStyle/>
          <a:p>
            <a:r>
              <a:rPr kumimoji="1" lang="en-US" altLang="zh-TW" sz="2600">
                <a:latin typeface="Times New Roman" panose="02020603050405020304" pitchFamily="18" charset="0"/>
                <a:cs typeface="Times New Roman" panose="02020603050405020304" pitchFamily="18" charset="0"/>
              </a:rPr>
              <a:t>=&gt; delete </a:t>
            </a:r>
            <a:r>
              <a:rPr kumimoji="1" lang="en-US" altLang="zh-TW" sz="2600" dirty="0">
                <a:latin typeface="Times New Roman" panose="02020603050405020304" pitchFamily="18" charset="0"/>
                <a:cs typeface="Times New Roman" panose="02020603050405020304" pitchFamily="18" charset="0"/>
              </a:rPr>
              <a:t>candidate</a:t>
            </a:r>
            <a:endParaRPr kumimoji="1" lang="zh-TW" altLang="en-US"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75412719"/>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A84D4-B79E-02DC-7612-4D695D281EA3}"/>
              </a:ext>
            </a:extLst>
          </p:cNvPr>
          <p:cNvSpPr>
            <a:spLocks noGrp="1"/>
          </p:cNvSpPr>
          <p:nvPr>
            <p:ph type="title"/>
          </p:nvPr>
        </p:nvSpPr>
        <p:spPr>
          <a:xfrm>
            <a:off x="838200" y="346075"/>
            <a:ext cx="10515600" cy="1325563"/>
          </a:xfrm>
        </p:spPr>
        <p:txBody>
          <a:bodyPr>
            <a:normAutofit/>
          </a:bodyPr>
          <a:lstStyle/>
          <a:p>
            <a:r>
              <a:rPr kumimoji="1" lang="en-US" altLang="zh-TW" sz="3200" b="1" dirty="0">
                <a:latin typeface="Times New Roman" panose="02020603050405020304" pitchFamily="18" charset="0"/>
                <a:cs typeface="Times New Roman" panose="02020603050405020304" pitchFamily="18" charset="0"/>
              </a:rPr>
              <a:t>Exact string matching</a:t>
            </a:r>
            <a:endParaRPr kumimoji="1" lang="zh-TW" altLang="en-US" sz="3200" b="1"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0CE38594-F4A6-3C1E-58EE-082AEA6445B4}"/>
              </a:ext>
            </a:extLst>
          </p:cNvPr>
          <p:cNvSpPr>
            <a:spLocks noGrp="1"/>
          </p:cNvSpPr>
          <p:nvPr>
            <p:ph type="sldNum" sz="quarter" idx="12"/>
          </p:nvPr>
        </p:nvSpPr>
        <p:spPr/>
        <p:txBody>
          <a:bodyPr/>
          <a:lstStyle/>
          <a:p>
            <a:fld id="{7FE2C478-69CB-4CE2-A453-7F649089E273}" type="slidenum">
              <a:rPr lang="zh-TW" altLang="en-US" smtClean="0"/>
              <a:t>8</a:t>
            </a:fld>
            <a:endParaRPr lang="zh-TW" altLang="en-US"/>
          </a:p>
        </p:txBody>
      </p:sp>
      <p:sp>
        <p:nvSpPr>
          <p:cNvPr id="5" name="Content Placeholder 3">
            <a:extLst>
              <a:ext uri="{FF2B5EF4-FFF2-40B4-BE49-F238E27FC236}">
                <a16:creationId xmlns:a16="http://schemas.microsoft.com/office/drawing/2014/main" id="{D5780754-891B-DA25-D843-19C125C710C6}"/>
              </a:ext>
            </a:extLst>
          </p:cNvPr>
          <p:cNvSpPr txBox="1">
            <a:spLocks/>
          </p:cNvSpPr>
          <p:nvPr/>
        </p:nvSpPr>
        <p:spPr>
          <a:xfrm>
            <a:off x="838200" y="1855944"/>
            <a:ext cx="10796451" cy="444309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en-US" altLang="zh-TW" sz="2600" dirty="0">
                <a:latin typeface="Times New Roman" panose="02020603050405020304" pitchFamily="18" charset="0"/>
                <a:cs typeface="Times New Roman" panose="02020603050405020304" pitchFamily="18" charset="0"/>
              </a:rPr>
              <a:t>SBNDM2</a:t>
            </a:r>
          </a:p>
          <a:p>
            <a:r>
              <a:rPr kumimoji="1" lang="en-US" altLang="zh-TW" sz="2600" dirty="0">
                <a:latin typeface="Times New Roman" panose="02020603050405020304" pitchFamily="18" charset="0"/>
                <a:cs typeface="Times New Roman" panose="02020603050405020304" pitchFamily="18" charset="0"/>
              </a:rPr>
              <a:t>SBNDM4</a:t>
            </a:r>
          </a:p>
          <a:p>
            <a:r>
              <a:rPr kumimoji="1" lang="en-US" altLang="zh-TW" sz="2600" dirty="0">
                <a:latin typeface="Times New Roman" panose="02020603050405020304" pitchFamily="18" charset="0"/>
                <a:cs typeface="Times New Roman" panose="02020603050405020304" pitchFamily="18" charset="0"/>
              </a:rPr>
              <a:t>Fast Shift-Or (FSO) </a:t>
            </a:r>
          </a:p>
          <a:p>
            <a:r>
              <a:rPr kumimoji="1" lang="en-US" altLang="zh-TW" sz="2600" dirty="0">
                <a:latin typeface="Times New Roman" panose="02020603050405020304" pitchFamily="18" charset="0"/>
                <a:cs typeface="Times New Roman" panose="02020603050405020304" pitchFamily="18" charset="0"/>
              </a:rPr>
              <a:t>KMP algorithm</a:t>
            </a:r>
          </a:p>
        </p:txBody>
      </p:sp>
    </p:spTree>
    <p:extLst>
      <p:ext uri="{BB962C8B-B14F-4D97-AF65-F5344CB8AC3E}">
        <p14:creationId xmlns:p14="http://schemas.microsoft.com/office/powerpoint/2010/main" val="2288957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A84D4-B79E-02DC-7612-4D695D281EA3}"/>
              </a:ext>
            </a:extLst>
          </p:cNvPr>
          <p:cNvSpPr>
            <a:spLocks noGrp="1"/>
          </p:cNvSpPr>
          <p:nvPr>
            <p:ph type="title"/>
          </p:nvPr>
        </p:nvSpPr>
        <p:spPr>
          <a:xfrm>
            <a:off x="838200" y="346075"/>
            <a:ext cx="10515600" cy="1325563"/>
          </a:xfrm>
        </p:spPr>
        <p:txBody>
          <a:bodyPr>
            <a:normAutofit/>
          </a:bodyPr>
          <a:lstStyle/>
          <a:p>
            <a:r>
              <a:rPr kumimoji="1" lang="en-US" altLang="zh-TW" sz="3200" b="1" dirty="0">
                <a:latin typeface="Times New Roman" panose="02020603050405020304" pitchFamily="18" charset="0"/>
                <a:cs typeface="Times New Roman" panose="02020603050405020304" pitchFamily="18" charset="0"/>
              </a:rPr>
              <a:t>Experiments</a:t>
            </a:r>
            <a:endParaRPr kumimoji="1" lang="zh-TW" altLang="en-US" sz="3200" b="1"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0CE38594-F4A6-3C1E-58EE-082AEA6445B4}"/>
              </a:ext>
            </a:extLst>
          </p:cNvPr>
          <p:cNvSpPr>
            <a:spLocks noGrp="1"/>
          </p:cNvSpPr>
          <p:nvPr>
            <p:ph type="sldNum" sz="quarter" idx="12"/>
          </p:nvPr>
        </p:nvSpPr>
        <p:spPr/>
        <p:txBody>
          <a:bodyPr/>
          <a:lstStyle/>
          <a:p>
            <a:fld id="{7FE2C478-69CB-4CE2-A453-7F649089E273}" type="slidenum">
              <a:rPr lang="zh-TW" altLang="en-US" smtClean="0"/>
              <a:t>9</a:t>
            </a:fld>
            <a:endParaRPr lang="zh-TW" altLang="en-US"/>
          </a:p>
        </p:txBody>
      </p:sp>
      <p:sp>
        <p:nvSpPr>
          <p:cNvPr id="5" name="Content Placeholder 3">
            <a:extLst>
              <a:ext uri="{FF2B5EF4-FFF2-40B4-BE49-F238E27FC236}">
                <a16:creationId xmlns:a16="http://schemas.microsoft.com/office/drawing/2014/main" id="{D5780754-891B-DA25-D843-19C125C710C6}"/>
              </a:ext>
            </a:extLst>
          </p:cNvPr>
          <p:cNvSpPr txBox="1">
            <a:spLocks/>
          </p:cNvSpPr>
          <p:nvPr/>
        </p:nvSpPr>
        <p:spPr>
          <a:xfrm>
            <a:off x="838200" y="1855944"/>
            <a:ext cx="10796451" cy="444309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kumimoji="1" lang="en-US" altLang="zh-TW" sz="26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B4179E91-6E6C-1DD7-C0C9-8C7DD50384BD}"/>
              </a:ext>
            </a:extLst>
          </p:cNvPr>
          <p:cNvPicPr>
            <a:picLocks noChangeAspect="1"/>
          </p:cNvPicPr>
          <p:nvPr/>
        </p:nvPicPr>
        <p:blipFill>
          <a:blip r:embed="rId3"/>
          <a:stretch>
            <a:fillRect/>
          </a:stretch>
        </p:blipFill>
        <p:spPr>
          <a:xfrm>
            <a:off x="838200" y="1439615"/>
            <a:ext cx="10401300" cy="4916735"/>
          </a:xfrm>
          <a:prstGeom prst="rect">
            <a:avLst/>
          </a:prstGeom>
        </p:spPr>
      </p:pic>
    </p:spTree>
    <p:extLst>
      <p:ext uri="{BB962C8B-B14F-4D97-AF65-F5344CB8AC3E}">
        <p14:creationId xmlns:p14="http://schemas.microsoft.com/office/powerpoint/2010/main" val="1129962789"/>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D4E32A-8416-A57A-A55B-17B6957E26ED}"/>
              </a:ext>
            </a:extLst>
          </p:cNvPr>
          <p:cNvSpPr>
            <a:spLocks noGrp="1"/>
          </p:cNvSpPr>
          <p:nvPr>
            <p:ph type="title"/>
          </p:nvPr>
        </p:nvSpPr>
        <p:spPr/>
        <p:txBody>
          <a:bodyPr>
            <a:normAutofit/>
          </a:bodyPr>
          <a:lstStyle/>
          <a:p>
            <a:r>
              <a:rPr kumimoji="1" lang="en-US" altLang="zh-TW" sz="3200" b="1" dirty="0">
                <a:latin typeface="Times New Roman" panose="02020603050405020304" pitchFamily="18" charset="0"/>
                <a:cs typeface="Times New Roman" panose="02020603050405020304" pitchFamily="18" charset="0"/>
              </a:rPr>
              <a:t>Conclusion</a:t>
            </a:r>
            <a:endParaRPr lang="zh-TW" altLang="en-US" sz="3200"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9049979-F5A7-6534-10C1-F736244053A9}"/>
                  </a:ext>
                </a:extLst>
              </p:cNvPr>
              <p:cNvSpPr>
                <a:spLocks noGrp="1"/>
              </p:cNvSpPr>
              <p:nvPr>
                <p:ph idx="1"/>
              </p:nvPr>
            </p:nvSpPr>
            <p:spPr/>
            <p:txBody>
              <a:bodyPr/>
              <a:lstStyle/>
              <a:p>
                <a:r>
                  <a:rPr kumimoji="1" lang="en-US" altLang="zh-TW" sz="2600" dirty="0">
                    <a:latin typeface="Times New Roman" panose="02020603050405020304" pitchFamily="18" charset="0"/>
                    <a:cs typeface="Times New Roman" panose="02020603050405020304" pitchFamily="18" charset="0"/>
                  </a:rPr>
                  <a:t>Preprocessing</a:t>
                </a:r>
              </a:p>
              <a:p>
                <a:pPr lvl="1"/>
                <a:r>
                  <a:rPr kumimoji="1" lang="en-US" altLang="zh-TW" dirty="0">
                    <a:latin typeface="Times New Roman" panose="02020603050405020304" pitchFamily="18" charset="0"/>
                    <a:cs typeface="Times New Roman" panose="02020603050405020304" pitchFamily="18" charset="0"/>
                  </a:rPr>
                  <a:t>Time complexity: </a:t>
                </a:r>
                <a14:m>
                  <m:oMath xmlns:m="http://schemas.openxmlformats.org/officeDocument/2006/math">
                    <m:r>
                      <a:rPr kumimoji="1" lang="en-US" altLang="zh-TW" i="1" dirty="0" smtClean="0">
                        <a:latin typeface="Cambria Math" panose="02040503050406030204" pitchFamily="18" charset="0"/>
                        <a:cs typeface="Times New Roman" panose="02020603050405020304" pitchFamily="18" charset="0"/>
                      </a:rPr>
                      <m:t>𝑂</m:t>
                    </m:r>
                    <m:d>
                      <m:dPr>
                        <m:ctrlPr>
                          <a:rPr kumimoji="1" lang="en-US" altLang="zh-TW" i="1" dirty="0" smtClean="0">
                            <a:latin typeface="Cambria Math" panose="02040503050406030204" pitchFamily="18" charset="0"/>
                            <a:cs typeface="Times New Roman" panose="02020603050405020304" pitchFamily="18" charset="0"/>
                          </a:rPr>
                        </m:ctrlPr>
                      </m:dPr>
                      <m:e>
                        <m:r>
                          <a:rPr kumimoji="1" lang="en-US" altLang="zh-TW" b="0" i="1" dirty="0" smtClean="0">
                            <a:latin typeface="Cambria Math" panose="02040503050406030204" pitchFamily="18" charset="0"/>
                            <a:cs typeface="Times New Roman" panose="02020603050405020304" pitchFamily="18" charset="0"/>
                          </a:rPr>
                          <m:t>𝑚𝑙𝑜𝑔𝑚</m:t>
                        </m:r>
                      </m:e>
                    </m:d>
                  </m:oMath>
                </a14:m>
                <a:endParaRPr kumimoji="1" lang="en-US" altLang="zh-TW" dirty="0">
                  <a:latin typeface="Times New Roman" panose="02020603050405020304" pitchFamily="18" charset="0"/>
                  <a:cs typeface="Times New Roman" panose="02020603050405020304" pitchFamily="18" charset="0"/>
                </a:endParaRPr>
              </a:p>
              <a:p>
                <a:pPr lvl="1"/>
                <a:r>
                  <a:rPr kumimoji="1" lang="en-US" altLang="zh-TW" dirty="0">
                    <a:latin typeface="Times New Roman" panose="02020603050405020304" pitchFamily="18" charset="0"/>
                    <a:cs typeface="Times New Roman" panose="02020603050405020304" pitchFamily="18" charset="0"/>
                  </a:rPr>
                  <a:t>Space complexity: </a:t>
                </a:r>
                <a14:m>
                  <m:oMath xmlns:m="http://schemas.openxmlformats.org/officeDocument/2006/math">
                    <m:r>
                      <a:rPr kumimoji="1" lang="en-US" altLang="zh-TW" i="1" dirty="0" smtClean="0">
                        <a:latin typeface="Cambria Math" panose="02040503050406030204" pitchFamily="18" charset="0"/>
                        <a:cs typeface="Times New Roman" panose="02020603050405020304" pitchFamily="18" charset="0"/>
                      </a:rPr>
                      <m:t>𝑂</m:t>
                    </m:r>
                    <m:r>
                      <a:rPr kumimoji="1" lang="en-US" altLang="zh-TW" i="1" dirty="0" smtClean="0">
                        <a:latin typeface="Cambria Math" panose="02040503050406030204" pitchFamily="18" charset="0"/>
                        <a:cs typeface="Times New Roman" panose="02020603050405020304" pitchFamily="18" charset="0"/>
                      </a:rPr>
                      <m:t>(</m:t>
                    </m:r>
                    <m:r>
                      <a:rPr kumimoji="1" lang="en-US" altLang="zh-TW" b="0" i="1" dirty="0" smtClean="0">
                        <a:latin typeface="Cambria Math" panose="02040503050406030204" pitchFamily="18" charset="0"/>
                        <a:cs typeface="Times New Roman" panose="02020603050405020304" pitchFamily="18" charset="0"/>
                      </a:rPr>
                      <m:t>𝑚</m:t>
                    </m:r>
                    <m:r>
                      <a:rPr kumimoji="1" lang="en-US" altLang="zh-TW" i="1" dirty="0">
                        <a:latin typeface="Cambria Math" panose="02040503050406030204" pitchFamily="18" charset="0"/>
                        <a:cs typeface="Times New Roman" panose="02020603050405020304" pitchFamily="18" charset="0"/>
                      </a:rPr>
                      <m:t>) </m:t>
                    </m:r>
                  </m:oMath>
                </a14:m>
                <a:endParaRPr kumimoji="1" lang="en-US" altLang="zh-TW" dirty="0">
                  <a:latin typeface="Times New Roman" panose="02020603050405020304" pitchFamily="18" charset="0"/>
                  <a:cs typeface="Times New Roman" panose="02020603050405020304" pitchFamily="18" charset="0"/>
                </a:endParaRPr>
              </a:p>
              <a:p>
                <a:r>
                  <a:rPr kumimoji="1" lang="en-US" altLang="zh-TW" dirty="0">
                    <a:latin typeface="Times New Roman" panose="02020603050405020304" pitchFamily="18" charset="0"/>
                    <a:cs typeface="Times New Roman" panose="02020603050405020304" pitchFamily="18" charset="0"/>
                  </a:rPr>
                  <a:t>Filtration</a:t>
                </a:r>
              </a:p>
              <a:p>
                <a:pPr lvl="1"/>
                <a:r>
                  <a:rPr kumimoji="1" lang="en-US" altLang="zh-TW" dirty="0">
                    <a:latin typeface="Times New Roman" panose="02020603050405020304" pitchFamily="18" charset="0"/>
                    <a:cs typeface="Times New Roman" panose="02020603050405020304" pitchFamily="18" charset="0"/>
                  </a:rPr>
                  <a:t>Time complexity: </a:t>
                </a:r>
                <a:r>
                  <a:rPr kumimoji="1" lang="en-US" altLang="zh-TW" sz="2400" dirty="0">
                    <a:latin typeface="Times New Roman" panose="02020603050405020304" pitchFamily="18" charset="0"/>
                    <a:cs typeface="Times New Roman" panose="02020603050405020304" pitchFamily="18" charset="0"/>
                  </a:rPr>
                  <a:t>sublinear</a:t>
                </a:r>
              </a:p>
              <a:p>
                <a:r>
                  <a:rPr kumimoji="1" lang="en-US" altLang="zh-TW" dirty="0">
                    <a:latin typeface="Times New Roman" panose="02020603050405020304" pitchFamily="18" charset="0"/>
                    <a:cs typeface="Times New Roman" panose="02020603050405020304" pitchFamily="18" charset="0"/>
                  </a:rPr>
                  <a:t>Total</a:t>
                </a:r>
              </a:p>
              <a:p>
                <a:pPr lvl="1"/>
                <a:r>
                  <a:rPr kumimoji="1" lang="en-US" altLang="zh-TW" dirty="0">
                    <a:latin typeface="Times New Roman" panose="02020603050405020304" pitchFamily="18" charset="0"/>
                    <a:cs typeface="Times New Roman" panose="02020603050405020304" pitchFamily="18" charset="0"/>
                  </a:rPr>
                  <a:t>Time complexity: </a:t>
                </a:r>
                <a:r>
                  <a:rPr kumimoji="1" lang="en-US" altLang="zh-TW" sz="2400" dirty="0">
                    <a:latin typeface="Times New Roman" panose="02020603050405020304" pitchFamily="18" charset="0"/>
                    <a:cs typeface="Times New Roman" panose="02020603050405020304" pitchFamily="18" charset="0"/>
                  </a:rPr>
                  <a:t>sublinear</a:t>
                </a:r>
                <a:endParaRPr kumimoji="1" lang="en-US" altLang="zh-TW" dirty="0">
                  <a:latin typeface="Times New Roman" panose="02020603050405020304" pitchFamily="18" charset="0"/>
                  <a:cs typeface="Times New Roman" panose="02020603050405020304" pitchFamily="18" charset="0"/>
                </a:endParaRPr>
              </a:p>
              <a:p>
                <a:endParaRPr kumimoji="1" lang="en-US" altLang="zh-TW" dirty="0">
                  <a:latin typeface="Times New Roman" panose="02020603050405020304" pitchFamily="18" charset="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09049979-F5A7-6534-10C1-F736244053A9}"/>
                  </a:ext>
                </a:extLst>
              </p:cNvPr>
              <p:cNvSpPr>
                <a:spLocks noGrp="1" noRot="1" noChangeAspect="1" noMove="1" noResize="1" noEditPoints="1" noAdjustHandles="1" noChangeArrowheads="1" noChangeShapeType="1" noTextEdit="1"/>
              </p:cNvSpPr>
              <p:nvPr>
                <p:ph idx="1"/>
              </p:nvPr>
            </p:nvSpPr>
            <p:spPr>
              <a:blipFill>
                <a:blip r:embed="rId3"/>
                <a:stretch>
                  <a:fillRect l="-1043" t="-2101"/>
                </a:stretch>
              </a:blipFill>
            </p:spPr>
            <p:txBody>
              <a:bodyPr/>
              <a:lstStyle/>
              <a:p>
                <a:r>
                  <a:rPr lang="zh-TW" altLang="en-US">
                    <a:noFill/>
                  </a:rPr>
                  <a:t> </a:t>
                </a:r>
              </a:p>
            </p:txBody>
          </p:sp>
        </mc:Fallback>
      </mc:AlternateContent>
      <p:sp>
        <p:nvSpPr>
          <p:cNvPr id="4" name="Slide Number Placeholder 3">
            <a:extLst>
              <a:ext uri="{FF2B5EF4-FFF2-40B4-BE49-F238E27FC236}">
                <a16:creationId xmlns:a16="http://schemas.microsoft.com/office/drawing/2014/main" id="{74D1E5CC-1099-B1E7-5DBB-2AD99AD3ABBE}"/>
              </a:ext>
            </a:extLst>
          </p:cNvPr>
          <p:cNvSpPr>
            <a:spLocks noGrp="1"/>
          </p:cNvSpPr>
          <p:nvPr>
            <p:ph type="sldNum" sz="quarter" idx="12"/>
          </p:nvPr>
        </p:nvSpPr>
        <p:spPr/>
        <p:txBody>
          <a:bodyPr/>
          <a:lstStyle/>
          <a:p>
            <a:fld id="{C497B8E6-CB28-4350-9E62-3F3C29E41FED}" type="slidenum">
              <a:rPr lang="zh-TW" altLang="en-US" smtClean="0"/>
              <a:t>10</a:t>
            </a:fld>
            <a:endParaRPr lang="zh-TW" altLang="en-US"/>
          </a:p>
        </p:txBody>
      </p:sp>
    </p:spTree>
    <p:extLst>
      <p:ext uri="{BB962C8B-B14F-4D97-AF65-F5344CB8AC3E}">
        <p14:creationId xmlns:p14="http://schemas.microsoft.com/office/powerpoint/2010/main" val="3664592898"/>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8215</TotalTime>
  <Words>625</Words>
  <Application>Microsoft Office PowerPoint</Application>
  <PresentationFormat>Widescreen</PresentationFormat>
  <Paragraphs>300</Paragraphs>
  <Slides>10</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標楷體</vt:lpstr>
      <vt:lpstr>Arial</vt:lpstr>
      <vt:lpstr>Calibri</vt:lpstr>
      <vt:lpstr>Calibri Light</vt:lpstr>
      <vt:lpstr>Cambria Math</vt:lpstr>
      <vt:lpstr>Times New Roman</vt:lpstr>
      <vt:lpstr>Office Theme</vt:lpstr>
      <vt:lpstr>A Filtration Method for Order-Preserving Matching</vt:lpstr>
      <vt:lpstr>Abstract </vt:lpstr>
      <vt:lpstr>Order Preserving Pattern Matching</vt:lpstr>
      <vt:lpstr>Preprocessing</vt:lpstr>
      <vt:lpstr>Filtration</vt:lpstr>
      <vt:lpstr>Verification</vt:lpstr>
      <vt:lpstr>Verification</vt:lpstr>
      <vt:lpstr>Exact string matching</vt:lpstr>
      <vt:lpstr>Experiments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Substring Inclusion Constraint Longest Common Subsequence Problem Can Be Solved in Quadratic Time</dc:title>
  <dc:creator>Wen Wen Liao</dc:creator>
  <cp:lastModifiedBy>Wen Wen Liao</cp:lastModifiedBy>
  <cp:revision>153</cp:revision>
  <dcterms:created xsi:type="dcterms:W3CDTF">2022-10-11T15:33:00Z</dcterms:created>
  <dcterms:modified xsi:type="dcterms:W3CDTF">2023-05-24T11:11:43Z</dcterms:modified>
</cp:coreProperties>
</file>