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78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7" r:id="rId12"/>
    <p:sldId id="296" r:id="rId13"/>
    <p:sldId id="298" r:id="rId14"/>
    <p:sldId id="299" r:id="rId15"/>
    <p:sldId id="285" r:id="rId16"/>
    <p:sldId id="295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06" autoAdjust="0"/>
  </p:normalViewPr>
  <p:slideViewPr>
    <p:cSldViewPr snapToGrid="0">
      <p:cViewPr>
        <p:scale>
          <a:sx n="66" d="100"/>
          <a:sy n="66" d="100"/>
        </p:scale>
        <p:origin x="66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8EAED"/>
                </a:solidFill>
                <a:effectLst/>
                <a:latin typeface="Google Sans"/>
              </a:rPr>
              <a:t>特拉維夫市</a:t>
            </a:r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以色列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i="0" dirty="0">
                <a:effectLst/>
                <a:latin typeface="-apple-system"/>
              </a:rPr>
              <a:t>字符串匹配問題，它要求在一個序列中查找所有的子序列，這些子序列必須滿足一定的順序關係，並且在序列中的位置必須被限制在一個矩形框內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187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effectLst/>
                <a:latin typeface="-apple-system"/>
              </a:rPr>
              <a:t>字符串匹配問題，它要求在一個序列中查找所有的子序列，這些子序列必須滿足一定的順序關係，並且在序列中的位置必須被限制在一個矩形框內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423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347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72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63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關鍵子序列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11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5414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137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258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562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628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045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559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2023/8/8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7901A9-EC42-0349-C42C-1EF1F72BF040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953224" y="1122363"/>
                <a:ext cx="10285551" cy="2387600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TW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𝒍𝒐𝒈</m:t>
                    </m:r>
                    <m:r>
                      <a:rPr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en-US" altLang="zh-TW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)-time Algorithm for the Boxed-mesh Permutation Pattern Matching Problem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7901A9-EC42-0349-C42C-1EF1F72BF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953224" y="1122363"/>
                <a:ext cx="10285551" cy="2387600"/>
              </a:xfrm>
              <a:blipFill>
                <a:blip r:embed="rId3"/>
                <a:stretch>
                  <a:fillRect r="-296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050" y="3928587"/>
            <a:ext cx="11149897" cy="1655762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Sukhyeun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Joong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Chae Na, Jeong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Sim,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Science(2018), pp. 35-43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Aug.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text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pattern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over a numeric alphabet , the boxed-mesh permutation pattern matching problem is to find all boxed-subsequences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whose relative order between all characters is the same as that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this paper, we propose an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𝑙𝑜𝑔𝑚</m:t>
                    </m:r>
                  </m:oMath>
                </a14:m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 algorithm for the boxed-mesh permutation pattern matching problem based on interesting properties of boxed subsequences, using preprocessed information on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order-statistic trees.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  <a:blipFill>
                <a:blip r:embed="rId2"/>
                <a:stretch>
                  <a:fillRect l="-903" r="-1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matching problem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(5, 3, 4, 8, 9, 6, 7)</a:t>
            </a:r>
          </a:p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(10, 6, 2, 7, 15, 16, 12, 19, 13, 11, 3)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(10, 6, 7, 15, 16, 12, 13)</a:t>
            </a:r>
          </a:p>
          <a:p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T’’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(10, 2, 7, 15, 16, 12, 13)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NP-hard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Boxed-mesh permutation pattern matching (BPPM)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(5, 3, 4, 8, 9, 6, 7)</a:t>
            </a:r>
          </a:p>
          <a:p>
            <a:pPr lvl="1"/>
            <a:r>
              <a:rPr kumimoji="1" lang="fr-FR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kumimoji="1" lang="fr-F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(P) = (3, 1, 2, 6, 7, 4, 5)</a:t>
            </a:r>
          </a:p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(10, 6, 2, 7, 15, 16, 12, 19, 13, 11, 3)</a:t>
            </a:r>
          </a:p>
          <a:p>
            <a:pPr lvl="1"/>
            <a:r>
              <a:rPr kumimoji="1" lang="fr-FR" altLang="zh-TW" sz="2000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rank</a:t>
            </a:r>
            <a:r>
              <a:rPr kumimoji="1" lang="fr-F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= (5, 3, 1, 4, 9, 10, 7, 11, 8, 6, 2)</a:t>
            </a:r>
          </a:p>
          <a:p>
            <a:pPr lvl="1"/>
            <a:endParaRPr kumimoji="1"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B9712-709A-7625-06EB-D7DD6246D9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7" t="19322" r="60887" b="8918"/>
          <a:stretch/>
        </p:blipFill>
        <p:spPr>
          <a:xfrm>
            <a:off x="2540000" y="3735532"/>
            <a:ext cx="2475346" cy="2371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7176655" y="3024805"/>
            <a:ext cx="3463635" cy="329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2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Boxed-mesh permutation pattern matching (BPPM)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(5, 3, 4, 8, 9, 6, 7) </a:t>
            </a:r>
          </a:p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(10, 6, 7, 15, 16, 12, 13)</a:t>
            </a:r>
          </a:p>
          <a:p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T’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 a boxed subsequence of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endParaRPr kumimoji="1" lang="pt-BR" altLang="zh-TW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7176655" y="3024805"/>
            <a:ext cx="3463635" cy="32918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6C00B-9AA1-9238-879F-24231B2ABE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7" t="19322" r="60887" b="8918"/>
          <a:stretch/>
        </p:blipFill>
        <p:spPr>
          <a:xfrm>
            <a:off x="2540000" y="3735532"/>
            <a:ext cx="2475346" cy="237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7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Boxed-mesh permutation pattern matching (BPPM)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(5, 3, 4, 8, 9, 6, 7) </a:t>
            </a:r>
          </a:p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(10, 6, 7, 15, 16, 12, 13)</a:t>
            </a:r>
          </a:p>
          <a:p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T’ ≈ P</a:t>
            </a:r>
            <a:endParaRPr kumimoji="1" lang="pt-BR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581615-DFC2-A83D-A30A-DFCD4662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80" y="2590683"/>
            <a:ext cx="5115639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Full-width boxed (f-boxed)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59996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[7]) = (10, 6, 7, 12)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Full-width boxed: All the characters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min(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≤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max(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6FE79-3D9F-4212-9325-A18D5C61BA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1434804" y="2857565"/>
            <a:ext cx="3463635" cy="32918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D4E0E9-A161-3AA8-1C0C-5AAA6A1D329E}"/>
              </a:ext>
            </a:extLst>
          </p:cNvPr>
          <p:cNvSpPr/>
          <p:nvPr/>
        </p:nvSpPr>
        <p:spPr>
          <a:xfrm>
            <a:off x="1958111" y="4020913"/>
            <a:ext cx="1767312" cy="11083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4F846-FB0E-D378-4817-A76EB6E14361}"/>
              </a:ext>
            </a:extLst>
          </p:cNvPr>
          <p:cNvSpPr/>
          <p:nvPr/>
        </p:nvSpPr>
        <p:spPr>
          <a:xfrm>
            <a:off x="1924330" y="3402076"/>
            <a:ext cx="2235199" cy="16625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CE89CE-6D68-55BE-B216-2ED16AAC21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7068988" y="2857565"/>
            <a:ext cx="3463635" cy="32918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A6C1340-7C32-6AF2-8D2D-7B21BF5BEA03}"/>
              </a:ext>
            </a:extLst>
          </p:cNvPr>
          <p:cNvSpPr/>
          <p:nvPr/>
        </p:nvSpPr>
        <p:spPr>
          <a:xfrm>
            <a:off x="7604694" y="3995945"/>
            <a:ext cx="1760979" cy="11083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FB68C-95DA-D042-9A59-310F83B9B37A}"/>
              </a:ext>
            </a:extLst>
          </p:cNvPr>
          <p:cNvSpPr/>
          <p:nvPr/>
        </p:nvSpPr>
        <p:spPr>
          <a:xfrm>
            <a:off x="7558514" y="3402076"/>
            <a:ext cx="2536832" cy="16625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83722C-A53C-D0B7-036F-04A597B2FBED}"/>
              </a:ext>
            </a:extLst>
          </p:cNvPr>
          <p:cNvSpPr/>
          <p:nvPr/>
        </p:nvSpPr>
        <p:spPr>
          <a:xfrm>
            <a:off x="9836727" y="4184504"/>
            <a:ext cx="430943" cy="434109"/>
          </a:xfrm>
          <a:prstGeom prst="ellips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74C8A-2241-EEAD-AEC8-99144FA1FBB9}"/>
              </a:ext>
            </a:extLst>
          </p:cNvPr>
          <p:cNvSpPr txBox="1"/>
          <p:nvPr/>
        </p:nvSpPr>
        <p:spPr>
          <a:xfrm>
            <a:off x="2076730" y="6292619"/>
            <a:ext cx="2179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full-width boxed </a:t>
            </a:r>
            <a:endParaRPr lang="zh-TW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E4A68-CC0F-6116-0AFD-A55F49E730DC}"/>
              </a:ext>
            </a:extLst>
          </p:cNvPr>
          <p:cNvSpPr txBox="1"/>
          <p:nvPr/>
        </p:nvSpPr>
        <p:spPr>
          <a:xfrm>
            <a:off x="7935490" y="6276370"/>
            <a:ext cx="2179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full-width boxed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697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Full-width boxed (f-boxed)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[7]) = (10, 6, 7, 12)</a:t>
            </a:r>
          </a:p>
          <a:p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boundary</a:t>
            </a:r>
          </a:p>
          <a:p>
            <a:pPr lvl="1"/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T’, T 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[1..9])</a:t>
            </a:r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  <a:p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boundary</a:t>
            </a:r>
          </a:p>
          <a:p>
            <a:pPr lvl="1"/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[1..9]) = 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6FE79-3D9F-4212-9325-A18D5C61BA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7512332" y="2145934"/>
            <a:ext cx="3463635" cy="32918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D4E0E9-A161-3AA8-1C0C-5AAA6A1D329E}"/>
              </a:ext>
            </a:extLst>
          </p:cNvPr>
          <p:cNvSpPr/>
          <p:nvPr/>
        </p:nvSpPr>
        <p:spPr>
          <a:xfrm>
            <a:off x="8035639" y="3309282"/>
            <a:ext cx="1767312" cy="11083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4F846-FB0E-D378-4817-A76EB6E14361}"/>
              </a:ext>
            </a:extLst>
          </p:cNvPr>
          <p:cNvSpPr/>
          <p:nvPr/>
        </p:nvSpPr>
        <p:spPr>
          <a:xfrm>
            <a:off x="8001858" y="2690445"/>
            <a:ext cx="2235199" cy="16625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A1BDDD-F74D-023C-5DA6-0ABA7D583ECE}"/>
              </a:ext>
            </a:extLst>
          </p:cNvPr>
          <p:cNvSpPr/>
          <p:nvPr/>
        </p:nvSpPr>
        <p:spPr>
          <a:xfrm>
            <a:off x="9994602" y="2994891"/>
            <a:ext cx="430943" cy="434109"/>
          </a:xfrm>
          <a:prstGeom prst="ellips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4A466-7F1E-14F0-254F-AB63478F688D}"/>
              </a:ext>
            </a:extLst>
          </p:cNvPr>
          <p:cNvSpPr/>
          <p:nvPr/>
        </p:nvSpPr>
        <p:spPr>
          <a:xfrm>
            <a:off x="8395128" y="4646008"/>
            <a:ext cx="430943" cy="434109"/>
          </a:xfrm>
          <a:prstGeom prst="ellips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85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Pivotal subsequence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1451" y="4444423"/>
            <a:ext cx="2743200" cy="365125"/>
          </a:xfrm>
        </p:spPr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(5, 3, 4, 8, 9, 6, 7) </a:t>
            </a:r>
            <a:endParaRPr kumimoji="1" lang="pt-BR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kumimoji="1"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[7]) = (10, 6, 7, 12)</a:t>
            </a:r>
          </a:p>
          <a:p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the first character of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f-boxed subsequence of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order-isomorphic to the prefix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[1..|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|] of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</a:p>
          <a:p>
            <a:pPr marL="0" indent="0">
              <a:buNone/>
            </a:pP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i.e.,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[1..|</a:t>
            </a:r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|]</a:t>
            </a:r>
          </a:p>
          <a:p>
            <a:pPr marL="0" indent="0">
              <a:buNone/>
            </a:pP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1" lang="pt-BR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 </a:t>
            </a:r>
            <a:r>
              <a:rPr kumimoji="1"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pivotal subsequence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6FE79-3D9F-4212-9325-A18D5C61BA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70"/>
          <a:stretch/>
        </p:blipFill>
        <p:spPr>
          <a:xfrm>
            <a:off x="8051801" y="2025862"/>
            <a:ext cx="3463635" cy="32918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D4E0E9-A161-3AA8-1C0C-5AAA6A1D329E}"/>
              </a:ext>
            </a:extLst>
          </p:cNvPr>
          <p:cNvSpPr/>
          <p:nvPr/>
        </p:nvSpPr>
        <p:spPr>
          <a:xfrm>
            <a:off x="8575108" y="3189210"/>
            <a:ext cx="1767312" cy="11083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4F846-FB0E-D378-4817-A76EB6E14361}"/>
              </a:ext>
            </a:extLst>
          </p:cNvPr>
          <p:cNvSpPr/>
          <p:nvPr/>
        </p:nvSpPr>
        <p:spPr>
          <a:xfrm>
            <a:off x="8541327" y="2570373"/>
            <a:ext cx="2235199" cy="16625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761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endParaRPr kumimoji="1" lang="pt-B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the pivotal subsequences</a:t>
                </a:r>
                <a:endParaRPr kumimoji="1" lang="pt-B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pl-PL" altLang="zh-TW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{(10),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7),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12),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12, 13),</a:t>
                </a:r>
                <a:endParaRPr kumimoji="1"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15, 16, 12, 13)}</a:t>
                </a:r>
                <a:endParaRPr kumimoji="1" lang="pt-BR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621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570"/>
          <a:stretch/>
        </p:blipFill>
        <p:spPr>
          <a:xfrm>
            <a:off x="7542971" y="1664733"/>
            <a:ext cx="4091680" cy="38887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F1B74-064D-DE83-2A1C-255F4E6FBC81}"/>
              </a:ext>
            </a:extLst>
          </p:cNvPr>
          <p:cNvSpPr/>
          <p:nvPr/>
        </p:nvSpPr>
        <p:spPr>
          <a:xfrm>
            <a:off x="5184260" y="3424444"/>
            <a:ext cx="1618565" cy="369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C00646-5FD3-8447-D2DE-A36A05FAA66A}"/>
                  </a:ext>
                </a:extLst>
              </p:cNvPr>
              <p:cNvSpPr txBox="1"/>
              <p:nvPr/>
            </p:nvSpPr>
            <p:spPr>
              <a:xfrm>
                <a:off x="5710320" y="3793775"/>
                <a:ext cx="5261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C00646-5FD3-8447-D2DE-A36A05FAA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320" y="3793775"/>
                <a:ext cx="5261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25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pPr marL="0" indent="0">
                  <a:buNone/>
                </a:pP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kumimoji="1" lang="pl-PL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(10, 6, 7, 15, 16)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/>
              </a:p>
              <a:p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19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𝑢𝑏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Rank(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[8],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Rank(19,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7 is equal to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[|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+ 1] =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[6] = 4</a:t>
                </a:r>
              </a:p>
              <a:p>
                <a:pPr marL="0" indent="0">
                  <a:buNone/>
                </a:pP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(10, 6, 7, 15, 16, 12) is pivotal subsequences of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[1..7]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621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96F0843-D37B-5E2F-E320-6E107F10F8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570"/>
          <a:stretch/>
        </p:blipFill>
        <p:spPr>
          <a:xfrm>
            <a:off x="7542971" y="2320145"/>
            <a:ext cx="4091680" cy="38887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ACADA7-DF87-6498-0670-35E892F12C4C}"/>
              </a:ext>
            </a:extLst>
          </p:cNvPr>
          <p:cNvSpPr/>
          <p:nvPr/>
        </p:nvSpPr>
        <p:spPr>
          <a:xfrm>
            <a:off x="8148443" y="2940690"/>
            <a:ext cx="1705241" cy="2139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2C998F-4468-3C81-F547-70DE35733D8A}"/>
              </a:ext>
            </a:extLst>
          </p:cNvPr>
          <p:cNvSpPr/>
          <p:nvPr/>
        </p:nvSpPr>
        <p:spPr>
          <a:xfrm>
            <a:off x="9890628" y="3608671"/>
            <a:ext cx="435625" cy="43870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E8DBC-2B45-8898-A3DD-CA3A71FC0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971" y="699049"/>
            <a:ext cx="3999501" cy="13108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A83FB35-2F92-1000-4E81-751C1CF0BA04}"/>
              </a:ext>
            </a:extLst>
          </p:cNvPr>
          <p:cNvSpPr/>
          <p:nvPr/>
        </p:nvSpPr>
        <p:spPr>
          <a:xfrm>
            <a:off x="10732655" y="1514764"/>
            <a:ext cx="193963" cy="1759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43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pPr marL="0" indent="0">
                  <a:buNone/>
                </a:pP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kumimoji="1" lang="pl-PL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(10, 6, 7, 15, 16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12</a:t>
                </a:r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∞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de-DE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∵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[8] = 19 &gt; max(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16</a:t>
                </a: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[8] is not included in </a:t>
                </a:r>
                <a14:m>
                  <m:oMath xmlns:m="http://schemas.openxmlformats.org/officeDocument/2006/math">
                    <m:r>
                      <a:rPr kumimoji="1"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u</a:t>
                </a:r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𝑢𝑏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de-DE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ub</a:t>
                </a:r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kumimoji="1" lang="de-DE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[1..8]) = min(∞, 19) = 19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621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570"/>
          <a:stretch/>
        </p:blipFill>
        <p:spPr>
          <a:xfrm>
            <a:off x="7542971" y="2320145"/>
            <a:ext cx="4091680" cy="38887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F1B74-064D-DE83-2A1C-255F4E6FBC81}"/>
              </a:ext>
            </a:extLst>
          </p:cNvPr>
          <p:cNvSpPr/>
          <p:nvPr/>
        </p:nvSpPr>
        <p:spPr>
          <a:xfrm>
            <a:off x="8148443" y="2940690"/>
            <a:ext cx="2092900" cy="2139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FC1C24-2312-72D8-87D9-7CC65EE3D0C7}"/>
              </a:ext>
            </a:extLst>
          </p:cNvPr>
          <p:cNvSpPr/>
          <p:nvPr/>
        </p:nvSpPr>
        <p:spPr>
          <a:xfrm>
            <a:off x="10241343" y="2501986"/>
            <a:ext cx="435625" cy="43870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4ECC9-2360-A4D0-F3B5-65884F996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971" y="699049"/>
            <a:ext cx="3999501" cy="13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5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pPr marL="0" indent="0">
                  <a:buNone/>
                </a:pP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kumimoji="1" lang="pl-PL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(10, 6, 7, 15, 16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12</a:t>
                </a:r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kumimoji="1" lang="de-DE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13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𝑢𝑏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Rank(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[9],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Rank(19,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5 is equal to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[|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+ 1] =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[7] = 5</a:t>
                </a: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15, 16, 12, 13) is not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pivotal subsequences of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[1..9]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delete largest characters (15, 16)</a:t>
                </a: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de-DE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𝑢𝑏</m:t>
                        </m:r>
                      </m:sub>
                    </m:sSub>
                  </m:oMath>
                </a14:m>
                <a:r>
                  <a:rPr kumimoji="1"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15</a:t>
                </a:r>
              </a:p>
              <a:p>
                <a:pPr marL="0" indent="0">
                  <a:buNone/>
                </a:pP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621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570"/>
          <a:stretch/>
        </p:blipFill>
        <p:spPr>
          <a:xfrm>
            <a:off x="7542971" y="2320145"/>
            <a:ext cx="4091680" cy="38887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F1B74-064D-DE83-2A1C-255F4E6FBC81}"/>
              </a:ext>
            </a:extLst>
          </p:cNvPr>
          <p:cNvSpPr/>
          <p:nvPr/>
        </p:nvSpPr>
        <p:spPr>
          <a:xfrm>
            <a:off x="8148443" y="2940690"/>
            <a:ext cx="2353928" cy="2139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FC1C24-2312-72D8-87D9-7CC65EE3D0C7}"/>
              </a:ext>
            </a:extLst>
          </p:cNvPr>
          <p:cNvSpPr/>
          <p:nvPr/>
        </p:nvSpPr>
        <p:spPr>
          <a:xfrm>
            <a:off x="10502371" y="3333258"/>
            <a:ext cx="435625" cy="43870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4ECC9-2360-A4D0-F3B5-65884F996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971" y="699049"/>
            <a:ext cx="3999501" cy="13108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295E35-E42E-4F9B-C067-D5E79A1914C1}"/>
              </a:ext>
            </a:extLst>
          </p:cNvPr>
          <p:cNvSpPr/>
          <p:nvPr/>
        </p:nvSpPr>
        <p:spPr>
          <a:xfrm>
            <a:off x="11157192" y="1530311"/>
            <a:ext cx="193963" cy="1759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011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14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endParaRPr kumimoji="1" lang="pt-B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the pivotal subsequences</a:t>
                </a:r>
                <a:endParaRPr kumimoji="1" lang="pt-B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pl-PL" altLang="zh-TW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{(10),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7),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12),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12, 13),</a:t>
                </a:r>
                <a:endParaRPr kumimoji="1"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kumimoji="1" lang="pl-PL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(10, 6, 7, 15, 16, 12, 13)}</a:t>
                </a:r>
                <a:endParaRPr kumimoji="1" lang="pt-BR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621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53A76C8-FB37-D64E-EDC0-71C67CD3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570"/>
          <a:stretch/>
        </p:blipFill>
        <p:spPr>
          <a:xfrm>
            <a:off x="7542971" y="1664733"/>
            <a:ext cx="4091680" cy="38887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F1B74-064D-DE83-2A1C-255F4E6FBC81}"/>
              </a:ext>
            </a:extLst>
          </p:cNvPr>
          <p:cNvSpPr/>
          <p:nvPr/>
        </p:nvSpPr>
        <p:spPr>
          <a:xfrm>
            <a:off x="5184260" y="3424444"/>
            <a:ext cx="1618565" cy="369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C00646-5FD3-8447-D2DE-A36A05FAA66A}"/>
                  </a:ext>
                </a:extLst>
              </p:cNvPr>
              <p:cNvSpPr txBox="1"/>
              <p:nvPr/>
            </p:nvSpPr>
            <p:spPr>
              <a:xfrm>
                <a:off x="5710320" y="3793775"/>
                <a:ext cx="5261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C00646-5FD3-8447-D2DE-A36A05FAA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320" y="3793775"/>
                <a:ext cx="5261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14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TW" sz="24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𝑙𝑜𝑔𝑚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7BD4CBD-A9D2-02B2-C7F2-3895C2E7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366" y="1328699"/>
            <a:ext cx="5165313" cy="440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1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16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(5, 3, 4, 8, 9, 6, 7) </a:t>
                </a:r>
              </a:p>
              <a:p>
                <a:r>
                  <a:rPr kumimoji="1" lang="pt-B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pt-B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(10, 6, 2, 7, 15, 16, 12, 19, 13, 11, 3)</a:t>
                </a:r>
              </a:p>
              <a:p>
                <a:endParaRPr kumimoji="1" lang="pt-B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kumimoji="1" lang="pl-PL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 =</m:t>
                    </m:r>
                  </m:oMath>
                </a14:m>
                <a:r>
                  <a:rPr kumimoji="1"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{(5), (5, 4), (5, 3, 4), (5, 3, 4, 6), (5, 3, 4, 8, 9, 6)} 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2BB9712-709A-7625-06EB-D7DD6246D9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7" t="19322" r="60887" b="8918"/>
          <a:stretch/>
        </p:blipFill>
        <p:spPr>
          <a:xfrm>
            <a:off x="8470166" y="2976199"/>
            <a:ext cx="3024068" cy="2897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E5D7CD-E0AF-2FE9-5442-12984A12F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227" y="1040542"/>
            <a:ext cx="4599007" cy="150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51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24818</TotalTime>
  <Words>1541</Words>
  <Application>Microsoft Office PowerPoint</Application>
  <PresentationFormat>Widescreen</PresentationFormat>
  <Paragraphs>143</Paragraphs>
  <Slides>16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-apple-system</vt:lpstr>
      <vt:lpstr>Google Sans</vt:lpstr>
      <vt:lpstr>Arial</vt:lpstr>
      <vt:lpstr>Arial</vt:lpstr>
      <vt:lpstr>Calibri</vt:lpstr>
      <vt:lpstr>Calibri Light</vt:lpstr>
      <vt:lpstr>Cambria Math</vt:lpstr>
      <vt:lpstr>Times New Roman</vt:lpstr>
      <vt:lpstr>Office Theme</vt:lpstr>
      <vt:lpstr>An O(n^(2 ) log m)-time Algorithm for the Boxed-mesh Permutation Pattern Matching Problem </vt:lpstr>
      <vt:lpstr>Abstract </vt:lpstr>
      <vt:lpstr>Permutation matching problem</vt:lpstr>
      <vt:lpstr>Boxed-mesh permutation pattern matching (BPPM)</vt:lpstr>
      <vt:lpstr>Boxed-mesh permutation pattern matching (BPPM)</vt:lpstr>
      <vt:lpstr>Boxed-mesh permutation pattern matching (BPPM)</vt:lpstr>
      <vt:lpstr>Full-width boxed (f-boxed)</vt:lpstr>
      <vt:lpstr>Full-width boxed (f-boxed)</vt:lpstr>
      <vt:lpstr>Pivotal subsequence</vt:lpstr>
      <vt:lpstr>Algorithm</vt:lpstr>
      <vt:lpstr>Algorithm</vt:lpstr>
      <vt:lpstr>Algorithm</vt:lpstr>
      <vt:lpstr>Algorithm</vt:lpstr>
      <vt:lpstr>Algorithm</vt:lpstr>
      <vt:lpstr>Conclusion</vt:lpstr>
      <vt:lpstr>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210</cp:revision>
  <dcterms:created xsi:type="dcterms:W3CDTF">2022-10-11T15:33:00Z</dcterms:created>
  <dcterms:modified xsi:type="dcterms:W3CDTF">2023-08-08T07:50:49Z</dcterms:modified>
</cp:coreProperties>
</file>