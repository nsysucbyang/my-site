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92" r:id="rId4"/>
    <p:sldId id="264" r:id="rId5"/>
    <p:sldId id="298" r:id="rId6"/>
    <p:sldId id="299" r:id="rId7"/>
    <p:sldId id="307" r:id="rId8"/>
    <p:sldId id="300" r:id="rId9"/>
    <p:sldId id="301" r:id="rId10"/>
    <p:sldId id="304" r:id="rId11"/>
    <p:sldId id="302" r:id="rId12"/>
    <p:sldId id="303" r:id="rId13"/>
    <p:sldId id="305" r:id="rId14"/>
    <p:sldId id="314" r:id="rId15"/>
    <p:sldId id="315" r:id="rId16"/>
    <p:sldId id="308" r:id="rId17"/>
    <p:sldId id="310" r:id="rId18"/>
    <p:sldId id="311" r:id="rId19"/>
    <p:sldId id="312" r:id="rId20"/>
    <p:sldId id="313" r:id="rId21"/>
    <p:sldId id="270" r:id="rId2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FFFA43B8-FD04-4FCC-A9F6-69C7CB7CE5E8}">
          <p14:sldIdLst>
            <p14:sldId id="256"/>
            <p14:sldId id="257"/>
            <p14:sldId id="292"/>
            <p14:sldId id="264"/>
            <p14:sldId id="298"/>
            <p14:sldId id="299"/>
            <p14:sldId id="307"/>
            <p14:sldId id="300"/>
            <p14:sldId id="301"/>
            <p14:sldId id="304"/>
            <p14:sldId id="302"/>
            <p14:sldId id="303"/>
            <p14:sldId id="305"/>
            <p14:sldId id="314"/>
            <p14:sldId id="315"/>
            <p14:sldId id="308"/>
            <p14:sldId id="310"/>
            <p14:sldId id="311"/>
            <p14:sldId id="312"/>
            <p14:sldId id="313"/>
            <p14:sldId id="270"/>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沈之承" initials="沈之承" lastIdx="5" clrIdx="0">
    <p:extLst>
      <p:ext uri="{19B8F6BF-5375-455C-9EA6-DF929625EA0E}">
        <p15:presenceInfo xmlns:p15="http://schemas.microsoft.com/office/powerpoint/2012/main" userId="25d5769b3392efd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9F0AB6-1C48-4BDE-B684-EEF6A9FF355C}" v="12" dt="2023-04-09T10:18:43.856"/>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6" d="100"/>
          <a:sy n="76" d="100"/>
        </p:scale>
        <p:origin x="26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之承 沈" userId="25d5769b3392efdc" providerId="LiveId" clId="{589F0AB6-1C48-4BDE-B684-EEF6A9FF355C}"/>
    <pc:docChg chg="undo custSel addSld delSld modSld sldOrd modSection">
      <pc:chgData name="之承 沈" userId="25d5769b3392efdc" providerId="LiveId" clId="{589F0AB6-1C48-4BDE-B684-EEF6A9FF355C}" dt="2023-04-09T10:38:48.860" v="1617" actId="2711"/>
      <pc:docMkLst>
        <pc:docMk/>
      </pc:docMkLst>
      <pc:sldChg chg="modSp mod">
        <pc:chgData name="之承 沈" userId="25d5769b3392efdc" providerId="LiveId" clId="{589F0AB6-1C48-4BDE-B684-EEF6A9FF355C}" dt="2023-04-09T10:27:57.778" v="1329" actId="2711"/>
        <pc:sldMkLst>
          <pc:docMk/>
          <pc:sldMk cId="3512438627" sldId="256"/>
        </pc:sldMkLst>
        <pc:spChg chg="mod">
          <ac:chgData name="之承 沈" userId="25d5769b3392efdc" providerId="LiveId" clId="{589F0AB6-1C48-4BDE-B684-EEF6A9FF355C}" dt="2023-04-09T09:37:46.798" v="18" actId="27636"/>
          <ac:spMkLst>
            <pc:docMk/>
            <pc:sldMk cId="3512438627" sldId="256"/>
            <ac:spMk id="2" creationId="{00000000-0000-0000-0000-000000000000}"/>
          </ac:spMkLst>
        </pc:spChg>
        <pc:spChg chg="mod">
          <ac:chgData name="之承 沈" userId="25d5769b3392efdc" providerId="LiveId" clId="{589F0AB6-1C48-4BDE-B684-EEF6A9FF355C}" dt="2023-04-09T09:40:38.394" v="50" actId="20577"/>
          <ac:spMkLst>
            <pc:docMk/>
            <pc:sldMk cId="3512438627" sldId="256"/>
            <ac:spMk id="3" creationId="{00000000-0000-0000-0000-000000000000}"/>
          </ac:spMkLst>
        </pc:spChg>
        <pc:spChg chg="mod">
          <ac:chgData name="之承 沈" userId="25d5769b3392efdc" providerId="LiveId" clId="{589F0AB6-1C48-4BDE-B684-EEF6A9FF355C}" dt="2023-04-09T10:27:57.778" v="1329" actId="2711"/>
          <ac:spMkLst>
            <pc:docMk/>
            <pc:sldMk cId="3512438627" sldId="256"/>
            <ac:spMk id="5" creationId="{00000000-0000-0000-0000-000000000000}"/>
          </ac:spMkLst>
        </pc:spChg>
      </pc:sldChg>
      <pc:sldChg chg="modSp mod">
        <pc:chgData name="之承 沈" userId="25d5769b3392efdc" providerId="LiveId" clId="{589F0AB6-1C48-4BDE-B684-EEF6A9FF355C}" dt="2023-04-09T09:42:02.445" v="69" actId="20577"/>
        <pc:sldMkLst>
          <pc:docMk/>
          <pc:sldMk cId="1605372829" sldId="257"/>
        </pc:sldMkLst>
        <pc:spChg chg="mod">
          <ac:chgData name="之承 沈" userId="25d5769b3392efdc" providerId="LiveId" clId="{589F0AB6-1C48-4BDE-B684-EEF6A9FF355C}" dt="2023-04-09T09:42:02.445" v="69" actId="20577"/>
          <ac:spMkLst>
            <pc:docMk/>
            <pc:sldMk cId="1605372829" sldId="257"/>
            <ac:spMk id="3" creationId="{00000000-0000-0000-0000-000000000000}"/>
          </ac:spMkLst>
        </pc:spChg>
      </pc:sldChg>
      <pc:sldChg chg="addSp delSp modSp mod modClrScheme chgLayout">
        <pc:chgData name="之承 沈" userId="25d5769b3392efdc" providerId="LiveId" clId="{589F0AB6-1C48-4BDE-B684-EEF6A9FF355C}" dt="2023-04-09T09:46:43.920" v="250" actId="20577"/>
        <pc:sldMkLst>
          <pc:docMk/>
          <pc:sldMk cId="2912625084" sldId="258"/>
        </pc:sldMkLst>
        <pc:spChg chg="mod ord">
          <ac:chgData name="之承 沈" userId="25d5769b3392efdc" providerId="LiveId" clId="{589F0AB6-1C48-4BDE-B684-EEF6A9FF355C}" dt="2023-04-09T09:46:43.920" v="250" actId="20577"/>
          <ac:spMkLst>
            <pc:docMk/>
            <pc:sldMk cId="2912625084" sldId="258"/>
            <ac:spMk id="2" creationId="{00000000-0000-0000-0000-000000000000}"/>
          </ac:spMkLst>
        </pc:spChg>
        <pc:spChg chg="mod ord">
          <ac:chgData name="之承 沈" userId="25d5769b3392efdc" providerId="LiveId" clId="{589F0AB6-1C48-4BDE-B684-EEF6A9FF355C}" dt="2023-04-09T09:44:19.575" v="101" actId="700"/>
          <ac:spMkLst>
            <pc:docMk/>
            <pc:sldMk cId="2912625084" sldId="258"/>
            <ac:spMk id="3" creationId="{BF88251A-915D-E2AC-1555-7885C6E845C8}"/>
          </ac:spMkLst>
        </pc:spChg>
        <pc:spChg chg="del">
          <ac:chgData name="之承 沈" userId="25d5769b3392efdc" providerId="LiveId" clId="{589F0AB6-1C48-4BDE-B684-EEF6A9FF355C}" dt="2023-04-09T09:44:14.011" v="100" actId="21"/>
          <ac:spMkLst>
            <pc:docMk/>
            <pc:sldMk cId="2912625084" sldId="258"/>
            <ac:spMk id="5" creationId="{00000000-0000-0000-0000-000000000000}"/>
          </ac:spMkLst>
        </pc:spChg>
        <pc:spChg chg="add del mod ord">
          <ac:chgData name="之承 沈" userId="25d5769b3392efdc" providerId="LiveId" clId="{589F0AB6-1C48-4BDE-B684-EEF6A9FF355C}" dt="2023-04-09T09:44:08.635" v="99" actId="700"/>
          <ac:spMkLst>
            <pc:docMk/>
            <pc:sldMk cId="2912625084" sldId="258"/>
            <ac:spMk id="8" creationId="{4E3EC1DE-D025-3469-B0F6-39E98A39EB5E}"/>
          </ac:spMkLst>
        </pc:spChg>
        <pc:spChg chg="add del mod ord">
          <ac:chgData name="之承 沈" userId="25d5769b3392efdc" providerId="LiveId" clId="{589F0AB6-1C48-4BDE-B684-EEF6A9FF355C}" dt="2023-04-09T09:44:19.575" v="101" actId="700"/>
          <ac:spMkLst>
            <pc:docMk/>
            <pc:sldMk cId="2912625084" sldId="258"/>
            <ac:spMk id="9" creationId="{07EDAFBD-3BCA-E250-1678-0FB3882005F5}"/>
          </ac:spMkLst>
        </pc:spChg>
        <pc:spChg chg="add mod ord">
          <ac:chgData name="之承 沈" userId="25d5769b3392efdc" providerId="LiveId" clId="{589F0AB6-1C48-4BDE-B684-EEF6A9FF355C}" dt="2023-04-09T09:46:25.226" v="247" actId="20577"/>
          <ac:spMkLst>
            <pc:docMk/>
            <pc:sldMk cId="2912625084" sldId="258"/>
            <ac:spMk id="10" creationId="{CA02FA8E-9D01-91B8-83E5-5FED178A01F9}"/>
          </ac:spMkLst>
        </pc:spChg>
        <pc:picChg chg="del">
          <ac:chgData name="之承 沈" userId="25d5769b3392efdc" providerId="LiveId" clId="{589F0AB6-1C48-4BDE-B684-EEF6A9FF355C}" dt="2023-04-09T09:42:45.938" v="72" actId="21"/>
          <ac:picMkLst>
            <pc:docMk/>
            <pc:sldMk cId="2912625084" sldId="258"/>
            <ac:picMk id="4" creationId="{00000000-0000-0000-0000-000000000000}"/>
          </ac:picMkLst>
        </pc:picChg>
        <pc:picChg chg="add del mod">
          <ac:chgData name="之承 沈" userId="25d5769b3392efdc" providerId="LiveId" clId="{589F0AB6-1C48-4BDE-B684-EEF6A9FF355C}" dt="2023-04-09T09:42:44.166" v="71" actId="21"/>
          <ac:picMkLst>
            <pc:docMk/>
            <pc:sldMk cId="2912625084" sldId="258"/>
            <ac:picMk id="6" creationId="{74247CA6-1C8A-BAF2-3A3E-A66EE4FF42E2}"/>
          </ac:picMkLst>
        </pc:picChg>
      </pc:sldChg>
      <pc:sldChg chg="addSp delSp modSp mod chgLayout">
        <pc:chgData name="之承 沈" userId="25d5769b3392efdc" providerId="LiveId" clId="{589F0AB6-1C48-4BDE-B684-EEF6A9FF355C}" dt="2023-04-09T10:28:42.280" v="1333" actId="2711"/>
        <pc:sldMkLst>
          <pc:docMk/>
          <pc:sldMk cId="2792763757" sldId="260"/>
        </pc:sldMkLst>
        <pc:spChg chg="mod ord">
          <ac:chgData name="之承 沈" userId="25d5769b3392efdc" providerId="LiveId" clId="{589F0AB6-1C48-4BDE-B684-EEF6A9FF355C}" dt="2023-04-09T10:28:35.890" v="1332" actId="1076"/>
          <ac:spMkLst>
            <pc:docMk/>
            <pc:sldMk cId="2792763757" sldId="260"/>
            <ac:spMk id="2" creationId="{00000000-0000-0000-0000-000000000000}"/>
          </ac:spMkLst>
        </pc:spChg>
        <pc:spChg chg="mod ord">
          <ac:chgData name="之承 沈" userId="25d5769b3392efdc" providerId="LiveId" clId="{589F0AB6-1C48-4BDE-B684-EEF6A9FF355C}" dt="2023-04-09T09:53:39.287" v="423" actId="700"/>
          <ac:spMkLst>
            <pc:docMk/>
            <pc:sldMk cId="2792763757" sldId="260"/>
            <ac:spMk id="3" creationId="{A149A6C6-EEC3-9C43-49F0-583072161525}"/>
          </ac:spMkLst>
        </pc:spChg>
        <pc:spChg chg="add del mod">
          <ac:chgData name="之承 沈" userId="25d5769b3392efdc" providerId="LiveId" clId="{589F0AB6-1C48-4BDE-B684-EEF6A9FF355C}" dt="2023-04-09T09:53:39.287" v="423" actId="700"/>
          <ac:spMkLst>
            <pc:docMk/>
            <pc:sldMk cId="2792763757" sldId="260"/>
            <ac:spMk id="6" creationId="{EB4AB485-A294-74E2-5396-E68BC36FBA91}"/>
          </ac:spMkLst>
        </pc:spChg>
        <pc:spChg chg="del">
          <ac:chgData name="之承 沈" userId="25d5769b3392efdc" providerId="LiveId" clId="{589F0AB6-1C48-4BDE-B684-EEF6A9FF355C}" dt="2023-04-09T09:53:43.031" v="424" actId="21"/>
          <ac:spMkLst>
            <pc:docMk/>
            <pc:sldMk cId="2792763757" sldId="260"/>
            <ac:spMk id="7" creationId="{00000000-0000-0000-0000-000000000000}"/>
          </ac:spMkLst>
        </pc:spChg>
        <pc:spChg chg="add mod ord">
          <ac:chgData name="之承 沈" userId="25d5769b3392efdc" providerId="LiveId" clId="{589F0AB6-1C48-4BDE-B684-EEF6A9FF355C}" dt="2023-04-09T10:28:42.280" v="1333" actId="2711"/>
          <ac:spMkLst>
            <pc:docMk/>
            <pc:sldMk cId="2792763757" sldId="260"/>
            <ac:spMk id="8" creationId="{C827F5D3-66E4-4895-0806-F3AA1E773349}"/>
          </ac:spMkLst>
        </pc:spChg>
        <pc:picChg chg="del mod ord">
          <ac:chgData name="之承 沈" userId="25d5769b3392efdc" providerId="LiveId" clId="{589F0AB6-1C48-4BDE-B684-EEF6A9FF355C}" dt="2023-04-09T09:53:32.643" v="422" actId="478"/>
          <ac:picMkLst>
            <pc:docMk/>
            <pc:sldMk cId="2792763757" sldId="260"/>
            <ac:picMk id="5" creationId="{00000000-0000-0000-0000-000000000000}"/>
          </ac:picMkLst>
        </pc:picChg>
      </pc:sldChg>
      <pc:sldChg chg="addSp delSp modSp mod modClrScheme chgLayout">
        <pc:chgData name="之承 沈" userId="25d5769b3392efdc" providerId="LiveId" clId="{589F0AB6-1C48-4BDE-B684-EEF6A9FF355C}" dt="2023-04-09T10:28:30.909" v="1330" actId="2711"/>
        <pc:sldMkLst>
          <pc:docMk/>
          <pc:sldMk cId="2485500826" sldId="261"/>
        </pc:sldMkLst>
        <pc:spChg chg="del mod">
          <ac:chgData name="之承 沈" userId="25d5769b3392efdc" providerId="LiveId" clId="{589F0AB6-1C48-4BDE-B684-EEF6A9FF355C}" dt="2023-04-09T09:48:03.600" v="273" actId="700"/>
          <ac:spMkLst>
            <pc:docMk/>
            <pc:sldMk cId="2485500826" sldId="261"/>
            <ac:spMk id="2" creationId="{00000000-0000-0000-0000-000000000000}"/>
          </ac:spMkLst>
        </pc:spChg>
        <pc:spChg chg="del mod">
          <ac:chgData name="之承 沈" userId="25d5769b3392efdc" providerId="LiveId" clId="{589F0AB6-1C48-4BDE-B684-EEF6A9FF355C}" dt="2023-04-09T09:48:03.600" v="273" actId="700"/>
          <ac:spMkLst>
            <pc:docMk/>
            <pc:sldMk cId="2485500826" sldId="261"/>
            <ac:spMk id="3" creationId="{00000000-0000-0000-0000-000000000000}"/>
          </ac:spMkLst>
        </pc:spChg>
        <pc:spChg chg="del mod">
          <ac:chgData name="之承 沈" userId="25d5769b3392efdc" providerId="LiveId" clId="{589F0AB6-1C48-4BDE-B684-EEF6A9FF355C}" dt="2023-04-09T09:47:59.277" v="272"/>
          <ac:spMkLst>
            <pc:docMk/>
            <pc:sldMk cId="2485500826" sldId="261"/>
            <ac:spMk id="4" creationId="{00000000-0000-0000-0000-000000000000}"/>
          </ac:spMkLst>
        </pc:spChg>
        <pc:spChg chg="mod ord">
          <ac:chgData name="之承 沈" userId="25d5769b3392efdc" providerId="LiveId" clId="{589F0AB6-1C48-4BDE-B684-EEF6A9FF355C}" dt="2023-04-09T09:51:14.060" v="414" actId="700"/>
          <ac:spMkLst>
            <pc:docMk/>
            <pc:sldMk cId="2485500826" sldId="261"/>
            <ac:spMk id="5" creationId="{54A9DBD1-448A-653C-DE70-9F866DE44467}"/>
          </ac:spMkLst>
        </pc:spChg>
        <pc:spChg chg="add mod ord">
          <ac:chgData name="之承 沈" userId="25d5769b3392efdc" providerId="LiveId" clId="{589F0AB6-1C48-4BDE-B684-EEF6A9FF355C}" dt="2023-04-09T09:51:14.060" v="414" actId="700"/>
          <ac:spMkLst>
            <pc:docMk/>
            <pc:sldMk cId="2485500826" sldId="261"/>
            <ac:spMk id="6" creationId="{D3917CD5-93EF-1F03-09A3-B48376980E2A}"/>
          </ac:spMkLst>
        </pc:spChg>
        <pc:spChg chg="add mod ord">
          <ac:chgData name="之承 沈" userId="25d5769b3392efdc" providerId="LiveId" clId="{589F0AB6-1C48-4BDE-B684-EEF6A9FF355C}" dt="2023-04-09T10:28:30.909" v="1330" actId="2711"/>
          <ac:spMkLst>
            <pc:docMk/>
            <pc:sldMk cId="2485500826" sldId="261"/>
            <ac:spMk id="7" creationId="{8FC9F4A8-A684-3219-F051-5110825CB4DC}"/>
          </ac:spMkLst>
        </pc:spChg>
        <pc:spChg chg="add del mod ord">
          <ac:chgData name="之承 沈" userId="25d5769b3392efdc" providerId="LiveId" clId="{589F0AB6-1C48-4BDE-B684-EEF6A9FF355C}" dt="2023-04-09T09:52:21.409" v="415" actId="931"/>
          <ac:spMkLst>
            <pc:docMk/>
            <pc:sldMk cId="2485500826" sldId="261"/>
            <ac:spMk id="8" creationId="{89E39DA9-D55D-8239-7162-7EB5CFC91126}"/>
          </ac:spMkLst>
        </pc:spChg>
        <pc:picChg chg="add mod">
          <ac:chgData name="之承 沈" userId="25d5769b3392efdc" providerId="LiveId" clId="{589F0AB6-1C48-4BDE-B684-EEF6A9FF355C}" dt="2023-04-09T09:52:35.434" v="420" actId="14100"/>
          <ac:picMkLst>
            <pc:docMk/>
            <pc:sldMk cId="2485500826" sldId="261"/>
            <ac:picMk id="10" creationId="{0CA92268-BC9C-8F96-01C8-DB6BF7034F7C}"/>
          </ac:picMkLst>
        </pc:picChg>
      </pc:sldChg>
      <pc:sldChg chg="modSp del mod ord">
        <pc:chgData name="之承 沈" userId="25d5769b3392efdc" providerId="LiveId" clId="{589F0AB6-1C48-4BDE-B684-EEF6A9FF355C}" dt="2023-04-09T09:57:53.869" v="577" actId="2696"/>
        <pc:sldMkLst>
          <pc:docMk/>
          <pc:sldMk cId="1685615187" sldId="262"/>
        </pc:sldMkLst>
        <pc:spChg chg="mod">
          <ac:chgData name="之承 沈" userId="25d5769b3392efdc" providerId="LiveId" clId="{589F0AB6-1C48-4BDE-B684-EEF6A9FF355C}" dt="2023-04-09T09:57:01.098" v="533" actId="20577"/>
          <ac:spMkLst>
            <pc:docMk/>
            <pc:sldMk cId="1685615187" sldId="262"/>
            <ac:spMk id="3" creationId="{00000000-0000-0000-0000-000000000000}"/>
          </ac:spMkLst>
        </pc:spChg>
      </pc:sldChg>
      <pc:sldChg chg="addSp delSp modSp mod modClrScheme chgLayout">
        <pc:chgData name="之承 沈" userId="25d5769b3392efdc" providerId="LiveId" clId="{589F0AB6-1C48-4BDE-B684-EEF6A9FF355C}" dt="2023-04-09T10:29:30.497" v="1339" actId="2711"/>
        <pc:sldMkLst>
          <pc:docMk/>
          <pc:sldMk cId="1658856297" sldId="263"/>
        </pc:sldMkLst>
        <pc:spChg chg="mod ord">
          <ac:chgData name="之承 沈" userId="25d5769b3392efdc" providerId="LiveId" clId="{589F0AB6-1C48-4BDE-B684-EEF6A9FF355C}" dt="2023-04-09T10:00:17.090" v="654" actId="700"/>
          <ac:spMkLst>
            <pc:docMk/>
            <pc:sldMk cId="1658856297" sldId="263"/>
            <ac:spMk id="2" creationId="{00000000-0000-0000-0000-000000000000}"/>
          </ac:spMkLst>
        </pc:spChg>
        <pc:spChg chg="del mod ord">
          <ac:chgData name="之承 沈" userId="25d5769b3392efdc" providerId="LiveId" clId="{589F0AB6-1C48-4BDE-B684-EEF6A9FF355C}" dt="2023-04-09T10:00:17.090" v="654" actId="700"/>
          <ac:spMkLst>
            <pc:docMk/>
            <pc:sldMk cId="1658856297" sldId="263"/>
            <ac:spMk id="3" creationId="{00000000-0000-0000-0000-000000000000}"/>
          </ac:spMkLst>
        </pc:spChg>
        <pc:spChg chg="mod ord">
          <ac:chgData name="之承 沈" userId="25d5769b3392efdc" providerId="LiveId" clId="{589F0AB6-1C48-4BDE-B684-EEF6A9FF355C}" dt="2023-04-09T10:00:17.090" v="654" actId="700"/>
          <ac:spMkLst>
            <pc:docMk/>
            <pc:sldMk cId="1658856297" sldId="263"/>
            <ac:spMk id="4" creationId="{29B6BE74-9694-0D20-2FFA-027174B2BEDB}"/>
          </ac:spMkLst>
        </pc:spChg>
        <pc:spChg chg="add mod ord">
          <ac:chgData name="之承 沈" userId="25d5769b3392efdc" providerId="LiveId" clId="{589F0AB6-1C48-4BDE-B684-EEF6A9FF355C}" dt="2023-04-09T10:29:30.497" v="1339" actId="2711"/>
          <ac:spMkLst>
            <pc:docMk/>
            <pc:sldMk cId="1658856297" sldId="263"/>
            <ac:spMk id="5" creationId="{8BA263EA-B73D-1A47-F48D-072B914122A3}"/>
          </ac:spMkLst>
        </pc:spChg>
        <pc:spChg chg="add del mod ord">
          <ac:chgData name="之承 沈" userId="25d5769b3392efdc" providerId="LiveId" clId="{589F0AB6-1C48-4BDE-B684-EEF6A9FF355C}" dt="2023-04-09T10:02:18.622" v="724" actId="931"/>
          <ac:spMkLst>
            <pc:docMk/>
            <pc:sldMk cId="1658856297" sldId="263"/>
            <ac:spMk id="6" creationId="{6BE07C45-1955-E8FD-F2BE-6BA6AAD7F8A6}"/>
          </ac:spMkLst>
        </pc:spChg>
        <pc:picChg chg="add mod">
          <ac:chgData name="之承 沈" userId="25d5769b3392efdc" providerId="LiveId" clId="{589F0AB6-1C48-4BDE-B684-EEF6A9FF355C}" dt="2023-04-09T10:02:23.262" v="727" actId="14100"/>
          <ac:picMkLst>
            <pc:docMk/>
            <pc:sldMk cId="1658856297" sldId="263"/>
            <ac:picMk id="8" creationId="{F2F087E6-920C-091E-AA84-C15EDB3611E2}"/>
          </ac:picMkLst>
        </pc:picChg>
      </pc:sldChg>
      <pc:sldChg chg="modSp new mod">
        <pc:chgData name="之承 沈" userId="25d5769b3392efdc" providerId="LiveId" clId="{589F0AB6-1C48-4BDE-B684-EEF6A9FF355C}" dt="2023-04-09T09:47:36.485" v="257" actId="207"/>
        <pc:sldMkLst>
          <pc:docMk/>
          <pc:sldMk cId="1381471172" sldId="264"/>
        </pc:sldMkLst>
        <pc:spChg chg="mod">
          <ac:chgData name="之承 沈" userId="25d5769b3392efdc" providerId="LiveId" clId="{589F0AB6-1C48-4BDE-B684-EEF6A9FF355C}" dt="2023-04-09T09:46:48.569" v="251"/>
          <ac:spMkLst>
            <pc:docMk/>
            <pc:sldMk cId="1381471172" sldId="264"/>
            <ac:spMk id="2" creationId="{68FE7BF9-93F3-8278-68CF-5573FEF38F9A}"/>
          </ac:spMkLst>
        </pc:spChg>
        <pc:spChg chg="mod">
          <ac:chgData name="之承 沈" userId="25d5769b3392efdc" providerId="LiveId" clId="{589F0AB6-1C48-4BDE-B684-EEF6A9FF355C}" dt="2023-04-09T09:47:36.485" v="257" actId="207"/>
          <ac:spMkLst>
            <pc:docMk/>
            <pc:sldMk cId="1381471172" sldId="264"/>
            <ac:spMk id="3" creationId="{02EED883-79F8-D733-5ACD-C004CCB81197}"/>
          </ac:spMkLst>
        </pc:spChg>
      </pc:sldChg>
      <pc:sldChg chg="addSp delSp modSp new mod modClrScheme chgLayout">
        <pc:chgData name="之承 沈" userId="25d5769b3392efdc" providerId="LiveId" clId="{589F0AB6-1C48-4BDE-B684-EEF6A9FF355C}" dt="2023-04-09T10:29:45.326" v="1341" actId="2711"/>
        <pc:sldMkLst>
          <pc:docMk/>
          <pc:sldMk cId="1085537385" sldId="265"/>
        </pc:sldMkLst>
        <pc:spChg chg="del mod ord">
          <ac:chgData name="之承 沈" userId="25d5769b3392efdc" providerId="LiveId" clId="{589F0AB6-1C48-4BDE-B684-EEF6A9FF355C}" dt="2023-04-09T10:03:14.746" v="733" actId="700"/>
          <ac:spMkLst>
            <pc:docMk/>
            <pc:sldMk cId="1085537385" sldId="265"/>
            <ac:spMk id="2" creationId="{3EA84B7C-FA13-F796-1F77-ACEA74BBB186}"/>
          </ac:spMkLst>
        </pc:spChg>
        <pc:spChg chg="del mod ord">
          <ac:chgData name="之承 沈" userId="25d5769b3392efdc" providerId="LiveId" clId="{589F0AB6-1C48-4BDE-B684-EEF6A9FF355C}" dt="2023-04-09T10:03:14.746" v="733" actId="700"/>
          <ac:spMkLst>
            <pc:docMk/>
            <pc:sldMk cId="1085537385" sldId="265"/>
            <ac:spMk id="3" creationId="{1285256A-52A4-4B63-56DB-8502FEF0C926}"/>
          </ac:spMkLst>
        </pc:spChg>
        <pc:spChg chg="del">
          <ac:chgData name="之承 沈" userId="25d5769b3392efdc" providerId="LiveId" clId="{589F0AB6-1C48-4BDE-B684-EEF6A9FF355C}" dt="2023-04-09T10:03:14.746" v="733" actId="700"/>
          <ac:spMkLst>
            <pc:docMk/>
            <pc:sldMk cId="1085537385" sldId="265"/>
            <ac:spMk id="4" creationId="{E9D0F177-BE91-5B58-D86E-3E759AAFF9D2}"/>
          </ac:spMkLst>
        </pc:spChg>
        <pc:spChg chg="mod ord">
          <ac:chgData name="之承 沈" userId="25d5769b3392efdc" providerId="LiveId" clId="{589F0AB6-1C48-4BDE-B684-EEF6A9FF355C}" dt="2023-04-09T10:03:14.746" v="733" actId="700"/>
          <ac:spMkLst>
            <pc:docMk/>
            <pc:sldMk cId="1085537385" sldId="265"/>
            <ac:spMk id="5" creationId="{F5043C9B-8625-F166-A4D7-DF84C70C57D3}"/>
          </ac:spMkLst>
        </pc:spChg>
        <pc:spChg chg="add mod ord">
          <ac:chgData name="之承 沈" userId="25d5769b3392efdc" providerId="LiveId" clId="{589F0AB6-1C48-4BDE-B684-EEF6A9FF355C}" dt="2023-04-09T10:03:29.027" v="750" actId="20577"/>
          <ac:spMkLst>
            <pc:docMk/>
            <pc:sldMk cId="1085537385" sldId="265"/>
            <ac:spMk id="6" creationId="{7F2F0DC4-B714-0DEB-92A1-D3BA63B6FD3D}"/>
          </ac:spMkLst>
        </pc:spChg>
        <pc:spChg chg="add mod ord">
          <ac:chgData name="之承 沈" userId="25d5769b3392efdc" providerId="LiveId" clId="{589F0AB6-1C48-4BDE-B684-EEF6A9FF355C}" dt="2023-04-09T10:29:45.326" v="1341" actId="2711"/>
          <ac:spMkLst>
            <pc:docMk/>
            <pc:sldMk cId="1085537385" sldId="265"/>
            <ac:spMk id="7" creationId="{FC435CBA-5D56-D55A-7028-81BD8DA6A0F3}"/>
          </ac:spMkLst>
        </pc:spChg>
      </pc:sldChg>
      <pc:sldChg chg="addSp delSp modSp new mod modClrScheme chgLayout">
        <pc:chgData name="之承 沈" userId="25d5769b3392efdc" providerId="LiveId" clId="{589F0AB6-1C48-4BDE-B684-EEF6A9FF355C}" dt="2023-04-09T10:30:04.270" v="1343" actId="2711"/>
        <pc:sldMkLst>
          <pc:docMk/>
          <pc:sldMk cId="3188520808" sldId="266"/>
        </pc:sldMkLst>
        <pc:spChg chg="mod ord">
          <ac:chgData name="之承 沈" userId="25d5769b3392efdc" providerId="LiveId" clId="{589F0AB6-1C48-4BDE-B684-EEF6A9FF355C}" dt="2023-04-09T10:18:16.752" v="1127" actId="700"/>
          <ac:spMkLst>
            <pc:docMk/>
            <pc:sldMk cId="3188520808" sldId="266"/>
            <ac:spMk id="2" creationId="{D9244957-E392-096E-7E22-B396F3D24E3A}"/>
          </ac:spMkLst>
        </pc:spChg>
        <pc:spChg chg="del mod ord">
          <ac:chgData name="之承 沈" userId="25d5769b3392efdc" providerId="LiveId" clId="{589F0AB6-1C48-4BDE-B684-EEF6A9FF355C}" dt="2023-04-09T10:04:35.611" v="793" actId="700"/>
          <ac:spMkLst>
            <pc:docMk/>
            <pc:sldMk cId="3188520808" sldId="266"/>
            <ac:spMk id="3" creationId="{2A4A546B-47CB-A63D-24F9-00114D8750AC}"/>
          </ac:spMkLst>
        </pc:spChg>
        <pc:spChg chg="mod ord">
          <ac:chgData name="之承 沈" userId="25d5769b3392efdc" providerId="LiveId" clId="{589F0AB6-1C48-4BDE-B684-EEF6A9FF355C}" dt="2023-04-09T10:18:16.752" v="1127" actId="700"/>
          <ac:spMkLst>
            <pc:docMk/>
            <pc:sldMk cId="3188520808" sldId="266"/>
            <ac:spMk id="4" creationId="{D82FF576-74CA-B709-A6D3-CBC587D4D728}"/>
          </ac:spMkLst>
        </pc:spChg>
        <pc:spChg chg="add mod ord">
          <ac:chgData name="之承 沈" userId="25d5769b3392efdc" providerId="LiveId" clId="{589F0AB6-1C48-4BDE-B684-EEF6A9FF355C}" dt="2023-04-09T10:30:04.270" v="1343" actId="2711"/>
          <ac:spMkLst>
            <pc:docMk/>
            <pc:sldMk cId="3188520808" sldId="266"/>
            <ac:spMk id="5" creationId="{84AA154F-8A21-0EE9-1C1B-7A716A16B440}"/>
          </ac:spMkLst>
        </pc:spChg>
        <pc:spChg chg="add del mod ord">
          <ac:chgData name="之承 沈" userId="25d5769b3392efdc" providerId="LiveId" clId="{589F0AB6-1C48-4BDE-B684-EEF6A9FF355C}" dt="2023-04-09T10:05:34.277" v="796" actId="931"/>
          <ac:spMkLst>
            <pc:docMk/>
            <pc:sldMk cId="3188520808" sldId="266"/>
            <ac:spMk id="6" creationId="{651C4EDD-8EDA-41EA-FF66-35AB8F9DD640}"/>
          </ac:spMkLst>
        </pc:spChg>
        <pc:spChg chg="add del mod">
          <ac:chgData name="之承 沈" userId="25d5769b3392efdc" providerId="LiveId" clId="{589F0AB6-1C48-4BDE-B684-EEF6A9FF355C}" dt="2023-04-09T10:18:16.752" v="1127" actId="700"/>
          <ac:spMkLst>
            <pc:docMk/>
            <pc:sldMk cId="3188520808" sldId="266"/>
            <ac:spMk id="10" creationId="{DA927EAF-4945-DD56-B9D2-AA30BE77B2AC}"/>
          </ac:spMkLst>
        </pc:spChg>
        <pc:picChg chg="add del mod">
          <ac:chgData name="之承 沈" userId="25d5769b3392efdc" providerId="LiveId" clId="{589F0AB6-1C48-4BDE-B684-EEF6A9FF355C}" dt="2023-04-09T10:18:12.707" v="1126" actId="21"/>
          <ac:picMkLst>
            <pc:docMk/>
            <pc:sldMk cId="3188520808" sldId="266"/>
            <ac:picMk id="8" creationId="{0E48A770-8710-82E0-B391-93027C4EC8B4}"/>
          </ac:picMkLst>
        </pc:picChg>
      </pc:sldChg>
      <pc:sldChg chg="modSp new mod">
        <pc:chgData name="之承 沈" userId="25d5769b3392efdc" providerId="LiveId" clId="{589F0AB6-1C48-4BDE-B684-EEF6A9FF355C}" dt="2023-04-09T10:38:48.860" v="1617" actId="2711"/>
        <pc:sldMkLst>
          <pc:docMk/>
          <pc:sldMk cId="3821251681" sldId="267"/>
        </pc:sldMkLst>
        <pc:spChg chg="mod">
          <ac:chgData name="之承 沈" userId="25d5769b3392efdc" providerId="LiveId" clId="{589F0AB6-1C48-4BDE-B684-EEF6A9FF355C}" dt="2023-04-09T10:08:11.297" v="875"/>
          <ac:spMkLst>
            <pc:docMk/>
            <pc:sldMk cId="3821251681" sldId="267"/>
            <ac:spMk id="2" creationId="{37FDEC3E-729B-1821-1A52-69D53C73D17E}"/>
          </ac:spMkLst>
        </pc:spChg>
        <pc:spChg chg="mod">
          <ac:chgData name="之承 沈" userId="25d5769b3392efdc" providerId="LiveId" clId="{589F0AB6-1C48-4BDE-B684-EEF6A9FF355C}" dt="2023-04-09T10:38:48.860" v="1617" actId="2711"/>
          <ac:spMkLst>
            <pc:docMk/>
            <pc:sldMk cId="3821251681" sldId="267"/>
            <ac:spMk id="3" creationId="{A5C31549-B20F-3290-8255-3B3526020C34}"/>
          </ac:spMkLst>
        </pc:spChg>
      </pc:sldChg>
      <pc:sldChg chg="new del">
        <pc:chgData name="之承 沈" userId="25d5769b3392efdc" providerId="LiveId" clId="{589F0AB6-1C48-4BDE-B684-EEF6A9FF355C}" dt="2023-04-09T10:06:10.110" v="803" actId="2696"/>
        <pc:sldMkLst>
          <pc:docMk/>
          <pc:sldMk cId="4029865779" sldId="267"/>
        </pc:sldMkLst>
      </pc:sldChg>
      <pc:sldChg chg="addSp delSp modSp new mod modClrScheme chgLayout">
        <pc:chgData name="之承 沈" userId="25d5769b3392efdc" providerId="LiveId" clId="{589F0AB6-1C48-4BDE-B684-EEF6A9FF355C}" dt="2023-04-09T10:38:33.506" v="1616" actId="2711"/>
        <pc:sldMkLst>
          <pc:docMk/>
          <pc:sldMk cId="3931793295" sldId="268"/>
        </pc:sldMkLst>
        <pc:spChg chg="del mod ord">
          <ac:chgData name="之承 沈" userId="25d5769b3392efdc" providerId="LiveId" clId="{589F0AB6-1C48-4BDE-B684-EEF6A9FF355C}" dt="2023-04-09T10:11:48.150" v="982" actId="700"/>
          <ac:spMkLst>
            <pc:docMk/>
            <pc:sldMk cId="3931793295" sldId="268"/>
            <ac:spMk id="2" creationId="{D0D005AD-FD57-6B9E-A633-EFD2450C72F6}"/>
          </ac:spMkLst>
        </pc:spChg>
        <pc:spChg chg="del mod ord">
          <ac:chgData name="之承 沈" userId="25d5769b3392efdc" providerId="LiveId" clId="{589F0AB6-1C48-4BDE-B684-EEF6A9FF355C}" dt="2023-04-09T10:11:48.150" v="982" actId="700"/>
          <ac:spMkLst>
            <pc:docMk/>
            <pc:sldMk cId="3931793295" sldId="268"/>
            <ac:spMk id="3" creationId="{215F49E4-58EA-A8B8-153A-EC4FD57562A8}"/>
          </ac:spMkLst>
        </pc:spChg>
        <pc:spChg chg="del">
          <ac:chgData name="之承 沈" userId="25d5769b3392efdc" providerId="LiveId" clId="{589F0AB6-1C48-4BDE-B684-EEF6A9FF355C}" dt="2023-04-09T10:11:48.150" v="982" actId="700"/>
          <ac:spMkLst>
            <pc:docMk/>
            <pc:sldMk cId="3931793295" sldId="268"/>
            <ac:spMk id="4" creationId="{3275CEC3-90D7-82BF-1D66-CD69950E2EC5}"/>
          </ac:spMkLst>
        </pc:spChg>
        <pc:spChg chg="mod ord">
          <ac:chgData name="之承 沈" userId="25d5769b3392efdc" providerId="LiveId" clId="{589F0AB6-1C48-4BDE-B684-EEF6A9FF355C}" dt="2023-04-09T10:11:48.150" v="982" actId="700"/>
          <ac:spMkLst>
            <pc:docMk/>
            <pc:sldMk cId="3931793295" sldId="268"/>
            <ac:spMk id="5" creationId="{E3D96E6E-6B25-0D6C-1B76-11535059E08C}"/>
          </ac:spMkLst>
        </pc:spChg>
        <pc:spChg chg="add mod ord">
          <ac:chgData name="之承 沈" userId="25d5769b3392efdc" providerId="LiveId" clId="{589F0AB6-1C48-4BDE-B684-EEF6A9FF355C}" dt="2023-04-09T10:12:14.515" v="999" actId="20577"/>
          <ac:spMkLst>
            <pc:docMk/>
            <pc:sldMk cId="3931793295" sldId="268"/>
            <ac:spMk id="6" creationId="{BEAD591D-7B73-6D78-0209-A7072317E4C2}"/>
          </ac:spMkLst>
        </pc:spChg>
        <pc:spChg chg="add mod ord">
          <ac:chgData name="之承 沈" userId="25d5769b3392efdc" providerId="LiveId" clId="{589F0AB6-1C48-4BDE-B684-EEF6A9FF355C}" dt="2023-04-09T10:38:33.506" v="1616" actId="2711"/>
          <ac:spMkLst>
            <pc:docMk/>
            <pc:sldMk cId="3931793295" sldId="268"/>
            <ac:spMk id="7" creationId="{7EDE0136-36A1-B65C-488A-63E8F5E946BE}"/>
          </ac:spMkLst>
        </pc:spChg>
      </pc:sldChg>
      <pc:sldChg chg="addSp delSp modSp new mod modClrScheme chgLayout">
        <pc:chgData name="之承 沈" userId="25d5769b3392efdc" providerId="LiveId" clId="{589F0AB6-1C48-4BDE-B684-EEF6A9FF355C}" dt="2023-04-09T10:37:45.555" v="1615" actId="20577"/>
        <pc:sldMkLst>
          <pc:docMk/>
          <pc:sldMk cId="1583654892" sldId="269"/>
        </pc:sldMkLst>
        <pc:spChg chg="mod ord">
          <ac:chgData name="之承 沈" userId="25d5769b3392efdc" providerId="LiveId" clId="{589F0AB6-1C48-4BDE-B684-EEF6A9FF355C}" dt="2023-04-09T10:18:38.475" v="1131" actId="700"/>
          <ac:spMkLst>
            <pc:docMk/>
            <pc:sldMk cId="1583654892" sldId="269"/>
            <ac:spMk id="2" creationId="{D1AC734D-8FAA-BF6C-2DC4-417DE482FC7A}"/>
          </ac:spMkLst>
        </pc:spChg>
        <pc:spChg chg="del mod ord">
          <ac:chgData name="之承 沈" userId="25d5769b3392efdc" providerId="LiveId" clId="{589F0AB6-1C48-4BDE-B684-EEF6A9FF355C}" dt="2023-04-09T10:18:38.475" v="1131" actId="700"/>
          <ac:spMkLst>
            <pc:docMk/>
            <pc:sldMk cId="1583654892" sldId="269"/>
            <ac:spMk id="3" creationId="{8823D94E-EACE-7FA4-894B-3C62E44B4964}"/>
          </ac:spMkLst>
        </pc:spChg>
        <pc:spChg chg="mod ord">
          <ac:chgData name="之承 沈" userId="25d5769b3392efdc" providerId="LiveId" clId="{589F0AB6-1C48-4BDE-B684-EEF6A9FF355C}" dt="2023-04-09T10:18:38.475" v="1131" actId="700"/>
          <ac:spMkLst>
            <pc:docMk/>
            <pc:sldMk cId="1583654892" sldId="269"/>
            <ac:spMk id="4" creationId="{CEC09D99-D7B0-DAA7-08C4-3BAD075E8CD9}"/>
          </ac:spMkLst>
        </pc:spChg>
        <pc:spChg chg="add mod ord">
          <ac:chgData name="之承 沈" userId="25d5769b3392efdc" providerId="LiveId" clId="{589F0AB6-1C48-4BDE-B684-EEF6A9FF355C}" dt="2023-04-09T10:37:45.555" v="1615" actId="20577"/>
          <ac:spMkLst>
            <pc:docMk/>
            <pc:sldMk cId="1583654892" sldId="269"/>
            <ac:spMk id="5" creationId="{A6B7F4BE-C838-AD1F-33F6-BEB9A7021804}"/>
          </ac:spMkLst>
        </pc:spChg>
        <pc:spChg chg="add del mod ord">
          <ac:chgData name="之承 沈" userId="25d5769b3392efdc" providerId="LiveId" clId="{589F0AB6-1C48-4BDE-B684-EEF6A9FF355C}" dt="2023-04-09T10:18:43.856" v="1132" actId="931"/>
          <ac:spMkLst>
            <pc:docMk/>
            <pc:sldMk cId="1583654892" sldId="269"/>
            <ac:spMk id="6" creationId="{5839B7D7-BDD6-432A-859B-51EDBE245ADE}"/>
          </ac:spMkLst>
        </pc:spChg>
        <pc:picChg chg="add mod">
          <ac:chgData name="之承 沈" userId="25d5769b3392efdc" providerId="LiveId" clId="{589F0AB6-1C48-4BDE-B684-EEF6A9FF355C}" dt="2023-04-09T10:18:54.858" v="1137" actId="14100"/>
          <ac:picMkLst>
            <pc:docMk/>
            <pc:sldMk cId="1583654892" sldId="269"/>
            <ac:picMk id="8" creationId="{919B6526-7DA3-7137-0A19-DF32DBD87832}"/>
          </ac:picMkLst>
        </pc:picChg>
      </pc:sldChg>
      <pc:sldChg chg="addSp delSp modSp new mod modClrScheme chgLayout">
        <pc:chgData name="之承 沈" userId="25d5769b3392efdc" providerId="LiveId" clId="{589F0AB6-1C48-4BDE-B684-EEF6A9FF355C}" dt="2023-04-09T10:30:18.857" v="1345" actId="2711"/>
        <pc:sldMkLst>
          <pc:docMk/>
          <pc:sldMk cId="3334228006" sldId="270"/>
        </pc:sldMkLst>
        <pc:spChg chg="del mod ord">
          <ac:chgData name="之承 沈" userId="25d5769b3392efdc" providerId="LiveId" clId="{589F0AB6-1C48-4BDE-B684-EEF6A9FF355C}" dt="2023-04-09T10:21:49.567" v="1147" actId="700"/>
          <ac:spMkLst>
            <pc:docMk/>
            <pc:sldMk cId="3334228006" sldId="270"/>
            <ac:spMk id="2" creationId="{96ADE525-49EC-5A17-5E36-5E8F5299C89F}"/>
          </ac:spMkLst>
        </pc:spChg>
        <pc:spChg chg="del mod ord">
          <ac:chgData name="之承 沈" userId="25d5769b3392efdc" providerId="LiveId" clId="{589F0AB6-1C48-4BDE-B684-EEF6A9FF355C}" dt="2023-04-09T10:21:49.567" v="1147" actId="700"/>
          <ac:spMkLst>
            <pc:docMk/>
            <pc:sldMk cId="3334228006" sldId="270"/>
            <ac:spMk id="3" creationId="{25DB6086-1B0B-D642-13C7-DFAD8B6619DA}"/>
          </ac:spMkLst>
        </pc:spChg>
        <pc:spChg chg="del">
          <ac:chgData name="之承 沈" userId="25d5769b3392efdc" providerId="LiveId" clId="{589F0AB6-1C48-4BDE-B684-EEF6A9FF355C}" dt="2023-04-09T10:21:49.567" v="1147" actId="700"/>
          <ac:spMkLst>
            <pc:docMk/>
            <pc:sldMk cId="3334228006" sldId="270"/>
            <ac:spMk id="4" creationId="{9FDE0E1F-21E8-0CC2-3C14-C2FB6B89FC99}"/>
          </ac:spMkLst>
        </pc:spChg>
        <pc:spChg chg="mod ord">
          <ac:chgData name="之承 沈" userId="25d5769b3392efdc" providerId="LiveId" clId="{589F0AB6-1C48-4BDE-B684-EEF6A9FF355C}" dt="2023-04-09T10:21:49.567" v="1147" actId="700"/>
          <ac:spMkLst>
            <pc:docMk/>
            <pc:sldMk cId="3334228006" sldId="270"/>
            <ac:spMk id="5" creationId="{9213F358-0A60-7297-9FA9-EAA8D3D869E8}"/>
          </ac:spMkLst>
        </pc:spChg>
        <pc:spChg chg="add mod ord">
          <ac:chgData name="之承 沈" userId="25d5769b3392efdc" providerId="LiveId" clId="{589F0AB6-1C48-4BDE-B684-EEF6A9FF355C}" dt="2023-04-09T10:30:18.857" v="1345" actId="2711"/>
          <ac:spMkLst>
            <pc:docMk/>
            <pc:sldMk cId="3334228006" sldId="270"/>
            <ac:spMk id="6" creationId="{B13900E8-C1DB-1602-9427-3DC6EC129266}"/>
          </ac:spMkLst>
        </pc:spChg>
        <pc:spChg chg="add mod ord">
          <ac:chgData name="之承 沈" userId="25d5769b3392efdc" providerId="LiveId" clId="{589F0AB6-1C48-4BDE-B684-EEF6A9FF355C}" dt="2023-04-09T10:22:00.832" v="1163" actId="5793"/>
          <ac:spMkLst>
            <pc:docMk/>
            <pc:sldMk cId="3334228006" sldId="270"/>
            <ac:spMk id="7" creationId="{993354DE-5A28-A2DC-F419-094433963161}"/>
          </ac:spMkLst>
        </pc:sp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3-08-08T00:10:18.824" idx="5">
    <p:pos x="10" y="10"/>
    <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EA3975-176E-4B66-BF68-D39383FEE0CD}" type="datetimeFigureOut">
              <a:rPr lang="zh-TW" altLang="en-US" smtClean="0"/>
              <a:t>2023/8/8</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EA774E-7286-49E7-9222-44A0C947EE01}" type="slidenum">
              <a:rPr lang="zh-TW" altLang="en-US" smtClean="0"/>
              <a:t>‹#›</a:t>
            </a:fld>
            <a:endParaRPr lang="zh-TW" altLang="en-US"/>
          </a:p>
        </p:txBody>
      </p:sp>
    </p:spTree>
    <p:extLst>
      <p:ext uri="{BB962C8B-B14F-4D97-AF65-F5344CB8AC3E}">
        <p14:creationId xmlns:p14="http://schemas.microsoft.com/office/powerpoint/2010/main" val="2618339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371F1EC9-AAAC-47AF-A269-4996676D2364}" type="datetime1">
              <a:rPr lang="zh-TW" altLang="en-US" smtClean="0"/>
              <a:t>2023/8/8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41405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036C651C-9FA2-4571-9452-2BE0AB97197A}" type="datetime1">
              <a:rPr lang="zh-TW" altLang="en-US" smtClean="0"/>
              <a:t>2023/8/8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4161361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fld id="{DC7E8D05-7482-4E99-B8CE-EE33F4A29F3D}" type="datetime1">
              <a:rPr lang="zh-TW" altLang="en-US" smtClean="0"/>
              <a:t>2023/8/8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2943087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B382CFA7-86F6-4CD0-9E10-528996B7EEFC}" type="datetime1">
              <a:rPr lang="zh-TW" altLang="en-US" smtClean="0"/>
              <a:t>2023/8/8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2347867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6FA17897-B5D3-4272-A111-9B67B2004AE3}" type="datetime1">
              <a:rPr lang="zh-TW" altLang="en-US" smtClean="0"/>
              <a:t>2023/8/8</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1110717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BCD675D5-D81D-4E76-8635-CACEBFB0A4E2}" type="datetime1">
              <a:rPr lang="zh-TW" altLang="en-US" smtClean="0"/>
              <a:t>2023/8/8</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1527598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C0F31696-61E9-4315-9D82-A1103AA15E6B}" type="datetime1">
              <a:rPr lang="zh-TW" altLang="en-US" smtClean="0"/>
              <a:t>2023/8/8</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581316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90F09A86-719E-4BEB-B2E5-670E55BCE468}" type="datetime1">
              <a:rPr lang="zh-TW" altLang="en-US" smtClean="0"/>
              <a:t>2023/8/8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1623659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762194D2-5330-480E-932A-F100762F2B18}" type="datetime1">
              <a:rPr lang="zh-TW" altLang="en-US" smtClean="0"/>
              <a:t>2023/8/8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3886892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007F62DE-3ADF-44AC-92E9-37AE854E0474}" type="datetime1">
              <a:rPr lang="zh-TW" altLang="en-US" smtClean="0"/>
              <a:t>2023/8/8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3591398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070738F7-1F20-4913-9A49-9E1DDEFB906E}" type="datetime1">
              <a:rPr lang="zh-TW" altLang="en-US" smtClean="0"/>
              <a:t>2023/8/8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28572405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B724B6-616C-4F91-8481-3827A741704A}" type="datetime1">
              <a:rPr lang="zh-TW" altLang="en-US" smtClean="0"/>
              <a:t>2023/8/8</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C34EEA-53D1-4661-9D8A-77EED7BBB355}" type="slidenum">
              <a:rPr lang="zh-TW" altLang="en-US" smtClean="0"/>
              <a:t>‹#›</a:t>
            </a:fld>
            <a:endParaRPr lang="zh-TW" altLang="en-US"/>
          </a:p>
        </p:txBody>
      </p:sp>
    </p:spTree>
    <p:extLst>
      <p:ext uri="{BB962C8B-B14F-4D97-AF65-F5344CB8AC3E}">
        <p14:creationId xmlns:p14="http://schemas.microsoft.com/office/powerpoint/2010/main" val="6083001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Autofit/>
          </a:bodyPr>
          <a:lstStyle/>
          <a:p>
            <a:r>
              <a:rPr lang="en-US" altLang="zh-TW" sz="4400" dirty="0">
                <a:latin typeface="Times New Roman" panose="02020603050405020304" pitchFamily="18" charset="0"/>
                <a:cs typeface="Times New Roman" panose="02020603050405020304" pitchFamily="18" charset="0"/>
              </a:rPr>
              <a:t>Intelligent Predictive String Search Algorithm</a:t>
            </a:r>
          </a:p>
        </p:txBody>
      </p:sp>
      <p:sp>
        <p:nvSpPr>
          <p:cNvPr id="3" name="副標題 2"/>
          <p:cNvSpPr>
            <a:spLocks noGrp="1"/>
          </p:cNvSpPr>
          <p:nvPr>
            <p:ph type="subTitle" idx="1"/>
          </p:nvPr>
        </p:nvSpPr>
        <p:spPr/>
        <p:txBody>
          <a:bodyPr>
            <a:normAutofit/>
          </a:bodyPr>
          <a:lstStyle/>
          <a:p>
            <a:r>
              <a:rPr lang="en-US" altLang="zh-TW" dirty="0" err="1">
                <a:latin typeface="Times New Roman" panose="02020603050405020304" pitchFamily="18" charset="0"/>
                <a:cs typeface="Times New Roman" panose="02020603050405020304" pitchFamily="18" charset="0"/>
              </a:rPr>
              <a:t>Dipendra</a:t>
            </a:r>
            <a:r>
              <a:rPr lang="en-US" altLang="zh-TW" dirty="0">
                <a:latin typeface="Times New Roman" panose="02020603050405020304" pitchFamily="18" charset="0"/>
                <a:cs typeface="Times New Roman" panose="02020603050405020304" pitchFamily="18" charset="0"/>
              </a:rPr>
              <a:t> </a:t>
            </a:r>
            <a:r>
              <a:rPr lang="en-US" altLang="zh-TW" dirty="0" err="1" smtClean="0">
                <a:latin typeface="Times New Roman" panose="02020603050405020304" pitchFamily="18" charset="0"/>
                <a:cs typeface="Times New Roman" panose="02020603050405020304" pitchFamily="18" charset="0"/>
              </a:rPr>
              <a:t>Gurung</a:t>
            </a:r>
            <a:r>
              <a:rPr lang="en-US" altLang="zh-TW" dirty="0" smtClean="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Udit</a:t>
            </a:r>
            <a:r>
              <a:rPr lang="en-US" altLang="zh-TW" dirty="0">
                <a:latin typeface="Times New Roman" panose="02020603050405020304" pitchFamily="18" charset="0"/>
                <a:cs typeface="Times New Roman" panose="02020603050405020304" pitchFamily="18" charset="0"/>
              </a:rPr>
              <a:t> Kr. </a:t>
            </a:r>
            <a:r>
              <a:rPr lang="en-US" altLang="zh-TW" dirty="0" smtClean="0">
                <a:latin typeface="Times New Roman" panose="02020603050405020304" pitchFamily="18" charset="0"/>
                <a:cs typeface="Times New Roman" panose="02020603050405020304" pitchFamily="18" charset="0"/>
              </a:rPr>
              <a:t>Chakraborty </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Pratikshya</a:t>
            </a:r>
            <a:r>
              <a:rPr lang="en-US" altLang="zh-TW" dirty="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Sharma</a:t>
            </a:r>
          </a:p>
          <a:p>
            <a:r>
              <a:rPr lang="en-US" altLang="zh-TW" dirty="0">
                <a:latin typeface="Times New Roman" panose="02020603050405020304" pitchFamily="18" charset="0"/>
                <a:cs typeface="Times New Roman" panose="02020603050405020304" pitchFamily="18" charset="0"/>
              </a:rPr>
              <a:t>7th International Conference on Communication, Computing and Virtualization </a:t>
            </a:r>
            <a:r>
              <a:rPr lang="en-US" altLang="zh-TW" dirty="0" smtClean="0">
                <a:latin typeface="Times New Roman" panose="02020603050405020304" pitchFamily="18" charset="0"/>
                <a:cs typeface="Times New Roman" panose="02020603050405020304" pitchFamily="18" charset="0"/>
              </a:rPr>
              <a:t>2016,</a:t>
            </a:r>
            <a:r>
              <a:rPr lang="en-US" altLang="zh-TW" dirty="0">
                <a:latin typeface="Times New Roman" panose="02020603050405020304" pitchFamily="18" charset="0"/>
                <a:cs typeface="Times New Roman" panose="02020603050405020304" pitchFamily="18" charset="0"/>
              </a:rPr>
              <a:t> Mumbai, India.</a:t>
            </a:r>
          </a:p>
        </p:txBody>
      </p:sp>
      <p:sp>
        <p:nvSpPr>
          <p:cNvPr id="5" name="文字方塊 4"/>
          <p:cNvSpPr txBox="1"/>
          <p:nvPr/>
        </p:nvSpPr>
        <p:spPr>
          <a:xfrm>
            <a:off x="8539842" y="5349875"/>
            <a:ext cx="3575958" cy="1107996"/>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Presenter: </a:t>
            </a:r>
            <a:r>
              <a:rPr lang="en-US" altLang="zh-TW" sz="2400" dirty="0" err="1">
                <a:latin typeface="Times New Roman" panose="02020603050405020304" pitchFamily="18" charset="0"/>
                <a:cs typeface="Times New Roman" panose="02020603050405020304" pitchFamily="18" charset="0"/>
              </a:rPr>
              <a:t>Zhi</a:t>
            </a:r>
            <a:r>
              <a:rPr lang="en-US" altLang="zh-TW" sz="2400" dirty="0">
                <a:latin typeface="Times New Roman" panose="02020603050405020304" pitchFamily="18" charset="0"/>
                <a:cs typeface="Times New Roman" panose="02020603050405020304" pitchFamily="18" charset="0"/>
              </a:rPr>
              <a:t>-Cheng</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Shen</a:t>
            </a:r>
          </a:p>
          <a:p>
            <a:r>
              <a:rPr lang="en-US" altLang="zh-TW" sz="2400" dirty="0">
                <a:latin typeface="Times New Roman" panose="02020603050405020304" pitchFamily="18" charset="0"/>
                <a:cs typeface="Times New Roman" panose="02020603050405020304" pitchFamily="18" charset="0"/>
              </a:rPr>
              <a:t>Date: </a:t>
            </a:r>
            <a:r>
              <a:rPr lang="en-US" altLang="zh-TW" sz="2400" dirty="0" smtClean="0">
                <a:latin typeface="Times New Roman" panose="02020603050405020304" pitchFamily="18" charset="0"/>
                <a:cs typeface="Times New Roman" panose="02020603050405020304" pitchFamily="18" charset="0"/>
              </a:rPr>
              <a:t>Aug. 08, </a:t>
            </a:r>
            <a:r>
              <a:rPr lang="en-US" altLang="zh-TW" sz="2400" dirty="0">
                <a:latin typeface="Times New Roman" panose="02020603050405020304" pitchFamily="18" charset="0"/>
                <a:cs typeface="Times New Roman" panose="02020603050405020304" pitchFamily="18" charset="0"/>
              </a:rPr>
              <a:t>2023</a:t>
            </a:r>
          </a:p>
          <a:p>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25684D1F-1D53-AA32-37B0-EFB5646267C3}"/>
              </a:ext>
            </a:extLst>
          </p:cNvPr>
          <p:cNvSpPr>
            <a:spLocks noGrp="1"/>
          </p:cNvSpPr>
          <p:nvPr>
            <p:ph type="sldNum" sz="quarter" idx="12"/>
          </p:nvPr>
        </p:nvSpPr>
        <p:spPr/>
        <p:txBody>
          <a:bodyPr/>
          <a:lstStyle/>
          <a:p>
            <a:fld id="{FFC34EEA-53D1-4661-9D8A-77EED7BBB355}" type="slidenum">
              <a:rPr lang="zh-TW" altLang="en-US" smtClean="0"/>
              <a:t>1</a:t>
            </a:fld>
            <a:endParaRPr lang="zh-TW" altLang="en-US"/>
          </a:p>
        </p:txBody>
      </p:sp>
    </p:spTree>
    <p:extLst>
      <p:ext uri="{BB962C8B-B14F-4D97-AF65-F5344CB8AC3E}">
        <p14:creationId xmlns:p14="http://schemas.microsoft.com/office/powerpoint/2010/main" val="35124386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Abstract 1</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690687"/>
            <a:ext cx="10515600" cy="4486275"/>
          </a:xfrm>
        </p:spPr>
        <p:txBody>
          <a:bodyPr>
            <a:noAutofit/>
          </a:bodyPr>
          <a:lstStyle/>
          <a:p>
            <a:pPr marL="0" indent="0">
              <a:buNone/>
            </a:pPr>
            <a:r>
              <a:rPr lang="en-US" altLang="zh-TW" dirty="0">
                <a:latin typeface="Times New Roman" panose="02020603050405020304" pitchFamily="18" charset="0"/>
                <a:cs typeface="Times New Roman" panose="02020603050405020304" pitchFamily="18" charset="0"/>
              </a:rPr>
              <a:t>Text processing has moved beyond merely word processing and desktop publishing </a:t>
            </a:r>
            <a:r>
              <a:rPr lang="en-US" altLang="zh-TW" dirty="0" err="1">
                <a:latin typeface="Times New Roman" panose="02020603050405020304" pitchFamily="18" charset="0"/>
                <a:cs typeface="Times New Roman" panose="02020603050405020304" pitchFamily="18" charset="0"/>
              </a:rPr>
              <a:t>softwares</a:t>
            </a:r>
            <a:r>
              <a:rPr lang="en-US" altLang="zh-TW" dirty="0">
                <a:latin typeface="Times New Roman" panose="02020603050405020304" pitchFamily="18" charset="0"/>
                <a:cs typeface="Times New Roman" panose="02020603050405020304" pitchFamily="18" charset="0"/>
              </a:rPr>
              <a:t>, which currently form a miniscule part of its application. With the advent of the internet and the huge amount of text processing associated with information mining, string search algorithms have gained importance. In this paper a new string searching algorithm is presented that uses intelligent predictions based on text features to search for a string in a text. The proposed algorithm has been developed after analyzing the existing algorithms such as KMP, Boyer-Moore and </a:t>
            </a:r>
            <a:r>
              <a:rPr lang="en-US" altLang="zh-TW" dirty="0" err="1">
                <a:latin typeface="Times New Roman" panose="02020603050405020304" pitchFamily="18" charset="0"/>
                <a:cs typeface="Times New Roman" panose="02020603050405020304" pitchFamily="18" charset="0"/>
              </a:rPr>
              <a:t>Horspool</a:t>
            </a:r>
            <a:r>
              <a:rPr lang="en-US" altLang="zh-TW" dirty="0">
                <a:latin typeface="Times New Roman" panose="02020603050405020304" pitchFamily="18" charset="0"/>
                <a:cs typeface="Times New Roman" panose="02020603050405020304" pitchFamily="18" charset="0"/>
              </a:rPr>
              <a:t>. One unique feature of this algorithm is that unlike the existing algorithms, it does not require pre-processing the pattern to be searched.</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91D7D98-1D13-99BC-E0FA-EA6F5E51EEE2}"/>
              </a:ext>
            </a:extLst>
          </p:cNvPr>
          <p:cNvSpPr>
            <a:spLocks noGrp="1"/>
          </p:cNvSpPr>
          <p:nvPr>
            <p:ph type="sldNum" sz="quarter" idx="12"/>
          </p:nvPr>
        </p:nvSpPr>
        <p:spPr/>
        <p:txBody>
          <a:bodyPr/>
          <a:lstStyle/>
          <a:p>
            <a:fld id="{FFC34EEA-53D1-4661-9D8A-77EED7BBB355}" type="slidenum">
              <a:rPr lang="zh-TW" altLang="en-US" smtClean="0"/>
              <a:t>2</a:t>
            </a:fld>
            <a:endParaRPr lang="zh-TW" altLang="en-US"/>
          </a:p>
        </p:txBody>
      </p:sp>
    </p:spTree>
    <p:extLst>
      <p:ext uri="{BB962C8B-B14F-4D97-AF65-F5344CB8AC3E}">
        <p14:creationId xmlns:p14="http://schemas.microsoft.com/office/powerpoint/2010/main" val="160537282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Abstract 2</a:t>
            </a:r>
            <a:endParaRPr lang="zh-TW" altLang="en-US" dirty="0"/>
          </a:p>
        </p:txBody>
      </p:sp>
      <p:sp>
        <p:nvSpPr>
          <p:cNvPr id="3" name="內容版面配置區 2"/>
          <p:cNvSpPr>
            <a:spLocks noGrp="1"/>
          </p:cNvSpPr>
          <p:nvPr>
            <p:ph idx="1"/>
          </p:nvPr>
        </p:nvSpPr>
        <p:spPr/>
        <p:txBody>
          <a:bodyPr/>
          <a:lstStyle/>
          <a:p>
            <a:pPr marL="0" indent="0">
              <a:buNone/>
            </a:pPr>
            <a:r>
              <a:rPr lang="en-US" altLang="zh-TW" dirty="0">
                <a:latin typeface="Times New Roman" panose="02020603050405020304" pitchFamily="18" charset="0"/>
                <a:cs typeface="Times New Roman" panose="02020603050405020304" pitchFamily="18" charset="0"/>
              </a:rPr>
              <a:t>As a result it does not incur the overhead required in pre-processing the pattern. The algorithm searches through a given text to find the first occurrence of a pattern. It does not involve complex computations and uses simple rules during a match or mismatch of a pattern character. Based on the variety of applications coming up in areas of data and information mining, sentiment analysis, DNA pattern matching </a:t>
            </a:r>
            <a:r>
              <a:rPr lang="en-US" altLang="zh-TW" dirty="0" err="1">
                <a:latin typeface="Times New Roman" panose="02020603050405020304" pitchFamily="18" charset="0"/>
                <a:cs typeface="Times New Roman" panose="02020603050405020304" pitchFamily="18" charset="0"/>
              </a:rPr>
              <a:t>etc</a:t>
            </a:r>
            <a:r>
              <a:rPr lang="en-US" altLang="zh-TW" dirty="0">
                <a:latin typeface="Times New Roman" panose="02020603050405020304" pitchFamily="18" charset="0"/>
                <a:cs typeface="Times New Roman" panose="02020603050405020304" pitchFamily="18" charset="0"/>
              </a:rPr>
              <a:t>, this simple, elegant and intelligent algorithm will find its application.</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FFC34EEA-53D1-4661-9D8A-77EED7BBB355}" type="slidenum">
              <a:rPr lang="zh-TW" altLang="en-US" smtClean="0"/>
              <a:t>3</a:t>
            </a:fld>
            <a:endParaRPr lang="zh-TW" altLang="en-US"/>
          </a:p>
        </p:txBody>
      </p:sp>
    </p:spTree>
    <p:extLst>
      <p:ext uri="{BB962C8B-B14F-4D97-AF65-F5344CB8AC3E}">
        <p14:creationId xmlns:p14="http://schemas.microsoft.com/office/powerpoint/2010/main" val="676055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8FE7BF9-93F3-8278-68CF-5573FEF38F9A}"/>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Boyer Moore Algorithm</a:t>
            </a:r>
            <a:endParaRPr lang="zh-TW" altLang="en-US" dirty="0">
              <a:latin typeface="Times New Roman" panose="02020603050405020304" pitchFamily="18" charset="0"/>
              <a:cs typeface="Times New Roman" panose="02020603050405020304" pitchFamily="18" charset="0"/>
            </a:endParaRPr>
          </a:p>
        </p:txBody>
      </p:sp>
      <p:sp>
        <p:nvSpPr>
          <p:cNvPr id="7" name="內容版面配置區 6"/>
          <p:cNvSpPr>
            <a:spLocks noGrp="1"/>
          </p:cNvSpPr>
          <p:nvPr>
            <p:ph idx="1"/>
          </p:nvPr>
        </p:nvSpPr>
        <p:spPr>
          <a:xfrm>
            <a:off x="838200" y="1808847"/>
            <a:ext cx="10515600" cy="4351338"/>
          </a:xfrm>
        </p:spPr>
        <p:txBody>
          <a:bodyPr/>
          <a:lstStyle/>
          <a:p>
            <a:pPr marL="0" indent="0">
              <a:buNone/>
            </a:pPr>
            <a:r>
              <a:rPr lang="pt-BR" altLang="zh-TW" dirty="0">
                <a:latin typeface="Times New Roman" panose="02020603050405020304" pitchFamily="18" charset="0"/>
                <a:cs typeface="Times New Roman" panose="02020603050405020304" pitchFamily="18" charset="0"/>
              </a:rPr>
              <a:t>T</a:t>
            </a:r>
            <a:r>
              <a:rPr lang="pt-BR" altLang="zh-TW" dirty="0" smtClean="0">
                <a:latin typeface="Times New Roman" panose="02020603050405020304" pitchFamily="18" charset="0"/>
                <a:cs typeface="Times New Roman" panose="02020603050405020304" pitchFamily="18" charset="0"/>
              </a:rPr>
              <a:t> = This is an alemple eleaple</a:t>
            </a:r>
          </a:p>
          <a:p>
            <a:pPr marL="0" indent="0">
              <a:buNone/>
            </a:pPr>
            <a:r>
              <a:rPr lang="pt-BR" altLang="zh-TW" dirty="0">
                <a:latin typeface="Times New Roman" panose="02020603050405020304" pitchFamily="18" charset="0"/>
                <a:cs typeface="Times New Roman" panose="02020603050405020304" pitchFamily="18" charset="0"/>
              </a:rPr>
              <a:t>P</a:t>
            </a:r>
            <a:r>
              <a:rPr lang="pt-BR" altLang="zh-TW" dirty="0" smtClean="0">
                <a:latin typeface="Times New Roman" panose="02020603050405020304" pitchFamily="18" charset="0"/>
                <a:cs typeface="Times New Roman" panose="02020603050405020304" pitchFamily="18" charset="0"/>
              </a:rPr>
              <a:t> = eleaple</a:t>
            </a:r>
          </a:p>
          <a:p>
            <a:pPr marL="0" indent="0">
              <a:buNone/>
            </a:pPr>
            <a:endParaRPr lang="pt-BR" altLang="zh-TW" dirty="0" smtClean="0">
              <a:latin typeface="Times New Roman" panose="02020603050405020304" pitchFamily="18" charset="0"/>
              <a:cs typeface="Times New Roman" panose="02020603050405020304" pitchFamily="18" charset="0"/>
            </a:endParaRPr>
          </a:p>
          <a:p>
            <a:pPr marL="0" indent="0">
              <a:buNone/>
            </a:pPr>
            <a:endParaRPr lang="pt-BR" altLang="zh-TW" dirty="0">
              <a:latin typeface="Times New Roman" panose="02020603050405020304" pitchFamily="18" charset="0"/>
              <a:cs typeface="Times New Roman" panose="02020603050405020304" pitchFamily="18" charset="0"/>
            </a:endParaRPr>
          </a:p>
          <a:p>
            <a:pPr marL="0" indent="0">
              <a:buNone/>
            </a:pPr>
            <a:endParaRPr lang="pt-BR" altLang="zh-TW" dirty="0">
              <a:latin typeface="Times New Roman" panose="02020603050405020304" pitchFamily="18" charset="0"/>
              <a:cs typeface="Times New Roman" panose="02020603050405020304" pitchFamily="18" charset="0"/>
            </a:endParaRPr>
          </a:p>
          <a:p>
            <a:pPr marL="0" indent="0">
              <a:buNone/>
            </a:pP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2758C07E-EFB8-FE64-D8BF-8E419AD2A3BE}"/>
              </a:ext>
            </a:extLst>
          </p:cNvPr>
          <p:cNvSpPr>
            <a:spLocks noGrp="1"/>
          </p:cNvSpPr>
          <p:nvPr>
            <p:ph type="sldNum" sz="quarter" idx="12"/>
          </p:nvPr>
        </p:nvSpPr>
        <p:spPr/>
        <p:txBody>
          <a:bodyPr/>
          <a:lstStyle/>
          <a:p>
            <a:fld id="{FFC34EEA-53D1-4661-9D8A-77EED7BBB355}" type="slidenum">
              <a:rPr lang="zh-TW" altLang="en-US" smtClean="0"/>
              <a:t>4</a:t>
            </a:fld>
            <a:endParaRPr lang="zh-TW" altLang="en-US"/>
          </a:p>
        </p:txBody>
      </p:sp>
    </p:spTree>
    <p:extLst>
      <p:ext uri="{BB962C8B-B14F-4D97-AF65-F5344CB8AC3E}">
        <p14:creationId xmlns:p14="http://schemas.microsoft.com/office/powerpoint/2010/main" val="13814711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Boyer Moore Algorithm</a:t>
            </a:r>
            <a:endParaRPr lang="zh-TW" altLang="en-US" dirty="0">
              <a:latin typeface="Times New Roman" panose="02020603050405020304" pitchFamily="18" charset="0"/>
              <a:cs typeface="Times New Roman" panose="02020603050405020304" pitchFamily="18" charset="0"/>
            </a:endParaRPr>
          </a:p>
        </p:txBody>
      </p:sp>
      <p:graphicFrame>
        <p:nvGraphicFramePr>
          <p:cNvPr id="5" name="內容版面配置區 4"/>
          <p:cNvGraphicFramePr>
            <a:graphicFrameLocks noGrp="1"/>
          </p:cNvGraphicFramePr>
          <p:nvPr>
            <p:ph idx="1"/>
            <p:extLst>
              <p:ext uri="{D42A27DB-BD31-4B8C-83A1-F6EECF244321}">
                <p14:modId xmlns:p14="http://schemas.microsoft.com/office/powerpoint/2010/main" val="1248570116"/>
              </p:ext>
            </p:extLst>
          </p:nvPr>
        </p:nvGraphicFramePr>
        <p:xfrm>
          <a:off x="838200" y="1825625"/>
          <a:ext cx="10515609" cy="741680"/>
        </p:xfrm>
        <a:graphic>
          <a:graphicData uri="http://schemas.openxmlformats.org/drawingml/2006/table">
            <a:tbl>
              <a:tblPr firstRow="1" bandRow="1">
                <a:tableStyleId>{5940675A-B579-460E-94D1-54222C63F5DA}</a:tableStyleId>
              </a:tblPr>
              <a:tblGrid>
                <a:gridCol w="389467">
                  <a:extLst>
                    <a:ext uri="{9D8B030D-6E8A-4147-A177-3AD203B41FA5}">
                      <a16:colId xmlns:a16="http://schemas.microsoft.com/office/drawing/2014/main" val="3434257290"/>
                    </a:ext>
                  </a:extLst>
                </a:gridCol>
                <a:gridCol w="389467">
                  <a:extLst>
                    <a:ext uri="{9D8B030D-6E8A-4147-A177-3AD203B41FA5}">
                      <a16:colId xmlns:a16="http://schemas.microsoft.com/office/drawing/2014/main" val="3891463061"/>
                    </a:ext>
                  </a:extLst>
                </a:gridCol>
                <a:gridCol w="389467">
                  <a:extLst>
                    <a:ext uri="{9D8B030D-6E8A-4147-A177-3AD203B41FA5}">
                      <a16:colId xmlns:a16="http://schemas.microsoft.com/office/drawing/2014/main" val="3109830282"/>
                    </a:ext>
                  </a:extLst>
                </a:gridCol>
                <a:gridCol w="389467">
                  <a:extLst>
                    <a:ext uri="{9D8B030D-6E8A-4147-A177-3AD203B41FA5}">
                      <a16:colId xmlns:a16="http://schemas.microsoft.com/office/drawing/2014/main" val="3204260009"/>
                    </a:ext>
                  </a:extLst>
                </a:gridCol>
                <a:gridCol w="389467">
                  <a:extLst>
                    <a:ext uri="{9D8B030D-6E8A-4147-A177-3AD203B41FA5}">
                      <a16:colId xmlns:a16="http://schemas.microsoft.com/office/drawing/2014/main" val="2191522856"/>
                    </a:ext>
                  </a:extLst>
                </a:gridCol>
                <a:gridCol w="389467">
                  <a:extLst>
                    <a:ext uri="{9D8B030D-6E8A-4147-A177-3AD203B41FA5}">
                      <a16:colId xmlns:a16="http://schemas.microsoft.com/office/drawing/2014/main" val="2677989042"/>
                    </a:ext>
                  </a:extLst>
                </a:gridCol>
                <a:gridCol w="389467">
                  <a:extLst>
                    <a:ext uri="{9D8B030D-6E8A-4147-A177-3AD203B41FA5}">
                      <a16:colId xmlns:a16="http://schemas.microsoft.com/office/drawing/2014/main" val="2617665758"/>
                    </a:ext>
                  </a:extLst>
                </a:gridCol>
                <a:gridCol w="389467">
                  <a:extLst>
                    <a:ext uri="{9D8B030D-6E8A-4147-A177-3AD203B41FA5}">
                      <a16:colId xmlns:a16="http://schemas.microsoft.com/office/drawing/2014/main" val="1792873282"/>
                    </a:ext>
                  </a:extLst>
                </a:gridCol>
                <a:gridCol w="389467">
                  <a:extLst>
                    <a:ext uri="{9D8B030D-6E8A-4147-A177-3AD203B41FA5}">
                      <a16:colId xmlns:a16="http://schemas.microsoft.com/office/drawing/2014/main" val="1269016282"/>
                    </a:ext>
                  </a:extLst>
                </a:gridCol>
                <a:gridCol w="389467">
                  <a:extLst>
                    <a:ext uri="{9D8B030D-6E8A-4147-A177-3AD203B41FA5}">
                      <a16:colId xmlns:a16="http://schemas.microsoft.com/office/drawing/2014/main" val="799006617"/>
                    </a:ext>
                  </a:extLst>
                </a:gridCol>
                <a:gridCol w="389467">
                  <a:extLst>
                    <a:ext uri="{9D8B030D-6E8A-4147-A177-3AD203B41FA5}">
                      <a16:colId xmlns:a16="http://schemas.microsoft.com/office/drawing/2014/main" val="3799048275"/>
                    </a:ext>
                  </a:extLst>
                </a:gridCol>
                <a:gridCol w="389467">
                  <a:extLst>
                    <a:ext uri="{9D8B030D-6E8A-4147-A177-3AD203B41FA5}">
                      <a16:colId xmlns:a16="http://schemas.microsoft.com/office/drawing/2014/main" val="734383500"/>
                    </a:ext>
                  </a:extLst>
                </a:gridCol>
                <a:gridCol w="389467">
                  <a:extLst>
                    <a:ext uri="{9D8B030D-6E8A-4147-A177-3AD203B41FA5}">
                      <a16:colId xmlns:a16="http://schemas.microsoft.com/office/drawing/2014/main" val="2109880785"/>
                    </a:ext>
                  </a:extLst>
                </a:gridCol>
                <a:gridCol w="389467">
                  <a:extLst>
                    <a:ext uri="{9D8B030D-6E8A-4147-A177-3AD203B41FA5}">
                      <a16:colId xmlns:a16="http://schemas.microsoft.com/office/drawing/2014/main" val="553393760"/>
                    </a:ext>
                  </a:extLst>
                </a:gridCol>
                <a:gridCol w="389467">
                  <a:extLst>
                    <a:ext uri="{9D8B030D-6E8A-4147-A177-3AD203B41FA5}">
                      <a16:colId xmlns:a16="http://schemas.microsoft.com/office/drawing/2014/main" val="4235847463"/>
                    </a:ext>
                  </a:extLst>
                </a:gridCol>
                <a:gridCol w="389467">
                  <a:extLst>
                    <a:ext uri="{9D8B030D-6E8A-4147-A177-3AD203B41FA5}">
                      <a16:colId xmlns:a16="http://schemas.microsoft.com/office/drawing/2014/main" val="477955026"/>
                    </a:ext>
                  </a:extLst>
                </a:gridCol>
                <a:gridCol w="389467">
                  <a:extLst>
                    <a:ext uri="{9D8B030D-6E8A-4147-A177-3AD203B41FA5}">
                      <a16:colId xmlns:a16="http://schemas.microsoft.com/office/drawing/2014/main" val="2597654460"/>
                    </a:ext>
                  </a:extLst>
                </a:gridCol>
                <a:gridCol w="389467">
                  <a:extLst>
                    <a:ext uri="{9D8B030D-6E8A-4147-A177-3AD203B41FA5}">
                      <a16:colId xmlns:a16="http://schemas.microsoft.com/office/drawing/2014/main" val="2798179083"/>
                    </a:ext>
                  </a:extLst>
                </a:gridCol>
                <a:gridCol w="389467">
                  <a:extLst>
                    <a:ext uri="{9D8B030D-6E8A-4147-A177-3AD203B41FA5}">
                      <a16:colId xmlns:a16="http://schemas.microsoft.com/office/drawing/2014/main" val="925302982"/>
                    </a:ext>
                  </a:extLst>
                </a:gridCol>
                <a:gridCol w="389467">
                  <a:extLst>
                    <a:ext uri="{9D8B030D-6E8A-4147-A177-3AD203B41FA5}">
                      <a16:colId xmlns:a16="http://schemas.microsoft.com/office/drawing/2014/main" val="647170122"/>
                    </a:ext>
                  </a:extLst>
                </a:gridCol>
                <a:gridCol w="389467">
                  <a:extLst>
                    <a:ext uri="{9D8B030D-6E8A-4147-A177-3AD203B41FA5}">
                      <a16:colId xmlns:a16="http://schemas.microsoft.com/office/drawing/2014/main" val="1082463991"/>
                    </a:ext>
                  </a:extLst>
                </a:gridCol>
                <a:gridCol w="389467">
                  <a:extLst>
                    <a:ext uri="{9D8B030D-6E8A-4147-A177-3AD203B41FA5}">
                      <a16:colId xmlns:a16="http://schemas.microsoft.com/office/drawing/2014/main" val="591357899"/>
                    </a:ext>
                  </a:extLst>
                </a:gridCol>
                <a:gridCol w="389467">
                  <a:extLst>
                    <a:ext uri="{9D8B030D-6E8A-4147-A177-3AD203B41FA5}">
                      <a16:colId xmlns:a16="http://schemas.microsoft.com/office/drawing/2014/main" val="2300219158"/>
                    </a:ext>
                  </a:extLst>
                </a:gridCol>
                <a:gridCol w="389467">
                  <a:extLst>
                    <a:ext uri="{9D8B030D-6E8A-4147-A177-3AD203B41FA5}">
                      <a16:colId xmlns:a16="http://schemas.microsoft.com/office/drawing/2014/main" val="1171215033"/>
                    </a:ext>
                  </a:extLst>
                </a:gridCol>
                <a:gridCol w="389467">
                  <a:extLst>
                    <a:ext uri="{9D8B030D-6E8A-4147-A177-3AD203B41FA5}">
                      <a16:colId xmlns:a16="http://schemas.microsoft.com/office/drawing/2014/main" val="3683593146"/>
                    </a:ext>
                  </a:extLst>
                </a:gridCol>
                <a:gridCol w="389467">
                  <a:extLst>
                    <a:ext uri="{9D8B030D-6E8A-4147-A177-3AD203B41FA5}">
                      <a16:colId xmlns:a16="http://schemas.microsoft.com/office/drawing/2014/main" val="686731129"/>
                    </a:ext>
                  </a:extLst>
                </a:gridCol>
                <a:gridCol w="389467">
                  <a:extLst>
                    <a:ext uri="{9D8B030D-6E8A-4147-A177-3AD203B41FA5}">
                      <a16:colId xmlns:a16="http://schemas.microsoft.com/office/drawing/2014/main" val="966663950"/>
                    </a:ext>
                  </a:extLst>
                </a:gridCol>
              </a:tblGrid>
              <a:tr h="370840">
                <a:tc>
                  <a:txBody>
                    <a:bodyPr/>
                    <a:lstStyle/>
                    <a:p>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solidFill>
                      <a:schemeClr val="accent1"/>
                    </a:solidFill>
                  </a:tcPr>
                </a:tc>
                <a:tc>
                  <a:txBody>
                    <a:bodyPr/>
                    <a:lstStyle/>
                    <a:p>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h</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err="1" smtClean="0">
                          <a:latin typeface="Times New Roman" panose="02020603050405020304" pitchFamily="18" charset="0"/>
                          <a:cs typeface="Times New Roman" panose="02020603050405020304" pitchFamily="18" charset="0"/>
                        </a:rPr>
                        <a:t>i</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s</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err="1" smtClean="0">
                          <a:latin typeface="Times New Roman" panose="02020603050405020304" pitchFamily="18" charset="0"/>
                          <a:cs typeface="Times New Roman" panose="02020603050405020304" pitchFamily="18" charset="0"/>
                        </a:rPr>
                        <a:t>i</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s</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n</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m</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p</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p</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42878552"/>
                  </a:ext>
                </a:extLst>
              </a:tr>
              <a:tr h="370840">
                <a:tc>
                  <a:txBody>
                    <a:bodyPr/>
                    <a:lstStyle/>
                    <a:p>
                      <a:r>
                        <a:rPr lang="en-US" altLang="zh-TW" dirty="0" smtClean="0">
                          <a:latin typeface="Times New Roman" panose="02020603050405020304" pitchFamily="18" charset="0"/>
                          <a:cs typeface="Times New Roman" panose="02020603050405020304" pitchFamily="18" charset="0"/>
                        </a:rPr>
                        <a:t>P</a:t>
                      </a:r>
                      <a:endParaRPr lang="zh-TW" altLang="en-US" dirty="0">
                        <a:latin typeface="Times New Roman" panose="02020603050405020304" pitchFamily="18" charset="0"/>
                        <a:cs typeface="Times New Roman" panose="02020603050405020304" pitchFamily="18" charset="0"/>
                      </a:endParaRPr>
                    </a:p>
                  </a:txBody>
                  <a:tcPr>
                    <a:solidFill>
                      <a:schemeClr val="accent1"/>
                    </a:solidFill>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p</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65113957"/>
                  </a:ext>
                </a:extLst>
              </a:tr>
            </a:tbl>
          </a:graphicData>
        </a:graphic>
      </p:graphicFrame>
      <p:sp>
        <p:nvSpPr>
          <p:cNvPr id="4" name="投影片編號版面配置區 3"/>
          <p:cNvSpPr>
            <a:spLocks noGrp="1"/>
          </p:cNvSpPr>
          <p:nvPr>
            <p:ph type="sldNum" sz="quarter" idx="12"/>
          </p:nvPr>
        </p:nvSpPr>
        <p:spPr/>
        <p:txBody>
          <a:bodyPr/>
          <a:lstStyle/>
          <a:p>
            <a:fld id="{FFC34EEA-53D1-4661-9D8A-77EED7BBB355}" type="slidenum">
              <a:rPr lang="zh-TW" altLang="en-US" smtClean="0"/>
              <a:t>5</a:t>
            </a:fld>
            <a:endParaRPr lang="zh-TW" altLang="en-US"/>
          </a:p>
        </p:txBody>
      </p:sp>
    </p:spTree>
    <p:extLst>
      <p:ext uri="{BB962C8B-B14F-4D97-AF65-F5344CB8AC3E}">
        <p14:creationId xmlns:p14="http://schemas.microsoft.com/office/powerpoint/2010/main" val="205779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Boyer Moore Algorithm</a:t>
            </a:r>
            <a:endParaRPr lang="zh-TW" altLang="en-US" dirty="0"/>
          </a:p>
        </p:txBody>
      </p:sp>
      <p:graphicFrame>
        <p:nvGraphicFramePr>
          <p:cNvPr id="5" name="內容版面配置區 4"/>
          <p:cNvGraphicFramePr>
            <a:graphicFrameLocks noGrp="1"/>
          </p:cNvGraphicFramePr>
          <p:nvPr>
            <p:ph idx="1"/>
            <p:extLst>
              <p:ext uri="{D42A27DB-BD31-4B8C-83A1-F6EECF244321}">
                <p14:modId xmlns:p14="http://schemas.microsoft.com/office/powerpoint/2010/main" val="1371425268"/>
              </p:ext>
            </p:extLst>
          </p:nvPr>
        </p:nvGraphicFramePr>
        <p:xfrm>
          <a:off x="838200" y="1825625"/>
          <a:ext cx="10515609" cy="741680"/>
        </p:xfrm>
        <a:graphic>
          <a:graphicData uri="http://schemas.openxmlformats.org/drawingml/2006/table">
            <a:tbl>
              <a:tblPr firstRow="1" bandRow="1">
                <a:tableStyleId>{5940675A-B579-460E-94D1-54222C63F5DA}</a:tableStyleId>
              </a:tblPr>
              <a:tblGrid>
                <a:gridCol w="389467">
                  <a:extLst>
                    <a:ext uri="{9D8B030D-6E8A-4147-A177-3AD203B41FA5}">
                      <a16:colId xmlns:a16="http://schemas.microsoft.com/office/drawing/2014/main" val="3434257290"/>
                    </a:ext>
                  </a:extLst>
                </a:gridCol>
                <a:gridCol w="389467">
                  <a:extLst>
                    <a:ext uri="{9D8B030D-6E8A-4147-A177-3AD203B41FA5}">
                      <a16:colId xmlns:a16="http://schemas.microsoft.com/office/drawing/2014/main" val="3891463061"/>
                    </a:ext>
                  </a:extLst>
                </a:gridCol>
                <a:gridCol w="389467">
                  <a:extLst>
                    <a:ext uri="{9D8B030D-6E8A-4147-A177-3AD203B41FA5}">
                      <a16:colId xmlns:a16="http://schemas.microsoft.com/office/drawing/2014/main" val="3109830282"/>
                    </a:ext>
                  </a:extLst>
                </a:gridCol>
                <a:gridCol w="389467">
                  <a:extLst>
                    <a:ext uri="{9D8B030D-6E8A-4147-A177-3AD203B41FA5}">
                      <a16:colId xmlns:a16="http://schemas.microsoft.com/office/drawing/2014/main" val="3204260009"/>
                    </a:ext>
                  </a:extLst>
                </a:gridCol>
                <a:gridCol w="389467">
                  <a:extLst>
                    <a:ext uri="{9D8B030D-6E8A-4147-A177-3AD203B41FA5}">
                      <a16:colId xmlns:a16="http://schemas.microsoft.com/office/drawing/2014/main" val="2191522856"/>
                    </a:ext>
                  </a:extLst>
                </a:gridCol>
                <a:gridCol w="389467">
                  <a:extLst>
                    <a:ext uri="{9D8B030D-6E8A-4147-A177-3AD203B41FA5}">
                      <a16:colId xmlns:a16="http://schemas.microsoft.com/office/drawing/2014/main" val="2677989042"/>
                    </a:ext>
                  </a:extLst>
                </a:gridCol>
                <a:gridCol w="389467">
                  <a:extLst>
                    <a:ext uri="{9D8B030D-6E8A-4147-A177-3AD203B41FA5}">
                      <a16:colId xmlns:a16="http://schemas.microsoft.com/office/drawing/2014/main" val="2617665758"/>
                    </a:ext>
                  </a:extLst>
                </a:gridCol>
                <a:gridCol w="389467">
                  <a:extLst>
                    <a:ext uri="{9D8B030D-6E8A-4147-A177-3AD203B41FA5}">
                      <a16:colId xmlns:a16="http://schemas.microsoft.com/office/drawing/2014/main" val="1792873282"/>
                    </a:ext>
                  </a:extLst>
                </a:gridCol>
                <a:gridCol w="389467">
                  <a:extLst>
                    <a:ext uri="{9D8B030D-6E8A-4147-A177-3AD203B41FA5}">
                      <a16:colId xmlns:a16="http://schemas.microsoft.com/office/drawing/2014/main" val="1269016282"/>
                    </a:ext>
                  </a:extLst>
                </a:gridCol>
                <a:gridCol w="389467">
                  <a:extLst>
                    <a:ext uri="{9D8B030D-6E8A-4147-A177-3AD203B41FA5}">
                      <a16:colId xmlns:a16="http://schemas.microsoft.com/office/drawing/2014/main" val="799006617"/>
                    </a:ext>
                  </a:extLst>
                </a:gridCol>
                <a:gridCol w="389467">
                  <a:extLst>
                    <a:ext uri="{9D8B030D-6E8A-4147-A177-3AD203B41FA5}">
                      <a16:colId xmlns:a16="http://schemas.microsoft.com/office/drawing/2014/main" val="3799048275"/>
                    </a:ext>
                  </a:extLst>
                </a:gridCol>
                <a:gridCol w="389467">
                  <a:extLst>
                    <a:ext uri="{9D8B030D-6E8A-4147-A177-3AD203B41FA5}">
                      <a16:colId xmlns:a16="http://schemas.microsoft.com/office/drawing/2014/main" val="734383500"/>
                    </a:ext>
                  </a:extLst>
                </a:gridCol>
                <a:gridCol w="389467">
                  <a:extLst>
                    <a:ext uri="{9D8B030D-6E8A-4147-A177-3AD203B41FA5}">
                      <a16:colId xmlns:a16="http://schemas.microsoft.com/office/drawing/2014/main" val="2109880785"/>
                    </a:ext>
                  </a:extLst>
                </a:gridCol>
                <a:gridCol w="389467">
                  <a:extLst>
                    <a:ext uri="{9D8B030D-6E8A-4147-A177-3AD203B41FA5}">
                      <a16:colId xmlns:a16="http://schemas.microsoft.com/office/drawing/2014/main" val="553393760"/>
                    </a:ext>
                  </a:extLst>
                </a:gridCol>
                <a:gridCol w="389467">
                  <a:extLst>
                    <a:ext uri="{9D8B030D-6E8A-4147-A177-3AD203B41FA5}">
                      <a16:colId xmlns:a16="http://schemas.microsoft.com/office/drawing/2014/main" val="4235847463"/>
                    </a:ext>
                  </a:extLst>
                </a:gridCol>
                <a:gridCol w="389467">
                  <a:extLst>
                    <a:ext uri="{9D8B030D-6E8A-4147-A177-3AD203B41FA5}">
                      <a16:colId xmlns:a16="http://schemas.microsoft.com/office/drawing/2014/main" val="477955026"/>
                    </a:ext>
                  </a:extLst>
                </a:gridCol>
                <a:gridCol w="389467">
                  <a:extLst>
                    <a:ext uri="{9D8B030D-6E8A-4147-A177-3AD203B41FA5}">
                      <a16:colId xmlns:a16="http://schemas.microsoft.com/office/drawing/2014/main" val="2597654460"/>
                    </a:ext>
                  </a:extLst>
                </a:gridCol>
                <a:gridCol w="389467">
                  <a:extLst>
                    <a:ext uri="{9D8B030D-6E8A-4147-A177-3AD203B41FA5}">
                      <a16:colId xmlns:a16="http://schemas.microsoft.com/office/drawing/2014/main" val="2798179083"/>
                    </a:ext>
                  </a:extLst>
                </a:gridCol>
                <a:gridCol w="389467">
                  <a:extLst>
                    <a:ext uri="{9D8B030D-6E8A-4147-A177-3AD203B41FA5}">
                      <a16:colId xmlns:a16="http://schemas.microsoft.com/office/drawing/2014/main" val="925302982"/>
                    </a:ext>
                  </a:extLst>
                </a:gridCol>
                <a:gridCol w="389467">
                  <a:extLst>
                    <a:ext uri="{9D8B030D-6E8A-4147-A177-3AD203B41FA5}">
                      <a16:colId xmlns:a16="http://schemas.microsoft.com/office/drawing/2014/main" val="647170122"/>
                    </a:ext>
                  </a:extLst>
                </a:gridCol>
                <a:gridCol w="389467">
                  <a:extLst>
                    <a:ext uri="{9D8B030D-6E8A-4147-A177-3AD203B41FA5}">
                      <a16:colId xmlns:a16="http://schemas.microsoft.com/office/drawing/2014/main" val="1082463991"/>
                    </a:ext>
                  </a:extLst>
                </a:gridCol>
                <a:gridCol w="389467">
                  <a:extLst>
                    <a:ext uri="{9D8B030D-6E8A-4147-A177-3AD203B41FA5}">
                      <a16:colId xmlns:a16="http://schemas.microsoft.com/office/drawing/2014/main" val="591357899"/>
                    </a:ext>
                  </a:extLst>
                </a:gridCol>
                <a:gridCol w="389467">
                  <a:extLst>
                    <a:ext uri="{9D8B030D-6E8A-4147-A177-3AD203B41FA5}">
                      <a16:colId xmlns:a16="http://schemas.microsoft.com/office/drawing/2014/main" val="2300219158"/>
                    </a:ext>
                  </a:extLst>
                </a:gridCol>
                <a:gridCol w="389467">
                  <a:extLst>
                    <a:ext uri="{9D8B030D-6E8A-4147-A177-3AD203B41FA5}">
                      <a16:colId xmlns:a16="http://schemas.microsoft.com/office/drawing/2014/main" val="1171215033"/>
                    </a:ext>
                  </a:extLst>
                </a:gridCol>
                <a:gridCol w="389467">
                  <a:extLst>
                    <a:ext uri="{9D8B030D-6E8A-4147-A177-3AD203B41FA5}">
                      <a16:colId xmlns:a16="http://schemas.microsoft.com/office/drawing/2014/main" val="3683593146"/>
                    </a:ext>
                  </a:extLst>
                </a:gridCol>
                <a:gridCol w="389467">
                  <a:extLst>
                    <a:ext uri="{9D8B030D-6E8A-4147-A177-3AD203B41FA5}">
                      <a16:colId xmlns:a16="http://schemas.microsoft.com/office/drawing/2014/main" val="686731129"/>
                    </a:ext>
                  </a:extLst>
                </a:gridCol>
                <a:gridCol w="389467">
                  <a:extLst>
                    <a:ext uri="{9D8B030D-6E8A-4147-A177-3AD203B41FA5}">
                      <a16:colId xmlns:a16="http://schemas.microsoft.com/office/drawing/2014/main" val="966663950"/>
                    </a:ext>
                  </a:extLst>
                </a:gridCol>
              </a:tblGrid>
              <a:tr h="370840">
                <a:tc>
                  <a:txBody>
                    <a:bodyPr/>
                    <a:lstStyle/>
                    <a:p>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solidFill>
                      <a:schemeClr val="accent1"/>
                    </a:solidFill>
                  </a:tcPr>
                </a:tc>
                <a:tc>
                  <a:txBody>
                    <a:bodyPr/>
                    <a:lstStyle/>
                    <a:p>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h</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err="1" smtClean="0">
                          <a:latin typeface="Times New Roman" panose="02020603050405020304" pitchFamily="18" charset="0"/>
                          <a:cs typeface="Times New Roman" panose="02020603050405020304" pitchFamily="18" charset="0"/>
                        </a:rPr>
                        <a:t>i</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s</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err="1" smtClean="0">
                          <a:latin typeface="Times New Roman" panose="02020603050405020304" pitchFamily="18" charset="0"/>
                          <a:cs typeface="Times New Roman" panose="02020603050405020304" pitchFamily="18" charset="0"/>
                        </a:rPr>
                        <a:t>i</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s</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n</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m</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p</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p</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42878552"/>
                  </a:ext>
                </a:extLst>
              </a:tr>
              <a:tr h="370840">
                <a:tc>
                  <a:txBody>
                    <a:bodyPr/>
                    <a:lstStyle/>
                    <a:p>
                      <a:r>
                        <a:rPr lang="en-US" altLang="zh-TW" dirty="0" smtClean="0">
                          <a:latin typeface="Times New Roman" panose="02020603050405020304" pitchFamily="18" charset="0"/>
                          <a:cs typeface="Times New Roman" panose="02020603050405020304" pitchFamily="18" charset="0"/>
                        </a:rPr>
                        <a:t>P</a:t>
                      </a:r>
                      <a:endParaRPr lang="zh-TW" altLang="en-US" dirty="0">
                        <a:latin typeface="Times New Roman" panose="02020603050405020304" pitchFamily="18" charset="0"/>
                        <a:cs typeface="Times New Roman" panose="02020603050405020304" pitchFamily="18" charset="0"/>
                      </a:endParaRPr>
                    </a:p>
                  </a:txBody>
                  <a:tcPr>
                    <a:solidFill>
                      <a:schemeClr val="accent1"/>
                    </a:solidFill>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p</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65113957"/>
                  </a:ext>
                </a:extLst>
              </a:tr>
            </a:tbl>
          </a:graphicData>
        </a:graphic>
      </p:graphicFrame>
      <p:sp>
        <p:nvSpPr>
          <p:cNvPr id="4" name="投影片編號版面配置區 3"/>
          <p:cNvSpPr>
            <a:spLocks noGrp="1"/>
          </p:cNvSpPr>
          <p:nvPr>
            <p:ph type="sldNum" sz="quarter" idx="12"/>
          </p:nvPr>
        </p:nvSpPr>
        <p:spPr/>
        <p:txBody>
          <a:bodyPr/>
          <a:lstStyle/>
          <a:p>
            <a:fld id="{FFC34EEA-53D1-4661-9D8A-77EED7BBB355}" type="slidenum">
              <a:rPr lang="zh-TW" altLang="en-US" smtClean="0"/>
              <a:t>6</a:t>
            </a:fld>
            <a:endParaRPr lang="zh-TW" altLang="en-US"/>
          </a:p>
        </p:txBody>
      </p:sp>
    </p:spTree>
    <p:extLst>
      <p:ext uri="{BB962C8B-B14F-4D97-AF65-F5344CB8AC3E}">
        <p14:creationId xmlns:p14="http://schemas.microsoft.com/office/powerpoint/2010/main" val="3962090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Boyer Moore Algorithm</a:t>
            </a:r>
            <a:endParaRPr lang="zh-TW" altLang="en-US" dirty="0"/>
          </a:p>
        </p:txBody>
      </p:sp>
      <p:graphicFrame>
        <p:nvGraphicFramePr>
          <p:cNvPr id="5" name="內容版面配置區 4"/>
          <p:cNvGraphicFramePr>
            <a:graphicFrameLocks noGrp="1"/>
          </p:cNvGraphicFramePr>
          <p:nvPr>
            <p:ph idx="1"/>
            <p:extLst>
              <p:ext uri="{D42A27DB-BD31-4B8C-83A1-F6EECF244321}">
                <p14:modId xmlns:p14="http://schemas.microsoft.com/office/powerpoint/2010/main" val="3408349343"/>
              </p:ext>
            </p:extLst>
          </p:nvPr>
        </p:nvGraphicFramePr>
        <p:xfrm>
          <a:off x="838200" y="1825625"/>
          <a:ext cx="10515609" cy="741680"/>
        </p:xfrm>
        <a:graphic>
          <a:graphicData uri="http://schemas.openxmlformats.org/drawingml/2006/table">
            <a:tbl>
              <a:tblPr firstRow="1" bandRow="1">
                <a:tableStyleId>{5940675A-B579-460E-94D1-54222C63F5DA}</a:tableStyleId>
              </a:tblPr>
              <a:tblGrid>
                <a:gridCol w="389467">
                  <a:extLst>
                    <a:ext uri="{9D8B030D-6E8A-4147-A177-3AD203B41FA5}">
                      <a16:colId xmlns:a16="http://schemas.microsoft.com/office/drawing/2014/main" val="3434257290"/>
                    </a:ext>
                  </a:extLst>
                </a:gridCol>
                <a:gridCol w="389467">
                  <a:extLst>
                    <a:ext uri="{9D8B030D-6E8A-4147-A177-3AD203B41FA5}">
                      <a16:colId xmlns:a16="http://schemas.microsoft.com/office/drawing/2014/main" val="3891463061"/>
                    </a:ext>
                  </a:extLst>
                </a:gridCol>
                <a:gridCol w="389467">
                  <a:extLst>
                    <a:ext uri="{9D8B030D-6E8A-4147-A177-3AD203B41FA5}">
                      <a16:colId xmlns:a16="http://schemas.microsoft.com/office/drawing/2014/main" val="3109830282"/>
                    </a:ext>
                  </a:extLst>
                </a:gridCol>
                <a:gridCol w="389467">
                  <a:extLst>
                    <a:ext uri="{9D8B030D-6E8A-4147-A177-3AD203B41FA5}">
                      <a16:colId xmlns:a16="http://schemas.microsoft.com/office/drawing/2014/main" val="3204260009"/>
                    </a:ext>
                  </a:extLst>
                </a:gridCol>
                <a:gridCol w="389467">
                  <a:extLst>
                    <a:ext uri="{9D8B030D-6E8A-4147-A177-3AD203B41FA5}">
                      <a16:colId xmlns:a16="http://schemas.microsoft.com/office/drawing/2014/main" val="2191522856"/>
                    </a:ext>
                  </a:extLst>
                </a:gridCol>
                <a:gridCol w="389467">
                  <a:extLst>
                    <a:ext uri="{9D8B030D-6E8A-4147-A177-3AD203B41FA5}">
                      <a16:colId xmlns:a16="http://schemas.microsoft.com/office/drawing/2014/main" val="2677989042"/>
                    </a:ext>
                  </a:extLst>
                </a:gridCol>
                <a:gridCol w="389467">
                  <a:extLst>
                    <a:ext uri="{9D8B030D-6E8A-4147-A177-3AD203B41FA5}">
                      <a16:colId xmlns:a16="http://schemas.microsoft.com/office/drawing/2014/main" val="2617665758"/>
                    </a:ext>
                  </a:extLst>
                </a:gridCol>
                <a:gridCol w="389467">
                  <a:extLst>
                    <a:ext uri="{9D8B030D-6E8A-4147-A177-3AD203B41FA5}">
                      <a16:colId xmlns:a16="http://schemas.microsoft.com/office/drawing/2014/main" val="1792873282"/>
                    </a:ext>
                  </a:extLst>
                </a:gridCol>
                <a:gridCol w="389467">
                  <a:extLst>
                    <a:ext uri="{9D8B030D-6E8A-4147-A177-3AD203B41FA5}">
                      <a16:colId xmlns:a16="http://schemas.microsoft.com/office/drawing/2014/main" val="1269016282"/>
                    </a:ext>
                  </a:extLst>
                </a:gridCol>
                <a:gridCol w="389467">
                  <a:extLst>
                    <a:ext uri="{9D8B030D-6E8A-4147-A177-3AD203B41FA5}">
                      <a16:colId xmlns:a16="http://schemas.microsoft.com/office/drawing/2014/main" val="799006617"/>
                    </a:ext>
                  </a:extLst>
                </a:gridCol>
                <a:gridCol w="389467">
                  <a:extLst>
                    <a:ext uri="{9D8B030D-6E8A-4147-A177-3AD203B41FA5}">
                      <a16:colId xmlns:a16="http://schemas.microsoft.com/office/drawing/2014/main" val="3799048275"/>
                    </a:ext>
                  </a:extLst>
                </a:gridCol>
                <a:gridCol w="389467">
                  <a:extLst>
                    <a:ext uri="{9D8B030D-6E8A-4147-A177-3AD203B41FA5}">
                      <a16:colId xmlns:a16="http://schemas.microsoft.com/office/drawing/2014/main" val="734383500"/>
                    </a:ext>
                  </a:extLst>
                </a:gridCol>
                <a:gridCol w="389467">
                  <a:extLst>
                    <a:ext uri="{9D8B030D-6E8A-4147-A177-3AD203B41FA5}">
                      <a16:colId xmlns:a16="http://schemas.microsoft.com/office/drawing/2014/main" val="2109880785"/>
                    </a:ext>
                  </a:extLst>
                </a:gridCol>
                <a:gridCol w="389467">
                  <a:extLst>
                    <a:ext uri="{9D8B030D-6E8A-4147-A177-3AD203B41FA5}">
                      <a16:colId xmlns:a16="http://schemas.microsoft.com/office/drawing/2014/main" val="553393760"/>
                    </a:ext>
                  </a:extLst>
                </a:gridCol>
                <a:gridCol w="389467">
                  <a:extLst>
                    <a:ext uri="{9D8B030D-6E8A-4147-A177-3AD203B41FA5}">
                      <a16:colId xmlns:a16="http://schemas.microsoft.com/office/drawing/2014/main" val="4235847463"/>
                    </a:ext>
                  </a:extLst>
                </a:gridCol>
                <a:gridCol w="389467">
                  <a:extLst>
                    <a:ext uri="{9D8B030D-6E8A-4147-A177-3AD203B41FA5}">
                      <a16:colId xmlns:a16="http://schemas.microsoft.com/office/drawing/2014/main" val="477955026"/>
                    </a:ext>
                  </a:extLst>
                </a:gridCol>
                <a:gridCol w="389467">
                  <a:extLst>
                    <a:ext uri="{9D8B030D-6E8A-4147-A177-3AD203B41FA5}">
                      <a16:colId xmlns:a16="http://schemas.microsoft.com/office/drawing/2014/main" val="2597654460"/>
                    </a:ext>
                  </a:extLst>
                </a:gridCol>
                <a:gridCol w="389467">
                  <a:extLst>
                    <a:ext uri="{9D8B030D-6E8A-4147-A177-3AD203B41FA5}">
                      <a16:colId xmlns:a16="http://schemas.microsoft.com/office/drawing/2014/main" val="2798179083"/>
                    </a:ext>
                  </a:extLst>
                </a:gridCol>
                <a:gridCol w="389467">
                  <a:extLst>
                    <a:ext uri="{9D8B030D-6E8A-4147-A177-3AD203B41FA5}">
                      <a16:colId xmlns:a16="http://schemas.microsoft.com/office/drawing/2014/main" val="925302982"/>
                    </a:ext>
                  </a:extLst>
                </a:gridCol>
                <a:gridCol w="389467">
                  <a:extLst>
                    <a:ext uri="{9D8B030D-6E8A-4147-A177-3AD203B41FA5}">
                      <a16:colId xmlns:a16="http://schemas.microsoft.com/office/drawing/2014/main" val="647170122"/>
                    </a:ext>
                  </a:extLst>
                </a:gridCol>
                <a:gridCol w="389467">
                  <a:extLst>
                    <a:ext uri="{9D8B030D-6E8A-4147-A177-3AD203B41FA5}">
                      <a16:colId xmlns:a16="http://schemas.microsoft.com/office/drawing/2014/main" val="1082463991"/>
                    </a:ext>
                  </a:extLst>
                </a:gridCol>
                <a:gridCol w="389467">
                  <a:extLst>
                    <a:ext uri="{9D8B030D-6E8A-4147-A177-3AD203B41FA5}">
                      <a16:colId xmlns:a16="http://schemas.microsoft.com/office/drawing/2014/main" val="591357899"/>
                    </a:ext>
                  </a:extLst>
                </a:gridCol>
                <a:gridCol w="389467">
                  <a:extLst>
                    <a:ext uri="{9D8B030D-6E8A-4147-A177-3AD203B41FA5}">
                      <a16:colId xmlns:a16="http://schemas.microsoft.com/office/drawing/2014/main" val="2300219158"/>
                    </a:ext>
                  </a:extLst>
                </a:gridCol>
                <a:gridCol w="389467">
                  <a:extLst>
                    <a:ext uri="{9D8B030D-6E8A-4147-A177-3AD203B41FA5}">
                      <a16:colId xmlns:a16="http://schemas.microsoft.com/office/drawing/2014/main" val="1171215033"/>
                    </a:ext>
                  </a:extLst>
                </a:gridCol>
                <a:gridCol w="389467">
                  <a:extLst>
                    <a:ext uri="{9D8B030D-6E8A-4147-A177-3AD203B41FA5}">
                      <a16:colId xmlns:a16="http://schemas.microsoft.com/office/drawing/2014/main" val="3683593146"/>
                    </a:ext>
                  </a:extLst>
                </a:gridCol>
                <a:gridCol w="389467">
                  <a:extLst>
                    <a:ext uri="{9D8B030D-6E8A-4147-A177-3AD203B41FA5}">
                      <a16:colId xmlns:a16="http://schemas.microsoft.com/office/drawing/2014/main" val="686731129"/>
                    </a:ext>
                  </a:extLst>
                </a:gridCol>
                <a:gridCol w="389467">
                  <a:extLst>
                    <a:ext uri="{9D8B030D-6E8A-4147-A177-3AD203B41FA5}">
                      <a16:colId xmlns:a16="http://schemas.microsoft.com/office/drawing/2014/main" val="966663950"/>
                    </a:ext>
                  </a:extLst>
                </a:gridCol>
              </a:tblGrid>
              <a:tr h="370840">
                <a:tc>
                  <a:txBody>
                    <a:bodyPr/>
                    <a:lstStyle/>
                    <a:p>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solidFill>
                      <a:schemeClr val="accent1"/>
                    </a:solidFill>
                  </a:tcPr>
                </a:tc>
                <a:tc>
                  <a:txBody>
                    <a:bodyPr/>
                    <a:lstStyle/>
                    <a:p>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h</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err="1" smtClean="0">
                          <a:latin typeface="Times New Roman" panose="02020603050405020304" pitchFamily="18" charset="0"/>
                          <a:cs typeface="Times New Roman" panose="02020603050405020304" pitchFamily="18" charset="0"/>
                        </a:rPr>
                        <a:t>i</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s</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err="1" smtClean="0">
                          <a:latin typeface="Times New Roman" panose="02020603050405020304" pitchFamily="18" charset="0"/>
                          <a:cs typeface="Times New Roman" panose="02020603050405020304" pitchFamily="18" charset="0"/>
                        </a:rPr>
                        <a:t>i</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s</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n</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m</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p</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p</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42878552"/>
                  </a:ext>
                </a:extLst>
              </a:tr>
              <a:tr h="370840">
                <a:tc>
                  <a:txBody>
                    <a:bodyPr/>
                    <a:lstStyle/>
                    <a:p>
                      <a:r>
                        <a:rPr lang="en-US" altLang="zh-TW" dirty="0" smtClean="0">
                          <a:latin typeface="Times New Roman" panose="02020603050405020304" pitchFamily="18" charset="0"/>
                          <a:cs typeface="Times New Roman" panose="02020603050405020304" pitchFamily="18" charset="0"/>
                        </a:rPr>
                        <a:t>P</a:t>
                      </a:r>
                      <a:endParaRPr lang="zh-TW" altLang="en-US" dirty="0">
                        <a:latin typeface="Times New Roman" panose="02020603050405020304" pitchFamily="18" charset="0"/>
                        <a:cs typeface="Times New Roman" panose="02020603050405020304" pitchFamily="18" charset="0"/>
                      </a:endParaRPr>
                    </a:p>
                  </a:txBody>
                  <a:tcPr>
                    <a:solidFill>
                      <a:schemeClr val="accent1"/>
                    </a:solidFill>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p</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a:latin typeface="Times New Roman" panose="02020603050405020304" pitchFamily="18" charset="0"/>
                        <a:cs typeface="Times New Roman" panose="02020603050405020304" pitchFamily="18" charset="0"/>
                      </a:endParaRPr>
                    </a:p>
                  </a:txBody>
                  <a:tcPr/>
                </a:tc>
                <a:tc>
                  <a:txBody>
                    <a:bodyPr/>
                    <a:lstStyle/>
                    <a:p>
                      <a:endParaRPr lang="zh-TW" altLang="en-US">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65113957"/>
                  </a:ext>
                </a:extLst>
              </a:tr>
            </a:tbl>
          </a:graphicData>
        </a:graphic>
      </p:graphicFrame>
      <p:sp>
        <p:nvSpPr>
          <p:cNvPr id="4" name="投影片編號版面配置區 3"/>
          <p:cNvSpPr>
            <a:spLocks noGrp="1"/>
          </p:cNvSpPr>
          <p:nvPr>
            <p:ph type="sldNum" sz="quarter" idx="12"/>
          </p:nvPr>
        </p:nvSpPr>
        <p:spPr/>
        <p:txBody>
          <a:bodyPr/>
          <a:lstStyle/>
          <a:p>
            <a:fld id="{FFC34EEA-53D1-4661-9D8A-77EED7BBB355}" type="slidenum">
              <a:rPr lang="zh-TW" altLang="en-US" smtClean="0"/>
              <a:t>7</a:t>
            </a:fld>
            <a:endParaRPr lang="zh-TW" altLang="en-US"/>
          </a:p>
        </p:txBody>
      </p:sp>
    </p:spTree>
    <p:extLst>
      <p:ext uri="{BB962C8B-B14F-4D97-AF65-F5344CB8AC3E}">
        <p14:creationId xmlns:p14="http://schemas.microsoft.com/office/powerpoint/2010/main" val="4004740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Boyer Moore Algorithm</a:t>
            </a:r>
            <a:endParaRPr lang="zh-TW" altLang="en-US" dirty="0"/>
          </a:p>
        </p:txBody>
      </p:sp>
      <p:graphicFrame>
        <p:nvGraphicFramePr>
          <p:cNvPr id="5" name="內容版面配置區 4"/>
          <p:cNvGraphicFramePr>
            <a:graphicFrameLocks noGrp="1"/>
          </p:cNvGraphicFramePr>
          <p:nvPr>
            <p:ph idx="1"/>
            <p:extLst>
              <p:ext uri="{D42A27DB-BD31-4B8C-83A1-F6EECF244321}">
                <p14:modId xmlns:p14="http://schemas.microsoft.com/office/powerpoint/2010/main" val="451089883"/>
              </p:ext>
            </p:extLst>
          </p:nvPr>
        </p:nvGraphicFramePr>
        <p:xfrm>
          <a:off x="838200" y="1825625"/>
          <a:ext cx="10515609" cy="741680"/>
        </p:xfrm>
        <a:graphic>
          <a:graphicData uri="http://schemas.openxmlformats.org/drawingml/2006/table">
            <a:tbl>
              <a:tblPr firstRow="1" bandRow="1">
                <a:tableStyleId>{5940675A-B579-460E-94D1-54222C63F5DA}</a:tableStyleId>
              </a:tblPr>
              <a:tblGrid>
                <a:gridCol w="389467">
                  <a:extLst>
                    <a:ext uri="{9D8B030D-6E8A-4147-A177-3AD203B41FA5}">
                      <a16:colId xmlns:a16="http://schemas.microsoft.com/office/drawing/2014/main" val="3434257290"/>
                    </a:ext>
                  </a:extLst>
                </a:gridCol>
                <a:gridCol w="389467">
                  <a:extLst>
                    <a:ext uri="{9D8B030D-6E8A-4147-A177-3AD203B41FA5}">
                      <a16:colId xmlns:a16="http://schemas.microsoft.com/office/drawing/2014/main" val="3891463061"/>
                    </a:ext>
                  </a:extLst>
                </a:gridCol>
                <a:gridCol w="389467">
                  <a:extLst>
                    <a:ext uri="{9D8B030D-6E8A-4147-A177-3AD203B41FA5}">
                      <a16:colId xmlns:a16="http://schemas.microsoft.com/office/drawing/2014/main" val="3109830282"/>
                    </a:ext>
                  </a:extLst>
                </a:gridCol>
                <a:gridCol w="389467">
                  <a:extLst>
                    <a:ext uri="{9D8B030D-6E8A-4147-A177-3AD203B41FA5}">
                      <a16:colId xmlns:a16="http://schemas.microsoft.com/office/drawing/2014/main" val="3204260009"/>
                    </a:ext>
                  </a:extLst>
                </a:gridCol>
                <a:gridCol w="389467">
                  <a:extLst>
                    <a:ext uri="{9D8B030D-6E8A-4147-A177-3AD203B41FA5}">
                      <a16:colId xmlns:a16="http://schemas.microsoft.com/office/drawing/2014/main" val="2191522856"/>
                    </a:ext>
                  </a:extLst>
                </a:gridCol>
                <a:gridCol w="389467">
                  <a:extLst>
                    <a:ext uri="{9D8B030D-6E8A-4147-A177-3AD203B41FA5}">
                      <a16:colId xmlns:a16="http://schemas.microsoft.com/office/drawing/2014/main" val="2677989042"/>
                    </a:ext>
                  </a:extLst>
                </a:gridCol>
                <a:gridCol w="389467">
                  <a:extLst>
                    <a:ext uri="{9D8B030D-6E8A-4147-A177-3AD203B41FA5}">
                      <a16:colId xmlns:a16="http://schemas.microsoft.com/office/drawing/2014/main" val="2617665758"/>
                    </a:ext>
                  </a:extLst>
                </a:gridCol>
                <a:gridCol w="389467">
                  <a:extLst>
                    <a:ext uri="{9D8B030D-6E8A-4147-A177-3AD203B41FA5}">
                      <a16:colId xmlns:a16="http://schemas.microsoft.com/office/drawing/2014/main" val="1792873282"/>
                    </a:ext>
                  </a:extLst>
                </a:gridCol>
                <a:gridCol w="389467">
                  <a:extLst>
                    <a:ext uri="{9D8B030D-6E8A-4147-A177-3AD203B41FA5}">
                      <a16:colId xmlns:a16="http://schemas.microsoft.com/office/drawing/2014/main" val="1269016282"/>
                    </a:ext>
                  </a:extLst>
                </a:gridCol>
                <a:gridCol w="389467">
                  <a:extLst>
                    <a:ext uri="{9D8B030D-6E8A-4147-A177-3AD203B41FA5}">
                      <a16:colId xmlns:a16="http://schemas.microsoft.com/office/drawing/2014/main" val="799006617"/>
                    </a:ext>
                  </a:extLst>
                </a:gridCol>
                <a:gridCol w="389467">
                  <a:extLst>
                    <a:ext uri="{9D8B030D-6E8A-4147-A177-3AD203B41FA5}">
                      <a16:colId xmlns:a16="http://schemas.microsoft.com/office/drawing/2014/main" val="3799048275"/>
                    </a:ext>
                  </a:extLst>
                </a:gridCol>
                <a:gridCol w="389467">
                  <a:extLst>
                    <a:ext uri="{9D8B030D-6E8A-4147-A177-3AD203B41FA5}">
                      <a16:colId xmlns:a16="http://schemas.microsoft.com/office/drawing/2014/main" val="734383500"/>
                    </a:ext>
                  </a:extLst>
                </a:gridCol>
                <a:gridCol w="389467">
                  <a:extLst>
                    <a:ext uri="{9D8B030D-6E8A-4147-A177-3AD203B41FA5}">
                      <a16:colId xmlns:a16="http://schemas.microsoft.com/office/drawing/2014/main" val="2109880785"/>
                    </a:ext>
                  </a:extLst>
                </a:gridCol>
                <a:gridCol w="389467">
                  <a:extLst>
                    <a:ext uri="{9D8B030D-6E8A-4147-A177-3AD203B41FA5}">
                      <a16:colId xmlns:a16="http://schemas.microsoft.com/office/drawing/2014/main" val="553393760"/>
                    </a:ext>
                  </a:extLst>
                </a:gridCol>
                <a:gridCol w="389467">
                  <a:extLst>
                    <a:ext uri="{9D8B030D-6E8A-4147-A177-3AD203B41FA5}">
                      <a16:colId xmlns:a16="http://schemas.microsoft.com/office/drawing/2014/main" val="4235847463"/>
                    </a:ext>
                  </a:extLst>
                </a:gridCol>
                <a:gridCol w="389467">
                  <a:extLst>
                    <a:ext uri="{9D8B030D-6E8A-4147-A177-3AD203B41FA5}">
                      <a16:colId xmlns:a16="http://schemas.microsoft.com/office/drawing/2014/main" val="477955026"/>
                    </a:ext>
                  </a:extLst>
                </a:gridCol>
                <a:gridCol w="389467">
                  <a:extLst>
                    <a:ext uri="{9D8B030D-6E8A-4147-A177-3AD203B41FA5}">
                      <a16:colId xmlns:a16="http://schemas.microsoft.com/office/drawing/2014/main" val="2597654460"/>
                    </a:ext>
                  </a:extLst>
                </a:gridCol>
                <a:gridCol w="389467">
                  <a:extLst>
                    <a:ext uri="{9D8B030D-6E8A-4147-A177-3AD203B41FA5}">
                      <a16:colId xmlns:a16="http://schemas.microsoft.com/office/drawing/2014/main" val="2798179083"/>
                    </a:ext>
                  </a:extLst>
                </a:gridCol>
                <a:gridCol w="389467">
                  <a:extLst>
                    <a:ext uri="{9D8B030D-6E8A-4147-A177-3AD203B41FA5}">
                      <a16:colId xmlns:a16="http://schemas.microsoft.com/office/drawing/2014/main" val="925302982"/>
                    </a:ext>
                  </a:extLst>
                </a:gridCol>
                <a:gridCol w="389467">
                  <a:extLst>
                    <a:ext uri="{9D8B030D-6E8A-4147-A177-3AD203B41FA5}">
                      <a16:colId xmlns:a16="http://schemas.microsoft.com/office/drawing/2014/main" val="647170122"/>
                    </a:ext>
                  </a:extLst>
                </a:gridCol>
                <a:gridCol w="389467">
                  <a:extLst>
                    <a:ext uri="{9D8B030D-6E8A-4147-A177-3AD203B41FA5}">
                      <a16:colId xmlns:a16="http://schemas.microsoft.com/office/drawing/2014/main" val="1082463991"/>
                    </a:ext>
                  </a:extLst>
                </a:gridCol>
                <a:gridCol w="389467">
                  <a:extLst>
                    <a:ext uri="{9D8B030D-6E8A-4147-A177-3AD203B41FA5}">
                      <a16:colId xmlns:a16="http://schemas.microsoft.com/office/drawing/2014/main" val="591357899"/>
                    </a:ext>
                  </a:extLst>
                </a:gridCol>
                <a:gridCol w="389467">
                  <a:extLst>
                    <a:ext uri="{9D8B030D-6E8A-4147-A177-3AD203B41FA5}">
                      <a16:colId xmlns:a16="http://schemas.microsoft.com/office/drawing/2014/main" val="2300219158"/>
                    </a:ext>
                  </a:extLst>
                </a:gridCol>
                <a:gridCol w="389467">
                  <a:extLst>
                    <a:ext uri="{9D8B030D-6E8A-4147-A177-3AD203B41FA5}">
                      <a16:colId xmlns:a16="http://schemas.microsoft.com/office/drawing/2014/main" val="1171215033"/>
                    </a:ext>
                  </a:extLst>
                </a:gridCol>
                <a:gridCol w="389467">
                  <a:extLst>
                    <a:ext uri="{9D8B030D-6E8A-4147-A177-3AD203B41FA5}">
                      <a16:colId xmlns:a16="http://schemas.microsoft.com/office/drawing/2014/main" val="3683593146"/>
                    </a:ext>
                  </a:extLst>
                </a:gridCol>
                <a:gridCol w="389467">
                  <a:extLst>
                    <a:ext uri="{9D8B030D-6E8A-4147-A177-3AD203B41FA5}">
                      <a16:colId xmlns:a16="http://schemas.microsoft.com/office/drawing/2014/main" val="686731129"/>
                    </a:ext>
                  </a:extLst>
                </a:gridCol>
                <a:gridCol w="389467">
                  <a:extLst>
                    <a:ext uri="{9D8B030D-6E8A-4147-A177-3AD203B41FA5}">
                      <a16:colId xmlns:a16="http://schemas.microsoft.com/office/drawing/2014/main" val="966663950"/>
                    </a:ext>
                  </a:extLst>
                </a:gridCol>
              </a:tblGrid>
              <a:tr h="370840">
                <a:tc>
                  <a:txBody>
                    <a:bodyPr/>
                    <a:lstStyle/>
                    <a:p>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solidFill>
                      <a:schemeClr val="accent1"/>
                    </a:solidFill>
                  </a:tcPr>
                </a:tc>
                <a:tc>
                  <a:txBody>
                    <a:bodyPr/>
                    <a:lstStyle/>
                    <a:p>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h</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err="1" smtClean="0">
                          <a:latin typeface="Times New Roman" panose="02020603050405020304" pitchFamily="18" charset="0"/>
                          <a:cs typeface="Times New Roman" panose="02020603050405020304" pitchFamily="18" charset="0"/>
                        </a:rPr>
                        <a:t>i</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s</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err="1" smtClean="0">
                          <a:latin typeface="Times New Roman" panose="02020603050405020304" pitchFamily="18" charset="0"/>
                          <a:cs typeface="Times New Roman" panose="02020603050405020304" pitchFamily="18" charset="0"/>
                        </a:rPr>
                        <a:t>i</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s</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n</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m</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p</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p</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42878552"/>
                  </a:ext>
                </a:extLst>
              </a:tr>
              <a:tr h="370840">
                <a:tc>
                  <a:txBody>
                    <a:bodyPr/>
                    <a:lstStyle/>
                    <a:p>
                      <a:r>
                        <a:rPr lang="en-US" altLang="zh-TW" dirty="0" smtClean="0">
                          <a:latin typeface="Times New Roman" panose="02020603050405020304" pitchFamily="18" charset="0"/>
                          <a:cs typeface="Times New Roman" panose="02020603050405020304" pitchFamily="18" charset="0"/>
                        </a:rPr>
                        <a:t>P</a:t>
                      </a:r>
                      <a:endParaRPr lang="zh-TW" altLang="en-US" dirty="0">
                        <a:latin typeface="Times New Roman" panose="02020603050405020304" pitchFamily="18" charset="0"/>
                        <a:cs typeface="Times New Roman" panose="02020603050405020304" pitchFamily="18" charset="0"/>
                      </a:endParaRPr>
                    </a:p>
                  </a:txBody>
                  <a:tcPr>
                    <a:solidFill>
                      <a:schemeClr val="accent1"/>
                    </a:solidFill>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p</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65113957"/>
                  </a:ext>
                </a:extLst>
              </a:tr>
            </a:tbl>
          </a:graphicData>
        </a:graphic>
      </p:graphicFrame>
      <p:sp>
        <p:nvSpPr>
          <p:cNvPr id="4" name="投影片編號版面配置區 3"/>
          <p:cNvSpPr>
            <a:spLocks noGrp="1"/>
          </p:cNvSpPr>
          <p:nvPr>
            <p:ph type="sldNum" sz="quarter" idx="12"/>
          </p:nvPr>
        </p:nvSpPr>
        <p:spPr/>
        <p:txBody>
          <a:bodyPr/>
          <a:lstStyle/>
          <a:p>
            <a:fld id="{FFC34EEA-53D1-4661-9D8A-77EED7BBB355}" type="slidenum">
              <a:rPr lang="zh-TW" altLang="en-US" smtClean="0"/>
              <a:t>8</a:t>
            </a:fld>
            <a:endParaRPr lang="zh-TW" altLang="en-US"/>
          </a:p>
        </p:txBody>
      </p:sp>
    </p:spTree>
    <p:extLst>
      <p:ext uri="{BB962C8B-B14F-4D97-AF65-F5344CB8AC3E}">
        <p14:creationId xmlns:p14="http://schemas.microsoft.com/office/powerpoint/2010/main" val="4156394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Boyer Moore Algorithm</a:t>
            </a:r>
            <a:endParaRPr lang="zh-TW" altLang="en-US" dirty="0"/>
          </a:p>
        </p:txBody>
      </p:sp>
      <p:graphicFrame>
        <p:nvGraphicFramePr>
          <p:cNvPr id="5" name="內容版面配置區 4"/>
          <p:cNvGraphicFramePr>
            <a:graphicFrameLocks noGrp="1"/>
          </p:cNvGraphicFramePr>
          <p:nvPr>
            <p:ph idx="1"/>
            <p:extLst>
              <p:ext uri="{D42A27DB-BD31-4B8C-83A1-F6EECF244321}">
                <p14:modId xmlns:p14="http://schemas.microsoft.com/office/powerpoint/2010/main" val="581931715"/>
              </p:ext>
            </p:extLst>
          </p:nvPr>
        </p:nvGraphicFramePr>
        <p:xfrm>
          <a:off x="838200" y="1825625"/>
          <a:ext cx="10515609" cy="741680"/>
        </p:xfrm>
        <a:graphic>
          <a:graphicData uri="http://schemas.openxmlformats.org/drawingml/2006/table">
            <a:tbl>
              <a:tblPr firstRow="1" bandRow="1">
                <a:tableStyleId>{5940675A-B579-460E-94D1-54222C63F5DA}</a:tableStyleId>
              </a:tblPr>
              <a:tblGrid>
                <a:gridCol w="389467">
                  <a:extLst>
                    <a:ext uri="{9D8B030D-6E8A-4147-A177-3AD203B41FA5}">
                      <a16:colId xmlns:a16="http://schemas.microsoft.com/office/drawing/2014/main" val="3434257290"/>
                    </a:ext>
                  </a:extLst>
                </a:gridCol>
                <a:gridCol w="389467">
                  <a:extLst>
                    <a:ext uri="{9D8B030D-6E8A-4147-A177-3AD203B41FA5}">
                      <a16:colId xmlns:a16="http://schemas.microsoft.com/office/drawing/2014/main" val="3891463061"/>
                    </a:ext>
                  </a:extLst>
                </a:gridCol>
                <a:gridCol w="389467">
                  <a:extLst>
                    <a:ext uri="{9D8B030D-6E8A-4147-A177-3AD203B41FA5}">
                      <a16:colId xmlns:a16="http://schemas.microsoft.com/office/drawing/2014/main" val="3109830282"/>
                    </a:ext>
                  </a:extLst>
                </a:gridCol>
                <a:gridCol w="389467">
                  <a:extLst>
                    <a:ext uri="{9D8B030D-6E8A-4147-A177-3AD203B41FA5}">
                      <a16:colId xmlns:a16="http://schemas.microsoft.com/office/drawing/2014/main" val="3204260009"/>
                    </a:ext>
                  </a:extLst>
                </a:gridCol>
                <a:gridCol w="389467">
                  <a:extLst>
                    <a:ext uri="{9D8B030D-6E8A-4147-A177-3AD203B41FA5}">
                      <a16:colId xmlns:a16="http://schemas.microsoft.com/office/drawing/2014/main" val="2191522856"/>
                    </a:ext>
                  </a:extLst>
                </a:gridCol>
                <a:gridCol w="389467">
                  <a:extLst>
                    <a:ext uri="{9D8B030D-6E8A-4147-A177-3AD203B41FA5}">
                      <a16:colId xmlns:a16="http://schemas.microsoft.com/office/drawing/2014/main" val="2677989042"/>
                    </a:ext>
                  </a:extLst>
                </a:gridCol>
                <a:gridCol w="389467">
                  <a:extLst>
                    <a:ext uri="{9D8B030D-6E8A-4147-A177-3AD203B41FA5}">
                      <a16:colId xmlns:a16="http://schemas.microsoft.com/office/drawing/2014/main" val="2617665758"/>
                    </a:ext>
                  </a:extLst>
                </a:gridCol>
                <a:gridCol w="389467">
                  <a:extLst>
                    <a:ext uri="{9D8B030D-6E8A-4147-A177-3AD203B41FA5}">
                      <a16:colId xmlns:a16="http://schemas.microsoft.com/office/drawing/2014/main" val="1792873282"/>
                    </a:ext>
                  </a:extLst>
                </a:gridCol>
                <a:gridCol w="389467">
                  <a:extLst>
                    <a:ext uri="{9D8B030D-6E8A-4147-A177-3AD203B41FA5}">
                      <a16:colId xmlns:a16="http://schemas.microsoft.com/office/drawing/2014/main" val="1269016282"/>
                    </a:ext>
                  </a:extLst>
                </a:gridCol>
                <a:gridCol w="389467">
                  <a:extLst>
                    <a:ext uri="{9D8B030D-6E8A-4147-A177-3AD203B41FA5}">
                      <a16:colId xmlns:a16="http://schemas.microsoft.com/office/drawing/2014/main" val="799006617"/>
                    </a:ext>
                  </a:extLst>
                </a:gridCol>
                <a:gridCol w="389467">
                  <a:extLst>
                    <a:ext uri="{9D8B030D-6E8A-4147-A177-3AD203B41FA5}">
                      <a16:colId xmlns:a16="http://schemas.microsoft.com/office/drawing/2014/main" val="3799048275"/>
                    </a:ext>
                  </a:extLst>
                </a:gridCol>
                <a:gridCol w="389467">
                  <a:extLst>
                    <a:ext uri="{9D8B030D-6E8A-4147-A177-3AD203B41FA5}">
                      <a16:colId xmlns:a16="http://schemas.microsoft.com/office/drawing/2014/main" val="734383500"/>
                    </a:ext>
                  </a:extLst>
                </a:gridCol>
                <a:gridCol w="389467">
                  <a:extLst>
                    <a:ext uri="{9D8B030D-6E8A-4147-A177-3AD203B41FA5}">
                      <a16:colId xmlns:a16="http://schemas.microsoft.com/office/drawing/2014/main" val="2109880785"/>
                    </a:ext>
                  </a:extLst>
                </a:gridCol>
                <a:gridCol w="389467">
                  <a:extLst>
                    <a:ext uri="{9D8B030D-6E8A-4147-A177-3AD203B41FA5}">
                      <a16:colId xmlns:a16="http://schemas.microsoft.com/office/drawing/2014/main" val="553393760"/>
                    </a:ext>
                  </a:extLst>
                </a:gridCol>
                <a:gridCol w="389467">
                  <a:extLst>
                    <a:ext uri="{9D8B030D-6E8A-4147-A177-3AD203B41FA5}">
                      <a16:colId xmlns:a16="http://schemas.microsoft.com/office/drawing/2014/main" val="4235847463"/>
                    </a:ext>
                  </a:extLst>
                </a:gridCol>
                <a:gridCol w="389467">
                  <a:extLst>
                    <a:ext uri="{9D8B030D-6E8A-4147-A177-3AD203B41FA5}">
                      <a16:colId xmlns:a16="http://schemas.microsoft.com/office/drawing/2014/main" val="477955026"/>
                    </a:ext>
                  </a:extLst>
                </a:gridCol>
                <a:gridCol w="389467">
                  <a:extLst>
                    <a:ext uri="{9D8B030D-6E8A-4147-A177-3AD203B41FA5}">
                      <a16:colId xmlns:a16="http://schemas.microsoft.com/office/drawing/2014/main" val="2597654460"/>
                    </a:ext>
                  </a:extLst>
                </a:gridCol>
                <a:gridCol w="389467">
                  <a:extLst>
                    <a:ext uri="{9D8B030D-6E8A-4147-A177-3AD203B41FA5}">
                      <a16:colId xmlns:a16="http://schemas.microsoft.com/office/drawing/2014/main" val="2798179083"/>
                    </a:ext>
                  </a:extLst>
                </a:gridCol>
                <a:gridCol w="389467">
                  <a:extLst>
                    <a:ext uri="{9D8B030D-6E8A-4147-A177-3AD203B41FA5}">
                      <a16:colId xmlns:a16="http://schemas.microsoft.com/office/drawing/2014/main" val="925302982"/>
                    </a:ext>
                  </a:extLst>
                </a:gridCol>
                <a:gridCol w="389467">
                  <a:extLst>
                    <a:ext uri="{9D8B030D-6E8A-4147-A177-3AD203B41FA5}">
                      <a16:colId xmlns:a16="http://schemas.microsoft.com/office/drawing/2014/main" val="647170122"/>
                    </a:ext>
                  </a:extLst>
                </a:gridCol>
                <a:gridCol w="389467">
                  <a:extLst>
                    <a:ext uri="{9D8B030D-6E8A-4147-A177-3AD203B41FA5}">
                      <a16:colId xmlns:a16="http://schemas.microsoft.com/office/drawing/2014/main" val="1082463991"/>
                    </a:ext>
                  </a:extLst>
                </a:gridCol>
                <a:gridCol w="389467">
                  <a:extLst>
                    <a:ext uri="{9D8B030D-6E8A-4147-A177-3AD203B41FA5}">
                      <a16:colId xmlns:a16="http://schemas.microsoft.com/office/drawing/2014/main" val="591357899"/>
                    </a:ext>
                  </a:extLst>
                </a:gridCol>
                <a:gridCol w="389467">
                  <a:extLst>
                    <a:ext uri="{9D8B030D-6E8A-4147-A177-3AD203B41FA5}">
                      <a16:colId xmlns:a16="http://schemas.microsoft.com/office/drawing/2014/main" val="2300219158"/>
                    </a:ext>
                  </a:extLst>
                </a:gridCol>
                <a:gridCol w="389467">
                  <a:extLst>
                    <a:ext uri="{9D8B030D-6E8A-4147-A177-3AD203B41FA5}">
                      <a16:colId xmlns:a16="http://schemas.microsoft.com/office/drawing/2014/main" val="1171215033"/>
                    </a:ext>
                  </a:extLst>
                </a:gridCol>
                <a:gridCol w="389467">
                  <a:extLst>
                    <a:ext uri="{9D8B030D-6E8A-4147-A177-3AD203B41FA5}">
                      <a16:colId xmlns:a16="http://schemas.microsoft.com/office/drawing/2014/main" val="3683593146"/>
                    </a:ext>
                  </a:extLst>
                </a:gridCol>
                <a:gridCol w="389467">
                  <a:extLst>
                    <a:ext uri="{9D8B030D-6E8A-4147-A177-3AD203B41FA5}">
                      <a16:colId xmlns:a16="http://schemas.microsoft.com/office/drawing/2014/main" val="686731129"/>
                    </a:ext>
                  </a:extLst>
                </a:gridCol>
                <a:gridCol w="389467">
                  <a:extLst>
                    <a:ext uri="{9D8B030D-6E8A-4147-A177-3AD203B41FA5}">
                      <a16:colId xmlns:a16="http://schemas.microsoft.com/office/drawing/2014/main" val="966663950"/>
                    </a:ext>
                  </a:extLst>
                </a:gridCol>
              </a:tblGrid>
              <a:tr h="370840">
                <a:tc>
                  <a:txBody>
                    <a:bodyPr/>
                    <a:lstStyle/>
                    <a:p>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solidFill>
                      <a:schemeClr val="accent1"/>
                    </a:solidFill>
                  </a:tcPr>
                </a:tc>
                <a:tc>
                  <a:txBody>
                    <a:bodyPr/>
                    <a:lstStyle/>
                    <a:p>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h</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err="1" smtClean="0">
                          <a:latin typeface="Times New Roman" panose="02020603050405020304" pitchFamily="18" charset="0"/>
                          <a:cs typeface="Times New Roman" panose="02020603050405020304" pitchFamily="18" charset="0"/>
                        </a:rPr>
                        <a:t>i</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s</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err="1" smtClean="0">
                          <a:latin typeface="Times New Roman" panose="02020603050405020304" pitchFamily="18" charset="0"/>
                          <a:cs typeface="Times New Roman" panose="02020603050405020304" pitchFamily="18" charset="0"/>
                        </a:rPr>
                        <a:t>i</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s</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n</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m</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p</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p</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42878552"/>
                  </a:ext>
                </a:extLst>
              </a:tr>
              <a:tr h="370840">
                <a:tc>
                  <a:txBody>
                    <a:bodyPr/>
                    <a:lstStyle/>
                    <a:p>
                      <a:r>
                        <a:rPr lang="en-US" altLang="zh-TW" dirty="0" smtClean="0">
                          <a:latin typeface="Times New Roman" panose="02020603050405020304" pitchFamily="18" charset="0"/>
                          <a:cs typeface="Times New Roman" panose="02020603050405020304" pitchFamily="18" charset="0"/>
                        </a:rPr>
                        <a:t>P</a:t>
                      </a:r>
                      <a:endParaRPr lang="zh-TW" altLang="en-US" dirty="0">
                        <a:latin typeface="Times New Roman" panose="02020603050405020304" pitchFamily="18" charset="0"/>
                        <a:cs typeface="Times New Roman" panose="02020603050405020304" pitchFamily="18" charset="0"/>
                      </a:endParaRPr>
                    </a:p>
                  </a:txBody>
                  <a:tcPr>
                    <a:solidFill>
                      <a:schemeClr val="accent1"/>
                    </a:solidFill>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p</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l</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65113957"/>
                  </a:ext>
                </a:extLst>
              </a:tr>
            </a:tbl>
          </a:graphicData>
        </a:graphic>
      </p:graphicFrame>
      <p:sp>
        <p:nvSpPr>
          <p:cNvPr id="4" name="投影片編號版面配置區 3"/>
          <p:cNvSpPr>
            <a:spLocks noGrp="1"/>
          </p:cNvSpPr>
          <p:nvPr>
            <p:ph type="sldNum" sz="quarter" idx="12"/>
          </p:nvPr>
        </p:nvSpPr>
        <p:spPr/>
        <p:txBody>
          <a:bodyPr/>
          <a:lstStyle/>
          <a:p>
            <a:fld id="{FFC34EEA-53D1-4661-9D8A-77EED7BBB355}" type="slidenum">
              <a:rPr lang="zh-TW" altLang="en-US" smtClean="0"/>
              <a:t>9</a:t>
            </a:fld>
            <a:endParaRPr lang="zh-TW" altLang="en-US"/>
          </a:p>
        </p:txBody>
      </p:sp>
    </p:spTree>
    <p:extLst>
      <p:ext uri="{BB962C8B-B14F-4D97-AF65-F5344CB8AC3E}">
        <p14:creationId xmlns:p14="http://schemas.microsoft.com/office/powerpoint/2010/main" val="1660805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標楷體" panose="03000509000000000000" pitchFamily="65" charset="-120"/>
                <a:ea typeface="標楷體" panose="03000509000000000000" pitchFamily="65" charset="-120"/>
              </a:rPr>
              <a:t>移動距離</a:t>
            </a:r>
            <a:endParaRPr lang="zh-TW" altLang="en-US" dirty="0">
              <a:latin typeface="標楷體" panose="03000509000000000000" pitchFamily="65" charset="-120"/>
              <a:ea typeface="標楷體" panose="03000509000000000000" pitchFamily="65" charset="-120"/>
            </a:endParaRPr>
          </a:p>
        </p:txBody>
      </p:sp>
      <p:pic>
        <p:nvPicPr>
          <p:cNvPr id="5" name="內容版面配置區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819955"/>
            <a:ext cx="9787860" cy="4354342"/>
          </a:xfrm>
        </p:spPr>
      </p:pic>
      <p:sp>
        <p:nvSpPr>
          <p:cNvPr id="4" name="投影片編號版面配置區 3"/>
          <p:cNvSpPr>
            <a:spLocks noGrp="1"/>
          </p:cNvSpPr>
          <p:nvPr>
            <p:ph type="sldNum" sz="quarter" idx="12"/>
          </p:nvPr>
        </p:nvSpPr>
        <p:spPr/>
        <p:txBody>
          <a:bodyPr/>
          <a:lstStyle/>
          <a:p>
            <a:fld id="{FFC34EEA-53D1-4661-9D8A-77EED7BBB355}" type="slidenum">
              <a:rPr lang="zh-TW" altLang="en-US" smtClean="0"/>
              <a:t>10</a:t>
            </a:fld>
            <a:endParaRPr lang="zh-TW" altLang="en-US"/>
          </a:p>
        </p:txBody>
      </p:sp>
    </p:spTree>
    <p:extLst>
      <p:ext uri="{BB962C8B-B14F-4D97-AF65-F5344CB8AC3E}">
        <p14:creationId xmlns:p14="http://schemas.microsoft.com/office/powerpoint/2010/main" val="1130045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Bad character</a:t>
            </a:r>
            <a:endParaRPr lang="zh-TW" altLang="en-US" dirty="0"/>
          </a:p>
        </p:txBody>
      </p:sp>
      <p:sp>
        <p:nvSpPr>
          <p:cNvPr id="4" name="投影片編號版面配置區 3"/>
          <p:cNvSpPr>
            <a:spLocks noGrp="1"/>
          </p:cNvSpPr>
          <p:nvPr>
            <p:ph type="sldNum" sz="quarter" idx="12"/>
          </p:nvPr>
        </p:nvSpPr>
        <p:spPr/>
        <p:txBody>
          <a:bodyPr/>
          <a:lstStyle/>
          <a:p>
            <a:fld id="{FFC34EEA-53D1-4661-9D8A-77EED7BBB355}" type="slidenum">
              <a:rPr lang="zh-TW" altLang="en-US" smtClean="0"/>
              <a:t>11</a:t>
            </a:fld>
            <a:endParaRPr lang="zh-TW" altLang="en-US"/>
          </a:p>
        </p:txBody>
      </p:sp>
      <p:graphicFrame>
        <p:nvGraphicFramePr>
          <p:cNvPr id="7" name="內容版面配置區 6"/>
          <p:cNvGraphicFramePr>
            <a:graphicFrameLocks noGrp="1"/>
          </p:cNvGraphicFramePr>
          <p:nvPr>
            <p:ph idx="1"/>
            <p:extLst>
              <p:ext uri="{D42A27DB-BD31-4B8C-83A1-F6EECF244321}">
                <p14:modId xmlns:p14="http://schemas.microsoft.com/office/powerpoint/2010/main" val="552218329"/>
              </p:ext>
            </p:extLst>
          </p:nvPr>
        </p:nvGraphicFramePr>
        <p:xfrm>
          <a:off x="838200" y="1825625"/>
          <a:ext cx="10515603" cy="741680"/>
        </p:xfrm>
        <a:graphic>
          <a:graphicData uri="http://schemas.openxmlformats.org/drawingml/2006/table">
            <a:tbl>
              <a:tblPr firstRow="1" bandRow="1">
                <a:tableStyleId>{5940675A-B579-460E-94D1-54222C63F5DA}</a:tableStyleId>
              </a:tblPr>
              <a:tblGrid>
                <a:gridCol w="1502229">
                  <a:extLst>
                    <a:ext uri="{9D8B030D-6E8A-4147-A177-3AD203B41FA5}">
                      <a16:colId xmlns:a16="http://schemas.microsoft.com/office/drawing/2014/main" val="1970731373"/>
                    </a:ext>
                  </a:extLst>
                </a:gridCol>
                <a:gridCol w="1502229">
                  <a:extLst>
                    <a:ext uri="{9D8B030D-6E8A-4147-A177-3AD203B41FA5}">
                      <a16:colId xmlns:a16="http://schemas.microsoft.com/office/drawing/2014/main" val="2697760270"/>
                    </a:ext>
                  </a:extLst>
                </a:gridCol>
                <a:gridCol w="1502229">
                  <a:extLst>
                    <a:ext uri="{9D8B030D-6E8A-4147-A177-3AD203B41FA5}">
                      <a16:colId xmlns:a16="http://schemas.microsoft.com/office/drawing/2014/main" val="3394754627"/>
                    </a:ext>
                  </a:extLst>
                </a:gridCol>
                <a:gridCol w="1502229">
                  <a:extLst>
                    <a:ext uri="{9D8B030D-6E8A-4147-A177-3AD203B41FA5}">
                      <a16:colId xmlns:a16="http://schemas.microsoft.com/office/drawing/2014/main" val="701813674"/>
                    </a:ext>
                  </a:extLst>
                </a:gridCol>
                <a:gridCol w="1502229">
                  <a:extLst>
                    <a:ext uri="{9D8B030D-6E8A-4147-A177-3AD203B41FA5}">
                      <a16:colId xmlns:a16="http://schemas.microsoft.com/office/drawing/2014/main" val="2584510892"/>
                    </a:ext>
                  </a:extLst>
                </a:gridCol>
                <a:gridCol w="1502229">
                  <a:extLst>
                    <a:ext uri="{9D8B030D-6E8A-4147-A177-3AD203B41FA5}">
                      <a16:colId xmlns:a16="http://schemas.microsoft.com/office/drawing/2014/main" val="2291948948"/>
                    </a:ext>
                  </a:extLst>
                </a:gridCol>
                <a:gridCol w="1502229">
                  <a:extLst>
                    <a:ext uri="{9D8B030D-6E8A-4147-A177-3AD203B41FA5}">
                      <a16:colId xmlns:a16="http://schemas.microsoft.com/office/drawing/2014/main" val="646646135"/>
                    </a:ext>
                  </a:extLst>
                </a:gridCol>
              </a:tblGrid>
              <a:tr h="370840">
                <a:tc>
                  <a:txBody>
                    <a:bodyPr/>
                    <a:lstStyle/>
                    <a:p>
                      <a:r>
                        <a:rPr lang="en-US" altLang="zh-TW" dirty="0" smtClean="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41509691"/>
                  </a:ext>
                </a:extLst>
              </a:tr>
              <a:tr h="370840">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i="1" dirty="0" smtClean="0">
                          <a:latin typeface="Times New Roman" panose="02020603050405020304" pitchFamily="18" charset="0"/>
                          <a:cs typeface="Times New Roman" panose="02020603050405020304" pitchFamily="18" charset="0"/>
                        </a:rPr>
                        <a:t>l</a:t>
                      </a:r>
                      <a:endParaRPr lang="zh-TW" altLang="en-US" i="1"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p</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i="1" dirty="0" smtClean="0">
                          <a:latin typeface="Times New Roman" panose="02020603050405020304" pitchFamily="18" charset="0"/>
                          <a:cs typeface="Times New Roman" panose="02020603050405020304" pitchFamily="18" charset="0"/>
                        </a:rPr>
                        <a:t>l</a:t>
                      </a:r>
                      <a:endParaRPr lang="zh-TW" altLang="en-US" i="1"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24133778"/>
                  </a:ext>
                </a:extLst>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val="1709715086"/>
              </p:ext>
            </p:extLst>
          </p:nvPr>
        </p:nvGraphicFramePr>
        <p:xfrm>
          <a:off x="838200" y="3597090"/>
          <a:ext cx="8128000" cy="741680"/>
        </p:xfrm>
        <a:graphic>
          <a:graphicData uri="http://schemas.openxmlformats.org/drawingml/2006/table">
            <a:tbl>
              <a:tblPr firstRow="1" bandRow="1">
                <a:tableStyleId>{5940675A-B579-460E-94D1-54222C63F5DA}</a:tableStyleId>
              </a:tblPr>
              <a:tblGrid>
                <a:gridCol w="1625600">
                  <a:extLst>
                    <a:ext uri="{9D8B030D-6E8A-4147-A177-3AD203B41FA5}">
                      <a16:colId xmlns:a16="http://schemas.microsoft.com/office/drawing/2014/main" val="34292618"/>
                    </a:ext>
                  </a:extLst>
                </a:gridCol>
                <a:gridCol w="1625600">
                  <a:extLst>
                    <a:ext uri="{9D8B030D-6E8A-4147-A177-3AD203B41FA5}">
                      <a16:colId xmlns:a16="http://schemas.microsoft.com/office/drawing/2014/main" val="673621979"/>
                    </a:ext>
                  </a:extLst>
                </a:gridCol>
                <a:gridCol w="1625600">
                  <a:extLst>
                    <a:ext uri="{9D8B030D-6E8A-4147-A177-3AD203B41FA5}">
                      <a16:colId xmlns:a16="http://schemas.microsoft.com/office/drawing/2014/main" val="1158113166"/>
                    </a:ext>
                  </a:extLst>
                </a:gridCol>
                <a:gridCol w="1625600">
                  <a:extLst>
                    <a:ext uri="{9D8B030D-6E8A-4147-A177-3AD203B41FA5}">
                      <a16:colId xmlns:a16="http://schemas.microsoft.com/office/drawing/2014/main" val="2140622737"/>
                    </a:ext>
                  </a:extLst>
                </a:gridCol>
                <a:gridCol w="1625600">
                  <a:extLst>
                    <a:ext uri="{9D8B030D-6E8A-4147-A177-3AD203B41FA5}">
                      <a16:colId xmlns:a16="http://schemas.microsoft.com/office/drawing/2014/main" val="2170919021"/>
                    </a:ext>
                  </a:extLst>
                </a:gridCol>
              </a:tblGrid>
              <a:tr h="370840">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i="1" dirty="0" smtClean="0">
                          <a:latin typeface="Times New Roman" panose="02020603050405020304" pitchFamily="18" charset="0"/>
                          <a:cs typeface="Times New Roman" panose="02020603050405020304" pitchFamily="18" charset="0"/>
                        </a:rPr>
                        <a:t>l</a:t>
                      </a:r>
                      <a:endParaRPr lang="zh-TW" altLang="en-US" i="1"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p</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11959381"/>
                  </a:ext>
                </a:extLst>
              </a:tr>
              <a:tr h="370840">
                <a:tc>
                  <a:txBody>
                    <a:bodyPr/>
                    <a:lstStyle/>
                    <a:p>
                      <a:r>
                        <a:rPr lang="en-US" altLang="zh-TW" dirty="0" smtClean="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48394729"/>
                  </a:ext>
                </a:extLst>
              </a:tr>
            </a:tbl>
          </a:graphicData>
        </a:graphic>
      </p:graphicFrame>
      <p:sp>
        <p:nvSpPr>
          <p:cNvPr id="9" name="文字方塊 8"/>
          <p:cNvSpPr txBox="1"/>
          <p:nvPr/>
        </p:nvSpPr>
        <p:spPr>
          <a:xfrm>
            <a:off x="662729" y="3206763"/>
            <a:ext cx="3397542" cy="369332"/>
          </a:xfrm>
          <a:prstGeom prst="rect">
            <a:avLst/>
          </a:prstGeom>
          <a:noFill/>
        </p:spPr>
        <p:txBody>
          <a:bodyPr wrap="square" rtlCol="0">
            <a:spAutoFit/>
          </a:bodyPr>
          <a:lstStyle/>
          <a:p>
            <a:r>
              <a:rPr lang="en-US" altLang="zh-TW" dirty="0" smtClean="0"/>
              <a:t> </a:t>
            </a:r>
            <a:r>
              <a:rPr lang="en-US" altLang="zh-TW" dirty="0" err="1" smtClean="0">
                <a:latin typeface="Times New Roman" panose="02020603050405020304" pitchFamily="18" charset="0"/>
                <a:cs typeface="Times New Roman" panose="02020603050405020304" pitchFamily="18" charset="0"/>
              </a:rPr>
              <a:t>bmbc</a:t>
            </a:r>
            <a:r>
              <a:rPr lang="en-US" altLang="zh-TW" dirty="0" smtClean="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64866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suffix</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13701" y="1847850"/>
            <a:ext cx="10515600" cy="4351338"/>
          </a:xfrm>
        </p:spPr>
        <p:txBody>
          <a:bodyPr>
            <a:normAutofit lnSpcReduction="10000"/>
          </a:bodyPr>
          <a:lstStyle/>
          <a:p>
            <a:pPr marL="0" indent="0">
              <a:buNone/>
            </a:pPr>
            <a:r>
              <a:rPr lang="pt-BR" altLang="zh-TW" dirty="0" smtClean="0">
                <a:latin typeface="Times New Roman" panose="02020603050405020304" pitchFamily="18" charset="0"/>
                <a:cs typeface="Times New Roman" panose="02020603050405020304" pitchFamily="18" charset="0"/>
              </a:rPr>
              <a:t>P </a:t>
            </a:r>
            <a:r>
              <a:rPr lang="pt-BR" altLang="zh-TW" dirty="0">
                <a:latin typeface="Times New Roman" panose="02020603050405020304" pitchFamily="18" charset="0"/>
                <a:cs typeface="Times New Roman" panose="02020603050405020304" pitchFamily="18" charset="0"/>
              </a:rPr>
              <a:t>= eleaple</a:t>
            </a:r>
          </a:p>
          <a:p>
            <a:pPr marL="0" indent="0">
              <a:buNone/>
            </a:pPr>
            <a:endParaRPr lang="en-US" altLang="zh-TW" dirty="0" smtClean="0">
              <a:latin typeface="Times New Roman" panose="02020603050405020304" pitchFamily="18" charset="0"/>
              <a:cs typeface="Times New Roman" panose="02020603050405020304" pitchFamily="18" charset="0"/>
            </a:endParaRPr>
          </a:p>
          <a:p>
            <a:pPr marL="0" indent="0">
              <a:buNone/>
            </a:pPr>
            <a:r>
              <a:rPr lang="en-US" altLang="zh-TW" dirty="0" err="1" smtClean="0">
                <a:latin typeface="Times New Roman" panose="02020603050405020304" pitchFamily="18" charset="0"/>
                <a:cs typeface="Times New Roman" panose="02020603050405020304" pitchFamily="18" charset="0"/>
              </a:rPr>
              <a:t>Suff</a:t>
            </a:r>
            <a:r>
              <a:rPr lang="en-US" altLang="zh-TW" dirty="0" smtClean="0">
                <a:latin typeface="Times New Roman" panose="02020603050405020304" pitchFamily="18" charset="0"/>
                <a:cs typeface="Times New Roman" panose="02020603050405020304" pitchFamily="18" charset="0"/>
              </a:rPr>
              <a:t>[6] = </a:t>
            </a:r>
            <a:r>
              <a:rPr lang="en-US" altLang="zh-TW" dirty="0" err="1" smtClean="0">
                <a:latin typeface="Times New Roman" panose="02020603050405020304" pitchFamily="18" charset="0"/>
                <a:cs typeface="Times New Roman" panose="02020603050405020304" pitchFamily="18" charset="0"/>
              </a:rPr>
              <a:t>strlen</a:t>
            </a:r>
            <a:r>
              <a:rPr lang="en-US" altLang="zh-TW" dirty="0" smtClean="0">
                <a:latin typeface="Times New Roman" panose="02020603050405020304" pitchFamily="18" charset="0"/>
                <a:cs typeface="Times New Roman" panose="02020603050405020304" pitchFamily="18" charset="0"/>
              </a:rPr>
              <a:t> = 7</a:t>
            </a:r>
          </a:p>
          <a:p>
            <a:pPr marL="0" indent="0">
              <a:buNone/>
            </a:pPr>
            <a:r>
              <a:rPr lang="en-US" altLang="zh-TW" dirty="0" err="1" smtClean="0">
                <a:latin typeface="Times New Roman" panose="02020603050405020304" pitchFamily="18" charset="0"/>
                <a:cs typeface="Times New Roman" panose="02020603050405020304" pitchFamily="18" charset="0"/>
              </a:rPr>
              <a:t>Suff</a:t>
            </a:r>
            <a:r>
              <a:rPr lang="en-US" altLang="zh-TW" dirty="0" smtClean="0">
                <a:latin typeface="Times New Roman" panose="02020603050405020304" pitchFamily="18" charset="0"/>
                <a:cs typeface="Times New Roman" panose="02020603050405020304" pitchFamily="18" charset="0"/>
              </a:rPr>
              <a:t>[5] = 0</a:t>
            </a:r>
          </a:p>
          <a:p>
            <a:pPr marL="0" indent="0">
              <a:buNone/>
            </a:pPr>
            <a:r>
              <a:rPr lang="en-US" altLang="zh-TW" dirty="0" err="1" smtClean="0">
                <a:latin typeface="Times New Roman" panose="02020603050405020304" pitchFamily="18" charset="0"/>
                <a:cs typeface="Times New Roman" panose="02020603050405020304" pitchFamily="18" charset="0"/>
              </a:rPr>
              <a:t>Suff</a:t>
            </a:r>
            <a:r>
              <a:rPr lang="en-US" altLang="zh-TW" dirty="0" smtClean="0">
                <a:latin typeface="Times New Roman" panose="02020603050405020304" pitchFamily="18" charset="0"/>
                <a:cs typeface="Times New Roman" panose="02020603050405020304" pitchFamily="18" charset="0"/>
              </a:rPr>
              <a:t>[4] = 0</a:t>
            </a:r>
          </a:p>
          <a:p>
            <a:pPr marL="0" indent="0">
              <a:buNone/>
            </a:pPr>
            <a:r>
              <a:rPr lang="en-US" altLang="zh-TW" dirty="0" err="1" smtClean="0">
                <a:latin typeface="Times New Roman" panose="02020603050405020304" pitchFamily="18" charset="0"/>
                <a:cs typeface="Times New Roman" panose="02020603050405020304" pitchFamily="18" charset="0"/>
              </a:rPr>
              <a:t>Suff</a:t>
            </a:r>
            <a:r>
              <a:rPr lang="en-US" altLang="zh-TW" dirty="0" smtClean="0">
                <a:latin typeface="Times New Roman" panose="02020603050405020304" pitchFamily="18" charset="0"/>
                <a:cs typeface="Times New Roman" panose="02020603050405020304" pitchFamily="18" charset="0"/>
              </a:rPr>
              <a:t>[3] = 0</a:t>
            </a:r>
          </a:p>
          <a:p>
            <a:pPr marL="0" indent="0">
              <a:buNone/>
            </a:pPr>
            <a:r>
              <a:rPr lang="en-US" altLang="zh-TW" dirty="0" err="1" smtClean="0">
                <a:latin typeface="Times New Roman" panose="02020603050405020304" pitchFamily="18" charset="0"/>
                <a:cs typeface="Times New Roman" panose="02020603050405020304" pitchFamily="18" charset="0"/>
              </a:rPr>
              <a:t>Suff</a:t>
            </a:r>
            <a:r>
              <a:rPr lang="en-US" altLang="zh-TW" dirty="0" smtClean="0">
                <a:latin typeface="Times New Roman" panose="02020603050405020304" pitchFamily="18" charset="0"/>
                <a:cs typeface="Times New Roman" panose="02020603050405020304" pitchFamily="18" charset="0"/>
              </a:rPr>
              <a:t>[2] = 2</a:t>
            </a:r>
          </a:p>
          <a:p>
            <a:pPr marL="0" indent="0">
              <a:buNone/>
            </a:pPr>
            <a:r>
              <a:rPr lang="en-US" altLang="zh-TW" dirty="0" err="1" smtClean="0">
                <a:latin typeface="Times New Roman" panose="02020603050405020304" pitchFamily="18" charset="0"/>
                <a:cs typeface="Times New Roman" panose="02020603050405020304" pitchFamily="18" charset="0"/>
              </a:rPr>
              <a:t>Suff</a:t>
            </a:r>
            <a:r>
              <a:rPr lang="en-US" altLang="zh-TW" dirty="0" smtClean="0">
                <a:latin typeface="Times New Roman" panose="02020603050405020304" pitchFamily="18" charset="0"/>
                <a:cs typeface="Times New Roman" panose="02020603050405020304" pitchFamily="18" charset="0"/>
              </a:rPr>
              <a:t>[1] = 0</a:t>
            </a:r>
          </a:p>
          <a:p>
            <a:pPr marL="0" indent="0">
              <a:buNone/>
            </a:pPr>
            <a:r>
              <a:rPr lang="en-US" altLang="zh-TW" dirty="0" err="1" smtClean="0">
                <a:latin typeface="Times New Roman" panose="02020603050405020304" pitchFamily="18" charset="0"/>
                <a:cs typeface="Times New Roman" panose="02020603050405020304" pitchFamily="18" charset="0"/>
              </a:rPr>
              <a:t>Suff</a:t>
            </a:r>
            <a:r>
              <a:rPr lang="en-US" altLang="zh-TW" dirty="0" smtClean="0">
                <a:latin typeface="Times New Roman" panose="02020603050405020304" pitchFamily="18" charset="0"/>
                <a:cs typeface="Times New Roman" panose="02020603050405020304" pitchFamily="18" charset="0"/>
              </a:rPr>
              <a:t>[0] = 1</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FFC34EEA-53D1-4661-9D8A-77EED7BBB355}" type="slidenum">
              <a:rPr lang="zh-TW" altLang="en-US" smtClean="0"/>
              <a:t>12</a:t>
            </a:fld>
            <a:endParaRPr lang="zh-TW" altLang="en-US"/>
          </a:p>
        </p:txBody>
      </p:sp>
    </p:spTree>
    <p:extLst>
      <p:ext uri="{BB962C8B-B14F-4D97-AF65-F5344CB8AC3E}">
        <p14:creationId xmlns:p14="http://schemas.microsoft.com/office/powerpoint/2010/main" val="407653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Good suffix</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199" y="1690687"/>
            <a:ext cx="6132165" cy="1790743"/>
          </a:xfrm>
        </p:spPr>
      </p:pic>
      <p:sp>
        <p:nvSpPr>
          <p:cNvPr id="4" name="投影片編號版面配置區 3"/>
          <p:cNvSpPr>
            <a:spLocks noGrp="1"/>
          </p:cNvSpPr>
          <p:nvPr>
            <p:ph type="sldNum" sz="quarter" idx="12"/>
          </p:nvPr>
        </p:nvSpPr>
        <p:spPr/>
        <p:txBody>
          <a:bodyPr/>
          <a:lstStyle/>
          <a:p>
            <a:fld id="{FFC34EEA-53D1-4661-9D8A-77EED7BBB355}" type="slidenum">
              <a:rPr lang="zh-TW" altLang="en-US" smtClean="0"/>
              <a:t>13</a:t>
            </a:fld>
            <a:endParaRPr lang="zh-TW" altLang="en-US"/>
          </a:p>
        </p:txBody>
      </p:sp>
      <p:pic>
        <p:nvPicPr>
          <p:cNvPr id="6" name="圖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197" y="3481429"/>
            <a:ext cx="6464655" cy="1627465"/>
          </a:xfrm>
          <a:prstGeom prst="rect">
            <a:avLst/>
          </a:prstGeom>
        </p:spPr>
      </p:pic>
      <p:pic>
        <p:nvPicPr>
          <p:cNvPr id="7" name="圖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197" y="5356063"/>
            <a:ext cx="5065020" cy="1182849"/>
          </a:xfrm>
          <a:prstGeom prst="rect">
            <a:avLst/>
          </a:prstGeom>
        </p:spPr>
      </p:pic>
      <p:sp>
        <p:nvSpPr>
          <p:cNvPr id="8" name="文字方塊 7"/>
          <p:cNvSpPr txBox="1"/>
          <p:nvPr/>
        </p:nvSpPr>
        <p:spPr>
          <a:xfrm>
            <a:off x="7659149" y="2256639"/>
            <a:ext cx="4236440" cy="3970318"/>
          </a:xfrm>
          <a:prstGeom prst="rect">
            <a:avLst/>
          </a:prstGeom>
          <a:noFill/>
        </p:spPr>
        <p:txBody>
          <a:bodyPr wrap="square" rtlCol="0">
            <a:spAutoFit/>
          </a:bodyPr>
          <a:lstStyle/>
          <a:p>
            <a:r>
              <a:rPr lang="en-US" altLang="zh-TW" dirty="0" smtClean="0"/>
              <a:t>Case 1</a:t>
            </a:r>
          </a:p>
          <a:p>
            <a:endParaRPr lang="en-US" altLang="zh-TW" dirty="0"/>
          </a:p>
          <a:p>
            <a:endParaRPr lang="en-US" altLang="zh-TW" dirty="0" smtClean="0"/>
          </a:p>
          <a:p>
            <a:endParaRPr lang="en-US" altLang="zh-TW" dirty="0"/>
          </a:p>
          <a:p>
            <a:endParaRPr lang="en-US" altLang="zh-TW" dirty="0" smtClean="0"/>
          </a:p>
          <a:p>
            <a:endParaRPr lang="en-US" altLang="zh-TW" dirty="0"/>
          </a:p>
          <a:p>
            <a:endParaRPr lang="en-US" altLang="zh-TW" dirty="0" smtClean="0"/>
          </a:p>
          <a:p>
            <a:r>
              <a:rPr lang="en-US" altLang="zh-TW" dirty="0" smtClean="0"/>
              <a:t>Case 2</a:t>
            </a:r>
          </a:p>
          <a:p>
            <a:endParaRPr lang="en-US" altLang="zh-TW" dirty="0"/>
          </a:p>
          <a:p>
            <a:endParaRPr lang="en-US" altLang="zh-TW" dirty="0" smtClean="0"/>
          </a:p>
          <a:p>
            <a:endParaRPr lang="en-US" altLang="zh-TW" dirty="0"/>
          </a:p>
          <a:p>
            <a:endParaRPr lang="en-US" altLang="zh-TW" dirty="0" smtClean="0"/>
          </a:p>
          <a:p>
            <a:endParaRPr lang="en-US" altLang="zh-TW" dirty="0"/>
          </a:p>
          <a:p>
            <a:r>
              <a:rPr lang="en-US" altLang="zh-TW" dirty="0" smtClean="0"/>
              <a:t>Case 3</a:t>
            </a:r>
            <a:endParaRPr lang="zh-TW" altLang="en-US" dirty="0"/>
          </a:p>
        </p:txBody>
      </p:sp>
    </p:spTree>
    <p:extLst>
      <p:ext uri="{BB962C8B-B14F-4D97-AF65-F5344CB8AC3E}">
        <p14:creationId xmlns:p14="http://schemas.microsoft.com/office/powerpoint/2010/main" val="4289056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latin typeface="Times New Roman" panose="02020603050405020304" pitchFamily="18" charset="0"/>
                <a:cs typeface="Times New Roman" panose="02020603050405020304" pitchFamily="18" charset="0"/>
              </a:rPr>
              <a:t>Bmgs</a:t>
            </a:r>
            <a:r>
              <a:rPr lang="en-US" altLang="zh-TW" dirty="0" smtClean="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197" y="1658124"/>
            <a:ext cx="5175516" cy="1511378"/>
          </a:xfrm>
        </p:spPr>
      </p:pic>
      <p:sp>
        <p:nvSpPr>
          <p:cNvPr id="3" name="內容版面配置區 2"/>
          <p:cNvSpPr>
            <a:spLocks noGrp="1"/>
          </p:cNvSpPr>
          <p:nvPr>
            <p:ph sz="half" idx="2"/>
          </p:nvPr>
        </p:nvSpPr>
        <p:spPr>
          <a:xfrm>
            <a:off x="6281257" y="2590097"/>
            <a:ext cx="6019800" cy="4351338"/>
          </a:xfrm>
        </p:spPr>
        <p:txBody>
          <a:bodyPr/>
          <a:lstStyle/>
          <a:p>
            <a:pPr marL="0" indent="0">
              <a:buNone/>
            </a:pPr>
            <a:r>
              <a:rPr lang="en-US" altLang="zh-TW" dirty="0" err="1" smtClean="0">
                <a:latin typeface="Times New Roman" panose="02020603050405020304" pitchFamily="18" charset="0"/>
                <a:cs typeface="Times New Roman" panose="02020603050405020304" pitchFamily="18" charset="0"/>
              </a:rPr>
              <a:t>Suff</a:t>
            </a:r>
            <a:r>
              <a:rPr lang="en-US" altLang="zh-TW" dirty="0" smtClean="0">
                <a:latin typeface="Times New Roman" panose="02020603050405020304" pitchFamily="18" charset="0"/>
                <a:cs typeface="Times New Roman" panose="02020603050405020304" pitchFamily="18" charset="0"/>
              </a:rPr>
              <a:t>[6</a:t>
            </a:r>
            <a:r>
              <a:rPr lang="en-US" altLang="zh-TW" dirty="0">
                <a:latin typeface="Times New Roman" panose="02020603050405020304" pitchFamily="18" charset="0"/>
                <a:cs typeface="Times New Roman" panose="02020603050405020304" pitchFamily="18" charset="0"/>
              </a:rPr>
              <a:t>] = 7     </a:t>
            </a:r>
            <a:r>
              <a:rPr lang="en-US" altLang="zh-TW" dirty="0" err="1">
                <a:latin typeface="Times New Roman" panose="02020603050405020304" pitchFamily="18" charset="0"/>
                <a:cs typeface="Times New Roman" panose="02020603050405020304" pitchFamily="18" charset="0"/>
              </a:rPr>
              <a:t>bmgs</a:t>
            </a:r>
            <a:r>
              <a:rPr lang="en-US" altLang="zh-TW" dirty="0">
                <a:latin typeface="Times New Roman" panose="02020603050405020304" pitchFamily="18" charset="0"/>
                <a:cs typeface="Times New Roman" panose="02020603050405020304" pitchFamily="18" charset="0"/>
              </a:rPr>
              <a:t>[5] = </a:t>
            </a:r>
            <a:r>
              <a:rPr lang="en-US" altLang="zh-TW" dirty="0" smtClean="0">
                <a:latin typeface="Times New Roman" panose="02020603050405020304" pitchFamily="18" charset="0"/>
                <a:cs typeface="Times New Roman" panose="02020603050405020304" pitchFamily="18" charset="0"/>
              </a:rPr>
              <a:t>6   </a:t>
            </a:r>
            <a:r>
              <a:rPr lang="en-US" altLang="zh-TW" dirty="0" err="1" smtClean="0">
                <a:latin typeface="Times New Roman" panose="02020603050405020304" pitchFamily="18" charset="0"/>
                <a:cs typeface="Times New Roman" panose="02020603050405020304" pitchFamily="18" charset="0"/>
              </a:rPr>
              <a:t>bmgs</a:t>
            </a:r>
            <a:r>
              <a:rPr lang="en-US" altLang="zh-TW" dirty="0" smtClean="0">
                <a:latin typeface="Times New Roman" panose="02020603050405020304" pitchFamily="18" charset="0"/>
                <a:cs typeface="Times New Roman" panose="02020603050405020304" pitchFamily="18" charset="0"/>
              </a:rPr>
              <a:t>[3] = 6</a:t>
            </a: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err="1">
                <a:latin typeface="Times New Roman" panose="02020603050405020304" pitchFamily="18" charset="0"/>
                <a:cs typeface="Times New Roman" panose="02020603050405020304" pitchFamily="18" charset="0"/>
              </a:rPr>
              <a:t>Suff</a:t>
            </a:r>
            <a:r>
              <a:rPr lang="en-US" altLang="zh-TW" dirty="0">
                <a:latin typeface="Times New Roman" panose="02020603050405020304" pitchFamily="18" charset="0"/>
                <a:cs typeface="Times New Roman" panose="02020603050405020304" pitchFamily="18" charset="0"/>
              </a:rPr>
              <a:t>[5] = 0     </a:t>
            </a:r>
            <a:r>
              <a:rPr lang="en-US" altLang="zh-TW" dirty="0" err="1">
                <a:latin typeface="Times New Roman" panose="02020603050405020304" pitchFamily="18" charset="0"/>
                <a:cs typeface="Times New Roman" panose="02020603050405020304" pitchFamily="18" charset="0"/>
              </a:rPr>
              <a:t>bmgs</a:t>
            </a:r>
            <a:r>
              <a:rPr lang="en-US" altLang="zh-TW" dirty="0">
                <a:latin typeface="Times New Roman" panose="02020603050405020304" pitchFamily="18" charset="0"/>
                <a:cs typeface="Times New Roman" panose="02020603050405020304" pitchFamily="18" charset="0"/>
              </a:rPr>
              <a:t>[6] = </a:t>
            </a:r>
            <a:r>
              <a:rPr lang="en-US" altLang="zh-TW" dirty="0" smtClean="0">
                <a:latin typeface="Times New Roman" panose="02020603050405020304" pitchFamily="18" charset="0"/>
                <a:cs typeface="Times New Roman" panose="02020603050405020304" pitchFamily="18" charset="0"/>
              </a:rPr>
              <a:t>5   </a:t>
            </a:r>
            <a:r>
              <a:rPr lang="en-US" altLang="zh-TW" dirty="0" err="1" smtClean="0">
                <a:latin typeface="Times New Roman" panose="02020603050405020304" pitchFamily="18" charset="0"/>
                <a:cs typeface="Times New Roman" panose="02020603050405020304" pitchFamily="18" charset="0"/>
              </a:rPr>
              <a:t>bmgs</a:t>
            </a:r>
            <a:r>
              <a:rPr lang="en-US" altLang="zh-TW" dirty="0" smtClean="0">
                <a:latin typeface="Times New Roman" panose="02020603050405020304" pitchFamily="18" charset="0"/>
                <a:cs typeface="Times New Roman" panose="02020603050405020304" pitchFamily="18" charset="0"/>
              </a:rPr>
              <a:t>[2] = 6</a:t>
            </a: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err="1">
                <a:latin typeface="Times New Roman" panose="02020603050405020304" pitchFamily="18" charset="0"/>
                <a:cs typeface="Times New Roman" panose="02020603050405020304" pitchFamily="18" charset="0"/>
              </a:rPr>
              <a:t>Suff</a:t>
            </a:r>
            <a:r>
              <a:rPr lang="en-US" altLang="zh-TW" dirty="0">
                <a:latin typeface="Times New Roman" panose="02020603050405020304" pitchFamily="18" charset="0"/>
                <a:cs typeface="Times New Roman" panose="02020603050405020304" pitchFamily="18" charset="0"/>
              </a:rPr>
              <a:t>[4] = 0     </a:t>
            </a:r>
            <a:r>
              <a:rPr lang="en-US" altLang="zh-TW" dirty="0" err="1">
                <a:latin typeface="Times New Roman" panose="02020603050405020304" pitchFamily="18" charset="0"/>
                <a:cs typeface="Times New Roman" panose="02020603050405020304" pitchFamily="18" charset="0"/>
              </a:rPr>
              <a:t>bmgs</a:t>
            </a:r>
            <a:r>
              <a:rPr lang="en-US" altLang="zh-TW" dirty="0">
                <a:latin typeface="Times New Roman" panose="02020603050405020304" pitchFamily="18" charset="0"/>
                <a:cs typeface="Times New Roman" panose="02020603050405020304" pitchFamily="18" charset="0"/>
              </a:rPr>
              <a:t>[4] = </a:t>
            </a:r>
            <a:r>
              <a:rPr lang="en-US" altLang="zh-TW" dirty="0" smtClean="0">
                <a:latin typeface="Times New Roman" panose="02020603050405020304" pitchFamily="18" charset="0"/>
                <a:cs typeface="Times New Roman" panose="02020603050405020304" pitchFamily="18" charset="0"/>
              </a:rPr>
              <a:t>4   </a:t>
            </a:r>
            <a:r>
              <a:rPr lang="en-US" altLang="zh-TW" dirty="0" err="1" smtClean="0">
                <a:latin typeface="Times New Roman" panose="02020603050405020304" pitchFamily="18" charset="0"/>
                <a:cs typeface="Times New Roman" panose="02020603050405020304" pitchFamily="18" charset="0"/>
              </a:rPr>
              <a:t>bmgs</a:t>
            </a:r>
            <a:r>
              <a:rPr lang="en-US" altLang="zh-TW" dirty="0" smtClean="0">
                <a:latin typeface="Times New Roman" panose="02020603050405020304" pitchFamily="18" charset="0"/>
                <a:cs typeface="Times New Roman" panose="02020603050405020304" pitchFamily="18" charset="0"/>
              </a:rPr>
              <a:t>[1] = 6</a:t>
            </a: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err="1">
                <a:latin typeface="Times New Roman" panose="02020603050405020304" pitchFamily="18" charset="0"/>
                <a:cs typeface="Times New Roman" panose="02020603050405020304" pitchFamily="18" charset="0"/>
              </a:rPr>
              <a:t>Suff</a:t>
            </a:r>
            <a:r>
              <a:rPr lang="en-US" altLang="zh-TW" dirty="0">
                <a:latin typeface="Times New Roman" panose="02020603050405020304" pitchFamily="18" charset="0"/>
                <a:cs typeface="Times New Roman" panose="02020603050405020304" pitchFamily="18" charset="0"/>
              </a:rPr>
              <a:t>[3] = 0     </a:t>
            </a:r>
            <a:r>
              <a:rPr lang="en-US" altLang="zh-TW" dirty="0" err="1">
                <a:latin typeface="Times New Roman" panose="02020603050405020304" pitchFamily="18" charset="0"/>
                <a:cs typeface="Times New Roman" panose="02020603050405020304" pitchFamily="18" charset="0"/>
              </a:rPr>
              <a:t>bmgs</a:t>
            </a:r>
            <a:r>
              <a:rPr lang="en-US" altLang="zh-TW" dirty="0">
                <a:latin typeface="Times New Roman" panose="02020603050405020304" pitchFamily="18" charset="0"/>
                <a:cs typeface="Times New Roman" panose="02020603050405020304" pitchFamily="18" charset="0"/>
              </a:rPr>
              <a:t>[6] = </a:t>
            </a:r>
            <a:r>
              <a:rPr lang="en-US" altLang="zh-TW" dirty="0" smtClean="0">
                <a:latin typeface="Times New Roman" panose="02020603050405020304" pitchFamily="18" charset="0"/>
                <a:cs typeface="Times New Roman" panose="02020603050405020304" pitchFamily="18" charset="0"/>
              </a:rPr>
              <a:t>3   </a:t>
            </a:r>
            <a:r>
              <a:rPr lang="en-US" altLang="zh-TW" dirty="0" err="1" smtClean="0">
                <a:latin typeface="Times New Roman" panose="02020603050405020304" pitchFamily="18" charset="0"/>
                <a:cs typeface="Times New Roman" panose="02020603050405020304" pitchFamily="18" charset="0"/>
              </a:rPr>
              <a:t>bmgs</a:t>
            </a:r>
            <a:r>
              <a:rPr lang="en-US" altLang="zh-TW" dirty="0" smtClean="0">
                <a:latin typeface="Times New Roman" panose="02020603050405020304" pitchFamily="18" charset="0"/>
                <a:cs typeface="Times New Roman" panose="02020603050405020304" pitchFamily="18" charset="0"/>
              </a:rPr>
              <a:t>[0] = 6</a:t>
            </a: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err="1">
                <a:latin typeface="Times New Roman" panose="02020603050405020304" pitchFamily="18" charset="0"/>
                <a:cs typeface="Times New Roman" panose="02020603050405020304" pitchFamily="18" charset="0"/>
              </a:rPr>
              <a:t>Suff</a:t>
            </a:r>
            <a:r>
              <a:rPr lang="en-US" altLang="zh-TW" dirty="0">
                <a:latin typeface="Times New Roman" panose="02020603050405020304" pitchFamily="18" charset="0"/>
                <a:cs typeface="Times New Roman" panose="02020603050405020304" pitchFamily="18" charset="0"/>
              </a:rPr>
              <a:t>[2] = 2     </a:t>
            </a:r>
            <a:r>
              <a:rPr lang="en-US" altLang="zh-TW" dirty="0" err="1">
                <a:latin typeface="Times New Roman" panose="02020603050405020304" pitchFamily="18" charset="0"/>
                <a:cs typeface="Times New Roman" panose="02020603050405020304" pitchFamily="18" charset="0"/>
              </a:rPr>
              <a:t>bmgs</a:t>
            </a:r>
            <a:r>
              <a:rPr lang="en-US" altLang="zh-TW" dirty="0">
                <a:latin typeface="Times New Roman" panose="02020603050405020304" pitchFamily="18" charset="0"/>
                <a:cs typeface="Times New Roman" panose="02020603050405020304" pitchFamily="18" charset="0"/>
              </a:rPr>
              <a:t>[6] = </a:t>
            </a:r>
            <a:r>
              <a:rPr lang="en-US" altLang="zh-TW" dirty="0" smtClean="0">
                <a:latin typeface="Times New Roman" panose="02020603050405020304" pitchFamily="18" charset="0"/>
                <a:cs typeface="Times New Roman" panose="02020603050405020304" pitchFamily="18" charset="0"/>
              </a:rPr>
              <a:t>2     </a:t>
            </a:r>
            <a:r>
              <a:rPr lang="en-US" altLang="zh-TW" dirty="0" smtClean="0">
                <a:solidFill>
                  <a:srgbClr val="FF0000"/>
                </a:solidFill>
                <a:latin typeface="Times New Roman" panose="02020603050405020304" pitchFamily="18" charset="0"/>
                <a:cs typeface="Times New Roman" panose="02020603050405020304" pitchFamily="18" charset="0"/>
              </a:rPr>
              <a:t>case 2</a:t>
            </a:r>
            <a:endParaRPr lang="en-US" altLang="zh-TW" dirty="0">
              <a:solidFill>
                <a:srgbClr val="FF0000"/>
              </a:solidFill>
              <a:latin typeface="Times New Roman" panose="02020603050405020304" pitchFamily="18" charset="0"/>
              <a:cs typeface="Times New Roman" panose="02020603050405020304" pitchFamily="18" charset="0"/>
            </a:endParaRPr>
          </a:p>
          <a:p>
            <a:pPr marL="0" indent="0">
              <a:buNone/>
            </a:pPr>
            <a:r>
              <a:rPr lang="en-US" altLang="zh-TW" dirty="0" err="1">
                <a:latin typeface="Times New Roman" panose="02020603050405020304" pitchFamily="18" charset="0"/>
                <a:cs typeface="Times New Roman" panose="02020603050405020304" pitchFamily="18" charset="0"/>
              </a:rPr>
              <a:t>Suff</a:t>
            </a:r>
            <a:r>
              <a:rPr lang="en-US" altLang="zh-TW" dirty="0">
                <a:latin typeface="Times New Roman" panose="02020603050405020304" pitchFamily="18" charset="0"/>
                <a:cs typeface="Times New Roman" panose="02020603050405020304" pitchFamily="18" charset="0"/>
              </a:rPr>
              <a:t>[1] = 0     </a:t>
            </a:r>
            <a:r>
              <a:rPr lang="en-US" altLang="zh-TW" dirty="0" err="1">
                <a:latin typeface="Times New Roman" panose="02020603050405020304" pitchFamily="18" charset="0"/>
                <a:cs typeface="Times New Roman" panose="02020603050405020304" pitchFamily="18" charset="0"/>
              </a:rPr>
              <a:t>bmgs</a:t>
            </a:r>
            <a:r>
              <a:rPr lang="en-US" altLang="zh-TW" dirty="0">
                <a:latin typeface="Times New Roman" panose="02020603050405020304" pitchFamily="18" charset="0"/>
                <a:cs typeface="Times New Roman" panose="02020603050405020304" pitchFamily="18" charset="0"/>
              </a:rPr>
              <a:t>[6] = 1</a:t>
            </a:r>
          </a:p>
          <a:p>
            <a:pPr marL="0" indent="0">
              <a:buNone/>
            </a:pPr>
            <a:r>
              <a:rPr lang="en-US" altLang="zh-TW" dirty="0" err="1">
                <a:latin typeface="Times New Roman" panose="02020603050405020304" pitchFamily="18" charset="0"/>
                <a:cs typeface="Times New Roman" panose="02020603050405020304" pitchFamily="18" charset="0"/>
              </a:rPr>
              <a:t>Suff</a:t>
            </a:r>
            <a:r>
              <a:rPr lang="en-US" altLang="zh-TW" dirty="0">
                <a:latin typeface="Times New Roman" panose="02020603050405020304" pitchFamily="18" charset="0"/>
                <a:cs typeface="Times New Roman" panose="02020603050405020304" pitchFamily="18" charset="0"/>
              </a:rPr>
              <a:t>[0] = </a:t>
            </a:r>
            <a:r>
              <a:rPr lang="en-US" altLang="zh-TW" dirty="0" smtClean="0">
                <a:latin typeface="Times New Roman" panose="02020603050405020304" pitchFamily="18" charset="0"/>
                <a:cs typeface="Times New Roman" panose="02020603050405020304" pitchFamily="18" charset="0"/>
              </a:rPr>
              <a:t>1      </a:t>
            </a:r>
            <a:r>
              <a:rPr lang="en-US" altLang="zh-TW" dirty="0" smtClean="0">
                <a:solidFill>
                  <a:srgbClr val="FF0000"/>
                </a:solidFill>
                <a:latin typeface="Times New Roman" panose="02020603050405020304" pitchFamily="18" charset="0"/>
                <a:cs typeface="Times New Roman" panose="02020603050405020304" pitchFamily="18" charset="0"/>
              </a:rPr>
              <a:t>case 1</a:t>
            </a:r>
            <a:endParaRPr lang="zh-TW" altLang="en-US" dirty="0">
              <a:solidFill>
                <a:srgbClr val="FF0000"/>
              </a:solidFill>
              <a:latin typeface="Times New Roman" panose="02020603050405020304" pitchFamily="18" charset="0"/>
              <a:cs typeface="Times New Roman" panose="02020603050405020304" pitchFamily="18" charset="0"/>
            </a:endParaRPr>
          </a:p>
          <a:p>
            <a:pPr marL="0" indent="0">
              <a:buNone/>
            </a:pPr>
            <a:endParaRPr lang="zh-TW" altLang="en-US" dirty="0"/>
          </a:p>
        </p:txBody>
      </p:sp>
      <p:sp>
        <p:nvSpPr>
          <p:cNvPr id="4" name="投影片編號版面配置區 3"/>
          <p:cNvSpPr>
            <a:spLocks noGrp="1"/>
          </p:cNvSpPr>
          <p:nvPr>
            <p:ph type="sldNum" sz="quarter" idx="12"/>
          </p:nvPr>
        </p:nvSpPr>
        <p:spPr/>
        <p:txBody>
          <a:bodyPr/>
          <a:lstStyle/>
          <a:p>
            <a:fld id="{FFC34EEA-53D1-4661-9D8A-77EED7BBB355}" type="slidenum">
              <a:rPr lang="zh-TW" altLang="en-US" smtClean="0"/>
              <a:t>14</a:t>
            </a:fld>
            <a:endParaRPr lang="zh-TW" altLang="en-US"/>
          </a:p>
        </p:txBody>
      </p:sp>
      <p:pic>
        <p:nvPicPr>
          <p:cNvPr id="6" name="圖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198" y="3464651"/>
            <a:ext cx="5168320" cy="1301115"/>
          </a:xfrm>
          <a:prstGeom prst="rect">
            <a:avLst/>
          </a:prstGeom>
        </p:spPr>
      </p:pic>
      <p:pic>
        <p:nvPicPr>
          <p:cNvPr id="7" name="圖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197" y="5356064"/>
            <a:ext cx="4144864" cy="967962"/>
          </a:xfrm>
          <a:prstGeom prst="rect">
            <a:avLst/>
          </a:prstGeom>
        </p:spPr>
      </p:pic>
      <p:sp>
        <p:nvSpPr>
          <p:cNvPr id="9" name="文字方塊 8"/>
          <p:cNvSpPr txBox="1"/>
          <p:nvPr/>
        </p:nvSpPr>
        <p:spPr>
          <a:xfrm>
            <a:off x="6281257" y="1658124"/>
            <a:ext cx="4311941" cy="861774"/>
          </a:xfrm>
          <a:prstGeom prst="rect">
            <a:avLst/>
          </a:prstGeom>
          <a:noFill/>
        </p:spPr>
        <p:txBody>
          <a:bodyPr wrap="square" rtlCol="0">
            <a:spAutoFit/>
          </a:bodyPr>
          <a:lstStyle/>
          <a:p>
            <a:r>
              <a:rPr lang="pt-BR" altLang="zh-TW" sz="3200" dirty="0">
                <a:latin typeface="Times New Roman" panose="02020603050405020304" pitchFamily="18" charset="0"/>
                <a:cs typeface="Times New Roman" panose="02020603050405020304" pitchFamily="18" charset="0"/>
              </a:rPr>
              <a:t>P = eleaple</a:t>
            </a:r>
          </a:p>
          <a:p>
            <a:endParaRPr lang="zh-TW" altLang="en-US" dirty="0"/>
          </a:p>
        </p:txBody>
      </p:sp>
    </p:spTree>
    <p:extLst>
      <p:ext uri="{BB962C8B-B14F-4D97-AF65-F5344CB8AC3E}">
        <p14:creationId xmlns:p14="http://schemas.microsoft.com/office/powerpoint/2010/main" val="31897007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Time complexity</a:t>
            </a:r>
            <a:endParaRPr lang="zh-TW" altLang="en-US" dirty="0">
              <a:latin typeface="Times New Roman" panose="02020603050405020304" pitchFamily="18" charset="0"/>
              <a:cs typeface="Times New Roman" panose="02020603050405020304" pitchFamily="18" charset="0"/>
            </a:endParaRPr>
          </a:p>
        </p:txBody>
      </p:sp>
      <p:sp>
        <p:nvSpPr>
          <p:cNvPr id="7" name="內容版面配置區 6"/>
          <p:cNvSpPr>
            <a:spLocks noGrp="1"/>
          </p:cNvSpPr>
          <p:nvPr>
            <p:ph idx="1"/>
          </p:nvPr>
        </p:nvSpPr>
        <p:spPr/>
        <p:txBody>
          <a:bodyPr/>
          <a:lstStyle/>
          <a:p>
            <a:pPr marL="0" indent="0">
              <a:buNone/>
            </a:pPr>
            <a:r>
              <a:rPr lang="en-US" altLang="zh-TW" dirty="0" smtClean="0">
                <a:latin typeface="Times New Roman" panose="02020603050405020304" pitchFamily="18" charset="0"/>
                <a:cs typeface="Times New Roman" panose="02020603050405020304" pitchFamily="18" charset="0"/>
              </a:rPr>
              <a:t>Preprocessing: O(m+</a:t>
            </a:r>
            <a:r>
              <a:rPr lang="en-US" altLang="zh-TW" dirty="0" smtClean="0">
                <a:latin typeface="Times New Roman" panose="02020603050405020304" pitchFamily="18" charset="0"/>
                <a:cs typeface="Times New Roman" panose="02020603050405020304" pitchFamily="18" charset="0"/>
                <a:sym typeface="Symbol" panose="05050102010706020507" pitchFamily="18" charset="2"/>
              </a:rPr>
              <a:t>)</a:t>
            </a:r>
          </a:p>
          <a:p>
            <a:pPr marL="0" indent="0">
              <a:buNone/>
            </a:pPr>
            <a:endParaRPr lang="en-US" altLang="zh-TW" dirty="0">
              <a:latin typeface="Times New Roman" panose="02020603050405020304" pitchFamily="18" charset="0"/>
              <a:cs typeface="Times New Roman" panose="02020603050405020304" pitchFamily="18" charset="0"/>
              <a:sym typeface="Symbol" panose="05050102010706020507" pitchFamily="18" charset="2"/>
            </a:endParaRPr>
          </a:p>
          <a:p>
            <a:pPr marL="0" indent="0">
              <a:buNone/>
            </a:pPr>
            <a:r>
              <a:rPr lang="en-US" altLang="zh-TW" dirty="0" smtClean="0">
                <a:latin typeface="Times New Roman" panose="02020603050405020304" pitchFamily="18" charset="0"/>
                <a:cs typeface="Times New Roman" panose="02020603050405020304" pitchFamily="18" charset="0"/>
                <a:sym typeface="Symbol" panose="05050102010706020507" pitchFamily="18" charset="2"/>
              </a:rPr>
              <a:t>Run time complexity: </a:t>
            </a:r>
          </a:p>
          <a:p>
            <a:pPr marL="0" indent="0">
              <a:buNone/>
            </a:pPr>
            <a:r>
              <a:rPr lang="en-US" altLang="zh-TW"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dirty="0" smtClean="0">
                <a:latin typeface="Times New Roman" panose="02020603050405020304" pitchFamily="18" charset="0"/>
                <a:cs typeface="Times New Roman" panose="02020603050405020304" pitchFamily="18" charset="0"/>
                <a:sym typeface="Symbol" panose="05050102010706020507" pitchFamily="18" charset="2"/>
              </a:rPr>
              <a:t>best: O(n/m)</a:t>
            </a:r>
          </a:p>
          <a:p>
            <a:pPr marL="0" indent="0">
              <a:buNone/>
            </a:pPr>
            <a:r>
              <a:rPr lang="en-US" altLang="zh-TW" dirty="0">
                <a:latin typeface="Times New Roman" panose="02020603050405020304" pitchFamily="18" charset="0"/>
                <a:cs typeface="Times New Roman" panose="02020603050405020304" pitchFamily="18" charset="0"/>
                <a:sym typeface="Symbol" panose="05050102010706020507" pitchFamily="18" charset="2"/>
              </a:rPr>
              <a:t>	</a:t>
            </a:r>
            <a:r>
              <a:rPr lang="en-US" altLang="zh-TW" dirty="0" err="1" smtClean="0">
                <a:latin typeface="Times New Roman" panose="02020603050405020304" pitchFamily="18" charset="0"/>
                <a:cs typeface="Times New Roman" panose="02020603050405020304" pitchFamily="18" charset="0"/>
                <a:sym typeface="Symbol" panose="05050102010706020507" pitchFamily="18" charset="2"/>
              </a:rPr>
              <a:t>worst:O</a:t>
            </a:r>
            <a:r>
              <a:rPr lang="en-US" altLang="zh-TW" dirty="0" smtClean="0">
                <a:latin typeface="Times New Roman" panose="02020603050405020304" pitchFamily="18" charset="0"/>
                <a:cs typeface="Times New Roman" panose="02020603050405020304" pitchFamily="18" charset="0"/>
                <a:sym typeface="Symbol" panose="05050102010706020507" pitchFamily="18" charset="2"/>
              </a:rPr>
              <a:t>(n*m)</a:t>
            </a:r>
            <a:endParaRPr lang="zh-TW" altLang="en-US" dirty="0">
              <a:latin typeface="Times New Roman" panose="020206030504050203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p:txBody>
          <a:bodyPr/>
          <a:lstStyle/>
          <a:p>
            <a:fld id="{FFC34EEA-53D1-4661-9D8A-77EED7BBB355}" type="slidenum">
              <a:rPr lang="zh-TW" altLang="en-US" smtClean="0"/>
              <a:t>15</a:t>
            </a:fld>
            <a:endParaRPr lang="zh-TW" altLang="en-US"/>
          </a:p>
        </p:txBody>
      </p:sp>
    </p:spTree>
    <p:extLst>
      <p:ext uri="{BB962C8B-B14F-4D97-AF65-F5344CB8AC3E}">
        <p14:creationId xmlns:p14="http://schemas.microsoft.com/office/powerpoint/2010/main" val="42090856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The Proposed Algorithm</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389986"/>
            <a:ext cx="6435055" cy="5437372"/>
          </a:xfrm>
        </p:spPr>
      </p:pic>
      <p:sp>
        <p:nvSpPr>
          <p:cNvPr id="4" name="投影片編號版面配置區 3"/>
          <p:cNvSpPr>
            <a:spLocks noGrp="1"/>
          </p:cNvSpPr>
          <p:nvPr>
            <p:ph type="sldNum" sz="quarter" idx="12"/>
          </p:nvPr>
        </p:nvSpPr>
        <p:spPr/>
        <p:txBody>
          <a:bodyPr/>
          <a:lstStyle/>
          <a:p>
            <a:fld id="{FFC34EEA-53D1-4661-9D8A-77EED7BBB355}" type="slidenum">
              <a:rPr lang="zh-TW" altLang="en-US" smtClean="0"/>
              <a:t>16</a:t>
            </a:fld>
            <a:endParaRPr lang="zh-TW" altLang="en-US"/>
          </a:p>
        </p:txBody>
      </p:sp>
    </p:spTree>
    <p:extLst>
      <p:ext uri="{BB962C8B-B14F-4D97-AF65-F5344CB8AC3E}">
        <p14:creationId xmlns:p14="http://schemas.microsoft.com/office/powerpoint/2010/main" val="20368700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The Proposed Algorithm</a:t>
            </a:r>
            <a:endParaRPr lang="zh-TW" altLang="en-US" dirty="0">
              <a:latin typeface="Times New Roman" panose="02020603050405020304" pitchFamily="18" charset="0"/>
              <a:cs typeface="Times New Roman" panose="02020603050405020304" pitchFamily="18" charset="0"/>
            </a:endParaRPr>
          </a:p>
        </p:txBody>
      </p:sp>
      <p:graphicFrame>
        <p:nvGraphicFramePr>
          <p:cNvPr id="5" name="內容版面配置區 4"/>
          <p:cNvGraphicFramePr>
            <a:graphicFrameLocks noGrp="1"/>
          </p:cNvGraphicFramePr>
          <p:nvPr>
            <p:ph idx="1"/>
            <p:extLst>
              <p:ext uri="{D42A27DB-BD31-4B8C-83A1-F6EECF244321}">
                <p14:modId xmlns:p14="http://schemas.microsoft.com/office/powerpoint/2010/main" val="4100544410"/>
              </p:ext>
            </p:extLst>
          </p:nvPr>
        </p:nvGraphicFramePr>
        <p:xfrm>
          <a:off x="838200" y="1825625"/>
          <a:ext cx="5063071" cy="741680"/>
        </p:xfrm>
        <a:graphic>
          <a:graphicData uri="http://schemas.openxmlformats.org/drawingml/2006/table">
            <a:tbl>
              <a:tblPr firstRow="1" bandRow="1">
                <a:tableStyleId>{5940675A-B579-460E-94D1-54222C63F5DA}</a:tableStyleId>
              </a:tblPr>
              <a:tblGrid>
                <a:gridCol w="389467">
                  <a:extLst>
                    <a:ext uri="{9D8B030D-6E8A-4147-A177-3AD203B41FA5}">
                      <a16:colId xmlns:a16="http://schemas.microsoft.com/office/drawing/2014/main" val="3434257290"/>
                    </a:ext>
                  </a:extLst>
                </a:gridCol>
                <a:gridCol w="389467">
                  <a:extLst>
                    <a:ext uri="{9D8B030D-6E8A-4147-A177-3AD203B41FA5}">
                      <a16:colId xmlns:a16="http://schemas.microsoft.com/office/drawing/2014/main" val="3891463061"/>
                    </a:ext>
                  </a:extLst>
                </a:gridCol>
                <a:gridCol w="389467">
                  <a:extLst>
                    <a:ext uri="{9D8B030D-6E8A-4147-A177-3AD203B41FA5}">
                      <a16:colId xmlns:a16="http://schemas.microsoft.com/office/drawing/2014/main" val="3109830282"/>
                    </a:ext>
                  </a:extLst>
                </a:gridCol>
                <a:gridCol w="389467">
                  <a:extLst>
                    <a:ext uri="{9D8B030D-6E8A-4147-A177-3AD203B41FA5}">
                      <a16:colId xmlns:a16="http://schemas.microsoft.com/office/drawing/2014/main" val="3204260009"/>
                    </a:ext>
                  </a:extLst>
                </a:gridCol>
                <a:gridCol w="389467">
                  <a:extLst>
                    <a:ext uri="{9D8B030D-6E8A-4147-A177-3AD203B41FA5}">
                      <a16:colId xmlns:a16="http://schemas.microsoft.com/office/drawing/2014/main" val="2191522856"/>
                    </a:ext>
                  </a:extLst>
                </a:gridCol>
                <a:gridCol w="389467">
                  <a:extLst>
                    <a:ext uri="{9D8B030D-6E8A-4147-A177-3AD203B41FA5}">
                      <a16:colId xmlns:a16="http://schemas.microsoft.com/office/drawing/2014/main" val="2677989042"/>
                    </a:ext>
                  </a:extLst>
                </a:gridCol>
                <a:gridCol w="389467">
                  <a:extLst>
                    <a:ext uri="{9D8B030D-6E8A-4147-A177-3AD203B41FA5}">
                      <a16:colId xmlns:a16="http://schemas.microsoft.com/office/drawing/2014/main" val="2617665758"/>
                    </a:ext>
                  </a:extLst>
                </a:gridCol>
                <a:gridCol w="389467">
                  <a:extLst>
                    <a:ext uri="{9D8B030D-6E8A-4147-A177-3AD203B41FA5}">
                      <a16:colId xmlns:a16="http://schemas.microsoft.com/office/drawing/2014/main" val="1792873282"/>
                    </a:ext>
                  </a:extLst>
                </a:gridCol>
                <a:gridCol w="389467">
                  <a:extLst>
                    <a:ext uri="{9D8B030D-6E8A-4147-A177-3AD203B41FA5}">
                      <a16:colId xmlns:a16="http://schemas.microsoft.com/office/drawing/2014/main" val="1269016282"/>
                    </a:ext>
                  </a:extLst>
                </a:gridCol>
                <a:gridCol w="389467">
                  <a:extLst>
                    <a:ext uri="{9D8B030D-6E8A-4147-A177-3AD203B41FA5}">
                      <a16:colId xmlns:a16="http://schemas.microsoft.com/office/drawing/2014/main" val="799006617"/>
                    </a:ext>
                  </a:extLst>
                </a:gridCol>
                <a:gridCol w="389467">
                  <a:extLst>
                    <a:ext uri="{9D8B030D-6E8A-4147-A177-3AD203B41FA5}">
                      <a16:colId xmlns:a16="http://schemas.microsoft.com/office/drawing/2014/main" val="3799048275"/>
                    </a:ext>
                  </a:extLst>
                </a:gridCol>
                <a:gridCol w="389467">
                  <a:extLst>
                    <a:ext uri="{9D8B030D-6E8A-4147-A177-3AD203B41FA5}">
                      <a16:colId xmlns:a16="http://schemas.microsoft.com/office/drawing/2014/main" val="734383500"/>
                    </a:ext>
                  </a:extLst>
                </a:gridCol>
                <a:gridCol w="389467">
                  <a:extLst>
                    <a:ext uri="{9D8B030D-6E8A-4147-A177-3AD203B41FA5}">
                      <a16:colId xmlns:a16="http://schemas.microsoft.com/office/drawing/2014/main" val="2109880785"/>
                    </a:ext>
                  </a:extLst>
                </a:gridCol>
              </a:tblGrid>
              <a:tr h="370840">
                <a:tc>
                  <a:txBody>
                    <a:bodyPr/>
                    <a:lstStyle/>
                    <a:p>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solidFill>
                      <a:schemeClr val="accent1"/>
                    </a:solidFill>
                  </a:tcPr>
                </a:tc>
                <a:tc>
                  <a:txBody>
                    <a:bodyPr/>
                    <a:lstStyle/>
                    <a:p>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y</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err="1" smtClean="0">
                          <a:latin typeface="Times New Roman" panose="02020603050405020304" pitchFamily="18" charset="0"/>
                          <a:cs typeface="Times New Roman" panose="02020603050405020304" pitchFamily="18" charset="0"/>
                        </a:rPr>
                        <a:t>i</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s</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u</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42878552"/>
                  </a:ext>
                </a:extLst>
              </a:tr>
              <a:tr h="370840">
                <a:tc>
                  <a:txBody>
                    <a:bodyPr/>
                    <a:lstStyle/>
                    <a:p>
                      <a:r>
                        <a:rPr lang="en-US" altLang="zh-TW" dirty="0" smtClean="0">
                          <a:latin typeface="Times New Roman" panose="02020603050405020304" pitchFamily="18" charset="0"/>
                          <a:cs typeface="Times New Roman" panose="02020603050405020304" pitchFamily="18" charset="0"/>
                        </a:rPr>
                        <a:t>P</a:t>
                      </a:r>
                      <a:endParaRPr lang="zh-TW" altLang="en-US" dirty="0">
                        <a:latin typeface="Times New Roman" panose="02020603050405020304" pitchFamily="18" charset="0"/>
                        <a:cs typeface="Times New Roman" panose="02020603050405020304" pitchFamily="18" charset="0"/>
                      </a:endParaRPr>
                    </a:p>
                  </a:txBody>
                  <a:tcPr>
                    <a:solidFill>
                      <a:schemeClr val="accent1"/>
                    </a:solidFill>
                  </a:tcPr>
                </a:tc>
                <a:tc>
                  <a:txBody>
                    <a:bodyPr/>
                    <a:lstStyle/>
                    <a:p>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u</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65113957"/>
                  </a:ext>
                </a:extLst>
              </a:tr>
            </a:tbl>
          </a:graphicData>
        </a:graphic>
      </p:graphicFrame>
      <p:sp>
        <p:nvSpPr>
          <p:cNvPr id="4" name="投影片編號版面配置區 3"/>
          <p:cNvSpPr>
            <a:spLocks noGrp="1"/>
          </p:cNvSpPr>
          <p:nvPr>
            <p:ph type="sldNum" sz="quarter" idx="12"/>
          </p:nvPr>
        </p:nvSpPr>
        <p:spPr/>
        <p:txBody>
          <a:bodyPr/>
          <a:lstStyle/>
          <a:p>
            <a:fld id="{FFC34EEA-53D1-4661-9D8A-77EED7BBB355}" type="slidenum">
              <a:rPr lang="zh-TW" altLang="en-US" smtClean="0"/>
              <a:t>17</a:t>
            </a:fld>
            <a:endParaRPr lang="zh-TW" altLang="en-US"/>
          </a:p>
        </p:txBody>
      </p:sp>
    </p:spTree>
    <p:extLst>
      <p:ext uri="{BB962C8B-B14F-4D97-AF65-F5344CB8AC3E}">
        <p14:creationId xmlns:p14="http://schemas.microsoft.com/office/powerpoint/2010/main" val="4265102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The Proposed Algorithm</a:t>
            </a:r>
            <a:endParaRPr lang="zh-TW" altLang="en-US" dirty="0"/>
          </a:p>
        </p:txBody>
      </p:sp>
      <p:graphicFrame>
        <p:nvGraphicFramePr>
          <p:cNvPr id="5" name="內容版面配置區 4"/>
          <p:cNvGraphicFramePr>
            <a:graphicFrameLocks noGrp="1"/>
          </p:cNvGraphicFramePr>
          <p:nvPr>
            <p:ph idx="1"/>
            <p:extLst>
              <p:ext uri="{D42A27DB-BD31-4B8C-83A1-F6EECF244321}">
                <p14:modId xmlns:p14="http://schemas.microsoft.com/office/powerpoint/2010/main" val="2442004229"/>
              </p:ext>
            </p:extLst>
          </p:nvPr>
        </p:nvGraphicFramePr>
        <p:xfrm>
          <a:off x="838200" y="1825625"/>
          <a:ext cx="5063071" cy="741680"/>
        </p:xfrm>
        <a:graphic>
          <a:graphicData uri="http://schemas.openxmlformats.org/drawingml/2006/table">
            <a:tbl>
              <a:tblPr firstRow="1" bandRow="1">
                <a:tableStyleId>{5940675A-B579-460E-94D1-54222C63F5DA}</a:tableStyleId>
              </a:tblPr>
              <a:tblGrid>
                <a:gridCol w="389467">
                  <a:extLst>
                    <a:ext uri="{9D8B030D-6E8A-4147-A177-3AD203B41FA5}">
                      <a16:colId xmlns:a16="http://schemas.microsoft.com/office/drawing/2014/main" val="3434257290"/>
                    </a:ext>
                  </a:extLst>
                </a:gridCol>
                <a:gridCol w="389467">
                  <a:extLst>
                    <a:ext uri="{9D8B030D-6E8A-4147-A177-3AD203B41FA5}">
                      <a16:colId xmlns:a16="http://schemas.microsoft.com/office/drawing/2014/main" val="3891463061"/>
                    </a:ext>
                  </a:extLst>
                </a:gridCol>
                <a:gridCol w="389467">
                  <a:extLst>
                    <a:ext uri="{9D8B030D-6E8A-4147-A177-3AD203B41FA5}">
                      <a16:colId xmlns:a16="http://schemas.microsoft.com/office/drawing/2014/main" val="3109830282"/>
                    </a:ext>
                  </a:extLst>
                </a:gridCol>
                <a:gridCol w="389467">
                  <a:extLst>
                    <a:ext uri="{9D8B030D-6E8A-4147-A177-3AD203B41FA5}">
                      <a16:colId xmlns:a16="http://schemas.microsoft.com/office/drawing/2014/main" val="3204260009"/>
                    </a:ext>
                  </a:extLst>
                </a:gridCol>
                <a:gridCol w="389467">
                  <a:extLst>
                    <a:ext uri="{9D8B030D-6E8A-4147-A177-3AD203B41FA5}">
                      <a16:colId xmlns:a16="http://schemas.microsoft.com/office/drawing/2014/main" val="2191522856"/>
                    </a:ext>
                  </a:extLst>
                </a:gridCol>
                <a:gridCol w="389467">
                  <a:extLst>
                    <a:ext uri="{9D8B030D-6E8A-4147-A177-3AD203B41FA5}">
                      <a16:colId xmlns:a16="http://schemas.microsoft.com/office/drawing/2014/main" val="2677989042"/>
                    </a:ext>
                  </a:extLst>
                </a:gridCol>
                <a:gridCol w="389467">
                  <a:extLst>
                    <a:ext uri="{9D8B030D-6E8A-4147-A177-3AD203B41FA5}">
                      <a16:colId xmlns:a16="http://schemas.microsoft.com/office/drawing/2014/main" val="2617665758"/>
                    </a:ext>
                  </a:extLst>
                </a:gridCol>
                <a:gridCol w="389467">
                  <a:extLst>
                    <a:ext uri="{9D8B030D-6E8A-4147-A177-3AD203B41FA5}">
                      <a16:colId xmlns:a16="http://schemas.microsoft.com/office/drawing/2014/main" val="1792873282"/>
                    </a:ext>
                  </a:extLst>
                </a:gridCol>
                <a:gridCol w="389467">
                  <a:extLst>
                    <a:ext uri="{9D8B030D-6E8A-4147-A177-3AD203B41FA5}">
                      <a16:colId xmlns:a16="http://schemas.microsoft.com/office/drawing/2014/main" val="1269016282"/>
                    </a:ext>
                  </a:extLst>
                </a:gridCol>
                <a:gridCol w="389467">
                  <a:extLst>
                    <a:ext uri="{9D8B030D-6E8A-4147-A177-3AD203B41FA5}">
                      <a16:colId xmlns:a16="http://schemas.microsoft.com/office/drawing/2014/main" val="799006617"/>
                    </a:ext>
                  </a:extLst>
                </a:gridCol>
                <a:gridCol w="389467">
                  <a:extLst>
                    <a:ext uri="{9D8B030D-6E8A-4147-A177-3AD203B41FA5}">
                      <a16:colId xmlns:a16="http://schemas.microsoft.com/office/drawing/2014/main" val="3799048275"/>
                    </a:ext>
                  </a:extLst>
                </a:gridCol>
                <a:gridCol w="389467">
                  <a:extLst>
                    <a:ext uri="{9D8B030D-6E8A-4147-A177-3AD203B41FA5}">
                      <a16:colId xmlns:a16="http://schemas.microsoft.com/office/drawing/2014/main" val="734383500"/>
                    </a:ext>
                  </a:extLst>
                </a:gridCol>
                <a:gridCol w="389467">
                  <a:extLst>
                    <a:ext uri="{9D8B030D-6E8A-4147-A177-3AD203B41FA5}">
                      <a16:colId xmlns:a16="http://schemas.microsoft.com/office/drawing/2014/main" val="2109880785"/>
                    </a:ext>
                  </a:extLst>
                </a:gridCol>
              </a:tblGrid>
              <a:tr h="370840">
                <a:tc>
                  <a:txBody>
                    <a:bodyPr/>
                    <a:lstStyle/>
                    <a:p>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solidFill>
                      <a:schemeClr val="accent1"/>
                    </a:solidFill>
                  </a:tcPr>
                </a:tc>
                <a:tc>
                  <a:txBody>
                    <a:bodyPr/>
                    <a:lstStyle/>
                    <a:p>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y</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err="1" smtClean="0">
                          <a:latin typeface="Times New Roman" panose="02020603050405020304" pitchFamily="18" charset="0"/>
                          <a:cs typeface="Times New Roman" panose="02020603050405020304" pitchFamily="18" charset="0"/>
                        </a:rPr>
                        <a:t>i</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s</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u</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42878552"/>
                  </a:ext>
                </a:extLst>
              </a:tr>
              <a:tr h="370840">
                <a:tc>
                  <a:txBody>
                    <a:bodyPr/>
                    <a:lstStyle/>
                    <a:p>
                      <a:r>
                        <a:rPr lang="en-US" altLang="zh-TW" dirty="0" smtClean="0">
                          <a:latin typeface="Times New Roman" panose="02020603050405020304" pitchFamily="18" charset="0"/>
                          <a:cs typeface="Times New Roman" panose="02020603050405020304" pitchFamily="18" charset="0"/>
                        </a:rPr>
                        <a:t>P</a:t>
                      </a:r>
                      <a:endParaRPr lang="zh-TW" altLang="en-US" dirty="0">
                        <a:latin typeface="Times New Roman" panose="02020603050405020304" pitchFamily="18" charset="0"/>
                        <a:cs typeface="Times New Roman" panose="02020603050405020304" pitchFamily="18" charset="0"/>
                      </a:endParaRPr>
                    </a:p>
                  </a:txBody>
                  <a:tcPr>
                    <a:solidFill>
                      <a:schemeClr val="accent1"/>
                    </a:solidFill>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u</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65113957"/>
                  </a:ext>
                </a:extLst>
              </a:tr>
            </a:tbl>
          </a:graphicData>
        </a:graphic>
      </p:graphicFrame>
      <p:sp>
        <p:nvSpPr>
          <p:cNvPr id="4" name="投影片編號版面配置區 3"/>
          <p:cNvSpPr>
            <a:spLocks noGrp="1"/>
          </p:cNvSpPr>
          <p:nvPr>
            <p:ph type="sldNum" sz="quarter" idx="12"/>
          </p:nvPr>
        </p:nvSpPr>
        <p:spPr/>
        <p:txBody>
          <a:bodyPr/>
          <a:lstStyle/>
          <a:p>
            <a:fld id="{FFC34EEA-53D1-4661-9D8A-77EED7BBB355}" type="slidenum">
              <a:rPr lang="zh-TW" altLang="en-US" smtClean="0"/>
              <a:t>18</a:t>
            </a:fld>
            <a:endParaRPr lang="zh-TW" altLang="en-US"/>
          </a:p>
        </p:txBody>
      </p:sp>
    </p:spTree>
    <p:extLst>
      <p:ext uri="{BB962C8B-B14F-4D97-AF65-F5344CB8AC3E}">
        <p14:creationId xmlns:p14="http://schemas.microsoft.com/office/powerpoint/2010/main" val="10617916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The Proposed Algorithm</a:t>
            </a:r>
            <a:endParaRPr lang="zh-TW" altLang="en-US" dirty="0"/>
          </a:p>
        </p:txBody>
      </p:sp>
      <p:graphicFrame>
        <p:nvGraphicFramePr>
          <p:cNvPr id="5" name="內容版面配置區 4"/>
          <p:cNvGraphicFramePr>
            <a:graphicFrameLocks noGrp="1"/>
          </p:cNvGraphicFramePr>
          <p:nvPr>
            <p:ph idx="1"/>
            <p:extLst>
              <p:ext uri="{D42A27DB-BD31-4B8C-83A1-F6EECF244321}">
                <p14:modId xmlns:p14="http://schemas.microsoft.com/office/powerpoint/2010/main" val="4171128914"/>
              </p:ext>
            </p:extLst>
          </p:nvPr>
        </p:nvGraphicFramePr>
        <p:xfrm>
          <a:off x="838200" y="1825625"/>
          <a:ext cx="5063071" cy="741680"/>
        </p:xfrm>
        <a:graphic>
          <a:graphicData uri="http://schemas.openxmlformats.org/drawingml/2006/table">
            <a:tbl>
              <a:tblPr firstRow="1" bandRow="1">
                <a:tableStyleId>{5940675A-B579-460E-94D1-54222C63F5DA}</a:tableStyleId>
              </a:tblPr>
              <a:tblGrid>
                <a:gridCol w="389467">
                  <a:extLst>
                    <a:ext uri="{9D8B030D-6E8A-4147-A177-3AD203B41FA5}">
                      <a16:colId xmlns:a16="http://schemas.microsoft.com/office/drawing/2014/main" val="3434257290"/>
                    </a:ext>
                  </a:extLst>
                </a:gridCol>
                <a:gridCol w="389467">
                  <a:extLst>
                    <a:ext uri="{9D8B030D-6E8A-4147-A177-3AD203B41FA5}">
                      <a16:colId xmlns:a16="http://schemas.microsoft.com/office/drawing/2014/main" val="3891463061"/>
                    </a:ext>
                  </a:extLst>
                </a:gridCol>
                <a:gridCol w="389467">
                  <a:extLst>
                    <a:ext uri="{9D8B030D-6E8A-4147-A177-3AD203B41FA5}">
                      <a16:colId xmlns:a16="http://schemas.microsoft.com/office/drawing/2014/main" val="3109830282"/>
                    </a:ext>
                  </a:extLst>
                </a:gridCol>
                <a:gridCol w="389467">
                  <a:extLst>
                    <a:ext uri="{9D8B030D-6E8A-4147-A177-3AD203B41FA5}">
                      <a16:colId xmlns:a16="http://schemas.microsoft.com/office/drawing/2014/main" val="3204260009"/>
                    </a:ext>
                  </a:extLst>
                </a:gridCol>
                <a:gridCol w="389467">
                  <a:extLst>
                    <a:ext uri="{9D8B030D-6E8A-4147-A177-3AD203B41FA5}">
                      <a16:colId xmlns:a16="http://schemas.microsoft.com/office/drawing/2014/main" val="2191522856"/>
                    </a:ext>
                  </a:extLst>
                </a:gridCol>
                <a:gridCol w="389467">
                  <a:extLst>
                    <a:ext uri="{9D8B030D-6E8A-4147-A177-3AD203B41FA5}">
                      <a16:colId xmlns:a16="http://schemas.microsoft.com/office/drawing/2014/main" val="2677989042"/>
                    </a:ext>
                  </a:extLst>
                </a:gridCol>
                <a:gridCol w="389467">
                  <a:extLst>
                    <a:ext uri="{9D8B030D-6E8A-4147-A177-3AD203B41FA5}">
                      <a16:colId xmlns:a16="http://schemas.microsoft.com/office/drawing/2014/main" val="2617665758"/>
                    </a:ext>
                  </a:extLst>
                </a:gridCol>
                <a:gridCol w="389467">
                  <a:extLst>
                    <a:ext uri="{9D8B030D-6E8A-4147-A177-3AD203B41FA5}">
                      <a16:colId xmlns:a16="http://schemas.microsoft.com/office/drawing/2014/main" val="1792873282"/>
                    </a:ext>
                  </a:extLst>
                </a:gridCol>
                <a:gridCol w="389467">
                  <a:extLst>
                    <a:ext uri="{9D8B030D-6E8A-4147-A177-3AD203B41FA5}">
                      <a16:colId xmlns:a16="http://schemas.microsoft.com/office/drawing/2014/main" val="1269016282"/>
                    </a:ext>
                  </a:extLst>
                </a:gridCol>
                <a:gridCol w="389467">
                  <a:extLst>
                    <a:ext uri="{9D8B030D-6E8A-4147-A177-3AD203B41FA5}">
                      <a16:colId xmlns:a16="http://schemas.microsoft.com/office/drawing/2014/main" val="799006617"/>
                    </a:ext>
                  </a:extLst>
                </a:gridCol>
                <a:gridCol w="389467">
                  <a:extLst>
                    <a:ext uri="{9D8B030D-6E8A-4147-A177-3AD203B41FA5}">
                      <a16:colId xmlns:a16="http://schemas.microsoft.com/office/drawing/2014/main" val="3799048275"/>
                    </a:ext>
                  </a:extLst>
                </a:gridCol>
                <a:gridCol w="389467">
                  <a:extLst>
                    <a:ext uri="{9D8B030D-6E8A-4147-A177-3AD203B41FA5}">
                      <a16:colId xmlns:a16="http://schemas.microsoft.com/office/drawing/2014/main" val="734383500"/>
                    </a:ext>
                  </a:extLst>
                </a:gridCol>
                <a:gridCol w="389467">
                  <a:extLst>
                    <a:ext uri="{9D8B030D-6E8A-4147-A177-3AD203B41FA5}">
                      <a16:colId xmlns:a16="http://schemas.microsoft.com/office/drawing/2014/main" val="2109880785"/>
                    </a:ext>
                  </a:extLst>
                </a:gridCol>
              </a:tblGrid>
              <a:tr h="370840">
                <a:tc>
                  <a:txBody>
                    <a:bodyPr/>
                    <a:lstStyle/>
                    <a:p>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solidFill>
                      <a:schemeClr val="accent1"/>
                    </a:solidFill>
                  </a:tcPr>
                </a:tc>
                <a:tc>
                  <a:txBody>
                    <a:bodyPr/>
                    <a:lstStyle/>
                    <a:p>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y</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err="1" smtClean="0">
                          <a:latin typeface="Times New Roman" panose="02020603050405020304" pitchFamily="18" charset="0"/>
                          <a:cs typeface="Times New Roman" panose="02020603050405020304" pitchFamily="18" charset="0"/>
                        </a:rPr>
                        <a:t>i</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s</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u</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42878552"/>
                  </a:ext>
                </a:extLst>
              </a:tr>
              <a:tr h="370840">
                <a:tc>
                  <a:txBody>
                    <a:bodyPr/>
                    <a:lstStyle/>
                    <a:p>
                      <a:r>
                        <a:rPr lang="en-US" altLang="zh-TW" dirty="0" smtClean="0">
                          <a:latin typeface="Times New Roman" panose="02020603050405020304" pitchFamily="18" charset="0"/>
                          <a:cs typeface="Times New Roman" panose="02020603050405020304" pitchFamily="18" charset="0"/>
                        </a:rPr>
                        <a:t>P</a:t>
                      </a:r>
                      <a:endParaRPr lang="zh-TW" altLang="en-US" dirty="0">
                        <a:latin typeface="Times New Roman" panose="02020603050405020304" pitchFamily="18" charset="0"/>
                        <a:cs typeface="Times New Roman" panose="02020603050405020304" pitchFamily="18" charset="0"/>
                      </a:endParaRPr>
                    </a:p>
                  </a:txBody>
                  <a:tcPr>
                    <a:solidFill>
                      <a:schemeClr val="accent1"/>
                    </a:solidFill>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u</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65113957"/>
                  </a:ext>
                </a:extLst>
              </a:tr>
            </a:tbl>
          </a:graphicData>
        </a:graphic>
      </p:graphicFrame>
      <p:sp>
        <p:nvSpPr>
          <p:cNvPr id="4" name="投影片編號版面配置區 3"/>
          <p:cNvSpPr>
            <a:spLocks noGrp="1"/>
          </p:cNvSpPr>
          <p:nvPr>
            <p:ph type="sldNum" sz="quarter" idx="12"/>
          </p:nvPr>
        </p:nvSpPr>
        <p:spPr/>
        <p:txBody>
          <a:bodyPr/>
          <a:lstStyle/>
          <a:p>
            <a:fld id="{FFC34EEA-53D1-4661-9D8A-77EED7BBB355}" type="slidenum">
              <a:rPr lang="zh-TW" altLang="en-US" smtClean="0"/>
              <a:t>19</a:t>
            </a:fld>
            <a:endParaRPr lang="zh-TW" altLang="en-US"/>
          </a:p>
        </p:txBody>
      </p:sp>
    </p:spTree>
    <p:extLst>
      <p:ext uri="{BB962C8B-B14F-4D97-AF65-F5344CB8AC3E}">
        <p14:creationId xmlns:p14="http://schemas.microsoft.com/office/powerpoint/2010/main" val="38684416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The Proposed Algorithm</a:t>
            </a:r>
            <a:endParaRPr lang="zh-TW" altLang="en-US" dirty="0"/>
          </a:p>
        </p:txBody>
      </p:sp>
      <p:graphicFrame>
        <p:nvGraphicFramePr>
          <p:cNvPr id="5" name="內容版面配置區 4"/>
          <p:cNvGraphicFramePr>
            <a:graphicFrameLocks noGrp="1"/>
          </p:cNvGraphicFramePr>
          <p:nvPr>
            <p:ph idx="1"/>
            <p:extLst>
              <p:ext uri="{D42A27DB-BD31-4B8C-83A1-F6EECF244321}">
                <p14:modId xmlns:p14="http://schemas.microsoft.com/office/powerpoint/2010/main" val="2021141750"/>
              </p:ext>
            </p:extLst>
          </p:nvPr>
        </p:nvGraphicFramePr>
        <p:xfrm>
          <a:off x="838200" y="1825625"/>
          <a:ext cx="5063071" cy="741680"/>
        </p:xfrm>
        <a:graphic>
          <a:graphicData uri="http://schemas.openxmlformats.org/drawingml/2006/table">
            <a:tbl>
              <a:tblPr firstRow="1" bandRow="1">
                <a:tableStyleId>{5940675A-B579-460E-94D1-54222C63F5DA}</a:tableStyleId>
              </a:tblPr>
              <a:tblGrid>
                <a:gridCol w="389467">
                  <a:extLst>
                    <a:ext uri="{9D8B030D-6E8A-4147-A177-3AD203B41FA5}">
                      <a16:colId xmlns:a16="http://schemas.microsoft.com/office/drawing/2014/main" val="3434257290"/>
                    </a:ext>
                  </a:extLst>
                </a:gridCol>
                <a:gridCol w="389467">
                  <a:extLst>
                    <a:ext uri="{9D8B030D-6E8A-4147-A177-3AD203B41FA5}">
                      <a16:colId xmlns:a16="http://schemas.microsoft.com/office/drawing/2014/main" val="3891463061"/>
                    </a:ext>
                  </a:extLst>
                </a:gridCol>
                <a:gridCol w="389467">
                  <a:extLst>
                    <a:ext uri="{9D8B030D-6E8A-4147-A177-3AD203B41FA5}">
                      <a16:colId xmlns:a16="http://schemas.microsoft.com/office/drawing/2014/main" val="3109830282"/>
                    </a:ext>
                  </a:extLst>
                </a:gridCol>
                <a:gridCol w="389467">
                  <a:extLst>
                    <a:ext uri="{9D8B030D-6E8A-4147-A177-3AD203B41FA5}">
                      <a16:colId xmlns:a16="http://schemas.microsoft.com/office/drawing/2014/main" val="3204260009"/>
                    </a:ext>
                  </a:extLst>
                </a:gridCol>
                <a:gridCol w="389467">
                  <a:extLst>
                    <a:ext uri="{9D8B030D-6E8A-4147-A177-3AD203B41FA5}">
                      <a16:colId xmlns:a16="http://schemas.microsoft.com/office/drawing/2014/main" val="2191522856"/>
                    </a:ext>
                  </a:extLst>
                </a:gridCol>
                <a:gridCol w="389467">
                  <a:extLst>
                    <a:ext uri="{9D8B030D-6E8A-4147-A177-3AD203B41FA5}">
                      <a16:colId xmlns:a16="http://schemas.microsoft.com/office/drawing/2014/main" val="2677989042"/>
                    </a:ext>
                  </a:extLst>
                </a:gridCol>
                <a:gridCol w="389467">
                  <a:extLst>
                    <a:ext uri="{9D8B030D-6E8A-4147-A177-3AD203B41FA5}">
                      <a16:colId xmlns:a16="http://schemas.microsoft.com/office/drawing/2014/main" val="2617665758"/>
                    </a:ext>
                  </a:extLst>
                </a:gridCol>
                <a:gridCol w="389467">
                  <a:extLst>
                    <a:ext uri="{9D8B030D-6E8A-4147-A177-3AD203B41FA5}">
                      <a16:colId xmlns:a16="http://schemas.microsoft.com/office/drawing/2014/main" val="1792873282"/>
                    </a:ext>
                  </a:extLst>
                </a:gridCol>
                <a:gridCol w="389467">
                  <a:extLst>
                    <a:ext uri="{9D8B030D-6E8A-4147-A177-3AD203B41FA5}">
                      <a16:colId xmlns:a16="http://schemas.microsoft.com/office/drawing/2014/main" val="1269016282"/>
                    </a:ext>
                  </a:extLst>
                </a:gridCol>
                <a:gridCol w="389467">
                  <a:extLst>
                    <a:ext uri="{9D8B030D-6E8A-4147-A177-3AD203B41FA5}">
                      <a16:colId xmlns:a16="http://schemas.microsoft.com/office/drawing/2014/main" val="799006617"/>
                    </a:ext>
                  </a:extLst>
                </a:gridCol>
                <a:gridCol w="389467">
                  <a:extLst>
                    <a:ext uri="{9D8B030D-6E8A-4147-A177-3AD203B41FA5}">
                      <a16:colId xmlns:a16="http://schemas.microsoft.com/office/drawing/2014/main" val="3799048275"/>
                    </a:ext>
                  </a:extLst>
                </a:gridCol>
                <a:gridCol w="389467">
                  <a:extLst>
                    <a:ext uri="{9D8B030D-6E8A-4147-A177-3AD203B41FA5}">
                      <a16:colId xmlns:a16="http://schemas.microsoft.com/office/drawing/2014/main" val="734383500"/>
                    </a:ext>
                  </a:extLst>
                </a:gridCol>
                <a:gridCol w="389467">
                  <a:extLst>
                    <a:ext uri="{9D8B030D-6E8A-4147-A177-3AD203B41FA5}">
                      <a16:colId xmlns:a16="http://schemas.microsoft.com/office/drawing/2014/main" val="2109880785"/>
                    </a:ext>
                  </a:extLst>
                </a:gridCol>
              </a:tblGrid>
              <a:tr h="370840">
                <a:tc>
                  <a:txBody>
                    <a:bodyPr/>
                    <a:lstStyle/>
                    <a:p>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solidFill>
                      <a:schemeClr val="accent1"/>
                    </a:solidFill>
                  </a:tcPr>
                </a:tc>
                <a:tc>
                  <a:txBody>
                    <a:bodyPr/>
                    <a:lstStyle/>
                    <a:p>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y</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err="1" smtClean="0">
                          <a:latin typeface="Times New Roman" panose="02020603050405020304" pitchFamily="18" charset="0"/>
                          <a:cs typeface="Times New Roman" panose="02020603050405020304" pitchFamily="18" charset="0"/>
                        </a:rPr>
                        <a:t>i</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s</a:t>
                      </a:r>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u</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42878552"/>
                  </a:ext>
                </a:extLst>
              </a:tr>
              <a:tr h="370840">
                <a:tc>
                  <a:txBody>
                    <a:bodyPr/>
                    <a:lstStyle/>
                    <a:p>
                      <a:r>
                        <a:rPr lang="en-US" altLang="zh-TW" dirty="0" smtClean="0">
                          <a:latin typeface="Times New Roman" panose="02020603050405020304" pitchFamily="18" charset="0"/>
                          <a:cs typeface="Times New Roman" panose="02020603050405020304" pitchFamily="18" charset="0"/>
                        </a:rPr>
                        <a:t>P</a:t>
                      </a:r>
                      <a:endParaRPr lang="zh-TW" altLang="en-US" dirty="0">
                        <a:latin typeface="Times New Roman" panose="02020603050405020304" pitchFamily="18" charset="0"/>
                        <a:cs typeface="Times New Roman" panose="02020603050405020304" pitchFamily="18" charset="0"/>
                      </a:endParaRPr>
                    </a:p>
                  </a:txBody>
                  <a:tcPr>
                    <a:solidFill>
                      <a:schemeClr val="accent1"/>
                    </a:solidFill>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u</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tc>
                <a:tc>
                  <a:txBody>
                    <a:bodyPr/>
                    <a:lstStyle/>
                    <a:p>
                      <a:r>
                        <a:rPr lang="en-US" altLang="zh-TW" dirty="0" smtClean="0">
                          <a:latin typeface="Times New Roman" panose="02020603050405020304" pitchFamily="18" charset="0"/>
                          <a:cs typeface="Times New Roman" panose="02020603050405020304" pitchFamily="18" charset="0"/>
                        </a:rPr>
                        <a:t>e</a:t>
                      </a:r>
                      <a:endParaRPr lang="zh-TW"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65113957"/>
                  </a:ext>
                </a:extLst>
              </a:tr>
            </a:tbl>
          </a:graphicData>
        </a:graphic>
      </p:graphicFrame>
      <p:sp>
        <p:nvSpPr>
          <p:cNvPr id="4" name="投影片編號版面配置區 3"/>
          <p:cNvSpPr>
            <a:spLocks noGrp="1"/>
          </p:cNvSpPr>
          <p:nvPr>
            <p:ph type="sldNum" sz="quarter" idx="12"/>
          </p:nvPr>
        </p:nvSpPr>
        <p:spPr/>
        <p:txBody>
          <a:bodyPr/>
          <a:lstStyle/>
          <a:p>
            <a:fld id="{FFC34EEA-53D1-4661-9D8A-77EED7BBB355}" type="slidenum">
              <a:rPr lang="zh-TW" altLang="en-US" smtClean="0"/>
              <a:t>20</a:t>
            </a:fld>
            <a:endParaRPr lang="zh-TW" altLang="en-US"/>
          </a:p>
        </p:txBody>
      </p:sp>
    </p:spTree>
    <p:extLst>
      <p:ext uri="{BB962C8B-B14F-4D97-AF65-F5344CB8AC3E}">
        <p14:creationId xmlns:p14="http://schemas.microsoft.com/office/powerpoint/2010/main" val="7858118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a:extLst>
              <a:ext uri="{FF2B5EF4-FFF2-40B4-BE49-F238E27FC236}">
                <a16:creationId xmlns:a16="http://schemas.microsoft.com/office/drawing/2014/main" id="{B13900E8-C1DB-1602-9427-3DC6EC129266}"/>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Thanks~</a:t>
            </a:r>
            <a:endParaRPr lang="zh-TW" altLang="en-US" dirty="0">
              <a:latin typeface="Times New Roman" panose="02020603050405020304" pitchFamily="18" charset="0"/>
              <a:cs typeface="Times New Roman" panose="02020603050405020304" pitchFamily="18" charset="0"/>
            </a:endParaRPr>
          </a:p>
        </p:txBody>
      </p:sp>
      <p:sp>
        <p:nvSpPr>
          <p:cNvPr id="7" name="內容版面配置區 6">
            <a:extLst>
              <a:ext uri="{FF2B5EF4-FFF2-40B4-BE49-F238E27FC236}">
                <a16:creationId xmlns:a16="http://schemas.microsoft.com/office/drawing/2014/main" id="{993354DE-5A28-A2DC-F419-094433963161}"/>
              </a:ext>
            </a:extLst>
          </p:cNvPr>
          <p:cNvSpPr>
            <a:spLocks noGrp="1"/>
          </p:cNvSpPr>
          <p:nvPr>
            <p:ph idx="1"/>
          </p:nvPr>
        </p:nvSpPr>
        <p:spPr/>
        <p:txBody>
          <a:bodyPr/>
          <a:lstStyle/>
          <a:p>
            <a:pPr marL="0" indent="0">
              <a:buNone/>
            </a:pPr>
            <a:endParaRPr lang="zh-TW" altLang="en-US" dirty="0"/>
          </a:p>
        </p:txBody>
      </p:sp>
      <p:sp>
        <p:nvSpPr>
          <p:cNvPr id="5" name="投影片編號版面配置區 4">
            <a:extLst>
              <a:ext uri="{FF2B5EF4-FFF2-40B4-BE49-F238E27FC236}">
                <a16:creationId xmlns:a16="http://schemas.microsoft.com/office/drawing/2014/main" id="{9213F358-0A60-7297-9FA9-EAA8D3D869E8}"/>
              </a:ext>
            </a:extLst>
          </p:cNvPr>
          <p:cNvSpPr>
            <a:spLocks noGrp="1"/>
          </p:cNvSpPr>
          <p:nvPr>
            <p:ph type="sldNum" sz="quarter" idx="12"/>
          </p:nvPr>
        </p:nvSpPr>
        <p:spPr/>
        <p:txBody>
          <a:bodyPr/>
          <a:lstStyle/>
          <a:p>
            <a:fld id="{FFC34EEA-53D1-4661-9D8A-77EED7BBB355}" type="slidenum">
              <a:rPr lang="zh-TW" altLang="en-US" smtClean="0"/>
              <a:t>21</a:t>
            </a:fld>
            <a:endParaRPr lang="zh-TW" altLang="en-US"/>
          </a:p>
        </p:txBody>
      </p:sp>
    </p:spTree>
    <p:extLst>
      <p:ext uri="{BB962C8B-B14F-4D97-AF65-F5344CB8AC3E}">
        <p14:creationId xmlns:p14="http://schemas.microsoft.com/office/powerpoint/2010/main" val="333422800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3789</TotalTime>
  <Words>705</Words>
  <Application>Microsoft Office PowerPoint</Application>
  <PresentationFormat>寬螢幕</PresentationFormat>
  <Paragraphs>332</Paragraphs>
  <Slides>21</Slides>
  <Notes>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21</vt:i4>
      </vt:variant>
    </vt:vector>
  </HeadingPairs>
  <TitlesOfParts>
    <vt:vector size="29" baseType="lpstr">
      <vt:lpstr>新細明體</vt:lpstr>
      <vt:lpstr>標楷體</vt:lpstr>
      <vt:lpstr>Arial</vt:lpstr>
      <vt:lpstr>Calibri</vt:lpstr>
      <vt:lpstr>Calibri Light</vt:lpstr>
      <vt:lpstr>Symbol</vt:lpstr>
      <vt:lpstr>Times New Roman</vt:lpstr>
      <vt:lpstr>Office 佈景主題</vt:lpstr>
      <vt:lpstr>Intelligent Predictive String Search Algorithm</vt:lpstr>
      <vt:lpstr>Abstract 1</vt:lpstr>
      <vt:lpstr>Abstract 2</vt:lpstr>
      <vt:lpstr>Boyer Moore Algorithm</vt:lpstr>
      <vt:lpstr>Boyer Moore Algorithm</vt:lpstr>
      <vt:lpstr>Boyer Moore Algorithm</vt:lpstr>
      <vt:lpstr>Boyer Moore Algorithm</vt:lpstr>
      <vt:lpstr>Boyer Moore Algorithm</vt:lpstr>
      <vt:lpstr>Boyer Moore Algorithm</vt:lpstr>
      <vt:lpstr>移動距離</vt:lpstr>
      <vt:lpstr>Bad character</vt:lpstr>
      <vt:lpstr>suffix</vt:lpstr>
      <vt:lpstr>Good suffix</vt:lpstr>
      <vt:lpstr>Bmgs[]</vt:lpstr>
      <vt:lpstr>Time complexity</vt:lpstr>
      <vt:lpstr>The Proposed Algorithm</vt:lpstr>
      <vt:lpstr>The Proposed Algorithm</vt:lpstr>
      <vt:lpstr>The Proposed Algorithm</vt:lpstr>
      <vt:lpstr>The Proposed Algorithm</vt:lpstr>
      <vt:lpstr>The Proposed Algorithm</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Longest Increasing Subsequences in Sliding Windows</dc:title>
  <dc:creator>沈之承</dc:creator>
  <cp:lastModifiedBy>沈之承</cp:lastModifiedBy>
  <cp:revision>126</cp:revision>
  <dcterms:created xsi:type="dcterms:W3CDTF">2023-03-06T07:11:02Z</dcterms:created>
  <dcterms:modified xsi:type="dcterms:W3CDTF">2023-08-08T07:03:55Z</dcterms:modified>
</cp:coreProperties>
</file>