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56bd8716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1e56bd8716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but we dont build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which lead to lyndon subsequences?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56bd8716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1e56bd8716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6bd8716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1e56bd8716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Given a string S of length n, an integer p ∈ [1..n] is a period of S if S[i] = S[i + p] for all i ∈ [1..n − p].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S[|S| − p + 1] = c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56bd8716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e56bd8716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56bd8716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e56bd8716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56bd8716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1e56bd8716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implicitly represent trie by a stack S simulating a depth-first search(DFS)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56bd8716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1e56bd8716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f72b3b9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5f72b3b9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f72b3b9a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5f72b3b9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f72b3b9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5f72b3b9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 &gt; UW &gt; VW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f72b3b9a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5f72b3b9a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S &gt; V’ &gt; VW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f72b3b9a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5f72b3b9a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maintain dynamic array L[1..n]: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L[]: smallest text </a:t>
            </a:r>
            <a:r>
              <a:rPr lang="zh-TW"/>
              <a:t>position</a:t>
            </a:r>
            <a:r>
              <a:rPr lang="zh-TW"/>
              <a:t> i for which we know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5f72b3b9a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5f72b3b9a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f72b3b9a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25f72b3b9a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f72b3b9a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5f72b3b9a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f72b3b9a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5f72b3b9a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f72b3b9a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25f72b3b9a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Computing Longest (Common) Lyndon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Hideo Bannai, Tomohiro I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Tomasz Kociumaka, Dominik Köppl, Simon J. Puglisi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33rd International Workshop, IWOCA 2022, Trier, Germany, June 7–9, 2022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Aug.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0" lang="zh-TW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423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string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length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whose characters are drawn from an ordered alphabet of size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its longest Lyndon subsequence is a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ongest subsequence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is a Lyndon word. We propose algorithms for finding such a subsequence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with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space, or online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 and time. Our first result can be extended to find the longest common Lyndon subsequence of two strings of length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using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Lydon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string is called Lyndon if it is lexicographically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(≺) than all its proper suffixes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Lyndon: a, ab, aab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Lyndon: aba, abab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Lyndon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895350" y="3037275"/>
            <a:ext cx="590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[1..9]: bccdcc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[1..11]: abaccbc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[1..12]: bbcbccbcd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132275"/>
            <a:ext cx="73533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526" y="445025"/>
            <a:ext cx="4714373" cy="3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Trie of Lyndon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556875" y="397600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39600" y="1004850"/>
            <a:ext cx="35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c(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of node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end of leftmost occurrence of string read from root to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c(parent(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&lt; c(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526" y="445025"/>
            <a:ext cx="4714373" cy="3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Trie of Lyndon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556875" y="397600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zh-TW" sz="35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c c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zh-TW" sz="35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39600" y="1004850"/>
            <a:ext cx="35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leaves are Lyndon subsequences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deepest leaf is longest Lyndon subsequence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Pre-Lyndon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/ I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mmature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sring is called pre-Lyndon if it is a prefix of Lyndon string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is immature if it is pre-Lyndon but not Lyndon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Pre-Lyndon / Immature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50" y="1238399"/>
            <a:ext cx="7119250" cy="30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Pre-Lyndon / Immature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125" y="2347525"/>
            <a:ext cx="6253799" cy="27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pre-Lyndon,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character,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period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+ 1] ⇔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immature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+ 1] ⇔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Lyndon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Trie of Pre-Lyndon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2556875" y="397600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39600" y="1004850"/>
            <a:ext cx="35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2556875" y="397600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39600" y="1004850"/>
            <a:ext cx="35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[4,6,7]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Stack + Period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2556875" y="397600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[(4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),(6,2)]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+ 1]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with in-going edge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Improvement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39600" y="1004850"/>
            <a:ext cx="7166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visit a node u whose subsequence is lexicographically larger than a longer subsequence of an already visited node v, we prune u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800" y="853650"/>
            <a:ext cx="4471724" cy="21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439600" y="1004850"/>
            <a:ext cx="71667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Lyndon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Σ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Lyndon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≺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Lemma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125" y="2979275"/>
            <a:ext cx="4571400" cy="19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800" y="853650"/>
            <a:ext cx="4471724" cy="21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439600" y="1004850"/>
            <a:ext cx="75807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Lyndon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Σ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Lyndon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≺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UW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take suffix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≤ 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Lemma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800" y="853650"/>
            <a:ext cx="4471724" cy="21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439600" y="1004850"/>
            <a:ext cx="75807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Lyndon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Σ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Lyndon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≺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UW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take suffix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&gt; |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Lemma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700" y="2979275"/>
            <a:ext cx="2245675" cy="16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Algorithmic Execition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4438450" y="400505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state: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Ø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88750" y="3830425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∞ ∞ ∞ ∞ ∞ ∞ ∞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Algorithmic Execition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4438450" y="400505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(4,1) (6,2)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88750" y="3830425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6 ∞ ∞ ∞ ∞ ∞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Algorithmic Execition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4438450" y="400505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(4,1) (5,2) (6,3)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388750" y="3830425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5 6 ∞ ∞ ∞ ∞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Algorithmic Execition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4438450" y="400505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(1,1) (2,2) (3,3)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(5,4)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bccd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88750" y="3830425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2 3 5 ∞ ∞ ∞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00" y="445028"/>
            <a:ext cx="5276850" cy="3708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Algorithmic Execition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4438450" y="4005050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 c c a d b 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439600" y="1004850"/>
            <a:ext cx="35706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(1,1) (2,2) (5,3)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subsequence bcd at node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|bcd|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3 &lt; 5 ⇒ prune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88750" y="3830425"/>
            <a:ext cx="4276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2 3 5 ∞ ∞ ∞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 /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1028" l="0" r="0" t="1028"/>
          <a:stretch/>
        </p:blipFill>
        <p:spPr>
          <a:xfrm>
            <a:off x="942750" y="396325"/>
            <a:ext cx="7258527" cy="435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time: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