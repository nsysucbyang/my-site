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CFA6D5-504F-40EA-BACD-A0BF4C42532B}">
  <a:tblStyle styleId="{DFCFA6D5-504F-40EA-BACD-A0BF4C4253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2ebfdfe1a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2ebfdfe1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ebfdfe1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ebfdfe1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ebfdfe1a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ebfdfe1a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ebfdfe1a3_1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ebfdfe1a3_1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ebfdfe1a3_1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ebfdfe1a3_1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ebfdfe1a3_1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ebfdfe1a3_1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ebfdfe1a3_1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ebfdfe1a3_1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ebfdfe1a3_1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ebfdfe1a3_1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ebfdfe1a3_1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ebfdfe1a3_1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找Ｌ［ｋ］中最大的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７的ｐｒｅｖ是２，拿ａ２＝５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５的ｐｒｅｖ是１，拿ａ１＝３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ebfdfe1a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ebfdfe1a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ｂｉｎａｒｙ　ｓｅａｒｃｈ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空間複雜度Ｏ（ｎ）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ebfdfe1a3_1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ebfdfe1a3_1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ec468bdc7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ec468bdc7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ec468bdc7_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ec468bdc7_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ec468bdc7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ec468bdc7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ec468bdc7_1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2ec468bdc7_1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ec468bdc7_1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ec468bdc7_1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2ec468bdc7_1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2ec468bdc7_1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70449e0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70449e0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ＬＣＩＳ</a:t>
            </a:r>
            <a:r>
              <a:rPr lang="zh-TW"/>
              <a:t>長度＝３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ＬＣＩＳ＝１３５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ebfdfe1a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2ebfdfe1a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2ebfdfe1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2ebfdfe1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沒ｍａｔｃｈ：ｃｏｍｐａｒｉｓｏｎ一次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ｍａｔｃｈ：ｌｉｎｅａｒ　ｓｅａｒｃｈ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花Ｏ（ｎ）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ｓｐａｃｅ也是Ｏ（ｍｎ）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ebfdfe1a3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2ebfdfe1a3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latin typeface="Times New Roman"/>
                <a:ea typeface="Times New Roman"/>
                <a:cs typeface="Times New Roman"/>
                <a:sym typeface="Times New Roman"/>
              </a:rPr>
              <a:t>A Fast Algorithm for Computing a Longest Common Increasing Subsequence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I-Hsuan Yang, Chien-Pin Huang, Kun-Mao Chao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Processing Letters, Volume 93, Issue 5,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March 2005, Pages 249-253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Ju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A =〈a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〉and B =〈b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〉be two sequences, where each pair of elements in the sequences is comparable. A common increasing subsequence of A and B is a subsequence〈a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b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〉, where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⋯ &lt; i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j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j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⋯ &lt; j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that for all 1 ⩽ k &lt; l, we have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a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ik+1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longest common increasing subsequence of A and B is a common increasing subsequence of the maximum length.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presents an algorithm for delivering a longest common increasing subsequence in O(mn) time and O(mn) space.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02" name="Google Shape;102;p19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0" name="Google Shape;110;p20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8" name="Google Shape;118;p21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Folklore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26" name="Google Shape;126;p22"/>
          <p:cNvGraphicFramePr/>
          <p:nvPr/>
        </p:nvGraphicFramePr>
        <p:xfrm>
          <a:off x="952500" y="176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L[k]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Prev[i]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22"/>
          <p:cNvSpPr txBox="1"/>
          <p:nvPr/>
        </p:nvSpPr>
        <p:spPr>
          <a:xfrm>
            <a:off x="1389750" y="4109125"/>
            <a:ext cx="636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 length = 3		LIS = 3, 5, 7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 log n)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2" name="Google Shape;142;p24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4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" name="Google Shape;144;p24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" name="Google Shape;145;p24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24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56" name="Google Shape;156;p25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7" name="Google Shape;157;p25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p25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" name="Google Shape;161;p25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" name="Google Shape;162;p25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(1, 3)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(1, 3)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70" name="Google Shape;170;p26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6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4" name="Google Shape;174;p26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26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6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(2, 2)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84" name="Google Shape;184;p27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5" name="Google Shape;185;p27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7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" name="Google Shape;189;p27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7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98" name="Google Shape;198;p28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9" name="Google Shape;199;p28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2" name="Google Shape;202;p28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8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8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(4, 3)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(4, 3)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12" name="Google Shape;212;p29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3" name="Google Shape;213;p29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6" name="Google Shape;216;p29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29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Google Shape;218;p29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26" name="Google Shape;226;p30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7" name="Google Shape;227;p30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0" name="Google Shape;230;p30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30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30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(6, 4)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(6, 4)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40" name="Google Shape;240;p31"/>
          <p:cNvGraphicFramePr/>
          <p:nvPr/>
        </p:nvGraphicFramePr>
        <p:xfrm>
          <a:off x="952475" y="4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1" name="Google Shape;241;p31"/>
          <p:cNvSpPr txBox="1"/>
          <p:nvPr/>
        </p:nvSpPr>
        <p:spPr>
          <a:xfrm>
            <a:off x="738800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171925" y="4753400"/>
            <a:ext cx="11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L_index</a:t>
            </a:r>
            <a:r>
              <a:rPr baseline="-25000"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6586075" y="4753400"/>
            <a:ext cx="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Prev[i, j]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4" name="Google Shape;244;p31"/>
          <p:cNvGraphicFramePr/>
          <p:nvPr/>
        </p:nvGraphicFramePr>
        <p:xfrm>
          <a:off x="5563125" y="210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47025"/>
                <a:gridCol w="641750"/>
                <a:gridCol w="623025"/>
                <a:gridCol w="623025"/>
                <a:gridCol w="623025"/>
                <a:gridCol w="623025"/>
              </a:tblGrid>
              <a:tr h="20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i╲j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(-1, -1)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5" name="Google Shape;245;p31"/>
          <p:cNvGraphicFramePr/>
          <p:nvPr/>
        </p:nvGraphicFramePr>
        <p:xfrm>
          <a:off x="0" y="228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392850"/>
                <a:gridCol w="392850"/>
                <a:gridCol w="392850"/>
                <a:gridCol w="392850"/>
                <a:gridCol w="392850"/>
                <a:gridCol w="392850"/>
              </a:tblGrid>
              <a:tr h="27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31"/>
          <p:cNvGraphicFramePr/>
          <p:nvPr/>
        </p:nvGraphicFramePr>
        <p:xfrm>
          <a:off x="2440313" y="228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{DFCFA6D5-504F-40EA-BACD-A0BF4C42532B}</a:tableStyleId>
              </a:tblPr>
              <a:tblGrid>
                <a:gridCol w="421775"/>
                <a:gridCol w="525975"/>
                <a:gridCol w="525975"/>
                <a:gridCol w="525975"/>
                <a:gridCol w="525975"/>
                <a:gridCol w="5259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j╲k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(6, 4)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(6, 4)</a:t>
                      </a:r>
                      <a:endParaRPr sz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　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LCIS length = 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LCIS = 1, 3, 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O(mn)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