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70" r:id="rId4"/>
    <p:sldId id="271" r:id="rId5"/>
    <p:sldId id="272" r:id="rId6"/>
    <p:sldId id="274" r:id="rId7"/>
    <p:sldId id="273" r:id="rId8"/>
    <p:sldId id="275" r:id="rId9"/>
    <p:sldId id="276" r:id="rId10"/>
    <p:sldId id="277" r:id="rId11"/>
    <p:sldId id="278" r:id="rId12"/>
    <p:sldId id="279" r:id="rId13"/>
    <p:sldId id="281" r:id="rId14"/>
    <p:sldId id="280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414578-5835-485D-A797-12C6B257B115}" v="11" dt="2023-09-04T04:31:32.037"/>
    <p1510:client id="{E7DA5099-78A1-408B-84DF-074DE53BB9A0}" v="2911" dt="2023-08-31T07:26:23.869"/>
    <p1510:client id="{F70ECEBF-8AD3-43A7-BF35-843D2F9F26F7}" v="22" dt="2023-09-04T05:18:59.6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57" autoAdjust="0"/>
  </p:normalViewPr>
  <p:slideViewPr>
    <p:cSldViewPr snapToGrid="0">
      <p:cViewPr varScale="1">
        <p:scale>
          <a:sx n="65" d="100"/>
          <a:sy n="65" d="100"/>
        </p:scale>
        <p:origin x="9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適宏" userId="ba70bf4345ae8a18" providerId="Windows Live" clId="Web-{60414578-5835-485D-A797-12C6B257B115}"/>
    <pc:docChg chg="modSld sldOrd">
      <pc:chgData name="李 適宏" userId="ba70bf4345ae8a18" providerId="Windows Live" clId="Web-{60414578-5835-485D-A797-12C6B257B115}" dt="2023-09-04T04:31:32.037" v="10"/>
      <pc:docMkLst>
        <pc:docMk/>
      </pc:docMkLst>
      <pc:sldChg chg="modSp">
        <pc:chgData name="李 適宏" userId="ba70bf4345ae8a18" providerId="Windows Live" clId="Web-{60414578-5835-485D-A797-12C6B257B115}" dt="2023-09-04T04:27:19.961" v="9" actId="20577"/>
        <pc:sldMkLst>
          <pc:docMk/>
          <pc:sldMk cId="3671907888" sldId="258"/>
        </pc:sldMkLst>
        <pc:spChg chg="mod">
          <ac:chgData name="李 適宏" userId="ba70bf4345ae8a18" providerId="Windows Live" clId="Web-{60414578-5835-485D-A797-12C6B257B115}" dt="2023-09-04T04:27:19.961" v="9" actId="20577"/>
          <ac:spMkLst>
            <pc:docMk/>
            <pc:sldMk cId="3671907888" sldId="258"/>
            <ac:spMk id="3" creationId="{2E60A558-83F5-DC4B-E8C9-3EB0801F3EAE}"/>
          </ac:spMkLst>
        </pc:spChg>
      </pc:sldChg>
      <pc:sldChg chg="modSp">
        <pc:chgData name="李 適宏" userId="ba70bf4345ae8a18" providerId="Windows Live" clId="Web-{60414578-5835-485D-A797-12C6B257B115}" dt="2023-09-04T04:26:39.037" v="4" actId="20577"/>
        <pc:sldMkLst>
          <pc:docMk/>
          <pc:sldMk cId="3428300884" sldId="270"/>
        </pc:sldMkLst>
        <pc:spChg chg="mod">
          <ac:chgData name="李 適宏" userId="ba70bf4345ae8a18" providerId="Windows Live" clId="Web-{60414578-5835-485D-A797-12C6B257B115}" dt="2023-09-04T04:26:39.037" v="4" actId="20577"/>
          <ac:spMkLst>
            <pc:docMk/>
            <pc:sldMk cId="3428300884" sldId="270"/>
            <ac:spMk id="3" creationId="{2E60A558-83F5-DC4B-E8C9-3EB0801F3EAE}"/>
          </ac:spMkLst>
        </pc:spChg>
      </pc:sldChg>
      <pc:sldChg chg="ord">
        <pc:chgData name="李 適宏" userId="ba70bf4345ae8a18" providerId="Windows Live" clId="Web-{60414578-5835-485D-A797-12C6B257B115}" dt="2023-09-04T04:31:32.037" v="10"/>
        <pc:sldMkLst>
          <pc:docMk/>
          <pc:sldMk cId="3552292399" sldId="274"/>
        </pc:sldMkLst>
      </pc:sldChg>
    </pc:docChg>
  </pc:docChgLst>
  <pc:docChgLst>
    <pc:chgData name="李 適宏" userId="ba70bf4345ae8a18" providerId="Windows Live" clId="Web-{E7DA5099-78A1-408B-84DF-074DE53BB9A0}"/>
    <pc:docChg chg="addSld delSld modSld sldOrd">
      <pc:chgData name="李 適宏" userId="ba70bf4345ae8a18" providerId="Windows Live" clId="Web-{E7DA5099-78A1-408B-84DF-074DE53BB9A0}" dt="2023-08-31T07:26:23.869" v="2559" actId="20577"/>
      <pc:docMkLst>
        <pc:docMk/>
      </pc:docMkLst>
      <pc:sldChg chg="modSp modTransition">
        <pc:chgData name="李 適宏" userId="ba70bf4345ae8a18" providerId="Windows Live" clId="Web-{E7DA5099-78A1-408B-84DF-074DE53BB9A0}" dt="2023-08-31T07:19:27.153" v="2517"/>
        <pc:sldMkLst>
          <pc:docMk/>
          <pc:sldMk cId="2067857472" sldId="257"/>
        </pc:sldMkLst>
        <pc:spChg chg="mod">
          <ac:chgData name="李 適宏" userId="ba70bf4345ae8a18" providerId="Windows Live" clId="Web-{E7DA5099-78A1-408B-84DF-074DE53BB9A0}" dt="2023-08-30T09:50:44.315" v="7" actId="20577"/>
          <ac:spMkLst>
            <pc:docMk/>
            <pc:sldMk cId="2067857472" sldId="257"/>
            <ac:spMk id="2" creationId="{CC7901A9-EC42-0349-C42C-1EF1F72BF040}"/>
          </ac:spMkLst>
        </pc:spChg>
        <pc:spChg chg="mod">
          <ac:chgData name="李 適宏" userId="ba70bf4345ae8a18" providerId="Windows Live" clId="Web-{E7DA5099-78A1-408B-84DF-074DE53BB9A0}" dt="2023-08-30T09:51:59.990" v="17" actId="20577"/>
          <ac:spMkLst>
            <pc:docMk/>
            <pc:sldMk cId="2067857472" sldId="257"/>
            <ac:spMk id="3" creationId="{54DBE6CB-9CF8-48E7-B831-C6B10B6C080F}"/>
          </ac:spMkLst>
        </pc:spChg>
        <pc:spChg chg="mod">
          <ac:chgData name="李 適宏" userId="ba70bf4345ae8a18" providerId="Windows Live" clId="Web-{E7DA5099-78A1-408B-84DF-074DE53BB9A0}" dt="2023-08-30T09:56:00.011" v="36" actId="20577"/>
          <ac:spMkLst>
            <pc:docMk/>
            <pc:sldMk cId="2067857472" sldId="257"/>
            <ac:spMk id="4" creationId="{272805CA-C188-EA0E-0232-5E39FC11B582}"/>
          </ac:spMkLst>
        </pc:spChg>
      </pc:sldChg>
      <pc:sldChg chg="modSp modTransition">
        <pc:chgData name="李 適宏" userId="ba70bf4345ae8a18" providerId="Windows Live" clId="Web-{E7DA5099-78A1-408B-84DF-074DE53BB9A0}" dt="2023-08-31T07:24:26.568" v="2550" actId="20577"/>
        <pc:sldMkLst>
          <pc:docMk/>
          <pc:sldMk cId="3671907888" sldId="258"/>
        </pc:sldMkLst>
        <pc:spChg chg="mod">
          <ac:chgData name="李 適宏" userId="ba70bf4345ae8a18" providerId="Windows Live" clId="Web-{E7DA5099-78A1-408B-84DF-074DE53BB9A0}" dt="2023-08-31T07:24:26.568" v="2550" actId="20577"/>
          <ac:spMkLst>
            <pc:docMk/>
            <pc:sldMk cId="3671907888" sldId="258"/>
            <ac:spMk id="3" creationId="{2E60A558-83F5-DC4B-E8C9-3EB0801F3EAE}"/>
          </ac:spMkLst>
        </pc:spChg>
      </pc:sldChg>
      <pc:sldChg chg="modSp del">
        <pc:chgData name="李 適宏" userId="ba70bf4345ae8a18" providerId="Windows Live" clId="Web-{E7DA5099-78A1-408B-84DF-074DE53BB9A0}" dt="2023-08-31T07:19:04.762" v="2516"/>
        <pc:sldMkLst>
          <pc:docMk/>
          <pc:sldMk cId="3664592898" sldId="269"/>
        </pc:sldMkLst>
        <pc:spChg chg="mod">
          <ac:chgData name="李 適宏" userId="ba70bf4345ae8a18" providerId="Windows Live" clId="Web-{E7DA5099-78A1-408B-84DF-074DE53BB9A0}" dt="2023-08-31T07:18:55.121" v="2515" actId="20577"/>
          <ac:spMkLst>
            <pc:docMk/>
            <pc:sldMk cId="3664592898" sldId="269"/>
            <ac:spMk id="3" creationId="{09049979-F5A7-6534-10C1-F736244053A9}"/>
          </ac:spMkLst>
        </pc:spChg>
      </pc:sldChg>
      <pc:sldChg chg="modSp modTransition">
        <pc:chgData name="李 適宏" userId="ba70bf4345ae8a18" providerId="Windows Live" clId="Web-{E7DA5099-78A1-408B-84DF-074DE53BB9A0}" dt="2023-08-31T07:25:13.742" v="2557" actId="20577"/>
        <pc:sldMkLst>
          <pc:docMk/>
          <pc:sldMk cId="3428300884" sldId="270"/>
        </pc:sldMkLst>
        <pc:spChg chg="mod">
          <ac:chgData name="李 適宏" userId="ba70bf4345ae8a18" providerId="Windows Live" clId="Web-{E7DA5099-78A1-408B-84DF-074DE53BB9A0}" dt="2023-08-31T07:25:13.742" v="2557" actId="20577"/>
          <ac:spMkLst>
            <pc:docMk/>
            <pc:sldMk cId="3428300884" sldId="270"/>
            <ac:spMk id="3" creationId="{2E60A558-83F5-DC4B-E8C9-3EB0801F3EAE}"/>
          </ac:spMkLst>
        </pc:spChg>
      </pc:sldChg>
      <pc:sldChg chg="addSp delSp modSp new modNotes">
        <pc:chgData name="李 適宏" userId="ba70bf4345ae8a18" providerId="Windows Live" clId="Web-{E7DA5099-78A1-408B-84DF-074DE53BB9A0}" dt="2023-08-31T07:23:07.363" v="2522"/>
        <pc:sldMkLst>
          <pc:docMk/>
          <pc:sldMk cId="1196738268" sldId="271"/>
        </pc:sldMkLst>
        <pc:spChg chg="mod">
          <ac:chgData name="李 適宏" userId="ba70bf4345ae8a18" providerId="Windows Live" clId="Web-{E7DA5099-78A1-408B-84DF-074DE53BB9A0}" dt="2023-08-30T11:08:30.829" v="81" actId="20577"/>
          <ac:spMkLst>
            <pc:docMk/>
            <pc:sldMk cId="1196738268" sldId="271"/>
            <ac:spMk id="2" creationId="{714A1471-B659-9AFA-9FB7-C296825199DF}"/>
          </ac:spMkLst>
        </pc:spChg>
        <pc:spChg chg="mod">
          <ac:chgData name="李 適宏" userId="ba70bf4345ae8a18" providerId="Windows Live" clId="Web-{E7DA5099-78A1-408B-84DF-074DE53BB9A0}" dt="2023-08-30T11:23:34.912" v="208" actId="20577"/>
          <ac:spMkLst>
            <pc:docMk/>
            <pc:sldMk cId="1196738268" sldId="271"/>
            <ac:spMk id="3" creationId="{BB23D789-6263-68FE-1828-B082C1D4C87F}"/>
          </ac:spMkLst>
        </pc:spChg>
        <pc:spChg chg="add del mod">
          <ac:chgData name="李 適宏" userId="ba70bf4345ae8a18" providerId="Windows Live" clId="Web-{E7DA5099-78A1-408B-84DF-074DE53BB9A0}" dt="2023-08-31T07:23:06.441" v="2521"/>
          <ac:spMkLst>
            <pc:docMk/>
            <pc:sldMk cId="1196738268" sldId="271"/>
            <ac:spMk id="4" creationId="{634F2545-DE7D-59B6-0CD0-FEC5C2642F0D}"/>
          </ac:spMkLst>
        </pc:spChg>
        <pc:spChg chg="add mod">
          <ac:chgData name="李 適宏" userId="ba70bf4345ae8a18" providerId="Windows Live" clId="Web-{E7DA5099-78A1-408B-84DF-074DE53BB9A0}" dt="2023-08-31T07:23:07.363" v="2522"/>
          <ac:spMkLst>
            <pc:docMk/>
            <pc:sldMk cId="1196738268" sldId="271"/>
            <ac:spMk id="6" creationId="{E11BD203-F3E3-C11F-86C8-9E21F0E172C7}"/>
          </ac:spMkLst>
        </pc:spChg>
        <pc:picChg chg="add del mod">
          <ac:chgData name="李 適宏" userId="ba70bf4345ae8a18" providerId="Windows Live" clId="Web-{E7DA5099-78A1-408B-84DF-074DE53BB9A0}" dt="2023-08-30T11:11:19.630" v="107"/>
          <ac:picMkLst>
            <pc:docMk/>
            <pc:sldMk cId="1196738268" sldId="271"/>
            <ac:picMk id="4" creationId="{804AC9F9-0CD1-C557-D554-94CE053E334C}"/>
          </ac:picMkLst>
        </pc:picChg>
        <pc:picChg chg="add mod">
          <ac:chgData name="李 適宏" userId="ba70bf4345ae8a18" providerId="Windows Live" clId="Web-{E7DA5099-78A1-408B-84DF-074DE53BB9A0}" dt="2023-08-30T11:12:20.115" v="111" actId="1076"/>
          <ac:picMkLst>
            <pc:docMk/>
            <pc:sldMk cId="1196738268" sldId="271"/>
            <ac:picMk id="5" creationId="{080D0FF3-29DD-DCF0-135A-09ABBF2E9829}"/>
          </ac:picMkLst>
        </pc:picChg>
      </pc:sldChg>
      <pc:sldChg chg="addSp delSp modSp new">
        <pc:chgData name="李 適宏" userId="ba70bf4345ae8a18" providerId="Windows Live" clId="Web-{E7DA5099-78A1-408B-84DF-074DE53BB9A0}" dt="2023-08-31T07:23:12.519" v="2523"/>
        <pc:sldMkLst>
          <pc:docMk/>
          <pc:sldMk cId="3110931882" sldId="272"/>
        </pc:sldMkLst>
        <pc:spChg chg="mod">
          <ac:chgData name="李 適宏" userId="ba70bf4345ae8a18" providerId="Windows Live" clId="Web-{E7DA5099-78A1-408B-84DF-074DE53BB9A0}" dt="2023-08-30T11:24:07.913" v="225" actId="20577"/>
          <ac:spMkLst>
            <pc:docMk/>
            <pc:sldMk cId="3110931882" sldId="272"/>
            <ac:spMk id="2" creationId="{54FBA7F6-8A44-6BC2-C112-79F7BCAF0400}"/>
          </ac:spMkLst>
        </pc:spChg>
        <pc:spChg chg="del">
          <ac:chgData name="李 適宏" userId="ba70bf4345ae8a18" providerId="Windows Live" clId="Web-{E7DA5099-78A1-408B-84DF-074DE53BB9A0}" dt="2023-08-30T11:35:05.131" v="226"/>
          <ac:spMkLst>
            <pc:docMk/>
            <pc:sldMk cId="3110931882" sldId="272"/>
            <ac:spMk id="3" creationId="{12799C6B-A928-A441-5D1D-6BAB4CDA6B60}"/>
          </ac:spMkLst>
        </pc:spChg>
        <pc:spChg chg="add mod">
          <ac:chgData name="李 適宏" userId="ba70bf4345ae8a18" providerId="Windows Live" clId="Web-{E7DA5099-78A1-408B-84DF-074DE53BB9A0}" dt="2023-08-31T07:23:12.519" v="2523"/>
          <ac:spMkLst>
            <pc:docMk/>
            <pc:sldMk cId="3110931882" sldId="272"/>
            <ac:spMk id="3" creationId="{39F43FE4-649D-A30D-F15B-BC859062ED8E}"/>
          </ac:spMkLst>
        </pc:spChg>
        <pc:spChg chg="add mod">
          <ac:chgData name="李 適宏" userId="ba70bf4345ae8a18" providerId="Windows Live" clId="Web-{E7DA5099-78A1-408B-84DF-074DE53BB9A0}" dt="2023-08-30T12:40:57.912" v="373" actId="20577"/>
          <ac:spMkLst>
            <pc:docMk/>
            <pc:sldMk cId="3110931882" sldId="272"/>
            <ac:spMk id="5" creationId="{384F1F5F-5F06-AAE2-AC0F-0AC1575C90F4}"/>
          </ac:spMkLst>
        </pc:spChg>
        <pc:spChg chg="add mod">
          <ac:chgData name="李 適宏" userId="ba70bf4345ae8a18" providerId="Windows Live" clId="Web-{E7DA5099-78A1-408B-84DF-074DE53BB9A0}" dt="2023-08-30T12:27:47.810" v="317" actId="1076"/>
          <ac:spMkLst>
            <pc:docMk/>
            <pc:sldMk cId="3110931882" sldId="272"/>
            <ac:spMk id="6" creationId="{74604AC9-0E71-854D-B06A-0AE291917F90}"/>
          </ac:spMkLst>
        </pc:spChg>
        <pc:spChg chg="add del mod">
          <ac:chgData name="李 適宏" userId="ba70bf4345ae8a18" providerId="Windows Live" clId="Web-{E7DA5099-78A1-408B-84DF-074DE53BB9A0}" dt="2023-08-30T11:39:15.043" v="275"/>
          <ac:spMkLst>
            <pc:docMk/>
            <pc:sldMk cId="3110931882" sldId="272"/>
            <ac:spMk id="8" creationId="{897DCAF1-1538-888B-49C6-DF2645F3105F}"/>
          </ac:spMkLst>
        </pc:spChg>
        <pc:picChg chg="add del mod ord">
          <ac:chgData name="李 適宏" userId="ba70bf4345ae8a18" providerId="Windows Live" clId="Web-{E7DA5099-78A1-408B-84DF-074DE53BB9A0}" dt="2023-08-30T11:39:13.762" v="274"/>
          <ac:picMkLst>
            <pc:docMk/>
            <pc:sldMk cId="3110931882" sldId="272"/>
            <ac:picMk id="4" creationId="{20C506AE-7AFF-84D0-241C-9C12D4B5104B}"/>
          </ac:picMkLst>
        </pc:picChg>
        <pc:picChg chg="add mod ord">
          <ac:chgData name="李 適宏" userId="ba70bf4345ae8a18" providerId="Windows Live" clId="Web-{E7DA5099-78A1-408B-84DF-074DE53BB9A0}" dt="2023-08-30T11:40:40.529" v="293" actId="1076"/>
          <ac:picMkLst>
            <pc:docMk/>
            <pc:sldMk cId="3110931882" sldId="272"/>
            <ac:picMk id="9" creationId="{8073A0C4-4503-13E4-6ED3-879BE34D695B}"/>
          </ac:picMkLst>
        </pc:picChg>
        <pc:picChg chg="add mod">
          <ac:chgData name="李 適宏" userId="ba70bf4345ae8a18" providerId="Windows Live" clId="Web-{E7DA5099-78A1-408B-84DF-074DE53BB9A0}" dt="2023-08-30T12:28:59.359" v="331" actId="1076"/>
          <ac:picMkLst>
            <pc:docMk/>
            <pc:sldMk cId="3110931882" sldId="272"/>
            <ac:picMk id="10" creationId="{7330CB98-7BB0-E390-137A-91A7077C8187}"/>
          </ac:picMkLst>
        </pc:picChg>
      </pc:sldChg>
      <pc:sldChg chg="addSp delSp modSp new ord">
        <pc:chgData name="李 適宏" userId="ba70bf4345ae8a18" providerId="Windows Live" clId="Web-{E7DA5099-78A1-408B-84DF-074DE53BB9A0}" dt="2023-08-31T07:23:23.129" v="2541"/>
        <pc:sldMkLst>
          <pc:docMk/>
          <pc:sldMk cId="1551935164" sldId="273"/>
        </pc:sldMkLst>
        <pc:spChg chg="mod">
          <ac:chgData name="李 適宏" userId="ba70bf4345ae8a18" providerId="Windows Live" clId="Web-{E7DA5099-78A1-408B-84DF-074DE53BB9A0}" dt="2023-08-30T12:33:19.726" v="344" actId="20577"/>
          <ac:spMkLst>
            <pc:docMk/>
            <pc:sldMk cId="1551935164" sldId="273"/>
            <ac:spMk id="2" creationId="{586E7B9E-57DC-CBEB-89A8-BAB4955671D3}"/>
          </ac:spMkLst>
        </pc:spChg>
        <pc:spChg chg="add del mod">
          <ac:chgData name="李 適宏" userId="ba70bf4345ae8a18" providerId="Windows Live" clId="Web-{E7DA5099-78A1-408B-84DF-074DE53BB9A0}" dt="2023-08-30T12:27:55.201" v="320"/>
          <ac:spMkLst>
            <pc:docMk/>
            <pc:sldMk cId="1551935164" sldId="273"/>
            <ac:spMk id="3" creationId="{71F32AE9-BD79-625B-809D-90E1D46A9DCC}"/>
          </ac:spMkLst>
        </pc:spChg>
        <pc:spChg chg="add mod">
          <ac:chgData name="李 適宏" userId="ba70bf4345ae8a18" providerId="Windows Live" clId="Web-{E7DA5099-78A1-408B-84DF-074DE53BB9A0}" dt="2023-08-31T07:23:23.129" v="2541"/>
          <ac:spMkLst>
            <pc:docMk/>
            <pc:sldMk cId="1551935164" sldId="273"/>
            <ac:spMk id="3" creationId="{BF74973F-E3B6-DDD4-C893-02C5039B2550}"/>
          </ac:spMkLst>
        </pc:spChg>
        <pc:spChg chg="del">
          <ac:chgData name="李 適宏" userId="ba70bf4345ae8a18" providerId="Windows Live" clId="Web-{E7DA5099-78A1-408B-84DF-074DE53BB9A0}" dt="2023-08-30T11:39:55.294" v="278"/>
          <ac:spMkLst>
            <pc:docMk/>
            <pc:sldMk cId="1551935164" sldId="273"/>
            <ac:spMk id="3" creationId="{CD4351F0-137F-6239-55F6-4D76C8E6A942}"/>
          </ac:spMkLst>
        </pc:spChg>
        <pc:spChg chg="add del mod">
          <ac:chgData name="李 適宏" userId="ba70bf4345ae8a18" providerId="Windows Live" clId="Web-{E7DA5099-78A1-408B-84DF-074DE53BB9A0}" dt="2023-08-30T12:27:32.169" v="315"/>
          <ac:spMkLst>
            <pc:docMk/>
            <pc:sldMk cId="1551935164" sldId="273"/>
            <ac:spMk id="6" creationId="{B3826738-D20A-4EE0-70C8-E17CB48C9D3C}"/>
          </ac:spMkLst>
        </pc:spChg>
        <pc:spChg chg="add mod">
          <ac:chgData name="李 適宏" userId="ba70bf4345ae8a18" providerId="Windows Live" clId="Web-{E7DA5099-78A1-408B-84DF-074DE53BB9A0}" dt="2023-08-30T12:40:39.208" v="369" actId="20577"/>
          <ac:spMkLst>
            <pc:docMk/>
            <pc:sldMk cId="1551935164" sldId="273"/>
            <ac:spMk id="7" creationId="{7B70283C-D4CF-1F44-716D-03B304C2249A}"/>
          </ac:spMkLst>
        </pc:spChg>
        <pc:spChg chg="add mod">
          <ac:chgData name="李 適宏" userId="ba70bf4345ae8a18" providerId="Windows Live" clId="Web-{E7DA5099-78A1-408B-84DF-074DE53BB9A0}" dt="2023-08-30T12:40:44.817" v="370" actId="20577"/>
          <ac:spMkLst>
            <pc:docMk/>
            <pc:sldMk cId="1551935164" sldId="273"/>
            <ac:spMk id="9" creationId="{642B57A3-6253-FD80-BA86-C5EC45DB1705}"/>
          </ac:spMkLst>
        </pc:spChg>
        <pc:picChg chg="add del mod ord">
          <ac:chgData name="李 適宏" userId="ba70bf4345ae8a18" providerId="Windows Live" clId="Web-{E7DA5099-78A1-408B-84DF-074DE53BB9A0}" dt="2023-08-30T11:39:56.997" v="279"/>
          <ac:picMkLst>
            <pc:docMk/>
            <pc:sldMk cId="1551935164" sldId="273"/>
            <ac:picMk id="4" creationId="{A62D658F-7C38-CF0E-1888-A7686B01785B}"/>
          </ac:picMkLst>
        </pc:picChg>
        <pc:picChg chg="add del mod">
          <ac:chgData name="李 適宏" userId="ba70bf4345ae8a18" providerId="Windows Live" clId="Web-{E7DA5099-78A1-408B-84DF-074DE53BB9A0}" dt="2023-08-30T12:28:12.217" v="325"/>
          <ac:picMkLst>
            <pc:docMk/>
            <pc:sldMk cId="1551935164" sldId="273"/>
            <ac:picMk id="4" creationId="{C686695A-5C23-33FF-2152-A018B98C31F6}"/>
          </ac:picMkLst>
        </pc:picChg>
        <pc:picChg chg="add del mod">
          <ac:chgData name="李 適宏" userId="ba70bf4345ae8a18" providerId="Windows Live" clId="Web-{E7DA5099-78A1-408B-84DF-074DE53BB9A0}" dt="2023-08-30T12:34:08.212" v="353"/>
          <ac:picMkLst>
            <pc:docMk/>
            <pc:sldMk cId="1551935164" sldId="273"/>
            <ac:picMk id="5" creationId="{C5EBC955-CFAA-9004-9472-6E9370FE16DE}"/>
          </ac:picMkLst>
        </pc:picChg>
        <pc:picChg chg="add del mod">
          <ac:chgData name="李 適宏" userId="ba70bf4345ae8a18" providerId="Windows Live" clId="Web-{E7DA5099-78A1-408B-84DF-074DE53BB9A0}" dt="2023-08-30T12:34:08.509" v="354"/>
          <ac:picMkLst>
            <pc:docMk/>
            <pc:sldMk cId="1551935164" sldId="273"/>
            <ac:picMk id="8" creationId="{D6E5D283-BF59-6B40-1E21-1923DDC26443}"/>
          </ac:picMkLst>
        </pc:picChg>
        <pc:picChg chg="add mod">
          <ac:chgData name="李 適宏" userId="ba70bf4345ae8a18" providerId="Windows Live" clId="Web-{E7DA5099-78A1-408B-84DF-074DE53BB9A0}" dt="2023-08-30T12:36:11.919" v="358" actId="1076"/>
          <ac:picMkLst>
            <pc:docMk/>
            <pc:sldMk cId="1551935164" sldId="273"/>
            <ac:picMk id="10" creationId="{0A853D1A-5AA9-E382-60A2-92187BA88AF4}"/>
          </ac:picMkLst>
        </pc:picChg>
        <pc:picChg chg="add mod">
          <ac:chgData name="李 適宏" userId="ba70bf4345ae8a18" providerId="Windows Live" clId="Web-{E7DA5099-78A1-408B-84DF-074DE53BB9A0}" dt="2023-08-30T12:40:28.520" v="368" actId="1076"/>
          <ac:picMkLst>
            <pc:docMk/>
            <pc:sldMk cId="1551935164" sldId="273"/>
            <ac:picMk id="11" creationId="{CF88C92D-8DC9-8A55-B97C-4ED72EB2789F}"/>
          </ac:picMkLst>
        </pc:picChg>
      </pc:sldChg>
      <pc:sldChg chg="modSp new del">
        <pc:chgData name="李 適宏" userId="ba70bf4345ae8a18" providerId="Windows Live" clId="Web-{E7DA5099-78A1-408B-84DF-074DE53BB9A0}" dt="2023-08-30T12:33:27.164" v="345"/>
        <pc:sldMkLst>
          <pc:docMk/>
          <pc:sldMk cId="225342217" sldId="274"/>
        </pc:sldMkLst>
        <pc:spChg chg="mod">
          <ac:chgData name="李 適宏" userId="ba70bf4345ae8a18" providerId="Windows Live" clId="Web-{E7DA5099-78A1-408B-84DF-074DE53BB9A0}" dt="2023-08-30T12:33:06.882" v="343" actId="20577"/>
          <ac:spMkLst>
            <pc:docMk/>
            <pc:sldMk cId="225342217" sldId="274"/>
            <ac:spMk id="2" creationId="{6B4936EE-B8B0-5E65-CBD2-D9F303D20049}"/>
          </ac:spMkLst>
        </pc:spChg>
      </pc:sldChg>
      <pc:sldChg chg="addSp modSp add ord replId">
        <pc:chgData name="李 適宏" userId="ba70bf4345ae8a18" providerId="Windows Live" clId="Web-{E7DA5099-78A1-408B-84DF-074DE53BB9A0}" dt="2023-08-31T07:23:23.129" v="2540"/>
        <pc:sldMkLst>
          <pc:docMk/>
          <pc:sldMk cId="3552292399" sldId="274"/>
        </pc:sldMkLst>
        <pc:spChg chg="add mod">
          <ac:chgData name="李 適宏" userId="ba70bf4345ae8a18" providerId="Windows Live" clId="Web-{E7DA5099-78A1-408B-84DF-074DE53BB9A0}" dt="2023-08-31T07:23:23.129" v="2540"/>
          <ac:spMkLst>
            <pc:docMk/>
            <pc:sldMk cId="3552292399" sldId="274"/>
            <ac:spMk id="3" creationId="{8A139FA2-7E2C-5C5B-0677-F6275AE3FAE2}"/>
          </ac:spMkLst>
        </pc:spChg>
        <pc:spChg chg="mod">
          <ac:chgData name="李 適宏" userId="ba70bf4345ae8a18" providerId="Windows Live" clId="Web-{E7DA5099-78A1-408B-84DF-074DE53BB9A0}" dt="2023-08-30T12:40:48.927" v="371" actId="20577"/>
          <ac:spMkLst>
            <pc:docMk/>
            <pc:sldMk cId="3552292399" sldId="274"/>
            <ac:spMk id="7" creationId="{7B70283C-D4CF-1F44-716D-03B304C2249A}"/>
          </ac:spMkLst>
        </pc:spChg>
        <pc:spChg chg="mod">
          <ac:chgData name="李 適宏" userId="ba70bf4345ae8a18" providerId="Windows Live" clId="Web-{E7DA5099-78A1-408B-84DF-074DE53BB9A0}" dt="2023-08-30T12:40:52.318" v="372" actId="20577"/>
          <ac:spMkLst>
            <pc:docMk/>
            <pc:sldMk cId="3552292399" sldId="274"/>
            <ac:spMk id="9" creationId="{642B57A3-6253-FD80-BA86-C5EC45DB1705}"/>
          </ac:spMkLst>
        </pc:spChg>
      </pc:sldChg>
      <pc:sldChg chg="addSp delSp modSp add replId">
        <pc:chgData name="李 適宏" userId="ba70bf4345ae8a18" providerId="Windows Live" clId="Web-{E7DA5099-78A1-408B-84DF-074DE53BB9A0}" dt="2023-08-31T07:23:22.926" v="2525"/>
        <pc:sldMkLst>
          <pc:docMk/>
          <pc:sldMk cId="4084616550" sldId="275"/>
        </pc:sldMkLst>
        <pc:spChg chg="add mod">
          <ac:chgData name="李 適宏" userId="ba70bf4345ae8a18" providerId="Windows Live" clId="Web-{E7DA5099-78A1-408B-84DF-074DE53BB9A0}" dt="2023-08-31T07:23:22.926" v="2525"/>
          <ac:spMkLst>
            <pc:docMk/>
            <pc:sldMk cId="4084616550" sldId="275"/>
            <ac:spMk id="5" creationId="{6FAE04C4-35A8-4F06-8FC5-2899B7014F78}"/>
          </ac:spMkLst>
        </pc:spChg>
        <pc:spChg chg="mod">
          <ac:chgData name="李 適宏" userId="ba70bf4345ae8a18" providerId="Windows Live" clId="Web-{E7DA5099-78A1-408B-84DF-074DE53BB9A0}" dt="2023-08-30T12:46:11.811" v="379" actId="20577"/>
          <ac:spMkLst>
            <pc:docMk/>
            <pc:sldMk cId="4084616550" sldId="275"/>
            <ac:spMk id="7" creationId="{7B70283C-D4CF-1F44-716D-03B304C2249A}"/>
          </ac:spMkLst>
        </pc:spChg>
        <pc:spChg chg="mod">
          <ac:chgData name="李 適宏" userId="ba70bf4345ae8a18" providerId="Windows Live" clId="Web-{E7DA5099-78A1-408B-84DF-074DE53BB9A0}" dt="2023-08-30T12:46:27.296" v="383" actId="20577"/>
          <ac:spMkLst>
            <pc:docMk/>
            <pc:sldMk cId="4084616550" sldId="275"/>
            <ac:spMk id="9" creationId="{642B57A3-6253-FD80-BA86-C5EC45DB1705}"/>
          </ac:spMkLst>
        </pc:spChg>
        <pc:picChg chg="add mod">
          <ac:chgData name="李 適宏" userId="ba70bf4345ae8a18" providerId="Windows Live" clId="Web-{E7DA5099-78A1-408B-84DF-074DE53BB9A0}" dt="2023-08-30T20:39:45.504" v="1795" actId="1076"/>
          <ac:picMkLst>
            <pc:docMk/>
            <pc:sldMk cId="4084616550" sldId="275"/>
            <ac:picMk id="3" creationId="{AF46341E-6136-CD40-DA84-CE90AC9A2A39}"/>
          </ac:picMkLst>
        </pc:picChg>
        <pc:picChg chg="add mod">
          <ac:chgData name="李 適宏" userId="ba70bf4345ae8a18" providerId="Windows Live" clId="Web-{E7DA5099-78A1-408B-84DF-074DE53BB9A0}" dt="2023-08-30T12:49:53.521" v="392" actId="1076"/>
          <ac:picMkLst>
            <pc:docMk/>
            <pc:sldMk cId="4084616550" sldId="275"/>
            <ac:picMk id="4" creationId="{56DD295D-F342-2168-632F-290BF055947C}"/>
          </ac:picMkLst>
        </pc:picChg>
        <pc:picChg chg="del">
          <ac:chgData name="李 適宏" userId="ba70bf4345ae8a18" providerId="Windows Live" clId="Web-{E7DA5099-78A1-408B-84DF-074DE53BB9A0}" dt="2023-08-30T12:45:57.295" v="376"/>
          <ac:picMkLst>
            <pc:docMk/>
            <pc:sldMk cId="4084616550" sldId="275"/>
            <ac:picMk id="10" creationId="{0A853D1A-5AA9-E382-60A2-92187BA88AF4}"/>
          </ac:picMkLst>
        </pc:picChg>
        <pc:picChg chg="del">
          <ac:chgData name="李 適宏" userId="ba70bf4345ae8a18" providerId="Windows Live" clId="Web-{E7DA5099-78A1-408B-84DF-074DE53BB9A0}" dt="2023-08-30T12:45:45.951" v="375"/>
          <ac:picMkLst>
            <pc:docMk/>
            <pc:sldMk cId="4084616550" sldId="275"/>
            <ac:picMk id="11" creationId="{CF88C92D-8DC9-8A55-B97C-4ED72EB2789F}"/>
          </ac:picMkLst>
        </pc:picChg>
        <pc:cxnChg chg="add mod">
          <ac:chgData name="李 適宏" userId="ba70bf4345ae8a18" providerId="Windows Live" clId="Web-{E7DA5099-78A1-408B-84DF-074DE53BB9A0}" dt="2023-08-30T20:48:34.579" v="1892" actId="1076"/>
          <ac:cxnSpMkLst>
            <pc:docMk/>
            <pc:sldMk cId="4084616550" sldId="275"/>
            <ac:cxnSpMk id="6" creationId="{E61B31FE-B5A6-2D60-AF0B-2019933CD9BC}"/>
          </ac:cxnSpMkLst>
        </pc:cxnChg>
        <pc:cxnChg chg="add mod">
          <ac:chgData name="李 適宏" userId="ba70bf4345ae8a18" providerId="Windows Live" clId="Web-{E7DA5099-78A1-408B-84DF-074DE53BB9A0}" dt="2023-08-30T20:48:41.736" v="1895" actId="14100"/>
          <ac:cxnSpMkLst>
            <pc:docMk/>
            <pc:sldMk cId="4084616550" sldId="275"/>
            <ac:cxnSpMk id="10" creationId="{D0AB796D-9176-F1B0-1104-0F80EAC66D6B}"/>
          </ac:cxnSpMkLst>
        </pc:cxnChg>
      </pc:sldChg>
      <pc:sldChg chg="del">
        <pc:chgData name="李 適宏" userId="ba70bf4345ae8a18" providerId="Windows Live" clId="Web-{E7DA5099-78A1-408B-84DF-074DE53BB9A0}" dt="2023-08-30T09:56:24.434" v="46"/>
        <pc:sldMkLst>
          <pc:docMk/>
          <pc:sldMk cId="976314453" sldId="276"/>
        </pc:sldMkLst>
      </pc:sldChg>
      <pc:sldChg chg="addSp delSp modSp add replId">
        <pc:chgData name="李 適宏" userId="ba70bf4345ae8a18" providerId="Windows Live" clId="Web-{E7DA5099-78A1-408B-84DF-074DE53BB9A0}" dt="2023-08-31T07:23:22.926" v="2526"/>
        <pc:sldMkLst>
          <pc:docMk/>
          <pc:sldMk cId="1644202037" sldId="276"/>
        </pc:sldMkLst>
        <pc:spChg chg="add mod">
          <ac:chgData name="李 適宏" userId="ba70bf4345ae8a18" providerId="Windows Live" clId="Web-{E7DA5099-78A1-408B-84DF-074DE53BB9A0}" dt="2023-08-31T07:23:22.926" v="2526"/>
          <ac:spMkLst>
            <pc:docMk/>
            <pc:sldMk cId="1644202037" sldId="276"/>
            <ac:spMk id="3" creationId="{B4A54FD1-341D-5662-D4FA-A44C40142FE9}"/>
          </ac:spMkLst>
        </pc:spChg>
        <pc:spChg chg="mod">
          <ac:chgData name="李 適宏" userId="ba70bf4345ae8a18" providerId="Windows Live" clId="Web-{E7DA5099-78A1-408B-84DF-074DE53BB9A0}" dt="2023-08-30T12:50:11.006" v="397" actId="20577"/>
          <ac:spMkLst>
            <pc:docMk/>
            <pc:sldMk cId="1644202037" sldId="276"/>
            <ac:spMk id="7" creationId="{7B70283C-D4CF-1F44-716D-03B304C2249A}"/>
          </ac:spMkLst>
        </pc:spChg>
        <pc:spChg chg="mod">
          <ac:chgData name="李 適宏" userId="ba70bf4345ae8a18" providerId="Windows Live" clId="Web-{E7DA5099-78A1-408B-84DF-074DE53BB9A0}" dt="2023-08-30T12:50:19.256" v="399" actId="20577"/>
          <ac:spMkLst>
            <pc:docMk/>
            <pc:sldMk cId="1644202037" sldId="276"/>
            <ac:spMk id="9" creationId="{642B57A3-6253-FD80-BA86-C5EC45DB1705}"/>
          </ac:spMkLst>
        </pc:spChg>
        <pc:picChg chg="del">
          <ac:chgData name="李 適宏" userId="ba70bf4345ae8a18" providerId="Windows Live" clId="Web-{E7DA5099-78A1-408B-84DF-074DE53BB9A0}" dt="2023-08-30T12:50:04.318" v="394"/>
          <ac:picMkLst>
            <pc:docMk/>
            <pc:sldMk cId="1644202037" sldId="276"/>
            <ac:picMk id="3" creationId="{AF46341E-6136-CD40-DA84-CE90AC9A2A39}"/>
          </ac:picMkLst>
        </pc:picChg>
        <pc:picChg chg="del">
          <ac:chgData name="李 適宏" userId="ba70bf4345ae8a18" providerId="Windows Live" clId="Web-{E7DA5099-78A1-408B-84DF-074DE53BB9A0}" dt="2023-08-30T12:50:04.959" v="395"/>
          <ac:picMkLst>
            <pc:docMk/>
            <pc:sldMk cId="1644202037" sldId="276"/>
            <ac:picMk id="4" creationId="{56DD295D-F342-2168-632F-290BF055947C}"/>
          </ac:picMkLst>
        </pc:picChg>
        <pc:picChg chg="add mod">
          <ac:chgData name="李 適宏" userId="ba70bf4345ae8a18" providerId="Windows Live" clId="Web-{E7DA5099-78A1-408B-84DF-074DE53BB9A0}" dt="2023-08-30T12:53:10.917" v="402" actId="14100"/>
          <ac:picMkLst>
            <pc:docMk/>
            <pc:sldMk cId="1644202037" sldId="276"/>
            <ac:picMk id="5" creationId="{BD25DD76-FF56-5B83-29AA-A8A5C3CD9172}"/>
          </ac:picMkLst>
        </pc:picChg>
        <pc:picChg chg="add mod">
          <ac:chgData name="李 適宏" userId="ba70bf4345ae8a18" providerId="Windows Live" clId="Web-{E7DA5099-78A1-408B-84DF-074DE53BB9A0}" dt="2023-08-30T12:55:01.170" v="407" actId="1076"/>
          <ac:picMkLst>
            <pc:docMk/>
            <pc:sldMk cId="1644202037" sldId="276"/>
            <ac:picMk id="6" creationId="{586B9764-7AFF-2A7D-C0F9-9F9B3BCED405}"/>
          </ac:picMkLst>
        </pc:picChg>
        <pc:cxnChg chg="add mod">
          <ac:chgData name="李 適宏" userId="ba70bf4345ae8a18" providerId="Windows Live" clId="Web-{E7DA5099-78A1-408B-84DF-074DE53BB9A0}" dt="2023-08-30T20:48:18.360" v="1887" actId="14100"/>
          <ac:cxnSpMkLst>
            <pc:docMk/>
            <pc:sldMk cId="1644202037" sldId="276"/>
            <ac:cxnSpMk id="4" creationId="{1314AD16-A450-867F-CDE8-52C82295DC4A}"/>
          </ac:cxnSpMkLst>
        </pc:cxnChg>
        <pc:cxnChg chg="add mod">
          <ac:chgData name="李 適宏" userId="ba70bf4345ae8a18" providerId="Windows Live" clId="Web-{E7DA5099-78A1-408B-84DF-074DE53BB9A0}" dt="2023-08-30T20:48:25.829" v="1890" actId="14100"/>
          <ac:cxnSpMkLst>
            <pc:docMk/>
            <pc:sldMk cId="1644202037" sldId="276"/>
            <ac:cxnSpMk id="10" creationId="{8707903F-50EE-4843-2377-44DB3DFC00D6}"/>
          </ac:cxnSpMkLst>
        </pc:cxnChg>
      </pc:sldChg>
      <pc:sldChg chg="addSp delSp modSp add replId">
        <pc:chgData name="李 適宏" userId="ba70bf4345ae8a18" providerId="Windows Live" clId="Web-{E7DA5099-78A1-408B-84DF-074DE53BB9A0}" dt="2023-08-31T07:23:22.941" v="2527"/>
        <pc:sldMkLst>
          <pc:docMk/>
          <pc:sldMk cId="1108261142" sldId="277"/>
        </pc:sldMkLst>
        <pc:spChg chg="mod">
          <ac:chgData name="李 適宏" userId="ba70bf4345ae8a18" providerId="Windows Live" clId="Web-{E7DA5099-78A1-408B-84DF-074DE53BB9A0}" dt="2023-08-30T18:46:13.743" v="601" actId="20577"/>
          <ac:spMkLst>
            <pc:docMk/>
            <pc:sldMk cId="1108261142" sldId="277"/>
            <ac:spMk id="2" creationId="{586E7B9E-57DC-CBEB-89A8-BAB4955671D3}"/>
          </ac:spMkLst>
        </pc:spChg>
        <pc:spChg chg="add mod">
          <ac:chgData name="李 適宏" userId="ba70bf4345ae8a18" providerId="Windows Live" clId="Web-{E7DA5099-78A1-408B-84DF-074DE53BB9A0}" dt="2023-08-31T07:23:22.941" v="2527"/>
          <ac:spMkLst>
            <pc:docMk/>
            <pc:sldMk cId="1108261142" sldId="277"/>
            <ac:spMk id="5" creationId="{93E866EE-CA50-DC17-3BDB-3DD0EA87EF37}"/>
          </ac:spMkLst>
        </pc:spChg>
        <pc:spChg chg="mod">
          <ac:chgData name="李 適宏" userId="ba70bf4345ae8a18" providerId="Windows Live" clId="Web-{E7DA5099-78A1-408B-84DF-074DE53BB9A0}" dt="2023-08-30T12:55:26.234" v="413" actId="20577"/>
          <ac:spMkLst>
            <pc:docMk/>
            <pc:sldMk cId="1108261142" sldId="277"/>
            <ac:spMk id="7" creationId="{7B70283C-D4CF-1F44-716D-03B304C2249A}"/>
          </ac:spMkLst>
        </pc:spChg>
        <pc:spChg chg="mod">
          <ac:chgData name="李 適宏" userId="ba70bf4345ae8a18" providerId="Windows Live" clId="Web-{E7DA5099-78A1-408B-84DF-074DE53BB9A0}" dt="2023-08-30T13:00:10.086" v="427" actId="20577"/>
          <ac:spMkLst>
            <pc:docMk/>
            <pc:sldMk cId="1108261142" sldId="277"/>
            <ac:spMk id="9" creationId="{642B57A3-6253-FD80-BA86-C5EC45DB1705}"/>
          </ac:spMkLst>
        </pc:spChg>
        <pc:picChg chg="add mod">
          <ac:chgData name="李 適宏" userId="ba70bf4345ae8a18" providerId="Windows Live" clId="Web-{E7DA5099-78A1-408B-84DF-074DE53BB9A0}" dt="2023-08-30T12:57:04.237" v="420" actId="14100"/>
          <ac:picMkLst>
            <pc:docMk/>
            <pc:sldMk cId="1108261142" sldId="277"/>
            <ac:picMk id="3" creationId="{31790599-A2DE-5C16-3410-92521D5E9D47}"/>
          </ac:picMkLst>
        </pc:picChg>
        <pc:picChg chg="add mod">
          <ac:chgData name="李 適宏" userId="ba70bf4345ae8a18" providerId="Windows Live" clId="Web-{E7DA5099-78A1-408B-84DF-074DE53BB9A0}" dt="2023-08-30T12:59:47.944" v="424" actId="1076"/>
          <ac:picMkLst>
            <pc:docMk/>
            <pc:sldMk cId="1108261142" sldId="277"/>
            <ac:picMk id="4" creationId="{4D1C6ADD-071C-C7E0-64FA-1922A67FE4E8}"/>
          </ac:picMkLst>
        </pc:picChg>
        <pc:picChg chg="del">
          <ac:chgData name="李 適宏" userId="ba70bf4345ae8a18" providerId="Windows Live" clId="Web-{E7DA5099-78A1-408B-84DF-074DE53BB9A0}" dt="2023-08-30T12:55:18.124" v="409"/>
          <ac:picMkLst>
            <pc:docMk/>
            <pc:sldMk cId="1108261142" sldId="277"/>
            <ac:picMk id="5" creationId="{BD25DD76-FF56-5B83-29AA-A8A5C3CD9172}"/>
          </ac:picMkLst>
        </pc:picChg>
        <pc:picChg chg="del">
          <ac:chgData name="李 適宏" userId="ba70bf4345ae8a18" providerId="Windows Live" clId="Web-{E7DA5099-78A1-408B-84DF-074DE53BB9A0}" dt="2023-08-30T12:55:18.687" v="410"/>
          <ac:picMkLst>
            <pc:docMk/>
            <pc:sldMk cId="1108261142" sldId="277"/>
            <ac:picMk id="6" creationId="{586B9764-7AFF-2A7D-C0F9-9F9B3BCED405}"/>
          </ac:picMkLst>
        </pc:picChg>
        <pc:cxnChg chg="add mod">
          <ac:chgData name="李 適宏" userId="ba70bf4345ae8a18" providerId="Windows Live" clId="Web-{E7DA5099-78A1-408B-84DF-074DE53BB9A0}" dt="2023-08-30T20:47:58.094" v="1880" actId="1076"/>
          <ac:cxnSpMkLst>
            <pc:docMk/>
            <pc:sldMk cId="1108261142" sldId="277"/>
            <ac:cxnSpMk id="6" creationId="{92DCA5B9-0901-8CB0-6416-01C86CAB0D16}"/>
          </ac:cxnSpMkLst>
        </pc:cxnChg>
        <pc:cxnChg chg="add mod">
          <ac:chgData name="李 適宏" userId="ba70bf4345ae8a18" providerId="Windows Live" clId="Web-{E7DA5099-78A1-408B-84DF-074DE53BB9A0}" dt="2023-08-30T20:48:09.297" v="1884" actId="14100"/>
          <ac:cxnSpMkLst>
            <pc:docMk/>
            <pc:sldMk cId="1108261142" sldId="277"/>
            <ac:cxnSpMk id="10" creationId="{6C1A636E-AD67-5DA5-AB87-9CC192303540}"/>
          </ac:cxnSpMkLst>
        </pc:cxnChg>
      </pc:sldChg>
      <pc:sldChg chg="del">
        <pc:chgData name="李 適宏" userId="ba70bf4345ae8a18" providerId="Windows Live" clId="Web-{E7DA5099-78A1-408B-84DF-074DE53BB9A0}" dt="2023-08-30T09:56:24.606" v="47"/>
        <pc:sldMkLst>
          <pc:docMk/>
          <pc:sldMk cId="1562261445" sldId="277"/>
        </pc:sldMkLst>
      </pc:sldChg>
      <pc:sldChg chg="addSp delSp modSp add replId">
        <pc:chgData name="李 適宏" userId="ba70bf4345ae8a18" providerId="Windows Live" clId="Web-{E7DA5099-78A1-408B-84DF-074DE53BB9A0}" dt="2023-08-31T07:23:22.957" v="2528"/>
        <pc:sldMkLst>
          <pc:docMk/>
          <pc:sldMk cId="2778347549" sldId="278"/>
        </pc:sldMkLst>
        <pc:spChg chg="mod">
          <ac:chgData name="李 適宏" userId="ba70bf4345ae8a18" providerId="Windows Live" clId="Web-{E7DA5099-78A1-408B-84DF-074DE53BB9A0}" dt="2023-08-30T18:46:21.540" v="603" actId="20577"/>
          <ac:spMkLst>
            <pc:docMk/>
            <pc:sldMk cId="2778347549" sldId="278"/>
            <ac:spMk id="2" creationId="{586E7B9E-57DC-CBEB-89A8-BAB4955671D3}"/>
          </ac:spMkLst>
        </pc:spChg>
        <pc:spChg chg="add mod">
          <ac:chgData name="李 適宏" userId="ba70bf4345ae8a18" providerId="Windows Live" clId="Web-{E7DA5099-78A1-408B-84DF-074DE53BB9A0}" dt="2023-08-31T07:23:22.957" v="2528"/>
          <ac:spMkLst>
            <pc:docMk/>
            <pc:sldMk cId="2778347549" sldId="278"/>
            <ac:spMk id="3" creationId="{5B8EAAD2-E307-242C-3D1C-2124E7695518}"/>
          </ac:spMkLst>
        </pc:spChg>
        <pc:spChg chg="add del mod">
          <ac:chgData name="李 適宏" userId="ba70bf4345ae8a18" providerId="Windows Live" clId="Web-{E7DA5099-78A1-408B-84DF-074DE53BB9A0}" dt="2023-08-30T13:03:10.763" v="446"/>
          <ac:spMkLst>
            <pc:docMk/>
            <pc:sldMk cId="2778347549" sldId="278"/>
            <ac:spMk id="5" creationId="{59F03AF3-C7ED-5FD8-319E-09229F8F672A}"/>
          </ac:spMkLst>
        </pc:spChg>
        <pc:spChg chg="mod">
          <ac:chgData name="李 適宏" userId="ba70bf4345ae8a18" providerId="Windows Live" clId="Web-{E7DA5099-78A1-408B-84DF-074DE53BB9A0}" dt="2023-08-30T13:00:32.946" v="437" actId="20577"/>
          <ac:spMkLst>
            <pc:docMk/>
            <pc:sldMk cId="2778347549" sldId="278"/>
            <ac:spMk id="7" creationId="{7B70283C-D4CF-1F44-716D-03B304C2249A}"/>
          </ac:spMkLst>
        </pc:spChg>
        <pc:spChg chg="mod">
          <ac:chgData name="李 適宏" userId="ba70bf4345ae8a18" providerId="Windows Live" clId="Web-{E7DA5099-78A1-408B-84DF-074DE53BB9A0}" dt="2023-08-30T13:00:39.758" v="440" actId="20577"/>
          <ac:spMkLst>
            <pc:docMk/>
            <pc:sldMk cId="2778347549" sldId="278"/>
            <ac:spMk id="9" creationId="{642B57A3-6253-FD80-BA86-C5EC45DB1705}"/>
          </ac:spMkLst>
        </pc:spChg>
        <pc:picChg chg="del">
          <ac:chgData name="李 適宏" userId="ba70bf4345ae8a18" providerId="Windows Live" clId="Web-{E7DA5099-78A1-408B-84DF-074DE53BB9A0}" dt="2023-08-30T13:00:46.368" v="441"/>
          <ac:picMkLst>
            <pc:docMk/>
            <pc:sldMk cId="2778347549" sldId="278"/>
            <ac:picMk id="3" creationId="{31790599-A2DE-5C16-3410-92521D5E9D47}"/>
          </ac:picMkLst>
        </pc:picChg>
        <pc:picChg chg="del">
          <ac:chgData name="李 適宏" userId="ba70bf4345ae8a18" providerId="Windows Live" clId="Web-{E7DA5099-78A1-408B-84DF-074DE53BB9A0}" dt="2023-08-30T13:00:46.571" v="442"/>
          <ac:picMkLst>
            <pc:docMk/>
            <pc:sldMk cId="2778347549" sldId="278"/>
            <ac:picMk id="4" creationId="{4D1C6ADD-071C-C7E0-64FA-1922A67FE4E8}"/>
          </ac:picMkLst>
        </pc:picChg>
        <pc:picChg chg="add mod">
          <ac:chgData name="李 適宏" userId="ba70bf4345ae8a18" providerId="Windows Live" clId="Web-{E7DA5099-78A1-408B-84DF-074DE53BB9A0}" dt="2023-08-30T13:03:29.560" v="450" actId="1076"/>
          <ac:picMkLst>
            <pc:docMk/>
            <pc:sldMk cId="2778347549" sldId="278"/>
            <ac:picMk id="6" creationId="{5D0A4FC2-3D58-E499-5175-88A846022B55}"/>
          </ac:picMkLst>
        </pc:picChg>
        <pc:picChg chg="add mod">
          <ac:chgData name="李 適宏" userId="ba70bf4345ae8a18" providerId="Windows Live" clId="Web-{E7DA5099-78A1-408B-84DF-074DE53BB9A0}" dt="2023-08-30T13:04:46.906" v="454" actId="1076"/>
          <ac:picMkLst>
            <pc:docMk/>
            <pc:sldMk cId="2778347549" sldId="278"/>
            <ac:picMk id="8" creationId="{176243BC-6B65-BF69-6D42-5D8D52CC3A8F}"/>
          </ac:picMkLst>
        </pc:picChg>
        <pc:cxnChg chg="add mod">
          <ac:chgData name="李 適宏" userId="ba70bf4345ae8a18" providerId="Windows Live" clId="Web-{E7DA5099-78A1-408B-84DF-074DE53BB9A0}" dt="2023-08-30T20:47:35.921" v="1875" actId="14100"/>
          <ac:cxnSpMkLst>
            <pc:docMk/>
            <pc:sldMk cId="2778347549" sldId="278"/>
            <ac:cxnSpMk id="4" creationId="{2F117D60-DB32-F27F-F202-745DE38E991D}"/>
          </ac:cxnSpMkLst>
        </pc:cxnChg>
        <pc:cxnChg chg="add mod">
          <ac:chgData name="李 適宏" userId="ba70bf4345ae8a18" providerId="Windows Live" clId="Web-{E7DA5099-78A1-408B-84DF-074DE53BB9A0}" dt="2023-08-30T20:47:45.656" v="1878" actId="14100"/>
          <ac:cxnSpMkLst>
            <pc:docMk/>
            <pc:sldMk cId="2778347549" sldId="278"/>
            <ac:cxnSpMk id="10" creationId="{BAE26980-54EC-4ADF-5E7C-A0AD63CACEE3}"/>
          </ac:cxnSpMkLst>
        </pc:cxnChg>
      </pc:sldChg>
      <pc:sldChg chg="del">
        <pc:chgData name="李 適宏" userId="ba70bf4345ae8a18" providerId="Windows Live" clId="Web-{E7DA5099-78A1-408B-84DF-074DE53BB9A0}" dt="2023-08-30T09:56:24.434" v="44"/>
        <pc:sldMkLst>
          <pc:docMk/>
          <pc:sldMk cId="1139216738" sldId="279"/>
        </pc:sldMkLst>
      </pc:sldChg>
      <pc:sldChg chg="addSp delSp modSp add replId">
        <pc:chgData name="李 適宏" userId="ba70bf4345ae8a18" providerId="Windows Live" clId="Web-{E7DA5099-78A1-408B-84DF-074DE53BB9A0}" dt="2023-08-31T07:23:22.957" v="2529"/>
        <pc:sldMkLst>
          <pc:docMk/>
          <pc:sldMk cId="2876509648" sldId="279"/>
        </pc:sldMkLst>
        <pc:spChg chg="add mod">
          <ac:chgData name="李 適宏" userId="ba70bf4345ae8a18" providerId="Windows Live" clId="Web-{E7DA5099-78A1-408B-84DF-074DE53BB9A0}" dt="2023-08-31T07:23:22.957" v="2529"/>
          <ac:spMkLst>
            <pc:docMk/>
            <pc:sldMk cId="2876509648" sldId="279"/>
            <ac:spMk id="4" creationId="{2AB043E5-7C75-04A2-0A97-DAC773960FD2}"/>
          </ac:spMkLst>
        </pc:spChg>
        <pc:spChg chg="mod">
          <ac:chgData name="李 適宏" userId="ba70bf4345ae8a18" providerId="Windows Live" clId="Web-{E7DA5099-78A1-408B-84DF-074DE53BB9A0}" dt="2023-08-30T13:20:23.855" v="565" actId="20577"/>
          <ac:spMkLst>
            <pc:docMk/>
            <pc:sldMk cId="2876509648" sldId="279"/>
            <ac:spMk id="7" creationId="{7B70283C-D4CF-1F44-716D-03B304C2249A}"/>
          </ac:spMkLst>
        </pc:spChg>
        <pc:spChg chg="del">
          <ac:chgData name="李 適宏" userId="ba70bf4345ae8a18" providerId="Windows Live" clId="Web-{E7DA5099-78A1-408B-84DF-074DE53BB9A0}" dt="2023-08-30T13:05:16.001" v="462"/>
          <ac:spMkLst>
            <pc:docMk/>
            <pc:sldMk cId="2876509648" sldId="279"/>
            <ac:spMk id="9" creationId="{642B57A3-6253-FD80-BA86-C5EC45DB1705}"/>
          </ac:spMkLst>
        </pc:spChg>
        <pc:spChg chg="add mod">
          <ac:chgData name="李 適宏" userId="ba70bf4345ae8a18" providerId="Windows Live" clId="Web-{E7DA5099-78A1-408B-84DF-074DE53BB9A0}" dt="2023-08-30T19:19:00.638" v="808" actId="20577"/>
          <ac:spMkLst>
            <pc:docMk/>
            <pc:sldMk cId="2876509648" sldId="279"/>
            <ac:spMk id="10" creationId="{57B27060-23DD-C14E-2199-90760FF9DE5F}"/>
          </ac:spMkLst>
        </pc:spChg>
        <pc:spChg chg="add del">
          <ac:chgData name="李 適宏" userId="ba70bf4345ae8a18" providerId="Windows Live" clId="Web-{E7DA5099-78A1-408B-84DF-074DE53BB9A0}" dt="2023-08-30T13:09:33.165" v="485"/>
          <ac:spMkLst>
            <pc:docMk/>
            <pc:sldMk cId="2876509648" sldId="279"/>
            <ac:spMk id="11" creationId="{3DBDFE4C-0451-AF39-1607-FA31B17A58D9}"/>
          </ac:spMkLst>
        </pc:spChg>
        <pc:picChg chg="add mod">
          <ac:chgData name="李 適宏" userId="ba70bf4345ae8a18" providerId="Windows Live" clId="Web-{E7DA5099-78A1-408B-84DF-074DE53BB9A0}" dt="2023-08-30T13:06:39.378" v="467" actId="1076"/>
          <ac:picMkLst>
            <pc:docMk/>
            <pc:sldMk cId="2876509648" sldId="279"/>
            <ac:picMk id="3" creationId="{3AE7C658-6F42-8BFB-3AC0-E0A9B05E94D8}"/>
          </ac:picMkLst>
        </pc:picChg>
        <pc:picChg chg="add del mod">
          <ac:chgData name="李 適宏" userId="ba70bf4345ae8a18" providerId="Windows Live" clId="Web-{E7DA5099-78A1-408B-84DF-074DE53BB9A0}" dt="2023-08-30T13:07:25.536" v="470"/>
          <ac:picMkLst>
            <pc:docMk/>
            <pc:sldMk cId="2876509648" sldId="279"/>
            <ac:picMk id="5" creationId="{32D88D96-F8B6-4AF4-BFC2-0F538B57C691}"/>
          </ac:picMkLst>
        </pc:picChg>
        <pc:picChg chg="del">
          <ac:chgData name="李 適宏" userId="ba70bf4345ae8a18" providerId="Windows Live" clId="Web-{E7DA5099-78A1-408B-84DF-074DE53BB9A0}" dt="2023-08-30T13:04:58.922" v="456"/>
          <ac:picMkLst>
            <pc:docMk/>
            <pc:sldMk cId="2876509648" sldId="279"/>
            <ac:picMk id="6" creationId="{5D0A4FC2-3D58-E499-5175-88A846022B55}"/>
          </ac:picMkLst>
        </pc:picChg>
        <pc:picChg chg="del">
          <ac:chgData name="李 適宏" userId="ba70bf4345ae8a18" providerId="Windows Live" clId="Web-{E7DA5099-78A1-408B-84DF-074DE53BB9A0}" dt="2023-08-30T13:04:59.453" v="457"/>
          <ac:picMkLst>
            <pc:docMk/>
            <pc:sldMk cId="2876509648" sldId="279"/>
            <ac:picMk id="8" creationId="{176243BC-6B65-BF69-6D42-5D8D52CC3A8F}"/>
          </ac:picMkLst>
        </pc:picChg>
        <pc:cxnChg chg="add mod">
          <ac:chgData name="李 適宏" userId="ba70bf4345ae8a18" providerId="Windows Live" clId="Web-{E7DA5099-78A1-408B-84DF-074DE53BB9A0}" dt="2023-08-30T20:47:24.749" v="1872" actId="1076"/>
          <ac:cxnSpMkLst>
            <pc:docMk/>
            <pc:sldMk cId="2876509648" sldId="279"/>
            <ac:cxnSpMk id="5" creationId="{12E06FFC-7339-CACA-18CD-9B3B6B363754}"/>
          </ac:cxnSpMkLst>
        </pc:cxnChg>
      </pc:sldChg>
      <pc:sldChg chg="del">
        <pc:chgData name="李 適宏" userId="ba70bf4345ae8a18" providerId="Windows Live" clId="Web-{E7DA5099-78A1-408B-84DF-074DE53BB9A0}" dt="2023-08-30T09:56:24.434" v="45"/>
        <pc:sldMkLst>
          <pc:docMk/>
          <pc:sldMk cId="2089769532" sldId="280"/>
        </pc:sldMkLst>
      </pc:sldChg>
      <pc:sldChg chg="addSp modSp new ord modNotes">
        <pc:chgData name="李 適宏" userId="ba70bf4345ae8a18" providerId="Windows Live" clId="Web-{E7DA5099-78A1-408B-84DF-074DE53BB9A0}" dt="2023-08-31T07:23:22.988" v="2531"/>
        <pc:sldMkLst>
          <pc:docMk/>
          <pc:sldMk cId="2366481983" sldId="280"/>
        </pc:sldMkLst>
        <pc:spChg chg="mod">
          <ac:chgData name="李 適宏" userId="ba70bf4345ae8a18" providerId="Windows Live" clId="Web-{E7DA5099-78A1-408B-84DF-074DE53BB9A0}" dt="2023-08-30T18:46:01.071" v="600" actId="20577"/>
          <ac:spMkLst>
            <pc:docMk/>
            <pc:sldMk cId="2366481983" sldId="280"/>
            <ac:spMk id="2" creationId="{22B757A1-34EF-296F-C492-509B10CCA717}"/>
          </ac:spMkLst>
        </pc:spChg>
        <pc:spChg chg="mod">
          <ac:chgData name="李 適宏" userId="ba70bf4345ae8a18" providerId="Windows Live" clId="Web-{E7DA5099-78A1-408B-84DF-074DE53BB9A0}" dt="2023-08-30T18:56:33.840" v="713" actId="20577"/>
          <ac:spMkLst>
            <pc:docMk/>
            <pc:sldMk cId="2366481983" sldId="280"/>
            <ac:spMk id="3" creationId="{96577230-7D86-D0B7-608C-4C71188C0301}"/>
          </ac:spMkLst>
        </pc:spChg>
        <pc:spChg chg="add mod">
          <ac:chgData name="李 適宏" userId="ba70bf4345ae8a18" providerId="Windows Live" clId="Web-{E7DA5099-78A1-408B-84DF-074DE53BB9A0}" dt="2023-08-31T07:23:22.988" v="2531"/>
          <ac:spMkLst>
            <pc:docMk/>
            <pc:sldMk cId="2366481983" sldId="280"/>
            <ac:spMk id="4" creationId="{CB31F11B-9FF8-C371-D1BE-7B33E2E6E5ED}"/>
          </ac:spMkLst>
        </pc:spChg>
      </pc:sldChg>
      <pc:sldChg chg="del">
        <pc:chgData name="李 適宏" userId="ba70bf4345ae8a18" providerId="Windows Live" clId="Web-{E7DA5099-78A1-408B-84DF-074DE53BB9A0}" dt="2023-08-30T09:56:24.153" v="43"/>
        <pc:sldMkLst>
          <pc:docMk/>
          <pc:sldMk cId="139360540" sldId="281"/>
        </pc:sldMkLst>
      </pc:sldChg>
      <pc:sldChg chg="addSp delSp modSp new">
        <pc:chgData name="李 適宏" userId="ba70bf4345ae8a18" providerId="Windows Live" clId="Web-{E7DA5099-78A1-408B-84DF-074DE53BB9A0}" dt="2023-08-31T07:26:23.869" v="2559" actId="20577"/>
        <pc:sldMkLst>
          <pc:docMk/>
          <pc:sldMk cId="1250583130" sldId="281"/>
        </pc:sldMkLst>
        <pc:spChg chg="mod">
          <ac:chgData name="李 適宏" userId="ba70bf4345ae8a18" providerId="Windows Live" clId="Web-{E7DA5099-78A1-408B-84DF-074DE53BB9A0}" dt="2023-08-30T18:58:56.954" v="716" actId="20577"/>
          <ac:spMkLst>
            <pc:docMk/>
            <pc:sldMk cId="1250583130" sldId="281"/>
            <ac:spMk id="2" creationId="{274890AF-9A0C-4C2E-42B0-73C0D726D449}"/>
          </ac:spMkLst>
        </pc:spChg>
        <pc:spChg chg="mod">
          <ac:chgData name="李 適宏" userId="ba70bf4345ae8a18" providerId="Windows Live" clId="Web-{E7DA5099-78A1-408B-84DF-074DE53BB9A0}" dt="2023-08-31T07:26:23.869" v="2559" actId="20577"/>
          <ac:spMkLst>
            <pc:docMk/>
            <pc:sldMk cId="1250583130" sldId="281"/>
            <ac:spMk id="3" creationId="{BA75B119-A2A2-860D-8787-7E5292210D0A}"/>
          </ac:spMkLst>
        </pc:spChg>
        <pc:spChg chg="add mod">
          <ac:chgData name="李 適宏" userId="ba70bf4345ae8a18" providerId="Windows Live" clId="Web-{E7DA5099-78A1-408B-84DF-074DE53BB9A0}" dt="2023-08-31T07:23:22.973" v="2530"/>
          <ac:spMkLst>
            <pc:docMk/>
            <pc:sldMk cId="1250583130" sldId="281"/>
            <ac:spMk id="4" creationId="{BEC5296C-9088-BE6D-07E6-1116B6B730E5}"/>
          </ac:spMkLst>
        </pc:spChg>
        <pc:spChg chg="add del mod">
          <ac:chgData name="李 適宏" userId="ba70bf4345ae8a18" providerId="Windows Live" clId="Web-{E7DA5099-78A1-408B-84DF-074DE53BB9A0}" dt="2023-08-30T19:08:19.767" v="778"/>
          <ac:spMkLst>
            <pc:docMk/>
            <pc:sldMk cId="1250583130" sldId="281"/>
            <ac:spMk id="4" creationId="{EEA38AA7-2E29-2FB9-9B1A-5D8280CDC83A}"/>
          </ac:spMkLst>
        </pc:spChg>
        <pc:picChg chg="add mod">
          <ac:chgData name="李 適宏" userId="ba70bf4345ae8a18" providerId="Windows Live" clId="Web-{E7DA5099-78A1-408B-84DF-074DE53BB9A0}" dt="2023-08-30T19:09:04.284" v="785" actId="1076"/>
          <ac:picMkLst>
            <pc:docMk/>
            <pc:sldMk cId="1250583130" sldId="281"/>
            <ac:picMk id="5" creationId="{9A001351-ADAB-5B92-987F-9447F2F50040}"/>
          </ac:picMkLst>
        </pc:picChg>
      </pc:sldChg>
      <pc:sldChg chg="del">
        <pc:chgData name="李 適宏" userId="ba70bf4345ae8a18" providerId="Windows Live" clId="Web-{E7DA5099-78A1-408B-84DF-074DE53BB9A0}" dt="2023-08-30T09:56:24.153" v="41"/>
        <pc:sldMkLst>
          <pc:docMk/>
          <pc:sldMk cId="324218543" sldId="282"/>
        </pc:sldMkLst>
      </pc:sldChg>
      <pc:sldChg chg="addSp modSp new">
        <pc:chgData name="李 適宏" userId="ba70bf4345ae8a18" providerId="Windows Live" clId="Web-{E7DA5099-78A1-408B-84DF-074DE53BB9A0}" dt="2023-08-31T07:23:23.004" v="2532"/>
        <pc:sldMkLst>
          <pc:docMk/>
          <pc:sldMk cId="1129166158" sldId="282"/>
        </pc:sldMkLst>
        <pc:spChg chg="mod">
          <ac:chgData name="李 適宏" userId="ba70bf4345ae8a18" providerId="Windows Live" clId="Web-{E7DA5099-78A1-408B-84DF-074DE53BB9A0}" dt="2023-08-30T19:17:43.543" v="803" actId="20577"/>
          <ac:spMkLst>
            <pc:docMk/>
            <pc:sldMk cId="1129166158" sldId="282"/>
            <ac:spMk id="2" creationId="{B82D5465-6424-897A-20FA-D053DDB15427}"/>
          </ac:spMkLst>
        </pc:spChg>
        <pc:spChg chg="mod">
          <ac:chgData name="李 適宏" userId="ba70bf4345ae8a18" providerId="Windows Live" clId="Web-{E7DA5099-78A1-408B-84DF-074DE53BB9A0}" dt="2023-08-30T19:28:28.793" v="959" actId="20577"/>
          <ac:spMkLst>
            <pc:docMk/>
            <pc:sldMk cId="1129166158" sldId="282"/>
            <ac:spMk id="3" creationId="{C228B281-FB0F-E075-C48B-F53E99703D4A}"/>
          </ac:spMkLst>
        </pc:spChg>
        <pc:spChg chg="add mod">
          <ac:chgData name="李 適宏" userId="ba70bf4345ae8a18" providerId="Windows Live" clId="Web-{E7DA5099-78A1-408B-84DF-074DE53BB9A0}" dt="2023-08-31T07:23:23.004" v="2532"/>
          <ac:spMkLst>
            <pc:docMk/>
            <pc:sldMk cId="1129166158" sldId="282"/>
            <ac:spMk id="4" creationId="{556B5CE7-E875-6066-D67D-C82DF62F6986}"/>
          </ac:spMkLst>
        </pc:spChg>
      </pc:sldChg>
      <pc:sldChg chg="addSp delSp modSp new">
        <pc:chgData name="李 適宏" userId="ba70bf4345ae8a18" providerId="Windows Live" clId="Web-{E7DA5099-78A1-408B-84DF-074DE53BB9A0}" dt="2023-08-31T07:23:23.004" v="2533"/>
        <pc:sldMkLst>
          <pc:docMk/>
          <pc:sldMk cId="2495757006" sldId="283"/>
        </pc:sldMkLst>
        <pc:spChg chg="mod">
          <ac:chgData name="李 適宏" userId="ba70bf4345ae8a18" providerId="Windows Live" clId="Web-{E7DA5099-78A1-408B-84DF-074DE53BB9A0}" dt="2023-08-30T19:30:44.077" v="981" actId="20577"/>
          <ac:spMkLst>
            <pc:docMk/>
            <pc:sldMk cId="2495757006" sldId="283"/>
            <ac:spMk id="2" creationId="{8F6145AE-13C2-819A-454C-6D0420413DB1}"/>
          </ac:spMkLst>
        </pc:spChg>
        <pc:spChg chg="add mod">
          <ac:chgData name="李 適宏" userId="ba70bf4345ae8a18" providerId="Windows Live" clId="Web-{E7DA5099-78A1-408B-84DF-074DE53BB9A0}" dt="2023-08-31T07:23:23.004" v="2533"/>
          <ac:spMkLst>
            <pc:docMk/>
            <pc:sldMk cId="2495757006" sldId="283"/>
            <ac:spMk id="3" creationId="{8F244933-83B6-6CEF-3860-612C80FC75D0}"/>
          </ac:spMkLst>
        </pc:spChg>
        <pc:spChg chg="del">
          <ac:chgData name="李 適宏" userId="ba70bf4345ae8a18" providerId="Windows Live" clId="Web-{E7DA5099-78A1-408B-84DF-074DE53BB9A0}" dt="2023-08-30T19:29:16.419" v="961"/>
          <ac:spMkLst>
            <pc:docMk/>
            <pc:sldMk cId="2495757006" sldId="283"/>
            <ac:spMk id="3" creationId="{B63C4760-BB30-5BC1-84E1-49985E3F0C76}"/>
          </ac:spMkLst>
        </pc:spChg>
        <pc:spChg chg="add mod">
          <ac:chgData name="李 適宏" userId="ba70bf4345ae8a18" providerId="Windows Live" clId="Web-{E7DA5099-78A1-408B-84DF-074DE53BB9A0}" dt="2023-08-30T19:39:03.089" v="1088" actId="20577"/>
          <ac:spMkLst>
            <pc:docMk/>
            <pc:sldMk cId="2495757006" sldId="283"/>
            <ac:spMk id="5" creationId="{6F3CE8F8-1C83-7161-7592-879A01980E90}"/>
          </ac:spMkLst>
        </pc:spChg>
        <pc:picChg chg="add mod ord">
          <ac:chgData name="李 適宏" userId="ba70bf4345ae8a18" providerId="Windows Live" clId="Web-{E7DA5099-78A1-408B-84DF-074DE53BB9A0}" dt="2023-08-30T19:29:20.184" v="962" actId="1076"/>
          <ac:picMkLst>
            <pc:docMk/>
            <pc:sldMk cId="2495757006" sldId="283"/>
            <ac:picMk id="4" creationId="{9405F2E0-7FF5-EA28-9417-F2492CDE6B86}"/>
          </ac:picMkLst>
        </pc:picChg>
      </pc:sldChg>
      <pc:sldChg chg="del">
        <pc:chgData name="李 適宏" userId="ba70bf4345ae8a18" providerId="Windows Live" clId="Web-{E7DA5099-78A1-408B-84DF-074DE53BB9A0}" dt="2023-08-30T09:56:24.059" v="40"/>
        <pc:sldMkLst>
          <pc:docMk/>
          <pc:sldMk cId="4023731045" sldId="283"/>
        </pc:sldMkLst>
      </pc:sldChg>
      <pc:sldChg chg="addSp modSp new">
        <pc:chgData name="李 適宏" userId="ba70bf4345ae8a18" providerId="Windows Live" clId="Web-{E7DA5099-78A1-408B-84DF-074DE53BB9A0}" dt="2023-08-31T07:23:23.020" v="2534"/>
        <pc:sldMkLst>
          <pc:docMk/>
          <pc:sldMk cId="918537606" sldId="284"/>
        </pc:sldMkLst>
        <pc:spChg chg="mod">
          <ac:chgData name="李 適宏" userId="ba70bf4345ae8a18" providerId="Windows Live" clId="Web-{E7DA5099-78A1-408B-84DF-074DE53BB9A0}" dt="2023-08-30T19:40:39.857" v="1091" actId="20577"/>
          <ac:spMkLst>
            <pc:docMk/>
            <pc:sldMk cId="918537606" sldId="284"/>
            <ac:spMk id="2" creationId="{35CB59DA-99AE-1E3F-BE67-E0117A48E919}"/>
          </ac:spMkLst>
        </pc:spChg>
        <pc:spChg chg="mod">
          <ac:chgData name="李 適宏" userId="ba70bf4345ae8a18" providerId="Windows Live" clId="Web-{E7DA5099-78A1-408B-84DF-074DE53BB9A0}" dt="2023-08-30T19:45:21.114" v="1172" actId="20577"/>
          <ac:spMkLst>
            <pc:docMk/>
            <pc:sldMk cId="918537606" sldId="284"/>
            <ac:spMk id="3" creationId="{84ACAE3E-62A4-ED5D-359B-7C704CB5F38B}"/>
          </ac:spMkLst>
        </pc:spChg>
        <pc:spChg chg="add mod">
          <ac:chgData name="李 適宏" userId="ba70bf4345ae8a18" providerId="Windows Live" clId="Web-{E7DA5099-78A1-408B-84DF-074DE53BB9A0}" dt="2023-08-31T07:23:23.020" v="2534"/>
          <ac:spMkLst>
            <pc:docMk/>
            <pc:sldMk cId="918537606" sldId="284"/>
            <ac:spMk id="4" creationId="{8FEB5D2D-D98A-3EF2-7D48-C28E9551B7D3}"/>
          </ac:spMkLst>
        </pc:spChg>
      </pc:sldChg>
      <pc:sldChg chg="del">
        <pc:chgData name="李 適宏" userId="ba70bf4345ae8a18" providerId="Windows Live" clId="Web-{E7DA5099-78A1-408B-84DF-074DE53BB9A0}" dt="2023-08-30T09:56:24.059" v="39"/>
        <pc:sldMkLst>
          <pc:docMk/>
          <pc:sldMk cId="4184696065" sldId="284"/>
        </pc:sldMkLst>
      </pc:sldChg>
      <pc:sldChg chg="del">
        <pc:chgData name="李 適宏" userId="ba70bf4345ae8a18" providerId="Windows Live" clId="Web-{E7DA5099-78A1-408B-84DF-074DE53BB9A0}" dt="2023-08-30T09:56:24.059" v="38"/>
        <pc:sldMkLst>
          <pc:docMk/>
          <pc:sldMk cId="468694768" sldId="285"/>
        </pc:sldMkLst>
      </pc:sldChg>
      <pc:sldChg chg="addSp delSp modSp new">
        <pc:chgData name="李 適宏" userId="ba70bf4345ae8a18" providerId="Windows Live" clId="Web-{E7DA5099-78A1-408B-84DF-074DE53BB9A0}" dt="2023-08-31T07:23:23.051" v="2535"/>
        <pc:sldMkLst>
          <pc:docMk/>
          <pc:sldMk cId="1163189224" sldId="285"/>
        </pc:sldMkLst>
        <pc:spChg chg="mod">
          <ac:chgData name="李 適宏" userId="ba70bf4345ae8a18" providerId="Windows Live" clId="Web-{E7DA5099-78A1-408B-84DF-074DE53BB9A0}" dt="2023-08-30T20:11:24.932" v="1636" actId="20577"/>
          <ac:spMkLst>
            <pc:docMk/>
            <pc:sldMk cId="1163189224" sldId="285"/>
            <ac:spMk id="2" creationId="{E6428363-9E49-B06E-A74D-8935475A42EB}"/>
          </ac:spMkLst>
        </pc:spChg>
        <pc:spChg chg="mod">
          <ac:chgData name="李 適宏" userId="ba70bf4345ae8a18" providerId="Windows Live" clId="Web-{E7DA5099-78A1-408B-84DF-074DE53BB9A0}" dt="2023-08-30T20:17:24.535" v="1772" actId="20577"/>
          <ac:spMkLst>
            <pc:docMk/>
            <pc:sldMk cId="1163189224" sldId="285"/>
            <ac:spMk id="3" creationId="{62FC13A2-4CDE-B7E6-3DA7-925B2F0F99EF}"/>
          </ac:spMkLst>
        </pc:spChg>
        <pc:spChg chg="add mod">
          <ac:chgData name="李 適宏" userId="ba70bf4345ae8a18" providerId="Windows Live" clId="Web-{E7DA5099-78A1-408B-84DF-074DE53BB9A0}" dt="2023-08-31T07:23:23.051" v="2535"/>
          <ac:spMkLst>
            <pc:docMk/>
            <pc:sldMk cId="1163189224" sldId="285"/>
            <ac:spMk id="4" creationId="{27E637F6-D0DE-5D5A-964A-DDBDFBF5EC9A}"/>
          </ac:spMkLst>
        </pc:spChg>
        <pc:graphicFrameChg chg="add mod modGraphic">
          <ac:chgData name="李 適宏" userId="ba70bf4345ae8a18" providerId="Windows Live" clId="Web-{E7DA5099-78A1-408B-84DF-074DE53BB9A0}" dt="2023-08-30T20:38:31.080" v="1790"/>
          <ac:graphicFrameMkLst>
            <pc:docMk/>
            <pc:sldMk cId="1163189224" sldId="285"/>
            <ac:graphicFrameMk id="5" creationId="{FE83D9F6-757B-C76E-8D81-317A44A27283}"/>
          </ac:graphicFrameMkLst>
        </pc:graphicFrameChg>
        <pc:graphicFrameChg chg="add mod modGraphic">
          <ac:chgData name="李 適宏" userId="ba70bf4345ae8a18" providerId="Windows Live" clId="Web-{E7DA5099-78A1-408B-84DF-074DE53BB9A0}" dt="2023-08-30T20:10:53.525" v="1619" actId="1076"/>
          <ac:graphicFrameMkLst>
            <pc:docMk/>
            <pc:sldMk cId="1163189224" sldId="285"/>
            <ac:graphicFrameMk id="6" creationId="{36EA033C-9781-F383-536D-366F5DAD01B7}"/>
          </ac:graphicFrameMkLst>
        </pc:graphicFrameChg>
        <pc:picChg chg="add del mod">
          <ac:chgData name="李 適宏" userId="ba70bf4345ae8a18" providerId="Windows Live" clId="Web-{E7DA5099-78A1-408B-84DF-074DE53BB9A0}" dt="2023-08-30T20:05:45.315" v="1550"/>
          <ac:picMkLst>
            <pc:docMk/>
            <pc:sldMk cId="1163189224" sldId="285"/>
            <ac:picMk id="4" creationId="{D12873D1-A318-A32E-8C30-C7B7A2AB8884}"/>
          </ac:picMkLst>
        </pc:picChg>
        <pc:picChg chg="add del mod">
          <ac:chgData name="李 適宏" userId="ba70bf4345ae8a18" providerId="Windows Live" clId="Web-{E7DA5099-78A1-408B-84DF-074DE53BB9A0}" dt="2023-08-30T20:08:35.038" v="1570"/>
          <ac:picMkLst>
            <pc:docMk/>
            <pc:sldMk cId="1163189224" sldId="285"/>
            <ac:picMk id="7" creationId="{ED8F85C6-24AA-A7DC-2A95-F71EC8413F74}"/>
          </ac:picMkLst>
        </pc:picChg>
        <pc:picChg chg="add mod ord">
          <ac:chgData name="李 適宏" userId="ba70bf4345ae8a18" providerId="Windows Live" clId="Web-{E7DA5099-78A1-408B-84DF-074DE53BB9A0}" dt="2023-08-30T20:10:57.666" v="1620"/>
          <ac:picMkLst>
            <pc:docMk/>
            <pc:sldMk cId="1163189224" sldId="285"/>
            <ac:picMk id="8" creationId="{91E2D868-83DB-C4F8-C4B8-97551ACFF8C1}"/>
          </ac:picMkLst>
        </pc:picChg>
        <pc:cxnChg chg="add mod">
          <ac:chgData name="李 適宏" userId="ba70bf4345ae8a18" providerId="Windows Live" clId="Web-{E7DA5099-78A1-408B-84DF-074DE53BB9A0}" dt="2023-08-30T20:47:04.827" v="1868" actId="1076"/>
          <ac:cxnSpMkLst>
            <pc:docMk/>
            <pc:sldMk cId="1163189224" sldId="285"/>
            <ac:cxnSpMk id="9" creationId="{3403112F-9F7E-C354-EC03-ADECEA6C0B48}"/>
          </ac:cxnSpMkLst>
        </pc:cxnChg>
      </pc:sldChg>
      <pc:sldChg chg="addSp delSp modSp new">
        <pc:chgData name="李 適宏" userId="ba70bf4345ae8a18" providerId="Windows Live" clId="Web-{E7DA5099-78A1-408B-84DF-074DE53BB9A0}" dt="2023-08-31T07:23:23.082" v="2536"/>
        <pc:sldMkLst>
          <pc:docMk/>
          <pc:sldMk cId="1683517903" sldId="286"/>
        </pc:sldMkLst>
        <pc:spChg chg="mod">
          <ac:chgData name="李 適宏" userId="ba70bf4345ae8a18" providerId="Windows Live" clId="Web-{E7DA5099-78A1-408B-84DF-074DE53BB9A0}" dt="2023-08-30T20:37:34.079" v="1785" actId="20577"/>
          <ac:spMkLst>
            <pc:docMk/>
            <pc:sldMk cId="1683517903" sldId="286"/>
            <ac:spMk id="2" creationId="{A004FD11-257D-62CE-D688-723D2E67FB37}"/>
          </ac:spMkLst>
        </pc:spChg>
        <pc:spChg chg="add mod">
          <ac:chgData name="李 適宏" userId="ba70bf4345ae8a18" providerId="Windows Live" clId="Web-{E7DA5099-78A1-408B-84DF-074DE53BB9A0}" dt="2023-08-31T07:23:23.082" v="2536"/>
          <ac:spMkLst>
            <pc:docMk/>
            <pc:sldMk cId="1683517903" sldId="286"/>
            <ac:spMk id="3" creationId="{04EDCC1F-8918-FA2A-0DDD-7497C207A591}"/>
          </ac:spMkLst>
        </pc:spChg>
        <pc:spChg chg="del mod">
          <ac:chgData name="李 適宏" userId="ba70bf4345ae8a18" providerId="Windows Live" clId="Web-{E7DA5099-78A1-408B-84DF-074DE53BB9A0}" dt="2023-08-30T20:41:10.178" v="1800"/>
          <ac:spMkLst>
            <pc:docMk/>
            <pc:sldMk cId="1683517903" sldId="286"/>
            <ac:spMk id="3" creationId="{110FF0CA-2C6B-6141-5925-3FD2B02DF836}"/>
          </ac:spMkLst>
        </pc:spChg>
        <pc:spChg chg="add del mod">
          <ac:chgData name="李 適宏" userId="ba70bf4345ae8a18" providerId="Windows Live" clId="Web-{E7DA5099-78A1-408B-84DF-074DE53BB9A0}" dt="2023-08-30T20:40:41.318" v="1799"/>
          <ac:spMkLst>
            <pc:docMk/>
            <pc:sldMk cId="1683517903" sldId="286"/>
            <ac:spMk id="8" creationId="{F2FAC252-6DA2-3064-430B-73A955F4A344}"/>
          </ac:spMkLst>
        </pc:spChg>
        <pc:spChg chg="add mod">
          <ac:chgData name="李 適宏" userId="ba70bf4345ae8a18" providerId="Windows Live" clId="Web-{E7DA5099-78A1-408B-84DF-074DE53BB9A0}" dt="2023-08-30T20:45:08.246" v="1859" actId="20577"/>
          <ac:spMkLst>
            <pc:docMk/>
            <pc:sldMk cId="1683517903" sldId="286"/>
            <ac:spMk id="10" creationId="{26C2C17A-B174-444A-6239-F4E7F4A8C36E}"/>
          </ac:spMkLst>
        </pc:spChg>
        <pc:graphicFrameChg chg="add">
          <ac:chgData name="李 適宏" userId="ba70bf4345ae8a18" providerId="Windows Live" clId="Web-{E7DA5099-78A1-408B-84DF-074DE53BB9A0}" dt="2023-08-30T20:38:11.909" v="1786"/>
          <ac:graphicFrameMkLst>
            <pc:docMk/>
            <pc:sldMk cId="1683517903" sldId="286"/>
            <ac:graphicFrameMk id="5" creationId="{7E4D3DB7-9B03-0AD2-FBB7-028F48FFDB15}"/>
          </ac:graphicFrameMkLst>
        </pc:graphicFrameChg>
        <pc:graphicFrameChg chg="add mod modGraphic">
          <ac:chgData name="李 適宏" userId="ba70bf4345ae8a18" providerId="Windows Live" clId="Web-{E7DA5099-78A1-408B-84DF-074DE53BB9A0}" dt="2023-08-30T20:38:35.456" v="1792"/>
          <ac:graphicFrameMkLst>
            <pc:docMk/>
            <pc:sldMk cId="1683517903" sldId="286"/>
            <ac:graphicFrameMk id="7" creationId="{51168FDF-8612-72D2-66F0-A18598AF96BB}"/>
          </ac:graphicFrameMkLst>
        </pc:graphicFrameChg>
        <pc:picChg chg="add mod ord">
          <ac:chgData name="李 適宏" userId="ba70bf4345ae8a18" providerId="Windows Live" clId="Web-{E7DA5099-78A1-408B-84DF-074DE53BB9A0}" dt="2023-08-30T20:41:17.178" v="1802" actId="1076"/>
          <ac:picMkLst>
            <pc:docMk/>
            <pc:sldMk cId="1683517903" sldId="286"/>
            <ac:picMk id="9" creationId="{95A40EC2-584F-AB00-080A-2FE4DDD50844}"/>
          </ac:picMkLst>
        </pc:picChg>
      </pc:sldChg>
      <pc:sldChg chg="del">
        <pc:chgData name="李 適宏" userId="ba70bf4345ae8a18" providerId="Windows Live" clId="Web-{E7DA5099-78A1-408B-84DF-074DE53BB9A0}" dt="2023-08-30T09:56:24.059" v="37"/>
        <pc:sldMkLst>
          <pc:docMk/>
          <pc:sldMk cId="3819135115" sldId="286"/>
        </pc:sldMkLst>
      </pc:sldChg>
      <pc:sldChg chg="addSp modSp new">
        <pc:chgData name="李 適宏" userId="ba70bf4345ae8a18" providerId="Windows Live" clId="Web-{E7DA5099-78A1-408B-84DF-074DE53BB9A0}" dt="2023-08-31T07:23:23.082" v="2537"/>
        <pc:sldMkLst>
          <pc:docMk/>
          <pc:sldMk cId="2152916773" sldId="287"/>
        </pc:sldMkLst>
        <pc:spChg chg="mod">
          <ac:chgData name="李 適宏" userId="ba70bf4345ae8a18" providerId="Windows Live" clId="Web-{E7DA5099-78A1-408B-84DF-074DE53BB9A0}" dt="2023-08-31T06:06:23.073" v="1897" actId="20577"/>
          <ac:spMkLst>
            <pc:docMk/>
            <pc:sldMk cId="2152916773" sldId="287"/>
            <ac:spMk id="2" creationId="{3F2412AD-2AFB-13E9-4B13-8527F4C62FF6}"/>
          </ac:spMkLst>
        </pc:spChg>
        <pc:spChg chg="mod">
          <ac:chgData name="李 適宏" userId="ba70bf4345ae8a18" providerId="Windows Live" clId="Web-{E7DA5099-78A1-408B-84DF-074DE53BB9A0}" dt="2023-08-31T06:16:10.512" v="2085" actId="20577"/>
          <ac:spMkLst>
            <pc:docMk/>
            <pc:sldMk cId="2152916773" sldId="287"/>
            <ac:spMk id="3" creationId="{7911B56A-1115-9429-3174-CAF0E5D2CD92}"/>
          </ac:spMkLst>
        </pc:spChg>
        <pc:spChg chg="add mod">
          <ac:chgData name="李 適宏" userId="ba70bf4345ae8a18" providerId="Windows Live" clId="Web-{E7DA5099-78A1-408B-84DF-074DE53BB9A0}" dt="2023-08-31T07:23:23.082" v="2537"/>
          <ac:spMkLst>
            <pc:docMk/>
            <pc:sldMk cId="2152916773" sldId="287"/>
            <ac:spMk id="4" creationId="{A8D934C0-8310-91DC-0CD2-AC8E4FCC94A1}"/>
          </ac:spMkLst>
        </pc:spChg>
      </pc:sldChg>
      <pc:sldChg chg="del">
        <pc:chgData name="李 適宏" userId="ba70bf4345ae8a18" providerId="Windows Live" clId="Web-{E7DA5099-78A1-408B-84DF-074DE53BB9A0}" dt="2023-08-30T09:56:24.153" v="42"/>
        <pc:sldMkLst>
          <pc:docMk/>
          <pc:sldMk cId="2639931187" sldId="287"/>
        </pc:sldMkLst>
      </pc:sldChg>
      <pc:sldChg chg="addSp modSp new ord modNotes">
        <pc:chgData name="李 適宏" userId="ba70bf4345ae8a18" providerId="Windows Live" clId="Web-{E7DA5099-78A1-408B-84DF-074DE53BB9A0}" dt="2023-08-31T07:23:23.098" v="2538"/>
        <pc:sldMkLst>
          <pc:docMk/>
          <pc:sldMk cId="1025841646" sldId="288"/>
        </pc:sldMkLst>
        <pc:spChg chg="mod">
          <ac:chgData name="李 適宏" userId="ba70bf4345ae8a18" providerId="Windows Live" clId="Web-{E7DA5099-78A1-408B-84DF-074DE53BB9A0}" dt="2023-08-31T06:54:09.953" v="2306" actId="20577"/>
          <ac:spMkLst>
            <pc:docMk/>
            <pc:sldMk cId="1025841646" sldId="288"/>
            <ac:spMk id="2" creationId="{EE70504A-5172-8BA8-9C15-0F7B69AAB495}"/>
          </ac:spMkLst>
        </pc:spChg>
        <pc:spChg chg="mod">
          <ac:chgData name="李 適宏" userId="ba70bf4345ae8a18" providerId="Windows Live" clId="Web-{E7DA5099-78A1-408B-84DF-074DE53BB9A0}" dt="2023-08-31T07:09:04.901" v="2464" actId="20577"/>
          <ac:spMkLst>
            <pc:docMk/>
            <pc:sldMk cId="1025841646" sldId="288"/>
            <ac:spMk id="3" creationId="{11ED5AA8-FA66-12B1-7561-3FE447FE851E}"/>
          </ac:spMkLst>
        </pc:spChg>
        <pc:spChg chg="add mod">
          <ac:chgData name="李 適宏" userId="ba70bf4345ae8a18" providerId="Windows Live" clId="Web-{E7DA5099-78A1-408B-84DF-074DE53BB9A0}" dt="2023-08-31T07:23:23.098" v="2538"/>
          <ac:spMkLst>
            <pc:docMk/>
            <pc:sldMk cId="1025841646" sldId="288"/>
            <ac:spMk id="4" creationId="{83137B9D-4706-83CA-963E-BFB51394090C}"/>
          </ac:spMkLst>
        </pc:spChg>
      </pc:sldChg>
      <pc:sldChg chg="addSp modSp new ord">
        <pc:chgData name="李 適宏" userId="ba70bf4345ae8a18" providerId="Windows Live" clId="Web-{E7DA5099-78A1-408B-84DF-074DE53BB9A0}" dt="2023-08-31T07:23:23.113" v="2539"/>
        <pc:sldMkLst>
          <pc:docMk/>
          <pc:sldMk cId="1900478409" sldId="289"/>
        </pc:sldMkLst>
        <pc:spChg chg="mod">
          <ac:chgData name="李 適宏" userId="ba70bf4345ae8a18" providerId="Windows Live" clId="Web-{E7DA5099-78A1-408B-84DF-074DE53BB9A0}" dt="2023-08-31T06:54:14.485" v="2308" actId="20577"/>
          <ac:spMkLst>
            <pc:docMk/>
            <pc:sldMk cId="1900478409" sldId="289"/>
            <ac:spMk id="2" creationId="{08B7EDD0-E380-A8FC-31BE-E3386BA990D3}"/>
          </ac:spMkLst>
        </pc:spChg>
        <pc:spChg chg="mod">
          <ac:chgData name="李 適宏" userId="ba70bf4345ae8a18" providerId="Windows Live" clId="Web-{E7DA5099-78A1-408B-84DF-074DE53BB9A0}" dt="2023-08-31T07:18:44.090" v="2512" actId="20577"/>
          <ac:spMkLst>
            <pc:docMk/>
            <pc:sldMk cId="1900478409" sldId="289"/>
            <ac:spMk id="3" creationId="{2CFE26D1-1383-BF51-E3AF-009ADF969ECE}"/>
          </ac:spMkLst>
        </pc:spChg>
        <pc:spChg chg="add mod">
          <ac:chgData name="李 適宏" userId="ba70bf4345ae8a18" providerId="Windows Live" clId="Web-{E7DA5099-78A1-408B-84DF-074DE53BB9A0}" dt="2023-08-31T07:23:23.113" v="2539"/>
          <ac:spMkLst>
            <pc:docMk/>
            <pc:sldMk cId="1900478409" sldId="289"/>
            <ac:spMk id="4" creationId="{DD52911A-EB32-209A-14C0-E973569B1CF4}"/>
          </ac:spMkLst>
        </pc:spChg>
      </pc:sldChg>
    </pc:docChg>
  </pc:docChgLst>
  <pc:docChgLst>
    <pc:chgData name="李 適宏" userId="ba70bf4345ae8a18" providerId="Windows Live" clId="Web-{F70ECEBF-8AD3-43A7-BF35-843D2F9F26F7}"/>
    <pc:docChg chg="addSld modSld sldOrd">
      <pc:chgData name="李 適宏" userId="ba70bf4345ae8a18" providerId="Windows Live" clId="Web-{F70ECEBF-8AD3-43A7-BF35-843D2F9F26F7}" dt="2023-09-04T05:18:59.643" v="21" actId="20577"/>
      <pc:docMkLst>
        <pc:docMk/>
      </pc:docMkLst>
      <pc:sldChg chg="modSp">
        <pc:chgData name="李 適宏" userId="ba70bf4345ae8a18" providerId="Windows Live" clId="Web-{F70ECEBF-8AD3-43A7-BF35-843D2F9F26F7}" dt="2023-09-04T04:41:07.889" v="4" actId="20577"/>
        <pc:sldMkLst>
          <pc:docMk/>
          <pc:sldMk cId="1250583130" sldId="281"/>
        </pc:sldMkLst>
        <pc:spChg chg="mod">
          <ac:chgData name="李 適宏" userId="ba70bf4345ae8a18" providerId="Windows Live" clId="Web-{F70ECEBF-8AD3-43A7-BF35-843D2F9F26F7}" dt="2023-09-04T04:41:07.889" v="4" actId="20577"/>
          <ac:spMkLst>
            <pc:docMk/>
            <pc:sldMk cId="1250583130" sldId="281"/>
            <ac:spMk id="3" creationId="{BA75B119-A2A2-860D-8787-7E5292210D0A}"/>
          </ac:spMkLst>
        </pc:spChg>
      </pc:sldChg>
      <pc:sldChg chg="ord">
        <pc:chgData name="李 適宏" userId="ba70bf4345ae8a18" providerId="Windows Live" clId="Web-{F70ECEBF-8AD3-43A7-BF35-843D2F9F26F7}" dt="2023-09-04T04:43:08.282" v="6"/>
        <pc:sldMkLst>
          <pc:docMk/>
          <pc:sldMk cId="1129166158" sldId="282"/>
        </pc:sldMkLst>
      </pc:sldChg>
      <pc:sldChg chg="modSp">
        <pc:chgData name="李 適宏" userId="ba70bf4345ae8a18" providerId="Windows Live" clId="Web-{F70ECEBF-8AD3-43A7-BF35-843D2F9F26F7}" dt="2023-09-04T05:15:44.528" v="7" actId="20577"/>
        <pc:sldMkLst>
          <pc:docMk/>
          <pc:sldMk cId="1025841646" sldId="288"/>
        </pc:sldMkLst>
        <pc:spChg chg="mod">
          <ac:chgData name="李 適宏" userId="ba70bf4345ae8a18" providerId="Windows Live" clId="Web-{F70ECEBF-8AD3-43A7-BF35-843D2F9F26F7}" dt="2023-09-04T05:15:44.528" v="7" actId="20577"/>
          <ac:spMkLst>
            <pc:docMk/>
            <pc:sldMk cId="1025841646" sldId="288"/>
            <ac:spMk id="3" creationId="{11ED5AA8-FA66-12B1-7561-3FE447FE851E}"/>
          </ac:spMkLst>
        </pc:spChg>
      </pc:sldChg>
      <pc:sldChg chg="modSp">
        <pc:chgData name="李 適宏" userId="ba70bf4345ae8a18" providerId="Windows Live" clId="Web-{F70ECEBF-8AD3-43A7-BF35-843D2F9F26F7}" dt="2023-09-04T05:18:05.860" v="10" actId="20577"/>
        <pc:sldMkLst>
          <pc:docMk/>
          <pc:sldMk cId="1900478409" sldId="289"/>
        </pc:sldMkLst>
        <pc:spChg chg="mod">
          <ac:chgData name="李 適宏" userId="ba70bf4345ae8a18" providerId="Windows Live" clId="Web-{F70ECEBF-8AD3-43A7-BF35-843D2F9F26F7}" dt="2023-09-04T05:18:05.860" v="10" actId="20577"/>
          <ac:spMkLst>
            <pc:docMk/>
            <pc:sldMk cId="1900478409" sldId="289"/>
            <ac:spMk id="3" creationId="{2CFE26D1-1383-BF51-E3AF-009ADF969ECE}"/>
          </ac:spMkLst>
        </pc:spChg>
      </pc:sldChg>
      <pc:sldChg chg="delSp modSp new">
        <pc:chgData name="李 適宏" userId="ba70bf4345ae8a18" providerId="Windows Live" clId="Web-{F70ECEBF-8AD3-43A7-BF35-843D2F9F26F7}" dt="2023-09-04T05:18:59.643" v="21" actId="20577"/>
        <pc:sldMkLst>
          <pc:docMk/>
          <pc:sldMk cId="4091403356" sldId="290"/>
        </pc:sldMkLst>
        <pc:spChg chg="mod">
          <ac:chgData name="李 適宏" userId="ba70bf4345ae8a18" providerId="Windows Live" clId="Web-{F70ECEBF-8AD3-43A7-BF35-843D2F9F26F7}" dt="2023-09-04T05:18:59.643" v="21" actId="20577"/>
          <ac:spMkLst>
            <pc:docMk/>
            <pc:sldMk cId="4091403356" sldId="290"/>
            <ac:spMk id="2" creationId="{D31554D3-484E-CAD8-6D38-3915C1B95CCB}"/>
          </ac:spMkLst>
        </pc:spChg>
        <pc:spChg chg="del">
          <ac:chgData name="李 適宏" userId="ba70bf4345ae8a18" providerId="Windows Live" clId="Web-{F70ECEBF-8AD3-43A7-BF35-843D2F9F26F7}" dt="2023-09-04T05:18:32.142" v="12"/>
          <ac:spMkLst>
            <pc:docMk/>
            <pc:sldMk cId="4091403356" sldId="290"/>
            <ac:spMk id="3" creationId="{515F0E91-12F2-61B5-248E-07A2EBE351B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667DF-ECF2-46EC-8446-7B955A747664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562F9-E128-4B6E-872C-5F1FFAE335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55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0929B-4ACD-4AAE-9309-95C05ACE2D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33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ea typeface="新細明體"/>
                <a:cs typeface="Calibri"/>
              </a:rPr>
              <a:t>當</a:t>
            </a:r>
            <a:r>
              <a:rPr lang="en-US" altLang="zh-TW" dirty="0">
                <a:ea typeface="Calibri"/>
                <a:cs typeface="Calibri"/>
              </a:rPr>
              <a:t>(</a:t>
            </a:r>
            <a:r>
              <a:rPr lang="en-US" altLang="zh-TW" err="1">
                <a:ea typeface="Calibri"/>
                <a:cs typeface="Calibri"/>
              </a:rPr>
              <a:t>u,v</a:t>
            </a:r>
            <a:r>
              <a:rPr lang="en-US" altLang="zh-TW" dirty="0">
                <a:ea typeface="Calibri"/>
                <a:cs typeface="Calibri"/>
              </a:rPr>
              <a:t>)</a:t>
            </a:r>
            <a:r>
              <a:rPr lang="zh-TW" altLang="en-US">
                <a:ea typeface="新細明體"/>
                <a:cs typeface="Calibri"/>
              </a:rPr>
              <a:t>有</a:t>
            </a:r>
            <a:r>
              <a:rPr lang="en-US" altLang="zh-TW" dirty="0">
                <a:ea typeface="Calibri"/>
                <a:cs typeface="Calibri"/>
              </a:rPr>
              <a:t>edge</a:t>
            </a:r>
            <a:r>
              <a:rPr lang="zh-TW" altLang="en-US">
                <a:ea typeface="新細明體"/>
                <a:cs typeface="Calibri"/>
              </a:rPr>
              <a:t>相連時代表 </a:t>
            </a:r>
            <a:r>
              <a:rPr lang="zh-TW">
                <a:ea typeface="新細明體"/>
              </a:rPr>
              <a:t>len(u) + 2 = len(v)</a:t>
            </a:r>
          </a:p>
          <a:p>
            <a:endParaRPr lang="zh-TW" altLang="en-US" dirty="0">
              <a:ea typeface="新細明體"/>
              <a:cs typeface="Calibr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0047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ea typeface="Calibri"/>
                <a:cs typeface="Calibri"/>
              </a:rPr>
              <a:t>pal()該節點的最長回文子序列</a:t>
            </a:r>
          </a:p>
          <a:p>
            <a:r>
              <a:rPr lang="zh-TW" altLang="en-US">
                <a:ea typeface="Calibri"/>
                <a:cs typeface="Calibri"/>
              </a:rPr>
              <a:t>lpp() longest palidrome prefix 最長回文前墜</a:t>
            </a:r>
            <a:endParaRPr lang="zh-TW" altLang="en-US" dirty="0">
              <a:ea typeface="Calibri"/>
              <a:cs typeface="Calibr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1060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ea typeface="Calibri"/>
                <a:cs typeface="Calibri"/>
              </a:rPr>
              <a:t>MUPS= </a:t>
            </a:r>
            <a:r>
              <a:rPr lang="en-US" dirty="0" err="1"/>
              <a:t>最小唯一迴文子字串</a:t>
            </a:r>
            <a:r>
              <a:rPr lang="en-US" dirty="0"/>
              <a:t>。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4968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8045-16E7-451C-65FC-B158983EC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F068A-58AE-8713-2F67-C52F90F86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BA286-7DBB-ABAF-AE2A-AD9DDE77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0D4C-517F-3A75-2138-B35995E6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CC6E-1A90-9EBF-3395-DCC19E86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30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D236-5FFE-A036-B937-040C503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EFD4-29DF-59B4-50ED-3F42FB6C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25951-765D-8F13-9483-0B7BC834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DCF9E-E6A3-995C-A1B7-97A453CB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85ECA-E5DF-198A-D862-E85E0172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636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4931-3342-74A5-5F4A-1ACADB36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ABAD9-77A7-31C2-CE3B-83AB0265A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B3F41-FADE-64E8-94E5-51E3BAD8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F82AA-63C8-C306-BDDF-A523D9F8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3CF1-15A7-D9A0-AB7D-63A9F320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62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4541-876E-1323-86BB-134B34EB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7A99-40BB-A978-A62D-456D85CB3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C4AB-2328-C15C-EDBA-A6D984971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85A17-9FA9-28E5-585D-C1967447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A8324-6BD6-434F-B46A-42E28860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986F1-3A6D-B41E-CFB4-7417B1F7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11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C63D-C7AF-2A59-F8AD-A038C042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C0EB9-FD48-3B5F-2543-5658F7F50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B3736-516F-9579-FACA-DCB21A18E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03EA5-7849-E5F4-BF87-F3FC86368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1D914-6ED8-D257-6CC2-104C6745C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A8773-F0F7-3DBC-9C59-CA8EF9CF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508DB-1C1C-AFC2-2C1A-1DDBC10F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9407E-CED6-F5A6-39DB-82B07C84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34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8DAB-3374-67D6-5EB1-2C3253F5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D7194-F69E-4DA8-89C4-AE8729BF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D0780-D9CB-B34D-A2E0-1D14B42F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4697E-BF8C-08DA-29D6-3B9ACC5C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60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CFF4D-DBD6-E4FB-30B0-3844F235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3340C-74EA-761B-F592-FD6C4469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16107-4110-8028-60EF-14E5F2D1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81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5481-AD55-0A04-6A16-2FE5FE1F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A7E5-F55B-C36B-5945-661CDB1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45507-E0DA-CCE2-C66E-2F29EA6A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0A186-4631-35C9-68C0-298149FF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AC9F0-1D2E-CD0B-A6B8-A8337FE5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73D3E-1C05-2CFF-6405-4771E57F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45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9362-71C4-6CF9-38E0-C4F81738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231A-174C-8A04-7F37-326E7B3D7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3C50E-C2ED-00AE-E101-79CFAFB17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4BE7B-D25D-CFE2-B089-BAA86DCF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0EA70-9CF5-E2A3-4310-0B5FAE7B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4B4A-B942-A3BD-6BA9-01E17E55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0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A6AD-5403-1ACC-D4D1-96B39DD8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60034-6B39-C082-088F-72D19BFE1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03D3-C2D4-4034-17A0-8D2928B1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5024-0915-E154-0CBE-65A94D23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7C4D6-1F53-D5A1-0F98-4AF14C84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94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8714A-61BB-5406-A5DA-BC8910B5C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0A4F-7A22-6245-0B0A-635765A85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23698-D80C-5B02-26C3-B7E0D020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1CDA-4309-2D61-CD40-8DE7FA2E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EE89-0D64-3A74-3CEA-425D035B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92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CB272-2800-21BB-F226-6BCB7515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A0C83-E1FB-8AAC-CDEA-98C2D15B7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59ED-035C-8CC1-CFE9-73EA26D0C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9D7D6-4DD2-469F-BAF4-F8765C021F74}" type="datetimeFigureOut">
              <a:rPr lang="zh-TW" altLang="en-US" smtClean="0"/>
              <a:t>2023/9/5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D3AA-0139-02CF-DF2C-5E6C9CB6C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16DD-A0C6-441C-56CA-8F27599A8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37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01A9-EC42-0349-C42C-1EF1F72BF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3962" y="1122363"/>
            <a:ext cx="9744075" cy="23876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TW" sz="4400" dirty="0">
                <a:latin typeface="Times New Roman"/>
                <a:ea typeface="新細明體"/>
                <a:cs typeface="Times New Roman"/>
              </a:rPr>
              <a:t>Palindromic</a:t>
            </a:r>
            <a:r>
              <a:rPr lang="zh-TW" altLang="en-US" sz="4400" dirty="0"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sz="4400" dirty="0">
                <a:latin typeface="Times New Roman"/>
                <a:ea typeface="新細明體"/>
                <a:cs typeface="Times New Roman"/>
              </a:rPr>
              <a:t>trees</a:t>
            </a:r>
            <a:r>
              <a:rPr lang="zh-TW" altLang="en-US" sz="4400" dirty="0"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sz="4400" dirty="0">
                <a:latin typeface="Times New Roman"/>
                <a:ea typeface="新細明體"/>
                <a:cs typeface="Times New Roman"/>
              </a:rPr>
              <a:t>for</a:t>
            </a:r>
            <a:r>
              <a:rPr lang="zh-TW" altLang="en-US" sz="4400" dirty="0"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sz="4400" dirty="0">
                <a:latin typeface="Times New Roman"/>
                <a:ea typeface="新細明體"/>
                <a:cs typeface="Times New Roman"/>
              </a:rPr>
              <a:t>a</a:t>
            </a:r>
            <a:r>
              <a:rPr lang="zh-TW" altLang="en-US" sz="4400" dirty="0"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sz="4400" dirty="0">
                <a:latin typeface="Times New Roman"/>
                <a:ea typeface="新細明體"/>
                <a:cs typeface="Times New Roman"/>
              </a:rPr>
              <a:t>sliding</a:t>
            </a:r>
            <a:r>
              <a:rPr lang="zh-TW" altLang="en-US" sz="4400" dirty="0">
                <a:latin typeface="Times New Roman"/>
                <a:ea typeface="新細明體"/>
                <a:cs typeface="Times New Roman"/>
              </a:rPr>
              <a:t> </a:t>
            </a:r>
            <a:r>
              <a:rPr lang="en-US" altLang="zh-TW" sz="4400" dirty="0">
                <a:latin typeface="Times New Roman"/>
                <a:ea typeface="新細明體"/>
                <a:cs typeface="Times New Roman"/>
              </a:rPr>
              <a:t>window</a:t>
            </a:r>
            <a:r>
              <a:rPr lang="zh-TW" altLang="en-US" sz="4400" dirty="0"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sz="4400" dirty="0">
                <a:latin typeface="Times New Roman"/>
                <a:ea typeface="新細明體"/>
                <a:cs typeface="Times New Roman"/>
              </a:rPr>
              <a:t>and</a:t>
            </a:r>
            <a:r>
              <a:rPr lang="zh-TW" altLang="en-US" sz="4400" dirty="0"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sz="4400" dirty="0">
                <a:latin typeface="Times New Roman"/>
                <a:ea typeface="新細明體"/>
                <a:cs typeface="Times New Roman"/>
              </a:rPr>
              <a:t>its</a:t>
            </a:r>
            <a:r>
              <a:rPr lang="zh-TW" altLang="en-US" sz="4400" dirty="0"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sz="4400" dirty="0">
                <a:latin typeface="Times New Roman"/>
                <a:ea typeface="新細明體"/>
                <a:cs typeface="Times New Roman"/>
              </a:rPr>
              <a:t>applications</a:t>
            </a:r>
            <a:endParaRPr lang="zh-TW" sz="4400">
              <a:ea typeface="新細明體"/>
              <a:cs typeface="Calibri 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BE6CB-9CF8-48E7-B831-C6B10B6C0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6767" y="3845319"/>
            <a:ext cx="9398466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/>
                <a:ea typeface="+mn-lt"/>
                <a:cs typeface="+mn-lt"/>
              </a:rPr>
              <a:t>Takuya </a:t>
            </a:r>
            <a:r>
              <a:rPr lang="en-US" dirty="0" err="1">
                <a:latin typeface="Times New Roman"/>
                <a:ea typeface="+mn-lt"/>
                <a:cs typeface="+mn-lt"/>
              </a:rPr>
              <a:t>Mieno</a:t>
            </a:r>
            <a:r>
              <a:rPr lang="en-US" dirty="0">
                <a:latin typeface="Times New Roman"/>
                <a:ea typeface="+mn-lt"/>
                <a:cs typeface="+mn-lt"/>
              </a:rPr>
              <a:t>, </a:t>
            </a:r>
            <a:r>
              <a:rPr lang="en-US" dirty="0" err="1">
                <a:latin typeface="Times New Roman"/>
                <a:ea typeface="+mn-lt"/>
                <a:cs typeface="+mn-lt"/>
              </a:rPr>
              <a:t>Kiichi</a:t>
            </a:r>
            <a:r>
              <a:rPr lang="en-US" dirty="0">
                <a:latin typeface="Times New Roman"/>
                <a:ea typeface="+mn-lt"/>
                <a:cs typeface="+mn-lt"/>
              </a:rPr>
              <a:t> Watanabe, Yuto Nakashima, </a:t>
            </a:r>
            <a:r>
              <a:rPr lang="en-US" dirty="0" err="1">
                <a:latin typeface="Times New Roman"/>
                <a:ea typeface="+mn-lt"/>
                <a:cs typeface="+mn-lt"/>
              </a:rPr>
              <a:t>Shunsuke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dirty="0" err="1">
                <a:latin typeface="Times New Roman"/>
                <a:ea typeface="+mn-lt"/>
                <a:cs typeface="+mn-lt"/>
              </a:rPr>
              <a:t>Inenaga</a:t>
            </a:r>
            <a:r>
              <a:rPr lang="en-US" dirty="0">
                <a:latin typeface="Times New Roman"/>
                <a:ea typeface="+mn-lt"/>
                <a:cs typeface="+mn-lt"/>
              </a:rPr>
              <a:t>, Hideo </a:t>
            </a:r>
            <a:r>
              <a:rPr lang="en-US" dirty="0" err="1">
                <a:latin typeface="Times New Roman"/>
                <a:ea typeface="+mn-lt"/>
                <a:cs typeface="+mn-lt"/>
              </a:rPr>
              <a:t>Bannai</a:t>
            </a:r>
            <a:r>
              <a:rPr lang="en-US" dirty="0">
                <a:latin typeface="Times New Roman"/>
                <a:ea typeface="+mn-lt"/>
                <a:cs typeface="+mn-lt"/>
              </a:rPr>
              <a:t>, Masayuki Takeda </a:t>
            </a:r>
            <a:endParaRPr lang="zh-TW" altLang="en-US" dirty="0">
              <a:latin typeface="Times New Roman"/>
              <a:cs typeface="Times New Roman"/>
            </a:endParaRPr>
          </a:p>
          <a:p>
            <a:r>
              <a:rPr lang="en-US" altLang="zh-TW" dirty="0">
                <a:latin typeface="Times New Roman"/>
                <a:ea typeface="新細明體"/>
                <a:cs typeface="Times New Roman"/>
              </a:rPr>
              <a:t>Information Processing</a:t>
            </a:r>
            <a:r>
              <a:rPr lang="zh-TW" altLang="en-US" dirty="0"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dirty="0">
                <a:latin typeface="Times New Roman"/>
                <a:ea typeface="新細明體"/>
                <a:cs typeface="Times New Roman"/>
              </a:rPr>
              <a:t>Letters</a:t>
            </a:r>
            <a:r>
              <a:rPr lang="fr-FR" altLang="zh-TW" sz="2500" dirty="0">
                <a:latin typeface="Times New Roman"/>
                <a:ea typeface="新細明體"/>
                <a:cs typeface="Times New Roman"/>
              </a:rPr>
              <a:t>, Volume 173, </a:t>
            </a:r>
            <a:r>
              <a:rPr lang="en-US" dirty="0">
                <a:latin typeface="Times New Roman"/>
                <a:ea typeface="新細明體"/>
                <a:cs typeface="Times New Roman"/>
              </a:rPr>
              <a:t>January</a:t>
            </a:r>
            <a:r>
              <a:rPr lang="fr-FR" altLang="zh-TW" sz="2500" dirty="0">
                <a:latin typeface="Times New Roman"/>
                <a:ea typeface="新細明體"/>
                <a:cs typeface="Times New Roman"/>
              </a:rPr>
              <a:t> 2022</a:t>
            </a: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272805CA-C188-EA0E-0232-5E39FC11B582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/>
                <a:ea typeface="新細明體"/>
                <a:cs typeface="Times New Roman"/>
              </a:rPr>
              <a:t>Presenter: Shih-Hong Li</a:t>
            </a:r>
          </a:p>
          <a:p>
            <a:r>
              <a:rPr kumimoji="1" lang="en" altLang="zh-TW" dirty="0">
                <a:latin typeface="Times New Roman"/>
                <a:ea typeface="新細明體"/>
                <a:cs typeface="Times New Roman"/>
              </a:rPr>
              <a:t>Date: Sept. 5, 2023</a:t>
            </a:r>
            <a:endParaRPr lang="en" altLang="zh-TW" dirty="0">
              <a:latin typeface="Times New Roman"/>
              <a:ea typeface="新細明體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AB76B-0FAF-9711-6F27-1F8F6638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7857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3735-885C-D762-2A7C-7760F6C5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866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(1/2)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A558-83F5-DC4B-E8C9-3EB0801F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298"/>
            <a:ext cx="10797330" cy="46978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kumimoji="1" lang="en-US" sz="2600" dirty="0">
                <a:latin typeface="Times New Roman"/>
                <a:ea typeface="+mn-lt"/>
                <a:cs typeface="+mn-lt"/>
              </a:rPr>
              <a:t>The palindromic tree (a.k.a. </a:t>
            </a:r>
            <a:r>
              <a:rPr kumimoji="1" lang="en-US" sz="2600" dirty="0" err="1">
                <a:latin typeface="Times New Roman"/>
                <a:ea typeface="+mn-lt"/>
                <a:cs typeface="+mn-lt"/>
              </a:rPr>
              <a:t>eertree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) for a string S of length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n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is a tree-like data structure that represents the set of all distinct palindromic substrings of S, using O(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n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) space [Rubinchik and Shur, 2018]. It is known that, when S is over an alphabet of size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σ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and is given in an online manner, then the palindromic tree of S can be constructed in O(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n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log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σ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) time with O(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n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) space. In this paper, we consider the sliding window version of the problem: For a sliding window of length at most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d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, we present two versions of an algorithm which maintains the palindromic tree of size O(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d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) for every sliding window S[</a:t>
            </a:r>
            <a:r>
              <a:rPr kumimoji="1" lang="en-US" sz="2600" i="1" dirty="0" err="1">
                <a:latin typeface="Times New Roman"/>
                <a:ea typeface="+mn-lt"/>
                <a:cs typeface="+mn-lt"/>
              </a:rPr>
              <a:t>i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..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j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] over S, where 1 ≤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j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− </a:t>
            </a:r>
            <a:r>
              <a:rPr kumimoji="1" lang="en-US" sz="2600" i="1" dirty="0" err="1">
                <a:latin typeface="Times New Roman"/>
                <a:ea typeface="+mn-lt"/>
                <a:cs typeface="+mn-lt"/>
              </a:rPr>
              <a:t>i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+ 1 ≤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d</a:t>
            </a:r>
            <a:r>
              <a:rPr kumimoji="1" lang="en-US" sz="2600" dirty="0">
                <a:ea typeface="+mn-lt"/>
                <a:cs typeface="+mn-lt"/>
              </a:rPr>
              <a:t> </a:t>
            </a:r>
            <a:endParaRPr lang="en-US" altLang="zh-TW" sz="2600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5E3F4-879A-1E75-AEA8-8BFC5FE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1907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3735-885C-D762-2A7C-7760F6C5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866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(2/2)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A558-83F5-DC4B-E8C9-3EB0801F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298"/>
            <a:ext cx="10797330" cy="46978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kumimoji="1" lang="en-US" sz="2600" dirty="0">
                <a:latin typeface="Times New Roman"/>
                <a:ea typeface="+mn-lt"/>
                <a:cs typeface="+mn-lt"/>
              </a:rPr>
              <a:t>The first version works in O(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n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log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σ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) time with O(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d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) space where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σ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≤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d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is the maximum number of distinct characters in the windows, and the second one works in O(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n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+ </a:t>
            </a:r>
            <a:r>
              <a:rPr kumimoji="1" lang="en-US" sz="2600" i="1" dirty="0" err="1">
                <a:latin typeface="Times New Roman"/>
                <a:ea typeface="+mn-lt"/>
                <a:cs typeface="+mn-lt"/>
              </a:rPr>
              <a:t>d</a:t>
            </a:r>
            <a:r>
              <a:rPr kumimoji="1" lang="en-US" sz="2600" dirty="0" err="1">
                <a:latin typeface="Times New Roman"/>
                <a:ea typeface="+mn-lt"/>
                <a:cs typeface="+mn-lt"/>
              </a:rPr>
              <a:t>σ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) time with (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d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+ 2)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σ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+ O(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d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) space. We also show how our algorithms can be applied to efficient computation of minimal unique palindromic substrings (MUPS) and minimal absent palindromic words (MAPW) for a sliding window.</a:t>
            </a:r>
            <a:endParaRPr lang="zh-TW" dirty="0">
              <a:latin typeface="Times New Roman"/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5E3F4-879A-1E75-AEA8-8BFC5FE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8300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4A1471-B659-9AFA-9FB7-C29682519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Times New Roman"/>
                <a:ea typeface="新細明體"/>
                <a:cs typeface="Calibri Light"/>
              </a:rPr>
              <a:t>Palindromic tree(Eertree)</a:t>
            </a:r>
            <a:endParaRPr lang="zh-TW" altLang="en-US" dirty="0">
              <a:latin typeface="Times New Roman"/>
              <a:ea typeface="新細明體"/>
              <a:cs typeface="Calibri Ligh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23D789-6263-68FE-1828-B082C1D4C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>
                <a:latin typeface="Times New Roman"/>
                <a:ea typeface="新細明體"/>
                <a:cs typeface="Calibri"/>
              </a:rPr>
              <a:t>S=</a:t>
            </a:r>
            <a:r>
              <a:rPr lang="zh-TW">
                <a:latin typeface="Times New Roman"/>
                <a:ea typeface="+mn-lt"/>
                <a:cs typeface="+mn-lt"/>
              </a:rPr>
              <a:t>aaababababbabb</a:t>
            </a:r>
          </a:p>
          <a:p>
            <a:r>
              <a:rPr lang="en-US" altLang="zh-TW" dirty="0">
                <a:latin typeface="Times New Roman"/>
                <a:ea typeface="Calibri"/>
                <a:cs typeface="Calibri"/>
              </a:rPr>
              <a:t>Solid</a:t>
            </a:r>
            <a:r>
              <a:rPr lang="zh-TW" altLang="en-US">
                <a:latin typeface="Times New Roman"/>
                <a:ea typeface="Calibri"/>
                <a:cs typeface="Calibri"/>
              </a:rPr>
              <a:t> Line = Edges</a:t>
            </a:r>
            <a:endParaRPr lang="zh-TW">
              <a:latin typeface="Times New Roman"/>
              <a:ea typeface="Calibri"/>
              <a:cs typeface="Calibri"/>
            </a:endParaRPr>
          </a:p>
          <a:p>
            <a:r>
              <a:rPr lang="en-US" altLang="zh-TW" dirty="0">
                <a:ea typeface="+mn-lt"/>
                <a:cs typeface="+mn-lt"/>
              </a:rPr>
              <a:t>D</a:t>
            </a:r>
            <a:r>
              <a:rPr lang="zh-TW">
                <a:ea typeface="+mn-lt"/>
                <a:cs typeface="+mn-lt"/>
              </a:rPr>
              <a:t>ashed </a:t>
            </a:r>
            <a:r>
              <a:rPr lang="en-US" altLang="zh-TW" dirty="0">
                <a:ea typeface="+mn-lt"/>
                <a:cs typeface="+mn-lt"/>
              </a:rPr>
              <a:t>L</a:t>
            </a:r>
            <a:r>
              <a:rPr lang="zh-TW">
                <a:ea typeface="+mn-lt"/>
                <a:cs typeface="+mn-lt"/>
              </a:rPr>
              <a:t>ine</a:t>
            </a:r>
            <a:r>
              <a:rPr lang="zh-TW" altLang="en-US">
                <a:ea typeface="+mn-lt"/>
                <a:cs typeface="+mn-lt"/>
              </a:rPr>
              <a:t> </a:t>
            </a:r>
            <a:r>
              <a:rPr lang="en-US" altLang="zh-TW" dirty="0">
                <a:ea typeface="+mn-lt"/>
                <a:cs typeface="+mn-lt"/>
              </a:rPr>
              <a:t>=</a:t>
            </a:r>
            <a:r>
              <a:rPr lang="zh-TW" altLang="en-US">
                <a:ea typeface="+mn-lt"/>
                <a:cs typeface="+mn-lt"/>
              </a:rPr>
              <a:t> Suffix Link</a:t>
            </a:r>
            <a:endParaRPr lang="zh-TW" altLang="en-US" dirty="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endParaRPr lang="zh-TW" altLang="en-US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altLang="zh-TW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5" name="圖片 4" descr="一張含有 寫生, 圖表, 圖畫, 行 的圖片&#10;&#10;自動產生的描述">
            <a:extLst>
              <a:ext uri="{FF2B5EF4-FFF2-40B4-BE49-F238E27FC236}">
                <a16:creationId xmlns:a16="http://schemas.microsoft.com/office/drawing/2014/main" id="{080D0FF3-29DD-DCF0-135A-09ABBF2E9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141" y="2027432"/>
            <a:ext cx="5358459" cy="3960246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1BD203-F3E3-C11F-86C8-9E21F0E17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6738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FBA7F6-8A44-6BC2-C112-79F7BCAF0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Times New Roman"/>
                <a:ea typeface="新細明體"/>
                <a:cs typeface="Calibri Light"/>
              </a:rPr>
              <a:t>Build Eertree</a:t>
            </a:r>
            <a:endParaRPr lang="zh-TW" altLang="en-US">
              <a:latin typeface="Times New Roman"/>
              <a:cs typeface="Times New Roman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84F1F5F-5F06-AAE2-AC0F-0AC1575C90F4}"/>
              </a:ext>
            </a:extLst>
          </p:cNvPr>
          <p:cNvSpPr txBox="1"/>
          <p:nvPr/>
        </p:nvSpPr>
        <p:spPr>
          <a:xfrm>
            <a:off x="6703670" y="2006276"/>
            <a:ext cx="4523771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400">
                <a:latin typeface="Times New Roman"/>
                <a:ea typeface="新細明體"/>
                <a:cs typeface="Calibri"/>
              </a:rPr>
              <a:t>Insert "</a:t>
            </a:r>
            <a:r>
              <a:rPr lang="zh-TW" altLang="en-US" sz="2400">
                <a:solidFill>
                  <a:srgbClr val="FF0000"/>
                </a:solidFill>
                <a:latin typeface="Times New Roman"/>
                <a:ea typeface="新細明體"/>
                <a:cs typeface="Calibri"/>
              </a:rPr>
              <a:t>a</a:t>
            </a:r>
            <a:r>
              <a:rPr lang="zh-TW" altLang="en-US" sz="2400">
                <a:latin typeface="Times New Roman"/>
                <a:ea typeface="新細明體"/>
                <a:cs typeface="Calibri"/>
              </a:rPr>
              <a:t>" in S</a:t>
            </a:r>
            <a:r>
              <a:rPr lang="en-US" altLang="en-US" sz="2400" dirty="0">
                <a:solidFill>
                  <a:srgbClr val="000000"/>
                </a:solidFill>
                <a:latin typeface="Times New Roman"/>
                <a:ea typeface="新細明體"/>
                <a:cs typeface="Calibri"/>
              </a:rPr>
              <a:t>=</a:t>
            </a:r>
            <a:r>
              <a:rPr lang="zh-TW" sz="2800">
                <a:solidFill>
                  <a:srgbClr val="FF0000"/>
                </a:solidFill>
                <a:latin typeface="Times New Roman"/>
                <a:ea typeface="新細明體"/>
                <a:cs typeface="Times New Roman"/>
              </a:rPr>
              <a:t>a</a:t>
            </a:r>
            <a:r>
              <a:rPr lang="zh-TW" sz="2800">
                <a:latin typeface="Times New Roman"/>
                <a:ea typeface="新細明體"/>
                <a:cs typeface="Times New Roman"/>
              </a:rPr>
              <a:t>aababababbabb</a:t>
            </a:r>
          </a:p>
          <a:p>
            <a:endParaRPr lang="zh-TW" altLang="en-US" sz="2400" dirty="0">
              <a:latin typeface="Times New Roman"/>
              <a:ea typeface="新細明體"/>
              <a:cs typeface="Calibri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604AC9-0E71-854D-B06A-0AE291917F90}"/>
              </a:ext>
            </a:extLst>
          </p:cNvPr>
          <p:cNvSpPr txBox="1"/>
          <p:nvPr/>
        </p:nvSpPr>
        <p:spPr>
          <a:xfrm>
            <a:off x="839163" y="2035213"/>
            <a:ext cx="45237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2800" dirty="0">
                <a:latin typeface="Times New Roman"/>
                <a:ea typeface="新細明體"/>
                <a:cs typeface="Times New Roman"/>
              </a:rPr>
              <a:t>Initial</a:t>
            </a:r>
            <a:endParaRPr lang="zh-TW" sz="2800" dirty="0">
              <a:latin typeface="Times New Roman"/>
              <a:ea typeface="新細明體"/>
              <a:cs typeface="Times New Roman"/>
            </a:endParaRPr>
          </a:p>
        </p:txBody>
      </p:sp>
      <p:pic>
        <p:nvPicPr>
          <p:cNvPr id="9" name="內容版面配置區 8" descr="一張含有 圖表, 寫生, 行 的圖片&#10;&#10;自動產生的描述">
            <a:extLst>
              <a:ext uri="{FF2B5EF4-FFF2-40B4-BE49-F238E27FC236}">
                <a16:creationId xmlns:a16="http://schemas.microsoft.com/office/drawing/2014/main" id="{8073A0C4-4503-13E4-6ED3-879BE34D69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7951" y="2645790"/>
            <a:ext cx="4486275" cy="3000375"/>
          </a:xfrm>
        </p:spPr>
      </p:pic>
      <p:pic>
        <p:nvPicPr>
          <p:cNvPr id="10" name="圖片 9" descr="一張含有 寫生, 圖表, 螢幕擷取畫面, 設計 的圖片&#10;&#10;自動產生的描述">
            <a:extLst>
              <a:ext uri="{FF2B5EF4-FFF2-40B4-BE49-F238E27FC236}">
                <a16:creationId xmlns:a16="http://schemas.microsoft.com/office/drawing/2014/main" id="{7330CB98-7BB0-E390-137A-91A7077C8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36" y="2649490"/>
            <a:ext cx="4797706" cy="1674765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9F43FE4-649D-A30D-F15B-BC859062E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931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6E7B9E-57DC-CBEB-89A8-BAB49556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latin typeface="Times New Roman"/>
                <a:cs typeface="Times New Roman"/>
              </a:rPr>
              <a:t>Build Eertree</a:t>
            </a:r>
            <a:endParaRPr lang="zh-TW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B70283C-D4CF-1F44-716D-03B304C2249A}"/>
              </a:ext>
            </a:extLst>
          </p:cNvPr>
          <p:cNvSpPr txBox="1"/>
          <p:nvPr/>
        </p:nvSpPr>
        <p:spPr>
          <a:xfrm>
            <a:off x="837236" y="2110450"/>
            <a:ext cx="519317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2400">
                <a:latin typeface="Times New Roman"/>
                <a:cs typeface="Segoe UI"/>
              </a:rPr>
              <a:t>Insert "</a:t>
            </a:r>
            <a:r>
              <a:rPr lang="zh-TW" sz="2400">
                <a:solidFill>
                  <a:srgbClr val="FF0000"/>
                </a:solidFill>
                <a:latin typeface="Times New Roman"/>
                <a:cs typeface="Segoe UI"/>
              </a:rPr>
              <a:t>a</a:t>
            </a:r>
            <a:r>
              <a:rPr lang="zh-TW" sz="2400">
                <a:latin typeface="Times New Roman"/>
                <a:cs typeface="Segoe UI"/>
              </a:rPr>
              <a:t>" in S</a:t>
            </a:r>
            <a:r>
              <a:rPr lang="en-US" altLang="zh-TW" sz="2400" dirty="0">
                <a:latin typeface="Times New Roman"/>
                <a:ea typeface="新細明體"/>
                <a:cs typeface="Segoe UI"/>
              </a:rPr>
              <a:t>=</a:t>
            </a:r>
            <a:r>
              <a:rPr lang="zh-TW" sz="2800">
                <a:latin typeface="Times New Roman"/>
                <a:cs typeface="Segoe UI"/>
              </a:rPr>
              <a:t>a</a:t>
            </a:r>
            <a:r>
              <a:rPr lang="zh-TW" sz="2800">
                <a:solidFill>
                  <a:srgbClr val="FF0000"/>
                </a:solidFill>
                <a:latin typeface="Times New Roman"/>
                <a:cs typeface="Segoe UI"/>
              </a:rPr>
              <a:t>a</a:t>
            </a:r>
            <a:r>
              <a:rPr lang="zh-TW" sz="2800">
                <a:latin typeface="Times New Roman"/>
                <a:cs typeface="Segoe UI"/>
              </a:rPr>
              <a:t>ababababbabb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​</a:t>
            </a:r>
          </a:p>
          <a:p>
            <a:r>
              <a:rPr lang="zh-TW" sz="2400">
                <a:latin typeface="Times New Roman"/>
                <a:cs typeface="Segoe UI"/>
              </a:rPr>
              <a:t>​</a:t>
            </a:r>
          </a:p>
        </p:txBody>
      </p:sp>
      <p:pic>
        <p:nvPicPr>
          <p:cNvPr id="5" name="圖片 4" descr="一張含有 圖表, 行, 寫生, 文字 的圖片&#10;&#10;自動產生的描述">
            <a:extLst>
              <a:ext uri="{FF2B5EF4-FFF2-40B4-BE49-F238E27FC236}">
                <a16:creationId xmlns:a16="http://schemas.microsoft.com/office/drawing/2014/main" id="{C5EBC955-CFAA-9004-9472-6E9370FE1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35" y="2839637"/>
            <a:ext cx="3862086" cy="2586978"/>
          </a:xfrm>
          <a:prstGeom prst="rect">
            <a:avLst/>
          </a:prstGeom>
        </p:spPr>
      </p:pic>
      <p:pic>
        <p:nvPicPr>
          <p:cNvPr id="8" name="圖片 7" descr="一張含有 圖表, 寫生, 行, 文字 的圖片&#10;&#10;自動產生的描述">
            <a:extLst>
              <a:ext uri="{FF2B5EF4-FFF2-40B4-BE49-F238E27FC236}">
                <a16:creationId xmlns:a16="http://schemas.microsoft.com/office/drawing/2014/main" id="{D6E5D283-BF59-6B40-1E21-1923DDC26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779" y="2923683"/>
            <a:ext cx="3553427" cy="350883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642B57A3-6253-FD80-BA86-C5EC45DB1705}"/>
              </a:ext>
            </a:extLst>
          </p:cNvPr>
          <p:cNvSpPr txBox="1"/>
          <p:nvPr/>
        </p:nvSpPr>
        <p:spPr>
          <a:xfrm>
            <a:off x="6161590" y="2081513"/>
            <a:ext cx="519317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2400">
                <a:latin typeface="Times New Roman"/>
                <a:ea typeface="新細明體"/>
                <a:cs typeface="Segoe UI"/>
              </a:rPr>
              <a:t>Insert "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400">
                <a:latin typeface="Times New Roman"/>
                <a:ea typeface="新細明體"/>
                <a:cs typeface="Segoe UI"/>
              </a:rPr>
              <a:t>" in S</a:t>
            </a:r>
            <a:r>
              <a:rPr lang="en-US" altLang="zh-TW" sz="2400" dirty="0">
                <a:latin typeface="Times New Roman"/>
                <a:ea typeface="新細明體"/>
                <a:cs typeface="Segoe UI"/>
              </a:rPr>
              <a:t>=</a:t>
            </a:r>
            <a:r>
              <a:rPr lang="zh-TW" sz="2800">
                <a:latin typeface="Times New Roman"/>
                <a:ea typeface="新細明體"/>
                <a:cs typeface="Segoe UI"/>
              </a:rPr>
              <a:t>aa</a:t>
            </a:r>
            <a:r>
              <a:rPr lang="zh-TW" sz="280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babababbabb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​</a:t>
            </a:r>
          </a:p>
          <a:p>
            <a:r>
              <a:rPr lang="zh-TW" sz="2400">
                <a:latin typeface="Times New Roman"/>
                <a:cs typeface="Segoe UI"/>
              </a:rPr>
              <a:t>​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A139FA2-7E2C-5C5B-0677-F6275AE3F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292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6E7B9E-57DC-CBEB-89A8-BAB49556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latin typeface="Times New Roman"/>
                <a:cs typeface="Times New Roman"/>
              </a:rPr>
              <a:t>Build Eertree</a:t>
            </a:r>
            <a:endParaRPr lang="zh-TW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B70283C-D4CF-1F44-716D-03B304C2249A}"/>
              </a:ext>
            </a:extLst>
          </p:cNvPr>
          <p:cNvSpPr txBox="1"/>
          <p:nvPr/>
        </p:nvSpPr>
        <p:spPr>
          <a:xfrm>
            <a:off x="837236" y="2110450"/>
            <a:ext cx="519317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2400">
                <a:latin typeface="Times New Roman"/>
                <a:ea typeface="新細明體"/>
                <a:cs typeface="Segoe UI"/>
              </a:rPr>
              <a:t>Insert "</a:t>
            </a:r>
            <a:r>
              <a:rPr lang="en-US" altLang="zh-TW" sz="2400" dirty="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zh-TW" sz="2400">
                <a:latin typeface="Times New Roman"/>
                <a:ea typeface="新細明體"/>
                <a:cs typeface="Segoe UI"/>
              </a:rPr>
              <a:t>" in S</a:t>
            </a:r>
            <a:r>
              <a:rPr lang="en-US" altLang="zh-TW" sz="2400" dirty="0">
                <a:latin typeface="Times New Roman"/>
                <a:ea typeface="新細明體"/>
                <a:cs typeface="Segoe UI"/>
              </a:rPr>
              <a:t>=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latin typeface="Times New Roman"/>
                <a:ea typeface="新細明體"/>
                <a:cs typeface="Segoe UI"/>
              </a:rPr>
              <a:t>abababbabb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​</a:t>
            </a:r>
          </a:p>
          <a:p>
            <a:r>
              <a:rPr lang="zh-TW" sz="2400">
                <a:latin typeface="Segoe UI"/>
                <a:cs typeface="Segoe UI"/>
              </a:rPr>
              <a:t>​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42B57A3-6253-FD80-BA86-C5EC45DB1705}"/>
              </a:ext>
            </a:extLst>
          </p:cNvPr>
          <p:cNvSpPr txBox="1"/>
          <p:nvPr/>
        </p:nvSpPr>
        <p:spPr>
          <a:xfrm>
            <a:off x="6161590" y="2081513"/>
            <a:ext cx="519317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2400">
                <a:latin typeface="Times New Roman"/>
                <a:ea typeface="新細明體"/>
                <a:cs typeface="Segoe UI"/>
              </a:rPr>
              <a:t>Insert "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400">
                <a:latin typeface="Times New Roman"/>
                <a:ea typeface="新細明體"/>
                <a:cs typeface="Segoe UI"/>
              </a:rPr>
              <a:t>" in S</a:t>
            </a:r>
            <a:r>
              <a:rPr lang="en-US" altLang="zh-TW" sz="2400" dirty="0">
                <a:latin typeface="Times New Roman"/>
                <a:ea typeface="新細明體"/>
                <a:cs typeface="Segoe UI"/>
              </a:rPr>
              <a:t>=</a:t>
            </a:r>
            <a:r>
              <a:rPr lang="zh-TW" sz="2800">
                <a:latin typeface="Times New Roman"/>
                <a:ea typeface="新細明體"/>
                <a:cs typeface="Segoe UI"/>
              </a:rPr>
              <a:t>aa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bababbabb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​</a:t>
            </a:r>
          </a:p>
          <a:p>
            <a:r>
              <a:rPr lang="zh-TW" sz="2400">
                <a:latin typeface="Segoe UI"/>
                <a:cs typeface="Segoe UI"/>
              </a:rPr>
              <a:t>​</a:t>
            </a:r>
          </a:p>
        </p:txBody>
      </p:sp>
      <p:pic>
        <p:nvPicPr>
          <p:cNvPr id="10" name="圖片 9" descr="一張含有 圖表, 寫生, 行, 圖畫 的圖片&#10;&#10;自動產生的描述">
            <a:extLst>
              <a:ext uri="{FF2B5EF4-FFF2-40B4-BE49-F238E27FC236}">
                <a16:creationId xmlns:a16="http://schemas.microsoft.com/office/drawing/2014/main" id="{0A853D1A-5AA9-E382-60A2-92187BA88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36" y="2900511"/>
            <a:ext cx="4006769" cy="2947508"/>
          </a:xfrm>
          <a:prstGeom prst="rect">
            <a:avLst/>
          </a:prstGeom>
        </p:spPr>
      </p:pic>
      <p:pic>
        <p:nvPicPr>
          <p:cNvPr id="11" name="圖片 10" descr="一張含有 圖表, 寫生, 行, 圖畫 的圖片&#10;&#10;自動產生的描述">
            <a:extLst>
              <a:ext uri="{FF2B5EF4-FFF2-40B4-BE49-F238E27FC236}">
                <a16:creationId xmlns:a16="http://schemas.microsoft.com/office/drawing/2014/main" id="{CF88C92D-8DC9-8A55-B97C-4ED72EB27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627" y="2900511"/>
            <a:ext cx="4006769" cy="294750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F74973F-E3B6-DDD4-C893-02C5039B2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1935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6E7B9E-57DC-CBEB-89A8-BAB49556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latin typeface="Times New Roman"/>
                <a:cs typeface="Times New Roman"/>
              </a:rPr>
              <a:t>Build Eertree</a:t>
            </a:r>
            <a:endParaRPr lang="zh-TW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B70283C-D4CF-1F44-716D-03B304C2249A}"/>
              </a:ext>
            </a:extLst>
          </p:cNvPr>
          <p:cNvSpPr txBox="1"/>
          <p:nvPr/>
        </p:nvSpPr>
        <p:spPr>
          <a:xfrm>
            <a:off x="837236" y="2110450"/>
            <a:ext cx="519317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2400">
                <a:latin typeface="Times New Roman"/>
                <a:ea typeface="新細明體"/>
                <a:cs typeface="Segoe UI"/>
              </a:rPr>
              <a:t>Insert "</a:t>
            </a:r>
            <a:r>
              <a:rPr lang="en-US" altLang="zh-TW" sz="2400" dirty="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zh-TW" sz="2400">
                <a:latin typeface="Times New Roman"/>
                <a:ea typeface="新細明體"/>
                <a:cs typeface="Segoe UI"/>
              </a:rPr>
              <a:t>" in S</a:t>
            </a:r>
            <a:r>
              <a:rPr lang="en-US" altLang="zh-TW" sz="2400" dirty="0">
                <a:latin typeface="Times New Roman"/>
                <a:ea typeface="新細明體"/>
                <a:cs typeface="Segoe UI"/>
              </a:rPr>
              <a:t>=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ab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latin typeface="Times New Roman"/>
                <a:ea typeface="新細明體"/>
                <a:cs typeface="Segoe UI"/>
              </a:rPr>
              <a:t>ababbabb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​</a:t>
            </a:r>
          </a:p>
          <a:p>
            <a:r>
              <a:rPr lang="zh-TW" sz="2400">
                <a:latin typeface="Segoe UI"/>
                <a:cs typeface="Segoe UI"/>
              </a:rPr>
              <a:t>​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42B57A3-6253-FD80-BA86-C5EC45DB1705}"/>
              </a:ext>
            </a:extLst>
          </p:cNvPr>
          <p:cNvSpPr txBox="1"/>
          <p:nvPr/>
        </p:nvSpPr>
        <p:spPr>
          <a:xfrm>
            <a:off x="6161590" y="2081513"/>
            <a:ext cx="519317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2400">
                <a:latin typeface="Times New Roman"/>
                <a:ea typeface="新細明體"/>
                <a:cs typeface="Segoe UI"/>
              </a:rPr>
              <a:t>Insert "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400">
                <a:latin typeface="Times New Roman"/>
                <a:ea typeface="新細明體"/>
                <a:cs typeface="Segoe UI"/>
              </a:rPr>
              <a:t>" in S</a:t>
            </a:r>
            <a:r>
              <a:rPr lang="en-US" altLang="zh-TW" sz="2400" dirty="0">
                <a:latin typeface="Times New Roman"/>
                <a:ea typeface="新細明體"/>
                <a:cs typeface="Segoe UI"/>
              </a:rPr>
              <a:t>=</a:t>
            </a:r>
            <a:r>
              <a:rPr lang="zh-TW" sz="2800">
                <a:latin typeface="Times New Roman"/>
                <a:ea typeface="新細明體"/>
                <a:cs typeface="Segoe UI"/>
              </a:rPr>
              <a:t>aa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</a:t>
            </a:r>
            <a:r>
              <a:rPr lang="en-US" altLang="zh-TW" sz="2800" dirty="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babbabb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​</a:t>
            </a:r>
          </a:p>
          <a:p>
            <a:r>
              <a:rPr lang="zh-TW" sz="2400">
                <a:latin typeface="Segoe UI"/>
                <a:cs typeface="Segoe UI"/>
              </a:rPr>
              <a:t>​</a:t>
            </a:r>
          </a:p>
        </p:txBody>
      </p:sp>
      <p:pic>
        <p:nvPicPr>
          <p:cNvPr id="3" name="圖片 2" descr="一張含有 圖表, 寫生, 行, 工程製圖 的圖片&#10;&#10;自動產生的描述">
            <a:extLst>
              <a:ext uri="{FF2B5EF4-FFF2-40B4-BE49-F238E27FC236}">
                <a16:creationId xmlns:a16="http://schemas.microsoft.com/office/drawing/2014/main" id="{AF46341E-6136-CD40-DA84-CE90AC9A2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35" y="2881221"/>
            <a:ext cx="3669174" cy="2706368"/>
          </a:xfrm>
          <a:prstGeom prst="rect">
            <a:avLst/>
          </a:prstGeom>
        </p:spPr>
      </p:pic>
      <p:pic>
        <p:nvPicPr>
          <p:cNvPr id="4" name="圖片 3" descr="一張含有 圖表, 寫生, 工程製圖, 方案 的圖片&#10;&#10;自動產生的描述">
            <a:extLst>
              <a:ext uri="{FF2B5EF4-FFF2-40B4-BE49-F238E27FC236}">
                <a16:creationId xmlns:a16="http://schemas.microsoft.com/office/drawing/2014/main" id="{56DD295D-F342-2168-632F-290BF0559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628" y="2786660"/>
            <a:ext cx="3852440" cy="3734654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E61B31FE-B5A6-2D60-AF0B-2019933CD9BC}"/>
              </a:ext>
            </a:extLst>
          </p:cNvPr>
          <p:cNvCxnSpPr/>
          <p:nvPr/>
        </p:nvCxnSpPr>
        <p:spPr>
          <a:xfrm flipV="1">
            <a:off x="1532965" y="4495800"/>
            <a:ext cx="1246094" cy="896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0AB796D-9176-F1B0-1104-0F80EAC66D6B}"/>
              </a:ext>
            </a:extLst>
          </p:cNvPr>
          <p:cNvCxnSpPr/>
          <p:nvPr/>
        </p:nvCxnSpPr>
        <p:spPr>
          <a:xfrm flipV="1">
            <a:off x="7046259" y="4495800"/>
            <a:ext cx="1335741" cy="896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FAE04C4-35A8-4F06-8FC5-2899B7014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4616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6E7B9E-57DC-CBEB-89A8-BAB49556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latin typeface="Times New Roman"/>
                <a:cs typeface="Times New Roman"/>
              </a:rPr>
              <a:t>Build Eertree</a:t>
            </a:r>
            <a:endParaRPr lang="zh-TW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B70283C-D4CF-1F44-716D-03B304C2249A}"/>
              </a:ext>
            </a:extLst>
          </p:cNvPr>
          <p:cNvSpPr txBox="1"/>
          <p:nvPr/>
        </p:nvSpPr>
        <p:spPr>
          <a:xfrm>
            <a:off x="837236" y="2110450"/>
            <a:ext cx="519317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2400">
                <a:latin typeface="Times New Roman"/>
                <a:ea typeface="新細明體"/>
                <a:cs typeface="Segoe UI"/>
              </a:rPr>
              <a:t>Insert "</a:t>
            </a:r>
            <a:r>
              <a:rPr lang="en-US" altLang="zh-TW" sz="2400" dirty="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zh-TW" sz="2400">
                <a:latin typeface="Times New Roman"/>
                <a:ea typeface="新細明體"/>
                <a:cs typeface="Segoe UI"/>
              </a:rPr>
              <a:t>" in S</a:t>
            </a:r>
            <a:r>
              <a:rPr lang="en-US" altLang="zh-TW" sz="2400" dirty="0">
                <a:latin typeface="Times New Roman"/>
                <a:ea typeface="新細明體"/>
                <a:cs typeface="Segoe UI"/>
              </a:rPr>
              <a:t>=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ab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latin typeface="Times New Roman"/>
                <a:ea typeface="新細明體"/>
                <a:cs typeface="Segoe UI"/>
              </a:rPr>
              <a:t>abbabb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​</a:t>
            </a:r>
          </a:p>
          <a:p>
            <a:r>
              <a:rPr lang="zh-TW" sz="2400">
                <a:latin typeface="Segoe UI"/>
                <a:cs typeface="Segoe UI"/>
              </a:rPr>
              <a:t>​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42B57A3-6253-FD80-BA86-C5EC45DB1705}"/>
              </a:ext>
            </a:extLst>
          </p:cNvPr>
          <p:cNvSpPr txBox="1"/>
          <p:nvPr/>
        </p:nvSpPr>
        <p:spPr>
          <a:xfrm>
            <a:off x="6161590" y="2081513"/>
            <a:ext cx="519317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2400">
                <a:latin typeface="Times New Roman"/>
                <a:ea typeface="新細明體"/>
                <a:cs typeface="Segoe UI"/>
              </a:rPr>
              <a:t>Insert "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400">
                <a:latin typeface="Times New Roman"/>
                <a:ea typeface="新細明體"/>
                <a:cs typeface="Segoe UI"/>
              </a:rPr>
              <a:t>" in S</a:t>
            </a:r>
            <a:r>
              <a:rPr lang="en-US" altLang="zh-TW" sz="2400" dirty="0">
                <a:latin typeface="Times New Roman"/>
                <a:ea typeface="新細明體"/>
                <a:cs typeface="Segoe UI"/>
              </a:rPr>
              <a:t>=</a:t>
            </a:r>
            <a:r>
              <a:rPr lang="zh-TW" sz="2800">
                <a:latin typeface="Times New Roman"/>
                <a:ea typeface="新細明體"/>
                <a:cs typeface="Segoe UI"/>
              </a:rPr>
              <a:t>aa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</a:t>
            </a:r>
            <a:r>
              <a:rPr lang="en-US" altLang="zh-TW" sz="2800" dirty="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bbabb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​</a:t>
            </a:r>
          </a:p>
          <a:p>
            <a:r>
              <a:rPr lang="zh-TW" sz="2400">
                <a:latin typeface="Segoe UI"/>
                <a:cs typeface="Segoe UI"/>
              </a:rPr>
              <a:t>​</a:t>
            </a:r>
          </a:p>
        </p:txBody>
      </p:sp>
      <p:pic>
        <p:nvPicPr>
          <p:cNvPr id="5" name="圖片 4" descr="一張含有 圖表, 寫生, 圖畫, 工程製圖 的圖片&#10;&#10;自動產生的描述">
            <a:extLst>
              <a:ext uri="{FF2B5EF4-FFF2-40B4-BE49-F238E27FC236}">
                <a16:creationId xmlns:a16="http://schemas.microsoft.com/office/drawing/2014/main" id="{BD25DD76-FF56-5B83-29AA-A8A5C3CD9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73" y="2793860"/>
            <a:ext cx="3755984" cy="3700964"/>
          </a:xfrm>
          <a:prstGeom prst="rect">
            <a:avLst/>
          </a:prstGeom>
        </p:spPr>
      </p:pic>
      <p:pic>
        <p:nvPicPr>
          <p:cNvPr id="6" name="圖片 5" descr="一張含有 圖表, 寫生, 工程製圖, 方案 的圖片&#10;&#10;自動產生的描述">
            <a:extLst>
              <a:ext uri="{FF2B5EF4-FFF2-40B4-BE49-F238E27FC236}">
                <a16:creationId xmlns:a16="http://schemas.microsoft.com/office/drawing/2014/main" id="{586B9764-7AFF-2A7D-C0F9-9F9B3BCED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628" y="2692099"/>
            <a:ext cx="3273706" cy="3972004"/>
          </a:xfrm>
          <a:prstGeom prst="rect">
            <a:avLst/>
          </a:prstGeom>
        </p:spPr>
      </p:pic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1314AD16-A450-867F-CDE8-52C82295DC4A}"/>
              </a:ext>
            </a:extLst>
          </p:cNvPr>
          <p:cNvCxnSpPr/>
          <p:nvPr/>
        </p:nvCxnSpPr>
        <p:spPr>
          <a:xfrm flipV="1">
            <a:off x="6911789" y="4128247"/>
            <a:ext cx="1183342" cy="896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8707903F-50EE-4843-2377-44DB3DFC00D6}"/>
              </a:ext>
            </a:extLst>
          </p:cNvPr>
          <p:cNvCxnSpPr/>
          <p:nvPr/>
        </p:nvCxnSpPr>
        <p:spPr>
          <a:xfrm flipV="1">
            <a:off x="1739153" y="4486835"/>
            <a:ext cx="1308846" cy="896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4A54FD1-341D-5662-D4FA-A44C40142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4202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6E7B9E-57DC-CBEB-89A8-BAB49556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latin typeface="Times New Roman"/>
                <a:cs typeface="Times New Roman"/>
              </a:rPr>
              <a:t>Build Eertree</a:t>
            </a:r>
            <a:endParaRPr lang="zh-TW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B70283C-D4CF-1F44-716D-03B304C2249A}"/>
              </a:ext>
            </a:extLst>
          </p:cNvPr>
          <p:cNvSpPr txBox="1"/>
          <p:nvPr/>
        </p:nvSpPr>
        <p:spPr>
          <a:xfrm>
            <a:off x="837236" y="2110450"/>
            <a:ext cx="519317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2400">
                <a:latin typeface="Times New Roman"/>
                <a:ea typeface="新細明體"/>
                <a:cs typeface="Segoe UI"/>
              </a:rPr>
              <a:t>Insert "</a:t>
            </a:r>
            <a:r>
              <a:rPr lang="en-US" altLang="zh-TW" sz="2400" dirty="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zh-TW" sz="2400">
                <a:latin typeface="Times New Roman"/>
                <a:ea typeface="新細明體"/>
                <a:cs typeface="Segoe UI"/>
              </a:rPr>
              <a:t>" in S</a:t>
            </a:r>
            <a:r>
              <a:rPr lang="en-US" altLang="zh-TW" sz="2400" dirty="0">
                <a:latin typeface="Times New Roman"/>
                <a:ea typeface="新細明體"/>
                <a:cs typeface="Segoe UI"/>
              </a:rPr>
              <a:t>=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ab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latin typeface="Times New Roman"/>
                <a:ea typeface="新細明體"/>
                <a:cs typeface="Segoe UI"/>
              </a:rPr>
              <a:t>babb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​</a:t>
            </a:r>
          </a:p>
          <a:p>
            <a:r>
              <a:rPr lang="zh-TW" sz="2400">
                <a:latin typeface="Segoe UI"/>
                <a:cs typeface="Segoe UI"/>
              </a:rPr>
              <a:t>​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42B57A3-6253-FD80-BA86-C5EC45DB1705}"/>
              </a:ext>
            </a:extLst>
          </p:cNvPr>
          <p:cNvSpPr txBox="1"/>
          <p:nvPr/>
        </p:nvSpPr>
        <p:spPr>
          <a:xfrm>
            <a:off x="6161590" y="2081513"/>
            <a:ext cx="519317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2400">
                <a:latin typeface="Times New Roman"/>
                <a:ea typeface="新細明體"/>
                <a:cs typeface="Segoe UI"/>
              </a:rPr>
              <a:t>Insert "</a:t>
            </a:r>
            <a:r>
              <a:rPr lang="en-US" altLang="zh-TW" sz="2400" dirty="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zh-TW" sz="2400">
                <a:latin typeface="Times New Roman"/>
                <a:ea typeface="新細明體"/>
                <a:cs typeface="Segoe UI"/>
              </a:rPr>
              <a:t>" in S</a:t>
            </a:r>
            <a:r>
              <a:rPr lang="en-US" altLang="zh-TW" sz="2400" dirty="0">
                <a:latin typeface="Times New Roman"/>
                <a:ea typeface="新細明體"/>
                <a:cs typeface="Segoe UI"/>
              </a:rPr>
              <a:t>=</a:t>
            </a:r>
            <a:r>
              <a:rPr lang="zh-TW" sz="2800">
                <a:latin typeface="Times New Roman"/>
                <a:ea typeface="新細明體"/>
                <a:cs typeface="Segoe UI"/>
              </a:rPr>
              <a:t>aa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</a:t>
            </a:r>
            <a:r>
              <a:rPr lang="en-US" altLang="zh-TW" sz="2800" dirty="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latin typeface="Times New Roman"/>
                <a:ea typeface="新細明體"/>
                <a:cs typeface="Segoe UI"/>
              </a:rPr>
              <a:t>abb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​</a:t>
            </a:r>
          </a:p>
          <a:p>
            <a:r>
              <a:rPr lang="zh-TW" sz="2400">
                <a:latin typeface="Segoe UI"/>
                <a:cs typeface="Segoe UI"/>
              </a:rPr>
              <a:t>​</a:t>
            </a:r>
          </a:p>
        </p:txBody>
      </p:sp>
      <p:pic>
        <p:nvPicPr>
          <p:cNvPr id="3" name="圖片 2" descr="一張含有 圖表, 工程製圖, 寫生, 方案 的圖片&#10;&#10;自動產生的描述">
            <a:extLst>
              <a:ext uri="{FF2B5EF4-FFF2-40B4-BE49-F238E27FC236}">
                <a16:creationId xmlns:a16="http://schemas.microsoft.com/office/drawing/2014/main" id="{31790599-A2DE-5C16-3410-92521D5E9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73" y="2672809"/>
            <a:ext cx="3341225" cy="4049167"/>
          </a:xfrm>
          <a:prstGeom prst="rect">
            <a:avLst/>
          </a:prstGeom>
        </p:spPr>
      </p:pic>
      <p:pic>
        <p:nvPicPr>
          <p:cNvPr id="4" name="圖片 3" descr="一張含有 圖表, 寫生, 工程製圖, 圖畫 的圖片&#10;&#10;自動產生的描述">
            <a:extLst>
              <a:ext uri="{FF2B5EF4-FFF2-40B4-BE49-F238E27FC236}">
                <a16:creationId xmlns:a16="http://schemas.microsoft.com/office/drawing/2014/main" id="{4D1C6ADD-071C-C7E0-64FA-1922A67FE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590" y="2671572"/>
            <a:ext cx="3977832" cy="3839437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92DCA5B9-0901-8CB0-6416-01C86CAB0D16}"/>
              </a:ext>
            </a:extLst>
          </p:cNvPr>
          <p:cNvCxnSpPr/>
          <p:nvPr/>
        </p:nvCxnSpPr>
        <p:spPr>
          <a:xfrm flipV="1">
            <a:off x="1595718" y="4173070"/>
            <a:ext cx="1246094" cy="896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6C1A636E-AD67-5DA5-AB87-9CC192303540}"/>
              </a:ext>
            </a:extLst>
          </p:cNvPr>
          <p:cNvCxnSpPr/>
          <p:nvPr/>
        </p:nvCxnSpPr>
        <p:spPr>
          <a:xfrm>
            <a:off x="7593106" y="4083423"/>
            <a:ext cx="10936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3E866EE-CA50-DC17-3BDB-3DD0EA87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261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6E7B9E-57DC-CBEB-89A8-BAB49556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latin typeface="Times New Roman"/>
                <a:cs typeface="Times New Roman"/>
              </a:rPr>
              <a:t>Build Eertree</a:t>
            </a:r>
            <a:endParaRPr lang="zh-TW">
              <a:latin typeface="Times New Roman"/>
              <a:cs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B70283C-D4CF-1F44-716D-03B304C2249A}"/>
              </a:ext>
            </a:extLst>
          </p:cNvPr>
          <p:cNvSpPr txBox="1"/>
          <p:nvPr/>
        </p:nvSpPr>
        <p:spPr>
          <a:xfrm>
            <a:off x="837236" y="2110450"/>
            <a:ext cx="519317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2400">
                <a:latin typeface="Times New Roman"/>
                <a:ea typeface="新細明體"/>
                <a:cs typeface="Segoe UI"/>
              </a:rPr>
              <a:t>Insert "</a:t>
            </a:r>
            <a:r>
              <a:rPr lang="en-US" altLang="zh-TW" sz="2400" dirty="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400">
                <a:latin typeface="Times New Roman"/>
                <a:ea typeface="新細明體"/>
                <a:cs typeface="Segoe UI"/>
              </a:rPr>
              <a:t>" in S</a:t>
            </a:r>
            <a:r>
              <a:rPr lang="en-US" altLang="zh-TW" sz="2400" dirty="0">
                <a:latin typeface="Times New Roman"/>
                <a:ea typeface="新細明體"/>
                <a:cs typeface="Segoe UI"/>
              </a:rPr>
              <a:t>=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ab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en-US" altLang="zh-TW" sz="2800" dirty="0" err="1">
                <a:latin typeface="Times New Roman"/>
                <a:ea typeface="新細明體"/>
                <a:cs typeface="Segoe UI"/>
              </a:rPr>
              <a:t>b</a:t>
            </a:r>
            <a:r>
              <a:rPr lang="en-US" altLang="zh-TW" sz="2800" dirty="0" err="1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bb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​</a:t>
            </a:r>
          </a:p>
          <a:p>
            <a:r>
              <a:rPr lang="zh-TW" sz="2400">
                <a:latin typeface="Segoe UI"/>
                <a:cs typeface="Segoe UI"/>
              </a:rPr>
              <a:t>​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42B57A3-6253-FD80-BA86-C5EC45DB1705}"/>
              </a:ext>
            </a:extLst>
          </p:cNvPr>
          <p:cNvSpPr txBox="1"/>
          <p:nvPr/>
        </p:nvSpPr>
        <p:spPr>
          <a:xfrm>
            <a:off x="6161590" y="2081513"/>
            <a:ext cx="519317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2400">
                <a:latin typeface="Times New Roman"/>
                <a:ea typeface="新細明體"/>
                <a:cs typeface="Segoe UI"/>
              </a:rPr>
              <a:t>Insert "</a:t>
            </a:r>
            <a:r>
              <a:rPr lang="en-US" altLang="zh-TW" sz="2400" dirty="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zh-TW" sz="2400">
                <a:latin typeface="Times New Roman"/>
                <a:ea typeface="新細明體"/>
                <a:cs typeface="Segoe UI"/>
              </a:rPr>
              <a:t>" in S</a:t>
            </a:r>
            <a:r>
              <a:rPr lang="en-US" altLang="zh-TW" sz="2400" dirty="0">
                <a:latin typeface="Times New Roman"/>
                <a:ea typeface="新細明體"/>
                <a:cs typeface="Segoe UI"/>
              </a:rPr>
              <a:t>=</a:t>
            </a:r>
            <a:r>
              <a:rPr lang="zh-TW" sz="2800">
                <a:latin typeface="Times New Roman"/>
                <a:ea typeface="新細明體"/>
                <a:cs typeface="Segoe UI"/>
              </a:rPr>
              <a:t>aa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</a:t>
            </a:r>
            <a:r>
              <a:rPr lang="en-US" altLang="zh-TW" sz="2800" dirty="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latin typeface="Times New Roman"/>
                <a:ea typeface="新細明體"/>
                <a:cs typeface="Segoe UI"/>
              </a:rPr>
              <a:t>b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​</a:t>
            </a:r>
          </a:p>
          <a:p>
            <a:r>
              <a:rPr lang="zh-TW" sz="2400">
                <a:latin typeface="Segoe UI"/>
                <a:cs typeface="Segoe UI"/>
              </a:rPr>
              <a:t>​</a:t>
            </a:r>
          </a:p>
        </p:txBody>
      </p:sp>
      <p:pic>
        <p:nvPicPr>
          <p:cNvPr id="6" name="圖片 5" descr="一張含有 圖表, 寫生, 工程製圖, 方案 的圖片&#10;&#10;自動產生的描述">
            <a:extLst>
              <a:ext uri="{FF2B5EF4-FFF2-40B4-BE49-F238E27FC236}">
                <a16:creationId xmlns:a16="http://schemas.microsoft.com/office/drawing/2014/main" id="{5D0A4FC2-3D58-E499-5175-88A846022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32003"/>
            <a:ext cx="3678820" cy="3559715"/>
          </a:xfrm>
          <a:prstGeom prst="rect">
            <a:avLst/>
          </a:prstGeom>
        </p:spPr>
      </p:pic>
      <p:pic>
        <p:nvPicPr>
          <p:cNvPr id="8" name="圖片 7" descr="一張含有 圖表, 寫生, 工程製圖, 方案 的圖片&#10;&#10;自動產生的描述">
            <a:extLst>
              <a:ext uri="{FF2B5EF4-FFF2-40B4-BE49-F238E27FC236}">
                <a16:creationId xmlns:a16="http://schemas.microsoft.com/office/drawing/2014/main" id="{176243BC-6B65-BF69-6D42-5D8D52CC3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122" y="2864484"/>
            <a:ext cx="3823503" cy="3694753"/>
          </a:xfrm>
          <a:prstGeom prst="rect">
            <a:avLst/>
          </a:prstGeom>
        </p:spPr>
      </p:pic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2F117D60-DB32-F27F-F202-745DE38E991D}"/>
              </a:ext>
            </a:extLst>
          </p:cNvPr>
          <p:cNvCxnSpPr/>
          <p:nvPr/>
        </p:nvCxnSpPr>
        <p:spPr>
          <a:xfrm>
            <a:off x="2241177" y="4235823"/>
            <a:ext cx="1004047" cy="1793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BAE26980-54EC-4ADF-5E7C-A0AD63CACEE3}"/>
              </a:ext>
            </a:extLst>
          </p:cNvPr>
          <p:cNvCxnSpPr/>
          <p:nvPr/>
        </p:nvCxnSpPr>
        <p:spPr>
          <a:xfrm>
            <a:off x="7879977" y="4208929"/>
            <a:ext cx="1075765" cy="2689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B8EAAD2-E307-242C-3D1C-2124E769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8347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6E7B9E-57DC-CBEB-89A8-BAB49556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latin typeface="Times New Roman"/>
                <a:cs typeface="Times New Roman"/>
              </a:rPr>
              <a:t>Build Eertree</a:t>
            </a:r>
            <a:endParaRPr lang="zh-TW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B70283C-D4CF-1F44-716D-03B304C2249A}"/>
              </a:ext>
            </a:extLst>
          </p:cNvPr>
          <p:cNvSpPr txBox="1"/>
          <p:nvPr/>
        </p:nvSpPr>
        <p:spPr>
          <a:xfrm>
            <a:off x="837236" y="2110450"/>
            <a:ext cx="519317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2400">
                <a:latin typeface="Times New Roman"/>
                <a:ea typeface="新細明體"/>
                <a:cs typeface="Segoe UI"/>
              </a:rPr>
              <a:t>Insert "</a:t>
            </a:r>
            <a:r>
              <a:rPr lang="en-US" altLang="zh-TW" sz="2400" dirty="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zh-TW" sz="2400">
                <a:latin typeface="Times New Roman"/>
                <a:ea typeface="新細明體"/>
                <a:cs typeface="Segoe UI"/>
              </a:rPr>
              <a:t>" in S</a:t>
            </a:r>
            <a:r>
              <a:rPr lang="en-US" altLang="zh-TW" sz="2400" dirty="0">
                <a:latin typeface="Times New Roman"/>
                <a:ea typeface="新細明體"/>
                <a:cs typeface="Segoe UI"/>
              </a:rPr>
              <a:t>=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ab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en-US" altLang="zh-TW" sz="2800" dirty="0" err="1">
                <a:latin typeface="Times New Roman"/>
                <a:ea typeface="新細明體"/>
                <a:cs typeface="Segoe UI"/>
              </a:rPr>
              <a:t>b</a:t>
            </a:r>
            <a:r>
              <a:rPr lang="en-US" altLang="zh-TW" sz="2800" dirty="0" err="1">
                <a:solidFill>
                  <a:srgbClr val="000000"/>
                </a:solidFill>
                <a:latin typeface="Times New Roman"/>
                <a:ea typeface="新細明體"/>
                <a:cs typeface="Segoe UI"/>
              </a:rPr>
              <a:t>a</a:t>
            </a:r>
            <a:r>
              <a:rPr lang="zh-TW" sz="2800">
                <a:latin typeface="Times New Roman"/>
                <a:ea typeface="新細明體"/>
                <a:cs typeface="Segoe UI"/>
              </a:rPr>
              <a:t>b</a:t>
            </a:r>
            <a:r>
              <a:rPr lang="zh-TW" sz="2800">
                <a:solidFill>
                  <a:srgbClr val="FF0000"/>
                </a:solidFill>
                <a:latin typeface="Times New Roman"/>
                <a:ea typeface="新細明體"/>
                <a:cs typeface="Segoe UI"/>
              </a:rPr>
              <a:t>b</a:t>
            </a:r>
            <a:r>
              <a:rPr lang="en-US" altLang="zh-TW" sz="2800" dirty="0">
                <a:latin typeface="Times New Roman"/>
                <a:ea typeface="新細明體"/>
                <a:cs typeface="Segoe UI"/>
              </a:rPr>
              <a:t>​</a:t>
            </a:r>
          </a:p>
          <a:p>
            <a:r>
              <a:rPr lang="zh-TW" sz="2400">
                <a:latin typeface="Times New Roman"/>
                <a:cs typeface="Segoe UI"/>
              </a:rPr>
              <a:t>​</a:t>
            </a:r>
          </a:p>
        </p:txBody>
      </p:sp>
      <p:pic>
        <p:nvPicPr>
          <p:cNvPr id="3" name="圖片 2" descr="一張含有 圖表, 工程製圖, 寫生, 方案 的圖片&#10;&#10;自動產生的描述">
            <a:extLst>
              <a:ext uri="{FF2B5EF4-FFF2-40B4-BE49-F238E27FC236}">
                <a16:creationId xmlns:a16="http://schemas.microsoft.com/office/drawing/2014/main" id="{3AE7C658-6F42-8BFB-3AC0-E0A9B05E9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438" y="2845193"/>
            <a:ext cx="3727048" cy="360794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7B27060-23DD-C14E-2199-90760FF9DE5F}"/>
              </a:ext>
            </a:extLst>
          </p:cNvPr>
          <p:cNvSpPr txBox="1"/>
          <p:nvPr/>
        </p:nvSpPr>
        <p:spPr>
          <a:xfrm>
            <a:off x="6094071" y="2168323"/>
            <a:ext cx="519317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400">
                <a:latin typeface="Times New Roman"/>
                <a:ea typeface="新細明體"/>
                <a:cs typeface="Segoe UI"/>
              </a:rPr>
              <a:t>Time complexity: O(</a:t>
            </a:r>
            <a:r>
              <a:rPr lang="zh-TW" sz="2400" i="1">
                <a:latin typeface="Times New Roman"/>
                <a:ea typeface="+mn-lt"/>
                <a:cs typeface="+mn-lt"/>
              </a:rPr>
              <a:t>n log σ</a:t>
            </a:r>
            <a:r>
              <a:rPr lang="zh-TW" altLang="en-US" sz="2400">
                <a:latin typeface="Times New Roman"/>
                <a:ea typeface="新細明體"/>
                <a:cs typeface="Segoe UI"/>
              </a:rPr>
              <a:t>)</a:t>
            </a:r>
          </a:p>
          <a:p>
            <a:r>
              <a:rPr lang="zh-TW" altLang="en-US" sz="2400">
                <a:latin typeface="Times New Roman"/>
                <a:ea typeface="新細明體"/>
                <a:cs typeface="Segoe UI"/>
              </a:rPr>
              <a:t>Space: O(</a:t>
            </a:r>
            <a:r>
              <a:rPr lang="zh-TW" altLang="en-US" sz="2400" i="1">
                <a:latin typeface="Times New Roman"/>
                <a:ea typeface="新細明體"/>
                <a:cs typeface="Segoe UI"/>
              </a:rPr>
              <a:t>n</a:t>
            </a:r>
            <a:r>
              <a:rPr lang="zh-TW" altLang="en-US" sz="2400">
                <a:latin typeface="Times New Roman"/>
                <a:ea typeface="新細明體"/>
                <a:cs typeface="Segoe UI"/>
              </a:rPr>
              <a:t>)</a:t>
            </a:r>
          </a:p>
          <a:p>
            <a:r>
              <a:rPr lang="zh-TW" altLang="en-US" sz="2400" i="1">
                <a:latin typeface="Times New Roman"/>
                <a:ea typeface="新細明體"/>
                <a:cs typeface="Segoe UI"/>
              </a:rPr>
              <a:t>n=</a:t>
            </a:r>
            <a:r>
              <a:rPr lang="zh-TW" altLang="en-US" sz="2400">
                <a:latin typeface="Times New Roman"/>
                <a:ea typeface="新細明體"/>
                <a:cs typeface="Segoe UI"/>
              </a:rPr>
              <a:t>len(S)</a:t>
            </a:r>
          </a:p>
          <a:p>
            <a:r>
              <a:rPr lang="en-US" altLang="zh-TW" sz="2400" i="1" dirty="0">
                <a:latin typeface="Times New Roman"/>
                <a:ea typeface="新細明體"/>
                <a:cs typeface="Times New Roman"/>
              </a:rPr>
              <a:t>σ</a:t>
            </a:r>
            <a:r>
              <a:rPr lang="en-US" altLang="zh-TW" sz="2400" i="1" dirty="0">
                <a:latin typeface="Times New Roman"/>
                <a:ea typeface="新細明體"/>
                <a:cs typeface="Calibri"/>
              </a:rPr>
              <a:t>=</a:t>
            </a:r>
            <a:r>
              <a:rPr lang="en-US" sz="2400" dirty="0">
                <a:latin typeface="Times New Roman"/>
                <a:ea typeface="+mn-lt"/>
                <a:cs typeface="+mn-lt"/>
              </a:rPr>
              <a:t>general ordered alphabet</a:t>
            </a:r>
            <a:endParaRPr lang="en-US" dirty="0">
              <a:latin typeface="Times New Roman"/>
              <a:cs typeface="Times New Roman"/>
            </a:endParaRP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12E06FFC-7339-CACA-18CD-9B3B6B363754}"/>
              </a:ext>
            </a:extLst>
          </p:cNvPr>
          <p:cNvCxnSpPr/>
          <p:nvPr/>
        </p:nvCxnSpPr>
        <p:spPr>
          <a:xfrm flipV="1">
            <a:off x="2366683" y="4173071"/>
            <a:ext cx="1066800" cy="896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B043E5-7C75-04A2-0A97-DAC77396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6509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4890AF-9A0C-4C2E-42B0-73C0D726D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latin typeface="Times New Roman"/>
                <a:ea typeface="+mj-lt"/>
                <a:cs typeface="+mj-lt"/>
              </a:rPr>
              <a:t>Auxiliary data structures for detecting the node to be deleted</a:t>
            </a:r>
            <a:endParaRPr lang="zh-TW">
              <a:latin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5B119-A2A2-860D-8787-7E5292210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>
                <a:latin typeface="Times New Roman"/>
                <a:ea typeface="新細明體"/>
                <a:cs typeface="Calibri"/>
              </a:rPr>
              <a:t>prefPal[0..d-1]:</a:t>
            </a:r>
            <a:r>
              <a:rPr lang="zh-TW">
                <a:latin typeface="Times New Roman"/>
                <a:ea typeface="+mn-lt"/>
                <a:cs typeface="+mn-lt"/>
              </a:rPr>
              <a:t>a cyclic array of size </a:t>
            </a:r>
            <a:r>
              <a:rPr lang="zh-TW" i="1">
                <a:latin typeface="Times New Roman"/>
                <a:ea typeface="+mn-lt"/>
                <a:cs typeface="+mn-lt"/>
              </a:rPr>
              <a:t>d</a:t>
            </a:r>
            <a:r>
              <a:rPr lang="zh-TW">
                <a:latin typeface="Times New Roman"/>
                <a:ea typeface="+mn-lt"/>
                <a:cs typeface="+mn-lt"/>
              </a:rPr>
              <a:t> such that prefPal[</a:t>
            </a:r>
            <a:r>
              <a:rPr lang="zh-TW" i="1">
                <a:latin typeface="Times New Roman"/>
                <a:ea typeface="+mn-lt"/>
                <a:cs typeface="+mn-lt"/>
              </a:rPr>
              <a:t>i</a:t>
            </a:r>
            <a:r>
              <a:rPr lang="en-US" altLang="zh-TW" i="1" baseline="-25000" dirty="0">
                <a:latin typeface="Times New Roman"/>
                <a:ea typeface="+mn-lt"/>
                <a:cs typeface="+mn-lt"/>
              </a:rPr>
              <a:t>t</a:t>
            </a:r>
            <a:r>
              <a:rPr lang="zh-TW">
                <a:latin typeface="Times New Roman"/>
                <a:ea typeface="+mn-lt"/>
                <a:cs typeface="+mn-lt"/>
              </a:rPr>
              <a:t> mod </a:t>
            </a:r>
            <a:r>
              <a:rPr lang="zh-TW" i="1">
                <a:latin typeface="Times New Roman"/>
                <a:ea typeface="+mn-lt"/>
                <a:cs typeface="+mn-lt"/>
              </a:rPr>
              <a:t>d</a:t>
            </a:r>
            <a:r>
              <a:rPr lang="zh-TW">
                <a:latin typeface="Times New Roman"/>
                <a:ea typeface="+mn-lt"/>
                <a:cs typeface="+mn-lt"/>
              </a:rPr>
              <a:t>] stores the node which corresponds to the longest palindromic prefix of the window S[</a:t>
            </a:r>
            <a:r>
              <a:rPr lang="zh-TW" i="1">
                <a:latin typeface="Times New Roman"/>
                <a:ea typeface="+mn-lt"/>
                <a:cs typeface="+mn-lt"/>
              </a:rPr>
              <a:t>i</a:t>
            </a:r>
            <a:r>
              <a:rPr lang="zh-TW" i="1" baseline="-25000">
                <a:latin typeface="Times New Roman"/>
                <a:ea typeface="+mn-lt"/>
                <a:cs typeface="+mn-lt"/>
              </a:rPr>
              <a:t>t</a:t>
            </a:r>
            <a:r>
              <a:rPr lang="zh-TW" i="1">
                <a:latin typeface="Times New Roman"/>
                <a:ea typeface="+mn-lt"/>
                <a:cs typeface="+mn-lt"/>
              </a:rPr>
              <a:t>.. j</a:t>
            </a:r>
            <a:r>
              <a:rPr lang="zh-TW" i="1" baseline="-25000">
                <a:latin typeface="Times New Roman"/>
                <a:ea typeface="+mn-lt"/>
                <a:cs typeface="+mn-lt"/>
              </a:rPr>
              <a:t>t</a:t>
            </a:r>
            <a:r>
              <a:rPr lang="zh-TW">
                <a:latin typeface="Times New Roman"/>
                <a:ea typeface="+mn-lt"/>
                <a:cs typeface="+mn-lt"/>
              </a:rPr>
              <a:t>] at each time </a:t>
            </a:r>
            <a:r>
              <a:rPr lang="zh-TW" i="1">
                <a:latin typeface="Times New Roman"/>
                <a:ea typeface="+mn-lt"/>
                <a:cs typeface="+mn-lt"/>
              </a:rPr>
              <a:t>t</a:t>
            </a:r>
            <a:r>
              <a:rPr lang="zh-TW">
                <a:latin typeface="Times New Roman"/>
                <a:ea typeface="+mn-lt"/>
                <a:cs typeface="+mn-lt"/>
              </a:rPr>
              <a:t>.</a:t>
            </a:r>
          </a:p>
          <a:p>
            <a:r>
              <a:rPr lang="en-US" dirty="0">
                <a:latin typeface="Times New Roman"/>
                <a:ea typeface="+mn-lt"/>
                <a:cs typeface="+mn-lt"/>
              </a:rPr>
              <a:t>e.g.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/>
                <a:ea typeface="Calibri"/>
                <a:cs typeface="Calibri"/>
              </a:rPr>
              <a:t>   </a:t>
            </a:r>
            <a:r>
              <a:rPr lang="en-US" altLang="zh-TW" err="1">
                <a:latin typeface="Times New Roman"/>
                <a:ea typeface="Calibri"/>
                <a:cs typeface="Calibri"/>
              </a:rPr>
              <a:t>prefPal</a:t>
            </a:r>
            <a:r>
              <a:rPr lang="en-US" altLang="zh-TW" dirty="0">
                <a:latin typeface="Times New Roman"/>
                <a:ea typeface="Calibri"/>
                <a:cs typeface="Calibri"/>
              </a:rPr>
              <a:t>[13]="</a:t>
            </a:r>
            <a:r>
              <a:rPr lang="en-US" altLang="zh-TW" err="1">
                <a:latin typeface="Times New Roman"/>
                <a:ea typeface="Calibri"/>
                <a:cs typeface="Calibri"/>
              </a:rPr>
              <a:t>aaa</a:t>
            </a:r>
            <a:r>
              <a:rPr lang="en-US" altLang="zh-TW" dirty="0">
                <a:latin typeface="Times New Roman"/>
                <a:ea typeface="Calibri"/>
                <a:cs typeface="Calibri"/>
              </a:rPr>
              <a:t>"</a:t>
            </a:r>
          </a:p>
          <a:p>
            <a:endParaRPr lang="zh-TW" altLang="en-US" dirty="0">
              <a:latin typeface="Times New Roman"/>
              <a:ea typeface="新細明體"/>
              <a:cs typeface="Calibri"/>
            </a:endParaRPr>
          </a:p>
        </p:txBody>
      </p:sp>
      <p:pic>
        <p:nvPicPr>
          <p:cNvPr id="5" name="圖片 4" descr="一張含有 圖表, 行, 寫生, 圓形 的圖片&#10;&#10;自動產生的描述">
            <a:extLst>
              <a:ext uri="{FF2B5EF4-FFF2-40B4-BE49-F238E27FC236}">
                <a16:creationId xmlns:a16="http://schemas.microsoft.com/office/drawing/2014/main" id="{9A001351-ADAB-5B92-987F-9447F2F50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723" y="3075458"/>
            <a:ext cx="4119715" cy="299308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C5296C-9088-BE6D-07E6-1116B6B73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0583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B757A1-34EF-296F-C492-509B10CCA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+mj-lt"/>
                <a:cs typeface="+mj-lt"/>
              </a:rPr>
              <a:t>Combinatorial properties on palindromes for a sliding window</a:t>
            </a:r>
            <a:endParaRPr lang="zh-TW" altLang="en-US" dirty="0">
              <a:latin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577230-7D86-D0B7-608C-4C71188C0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dirty="0">
                <a:latin typeface="Times New Roman"/>
                <a:ea typeface="+mn-lt"/>
                <a:cs typeface="+mn-lt"/>
              </a:rPr>
              <a:t>A</a:t>
            </a:r>
            <a:r>
              <a:rPr lang="zh-TW" altLang="en-US">
                <a:latin typeface="Times New Roman"/>
                <a:ea typeface="+mn-lt"/>
                <a:cs typeface="+mn-lt"/>
              </a:rPr>
              <a:t> </a:t>
            </a:r>
            <a:r>
              <a:rPr lang="zh-TW">
                <a:latin typeface="Times New Roman"/>
                <a:ea typeface="+mn-lt"/>
                <a:cs typeface="+mn-lt"/>
              </a:rPr>
              <a:t>node </a:t>
            </a:r>
            <a:r>
              <a:rPr lang="en-US" altLang="zh-TW" i="1" dirty="0">
                <a:latin typeface="Times New Roman"/>
                <a:ea typeface="+mn-lt"/>
                <a:cs typeface="+mn-lt"/>
              </a:rPr>
              <a:t>p</a:t>
            </a:r>
            <a:r>
              <a:rPr lang="en-US" altLang="zh-TW" dirty="0">
                <a:latin typeface="Times New Roman"/>
                <a:ea typeface="+mn-lt"/>
                <a:cs typeface="+mn-lt"/>
              </a:rPr>
              <a:t> </a:t>
            </a:r>
            <a:r>
              <a:rPr lang="zh-TW">
                <a:latin typeface="Times New Roman"/>
                <a:ea typeface="+mn-lt"/>
                <a:cs typeface="+mn-lt"/>
              </a:rPr>
              <a:t>in eertree(S[i − 1.. j − 1]) to be removed when the leftmost character S[i − 1] is deleted from S[i−1.. j−1] if</a:t>
            </a:r>
            <a:r>
              <a:rPr lang="zh-TW" altLang="en-US">
                <a:latin typeface="Times New Roman"/>
                <a:ea typeface="+mn-lt"/>
                <a:cs typeface="+mn-lt"/>
              </a:rPr>
              <a:t> only if</a:t>
            </a:r>
            <a:endParaRPr lang="zh-TW"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/>
                <a:ea typeface="Calibri"/>
                <a:cs typeface="Calibri"/>
              </a:rPr>
              <a:t> 1.</a:t>
            </a:r>
            <a:r>
              <a:rPr lang="en-US" dirty="0">
                <a:latin typeface="Times New Roman"/>
                <a:ea typeface="+mn-lt"/>
                <a:cs typeface="+mn-lt"/>
              </a:rPr>
              <a:t>pal(</a:t>
            </a:r>
            <a:r>
              <a:rPr lang="en-US" i="1" dirty="0">
                <a:latin typeface="Times New Roman"/>
                <a:ea typeface="+mn-lt"/>
                <a:cs typeface="Times New Roman"/>
              </a:rPr>
              <a:t>p</a:t>
            </a:r>
            <a:r>
              <a:rPr lang="en-US" dirty="0">
                <a:latin typeface="Times New Roman"/>
                <a:ea typeface="+mn-lt"/>
                <a:cs typeface="+mn-lt"/>
              </a:rPr>
              <a:t>) is unique in S[i−1.. j−1]</a:t>
            </a:r>
          </a:p>
          <a:p>
            <a:pPr marL="0" indent="0">
              <a:buNone/>
            </a:pPr>
            <a:r>
              <a:rPr lang="en-US" altLang="zh-TW" dirty="0">
                <a:latin typeface="Times New Roman"/>
                <a:ea typeface="Calibri"/>
                <a:cs typeface="Calibri"/>
              </a:rPr>
              <a:t> 2.</a:t>
            </a:r>
            <a:r>
              <a:rPr lang="en-US" dirty="0">
                <a:latin typeface="Times New Roman"/>
                <a:ea typeface="+mn-lt"/>
                <a:cs typeface="+mn-lt"/>
              </a:rPr>
              <a:t>pal(</a:t>
            </a:r>
            <a:r>
              <a:rPr lang="en-US" i="1" dirty="0">
                <a:latin typeface="Times New Roman"/>
                <a:ea typeface="+mn-lt"/>
                <a:cs typeface="Times New Roman"/>
              </a:rPr>
              <a:t>p</a:t>
            </a:r>
            <a:r>
              <a:rPr lang="en-US" dirty="0">
                <a:latin typeface="Times New Roman"/>
                <a:ea typeface="+mn-lt"/>
                <a:cs typeface="+mn-lt"/>
              </a:rPr>
              <a:t>) = </a:t>
            </a:r>
            <a:r>
              <a:rPr lang="en-US" err="1">
                <a:latin typeface="Times New Roman"/>
                <a:ea typeface="+mn-lt"/>
                <a:cs typeface="+mn-lt"/>
              </a:rPr>
              <a:t>lpp</a:t>
            </a:r>
            <a:r>
              <a:rPr lang="en-US" dirty="0">
                <a:latin typeface="Times New Roman"/>
                <a:ea typeface="+mn-lt"/>
                <a:cs typeface="+mn-lt"/>
              </a:rPr>
              <a:t>(S[</a:t>
            </a:r>
            <a:r>
              <a:rPr lang="en-US" err="1">
                <a:latin typeface="Times New Roman"/>
                <a:ea typeface="+mn-lt"/>
                <a:cs typeface="+mn-lt"/>
              </a:rPr>
              <a:t>i</a:t>
            </a:r>
            <a:r>
              <a:rPr lang="en-US" dirty="0">
                <a:latin typeface="Times New Roman"/>
                <a:ea typeface="+mn-lt"/>
                <a:cs typeface="+mn-lt"/>
              </a:rPr>
              <a:t> −1.. j−1])</a:t>
            </a:r>
          </a:p>
          <a:p>
            <a:pPr marL="0" indent="0">
              <a:buNone/>
            </a:pPr>
            <a:r>
              <a:rPr lang="en-US" dirty="0">
                <a:latin typeface="Times New Roman"/>
                <a:ea typeface="Calibri"/>
                <a:cs typeface="Calibri"/>
              </a:rPr>
              <a:t> 3.</a:t>
            </a:r>
            <a:r>
              <a:rPr lang="en-US" i="1" dirty="0">
                <a:latin typeface="Times New Roman"/>
                <a:ea typeface="Calibri"/>
                <a:cs typeface="Calibri"/>
              </a:rPr>
              <a:t>p</a:t>
            </a:r>
            <a:r>
              <a:rPr lang="en-US" dirty="0">
                <a:latin typeface="Times New Roman"/>
                <a:ea typeface="Calibri"/>
                <a:cs typeface="Calibri"/>
              </a:rPr>
              <a:t> is a leaf node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31F11B-9FF8-C371-D1BE-7B33E2E6E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481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2D5465-6424-897A-20FA-D053DDB15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/>
                <a:ea typeface="+mj-lt"/>
                <a:cs typeface="+mj-lt"/>
              </a:rPr>
              <a:t>D</a:t>
            </a:r>
            <a:r>
              <a:rPr lang="zh-TW">
                <a:latin typeface="Times New Roman"/>
                <a:ea typeface="+mj-lt"/>
                <a:cs typeface="+mj-lt"/>
              </a:rPr>
              <a:t>etermining uniqueness of a palindrome</a:t>
            </a:r>
            <a:endParaRPr lang="zh-TW">
              <a:latin typeface="Times New Roman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28B281-FB0F-E075-C48B-F53E99703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>
                <a:ea typeface="+mn-lt"/>
                <a:cs typeface="+mn-lt"/>
              </a:rPr>
              <a:t>rm</a:t>
            </a:r>
            <a:r>
              <a:rPr lang="zh-TW" i="1" baseline="-25000">
                <a:ea typeface="+mn-lt"/>
                <a:cs typeface="+mn-lt"/>
              </a:rPr>
              <a:t>i</a:t>
            </a:r>
            <a:r>
              <a:rPr lang="zh-TW" baseline="-25000">
                <a:ea typeface="+mn-lt"/>
                <a:cs typeface="+mn-lt"/>
              </a:rPr>
              <a:t>,</a:t>
            </a:r>
            <a:r>
              <a:rPr lang="en-US" altLang="zh-TW" i="1" baseline="-25000" dirty="0">
                <a:ea typeface="+mn-lt"/>
                <a:cs typeface="+mn-lt"/>
              </a:rPr>
              <a:t>j</a:t>
            </a:r>
            <a:r>
              <a:rPr lang="zh-TW">
                <a:ea typeface="+mn-lt"/>
                <a:cs typeface="+mn-lt"/>
              </a:rPr>
              <a:t>(</a:t>
            </a:r>
            <a:r>
              <a:rPr lang="zh-TW" i="1">
                <a:ea typeface="+mn-lt"/>
                <a:cs typeface="+mn-lt"/>
              </a:rPr>
              <a:t>v</a:t>
            </a:r>
            <a:r>
              <a:rPr lang="zh-TW">
                <a:ea typeface="+mn-lt"/>
                <a:cs typeface="+mn-lt"/>
              </a:rPr>
              <a:t>) </a:t>
            </a:r>
            <a:r>
              <a:rPr lang="en-US" altLang="zh-TW" dirty="0">
                <a:ea typeface="+mn-lt"/>
                <a:cs typeface="+mn-lt"/>
              </a:rPr>
              <a:t>= </a:t>
            </a:r>
            <a:r>
              <a:rPr lang="en-US" dirty="0">
                <a:ea typeface="+mn-lt"/>
                <a:cs typeface="+mn-lt"/>
              </a:rPr>
              <a:t>the starting position of the rightmost occurrence of pal(</a:t>
            </a:r>
            <a:r>
              <a:rPr lang="en-US" i="1" dirty="0">
                <a:ea typeface="+mn-lt"/>
                <a:cs typeface="+mn-lt"/>
              </a:rPr>
              <a:t>v</a:t>
            </a:r>
            <a:r>
              <a:rPr lang="en-US" dirty="0">
                <a:ea typeface="+mn-lt"/>
                <a:cs typeface="+mn-lt"/>
              </a:rPr>
              <a:t>) in S[</a:t>
            </a:r>
            <a:r>
              <a:rPr lang="en-US" i="1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.. </a:t>
            </a:r>
            <a:r>
              <a:rPr lang="en-US" i="1" dirty="0">
                <a:ea typeface="+mn-lt"/>
                <a:cs typeface="+mn-lt"/>
              </a:rPr>
              <a:t>j</a:t>
            </a:r>
            <a:r>
              <a:rPr lang="en-US" dirty="0">
                <a:ea typeface="+mn-lt"/>
                <a:cs typeface="+mn-lt"/>
              </a:rPr>
              <a:t>]</a:t>
            </a:r>
          </a:p>
          <a:p>
            <a:r>
              <a:rPr lang="en-US" altLang="zh-TW" dirty="0" err="1">
                <a:ea typeface="新細明體"/>
                <a:cs typeface="Calibri"/>
              </a:rPr>
              <a:t>srm</a:t>
            </a:r>
            <a:r>
              <a:rPr lang="en-US" altLang="zh-TW" sz="1900" i="1" baseline="-25000" dirty="0" err="1">
                <a:ea typeface="新細明體"/>
                <a:cs typeface="Calibri"/>
              </a:rPr>
              <a:t>i</a:t>
            </a:r>
            <a:r>
              <a:rPr lang="en-US" altLang="zh-TW" sz="1900" baseline="-25000" dirty="0" err="1">
                <a:ea typeface="新細明體"/>
                <a:cs typeface="Calibri"/>
              </a:rPr>
              <a:t>,</a:t>
            </a:r>
            <a:r>
              <a:rPr lang="en-US" sz="1900" i="1" baseline="-25000" dirty="0" err="1">
                <a:cs typeface="Calibri"/>
              </a:rPr>
              <a:t>j</a:t>
            </a:r>
            <a:r>
              <a:rPr lang="en-US" altLang="zh-TW" dirty="0">
                <a:ea typeface="新細明體"/>
                <a:cs typeface="Calibri"/>
              </a:rPr>
              <a:t>(</a:t>
            </a:r>
            <a:r>
              <a:rPr lang="en-US" altLang="zh-TW" i="1" dirty="0">
                <a:ea typeface="新細明體"/>
                <a:cs typeface="Calibri"/>
              </a:rPr>
              <a:t>v</a:t>
            </a:r>
            <a:r>
              <a:rPr lang="en-US" altLang="zh-TW" dirty="0">
                <a:ea typeface="新細明體"/>
                <a:cs typeface="Calibri"/>
              </a:rPr>
              <a:t>) = </a:t>
            </a:r>
            <a:r>
              <a:rPr lang="en-US" dirty="0">
                <a:ea typeface="+mn-lt"/>
                <a:cs typeface="+mn-lt"/>
              </a:rPr>
              <a:t>the starting position of the second rightmost occurrence of pal(</a:t>
            </a:r>
            <a:r>
              <a:rPr lang="en-US" i="1" dirty="0">
                <a:ea typeface="+mn-lt"/>
                <a:cs typeface="+mn-lt"/>
              </a:rPr>
              <a:t>v</a:t>
            </a:r>
            <a:r>
              <a:rPr lang="en-US" dirty="0">
                <a:ea typeface="+mn-lt"/>
                <a:cs typeface="+mn-lt"/>
              </a:rPr>
              <a:t>) in S[</a:t>
            </a:r>
            <a:r>
              <a:rPr lang="en-US" i="1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.. </a:t>
            </a:r>
            <a:r>
              <a:rPr lang="en-US" i="1" dirty="0">
                <a:ea typeface="+mn-lt"/>
                <a:cs typeface="+mn-lt"/>
              </a:rPr>
              <a:t>j</a:t>
            </a:r>
            <a:r>
              <a:rPr lang="en-US" dirty="0">
                <a:ea typeface="+mn-lt"/>
                <a:cs typeface="+mn-lt"/>
              </a:rPr>
              <a:t>] if such a position exists, and otherwise, </a:t>
            </a:r>
            <a:r>
              <a:rPr lang="en-US" dirty="0" err="1">
                <a:ea typeface="+mn-lt"/>
                <a:cs typeface="+mn-lt"/>
              </a:rPr>
              <a:t>srm</a:t>
            </a:r>
            <a:r>
              <a:rPr lang="en-US" i="1" baseline="-25000" dirty="0" err="1">
                <a:ea typeface="+mn-lt"/>
                <a:cs typeface="+mn-lt"/>
              </a:rPr>
              <a:t>i</a:t>
            </a:r>
            <a:r>
              <a:rPr lang="en-US" baseline="-25000" dirty="0" err="1">
                <a:ea typeface="+mn-lt"/>
                <a:cs typeface="+mn-lt"/>
              </a:rPr>
              <a:t>,j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i="1" dirty="0">
                <a:ea typeface="+mn-lt"/>
                <a:cs typeface="+mn-lt"/>
              </a:rPr>
              <a:t>v</a:t>
            </a:r>
            <a:r>
              <a:rPr lang="en-US" dirty="0">
                <a:ea typeface="+mn-lt"/>
                <a:cs typeface="+mn-lt"/>
              </a:rPr>
              <a:t>) = −1.</a:t>
            </a:r>
          </a:p>
          <a:p>
            <a:r>
              <a:rPr lang="en-US" dirty="0" err="1">
                <a:ea typeface="+mn-lt"/>
                <a:cs typeface="+mn-lt"/>
              </a:rPr>
              <a:t>BegPair</a:t>
            </a:r>
            <a:r>
              <a:rPr lang="en-US" i="1" baseline="-25000" dirty="0" err="1">
                <a:ea typeface="+mn-lt"/>
                <a:cs typeface="+mn-lt"/>
              </a:rPr>
              <a:t>i,j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i="1" dirty="0">
                <a:ea typeface="+mn-lt"/>
                <a:cs typeface="+mn-lt"/>
              </a:rPr>
              <a:t>v</a:t>
            </a:r>
            <a:r>
              <a:rPr lang="en-US" dirty="0">
                <a:ea typeface="+mn-lt"/>
                <a:cs typeface="+mn-lt"/>
              </a:rPr>
              <a:t>) = if </a:t>
            </a:r>
            <a:r>
              <a:rPr lang="en-US" dirty="0" err="1">
                <a:ea typeface="+mn-lt"/>
                <a:cs typeface="+mn-lt"/>
              </a:rPr>
              <a:t>inSL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i="1" dirty="0">
                <a:ea typeface="+mn-lt"/>
                <a:cs typeface="+mn-lt"/>
              </a:rPr>
              <a:t>v</a:t>
            </a:r>
            <a:r>
              <a:rPr lang="en-US" dirty="0">
                <a:ea typeface="+mn-lt"/>
                <a:cs typeface="+mn-lt"/>
              </a:rPr>
              <a:t>) = 0: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                          </a:t>
            </a:r>
            <a:r>
              <a:rPr lang="en-US" dirty="0" err="1">
                <a:ea typeface="+mn-lt"/>
                <a:cs typeface="+mn-lt"/>
              </a:rPr>
              <a:t>BegPair</a:t>
            </a:r>
            <a:r>
              <a:rPr lang="en-US" i="1" baseline="-25000" dirty="0" err="1">
                <a:ea typeface="+mn-lt"/>
                <a:cs typeface="+mn-lt"/>
              </a:rPr>
              <a:t>i,j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i="1" dirty="0">
                <a:ea typeface="+mn-lt"/>
                <a:cs typeface="+mn-lt"/>
              </a:rPr>
              <a:t>v</a:t>
            </a:r>
            <a:r>
              <a:rPr lang="en-US" dirty="0">
                <a:ea typeface="+mn-lt"/>
                <a:cs typeface="+mn-lt"/>
              </a:rPr>
              <a:t>).first = </a:t>
            </a:r>
            <a:r>
              <a:rPr lang="en-US" dirty="0" err="1">
                <a:ea typeface="+mn-lt"/>
                <a:cs typeface="+mn-lt"/>
              </a:rPr>
              <a:t>rm</a:t>
            </a:r>
            <a:r>
              <a:rPr lang="en-US" i="1" baseline="-25000" dirty="0" err="1">
                <a:ea typeface="+mn-lt"/>
                <a:cs typeface="+mn-lt"/>
              </a:rPr>
              <a:t>i,j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i="1" dirty="0">
                <a:ea typeface="+mn-lt"/>
                <a:cs typeface="+mn-lt"/>
              </a:rPr>
              <a:t>v</a:t>
            </a:r>
            <a:r>
              <a:rPr lang="en-US" dirty="0">
                <a:ea typeface="+mn-lt"/>
                <a:cs typeface="+mn-lt"/>
              </a:rPr>
              <a:t>) 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                          </a:t>
            </a:r>
            <a:r>
              <a:rPr lang="en-US" dirty="0" err="1">
                <a:ea typeface="+mn-lt"/>
                <a:cs typeface="+mn-lt"/>
              </a:rPr>
              <a:t>BegPair</a:t>
            </a:r>
            <a:r>
              <a:rPr lang="en-US" i="1" baseline="-25000" dirty="0" err="1">
                <a:ea typeface="+mn-lt"/>
                <a:cs typeface="+mn-lt"/>
              </a:rPr>
              <a:t>i,j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i="1" dirty="0">
                <a:ea typeface="+mn-lt"/>
                <a:cs typeface="+mn-lt"/>
              </a:rPr>
              <a:t>v</a:t>
            </a:r>
            <a:r>
              <a:rPr lang="en-US" dirty="0">
                <a:ea typeface="+mn-lt"/>
                <a:cs typeface="+mn-lt"/>
              </a:rPr>
              <a:t>).second = </a:t>
            </a:r>
            <a:r>
              <a:rPr lang="en-US" dirty="0" err="1">
                <a:ea typeface="+mn-lt"/>
                <a:cs typeface="+mn-lt"/>
              </a:rPr>
              <a:t>srm</a:t>
            </a:r>
            <a:r>
              <a:rPr lang="en-US" i="1" baseline="-25000" dirty="0" err="1">
                <a:ea typeface="+mn-lt"/>
                <a:cs typeface="+mn-lt"/>
              </a:rPr>
              <a:t>i,j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i="1" dirty="0">
                <a:ea typeface="+mn-lt"/>
                <a:cs typeface="+mn-lt"/>
              </a:rPr>
              <a:t>v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                           Else: -1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6B5CE7-E875-6066-D67D-C82DF62F6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9166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6145AE-13C2-819A-454C-6D0420413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Times New Roman"/>
                <a:ea typeface="新細明體"/>
                <a:cs typeface="Calibri Light"/>
              </a:rPr>
              <a:t>Example for Begpair</a:t>
            </a:r>
            <a:r>
              <a:rPr lang="zh-TW" altLang="en-US" i="1" baseline="-25000">
                <a:latin typeface="Times New Roman"/>
                <a:ea typeface="新細明體"/>
                <a:cs typeface="Calibri Light"/>
              </a:rPr>
              <a:t>i,j</a:t>
            </a:r>
            <a:endParaRPr lang="zh-TW" altLang="en-US">
              <a:latin typeface="Times New Roman"/>
              <a:cs typeface="Calibri Light" panose="020F0302020204030204"/>
            </a:endParaRPr>
          </a:p>
        </p:txBody>
      </p:sp>
      <p:pic>
        <p:nvPicPr>
          <p:cNvPr id="4" name="內容版面配置區 3" descr="一張含有 圖表, 行, 文字, 圓形 的圖片&#10;&#10;自動產生的描述">
            <a:extLst>
              <a:ext uri="{FF2B5EF4-FFF2-40B4-BE49-F238E27FC236}">
                <a16:creationId xmlns:a16="http://schemas.microsoft.com/office/drawing/2014/main" id="{9405F2E0-7FF5-EA28-9417-F2492CDE6B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7779" y="1927365"/>
            <a:ext cx="5143500" cy="4219575"/>
          </a:xfr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F3CE8F8-1C83-7161-7592-879A01980E90}"/>
              </a:ext>
            </a:extLst>
          </p:cNvPr>
          <p:cNvSpPr txBox="1"/>
          <p:nvPr/>
        </p:nvSpPr>
        <p:spPr>
          <a:xfrm>
            <a:off x="708211" y="2008094"/>
            <a:ext cx="566569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400">
                <a:latin typeface="Times New Roman"/>
                <a:ea typeface="新細明體"/>
                <a:cs typeface="Times New Roman"/>
              </a:rPr>
              <a:t>rm</a:t>
            </a:r>
            <a:r>
              <a:rPr lang="zh-TW" altLang="en-US" sz="2400" baseline="-25000">
                <a:latin typeface="Times New Roman"/>
                <a:ea typeface="新細明體"/>
                <a:cs typeface="Times New Roman"/>
              </a:rPr>
              <a:t>5,14</a:t>
            </a:r>
            <a:r>
              <a:rPr lang="zh-TW" altLang="en-US" sz="2400">
                <a:latin typeface="Times New Roman"/>
                <a:ea typeface="新細明體"/>
                <a:cs typeface="Times New Roman"/>
              </a:rPr>
              <a:t>(</a:t>
            </a:r>
            <a:r>
              <a:rPr lang="zh-TW" altLang="en-US" sz="2400" i="1">
                <a:latin typeface="Times New Roman"/>
                <a:ea typeface="新細明體"/>
                <a:cs typeface="Times New Roman"/>
              </a:rPr>
              <a:t>u</a:t>
            </a:r>
            <a:r>
              <a:rPr lang="zh-TW" altLang="en-US" sz="2400">
                <a:latin typeface="Times New Roman"/>
                <a:ea typeface="新細明體"/>
                <a:cs typeface="Times New Roman"/>
              </a:rPr>
              <a:t>)=10 , s</a:t>
            </a:r>
            <a:r>
              <a:rPr lang="zh-TW" sz="2400">
                <a:latin typeface="Times New Roman"/>
                <a:ea typeface="新細明體"/>
                <a:cs typeface="Times New Roman"/>
              </a:rPr>
              <a:t>rm</a:t>
            </a:r>
            <a:r>
              <a:rPr lang="zh-TW" sz="1600" baseline="-25000">
                <a:latin typeface="Times New Roman"/>
                <a:ea typeface="新細明體"/>
                <a:cs typeface="Times New Roman"/>
              </a:rPr>
              <a:t>5,14</a:t>
            </a:r>
            <a:r>
              <a:rPr lang="zh-TW" sz="2400">
                <a:latin typeface="Times New Roman"/>
                <a:ea typeface="新細明體"/>
                <a:cs typeface="Times New Roman"/>
              </a:rPr>
              <a:t>(</a:t>
            </a:r>
            <a:r>
              <a:rPr lang="en-US" altLang="zh-TW" sz="2400" i="1" dirty="0">
                <a:latin typeface="Times New Roman"/>
                <a:ea typeface="新細明體"/>
                <a:cs typeface="Times New Roman"/>
              </a:rPr>
              <a:t>u</a:t>
            </a:r>
            <a:r>
              <a:rPr lang="zh-TW" sz="2400">
                <a:latin typeface="Times New Roman"/>
                <a:ea typeface="新細明體"/>
                <a:cs typeface="Times New Roman"/>
              </a:rPr>
              <a:t>)=</a:t>
            </a:r>
            <a:r>
              <a:rPr lang="en-US" altLang="zh-TW" sz="2400" dirty="0">
                <a:latin typeface="Times New Roman"/>
                <a:ea typeface="新細明體"/>
                <a:cs typeface="Times New Roman"/>
              </a:rPr>
              <a:t>5</a:t>
            </a:r>
            <a:endParaRPr lang="zh-TW" altLang="en-US" sz="2400">
              <a:latin typeface="Times New Roman"/>
              <a:ea typeface="新細明體"/>
              <a:cs typeface="Times New Roman"/>
            </a:endParaRPr>
          </a:p>
          <a:p>
            <a:r>
              <a:rPr lang="zh-TW" altLang="en-US" sz="2400">
                <a:latin typeface="Times New Roman"/>
                <a:ea typeface="新細明體"/>
                <a:cs typeface="Times New Roman"/>
              </a:rPr>
              <a:t>BegPair</a:t>
            </a:r>
            <a:r>
              <a:rPr lang="zh-TW" altLang="en-US" sz="2400" baseline="-25000">
                <a:latin typeface="Times New Roman"/>
                <a:ea typeface="新細明體"/>
                <a:cs typeface="Times New Roman"/>
              </a:rPr>
              <a:t>5,14</a:t>
            </a:r>
            <a:r>
              <a:rPr lang="zh-TW" altLang="en-US" sz="2400">
                <a:latin typeface="Times New Roman"/>
                <a:ea typeface="新細明體"/>
                <a:cs typeface="Times New Roman"/>
              </a:rPr>
              <a:t>(</a:t>
            </a:r>
            <a:r>
              <a:rPr lang="zh-TW" altLang="en-US" sz="2400" i="1">
                <a:latin typeface="Times New Roman"/>
                <a:ea typeface="新細明體"/>
                <a:cs typeface="Times New Roman"/>
              </a:rPr>
              <a:t>u</a:t>
            </a:r>
            <a:r>
              <a:rPr lang="zh-TW" altLang="en-US" sz="2400">
                <a:latin typeface="Times New Roman"/>
                <a:ea typeface="新細明體"/>
                <a:cs typeface="Times New Roman"/>
              </a:rPr>
              <a:t>)=(10,5)</a:t>
            </a:r>
          </a:p>
          <a:p>
            <a:endParaRPr lang="zh-TW" altLang="en-US" sz="2400" dirty="0">
              <a:latin typeface="Times New Roman"/>
              <a:ea typeface="新細明體"/>
              <a:cs typeface="Times New Roman"/>
            </a:endParaRPr>
          </a:p>
          <a:p>
            <a:r>
              <a:rPr lang="zh-TW" sz="2400">
                <a:latin typeface="Times New Roman"/>
                <a:ea typeface="新細明體"/>
                <a:cs typeface="Times New Roman"/>
              </a:rPr>
              <a:t>rm</a:t>
            </a:r>
            <a:r>
              <a:rPr lang="zh-TW" sz="1600" baseline="-25000">
                <a:latin typeface="Times New Roman"/>
                <a:ea typeface="新細明體"/>
                <a:cs typeface="Times New Roman"/>
              </a:rPr>
              <a:t>5,14</a:t>
            </a:r>
            <a:r>
              <a:rPr lang="zh-TW" sz="2400">
                <a:latin typeface="Times New Roman"/>
                <a:ea typeface="新細明體"/>
                <a:cs typeface="Times New Roman"/>
              </a:rPr>
              <a:t>(</a:t>
            </a:r>
            <a:r>
              <a:rPr lang="en-US" altLang="zh-TW" sz="2400" i="1" dirty="0">
                <a:latin typeface="Times New Roman"/>
                <a:ea typeface="新細明體"/>
                <a:cs typeface="Times New Roman"/>
              </a:rPr>
              <a:t>v</a:t>
            </a:r>
            <a:r>
              <a:rPr lang="zh-TW" sz="2400">
                <a:latin typeface="Times New Roman"/>
                <a:ea typeface="新細明體"/>
                <a:cs typeface="Times New Roman"/>
              </a:rPr>
              <a:t>)=</a:t>
            </a:r>
            <a:r>
              <a:rPr lang="en-US" altLang="zh-TW" sz="2400" dirty="0">
                <a:latin typeface="Times New Roman"/>
                <a:ea typeface="新細明體"/>
                <a:cs typeface="Times New Roman"/>
              </a:rPr>
              <a:t>11</a:t>
            </a:r>
            <a:r>
              <a:rPr lang="zh-TW" sz="2400">
                <a:latin typeface="Times New Roman"/>
                <a:ea typeface="新細明體"/>
                <a:cs typeface="Times New Roman"/>
              </a:rPr>
              <a:t> , srm</a:t>
            </a:r>
            <a:r>
              <a:rPr lang="zh-TW" sz="1100" baseline="-25000">
                <a:latin typeface="Times New Roman"/>
                <a:ea typeface="新細明體"/>
                <a:cs typeface="Times New Roman"/>
              </a:rPr>
              <a:t>5,14</a:t>
            </a:r>
            <a:r>
              <a:rPr lang="zh-TW" sz="2400">
                <a:latin typeface="Times New Roman"/>
                <a:ea typeface="新細明體"/>
                <a:cs typeface="Times New Roman"/>
              </a:rPr>
              <a:t>(</a:t>
            </a:r>
            <a:r>
              <a:rPr lang="en-US" altLang="zh-TW" sz="2400" i="1" dirty="0">
                <a:latin typeface="Times New Roman"/>
                <a:ea typeface="新細明體"/>
                <a:cs typeface="Times New Roman"/>
              </a:rPr>
              <a:t>v</a:t>
            </a:r>
            <a:r>
              <a:rPr lang="zh-TW" sz="2400">
                <a:latin typeface="Times New Roman"/>
                <a:ea typeface="新細明體"/>
                <a:cs typeface="Times New Roman"/>
              </a:rPr>
              <a:t>)=</a:t>
            </a:r>
            <a:r>
              <a:rPr lang="en-US" altLang="zh-TW" sz="2400" dirty="0">
                <a:latin typeface="Times New Roman"/>
                <a:ea typeface="新細明體"/>
                <a:cs typeface="Times New Roman"/>
              </a:rPr>
              <a:t>6</a:t>
            </a:r>
          </a:p>
          <a:p>
            <a:r>
              <a:rPr lang="zh-TW" sz="2400">
                <a:latin typeface="Times New Roman"/>
                <a:ea typeface="新細明體"/>
                <a:cs typeface="Times New Roman"/>
              </a:rPr>
              <a:t>BegPair</a:t>
            </a:r>
            <a:r>
              <a:rPr lang="zh-TW" sz="1600" baseline="-25000">
                <a:latin typeface="Times New Roman"/>
                <a:ea typeface="新細明體"/>
                <a:cs typeface="Times New Roman"/>
              </a:rPr>
              <a:t>5,14</a:t>
            </a:r>
            <a:r>
              <a:rPr lang="zh-TW" sz="2400">
                <a:latin typeface="Times New Roman"/>
                <a:ea typeface="新細明體"/>
                <a:cs typeface="Times New Roman"/>
              </a:rPr>
              <a:t>(</a:t>
            </a:r>
            <a:r>
              <a:rPr lang="en-US" altLang="zh-TW" sz="2400" i="1" dirty="0">
                <a:latin typeface="Times New Roman"/>
                <a:ea typeface="新細明體"/>
                <a:cs typeface="Times New Roman"/>
              </a:rPr>
              <a:t>v</a:t>
            </a:r>
            <a:r>
              <a:rPr lang="zh-TW" sz="2400">
                <a:latin typeface="Times New Roman"/>
                <a:ea typeface="新細明體"/>
                <a:cs typeface="Times New Roman"/>
              </a:rPr>
              <a:t>)=(</a:t>
            </a:r>
            <a:r>
              <a:rPr lang="en-US" altLang="zh-TW" sz="2400" dirty="0">
                <a:latin typeface="Times New Roman"/>
                <a:ea typeface="新細明體"/>
                <a:cs typeface="Times New Roman"/>
              </a:rPr>
              <a:t>11</a:t>
            </a:r>
            <a:r>
              <a:rPr lang="zh-TW" sz="2400" dirty="0">
                <a:latin typeface="Times New Roman"/>
                <a:ea typeface="新細明體"/>
                <a:cs typeface="Times New Roman"/>
              </a:rPr>
              <a:t>,</a:t>
            </a:r>
            <a:r>
              <a:rPr lang="en-US" altLang="zh-TW" sz="2400" dirty="0">
                <a:latin typeface="Times New Roman"/>
                <a:ea typeface="新細明體"/>
                <a:cs typeface="Times New Roman"/>
              </a:rPr>
              <a:t>6</a:t>
            </a:r>
            <a:r>
              <a:rPr lang="zh-TW" sz="2400">
                <a:latin typeface="Times New Roman"/>
                <a:ea typeface="新細明體"/>
                <a:cs typeface="Times New Roman"/>
              </a:rPr>
              <a:t>)</a:t>
            </a:r>
            <a:endParaRPr lang="zh-TW">
              <a:latin typeface="Times New Roman"/>
              <a:cs typeface="Times New Roman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F244933-83B6-6CEF-3860-612C80FC7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5757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CB59DA-99AE-1E3F-BE67-E0117A48E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latin typeface="Times New Roman"/>
                <a:ea typeface="+mj-lt"/>
                <a:cs typeface="+mj-lt"/>
              </a:rPr>
              <a:t>Eertree for a sliding window</a:t>
            </a:r>
            <a:endParaRPr lang="zh-TW">
              <a:latin typeface="Times New Roman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ACAE3E-62A4-ED5D-359B-7C704CB5F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>
                <a:latin typeface="Times New Roman"/>
                <a:ea typeface="新細明體"/>
                <a:cs typeface="Calibri" panose="020F0502020204030204"/>
              </a:rPr>
              <a:t>Step1: given </a:t>
            </a:r>
            <a:r>
              <a:rPr lang="zh-TW">
                <a:latin typeface="Times New Roman"/>
                <a:ea typeface="+mn-lt"/>
                <a:cs typeface="+mn-lt"/>
              </a:rPr>
              <a:t>the eertree of S[</a:t>
            </a:r>
            <a:r>
              <a:rPr lang="zh-TW" i="1">
                <a:latin typeface="Times New Roman"/>
                <a:ea typeface="+mn-lt"/>
                <a:cs typeface="+mn-lt"/>
              </a:rPr>
              <a:t>i</a:t>
            </a:r>
            <a:r>
              <a:rPr lang="zh-TW">
                <a:latin typeface="Times New Roman"/>
                <a:ea typeface="+mn-lt"/>
                <a:cs typeface="+mn-lt"/>
              </a:rPr>
              <a:t>−1.. </a:t>
            </a:r>
            <a:r>
              <a:rPr lang="en-US" altLang="zh-TW" i="1" dirty="0">
                <a:latin typeface="Times New Roman"/>
                <a:ea typeface="+mn-lt"/>
                <a:cs typeface="+mn-lt"/>
              </a:rPr>
              <a:t>j</a:t>
            </a:r>
            <a:r>
              <a:rPr lang="zh-TW">
                <a:latin typeface="Times New Roman"/>
                <a:ea typeface="+mn-lt"/>
                <a:cs typeface="+mn-lt"/>
              </a:rPr>
              <a:t>−1]</a:t>
            </a:r>
            <a:r>
              <a:rPr lang="zh-TW" altLang="en-US">
                <a:latin typeface="Times New Roman"/>
                <a:ea typeface="新細明體"/>
                <a:cs typeface="Calibri" panose="020F0502020204030204"/>
              </a:rPr>
              <a:t> </a:t>
            </a:r>
            <a:r>
              <a:rPr lang="en-US" altLang="en-US" dirty="0">
                <a:latin typeface="Times New Roman"/>
                <a:ea typeface="新細明體"/>
                <a:cs typeface="+mn-lt"/>
              </a:rPr>
              <a:t>,</a:t>
            </a:r>
            <a:r>
              <a:rPr lang="zh-TW">
                <a:latin typeface="Times New Roman"/>
                <a:ea typeface="+mn-lt"/>
                <a:cs typeface="+mn-lt"/>
              </a:rPr>
              <a:t>compute the eertree of S[</a:t>
            </a:r>
            <a:r>
              <a:rPr lang="zh-TW" i="1">
                <a:latin typeface="Times New Roman"/>
                <a:ea typeface="+mn-lt"/>
                <a:cs typeface="+mn-lt"/>
              </a:rPr>
              <a:t>i</a:t>
            </a:r>
            <a:r>
              <a:rPr lang="zh-TW">
                <a:latin typeface="Times New Roman"/>
                <a:ea typeface="+mn-lt"/>
                <a:cs typeface="+mn-lt"/>
              </a:rPr>
              <a:t>.. </a:t>
            </a:r>
            <a:r>
              <a:rPr lang="zh-TW" i="1">
                <a:latin typeface="Times New Roman"/>
                <a:ea typeface="+mn-lt"/>
                <a:cs typeface="+mn-lt"/>
              </a:rPr>
              <a:t>j</a:t>
            </a:r>
            <a:r>
              <a:rPr lang="zh-TW">
                <a:latin typeface="Times New Roman"/>
                <a:ea typeface="+mn-lt"/>
                <a:cs typeface="+mn-lt"/>
              </a:rPr>
              <a:t> − 1] (deleting the leftmost character)</a:t>
            </a:r>
          </a:p>
          <a:p>
            <a:r>
              <a:rPr lang="en-US" altLang="zh-TW" dirty="0">
                <a:latin typeface="Times New Roman"/>
                <a:ea typeface="新細明體"/>
                <a:cs typeface="Calibri" panose="020F0502020204030204"/>
              </a:rPr>
              <a:t>Step2:</a:t>
            </a:r>
            <a:r>
              <a:rPr lang="en-US" dirty="0">
                <a:latin typeface="Times New Roman"/>
                <a:ea typeface="+mn-lt"/>
                <a:cs typeface="+mn-lt"/>
              </a:rPr>
              <a:t>compute the </a:t>
            </a:r>
            <a:r>
              <a:rPr lang="en-US" err="1">
                <a:latin typeface="Times New Roman"/>
                <a:ea typeface="+mn-lt"/>
                <a:cs typeface="+mn-lt"/>
              </a:rPr>
              <a:t>eertree</a:t>
            </a:r>
            <a:r>
              <a:rPr lang="en-US" dirty="0">
                <a:latin typeface="Times New Roman"/>
                <a:ea typeface="+mn-lt"/>
                <a:cs typeface="+mn-lt"/>
              </a:rPr>
              <a:t> of S[</a:t>
            </a:r>
            <a:r>
              <a:rPr lang="en-US" i="1" err="1">
                <a:latin typeface="Times New Roman"/>
                <a:ea typeface="+mn-lt"/>
                <a:cs typeface="+mn-lt"/>
              </a:rPr>
              <a:t>i</a:t>
            </a:r>
            <a:r>
              <a:rPr lang="en-US" i="1" dirty="0">
                <a:latin typeface="Times New Roman"/>
                <a:ea typeface="+mn-lt"/>
                <a:cs typeface="+mn-lt"/>
              </a:rPr>
              <a:t>.. j</a:t>
            </a:r>
            <a:r>
              <a:rPr lang="en-US" dirty="0">
                <a:latin typeface="Times New Roman"/>
                <a:ea typeface="+mn-lt"/>
                <a:cs typeface="+mn-lt"/>
              </a:rPr>
              <a:t>] (appending a character).</a:t>
            </a:r>
            <a:endParaRPr lang="zh-TW">
              <a:latin typeface="Times New Roman"/>
              <a:ea typeface="新細明體"/>
              <a:cs typeface="Calibri" panose="020F0502020204030204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EB5D2D-D98A-3EF2-7D48-C28E9551B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8537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428363-9E49-B06E-A74D-8935475A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latin typeface="Times New Roman"/>
                <a:ea typeface="新細明體"/>
                <a:cs typeface="Times New Roman"/>
              </a:rPr>
              <a:t>Eertree for a sliding window</a:t>
            </a:r>
            <a:r>
              <a:rPr lang="en-US" altLang="zh-TW" dirty="0">
                <a:latin typeface="Times New Roman"/>
                <a:ea typeface="新細明體"/>
                <a:cs typeface="Times New Roman"/>
              </a:rPr>
              <a:t>:</a:t>
            </a:r>
            <a:br>
              <a:rPr lang="en-US" altLang="zh-TW" dirty="0">
                <a:latin typeface="Times New Roman"/>
                <a:ea typeface="新細明體"/>
                <a:cs typeface="Times New Roman"/>
              </a:rPr>
            </a:br>
            <a:r>
              <a:rPr lang="en-US" altLang="zh-TW" dirty="0">
                <a:latin typeface="Times New Roman"/>
                <a:ea typeface="新細明體"/>
                <a:cs typeface="Times New Roman"/>
              </a:rPr>
              <a:t>step1(delete S[0])</a:t>
            </a:r>
            <a:endParaRPr 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FC13A2-4CDE-B7E6-3DA7-925B2F0F9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075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zh-TW" altLang="en-US" dirty="0">
              <a:ea typeface="新細明體"/>
              <a:cs typeface="Calibri"/>
            </a:endParaRPr>
          </a:p>
          <a:p>
            <a:r>
              <a:rPr lang="zh-TW" altLang="en-US">
                <a:ea typeface="新細明體"/>
                <a:cs typeface="Calibri"/>
              </a:rPr>
              <a:t>Window=12,</a:t>
            </a:r>
            <a:r>
              <a:rPr lang="zh-TW">
                <a:ea typeface="新細明體"/>
                <a:cs typeface="Calibri"/>
              </a:rPr>
              <a:t>prePal[12] = "aaa"</a:t>
            </a:r>
            <a:endParaRPr lang="en-US" altLang="zh-TW">
              <a:ea typeface="新細明體"/>
              <a:cs typeface="Calibri"/>
            </a:endParaRPr>
          </a:p>
          <a:p>
            <a:r>
              <a:rPr lang="zh-TW" altLang="en-US">
                <a:ea typeface="新細明體"/>
                <a:cs typeface="Calibri"/>
              </a:rPr>
              <a:t>Delete node(</a:t>
            </a:r>
            <a:r>
              <a:rPr lang="zh-TW" altLang="en-US" i="1">
                <a:ea typeface="新細明體"/>
                <a:cs typeface="Calibri"/>
              </a:rPr>
              <a:t>v</a:t>
            </a:r>
            <a:r>
              <a:rPr lang="zh-TW" altLang="en-US">
                <a:ea typeface="新細明體"/>
                <a:cs typeface="Calibri"/>
              </a:rPr>
              <a:t>):</a:t>
            </a:r>
            <a:endParaRPr lang="zh-TW" altLang="en-US" dirty="0">
              <a:ea typeface="新細明體"/>
              <a:cs typeface="Calibri"/>
            </a:endParaRPr>
          </a:p>
          <a:p>
            <a:pPr lvl="1"/>
            <a:r>
              <a:rPr lang="zh-TW" altLang="en-US">
                <a:ea typeface="新細明體"/>
                <a:cs typeface="Calibri"/>
              </a:rPr>
              <a:t>prePal[12]=pal(</a:t>
            </a:r>
            <a:r>
              <a:rPr lang="zh-TW" altLang="en-US" i="1">
                <a:ea typeface="新細明體"/>
                <a:cs typeface="Calibri"/>
              </a:rPr>
              <a:t>v</a:t>
            </a:r>
            <a:r>
              <a:rPr lang="zh-TW" altLang="en-US">
                <a:ea typeface="新細明體"/>
                <a:cs typeface="Calibri"/>
              </a:rPr>
              <a:t>)="aaa"</a:t>
            </a:r>
            <a:endParaRPr lang="zh-TW">
              <a:ea typeface="新細明體"/>
              <a:cs typeface="Calibri"/>
            </a:endParaRPr>
          </a:p>
          <a:p>
            <a:pPr lvl="1"/>
            <a:r>
              <a:rPr lang="zh-TW" altLang="en-US">
                <a:ea typeface="新細明體"/>
                <a:cs typeface="Calibri"/>
              </a:rPr>
              <a:t>begpair</a:t>
            </a:r>
            <a:r>
              <a:rPr lang="zh-TW" altLang="en-US" baseline="-25000">
                <a:ea typeface="新細明體"/>
                <a:cs typeface="Calibri"/>
              </a:rPr>
              <a:t>0,12</a:t>
            </a:r>
            <a:r>
              <a:rPr lang="zh-TW" altLang="en-US">
                <a:ea typeface="新細明體"/>
                <a:cs typeface="Calibri"/>
              </a:rPr>
              <a:t>(</a:t>
            </a:r>
            <a:r>
              <a:rPr lang="zh-TW" altLang="en-US" i="1">
                <a:ea typeface="新細明體"/>
                <a:cs typeface="Calibri"/>
              </a:rPr>
              <a:t>v</a:t>
            </a:r>
            <a:r>
              <a:rPr lang="zh-TW" altLang="en-US">
                <a:ea typeface="新細明體"/>
                <a:cs typeface="Calibri"/>
              </a:rPr>
              <a:t>)=(0,-1)</a:t>
            </a:r>
          </a:p>
          <a:p>
            <a:pPr lvl="1"/>
            <a:r>
              <a:rPr lang="zh-TW" altLang="en-US">
                <a:ea typeface="新細明體"/>
                <a:cs typeface="Calibri"/>
              </a:rPr>
              <a:t>begpair</a:t>
            </a:r>
            <a:r>
              <a:rPr lang="zh-TW" altLang="en-US" baseline="-25000">
                <a:ea typeface="新細明體"/>
                <a:cs typeface="Calibri"/>
              </a:rPr>
              <a:t>0,12</a:t>
            </a:r>
            <a:r>
              <a:rPr lang="zh-TW" altLang="en-US">
                <a:ea typeface="新細明體"/>
                <a:cs typeface="Calibri"/>
              </a:rPr>
              <a:t>(</a:t>
            </a:r>
            <a:r>
              <a:rPr lang="zh-TW" altLang="en-US" i="1">
                <a:ea typeface="新細明體"/>
                <a:cs typeface="Calibri"/>
              </a:rPr>
              <a:t>v</a:t>
            </a:r>
            <a:r>
              <a:rPr lang="zh-TW" altLang="en-US">
                <a:ea typeface="新細明體"/>
                <a:cs typeface="Calibri"/>
              </a:rPr>
              <a:t>).second=-1&lt;</a:t>
            </a:r>
            <a:r>
              <a:rPr lang="zh-TW" altLang="en-US" i="1">
                <a:ea typeface="新細明體"/>
                <a:cs typeface="Calibri"/>
              </a:rPr>
              <a:t>i</a:t>
            </a:r>
            <a:r>
              <a:rPr lang="zh-TW" altLang="en-US">
                <a:ea typeface="新細明體"/>
                <a:cs typeface="Calibri"/>
              </a:rPr>
              <a:t>-1</a:t>
            </a:r>
            <a:endParaRPr lang="zh-TW" altLang="en-US" dirty="0">
              <a:ea typeface="新細明體"/>
              <a:cs typeface="Calibri"/>
            </a:endParaRPr>
          </a:p>
          <a:p>
            <a:pPr lvl="1"/>
            <a:r>
              <a:rPr lang="zh-TW" altLang="en-US">
                <a:ea typeface="新細明體"/>
                <a:cs typeface="Calibri"/>
              </a:rPr>
              <a:t>InSL(</a:t>
            </a:r>
            <a:r>
              <a:rPr lang="zh-TW" altLang="en-US" i="1">
                <a:ea typeface="新細明體"/>
                <a:cs typeface="Calibri"/>
              </a:rPr>
              <a:t>v</a:t>
            </a:r>
            <a:r>
              <a:rPr lang="zh-TW" altLang="en-US">
                <a:ea typeface="新細明體"/>
                <a:cs typeface="Calibri"/>
              </a:rPr>
              <a:t>)=0</a:t>
            </a:r>
          </a:p>
          <a:p>
            <a:r>
              <a:rPr lang="zh-TW" altLang="en-US">
                <a:ea typeface="新細明體"/>
                <a:cs typeface="Calibri"/>
              </a:rPr>
              <a:t>Update begpair()</a:t>
            </a:r>
            <a:endParaRPr lang="zh-TW" altLang="en-US" dirty="0">
              <a:ea typeface="新細明體"/>
              <a:cs typeface="Calibri"/>
            </a:endParaRPr>
          </a:p>
          <a:p>
            <a:endParaRPr lang="zh-TW" altLang="en-US" dirty="0">
              <a:ea typeface="新細明體"/>
              <a:cs typeface="Calibri"/>
            </a:endParaRPr>
          </a:p>
          <a:p>
            <a:endParaRPr lang="zh-TW" altLang="en-US" dirty="0">
              <a:ea typeface="新細明體"/>
              <a:cs typeface="Calibri"/>
            </a:endParaRPr>
          </a:p>
          <a:p>
            <a:endParaRPr lang="zh-TW" altLang="en-US" dirty="0">
              <a:ea typeface="新細明體"/>
              <a:cs typeface="Calibri"/>
            </a:endParaRPr>
          </a:p>
          <a:p>
            <a:endParaRPr lang="zh-TW" altLang="en-US" dirty="0">
              <a:ea typeface="新細明體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E83D9F6-757B-C76E-8D81-317A44A27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827167"/>
              </p:ext>
            </p:extLst>
          </p:nvPr>
        </p:nvGraphicFramePr>
        <p:xfrm>
          <a:off x="971774" y="1923647"/>
          <a:ext cx="525477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477">
                  <a:extLst>
                    <a:ext uri="{9D8B030D-6E8A-4147-A177-3AD203B41FA5}">
                      <a16:colId xmlns:a16="http://schemas.microsoft.com/office/drawing/2014/main" val="669523972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3080324666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3189487896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1698408961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1450649583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1462671854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2834565799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2854784711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3401377839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3982839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501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solidFill>
                            <a:srgbClr val="FF0000"/>
                          </a:solidFill>
                          <a:latin typeface="Times New Roman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b</a:t>
                      </a:r>
                      <a:endParaRPr lang="zh-TW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888407"/>
                  </a:ext>
                </a:extLst>
              </a:tr>
            </a:tbl>
          </a:graphicData>
        </a:graphic>
      </p:graphicFrame>
      <p:pic>
        <p:nvPicPr>
          <p:cNvPr id="8" name="圖片 7" descr="一張含有 圖表, 工程製圖, 寫生, 方案 的圖片&#10;&#10;自動產生的描述">
            <a:extLst>
              <a:ext uri="{FF2B5EF4-FFF2-40B4-BE49-F238E27FC236}">
                <a16:creationId xmlns:a16="http://schemas.microsoft.com/office/drawing/2014/main" id="{91E2D868-83DB-C4F8-C4B8-97551ACFF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729" y="2398319"/>
            <a:ext cx="4401670" cy="4230820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6EA033C-9781-F383-536D-366F5DAD0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313042"/>
              </p:ext>
            </p:extLst>
          </p:nvPr>
        </p:nvGraphicFramePr>
        <p:xfrm>
          <a:off x="6225092" y="1923647"/>
          <a:ext cx="242722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7">
                  <a:extLst>
                    <a:ext uri="{9D8B030D-6E8A-4147-A177-3AD203B41FA5}">
                      <a16:colId xmlns:a16="http://schemas.microsoft.com/office/drawing/2014/main" val="3044955478"/>
                    </a:ext>
                  </a:extLst>
                </a:gridCol>
                <a:gridCol w="635340">
                  <a:extLst>
                    <a:ext uri="{9D8B030D-6E8A-4147-A177-3AD203B41FA5}">
                      <a16:colId xmlns:a16="http://schemas.microsoft.com/office/drawing/2014/main" val="1130082279"/>
                    </a:ext>
                  </a:extLst>
                </a:gridCol>
                <a:gridCol w="635340">
                  <a:extLst>
                    <a:ext uri="{9D8B030D-6E8A-4147-A177-3AD203B41FA5}">
                      <a16:colId xmlns:a16="http://schemas.microsoft.com/office/drawing/2014/main" val="2676118885"/>
                    </a:ext>
                  </a:extLst>
                </a:gridCol>
                <a:gridCol w="635340">
                  <a:extLst>
                    <a:ext uri="{9D8B030D-6E8A-4147-A177-3AD203B41FA5}">
                      <a16:colId xmlns:a16="http://schemas.microsoft.com/office/drawing/2014/main" val="1698072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907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30334"/>
                  </a:ext>
                </a:extLst>
              </a:tr>
            </a:tbl>
          </a:graphicData>
        </a:graphic>
      </p:graphicFrame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3403112F-9F7E-C354-EC03-ADECEA6C0B48}"/>
              </a:ext>
            </a:extLst>
          </p:cNvPr>
          <p:cNvCxnSpPr/>
          <p:nvPr/>
        </p:nvCxnSpPr>
        <p:spPr>
          <a:xfrm flipV="1">
            <a:off x="8758518" y="3975847"/>
            <a:ext cx="1246094" cy="896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E637F6-D0DE-5D5A-964A-DDBDFBF5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3189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04FD11-257D-62CE-D688-723D2E67F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latin typeface="Times New Roman"/>
                <a:ea typeface="新細明體"/>
                <a:cs typeface="Times New Roman"/>
              </a:rPr>
              <a:t>Eertree for a sliding window</a:t>
            </a:r>
            <a:r>
              <a:rPr lang="en-US" altLang="zh-TW" dirty="0">
                <a:latin typeface="Times New Roman"/>
                <a:ea typeface="+mj-lt"/>
                <a:cs typeface="Times New Roman"/>
              </a:rPr>
              <a:t>:</a:t>
            </a:r>
            <a:br>
              <a:rPr lang="en-US" altLang="zh-TW" dirty="0">
                <a:latin typeface="Times New Roman"/>
                <a:ea typeface="+mj-lt"/>
                <a:cs typeface="Times New Roman"/>
              </a:rPr>
            </a:br>
            <a:r>
              <a:rPr lang="en-US" altLang="zh-TW" dirty="0">
                <a:latin typeface="Times New Roman"/>
                <a:ea typeface="+mj-lt"/>
                <a:cs typeface="Times New Roman"/>
              </a:rPr>
              <a:t>step2(append S[13])</a:t>
            </a:r>
            <a:endParaRPr lang="zh-TW" dirty="0"/>
          </a:p>
        </p:txBody>
      </p:sp>
      <p:pic>
        <p:nvPicPr>
          <p:cNvPr id="9" name="內容版面配置區 8" descr="一張含有 圖表, 工程製圖, 方案, 寫生 的圖片&#10;&#10;自動產生的描述">
            <a:extLst>
              <a:ext uri="{FF2B5EF4-FFF2-40B4-BE49-F238E27FC236}">
                <a16:creationId xmlns:a16="http://schemas.microsoft.com/office/drawing/2014/main" id="{95A40EC2-584F-AB00-080A-2FE4DDD50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6882" y="2766919"/>
            <a:ext cx="3657669" cy="3535550"/>
          </a:xfr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E4D3DB7-9B03-0AD2-FBB7-028F48FFD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369164"/>
              </p:ext>
            </p:extLst>
          </p:nvPr>
        </p:nvGraphicFramePr>
        <p:xfrm>
          <a:off x="971774" y="1923647"/>
          <a:ext cx="525477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477">
                  <a:extLst>
                    <a:ext uri="{9D8B030D-6E8A-4147-A177-3AD203B41FA5}">
                      <a16:colId xmlns:a16="http://schemas.microsoft.com/office/drawing/2014/main" val="669523972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3080324666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3189487896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1698408961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1450649583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1462671854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2834565799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2854784711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3401377839"/>
                    </a:ext>
                  </a:extLst>
                </a:gridCol>
                <a:gridCol w="525477">
                  <a:extLst>
                    <a:ext uri="{9D8B030D-6E8A-4147-A177-3AD203B41FA5}">
                      <a16:colId xmlns:a16="http://schemas.microsoft.com/office/drawing/2014/main" val="3982839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501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b</a:t>
                      </a:r>
                      <a:endParaRPr lang="zh-TW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888407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1168FDF-8612-72D2-66F0-A18598AF9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09543"/>
              </p:ext>
            </p:extLst>
          </p:nvPr>
        </p:nvGraphicFramePr>
        <p:xfrm>
          <a:off x="6225092" y="1923647"/>
          <a:ext cx="242722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7">
                  <a:extLst>
                    <a:ext uri="{9D8B030D-6E8A-4147-A177-3AD203B41FA5}">
                      <a16:colId xmlns:a16="http://schemas.microsoft.com/office/drawing/2014/main" val="3044955478"/>
                    </a:ext>
                  </a:extLst>
                </a:gridCol>
                <a:gridCol w="635340">
                  <a:extLst>
                    <a:ext uri="{9D8B030D-6E8A-4147-A177-3AD203B41FA5}">
                      <a16:colId xmlns:a16="http://schemas.microsoft.com/office/drawing/2014/main" val="1130082279"/>
                    </a:ext>
                  </a:extLst>
                </a:gridCol>
                <a:gridCol w="635340">
                  <a:extLst>
                    <a:ext uri="{9D8B030D-6E8A-4147-A177-3AD203B41FA5}">
                      <a16:colId xmlns:a16="http://schemas.microsoft.com/office/drawing/2014/main" val="2676118885"/>
                    </a:ext>
                  </a:extLst>
                </a:gridCol>
                <a:gridCol w="635340">
                  <a:extLst>
                    <a:ext uri="{9D8B030D-6E8A-4147-A177-3AD203B41FA5}">
                      <a16:colId xmlns:a16="http://schemas.microsoft.com/office/drawing/2014/main" val="1698072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907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Times New Roman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solidFill>
                            <a:srgbClr val="FF0000"/>
                          </a:solidFill>
                          <a:latin typeface="Times New Roman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30334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26C2C17A-B174-444A-6239-F4E7F4A8C36E}"/>
              </a:ext>
            </a:extLst>
          </p:cNvPr>
          <p:cNvSpPr txBox="1"/>
          <p:nvPr/>
        </p:nvSpPr>
        <p:spPr>
          <a:xfrm>
            <a:off x="968188" y="2913529"/>
            <a:ext cx="5916705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zh-TW" sz="2800">
                <a:ea typeface="新細明體"/>
                <a:cs typeface="Calibri"/>
              </a:rPr>
              <a:t>Window=12,prePal[12] = "aa"</a:t>
            </a:r>
            <a:endParaRPr lang="zh-TW" altLang="en-US" sz="2400" dirty="0">
              <a:ea typeface="新細明體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zh-TW" altLang="en-US" sz="2800">
                <a:latin typeface="Times New Roman"/>
                <a:ea typeface="新細明體"/>
                <a:cs typeface="Calibri"/>
              </a:rPr>
              <a:t>Add "b" in eertree</a:t>
            </a:r>
            <a:endParaRPr lang="zh-TW" sz="2800">
              <a:latin typeface="Times New Roman"/>
              <a:ea typeface="新細明體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zh-TW" altLang="en-US" sz="2800">
                <a:latin typeface="Times New Roman"/>
                <a:ea typeface="新細明體"/>
                <a:cs typeface="Calibri"/>
              </a:rPr>
              <a:t>Update begpair()</a:t>
            </a:r>
            <a:endParaRPr lang="zh-TW" altLang="en-US" sz="2800" dirty="0">
              <a:latin typeface="Times New Roman"/>
              <a:ea typeface="新細明體"/>
              <a:cs typeface="Calibri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4EDCC1F-8918-FA2A-0DDD-7497C207A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3517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2412AD-2AFB-13E9-4B13-8527F4C62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latin typeface="Times New Roman"/>
                <a:cs typeface="Times New Roman"/>
              </a:rPr>
              <a:t>Eertree for a sliding window</a:t>
            </a:r>
            <a:endParaRPr 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11B56A-1115-9429-3174-CAF0E5D2C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>
                <a:latin typeface="Times New Roman"/>
                <a:ea typeface="新細明體"/>
                <a:cs typeface="Calibri"/>
              </a:rPr>
              <a:t>Time complexity : O(</a:t>
            </a:r>
            <a:r>
              <a:rPr lang="zh-TW" altLang="en-US" i="1">
                <a:latin typeface="Times New Roman"/>
                <a:ea typeface="新細明體"/>
                <a:cs typeface="Calibri"/>
              </a:rPr>
              <a:t>n</a:t>
            </a:r>
            <a:r>
              <a:rPr lang="zh-TW">
                <a:latin typeface="Times New Roman"/>
                <a:ea typeface="新細明體"/>
                <a:cs typeface="Times New Roman"/>
              </a:rPr>
              <a:t>log </a:t>
            </a:r>
            <a:r>
              <a:rPr lang="zh-TW" i="1">
                <a:latin typeface="Times New Roman"/>
                <a:ea typeface="新細明體"/>
                <a:cs typeface="Times New Roman"/>
              </a:rPr>
              <a:t>σ'</a:t>
            </a:r>
            <a:r>
              <a:rPr lang="zh-TW" altLang="en-US">
                <a:latin typeface="Times New Roman"/>
                <a:ea typeface="新細明體"/>
                <a:cs typeface="Calibri"/>
              </a:rPr>
              <a:t>)</a:t>
            </a:r>
            <a:endParaRPr lang="zh-TW" altLang="en-US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zh-TW" dirty="0">
                <a:latin typeface="Times New Roman"/>
                <a:ea typeface="新細明體"/>
                <a:cs typeface="Times New Roman"/>
              </a:rPr>
              <a:t>                                </a:t>
            </a:r>
            <a:r>
              <a:rPr lang="zh-TW" altLang="en-US" dirty="0">
                <a:latin typeface="Times New Roman"/>
                <a:ea typeface="新細明體"/>
                <a:cs typeface="Times New Roman"/>
              </a:rPr>
              <a:t> </a:t>
            </a:r>
            <a:r>
              <a:rPr lang="zh-TW">
                <a:latin typeface="Times New Roman"/>
                <a:ea typeface="新細明體"/>
                <a:cs typeface="Times New Roman"/>
              </a:rPr>
              <a:t>deleting the leftmost character </a:t>
            </a:r>
            <a:r>
              <a:rPr lang="zh-TW" altLang="en-US">
                <a:latin typeface="Times New Roman"/>
                <a:ea typeface="新細明體"/>
                <a:cs typeface="Calibri"/>
              </a:rPr>
              <a:t>= O(</a:t>
            </a:r>
            <a:r>
              <a:rPr lang="zh-TW">
                <a:latin typeface="Times New Roman"/>
                <a:ea typeface="+mn-lt"/>
                <a:cs typeface="+mn-lt"/>
              </a:rPr>
              <a:t>log </a:t>
            </a:r>
            <a:r>
              <a:rPr lang="zh-TW" i="1">
                <a:latin typeface="Times New Roman"/>
                <a:ea typeface="+mn-lt"/>
                <a:cs typeface="+mn-lt"/>
              </a:rPr>
              <a:t>σ</a:t>
            </a:r>
            <a:r>
              <a:rPr lang="zh-TW" i="1">
                <a:latin typeface="Times New Roman"/>
                <a:ea typeface="新細明體"/>
                <a:cs typeface="Calibri"/>
              </a:rPr>
              <a:t>'</a:t>
            </a:r>
            <a:r>
              <a:rPr lang="zh-TW" altLang="en-US">
                <a:latin typeface="Times New Roman"/>
                <a:ea typeface="新細明體"/>
                <a:cs typeface="Calibri"/>
              </a:rPr>
              <a:t>)</a:t>
            </a:r>
            <a:endParaRPr lang="zh-TW">
              <a:latin typeface="Times New Roman"/>
              <a:cs typeface="Calibri" panose="020F0502020204030204"/>
            </a:endParaRPr>
          </a:p>
          <a:p>
            <a:pPr marL="0" indent="0">
              <a:buNone/>
            </a:pPr>
            <a:r>
              <a:rPr lang="zh-TW" altLang="en-US" dirty="0">
                <a:latin typeface="Times New Roman"/>
                <a:ea typeface="新細明體"/>
                <a:cs typeface="Calibri"/>
              </a:rPr>
              <a:t>                                 </a:t>
            </a:r>
            <a:r>
              <a:rPr lang="en-US" altLang="zh-TW" dirty="0">
                <a:latin typeface="Times New Roman"/>
                <a:ea typeface="+mn-lt"/>
                <a:cs typeface="Times New Roman"/>
              </a:rPr>
              <a:t>appending a character = O(</a:t>
            </a:r>
            <a:r>
              <a:rPr lang="en-US" altLang="zh-TW" dirty="0">
                <a:latin typeface="Times New Roman"/>
                <a:ea typeface="+mn-lt"/>
                <a:cs typeface="Calibri"/>
              </a:rPr>
              <a:t>log</a:t>
            </a:r>
            <a:r>
              <a:rPr lang="zh-TW" altLang="en-US" dirty="0">
                <a:latin typeface="Times New Roman"/>
                <a:ea typeface="+mn-lt"/>
                <a:cs typeface="Calibri"/>
              </a:rPr>
              <a:t> </a:t>
            </a:r>
            <a:r>
              <a:rPr lang="en-US" altLang="zh-TW" i="1" dirty="0">
                <a:latin typeface="Times New Roman"/>
                <a:ea typeface="+mn-lt"/>
                <a:cs typeface="Calibri"/>
              </a:rPr>
              <a:t>σ'</a:t>
            </a:r>
            <a:r>
              <a:rPr lang="en-US" altLang="zh-TW" dirty="0">
                <a:latin typeface="Times New Roman"/>
                <a:ea typeface="+mn-lt"/>
                <a:cs typeface="Times New Roman"/>
              </a:rPr>
              <a:t>)</a:t>
            </a:r>
          </a:p>
          <a:p>
            <a:pPr marL="0" indent="0">
              <a:buNone/>
            </a:pPr>
            <a:r>
              <a:rPr lang="en-US" altLang="zh-TW" dirty="0">
                <a:latin typeface="Times New Roman"/>
                <a:ea typeface="+mn-lt"/>
                <a:cs typeface="Times New Roman"/>
              </a:rPr>
              <a:t>                                 Update </a:t>
            </a:r>
            <a:r>
              <a:rPr lang="en-US" altLang="zh-TW" err="1">
                <a:latin typeface="Times New Roman"/>
                <a:ea typeface="+mn-lt"/>
                <a:cs typeface="Times New Roman"/>
              </a:rPr>
              <a:t>begpair</a:t>
            </a:r>
            <a:r>
              <a:rPr lang="en-US" altLang="zh-TW" dirty="0">
                <a:latin typeface="Times New Roman"/>
                <a:ea typeface="+mn-lt"/>
                <a:cs typeface="Times New Roman"/>
              </a:rPr>
              <a:t> = O(1)</a:t>
            </a:r>
          </a:p>
          <a:p>
            <a:pPr marL="457200" indent="-457200"/>
            <a:r>
              <a:rPr lang="en-US" altLang="zh-TW" dirty="0">
                <a:latin typeface="Times New Roman"/>
                <a:ea typeface="+mn-lt"/>
                <a:cs typeface="Times New Roman"/>
              </a:rPr>
              <a:t>Space : O(d')+d where </a:t>
            </a:r>
            <a:r>
              <a:rPr lang="en-US" altLang="zh-TW" err="1">
                <a:latin typeface="Times New Roman"/>
                <a:ea typeface="+mn-lt"/>
                <a:cs typeface="Times New Roman"/>
              </a:rPr>
              <a:t>d'≤d</a:t>
            </a:r>
            <a:r>
              <a:rPr lang="en-US" altLang="zh-TW" dirty="0">
                <a:latin typeface="Times New Roman"/>
                <a:ea typeface="+mn-lt"/>
                <a:cs typeface="Times New Roman"/>
              </a:rPr>
              <a:t> is </a:t>
            </a:r>
            <a:r>
              <a:rPr lang="en-US" dirty="0">
                <a:latin typeface="Times New Roman"/>
                <a:ea typeface="+mn-lt"/>
                <a:cs typeface="+mn-lt"/>
              </a:rPr>
              <a:t>the maximum number of distinct palindromes in all windows</a:t>
            </a:r>
            <a:r>
              <a:rPr lang="en-US" altLang="zh-TW" dirty="0">
                <a:latin typeface="Times New Roman"/>
                <a:ea typeface="+mn-lt"/>
                <a:cs typeface="Times New Roman"/>
              </a:rPr>
              <a:t> 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D934C0-8310-91DC-0CD2-AC8E4FCC9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916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70504A-5172-8BA8-9C15-0F7B69AA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latin typeface="Times New Roman"/>
                <a:ea typeface="+mj-lt"/>
                <a:cs typeface="+mj-lt"/>
              </a:rPr>
              <a:t>Applications of eertrees for a sliding window</a:t>
            </a:r>
            <a:endParaRPr lang="zh-TW">
              <a:latin typeface="Times New Roman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ED5AA8-FA66-12B1-7561-3FE447FE8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dirty="0">
                <a:latin typeface="Times New Roman"/>
                <a:ea typeface="+mn-lt"/>
                <a:cs typeface="+mn-lt"/>
              </a:rPr>
              <a:t>M</a:t>
            </a:r>
            <a:r>
              <a:rPr lang="zh-TW">
                <a:latin typeface="Times New Roman"/>
                <a:ea typeface="+mn-lt"/>
                <a:cs typeface="+mn-lt"/>
              </a:rPr>
              <a:t>inimal unique palindromic substrings </a:t>
            </a:r>
            <a:r>
              <a:rPr lang="en-US" altLang="zh-TW" dirty="0">
                <a:latin typeface="Times New Roman"/>
                <a:ea typeface="+mn-lt"/>
                <a:cs typeface="Times New Roman"/>
              </a:rPr>
              <a:t>for</a:t>
            </a:r>
            <a:r>
              <a:rPr lang="zh-TW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TW" dirty="0">
                <a:latin typeface="Times New Roman"/>
                <a:ea typeface="+mn-lt"/>
                <a:cs typeface="Times New Roman"/>
              </a:rPr>
              <a:t>a</a:t>
            </a:r>
            <a:r>
              <a:rPr lang="zh-TW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TW" dirty="0">
                <a:latin typeface="Times New Roman"/>
                <a:ea typeface="+mn-lt"/>
                <a:cs typeface="Times New Roman"/>
              </a:rPr>
              <a:t>sliding</a:t>
            </a:r>
            <a:r>
              <a:rPr lang="zh-TW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TW" dirty="0">
                <a:latin typeface="Times New Roman"/>
                <a:ea typeface="+mn-lt"/>
                <a:cs typeface="Times New Roman"/>
              </a:rPr>
              <a:t>window</a:t>
            </a:r>
            <a:r>
              <a:rPr lang="en-US" altLang="zh-TW" dirty="0">
                <a:latin typeface="Times New Roman"/>
                <a:ea typeface="+mn-lt"/>
                <a:cs typeface="+mn-lt"/>
              </a:rPr>
              <a:t>(MUPS):</a:t>
            </a:r>
            <a:endParaRPr lang="zh-TW" dirty="0"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/>
                <a:ea typeface="+mn-lt"/>
                <a:cs typeface="+mn-lt"/>
              </a:rPr>
              <a:t>  </a:t>
            </a:r>
            <a:r>
              <a:rPr lang="en-US" sz="2600" dirty="0">
                <a:latin typeface="Times New Roman"/>
                <a:ea typeface="+mn-lt"/>
                <a:cs typeface="+mn-lt"/>
              </a:rPr>
              <a:t>a node </a:t>
            </a:r>
            <a:r>
              <a:rPr lang="en-US" sz="2600" i="1" dirty="0">
                <a:latin typeface="Times New Roman"/>
                <a:ea typeface="+mn-lt"/>
                <a:cs typeface="+mn-lt"/>
              </a:rPr>
              <a:t>v</a:t>
            </a:r>
            <a:r>
              <a:rPr lang="en-US" sz="2600" dirty="0">
                <a:latin typeface="Times New Roman"/>
                <a:ea typeface="+mn-lt"/>
                <a:cs typeface="+mn-lt"/>
              </a:rPr>
              <a:t> in </a:t>
            </a:r>
            <a:r>
              <a:rPr lang="en-US" sz="2600" err="1">
                <a:latin typeface="Times New Roman"/>
                <a:ea typeface="+mn-lt"/>
                <a:cs typeface="+mn-lt"/>
              </a:rPr>
              <a:t>eertree</a:t>
            </a:r>
            <a:r>
              <a:rPr lang="en-US" sz="2600" dirty="0">
                <a:latin typeface="Times New Roman"/>
                <a:ea typeface="+mn-lt"/>
                <a:cs typeface="+mn-lt"/>
              </a:rPr>
              <a:t>(S) ,such that pal(</a:t>
            </a:r>
            <a:r>
              <a:rPr lang="en-US" sz="2600" i="1" dirty="0">
                <a:latin typeface="Times New Roman"/>
                <a:ea typeface="+mn-lt"/>
                <a:cs typeface="+mn-lt"/>
              </a:rPr>
              <a:t>v</a:t>
            </a:r>
            <a:r>
              <a:rPr lang="en-US" sz="2600" dirty="0">
                <a:latin typeface="Times New Roman"/>
                <a:ea typeface="+mn-lt"/>
                <a:cs typeface="+mn-lt"/>
              </a:rPr>
              <a:t>) = w, pal(</a:t>
            </a:r>
            <a:r>
              <a:rPr lang="en-US" sz="2600" i="1" dirty="0">
                <a:latin typeface="Times New Roman"/>
                <a:ea typeface="+mn-lt"/>
                <a:cs typeface="+mn-lt"/>
              </a:rPr>
              <a:t>v</a:t>
            </a:r>
            <a:r>
              <a:rPr lang="en-US" sz="2600" dirty="0">
                <a:latin typeface="Times New Roman"/>
                <a:ea typeface="+mn-lt"/>
                <a:cs typeface="+mn-lt"/>
              </a:rPr>
              <a:t>) is unique in S and pal(</a:t>
            </a:r>
            <a:r>
              <a:rPr lang="en-US" sz="2600" i="1" dirty="0">
                <a:latin typeface="Times New Roman"/>
                <a:ea typeface="+mn-lt"/>
                <a:cs typeface="+mn-lt"/>
              </a:rPr>
              <a:t>u</a:t>
            </a:r>
            <a:r>
              <a:rPr lang="en-US" sz="2600" dirty="0">
                <a:latin typeface="Times New Roman"/>
                <a:ea typeface="+mn-lt"/>
                <a:cs typeface="+mn-lt"/>
              </a:rPr>
              <a:t>)      is repeating in S, where </a:t>
            </a:r>
            <a:r>
              <a:rPr lang="en-US" sz="2600" i="1" dirty="0">
                <a:latin typeface="Times New Roman"/>
                <a:ea typeface="+mn-lt"/>
                <a:cs typeface="+mn-lt"/>
              </a:rPr>
              <a:t>u</a:t>
            </a:r>
            <a:r>
              <a:rPr lang="en-US" sz="2600" dirty="0">
                <a:latin typeface="Times New Roman"/>
                <a:ea typeface="+mn-lt"/>
                <a:cs typeface="+mn-lt"/>
              </a:rPr>
              <a:t> is the parent of </a:t>
            </a:r>
            <a:r>
              <a:rPr lang="en-US" sz="2600" i="1" dirty="0">
                <a:latin typeface="Times New Roman"/>
                <a:ea typeface="+mn-lt"/>
                <a:cs typeface="+mn-lt"/>
              </a:rPr>
              <a:t>v</a:t>
            </a:r>
            <a:endParaRPr lang="en-US" altLang="zh-TW" sz="2600" i="1"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600" dirty="0">
                <a:latin typeface="Times New Roman"/>
                <a:ea typeface="+mn-lt"/>
                <a:cs typeface="+mn-lt"/>
              </a:rPr>
              <a:t>  e.g. :</a:t>
            </a:r>
          </a:p>
          <a:p>
            <a:pPr marL="0" indent="0">
              <a:buNone/>
            </a:pPr>
            <a:r>
              <a:rPr lang="en-US" sz="2600" dirty="0">
                <a:latin typeface="Times New Roman"/>
                <a:ea typeface="+mn-lt"/>
                <a:cs typeface="+mn-lt"/>
              </a:rPr>
              <a:t>   S=</a:t>
            </a:r>
            <a:r>
              <a:rPr lang="en-US" sz="2600" err="1">
                <a:latin typeface="Times New Roman"/>
                <a:ea typeface="+mn-lt"/>
                <a:cs typeface="+mn-lt"/>
              </a:rPr>
              <a:t>aaabababa</a:t>
            </a:r>
            <a:r>
              <a:rPr lang="en-US" sz="2600" err="1">
                <a:solidFill>
                  <a:srgbClr val="FF0000"/>
                </a:solidFill>
                <a:latin typeface="Times New Roman"/>
                <a:ea typeface="+mn-lt"/>
                <a:cs typeface="+mn-lt"/>
              </a:rPr>
              <a:t>bbabb</a:t>
            </a:r>
            <a:endParaRPr lang="en-US" sz="2600">
              <a:solidFill>
                <a:srgbClr val="FF0000"/>
              </a:solidFill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600" dirty="0">
                <a:latin typeface="Times New Roman"/>
                <a:ea typeface="+mn-lt"/>
                <a:cs typeface="+mn-lt"/>
              </a:rPr>
              <a:t>   S[9..13]=</a:t>
            </a:r>
            <a:r>
              <a:rPr lang="en-US" sz="2600" err="1">
                <a:solidFill>
                  <a:srgbClr val="FF0000"/>
                </a:solidFill>
                <a:latin typeface="Times New Roman"/>
                <a:ea typeface="+mn-lt"/>
                <a:cs typeface="+mn-lt"/>
              </a:rPr>
              <a:t>bbabb</a:t>
            </a:r>
            <a:r>
              <a:rPr lang="en-US" sz="2600" dirty="0">
                <a:latin typeface="Times New Roman"/>
                <a:ea typeface="+mn-lt"/>
                <a:cs typeface="+mn-lt"/>
              </a:rPr>
              <a:t> is unique(pal(</a:t>
            </a:r>
            <a:r>
              <a:rPr lang="en-US" sz="2600" i="1" dirty="0">
                <a:latin typeface="Times New Roman"/>
                <a:ea typeface="+mn-lt"/>
                <a:cs typeface="+mn-lt"/>
              </a:rPr>
              <a:t>v</a:t>
            </a:r>
            <a:r>
              <a:rPr lang="en-US" sz="2600" dirty="0">
                <a:latin typeface="Times New Roman"/>
                <a:ea typeface="+mn-lt"/>
                <a:cs typeface="+mn-lt"/>
              </a:rPr>
              <a:t>).</a:t>
            </a:r>
            <a:r>
              <a:rPr lang="en-US" sz="2600" err="1">
                <a:latin typeface="Times New Roman"/>
                <a:ea typeface="+mn-lt"/>
                <a:cs typeface="+mn-lt"/>
              </a:rPr>
              <a:t>begpair.srm</a:t>
            </a:r>
            <a:r>
              <a:rPr lang="en-US" sz="2600" dirty="0">
                <a:latin typeface="Times New Roman"/>
                <a:ea typeface="+mn-lt"/>
                <a:cs typeface="+mn-lt"/>
              </a:rPr>
              <a:t>=-1) and S[10..12]=</a:t>
            </a:r>
            <a:r>
              <a:rPr lang="en-US" sz="2600" err="1">
                <a:latin typeface="Times New Roman"/>
                <a:ea typeface="+mn-lt"/>
                <a:cs typeface="+mn-lt"/>
              </a:rPr>
              <a:t>bab</a:t>
            </a:r>
            <a:r>
              <a:rPr lang="en-US" sz="2600" dirty="0">
                <a:latin typeface="Times New Roman"/>
                <a:ea typeface="+mn-lt"/>
                <a:cs typeface="+mn-lt"/>
              </a:rPr>
              <a:t> is             repeating in S</a:t>
            </a:r>
          </a:p>
          <a:p>
            <a:r>
              <a:rPr lang="en-US" sz="2600" dirty="0">
                <a:latin typeface="Times New Roman"/>
                <a:ea typeface="Calibri"/>
                <a:cs typeface="Calibri" panose="020F0502020204030204"/>
              </a:rPr>
              <a:t>Time complexity = </a:t>
            </a:r>
            <a:r>
              <a:rPr lang="en-US" sz="2600" dirty="0">
                <a:latin typeface="Times New Roman"/>
                <a:ea typeface="+mn-lt"/>
                <a:cs typeface="+mn-lt"/>
              </a:rPr>
              <a:t>O(</a:t>
            </a:r>
            <a:r>
              <a:rPr lang="en-US" sz="2600" i="1" dirty="0">
                <a:latin typeface="Times New Roman"/>
                <a:ea typeface="+mn-lt"/>
                <a:cs typeface="+mn-lt"/>
              </a:rPr>
              <a:t>n</a:t>
            </a:r>
            <a:r>
              <a:rPr lang="en-US" sz="2600" dirty="0">
                <a:latin typeface="Times New Roman"/>
                <a:ea typeface="+mn-lt"/>
                <a:cs typeface="+mn-lt"/>
              </a:rPr>
              <a:t> log </a:t>
            </a:r>
            <a:r>
              <a:rPr lang="en-US" sz="2600" i="1" dirty="0">
                <a:latin typeface="Times New Roman"/>
                <a:ea typeface="+mn-lt"/>
                <a:cs typeface="+mn-lt"/>
              </a:rPr>
              <a:t>σ'</a:t>
            </a:r>
            <a:r>
              <a:rPr lang="en-US" sz="2600" dirty="0">
                <a:latin typeface="Times New Roman"/>
                <a:ea typeface="+mn-lt"/>
                <a:cs typeface="+mn-lt"/>
              </a:rPr>
              <a:t>)</a:t>
            </a:r>
            <a:endParaRPr lang="en-US">
              <a:latin typeface="Times New Roman"/>
              <a:ea typeface="Calibri" panose="020F0502020204030204"/>
              <a:cs typeface="Calibri" panose="020F0502020204030204"/>
            </a:endParaRPr>
          </a:p>
          <a:p>
            <a:r>
              <a:rPr lang="en-US" sz="2600" dirty="0">
                <a:latin typeface="Times New Roman"/>
                <a:ea typeface="Calibri"/>
                <a:cs typeface="Calibri" panose="020F0502020204030204"/>
              </a:rPr>
              <a:t>Space = O(</a:t>
            </a:r>
            <a:r>
              <a:rPr lang="en-US" sz="2600" i="1" dirty="0">
                <a:latin typeface="Times New Roman"/>
                <a:ea typeface="Calibri"/>
                <a:cs typeface="Calibri" panose="020F0502020204030204"/>
              </a:rPr>
              <a:t>d</a:t>
            </a:r>
            <a:r>
              <a:rPr lang="en-US" sz="2600" dirty="0">
                <a:latin typeface="Times New Roman"/>
                <a:ea typeface="Calibri"/>
                <a:cs typeface="Calibri" panose="020F0502020204030204"/>
              </a:rPr>
              <a:t>)</a:t>
            </a:r>
          </a:p>
          <a:p>
            <a:pPr marL="0" indent="0">
              <a:buNone/>
            </a:pPr>
            <a:endParaRPr lang="en-US" altLang="zh-TW" dirty="0">
              <a:latin typeface="Times New Roman"/>
              <a:ea typeface="Calibri"/>
              <a:cs typeface="Calibri" panose="020F0502020204030204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137B9D-4706-83CA-963E-BFB513940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841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B7EDD0-E380-A8FC-31BE-E3386BA9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/>
                <a:ea typeface="新細明體"/>
                <a:cs typeface="Times New Roman"/>
              </a:rPr>
              <a:t>Applications</a:t>
            </a:r>
            <a:r>
              <a:rPr lang="zh-TW" altLang="en-US" dirty="0"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dirty="0">
                <a:latin typeface="Times New Roman"/>
                <a:ea typeface="新細明體"/>
                <a:cs typeface="Times New Roman"/>
              </a:rPr>
              <a:t>of</a:t>
            </a:r>
            <a:r>
              <a:rPr lang="zh-TW" altLang="en-US" dirty="0"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dirty="0" err="1">
                <a:latin typeface="Times New Roman"/>
                <a:ea typeface="新細明體"/>
                <a:cs typeface="Times New Roman"/>
              </a:rPr>
              <a:t>eertrees</a:t>
            </a:r>
            <a:r>
              <a:rPr lang="zh-TW" altLang="en-US" dirty="0"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dirty="0">
                <a:latin typeface="Times New Roman"/>
                <a:ea typeface="新細明體"/>
                <a:cs typeface="Times New Roman"/>
              </a:rPr>
              <a:t>for</a:t>
            </a:r>
            <a:r>
              <a:rPr lang="zh-TW" altLang="en-US" dirty="0"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dirty="0">
                <a:latin typeface="Times New Roman"/>
                <a:ea typeface="新細明體"/>
                <a:cs typeface="Times New Roman"/>
              </a:rPr>
              <a:t>a</a:t>
            </a:r>
            <a:r>
              <a:rPr lang="zh-TW" altLang="en-US" dirty="0"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dirty="0">
                <a:latin typeface="Times New Roman"/>
                <a:ea typeface="新細明體"/>
                <a:cs typeface="Times New Roman"/>
              </a:rPr>
              <a:t>sliding</a:t>
            </a:r>
            <a:r>
              <a:rPr lang="zh-TW" altLang="en-US" dirty="0">
                <a:latin typeface="Times New Roman"/>
                <a:ea typeface="新細明體"/>
                <a:cs typeface="Times New Roman"/>
              </a:rPr>
              <a:t> </a:t>
            </a:r>
            <a:r>
              <a:rPr lang="en-US" altLang="zh-TW" dirty="0">
                <a:latin typeface="Times New Roman"/>
                <a:ea typeface="新細明體"/>
                <a:cs typeface="Times New Roman"/>
              </a:rPr>
              <a:t>window</a:t>
            </a:r>
            <a:endParaRPr lang="zh-TW" altLang="en-US" dirty="0">
              <a:latin typeface="Times New Roman"/>
              <a:ea typeface="新細明體"/>
              <a:cs typeface="Times New Roman"/>
            </a:endParaRPr>
          </a:p>
          <a:p>
            <a:endParaRPr lang="zh-TW" dirty="0">
              <a:latin typeface="Times New Roman"/>
              <a:ea typeface="新細明體"/>
              <a:cs typeface="Calibri Ligh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FE26D1-1383-BF51-E3AF-009ADF969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altLang="zh-TW" dirty="0">
                <a:latin typeface="Times New Roman"/>
                <a:ea typeface="+mn-lt"/>
                <a:cs typeface="Times New Roman"/>
              </a:rPr>
              <a:t>M</a:t>
            </a:r>
            <a:r>
              <a:rPr lang="zh-TW">
                <a:latin typeface="Times New Roman"/>
                <a:ea typeface="新細明體"/>
                <a:cs typeface="Times New Roman"/>
              </a:rPr>
              <a:t>inimal absent palindromic words for a sliding window</a:t>
            </a:r>
            <a:r>
              <a:rPr lang="en-US" altLang="zh-TW" dirty="0">
                <a:latin typeface="Times New Roman"/>
                <a:ea typeface="+mn-lt"/>
                <a:cs typeface="Times New Roman"/>
              </a:rPr>
              <a:t>(MAPW):</a:t>
            </a:r>
            <a:endParaRPr lang="zh-TW" altLang="en-US">
              <a:latin typeface="Times New Roman"/>
              <a:ea typeface="新細明體" panose="02020500000000000000" pitchFamily="18" charset="-120"/>
              <a:cs typeface="Calibri" panose="020F0502020204030204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/>
                <a:ea typeface="Calibri"/>
                <a:cs typeface="Times New Roman"/>
              </a:rPr>
              <a:t>   </a:t>
            </a:r>
            <a:r>
              <a:rPr lang="en-US" sz="2600" dirty="0">
                <a:latin typeface="Times New Roman"/>
                <a:ea typeface="+mn-lt"/>
                <a:cs typeface="+mn-lt"/>
              </a:rPr>
              <a:t>w is a palindrome, w does not occur in S and w[1..|w|−2] occurs in S</a:t>
            </a:r>
          </a:p>
          <a:p>
            <a:pPr marL="0" indent="0">
              <a:buNone/>
            </a:pPr>
            <a:r>
              <a:rPr lang="en-US" sz="2600" dirty="0">
                <a:latin typeface="Times New Roman"/>
                <a:ea typeface="+mn-lt"/>
                <a:cs typeface="+mn-lt"/>
              </a:rPr>
              <a:t>    e.g. :</a:t>
            </a:r>
          </a:p>
          <a:p>
            <a:pPr marL="0" indent="0">
              <a:buNone/>
            </a:pPr>
            <a:r>
              <a:rPr lang="en-US" sz="2600" dirty="0">
                <a:latin typeface="Times New Roman"/>
                <a:ea typeface="+mn-lt"/>
                <a:cs typeface="+mn-lt"/>
              </a:rPr>
              <a:t>     S = </a:t>
            </a:r>
            <a:r>
              <a:rPr lang="en-US" sz="2600" err="1">
                <a:latin typeface="Times New Roman"/>
                <a:ea typeface="+mn-lt"/>
                <a:cs typeface="+mn-lt"/>
              </a:rPr>
              <a:t>aaababababbabb</a:t>
            </a:r>
            <a:endParaRPr lang="en-US" sz="2600"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600" dirty="0">
                <a:latin typeface="Times New Roman"/>
                <a:ea typeface="+mn-lt"/>
                <a:cs typeface="+mn-lt"/>
              </a:rPr>
              <a:t>     w = </a:t>
            </a:r>
            <a:r>
              <a:rPr lang="en-US" sz="26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aabbaa</a:t>
            </a:r>
            <a:r>
              <a:rPr lang="en-US" sz="2600" dirty="0" err="1">
                <a:latin typeface="Times New Roman"/>
                <a:ea typeface="+mn-lt"/>
                <a:cs typeface="+mn-lt"/>
              </a:rPr>
              <a:t>,w</a:t>
            </a:r>
            <a:r>
              <a:rPr lang="en-US" sz="2600" dirty="0">
                <a:latin typeface="Times New Roman"/>
                <a:ea typeface="+mn-lt"/>
                <a:cs typeface="+mn-lt"/>
              </a:rPr>
              <a:t>[1..|w|-2]=abba occurs in S at position 8</a:t>
            </a:r>
          </a:p>
          <a:p>
            <a:pPr marL="457200" indent="-457200"/>
            <a:r>
              <a:rPr lang="en-US" sz="2600" dirty="0">
                <a:latin typeface="Times New Roman"/>
                <a:ea typeface="+mn-lt"/>
                <a:cs typeface="+mn-lt"/>
              </a:rPr>
              <a:t>Time complexity = </a:t>
            </a:r>
            <a:r>
              <a:rPr lang="en-US" sz="2600" dirty="0">
                <a:ea typeface="+mn-lt"/>
                <a:cs typeface="+mn-lt"/>
              </a:rPr>
              <a:t>O(</a:t>
            </a:r>
            <a:r>
              <a:rPr lang="en-US" sz="2600" i="1" dirty="0">
                <a:ea typeface="+mn-lt"/>
                <a:cs typeface="+mn-lt"/>
              </a:rPr>
              <a:t>n</a:t>
            </a:r>
            <a:r>
              <a:rPr lang="en-US" sz="2600" dirty="0">
                <a:ea typeface="+mn-lt"/>
                <a:cs typeface="+mn-lt"/>
              </a:rPr>
              <a:t> + </a:t>
            </a:r>
            <a:r>
              <a:rPr lang="en-US" sz="2600" i="1" err="1">
                <a:ea typeface="+mn-lt"/>
                <a:cs typeface="+mn-lt"/>
              </a:rPr>
              <a:t>dσ</a:t>
            </a:r>
            <a:r>
              <a:rPr lang="en-US" sz="2600" dirty="0">
                <a:ea typeface="+mn-lt"/>
                <a:cs typeface="+mn-lt"/>
              </a:rPr>
              <a:t>)</a:t>
            </a:r>
            <a:endParaRPr lang="en-US" sz="2600" dirty="0">
              <a:latin typeface="Times New Roman"/>
              <a:ea typeface="+mn-lt"/>
              <a:cs typeface="+mn-lt"/>
            </a:endParaRPr>
          </a:p>
          <a:p>
            <a:pPr marL="457200" indent="-457200"/>
            <a:r>
              <a:rPr lang="en-US" sz="2600" dirty="0">
                <a:latin typeface="Calibri"/>
                <a:ea typeface="+mn-lt"/>
                <a:cs typeface="+mn-lt"/>
              </a:rPr>
              <a:t>Space = </a:t>
            </a:r>
            <a:r>
              <a:rPr lang="en-US" sz="2600" dirty="0">
                <a:ea typeface="+mn-lt"/>
                <a:cs typeface="+mn-lt"/>
              </a:rPr>
              <a:t>O(</a:t>
            </a:r>
            <a:r>
              <a:rPr lang="en-US" sz="2600" i="1" err="1">
                <a:ea typeface="+mn-lt"/>
                <a:cs typeface="+mn-lt"/>
              </a:rPr>
              <a:t>dσ</a:t>
            </a:r>
            <a:r>
              <a:rPr lang="en-US" sz="2600" dirty="0">
                <a:ea typeface="+mn-lt"/>
                <a:cs typeface="+mn-lt"/>
              </a:rPr>
              <a:t>)</a:t>
            </a:r>
            <a:endParaRPr lang="en-US" sz="2600" dirty="0">
              <a:latin typeface="Calibri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latin typeface="Times New Roman"/>
                <a:ea typeface="+mn-lt"/>
                <a:cs typeface="+mn-lt"/>
              </a:rPr>
              <a:t>    </a:t>
            </a:r>
          </a:p>
          <a:p>
            <a:pPr marL="0" indent="0">
              <a:buNone/>
            </a:pPr>
            <a:r>
              <a:rPr lang="en-US" dirty="0">
                <a:latin typeface="Times New Roman"/>
                <a:ea typeface="+mn-lt"/>
                <a:cs typeface="+mn-lt"/>
              </a:rPr>
              <a:t>  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52911A-EB32-209A-14C0-E973569B1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478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1554D3-484E-CAD8-6D38-3915C1B95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2189"/>
            <a:ext cx="10515600" cy="1325563"/>
          </a:xfrm>
        </p:spPr>
        <p:txBody>
          <a:bodyPr/>
          <a:lstStyle/>
          <a:p>
            <a:pPr algn="ctr"/>
            <a:r>
              <a:rPr lang="zh-TW" altLang="en-US">
                <a:latin typeface="Times New Roman"/>
                <a:ea typeface="新細明體"/>
                <a:cs typeface="Calibri Light"/>
              </a:rPr>
              <a:t>Thanks</a:t>
            </a:r>
            <a:endParaRPr lang="zh-TW" altLang="en-US">
              <a:latin typeface="Times New Roman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91403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1759</TotalTime>
  <Words>1465</Words>
  <Application>Microsoft Office PowerPoint</Application>
  <PresentationFormat>寬螢幕</PresentationFormat>
  <Paragraphs>204</Paragraphs>
  <Slides>23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Segoe UI</vt:lpstr>
      <vt:lpstr>Times New Roman</vt:lpstr>
      <vt:lpstr>Office Theme</vt:lpstr>
      <vt:lpstr>Palindromic trees for a sliding window and its applications</vt:lpstr>
      <vt:lpstr>Abstract (1/2)</vt:lpstr>
      <vt:lpstr>Abstract (2/2)</vt:lpstr>
      <vt:lpstr>Palindromic tree(Eertree)</vt:lpstr>
      <vt:lpstr>Build Eertree</vt:lpstr>
      <vt:lpstr>Build Eertree</vt:lpstr>
      <vt:lpstr>Build Eertree</vt:lpstr>
      <vt:lpstr>Build Eertree</vt:lpstr>
      <vt:lpstr>Build Eertree</vt:lpstr>
      <vt:lpstr>Build Eertree</vt:lpstr>
      <vt:lpstr>Build Eertree</vt:lpstr>
      <vt:lpstr>Build Eertree</vt:lpstr>
      <vt:lpstr>Auxiliary data structures for detecting the node to be deleted</vt:lpstr>
      <vt:lpstr>Combinatorial properties on palindromes for a sliding window</vt:lpstr>
      <vt:lpstr>Determining uniqueness of a palindrome</vt:lpstr>
      <vt:lpstr>Example for Begpairi,j</vt:lpstr>
      <vt:lpstr>Eertree for a sliding window</vt:lpstr>
      <vt:lpstr>Eertree for a sliding window: step1(delete S[0])</vt:lpstr>
      <vt:lpstr>Eertree for a sliding window: step2(append S[13])</vt:lpstr>
      <vt:lpstr>Eertree for a sliding window</vt:lpstr>
      <vt:lpstr>Applications of eertrees for a sliding window</vt:lpstr>
      <vt:lpstr>Applications of eertrees for a sliding window 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Substring Inclusion Constraint Longest Common Subsequence Problem Can Be Solved in Quadratic Time</dc:title>
  <dc:creator>Wen Wen Liao</dc:creator>
  <cp:lastModifiedBy>pplab</cp:lastModifiedBy>
  <cp:revision>1003</cp:revision>
  <dcterms:created xsi:type="dcterms:W3CDTF">2022-10-11T15:33:00Z</dcterms:created>
  <dcterms:modified xsi:type="dcterms:W3CDTF">2023-09-05T12:23:09Z</dcterms:modified>
</cp:coreProperties>
</file>