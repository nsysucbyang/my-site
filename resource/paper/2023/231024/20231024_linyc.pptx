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300" r:id="rId4"/>
    <p:sldId id="321" r:id="rId5"/>
    <p:sldId id="322" r:id="rId6"/>
    <p:sldId id="323" r:id="rId7"/>
    <p:sldId id="324" r:id="rId8"/>
    <p:sldId id="325" r:id="rId9"/>
    <p:sldId id="327" r:id="rId10"/>
    <p:sldId id="326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03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82645" autoAdjust="0"/>
  </p:normalViewPr>
  <p:slideViewPr>
    <p:cSldViewPr snapToGrid="0">
      <p:cViewPr varScale="1">
        <p:scale>
          <a:sx n="70" d="100"/>
          <a:sy n="70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B2B1B951-C510-4522-AF93-ADB85ED09A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29B89B7-9CDA-4AA8-9698-7B71FD198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0CF6B-A307-4891-9A3F-3BDEA15122F4}" type="datetimeFigureOut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4AA06BA-A144-429D-9036-05EAC36F36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D362C06-5F0E-4E9C-8F96-54694C2D61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C0899-C804-4EB6-B155-7732788E8A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685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286B5-03C6-41D4-B2DC-EA76AD58808D}" type="datetimeFigureOut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B21A4-C6D0-470A-943D-BE54FF210D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5028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B21A4-C6D0-470A-943D-BE54FF210D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137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AC45AD-CBA5-47FD-BD77-3A8869F52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B21A4-C6D0-470A-943D-BE54FF210D3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3237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B21A4-C6D0-470A-943D-BE54FF210D3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9800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6AED7B-3AC0-43C0-BDB3-2C4AFA9F7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59334D-3BE1-454D-9C46-049A5FE3D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7A35ED-A91A-418B-8EEF-606731A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19EE-CC92-45A1-848A-E62A6F69E5FD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23CF94-5147-4E2D-94FA-D156783F2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F78306-98C1-4A20-8451-B89524CE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649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30CE7C-B11A-4592-99DC-9295D556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C089F3-337E-4191-A36B-B85915E37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1B5F5D-1566-460B-B7A8-7789F4ADD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B330-CB06-4033-8D67-C4343070258D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51E327-56EF-4EB4-9B53-5A579EBE1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8C7FCE-3342-4CB2-A64D-A352D2C2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4112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E3A202-ECCD-4387-858D-619D6A0C1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07F5F8-0D71-4C88-AF0D-4F91124A4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2F8C89-B173-48C4-AA79-F8D0D171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7F20-22FE-4AC5-BB9E-06EA31EBF516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1A0F6C-077B-4EE8-B87C-AE9C8921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5D9F22-282D-4976-8BB0-76525468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9DB818-75A8-4B63-9429-11BAB3087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AE8C4E-C2D1-40BD-80F2-198479EE7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5A9DCA7-BAC7-4C10-B29E-195D85461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A48D530-75DC-40E5-8EF8-661ECE2D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CD23D-B9C5-4883-A841-45C28286401F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4826B8-E693-43BF-95C5-22E210595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8AF8187-80C0-4C29-ADB6-DA00CA1D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5293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6C6E3-92E0-4351-B2DC-E52F39BD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8CC00D-5393-41C3-AF1B-041CAF3F1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4B4B1B-E61B-46D8-9A90-03280E45D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F04706E-A3A2-4316-93FC-42B46B8BA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73F1D73-774D-45EB-9450-3CB0C93047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CAC80A6-81BA-47AA-AA43-42EC35F8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8FB18-E334-40DF-8913-297E53BF38F7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E74EAC2-C744-4AE5-AE34-F47FC14CB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4328309-436C-45EA-A6EE-D4EF01A3C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736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68319E-7001-4D86-9C66-59FF9549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4526E76-6DDF-423C-840E-0C29F121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8BF0B-4931-43DB-AFF9-ECAB917261FB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D9D2800-CEBA-4036-A26B-CE8FB2EA1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98B8CC3-87C3-4792-B025-86FEA6CB9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1133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8F7A8DF-7CAF-40EA-A813-9D70AD0E3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01FB-DC53-4A39-AB71-3E05DF9680A5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719E78A-F621-4136-9BC3-87E7F8B24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EFECFB-C447-487D-B43B-1B5B71697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4182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CC23B8-75A5-4019-B628-F1C82E538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9A34CC-502A-423E-932E-39CE4BC5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DBAFA7-CF5D-40EC-82C2-AC3D0C4C2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C2E307-A73A-4F80-B550-AE2F641E8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C3587-5ABE-4311-A519-7F8CF83C098B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3A147B-79C1-412A-B2FF-8D32DF46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A629CE-B57F-4520-A533-B44C6A2C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6774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D55816-64E8-462B-A3D7-4453B0033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40DF5AE-4B4C-4B45-AC23-AA4CFC305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4118706-CAE1-4FEA-B01D-7CE0654D4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F1CF92-18B7-4CB0-8C56-AF0B883E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A342B-0A8F-45F2-921C-3FDF514126B7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ADBC973-241B-4503-ADCE-06D35A39F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B66D3F1-4059-4827-95C2-E95F79F41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46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9D1DF3-8597-4AC3-9592-591615E9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5D238C8-B4FB-46C1-B87B-DC663D229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66127-E315-4D91-8EF2-B008095B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3143-C9CF-4834-9DEF-9BC47245ADD3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76B946-7EAB-42DF-A2F5-EACCC43D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0A8436-D093-407E-A6F6-4CF3FE749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844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79C0EB2-FDD9-45F9-BD56-C202BA6F85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A5302A6-36E0-4F61-95D0-FFF22F355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B54F25-B1AD-4B0D-B783-5F7604B3B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573D-32C6-443E-A69A-182A1B82649D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8B8143-DD91-4913-9BBC-F47FA1D7A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27F965-69A7-40AE-AB34-F6BB6055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764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7FA6E97-504F-4D83-A00A-ACFAB093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35DDF6-3759-49B7-9B87-FFD02FD5A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763631-A33B-462D-B65B-99A0817F5D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35890-F13E-4E65-8362-5C488D5B0D04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1C28F1-D551-4915-B007-99BD38614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AB29E7-4E9B-4190-8484-4F45F88BC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35506-5D51-4B07-8BDD-18CEF4E05E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547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B35EA8-3B84-42D5-BAD0-9B2BE5F58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32954"/>
            <a:ext cx="9144000" cy="2387600"/>
          </a:xfrm>
        </p:spPr>
        <p:txBody>
          <a:bodyPr>
            <a:noAutofit/>
          </a:bodyPr>
          <a:lstStyle/>
          <a:p>
            <a:r>
              <a:rPr lang="en-US" altLang="zh-TW" sz="4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Novel </a:t>
            </a:r>
            <a:r>
              <a:rPr lang="en-US" altLang="zh-TW" sz="44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Spatio</a:t>
            </a:r>
            <a:r>
              <a:rPr lang="en-US" altLang="zh-TW" sz="4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–Temporal Deep Learning Vehicle Turns Detection Scheme Using GPS-Only Data</a:t>
            </a:r>
            <a:endParaRPr lang="en-US" altLang="zh-TW" sz="4400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E6F3D17-E5C7-4A7C-946D-5608813E8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58821"/>
            <a:ext cx="9144000" cy="1655762"/>
          </a:xfrm>
        </p:spPr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Mussadiq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Abdul Rahim; Sultan Daud Khan;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Salabat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Khan; Muhammad Rashid; Rafi Ullah; Hanan Tariq. IEEE Access 11 (2023): 8727-8733.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56;p13">
            <a:extLst>
              <a:ext uri="{FF2B5EF4-FFF2-40B4-BE49-F238E27FC236}">
                <a16:creationId xmlns:a16="http://schemas.microsoft.com/office/drawing/2014/main" id="{06C1D35A-D785-485D-9332-2BCA50B420B3}"/>
              </a:ext>
            </a:extLst>
          </p:cNvPr>
          <p:cNvSpPr txBox="1"/>
          <p:nvPr/>
        </p:nvSpPr>
        <p:spPr>
          <a:xfrm>
            <a:off x="7904957" y="5834548"/>
            <a:ext cx="3920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latin typeface="Times New Roman"/>
                <a:ea typeface="Times New Roman"/>
                <a:cs typeface="Times New Roman"/>
                <a:sym typeface="Times New Roman"/>
              </a:rPr>
              <a:t>Presenter: </a:t>
            </a:r>
            <a:r>
              <a:rPr lang="en-US" altLang="zh-TW" sz="2000" dirty="0">
                <a:latin typeface="Times New Roman"/>
                <a:ea typeface="Times New Roman"/>
                <a:cs typeface="Times New Roman"/>
                <a:sym typeface="Times New Roman"/>
              </a:rPr>
              <a:t>Yu-Chen Lin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en-US" altLang="zh-TW" sz="2000" dirty="0">
                <a:latin typeface="Times New Roman"/>
                <a:ea typeface="Times New Roman"/>
                <a:cs typeface="Times New Roman"/>
                <a:sym typeface="Times New Roman"/>
              </a:rPr>
              <a:t>Oct.</a:t>
            </a:r>
            <a:r>
              <a:rPr lang="zh-TW" sz="2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2000" dirty="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r>
              <a:rPr lang="zh-TW" sz="2000" dirty="0">
                <a:latin typeface="Times New Roman"/>
                <a:ea typeface="Times New Roman"/>
                <a:cs typeface="Times New Roman"/>
                <a:sym typeface="Times New Roman"/>
              </a:rPr>
              <a:t>, 202</a:t>
            </a:r>
            <a:r>
              <a:rPr lang="en-US" altLang="zh-TW" sz="2000" dirty="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855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DA6C9D-47B3-4859-86BB-23AC7F20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29CBE0-F345-4810-B322-95D978A6A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31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the computer is driving your car or you are, advanced driver assistance systems (ADAS) come into play on all levels, from weather monitoring to safety. These modern-day ADASs use various assisting tools for drivers to keep the journey safe; these sophisticated tools provide early signals of numerous events, such as road conditions, emerging traffic scenarios, and weather warnings. Many urban applications, such as car-sharing and logistics, rely on accurate and up-to-date road map data. Map generation methods use a variety of data sources, including but not limited to global positioning systems (GPS). In this research we propose a GPS-only data trajectory analysis and a novel scheme to convert GPS trajectory data to image-based data to train a custom Convolutional Neural Network (CNN) model. The empirical results with an extensive 5-fold cross-validation show that the proposed scheme identifies turn and not turn with more than 94% recall. It outperforms the existing turn detection schemes on two major frontiers, the required data and the accuracy achieved in detecting different driving behaviors.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A17709-B430-4C39-BA3E-3B197A23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9D401-8BA7-4D7F-85FE-8907E913F1E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2350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C4445-144F-49E6-9300-2EA8C2A7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2F1E678D-C6A1-4769-83DA-AFB0E4C6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Method</a:t>
            </a:r>
            <a:endParaRPr lang="zh-TW" altLang="en-US" b="1" dirty="0"/>
          </a:p>
        </p:txBody>
      </p:sp>
      <p:pic>
        <p:nvPicPr>
          <p:cNvPr id="2" name="Picture 2" descr="Turn versus non-turn labelling through spatio-temporal windows using GPS only data and detection using deep learning.">
            <a:extLst>
              <a:ext uri="{FF2B5EF4-FFF2-40B4-BE49-F238E27FC236}">
                <a16:creationId xmlns:a16="http://schemas.microsoft.com/office/drawing/2014/main" id="{A763D805-F594-6CA0-5ADB-BE991B73A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2024063"/>
            <a:ext cx="628650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735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EE37C9-505F-4F96-705A-51FB8B8F6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5FE1D25-2FAF-F517-AB6F-FD01B4138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143000"/>
            <a:ext cx="78105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824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CDB30F-8ACC-FC6F-0352-DAC62FAE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Spatio</a:t>
            </a:r>
            <a:r>
              <a:rPr lang="en-US" altLang="zh-TW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–Temporal Vehicle Turn Detection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FCC596-F279-2428-A5E2-FB8242AB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02FAFA0-FF93-B937-C77D-E55894191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704975"/>
            <a:ext cx="781050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690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CDB30F-8ACC-FC6F-0352-DAC62FAE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FCC596-F279-2428-A5E2-FB8242AB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F763A1B-8860-0509-87D6-9437FFB48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2295525"/>
            <a:ext cx="8334375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762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7D181B-1556-07F9-AE7C-2692DD79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694D12D-8639-5E74-CAF8-08D3E7672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614488"/>
            <a:ext cx="8334375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571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A71D5C-A353-2E45-69A0-ED729BEF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351D1F3-ADBC-4AC7-5574-2AAEC9436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576388"/>
            <a:ext cx="8334375" cy="370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219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D3093-5F8C-CFA2-80F2-2C9C8F33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81DE5BA-6B9D-2579-0305-75F1CF863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962150"/>
            <a:ext cx="8334375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265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D3093-5F8C-CFA2-80F2-2C9C8F33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1BCFE7B-4482-1A39-5BD2-D20E19087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528763"/>
            <a:ext cx="8334375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354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D3093-5F8C-CFA2-80F2-2C9C8F33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9E6D9C1-7BC9-A96E-F3E1-D3636CEE0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924050"/>
            <a:ext cx="8334375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306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D3093-5F8C-CFA2-80F2-2C9C8F33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1173FFA-FB1F-866B-D33D-177D2A867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781175"/>
            <a:ext cx="8334375" cy="329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359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D3093-5F8C-CFA2-80F2-2C9C8F33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7B7349D9-43A6-9EBB-444A-6EEE34F4D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4913"/>
            <a:ext cx="8334375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748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D3093-5F8C-CFA2-80F2-2C9C8F33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6B6BE51-7631-3D37-3A5D-5717FB270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600200"/>
            <a:ext cx="833437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793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D3093-5F8C-CFA2-80F2-2C9C8F33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32556CC-10E3-CCD1-5784-B5833AEF3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143000"/>
            <a:ext cx="83343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341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D2092E-876D-2B5B-39AF-150A02B8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0739905-9482-2878-F0DD-1589AE678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0179" y="1948670"/>
            <a:ext cx="6131642" cy="4149697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276B40-4485-5448-F5D7-9A93DBFC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651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17560-1305-A9EA-D5B6-D133F9AEF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CF8CA9-4E30-0056-2877-F913EBEA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17</a:t>
            </a:fld>
            <a:endParaRPr lang="zh-TW" altLang="en-US" dirty="0"/>
          </a:p>
        </p:txBody>
      </p:sp>
      <p:pic>
        <p:nvPicPr>
          <p:cNvPr id="14338" name="Picture 2" descr="表 2 - 針對 CNN 檢測轉彎的所有折疊測量的模型性能指標">
            <a:extLst>
              <a:ext uri="{FF2B5EF4-FFF2-40B4-BE49-F238E27FC236}">
                <a16:creationId xmlns:a16="http://schemas.microsoft.com/office/drawing/2014/main" id="{30C0E478-A06B-69BA-DF19-DF8717FD4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641" y="2335554"/>
            <a:ext cx="8990718" cy="305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7556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E625C0-9A38-907A-2A3D-B9391E91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5506-5D51-4B07-8BDD-18CEF4E05E0A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15362" name="Picture 2" descr="圖 3.-所有折疊的混淆矩陣和所有折疊的平均性能。 深綠色代表最高，白色代表最低值，標籤0代表回合，標籤1代表非回合。">
            <a:extLst>
              <a:ext uri="{FF2B5EF4-FFF2-40B4-BE49-F238E27FC236}">
                <a16:creationId xmlns:a16="http://schemas.microsoft.com/office/drawing/2014/main" id="{7D94D190-58B6-B88A-7E22-881B1B90D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784" y="827065"/>
            <a:ext cx="7906431" cy="520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269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A57DAF-1727-4845-BD2A-A164A69A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6AEC88-211A-4C79-873B-599FBDE52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work proposes a deep learning-based turn detection model for GPS-only data.</a:t>
            </a:r>
          </a:p>
          <a:p>
            <a:r>
              <a:rPr lang="en-US" altLang="zh-TW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propose spatial window-based algorithms to transform GPS-only data into image data for use in the deep learning process.</a:t>
            </a:r>
          </a:p>
          <a:p>
            <a:endParaRPr lang="en-US" altLang="zh-TW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993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2676</TotalTime>
  <Words>318</Words>
  <Application>Microsoft Office PowerPoint</Application>
  <PresentationFormat>寬螢幕</PresentationFormat>
  <Paragraphs>34</Paragraphs>
  <Slides>19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佈景主題</vt:lpstr>
      <vt:lpstr>A Novel Spatio–Temporal Deep Learning Vehicle Turns Detection Scheme Using GPS-Only Data</vt:lpstr>
      <vt:lpstr>Abstract</vt:lpstr>
      <vt:lpstr>Deep Learning Method</vt:lpstr>
      <vt:lpstr>PowerPoint 簡報</vt:lpstr>
      <vt:lpstr>Spatio–Temporal Vehicle Turn Detection</vt:lpstr>
      <vt:lpstr>Convolutional Neural Network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Model Performance</vt:lpstr>
      <vt:lpstr>Experiment</vt:lpstr>
      <vt:lpstr>PowerPoint 簡報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Local Alignment Algorithm for Multiple Sequences on Heterogeneous Cluster Systems</dc:title>
  <dc:creator>師老爸</dc:creator>
  <cp:lastModifiedBy>鈺宸 林</cp:lastModifiedBy>
  <cp:revision>73</cp:revision>
  <dcterms:created xsi:type="dcterms:W3CDTF">2022-11-14T21:21:39Z</dcterms:created>
  <dcterms:modified xsi:type="dcterms:W3CDTF">2023-10-24T11:15:31Z</dcterms:modified>
</cp:coreProperties>
</file>