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71" r:id="rId4"/>
    <p:sldId id="292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294" r:id="rId16"/>
    <p:sldId id="291" r:id="rId17"/>
    <p:sldId id="293" r:id="rId18"/>
    <p:sldId id="290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414578-5835-485D-A797-12C6B257B115}" v="11" dt="2023-09-04T04:31:32.037"/>
    <p1510:client id="{E7DA5099-78A1-408B-84DF-074DE53BB9A0}" v="2911" dt="2023-08-31T07:26:23.869"/>
    <p1510:client id="{F70ECEBF-8AD3-43A7-BF35-843D2F9F26F7}" v="22" dt="2023-09-04T05:18:59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5529" autoAdjust="0"/>
  </p:normalViewPr>
  <p:slideViewPr>
    <p:cSldViewPr snapToGrid="0">
      <p:cViewPr varScale="1">
        <p:scale>
          <a:sx n="59" d="100"/>
          <a:sy n="59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適宏" userId="ba70bf4345ae8a18" providerId="Windows Live" clId="Web-{60414578-5835-485D-A797-12C6B257B115}"/>
    <pc:docChg chg="modSld sldOrd">
      <pc:chgData name="李 適宏" userId="ba70bf4345ae8a18" providerId="Windows Live" clId="Web-{60414578-5835-485D-A797-12C6B257B115}" dt="2023-09-04T04:31:32.037" v="10"/>
      <pc:docMkLst>
        <pc:docMk/>
      </pc:docMkLst>
      <pc:sldChg chg="modSp">
        <pc:chgData name="李 適宏" userId="ba70bf4345ae8a18" providerId="Windows Live" clId="Web-{60414578-5835-485D-A797-12C6B257B115}" dt="2023-09-04T04:27:19.961" v="9" actId="20577"/>
        <pc:sldMkLst>
          <pc:docMk/>
          <pc:sldMk cId="3671907888" sldId="258"/>
        </pc:sldMkLst>
        <pc:spChg chg="mod">
          <ac:chgData name="李 適宏" userId="ba70bf4345ae8a18" providerId="Windows Live" clId="Web-{60414578-5835-485D-A797-12C6B257B115}" dt="2023-09-04T04:27:19.961" v="9" actId="20577"/>
          <ac:spMkLst>
            <pc:docMk/>
            <pc:sldMk cId="3671907888" sldId="258"/>
            <ac:spMk id="3" creationId="{2E60A558-83F5-DC4B-E8C9-3EB0801F3EAE}"/>
          </ac:spMkLst>
        </pc:spChg>
      </pc:sldChg>
      <pc:sldChg chg="modSp">
        <pc:chgData name="李 適宏" userId="ba70bf4345ae8a18" providerId="Windows Live" clId="Web-{60414578-5835-485D-A797-12C6B257B115}" dt="2023-09-04T04:26:39.037" v="4" actId="20577"/>
        <pc:sldMkLst>
          <pc:docMk/>
          <pc:sldMk cId="3428300884" sldId="270"/>
        </pc:sldMkLst>
        <pc:spChg chg="mod">
          <ac:chgData name="李 適宏" userId="ba70bf4345ae8a18" providerId="Windows Live" clId="Web-{60414578-5835-485D-A797-12C6B257B115}" dt="2023-09-04T04:26:39.037" v="4" actId="20577"/>
          <ac:spMkLst>
            <pc:docMk/>
            <pc:sldMk cId="3428300884" sldId="270"/>
            <ac:spMk id="3" creationId="{2E60A558-83F5-DC4B-E8C9-3EB0801F3EAE}"/>
          </ac:spMkLst>
        </pc:spChg>
      </pc:sldChg>
      <pc:sldChg chg="ord">
        <pc:chgData name="李 適宏" userId="ba70bf4345ae8a18" providerId="Windows Live" clId="Web-{60414578-5835-485D-A797-12C6B257B115}" dt="2023-09-04T04:31:32.037" v="10"/>
        <pc:sldMkLst>
          <pc:docMk/>
          <pc:sldMk cId="3552292399" sldId="274"/>
        </pc:sldMkLst>
      </pc:sldChg>
    </pc:docChg>
  </pc:docChgLst>
  <pc:docChgLst>
    <pc:chgData name="李 適宏" userId="ba70bf4345ae8a18" providerId="Windows Live" clId="Web-{E7DA5099-78A1-408B-84DF-074DE53BB9A0}"/>
    <pc:docChg chg="addSld delSld modSld sldOrd">
      <pc:chgData name="李 適宏" userId="ba70bf4345ae8a18" providerId="Windows Live" clId="Web-{E7DA5099-78A1-408B-84DF-074DE53BB9A0}" dt="2023-08-31T07:26:23.869" v="2559" actId="20577"/>
      <pc:docMkLst>
        <pc:docMk/>
      </pc:docMkLst>
      <pc:sldChg chg="modSp modTransition">
        <pc:chgData name="李 適宏" userId="ba70bf4345ae8a18" providerId="Windows Live" clId="Web-{E7DA5099-78A1-408B-84DF-074DE53BB9A0}" dt="2023-08-31T07:19:27.153" v="2517"/>
        <pc:sldMkLst>
          <pc:docMk/>
          <pc:sldMk cId="2067857472" sldId="257"/>
        </pc:sldMkLst>
        <pc:spChg chg="mod">
          <ac:chgData name="李 適宏" userId="ba70bf4345ae8a18" providerId="Windows Live" clId="Web-{E7DA5099-78A1-408B-84DF-074DE53BB9A0}" dt="2023-08-30T09:50:44.315" v="7" actId="20577"/>
          <ac:spMkLst>
            <pc:docMk/>
            <pc:sldMk cId="2067857472" sldId="257"/>
            <ac:spMk id="2" creationId="{CC7901A9-EC42-0349-C42C-1EF1F72BF040}"/>
          </ac:spMkLst>
        </pc:spChg>
        <pc:spChg chg="mod">
          <ac:chgData name="李 適宏" userId="ba70bf4345ae8a18" providerId="Windows Live" clId="Web-{E7DA5099-78A1-408B-84DF-074DE53BB9A0}" dt="2023-08-30T09:51:59.990" v="17" actId="20577"/>
          <ac:spMkLst>
            <pc:docMk/>
            <pc:sldMk cId="2067857472" sldId="257"/>
            <ac:spMk id="3" creationId="{54DBE6CB-9CF8-48E7-B831-C6B10B6C080F}"/>
          </ac:spMkLst>
        </pc:spChg>
        <pc:spChg chg="mod">
          <ac:chgData name="李 適宏" userId="ba70bf4345ae8a18" providerId="Windows Live" clId="Web-{E7DA5099-78A1-408B-84DF-074DE53BB9A0}" dt="2023-08-30T09:56:00.011" v="36" actId="20577"/>
          <ac:spMkLst>
            <pc:docMk/>
            <pc:sldMk cId="2067857472" sldId="257"/>
            <ac:spMk id="4" creationId="{272805CA-C188-EA0E-0232-5E39FC11B582}"/>
          </ac:spMkLst>
        </pc:spChg>
      </pc:sldChg>
      <pc:sldChg chg="modSp modTransition">
        <pc:chgData name="李 適宏" userId="ba70bf4345ae8a18" providerId="Windows Live" clId="Web-{E7DA5099-78A1-408B-84DF-074DE53BB9A0}" dt="2023-08-31T07:24:26.568" v="2550" actId="20577"/>
        <pc:sldMkLst>
          <pc:docMk/>
          <pc:sldMk cId="3671907888" sldId="258"/>
        </pc:sldMkLst>
        <pc:spChg chg="mod">
          <ac:chgData name="李 適宏" userId="ba70bf4345ae8a18" providerId="Windows Live" clId="Web-{E7DA5099-78A1-408B-84DF-074DE53BB9A0}" dt="2023-08-31T07:24:26.568" v="2550" actId="20577"/>
          <ac:spMkLst>
            <pc:docMk/>
            <pc:sldMk cId="3671907888" sldId="258"/>
            <ac:spMk id="3" creationId="{2E60A558-83F5-DC4B-E8C9-3EB0801F3EAE}"/>
          </ac:spMkLst>
        </pc:spChg>
      </pc:sldChg>
      <pc:sldChg chg="modSp del">
        <pc:chgData name="李 適宏" userId="ba70bf4345ae8a18" providerId="Windows Live" clId="Web-{E7DA5099-78A1-408B-84DF-074DE53BB9A0}" dt="2023-08-31T07:19:04.762" v="2516"/>
        <pc:sldMkLst>
          <pc:docMk/>
          <pc:sldMk cId="3664592898" sldId="269"/>
        </pc:sldMkLst>
        <pc:spChg chg="mod">
          <ac:chgData name="李 適宏" userId="ba70bf4345ae8a18" providerId="Windows Live" clId="Web-{E7DA5099-78A1-408B-84DF-074DE53BB9A0}" dt="2023-08-31T07:18:55.121" v="2515" actId="20577"/>
          <ac:spMkLst>
            <pc:docMk/>
            <pc:sldMk cId="3664592898" sldId="269"/>
            <ac:spMk id="3" creationId="{09049979-F5A7-6534-10C1-F736244053A9}"/>
          </ac:spMkLst>
        </pc:spChg>
      </pc:sldChg>
      <pc:sldChg chg="modSp modTransition">
        <pc:chgData name="李 適宏" userId="ba70bf4345ae8a18" providerId="Windows Live" clId="Web-{E7DA5099-78A1-408B-84DF-074DE53BB9A0}" dt="2023-08-31T07:25:13.742" v="2557" actId="20577"/>
        <pc:sldMkLst>
          <pc:docMk/>
          <pc:sldMk cId="3428300884" sldId="270"/>
        </pc:sldMkLst>
        <pc:spChg chg="mod">
          <ac:chgData name="李 適宏" userId="ba70bf4345ae8a18" providerId="Windows Live" clId="Web-{E7DA5099-78A1-408B-84DF-074DE53BB9A0}" dt="2023-08-31T07:25:13.742" v="2557" actId="20577"/>
          <ac:spMkLst>
            <pc:docMk/>
            <pc:sldMk cId="3428300884" sldId="270"/>
            <ac:spMk id="3" creationId="{2E60A558-83F5-DC4B-E8C9-3EB0801F3EAE}"/>
          </ac:spMkLst>
        </pc:spChg>
      </pc:sldChg>
      <pc:sldChg chg="addSp delSp modSp new modNotes">
        <pc:chgData name="李 適宏" userId="ba70bf4345ae8a18" providerId="Windows Live" clId="Web-{E7DA5099-78A1-408B-84DF-074DE53BB9A0}" dt="2023-08-31T07:23:07.363" v="2522"/>
        <pc:sldMkLst>
          <pc:docMk/>
          <pc:sldMk cId="1196738268" sldId="271"/>
        </pc:sldMkLst>
        <pc:spChg chg="mod">
          <ac:chgData name="李 適宏" userId="ba70bf4345ae8a18" providerId="Windows Live" clId="Web-{E7DA5099-78A1-408B-84DF-074DE53BB9A0}" dt="2023-08-30T11:08:30.829" v="81" actId="20577"/>
          <ac:spMkLst>
            <pc:docMk/>
            <pc:sldMk cId="1196738268" sldId="271"/>
            <ac:spMk id="2" creationId="{714A1471-B659-9AFA-9FB7-C296825199DF}"/>
          </ac:spMkLst>
        </pc:spChg>
        <pc:spChg chg="mod">
          <ac:chgData name="李 適宏" userId="ba70bf4345ae8a18" providerId="Windows Live" clId="Web-{E7DA5099-78A1-408B-84DF-074DE53BB9A0}" dt="2023-08-30T11:23:34.912" v="208" actId="20577"/>
          <ac:spMkLst>
            <pc:docMk/>
            <pc:sldMk cId="1196738268" sldId="271"/>
            <ac:spMk id="3" creationId="{BB23D789-6263-68FE-1828-B082C1D4C87F}"/>
          </ac:spMkLst>
        </pc:spChg>
        <pc:spChg chg="add del mod">
          <ac:chgData name="李 適宏" userId="ba70bf4345ae8a18" providerId="Windows Live" clId="Web-{E7DA5099-78A1-408B-84DF-074DE53BB9A0}" dt="2023-08-31T07:23:06.441" v="2521"/>
          <ac:spMkLst>
            <pc:docMk/>
            <pc:sldMk cId="1196738268" sldId="271"/>
            <ac:spMk id="4" creationId="{634F2545-DE7D-59B6-0CD0-FEC5C2642F0D}"/>
          </ac:spMkLst>
        </pc:spChg>
        <pc:spChg chg="add mod">
          <ac:chgData name="李 適宏" userId="ba70bf4345ae8a18" providerId="Windows Live" clId="Web-{E7DA5099-78A1-408B-84DF-074DE53BB9A0}" dt="2023-08-31T07:23:07.363" v="2522"/>
          <ac:spMkLst>
            <pc:docMk/>
            <pc:sldMk cId="1196738268" sldId="271"/>
            <ac:spMk id="6" creationId="{E11BD203-F3E3-C11F-86C8-9E21F0E172C7}"/>
          </ac:spMkLst>
        </pc:spChg>
        <pc:picChg chg="add del mod">
          <ac:chgData name="李 適宏" userId="ba70bf4345ae8a18" providerId="Windows Live" clId="Web-{E7DA5099-78A1-408B-84DF-074DE53BB9A0}" dt="2023-08-30T11:11:19.630" v="107"/>
          <ac:picMkLst>
            <pc:docMk/>
            <pc:sldMk cId="1196738268" sldId="271"/>
            <ac:picMk id="4" creationId="{804AC9F9-0CD1-C557-D554-94CE053E334C}"/>
          </ac:picMkLst>
        </pc:picChg>
        <pc:picChg chg="add mod">
          <ac:chgData name="李 適宏" userId="ba70bf4345ae8a18" providerId="Windows Live" clId="Web-{E7DA5099-78A1-408B-84DF-074DE53BB9A0}" dt="2023-08-30T11:12:20.115" v="111" actId="1076"/>
          <ac:picMkLst>
            <pc:docMk/>
            <pc:sldMk cId="1196738268" sldId="271"/>
            <ac:picMk id="5" creationId="{080D0FF3-29DD-DCF0-135A-09ABBF2E9829}"/>
          </ac:picMkLst>
        </pc:picChg>
      </pc:sldChg>
      <pc:sldChg chg="addSp delSp modSp new">
        <pc:chgData name="李 適宏" userId="ba70bf4345ae8a18" providerId="Windows Live" clId="Web-{E7DA5099-78A1-408B-84DF-074DE53BB9A0}" dt="2023-08-31T07:23:12.519" v="2523"/>
        <pc:sldMkLst>
          <pc:docMk/>
          <pc:sldMk cId="3110931882" sldId="272"/>
        </pc:sldMkLst>
        <pc:spChg chg="mod">
          <ac:chgData name="李 適宏" userId="ba70bf4345ae8a18" providerId="Windows Live" clId="Web-{E7DA5099-78A1-408B-84DF-074DE53BB9A0}" dt="2023-08-30T11:24:07.913" v="225" actId="20577"/>
          <ac:spMkLst>
            <pc:docMk/>
            <pc:sldMk cId="3110931882" sldId="272"/>
            <ac:spMk id="2" creationId="{54FBA7F6-8A44-6BC2-C112-79F7BCAF0400}"/>
          </ac:spMkLst>
        </pc:spChg>
        <pc:spChg chg="del">
          <ac:chgData name="李 適宏" userId="ba70bf4345ae8a18" providerId="Windows Live" clId="Web-{E7DA5099-78A1-408B-84DF-074DE53BB9A0}" dt="2023-08-30T11:35:05.131" v="226"/>
          <ac:spMkLst>
            <pc:docMk/>
            <pc:sldMk cId="3110931882" sldId="272"/>
            <ac:spMk id="3" creationId="{12799C6B-A928-A441-5D1D-6BAB4CDA6B60}"/>
          </ac:spMkLst>
        </pc:spChg>
        <pc:spChg chg="add mod">
          <ac:chgData name="李 適宏" userId="ba70bf4345ae8a18" providerId="Windows Live" clId="Web-{E7DA5099-78A1-408B-84DF-074DE53BB9A0}" dt="2023-08-31T07:23:12.519" v="2523"/>
          <ac:spMkLst>
            <pc:docMk/>
            <pc:sldMk cId="3110931882" sldId="272"/>
            <ac:spMk id="3" creationId="{39F43FE4-649D-A30D-F15B-BC859062ED8E}"/>
          </ac:spMkLst>
        </pc:spChg>
        <pc:spChg chg="add mod">
          <ac:chgData name="李 適宏" userId="ba70bf4345ae8a18" providerId="Windows Live" clId="Web-{E7DA5099-78A1-408B-84DF-074DE53BB9A0}" dt="2023-08-30T12:40:57.912" v="373" actId="20577"/>
          <ac:spMkLst>
            <pc:docMk/>
            <pc:sldMk cId="3110931882" sldId="272"/>
            <ac:spMk id="5" creationId="{384F1F5F-5F06-AAE2-AC0F-0AC1575C90F4}"/>
          </ac:spMkLst>
        </pc:spChg>
        <pc:spChg chg="add mod">
          <ac:chgData name="李 適宏" userId="ba70bf4345ae8a18" providerId="Windows Live" clId="Web-{E7DA5099-78A1-408B-84DF-074DE53BB9A0}" dt="2023-08-30T12:27:47.810" v="317" actId="1076"/>
          <ac:spMkLst>
            <pc:docMk/>
            <pc:sldMk cId="3110931882" sldId="272"/>
            <ac:spMk id="6" creationId="{74604AC9-0E71-854D-B06A-0AE291917F90}"/>
          </ac:spMkLst>
        </pc:spChg>
        <pc:spChg chg="add del mod">
          <ac:chgData name="李 適宏" userId="ba70bf4345ae8a18" providerId="Windows Live" clId="Web-{E7DA5099-78A1-408B-84DF-074DE53BB9A0}" dt="2023-08-30T11:39:15.043" v="275"/>
          <ac:spMkLst>
            <pc:docMk/>
            <pc:sldMk cId="3110931882" sldId="272"/>
            <ac:spMk id="8" creationId="{897DCAF1-1538-888B-49C6-DF2645F3105F}"/>
          </ac:spMkLst>
        </pc:spChg>
        <pc:picChg chg="add del mod ord">
          <ac:chgData name="李 適宏" userId="ba70bf4345ae8a18" providerId="Windows Live" clId="Web-{E7DA5099-78A1-408B-84DF-074DE53BB9A0}" dt="2023-08-30T11:39:13.762" v="274"/>
          <ac:picMkLst>
            <pc:docMk/>
            <pc:sldMk cId="3110931882" sldId="272"/>
            <ac:picMk id="4" creationId="{20C506AE-7AFF-84D0-241C-9C12D4B5104B}"/>
          </ac:picMkLst>
        </pc:picChg>
        <pc:picChg chg="add mod ord">
          <ac:chgData name="李 適宏" userId="ba70bf4345ae8a18" providerId="Windows Live" clId="Web-{E7DA5099-78A1-408B-84DF-074DE53BB9A0}" dt="2023-08-30T11:40:40.529" v="293" actId="1076"/>
          <ac:picMkLst>
            <pc:docMk/>
            <pc:sldMk cId="3110931882" sldId="272"/>
            <ac:picMk id="9" creationId="{8073A0C4-4503-13E4-6ED3-879BE34D695B}"/>
          </ac:picMkLst>
        </pc:picChg>
        <pc:picChg chg="add mod">
          <ac:chgData name="李 適宏" userId="ba70bf4345ae8a18" providerId="Windows Live" clId="Web-{E7DA5099-78A1-408B-84DF-074DE53BB9A0}" dt="2023-08-30T12:28:59.359" v="331" actId="1076"/>
          <ac:picMkLst>
            <pc:docMk/>
            <pc:sldMk cId="3110931882" sldId="272"/>
            <ac:picMk id="10" creationId="{7330CB98-7BB0-E390-137A-91A7077C8187}"/>
          </ac:picMkLst>
        </pc:picChg>
      </pc:sldChg>
      <pc:sldChg chg="addSp delSp modSp new ord">
        <pc:chgData name="李 適宏" userId="ba70bf4345ae8a18" providerId="Windows Live" clId="Web-{E7DA5099-78A1-408B-84DF-074DE53BB9A0}" dt="2023-08-31T07:23:23.129" v="2541"/>
        <pc:sldMkLst>
          <pc:docMk/>
          <pc:sldMk cId="1551935164" sldId="273"/>
        </pc:sldMkLst>
        <pc:spChg chg="mod">
          <ac:chgData name="李 適宏" userId="ba70bf4345ae8a18" providerId="Windows Live" clId="Web-{E7DA5099-78A1-408B-84DF-074DE53BB9A0}" dt="2023-08-30T12:33:19.726" v="344" actId="20577"/>
          <ac:spMkLst>
            <pc:docMk/>
            <pc:sldMk cId="1551935164" sldId="273"/>
            <ac:spMk id="2" creationId="{586E7B9E-57DC-CBEB-89A8-BAB4955671D3}"/>
          </ac:spMkLst>
        </pc:spChg>
        <pc:spChg chg="add del mod">
          <ac:chgData name="李 適宏" userId="ba70bf4345ae8a18" providerId="Windows Live" clId="Web-{E7DA5099-78A1-408B-84DF-074DE53BB9A0}" dt="2023-08-30T12:27:55.201" v="320"/>
          <ac:spMkLst>
            <pc:docMk/>
            <pc:sldMk cId="1551935164" sldId="273"/>
            <ac:spMk id="3" creationId="{71F32AE9-BD79-625B-809D-90E1D46A9DCC}"/>
          </ac:spMkLst>
        </pc:spChg>
        <pc:spChg chg="add mod">
          <ac:chgData name="李 適宏" userId="ba70bf4345ae8a18" providerId="Windows Live" clId="Web-{E7DA5099-78A1-408B-84DF-074DE53BB9A0}" dt="2023-08-31T07:23:23.129" v="2541"/>
          <ac:spMkLst>
            <pc:docMk/>
            <pc:sldMk cId="1551935164" sldId="273"/>
            <ac:spMk id="3" creationId="{BF74973F-E3B6-DDD4-C893-02C5039B2550}"/>
          </ac:spMkLst>
        </pc:spChg>
        <pc:spChg chg="del">
          <ac:chgData name="李 適宏" userId="ba70bf4345ae8a18" providerId="Windows Live" clId="Web-{E7DA5099-78A1-408B-84DF-074DE53BB9A0}" dt="2023-08-30T11:39:55.294" v="278"/>
          <ac:spMkLst>
            <pc:docMk/>
            <pc:sldMk cId="1551935164" sldId="273"/>
            <ac:spMk id="3" creationId="{CD4351F0-137F-6239-55F6-4D76C8E6A942}"/>
          </ac:spMkLst>
        </pc:spChg>
        <pc:spChg chg="add del mod">
          <ac:chgData name="李 適宏" userId="ba70bf4345ae8a18" providerId="Windows Live" clId="Web-{E7DA5099-78A1-408B-84DF-074DE53BB9A0}" dt="2023-08-30T12:27:32.169" v="315"/>
          <ac:spMkLst>
            <pc:docMk/>
            <pc:sldMk cId="1551935164" sldId="273"/>
            <ac:spMk id="6" creationId="{B3826738-D20A-4EE0-70C8-E17CB48C9D3C}"/>
          </ac:spMkLst>
        </pc:spChg>
        <pc:spChg chg="add mod">
          <ac:chgData name="李 適宏" userId="ba70bf4345ae8a18" providerId="Windows Live" clId="Web-{E7DA5099-78A1-408B-84DF-074DE53BB9A0}" dt="2023-08-30T12:40:39.208" v="369" actId="20577"/>
          <ac:spMkLst>
            <pc:docMk/>
            <pc:sldMk cId="1551935164" sldId="273"/>
            <ac:spMk id="7" creationId="{7B70283C-D4CF-1F44-716D-03B304C2249A}"/>
          </ac:spMkLst>
        </pc:spChg>
        <pc:spChg chg="add mod">
          <ac:chgData name="李 適宏" userId="ba70bf4345ae8a18" providerId="Windows Live" clId="Web-{E7DA5099-78A1-408B-84DF-074DE53BB9A0}" dt="2023-08-30T12:40:44.817" v="370" actId="20577"/>
          <ac:spMkLst>
            <pc:docMk/>
            <pc:sldMk cId="1551935164" sldId="273"/>
            <ac:spMk id="9" creationId="{642B57A3-6253-FD80-BA86-C5EC45DB1705}"/>
          </ac:spMkLst>
        </pc:spChg>
        <pc:picChg chg="add del mod ord">
          <ac:chgData name="李 適宏" userId="ba70bf4345ae8a18" providerId="Windows Live" clId="Web-{E7DA5099-78A1-408B-84DF-074DE53BB9A0}" dt="2023-08-30T11:39:56.997" v="279"/>
          <ac:picMkLst>
            <pc:docMk/>
            <pc:sldMk cId="1551935164" sldId="273"/>
            <ac:picMk id="4" creationId="{A62D658F-7C38-CF0E-1888-A7686B01785B}"/>
          </ac:picMkLst>
        </pc:picChg>
        <pc:picChg chg="add del mod">
          <ac:chgData name="李 適宏" userId="ba70bf4345ae8a18" providerId="Windows Live" clId="Web-{E7DA5099-78A1-408B-84DF-074DE53BB9A0}" dt="2023-08-30T12:28:12.217" v="325"/>
          <ac:picMkLst>
            <pc:docMk/>
            <pc:sldMk cId="1551935164" sldId="273"/>
            <ac:picMk id="4" creationId="{C686695A-5C23-33FF-2152-A018B98C31F6}"/>
          </ac:picMkLst>
        </pc:picChg>
        <pc:picChg chg="add del mod">
          <ac:chgData name="李 適宏" userId="ba70bf4345ae8a18" providerId="Windows Live" clId="Web-{E7DA5099-78A1-408B-84DF-074DE53BB9A0}" dt="2023-08-30T12:34:08.212" v="353"/>
          <ac:picMkLst>
            <pc:docMk/>
            <pc:sldMk cId="1551935164" sldId="273"/>
            <ac:picMk id="5" creationId="{C5EBC955-CFAA-9004-9472-6E9370FE16DE}"/>
          </ac:picMkLst>
        </pc:picChg>
        <pc:picChg chg="add del mod">
          <ac:chgData name="李 適宏" userId="ba70bf4345ae8a18" providerId="Windows Live" clId="Web-{E7DA5099-78A1-408B-84DF-074DE53BB9A0}" dt="2023-08-30T12:34:08.509" v="354"/>
          <ac:picMkLst>
            <pc:docMk/>
            <pc:sldMk cId="1551935164" sldId="273"/>
            <ac:picMk id="8" creationId="{D6E5D283-BF59-6B40-1E21-1923DDC26443}"/>
          </ac:picMkLst>
        </pc:picChg>
        <pc:picChg chg="add mod">
          <ac:chgData name="李 適宏" userId="ba70bf4345ae8a18" providerId="Windows Live" clId="Web-{E7DA5099-78A1-408B-84DF-074DE53BB9A0}" dt="2023-08-30T12:36:11.919" v="358" actId="1076"/>
          <ac:picMkLst>
            <pc:docMk/>
            <pc:sldMk cId="1551935164" sldId="273"/>
            <ac:picMk id="10" creationId="{0A853D1A-5AA9-E382-60A2-92187BA88AF4}"/>
          </ac:picMkLst>
        </pc:picChg>
        <pc:picChg chg="add mod">
          <ac:chgData name="李 適宏" userId="ba70bf4345ae8a18" providerId="Windows Live" clId="Web-{E7DA5099-78A1-408B-84DF-074DE53BB9A0}" dt="2023-08-30T12:40:28.520" v="368" actId="1076"/>
          <ac:picMkLst>
            <pc:docMk/>
            <pc:sldMk cId="1551935164" sldId="273"/>
            <ac:picMk id="11" creationId="{CF88C92D-8DC9-8A55-B97C-4ED72EB2789F}"/>
          </ac:picMkLst>
        </pc:picChg>
      </pc:sldChg>
      <pc:sldChg chg="modSp new del">
        <pc:chgData name="李 適宏" userId="ba70bf4345ae8a18" providerId="Windows Live" clId="Web-{E7DA5099-78A1-408B-84DF-074DE53BB9A0}" dt="2023-08-30T12:33:27.164" v="345"/>
        <pc:sldMkLst>
          <pc:docMk/>
          <pc:sldMk cId="225342217" sldId="274"/>
        </pc:sldMkLst>
        <pc:spChg chg="mod">
          <ac:chgData name="李 適宏" userId="ba70bf4345ae8a18" providerId="Windows Live" clId="Web-{E7DA5099-78A1-408B-84DF-074DE53BB9A0}" dt="2023-08-30T12:33:06.882" v="343" actId="20577"/>
          <ac:spMkLst>
            <pc:docMk/>
            <pc:sldMk cId="225342217" sldId="274"/>
            <ac:spMk id="2" creationId="{6B4936EE-B8B0-5E65-CBD2-D9F303D20049}"/>
          </ac:spMkLst>
        </pc:spChg>
      </pc:sldChg>
      <pc:sldChg chg="addSp modSp add ord replId">
        <pc:chgData name="李 適宏" userId="ba70bf4345ae8a18" providerId="Windows Live" clId="Web-{E7DA5099-78A1-408B-84DF-074DE53BB9A0}" dt="2023-08-31T07:23:23.129" v="2540"/>
        <pc:sldMkLst>
          <pc:docMk/>
          <pc:sldMk cId="3552292399" sldId="274"/>
        </pc:sldMkLst>
        <pc:spChg chg="add mod">
          <ac:chgData name="李 適宏" userId="ba70bf4345ae8a18" providerId="Windows Live" clId="Web-{E7DA5099-78A1-408B-84DF-074DE53BB9A0}" dt="2023-08-31T07:23:23.129" v="2540"/>
          <ac:spMkLst>
            <pc:docMk/>
            <pc:sldMk cId="3552292399" sldId="274"/>
            <ac:spMk id="3" creationId="{8A139FA2-7E2C-5C5B-0677-F6275AE3FAE2}"/>
          </ac:spMkLst>
        </pc:spChg>
        <pc:spChg chg="mod">
          <ac:chgData name="李 適宏" userId="ba70bf4345ae8a18" providerId="Windows Live" clId="Web-{E7DA5099-78A1-408B-84DF-074DE53BB9A0}" dt="2023-08-30T12:40:48.927" v="371" actId="20577"/>
          <ac:spMkLst>
            <pc:docMk/>
            <pc:sldMk cId="3552292399" sldId="274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40:52.318" v="372" actId="20577"/>
          <ac:spMkLst>
            <pc:docMk/>
            <pc:sldMk cId="3552292399" sldId="274"/>
            <ac:spMk id="9" creationId="{642B57A3-6253-FD80-BA86-C5EC45DB1705}"/>
          </ac:spMkLst>
        </pc:spChg>
      </pc:sldChg>
      <pc:sldChg chg="addSp delSp modSp add replId">
        <pc:chgData name="李 適宏" userId="ba70bf4345ae8a18" providerId="Windows Live" clId="Web-{E7DA5099-78A1-408B-84DF-074DE53BB9A0}" dt="2023-08-31T07:23:22.926" v="2525"/>
        <pc:sldMkLst>
          <pc:docMk/>
          <pc:sldMk cId="4084616550" sldId="275"/>
        </pc:sldMkLst>
        <pc:spChg chg="add mod">
          <ac:chgData name="李 適宏" userId="ba70bf4345ae8a18" providerId="Windows Live" clId="Web-{E7DA5099-78A1-408B-84DF-074DE53BB9A0}" dt="2023-08-31T07:23:22.926" v="2525"/>
          <ac:spMkLst>
            <pc:docMk/>
            <pc:sldMk cId="4084616550" sldId="275"/>
            <ac:spMk id="5" creationId="{6FAE04C4-35A8-4F06-8FC5-2899B7014F78}"/>
          </ac:spMkLst>
        </pc:spChg>
        <pc:spChg chg="mod">
          <ac:chgData name="李 適宏" userId="ba70bf4345ae8a18" providerId="Windows Live" clId="Web-{E7DA5099-78A1-408B-84DF-074DE53BB9A0}" dt="2023-08-30T12:46:11.811" v="379" actId="20577"/>
          <ac:spMkLst>
            <pc:docMk/>
            <pc:sldMk cId="4084616550" sldId="275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46:27.296" v="383" actId="20577"/>
          <ac:spMkLst>
            <pc:docMk/>
            <pc:sldMk cId="4084616550" sldId="275"/>
            <ac:spMk id="9" creationId="{642B57A3-6253-FD80-BA86-C5EC45DB1705}"/>
          </ac:spMkLst>
        </pc:spChg>
        <pc:picChg chg="add mod">
          <ac:chgData name="李 適宏" userId="ba70bf4345ae8a18" providerId="Windows Live" clId="Web-{E7DA5099-78A1-408B-84DF-074DE53BB9A0}" dt="2023-08-30T20:39:45.504" v="1795" actId="1076"/>
          <ac:picMkLst>
            <pc:docMk/>
            <pc:sldMk cId="4084616550" sldId="275"/>
            <ac:picMk id="3" creationId="{AF46341E-6136-CD40-DA84-CE90AC9A2A39}"/>
          </ac:picMkLst>
        </pc:picChg>
        <pc:picChg chg="add mod">
          <ac:chgData name="李 適宏" userId="ba70bf4345ae8a18" providerId="Windows Live" clId="Web-{E7DA5099-78A1-408B-84DF-074DE53BB9A0}" dt="2023-08-30T12:49:53.521" v="392" actId="1076"/>
          <ac:picMkLst>
            <pc:docMk/>
            <pc:sldMk cId="4084616550" sldId="275"/>
            <ac:picMk id="4" creationId="{56DD295D-F342-2168-632F-290BF055947C}"/>
          </ac:picMkLst>
        </pc:picChg>
        <pc:picChg chg="del">
          <ac:chgData name="李 適宏" userId="ba70bf4345ae8a18" providerId="Windows Live" clId="Web-{E7DA5099-78A1-408B-84DF-074DE53BB9A0}" dt="2023-08-30T12:45:57.295" v="376"/>
          <ac:picMkLst>
            <pc:docMk/>
            <pc:sldMk cId="4084616550" sldId="275"/>
            <ac:picMk id="10" creationId="{0A853D1A-5AA9-E382-60A2-92187BA88AF4}"/>
          </ac:picMkLst>
        </pc:picChg>
        <pc:picChg chg="del">
          <ac:chgData name="李 適宏" userId="ba70bf4345ae8a18" providerId="Windows Live" clId="Web-{E7DA5099-78A1-408B-84DF-074DE53BB9A0}" dt="2023-08-30T12:45:45.951" v="375"/>
          <ac:picMkLst>
            <pc:docMk/>
            <pc:sldMk cId="4084616550" sldId="275"/>
            <ac:picMk id="11" creationId="{CF88C92D-8DC9-8A55-B97C-4ED72EB2789F}"/>
          </ac:picMkLst>
        </pc:picChg>
        <pc:cxnChg chg="add mod">
          <ac:chgData name="李 適宏" userId="ba70bf4345ae8a18" providerId="Windows Live" clId="Web-{E7DA5099-78A1-408B-84DF-074DE53BB9A0}" dt="2023-08-30T20:48:34.579" v="1892" actId="1076"/>
          <ac:cxnSpMkLst>
            <pc:docMk/>
            <pc:sldMk cId="4084616550" sldId="275"/>
            <ac:cxnSpMk id="6" creationId="{E61B31FE-B5A6-2D60-AF0B-2019933CD9BC}"/>
          </ac:cxnSpMkLst>
        </pc:cxnChg>
        <pc:cxnChg chg="add mod">
          <ac:chgData name="李 適宏" userId="ba70bf4345ae8a18" providerId="Windows Live" clId="Web-{E7DA5099-78A1-408B-84DF-074DE53BB9A0}" dt="2023-08-30T20:48:41.736" v="1895" actId="14100"/>
          <ac:cxnSpMkLst>
            <pc:docMk/>
            <pc:sldMk cId="4084616550" sldId="275"/>
            <ac:cxnSpMk id="10" creationId="{D0AB796D-9176-F1B0-1104-0F80EAC66D6B}"/>
          </ac:cxnSpMkLst>
        </pc:cxnChg>
      </pc:sldChg>
      <pc:sldChg chg="del">
        <pc:chgData name="李 適宏" userId="ba70bf4345ae8a18" providerId="Windows Live" clId="Web-{E7DA5099-78A1-408B-84DF-074DE53BB9A0}" dt="2023-08-30T09:56:24.434" v="46"/>
        <pc:sldMkLst>
          <pc:docMk/>
          <pc:sldMk cId="976314453" sldId="276"/>
        </pc:sldMkLst>
      </pc:sldChg>
      <pc:sldChg chg="addSp delSp modSp add replId">
        <pc:chgData name="李 適宏" userId="ba70bf4345ae8a18" providerId="Windows Live" clId="Web-{E7DA5099-78A1-408B-84DF-074DE53BB9A0}" dt="2023-08-31T07:23:22.926" v="2526"/>
        <pc:sldMkLst>
          <pc:docMk/>
          <pc:sldMk cId="1644202037" sldId="276"/>
        </pc:sldMkLst>
        <pc:spChg chg="add mod">
          <ac:chgData name="李 適宏" userId="ba70bf4345ae8a18" providerId="Windows Live" clId="Web-{E7DA5099-78A1-408B-84DF-074DE53BB9A0}" dt="2023-08-31T07:23:22.926" v="2526"/>
          <ac:spMkLst>
            <pc:docMk/>
            <pc:sldMk cId="1644202037" sldId="276"/>
            <ac:spMk id="3" creationId="{B4A54FD1-341D-5662-D4FA-A44C40142FE9}"/>
          </ac:spMkLst>
        </pc:spChg>
        <pc:spChg chg="mod">
          <ac:chgData name="李 適宏" userId="ba70bf4345ae8a18" providerId="Windows Live" clId="Web-{E7DA5099-78A1-408B-84DF-074DE53BB9A0}" dt="2023-08-30T12:50:11.006" v="397" actId="20577"/>
          <ac:spMkLst>
            <pc:docMk/>
            <pc:sldMk cId="1644202037" sldId="276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2:50:19.256" v="399" actId="20577"/>
          <ac:spMkLst>
            <pc:docMk/>
            <pc:sldMk cId="1644202037" sldId="276"/>
            <ac:spMk id="9" creationId="{642B57A3-6253-FD80-BA86-C5EC45DB1705}"/>
          </ac:spMkLst>
        </pc:spChg>
        <pc:picChg chg="del">
          <ac:chgData name="李 適宏" userId="ba70bf4345ae8a18" providerId="Windows Live" clId="Web-{E7DA5099-78A1-408B-84DF-074DE53BB9A0}" dt="2023-08-30T12:50:04.318" v="394"/>
          <ac:picMkLst>
            <pc:docMk/>
            <pc:sldMk cId="1644202037" sldId="276"/>
            <ac:picMk id="3" creationId="{AF46341E-6136-CD40-DA84-CE90AC9A2A39}"/>
          </ac:picMkLst>
        </pc:picChg>
        <pc:picChg chg="del">
          <ac:chgData name="李 適宏" userId="ba70bf4345ae8a18" providerId="Windows Live" clId="Web-{E7DA5099-78A1-408B-84DF-074DE53BB9A0}" dt="2023-08-30T12:50:04.959" v="395"/>
          <ac:picMkLst>
            <pc:docMk/>
            <pc:sldMk cId="1644202037" sldId="276"/>
            <ac:picMk id="4" creationId="{56DD295D-F342-2168-632F-290BF055947C}"/>
          </ac:picMkLst>
        </pc:picChg>
        <pc:picChg chg="add mod">
          <ac:chgData name="李 適宏" userId="ba70bf4345ae8a18" providerId="Windows Live" clId="Web-{E7DA5099-78A1-408B-84DF-074DE53BB9A0}" dt="2023-08-30T12:53:10.917" v="402" actId="14100"/>
          <ac:picMkLst>
            <pc:docMk/>
            <pc:sldMk cId="1644202037" sldId="276"/>
            <ac:picMk id="5" creationId="{BD25DD76-FF56-5B83-29AA-A8A5C3CD9172}"/>
          </ac:picMkLst>
        </pc:picChg>
        <pc:picChg chg="add mod">
          <ac:chgData name="李 適宏" userId="ba70bf4345ae8a18" providerId="Windows Live" clId="Web-{E7DA5099-78A1-408B-84DF-074DE53BB9A0}" dt="2023-08-30T12:55:01.170" v="407" actId="1076"/>
          <ac:picMkLst>
            <pc:docMk/>
            <pc:sldMk cId="1644202037" sldId="276"/>
            <ac:picMk id="6" creationId="{586B9764-7AFF-2A7D-C0F9-9F9B3BCED405}"/>
          </ac:picMkLst>
        </pc:picChg>
        <pc:cxnChg chg="add mod">
          <ac:chgData name="李 適宏" userId="ba70bf4345ae8a18" providerId="Windows Live" clId="Web-{E7DA5099-78A1-408B-84DF-074DE53BB9A0}" dt="2023-08-30T20:48:18.360" v="1887" actId="14100"/>
          <ac:cxnSpMkLst>
            <pc:docMk/>
            <pc:sldMk cId="1644202037" sldId="276"/>
            <ac:cxnSpMk id="4" creationId="{1314AD16-A450-867F-CDE8-52C82295DC4A}"/>
          </ac:cxnSpMkLst>
        </pc:cxnChg>
        <pc:cxnChg chg="add mod">
          <ac:chgData name="李 適宏" userId="ba70bf4345ae8a18" providerId="Windows Live" clId="Web-{E7DA5099-78A1-408B-84DF-074DE53BB9A0}" dt="2023-08-30T20:48:25.829" v="1890" actId="14100"/>
          <ac:cxnSpMkLst>
            <pc:docMk/>
            <pc:sldMk cId="1644202037" sldId="276"/>
            <ac:cxnSpMk id="10" creationId="{8707903F-50EE-4843-2377-44DB3DFC00D6}"/>
          </ac:cxnSpMkLst>
        </pc:cxnChg>
      </pc:sldChg>
      <pc:sldChg chg="addSp delSp modSp add replId">
        <pc:chgData name="李 適宏" userId="ba70bf4345ae8a18" providerId="Windows Live" clId="Web-{E7DA5099-78A1-408B-84DF-074DE53BB9A0}" dt="2023-08-31T07:23:22.941" v="2527"/>
        <pc:sldMkLst>
          <pc:docMk/>
          <pc:sldMk cId="1108261142" sldId="277"/>
        </pc:sldMkLst>
        <pc:spChg chg="mod">
          <ac:chgData name="李 適宏" userId="ba70bf4345ae8a18" providerId="Windows Live" clId="Web-{E7DA5099-78A1-408B-84DF-074DE53BB9A0}" dt="2023-08-30T18:46:13.743" v="601" actId="20577"/>
          <ac:spMkLst>
            <pc:docMk/>
            <pc:sldMk cId="1108261142" sldId="277"/>
            <ac:spMk id="2" creationId="{586E7B9E-57DC-CBEB-89A8-BAB4955671D3}"/>
          </ac:spMkLst>
        </pc:spChg>
        <pc:spChg chg="add mod">
          <ac:chgData name="李 適宏" userId="ba70bf4345ae8a18" providerId="Windows Live" clId="Web-{E7DA5099-78A1-408B-84DF-074DE53BB9A0}" dt="2023-08-31T07:23:22.941" v="2527"/>
          <ac:spMkLst>
            <pc:docMk/>
            <pc:sldMk cId="1108261142" sldId="277"/>
            <ac:spMk id="5" creationId="{93E866EE-CA50-DC17-3BDB-3DD0EA87EF37}"/>
          </ac:spMkLst>
        </pc:spChg>
        <pc:spChg chg="mod">
          <ac:chgData name="李 適宏" userId="ba70bf4345ae8a18" providerId="Windows Live" clId="Web-{E7DA5099-78A1-408B-84DF-074DE53BB9A0}" dt="2023-08-30T12:55:26.234" v="413" actId="20577"/>
          <ac:spMkLst>
            <pc:docMk/>
            <pc:sldMk cId="1108261142" sldId="277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3:00:10.086" v="427" actId="20577"/>
          <ac:spMkLst>
            <pc:docMk/>
            <pc:sldMk cId="1108261142" sldId="277"/>
            <ac:spMk id="9" creationId="{642B57A3-6253-FD80-BA86-C5EC45DB1705}"/>
          </ac:spMkLst>
        </pc:spChg>
        <pc:picChg chg="add mod">
          <ac:chgData name="李 適宏" userId="ba70bf4345ae8a18" providerId="Windows Live" clId="Web-{E7DA5099-78A1-408B-84DF-074DE53BB9A0}" dt="2023-08-30T12:57:04.237" v="420" actId="14100"/>
          <ac:picMkLst>
            <pc:docMk/>
            <pc:sldMk cId="1108261142" sldId="277"/>
            <ac:picMk id="3" creationId="{31790599-A2DE-5C16-3410-92521D5E9D47}"/>
          </ac:picMkLst>
        </pc:picChg>
        <pc:picChg chg="add mod">
          <ac:chgData name="李 適宏" userId="ba70bf4345ae8a18" providerId="Windows Live" clId="Web-{E7DA5099-78A1-408B-84DF-074DE53BB9A0}" dt="2023-08-30T12:59:47.944" v="424" actId="1076"/>
          <ac:picMkLst>
            <pc:docMk/>
            <pc:sldMk cId="1108261142" sldId="277"/>
            <ac:picMk id="4" creationId="{4D1C6ADD-071C-C7E0-64FA-1922A67FE4E8}"/>
          </ac:picMkLst>
        </pc:picChg>
        <pc:picChg chg="del">
          <ac:chgData name="李 適宏" userId="ba70bf4345ae8a18" providerId="Windows Live" clId="Web-{E7DA5099-78A1-408B-84DF-074DE53BB9A0}" dt="2023-08-30T12:55:18.124" v="409"/>
          <ac:picMkLst>
            <pc:docMk/>
            <pc:sldMk cId="1108261142" sldId="277"/>
            <ac:picMk id="5" creationId="{BD25DD76-FF56-5B83-29AA-A8A5C3CD9172}"/>
          </ac:picMkLst>
        </pc:picChg>
        <pc:picChg chg="del">
          <ac:chgData name="李 適宏" userId="ba70bf4345ae8a18" providerId="Windows Live" clId="Web-{E7DA5099-78A1-408B-84DF-074DE53BB9A0}" dt="2023-08-30T12:55:18.687" v="410"/>
          <ac:picMkLst>
            <pc:docMk/>
            <pc:sldMk cId="1108261142" sldId="277"/>
            <ac:picMk id="6" creationId="{586B9764-7AFF-2A7D-C0F9-9F9B3BCED405}"/>
          </ac:picMkLst>
        </pc:picChg>
        <pc:cxnChg chg="add mod">
          <ac:chgData name="李 適宏" userId="ba70bf4345ae8a18" providerId="Windows Live" clId="Web-{E7DA5099-78A1-408B-84DF-074DE53BB9A0}" dt="2023-08-30T20:47:58.094" v="1880" actId="1076"/>
          <ac:cxnSpMkLst>
            <pc:docMk/>
            <pc:sldMk cId="1108261142" sldId="277"/>
            <ac:cxnSpMk id="6" creationId="{92DCA5B9-0901-8CB0-6416-01C86CAB0D16}"/>
          </ac:cxnSpMkLst>
        </pc:cxnChg>
        <pc:cxnChg chg="add mod">
          <ac:chgData name="李 適宏" userId="ba70bf4345ae8a18" providerId="Windows Live" clId="Web-{E7DA5099-78A1-408B-84DF-074DE53BB9A0}" dt="2023-08-30T20:48:09.297" v="1884" actId="14100"/>
          <ac:cxnSpMkLst>
            <pc:docMk/>
            <pc:sldMk cId="1108261142" sldId="277"/>
            <ac:cxnSpMk id="10" creationId="{6C1A636E-AD67-5DA5-AB87-9CC192303540}"/>
          </ac:cxnSpMkLst>
        </pc:cxnChg>
      </pc:sldChg>
      <pc:sldChg chg="del">
        <pc:chgData name="李 適宏" userId="ba70bf4345ae8a18" providerId="Windows Live" clId="Web-{E7DA5099-78A1-408B-84DF-074DE53BB9A0}" dt="2023-08-30T09:56:24.606" v="47"/>
        <pc:sldMkLst>
          <pc:docMk/>
          <pc:sldMk cId="1562261445" sldId="277"/>
        </pc:sldMkLst>
      </pc:sldChg>
      <pc:sldChg chg="addSp delSp modSp add replId">
        <pc:chgData name="李 適宏" userId="ba70bf4345ae8a18" providerId="Windows Live" clId="Web-{E7DA5099-78A1-408B-84DF-074DE53BB9A0}" dt="2023-08-31T07:23:22.957" v="2528"/>
        <pc:sldMkLst>
          <pc:docMk/>
          <pc:sldMk cId="2778347549" sldId="278"/>
        </pc:sldMkLst>
        <pc:spChg chg="mod">
          <ac:chgData name="李 適宏" userId="ba70bf4345ae8a18" providerId="Windows Live" clId="Web-{E7DA5099-78A1-408B-84DF-074DE53BB9A0}" dt="2023-08-30T18:46:21.540" v="603" actId="20577"/>
          <ac:spMkLst>
            <pc:docMk/>
            <pc:sldMk cId="2778347549" sldId="278"/>
            <ac:spMk id="2" creationId="{586E7B9E-57DC-CBEB-89A8-BAB4955671D3}"/>
          </ac:spMkLst>
        </pc:spChg>
        <pc:spChg chg="add mod">
          <ac:chgData name="李 適宏" userId="ba70bf4345ae8a18" providerId="Windows Live" clId="Web-{E7DA5099-78A1-408B-84DF-074DE53BB9A0}" dt="2023-08-31T07:23:22.957" v="2528"/>
          <ac:spMkLst>
            <pc:docMk/>
            <pc:sldMk cId="2778347549" sldId="278"/>
            <ac:spMk id="3" creationId="{5B8EAAD2-E307-242C-3D1C-2124E7695518}"/>
          </ac:spMkLst>
        </pc:spChg>
        <pc:spChg chg="add del mod">
          <ac:chgData name="李 適宏" userId="ba70bf4345ae8a18" providerId="Windows Live" clId="Web-{E7DA5099-78A1-408B-84DF-074DE53BB9A0}" dt="2023-08-30T13:03:10.763" v="446"/>
          <ac:spMkLst>
            <pc:docMk/>
            <pc:sldMk cId="2778347549" sldId="278"/>
            <ac:spMk id="5" creationId="{59F03AF3-C7ED-5FD8-319E-09229F8F672A}"/>
          </ac:spMkLst>
        </pc:spChg>
        <pc:spChg chg="mod">
          <ac:chgData name="李 適宏" userId="ba70bf4345ae8a18" providerId="Windows Live" clId="Web-{E7DA5099-78A1-408B-84DF-074DE53BB9A0}" dt="2023-08-30T13:00:32.946" v="437" actId="20577"/>
          <ac:spMkLst>
            <pc:docMk/>
            <pc:sldMk cId="2778347549" sldId="278"/>
            <ac:spMk id="7" creationId="{7B70283C-D4CF-1F44-716D-03B304C2249A}"/>
          </ac:spMkLst>
        </pc:spChg>
        <pc:spChg chg="mod">
          <ac:chgData name="李 適宏" userId="ba70bf4345ae8a18" providerId="Windows Live" clId="Web-{E7DA5099-78A1-408B-84DF-074DE53BB9A0}" dt="2023-08-30T13:00:39.758" v="440" actId="20577"/>
          <ac:spMkLst>
            <pc:docMk/>
            <pc:sldMk cId="2778347549" sldId="278"/>
            <ac:spMk id="9" creationId="{642B57A3-6253-FD80-BA86-C5EC45DB1705}"/>
          </ac:spMkLst>
        </pc:spChg>
        <pc:picChg chg="del">
          <ac:chgData name="李 適宏" userId="ba70bf4345ae8a18" providerId="Windows Live" clId="Web-{E7DA5099-78A1-408B-84DF-074DE53BB9A0}" dt="2023-08-30T13:00:46.368" v="441"/>
          <ac:picMkLst>
            <pc:docMk/>
            <pc:sldMk cId="2778347549" sldId="278"/>
            <ac:picMk id="3" creationId="{31790599-A2DE-5C16-3410-92521D5E9D47}"/>
          </ac:picMkLst>
        </pc:picChg>
        <pc:picChg chg="del">
          <ac:chgData name="李 適宏" userId="ba70bf4345ae8a18" providerId="Windows Live" clId="Web-{E7DA5099-78A1-408B-84DF-074DE53BB9A0}" dt="2023-08-30T13:00:46.571" v="442"/>
          <ac:picMkLst>
            <pc:docMk/>
            <pc:sldMk cId="2778347549" sldId="278"/>
            <ac:picMk id="4" creationId="{4D1C6ADD-071C-C7E0-64FA-1922A67FE4E8}"/>
          </ac:picMkLst>
        </pc:picChg>
        <pc:picChg chg="add mod">
          <ac:chgData name="李 適宏" userId="ba70bf4345ae8a18" providerId="Windows Live" clId="Web-{E7DA5099-78A1-408B-84DF-074DE53BB9A0}" dt="2023-08-30T13:03:29.560" v="450" actId="1076"/>
          <ac:picMkLst>
            <pc:docMk/>
            <pc:sldMk cId="2778347549" sldId="278"/>
            <ac:picMk id="6" creationId="{5D0A4FC2-3D58-E499-5175-88A846022B55}"/>
          </ac:picMkLst>
        </pc:picChg>
        <pc:picChg chg="add mod">
          <ac:chgData name="李 適宏" userId="ba70bf4345ae8a18" providerId="Windows Live" clId="Web-{E7DA5099-78A1-408B-84DF-074DE53BB9A0}" dt="2023-08-30T13:04:46.906" v="454" actId="1076"/>
          <ac:picMkLst>
            <pc:docMk/>
            <pc:sldMk cId="2778347549" sldId="278"/>
            <ac:picMk id="8" creationId="{176243BC-6B65-BF69-6D42-5D8D52CC3A8F}"/>
          </ac:picMkLst>
        </pc:picChg>
        <pc:cxnChg chg="add mod">
          <ac:chgData name="李 適宏" userId="ba70bf4345ae8a18" providerId="Windows Live" clId="Web-{E7DA5099-78A1-408B-84DF-074DE53BB9A0}" dt="2023-08-30T20:47:35.921" v="1875" actId="14100"/>
          <ac:cxnSpMkLst>
            <pc:docMk/>
            <pc:sldMk cId="2778347549" sldId="278"/>
            <ac:cxnSpMk id="4" creationId="{2F117D60-DB32-F27F-F202-745DE38E991D}"/>
          </ac:cxnSpMkLst>
        </pc:cxnChg>
        <pc:cxnChg chg="add mod">
          <ac:chgData name="李 適宏" userId="ba70bf4345ae8a18" providerId="Windows Live" clId="Web-{E7DA5099-78A1-408B-84DF-074DE53BB9A0}" dt="2023-08-30T20:47:45.656" v="1878" actId="14100"/>
          <ac:cxnSpMkLst>
            <pc:docMk/>
            <pc:sldMk cId="2778347549" sldId="278"/>
            <ac:cxnSpMk id="10" creationId="{BAE26980-54EC-4ADF-5E7C-A0AD63CACEE3}"/>
          </ac:cxnSpMkLst>
        </pc:cxnChg>
      </pc:sldChg>
      <pc:sldChg chg="del">
        <pc:chgData name="李 適宏" userId="ba70bf4345ae8a18" providerId="Windows Live" clId="Web-{E7DA5099-78A1-408B-84DF-074DE53BB9A0}" dt="2023-08-30T09:56:24.434" v="44"/>
        <pc:sldMkLst>
          <pc:docMk/>
          <pc:sldMk cId="1139216738" sldId="279"/>
        </pc:sldMkLst>
      </pc:sldChg>
      <pc:sldChg chg="addSp delSp modSp add replId">
        <pc:chgData name="李 適宏" userId="ba70bf4345ae8a18" providerId="Windows Live" clId="Web-{E7DA5099-78A1-408B-84DF-074DE53BB9A0}" dt="2023-08-31T07:23:22.957" v="2529"/>
        <pc:sldMkLst>
          <pc:docMk/>
          <pc:sldMk cId="2876509648" sldId="279"/>
        </pc:sldMkLst>
        <pc:spChg chg="add mod">
          <ac:chgData name="李 適宏" userId="ba70bf4345ae8a18" providerId="Windows Live" clId="Web-{E7DA5099-78A1-408B-84DF-074DE53BB9A0}" dt="2023-08-31T07:23:22.957" v="2529"/>
          <ac:spMkLst>
            <pc:docMk/>
            <pc:sldMk cId="2876509648" sldId="279"/>
            <ac:spMk id="4" creationId="{2AB043E5-7C75-04A2-0A97-DAC773960FD2}"/>
          </ac:spMkLst>
        </pc:spChg>
        <pc:spChg chg="mod">
          <ac:chgData name="李 適宏" userId="ba70bf4345ae8a18" providerId="Windows Live" clId="Web-{E7DA5099-78A1-408B-84DF-074DE53BB9A0}" dt="2023-08-30T13:20:23.855" v="565" actId="20577"/>
          <ac:spMkLst>
            <pc:docMk/>
            <pc:sldMk cId="2876509648" sldId="279"/>
            <ac:spMk id="7" creationId="{7B70283C-D4CF-1F44-716D-03B304C2249A}"/>
          </ac:spMkLst>
        </pc:spChg>
        <pc:spChg chg="del">
          <ac:chgData name="李 適宏" userId="ba70bf4345ae8a18" providerId="Windows Live" clId="Web-{E7DA5099-78A1-408B-84DF-074DE53BB9A0}" dt="2023-08-30T13:05:16.001" v="462"/>
          <ac:spMkLst>
            <pc:docMk/>
            <pc:sldMk cId="2876509648" sldId="279"/>
            <ac:spMk id="9" creationId="{642B57A3-6253-FD80-BA86-C5EC45DB1705}"/>
          </ac:spMkLst>
        </pc:spChg>
        <pc:spChg chg="add mod">
          <ac:chgData name="李 適宏" userId="ba70bf4345ae8a18" providerId="Windows Live" clId="Web-{E7DA5099-78A1-408B-84DF-074DE53BB9A0}" dt="2023-08-30T19:19:00.638" v="808" actId="20577"/>
          <ac:spMkLst>
            <pc:docMk/>
            <pc:sldMk cId="2876509648" sldId="279"/>
            <ac:spMk id="10" creationId="{57B27060-23DD-C14E-2199-90760FF9DE5F}"/>
          </ac:spMkLst>
        </pc:spChg>
        <pc:spChg chg="add del">
          <ac:chgData name="李 適宏" userId="ba70bf4345ae8a18" providerId="Windows Live" clId="Web-{E7DA5099-78A1-408B-84DF-074DE53BB9A0}" dt="2023-08-30T13:09:33.165" v="485"/>
          <ac:spMkLst>
            <pc:docMk/>
            <pc:sldMk cId="2876509648" sldId="279"/>
            <ac:spMk id="11" creationId="{3DBDFE4C-0451-AF39-1607-FA31B17A58D9}"/>
          </ac:spMkLst>
        </pc:spChg>
        <pc:picChg chg="add mod">
          <ac:chgData name="李 適宏" userId="ba70bf4345ae8a18" providerId="Windows Live" clId="Web-{E7DA5099-78A1-408B-84DF-074DE53BB9A0}" dt="2023-08-30T13:06:39.378" v="467" actId="1076"/>
          <ac:picMkLst>
            <pc:docMk/>
            <pc:sldMk cId="2876509648" sldId="279"/>
            <ac:picMk id="3" creationId="{3AE7C658-6F42-8BFB-3AC0-E0A9B05E94D8}"/>
          </ac:picMkLst>
        </pc:picChg>
        <pc:picChg chg="add del mod">
          <ac:chgData name="李 適宏" userId="ba70bf4345ae8a18" providerId="Windows Live" clId="Web-{E7DA5099-78A1-408B-84DF-074DE53BB9A0}" dt="2023-08-30T13:07:25.536" v="470"/>
          <ac:picMkLst>
            <pc:docMk/>
            <pc:sldMk cId="2876509648" sldId="279"/>
            <ac:picMk id="5" creationId="{32D88D96-F8B6-4AF4-BFC2-0F538B57C691}"/>
          </ac:picMkLst>
        </pc:picChg>
        <pc:picChg chg="del">
          <ac:chgData name="李 適宏" userId="ba70bf4345ae8a18" providerId="Windows Live" clId="Web-{E7DA5099-78A1-408B-84DF-074DE53BB9A0}" dt="2023-08-30T13:04:58.922" v="456"/>
          <ac:picMkLst>
            <pc:docMk/>
            <pc:sldMk cId="2876509648" sldId="279"/>
            <ac:picMk id="6" creationId="{5D0A4FC2-3D58-E499-5175-88A846022B55}"/>
          </ac:picMkLst>
        </pc:picChg>
        <pc:picChg chg="del">
          <ac:chgData name="李 適宏" userId="ba70bf4345ae8a18" providerId="Windows Live" clId="Web-{E7DA5099-78A1-408B-84DF-074DE53BB9A0}" dt="2023-08-30T13:04:59.453" v="457"/>
          <ac:picMkLst>
            <pc:docMk/>
            <pc:sldMk cId="2876509648" sldId="279"/>
            <ac:picMk id="8" creationId="{176243BC-6B65-BF69-6D42-5D8D52CC3A8F}"/>
          </ac:picMkLst>
        </pc:picChg>
        <pc:cxnChg chg="add mod">
          <ac:chgData name="李 適宏" userId="ba70bf4345ae8a18" providerId="Windows Live" clId="Web-{E7DA5099-78A1-408B-84DF-074DE53BB9A0}" dt="2023-08-30T20:47:24.749" v="1872" actId="1076"/>
          <ac:cxnSpMkLst>
            <pc:docMk/>
            <pc:sldMk cId="2876509648" sldId="279"/>
            <ac:cxnSpMk id="5" creationId="{12E06FFC-7339-CACA-18CD-9B3B6B363754}"/>
          </ac:cxnSpMkLst>
        </pc:cxnChg>
      </pc:sldChg>
      <pc:sldChg chg="del">
        <pc:chgData name="李 適宏" userId="ba70bf4345ae8a18" providerId="Windows Live" clId="Web-{E7DA5099-78A1-408B-84DF-074DE53BB9A0}" dt="2023-08-30T09:56:24.434" v="45"/>
        <pc:sldMkLst>
          <pc:docMk/>
          <pc:sldMk cId="2089769532" sldId="280"/>
        </pc:sldMkLst>
      </pc:sldChg>
      <pc:sldChg chg="addSp modSp new ord modNotes">
        <pc:chgData name="李 適宏" userId="ba70bf4345ae8a18" providerId="Windows Live" clId="Web-{E7DA5099-78A1-408B-84DF-074DE53BB9A0}" dt="2023-08-31T07:23:22.988" v="2531"/>
        <pc:sldMkLst>
          <pc:docMk/>
          <pc:sldMk cId="2366481983" sldId="280"/>
        </pc:sldMkLst>
        <pc:spChg chg="mod">
          <ac:chgData name="李 適宏" userId="ba70bf4345ae8a18" providerId="Windows Live" clId="Web-{E7DA5099-78A1-408B-84DF-074DE53BB9A0}" dt="2023-08-30T18:46:01.071" v="600" actId="20577"/>
          <ac:spMkLst>
            <pc:docMk/>
            <pc:sldMk cId="2366481983" sldId="280"/>
            <ac:spMk id="2" creationId="{22B757A1-34EF-296F-C492-509B10CCA717}"/>
          </ac:spMkLst>
        </pc:spChg>
        <pc:spChg chg="mod">
          <ac:chgData name="李 適宏" userId="ba70bf4345ae8a18" providerId="Windows Live" clId="Web-{E7DA5099-78A1-408B-84DF-074DE53BB9A0}" dt="2023-08-30T18:56:33.840" v="713" actId="20577"/>
          <ac:spMkLst>
            <pc:docMk/>
            <pc:sldMk cId="2366481983" sldId="280"/>
            <ac:spMk id="3" creationId="{96577230-7D86-D0B7-608C-4C71188C0301}"/>
          </ac:spMkLst>
        </pc:spChg>
        <pc:spChg chg="add mod">
          <ac:chgData name="李 適宏" userId="ba70bf4345ae8a18" providerId="Windows Live" clId="Web-{E7DA5099-78A1-408B-84DF-074DE53BB9A0}" dt="2023-08-31T07:23:22.988" v="2531"/>
          <ac:spMkLst>
            <pc:docMk/>
            <pc:sldMk cId="2366481983" sldId="280"/>
            <ac:spMk id="4" creationId="{CB31F11B-9FF8-C371-D1BE-7B33E2E6E5ED}"/>
          </ac:spMkLst>
        </pc:spChg>
      </pc:sldChg>
      <pc:sldChg chg="del">
        <pc:chgData name="李 適宏" userId="ba70bf4345ae8a18" providerId="Windows Live" clId="Web-{E7DA5099-78A1-408B-84DF-074DE53BB9A0}" dt="2023-08-30T09:56:24.153" v="43"/>
        <pc:sldMkLst>
          <pc:docMk/>
          <pc:sldMk cId="139360540" sldId="281"/>
        </pc:sldMkLst>
      </pc:sldChg>
      <pc:sldChg chg="addSp delSp modSp new">
        <pc:chgData name="李 適宏" userId="ba70bf4345ae8a18" providerId="Windows Live" clId="Web-{E7DA5099-78A1-408B-84DF-074DE53BB9A0}" dt="2023-08-31T07:26:23.869" v="2559" actId="20577"/>
        <pc:sldMkLst>
          <pc:docMk/>
          <pc:sldMk cId="1250583130" sldId="281"/>
        </pc:sldMkLst>
        <pc:spChg chg="mod">
          <ac:chgData name="李 適宏" userId="ba70bf4345ae8a18" providerId="Windows Live" clId="Web-{E7DA5099-78A1-408B-84DF-074DE53BB9A0}" dt="2023-08-30T18:58:56.954" v="716" actId="20577"/>
          <ac:spMkLst>
            <pc:docMk/>
            <pc:sldMk cId="1250583130" sldId="281"/>
            <ac:spMk id="2" creationId="{274890AF-9A0C-4C2E-42B0-73C0D726D449}"/>
          </ac:spMkLst>
        </pc:spChg>
        <pc:spChg chg="mod">
          <ac:chgData name="李 適宏" userId="ba70bf4345ae8a18" providerId="Windows Live" clId="Web-{E7DA5099-78A1-408B-84DF-074DE53BB9A0}" dt="2023-08-31T07:26:23.869" v="2559" actId="20577"/>
          <ac:spMkLst>
            <pc:docMk/>
            <pc:sldMk cId="1250583130" sldId="281"/>
            <ac:spMk id="3" creationId="{BA75B119-A2A2-860D-8787-7E5292210D0A}"/>
          </ac:spMkLst>
        </pc:spChg>
        <pc:spChg chg="add mod">
          <ac:chgData name="李 適宏" userId="ba70bf4345ae8a18" providerId="Windows Live" clId="Web-{E7DA5099-78A1-408B-84DF-074DE53BB9A0}" dt="2023-08-31T07:23:22.973" v="2530"/>
          <ac:spMkLst>
            <pc:docMk/>
            <pc:sldMk cId="1250583130" sldId="281"/>
            <ac:spMk id="4" creationId="{BEC5296C-9088-BE6D-07E6-1116B6B730E5}"/>
          </ac:spMkLst>
        </pc:spChg>
        <pc:spChg chg="add del mod">
          <ac:chgData name="李 適宏" userId="ba70bf4345ae8a18" providerId="Windows Live" clId="Web-{E7DA5099-78A1-408B-84DF-074DE53BB9A0}" dt="2023-08-30T19:08:19.767" v="778"/>
          <ac:spMkLst>
            <pc:docMk/>
            <pc:sldMk cId="1250583130" sldId="281"/>
            <ac:spMk id="4" creationId="{EEA38AA7-2E29-2FB9-9B1A-5D8280CDC83A}"/>
          </ac:spMkLst>
        </pc:spChg>
        <pc:picChg chg="add mod">
          <ac:chgData name="李 適宏" userId="ba70bf4345ae8a18" providerId="Windows Live" clId="Web-{E7DA5099-78A1-408B-84DF-074DE53BB9A0}" dt="2023-08-30T19:09:04.284" v="785" actId="1076"/>
          <ac:picMkLst>
            <pc:docMk/>
            <pc:sldMk cId="1250583130" sldId="281"/>
            <ac:picMk id="5" creationId="{9A001351-ADAB-5B92-987F-9447F2F50040}"/>
          </ac:picMkLst>
        </pc:picChg>
      </pc:sldChg>
      <pc:sldChg chg="del">
        <pc:chgData name="李 適宏" userId="ba70bf4345ae8a18" providerId="Windows Live" clId="Web-{E7DA5099-78A1-408B-84DF-074DE53BB9A0}" dt="2023-08-30T09:56:24.153" v="41"/>
        <pc:sldMkLst>
          <pc:docMk/>
          <pc:sldMk cId="324218543" sldId="282"/>
        </pc:sldMkLst>
      </pc:sldChg>
      <pc:sldChg chg="addSp modSp new">
        <pc:chgData name="李 適宏" userId="ba70bf4345ae8a18" providerId="Windows Live" clId="Web-{E7DA5099-78A1-408B-84DF-074DE53BB9A0}" dt="2023-08-31T07:23:23.004" v="2532"/>
        <pc:sldMkLst>
          <pc:docMk/>
          <pc:sldMk cId="1129166158" sldId="282"/>
        </pc:sldMkLst>
        <pc:spChg chg="mod">
          <ac:chgData name="李 適宏" userId="ba70bf4345ae8a18" providerId="Windows Live" clId="Web-{E7DA5099-78A1-408B-84DF-074DE53BB9A0}" dt="2023-08-30T19:17:43.543" v="803" actId="20577"/>
          <ac:spMkLst>
            <pc:docMk/>
            <pc:sldMk cId="1129166158" sldId="282"/>
            <ac:spMk id="2" creationId="{B82D5465-6424-897A-20FA-D053DDB15427}"/>
          </ac:spMkLst>
        </pc:spChg>
        <pc:spChg chg="mod">
          <ac:chgData name="李 適宏" userId="ba70bf4345ae8a18" providerId="Windows Live" clId="Web-{E7DA5099-78A1-408B-84DF-074DE53BB9A0}" dt="2023-08-30T19:28:28.793" v="959" actId="20577"/>
          <ac:spMkLst>
            <pc:docMk/>
            <pc:sldMk cId="1129166158" sldId="282"/>
            <ac:spMk id="3" creationId="{C228B281-FB0F-E075-C48B-F53E99703D4A}"/>
          </ac:spMkLst>
        </pc:spChg>
        <pc:spChg chg="add mod">
          <ac:chgData name="李 適宏" userId="ba70bf4345ae8a18" providerId="Windows Live" clId="Web-{E7DA5099-78A1-408B-84DF-074DE53BB9A0}" dt="2023-08-31T07:23:23.004" v="2532"/>
          <ac:spMkLst>
            <pc:docMk/>
            <pc:sldMk cId="1129166158" sldId="282"/>
            <ac:spMk id="4" creationId="{556B5CE7-E875-6066-D67D-C82DF62F6986}"/>
          </ac:spMkLst>
        </pc:spChg>
      </pc:sldChg>
      <pc:sldChg chg="addSp delSp modSp new">
        <pc:chgData name="李 適宏" userId="ba70bf4345ae8a18" providerId="Windows Live" clId="Web-{E7DA5099-78A1-408B-84DF-074DE53BB9A0}" dt="2023-08-31T07:23:23.004" v="2533"/>
        <pc:sldMkLst>
          <pc:docMk/>
          <pc:sldMk cId="2495757006" sldId="283"/>
        </pc:sldMkLst>
        <pc:spChg chg="mod">
          <ac:chgData name="李 適宏" userId="ba70bf4345ae8a18" providerId="Windows Live" clId="Web-{E7DA5099-78A1-408B-84DF-074DE53BB9A0}" dt="2023-08-30T19:30:44.077" v="981" actId="20577"/>
          <ac:spMkLst>
            <pc:docMk/>
            <pc:sldMk cId="2495757006" sldId="283"/>
            <ac:spMk id="2" creationId="{8F6145AE-13C2-819A-454C-6D0420413DB1}"/>
          </ac:spMkLst>
        </pc:spChg>
        <pc:spChg chg="add mod">
          <ac:chgData name="李 適宏" userId="ba70bf4345ae8a18" providerId="Windows Live" clId="Web-{E7DA5099-78A1-408B-84DF-074DE53BB9A0}" dt="2023-08-31T07:23:23.004" v="2533"/>
          <ac:spMkLst>
            <pc:docMk/>
            <pc:sldMk cId="2495757006" sldId="283"/>
            <ac:spMk id="3" creationId="{8F244933-83B6-6CEF-3860-612C80FC75D0}"/>
          </ac:spMkLst>
        </pc:spChg>
        <pc:spChg chg="del">
          <ac:chgData name="李 適宏" userId="ba70bf4345ae8a18" providerId="Windows Live" clId="Web-{E7DA5099-78A1-408B-84DF-074DE53BB9A0}" dt="2023-08-30T19:29:16.419" v="961"/>
          <ac:spMkLst>
            <pc:docMk/>
            <pc:sldMk cId="2495757006" sldId="283"/>
            <ac:spMk id="3" creationId="{B63C4760-BB30-5BC1-84E1-49985E3F0C76}"/>
          </ac:spMkLst>
        </pc:spChg>
        <pc:spChg chg="add mod">
          <ac:chgData name="李 適宏" userId="ba70bf4345ae8a18" providerId="Windows Live" clId="Web-{E7DA5099-78A1-408B-84DF-074DE53BB9A0}" dt="2023-08-30T19:39:03.089" v="1088" actId="20577"/>
          <ac:spMkLst>
            <pc:docMk/>
            <pc:sldMk cId="2495757006" sldId="283"/>
            <ac:spMk id="5" creationId="{6F3CE8F8-1C83-7161-7592-879A01980E90}"/>
          </ac:spMkLst>
        </pc:spChg>
        <pc:picChg chg="add mod ord">
          <ac:chgData name="李 適宏" userId="ba70bf4345ae8a18" providerId="Windows Live" clId="Web-{E7DA5099-78A1-408B-84DF-074DE53BB9A0}" dt="2023-08-30T19:29:20.184" v="962" actId="1076"/>
          <ac:picMkLst>
            <pc:docMk/>
            <pc:sldMk cId="2495757006" sldId="283"/>
            <ac:picMk id="4" creationId="{9405F2E0-7FF5-EA28-9417-F2492CDE6B86}"/>
          </ac:picMkLst>
        </pc:picChg>
      </pc:sldChg>
      <pc:sldChg chg="del">
        <pc:chgData name="李 適宏" userId="ba70bf4345ae8a18" providerId="Windows Live" clId="Web-{E7DA5099-78A1-408B-84DF-074DE53BB9A0}" dt="2023-08-30T09:56:24.059" v="40"/>
        <pc:sldMkLst>
          <pc:docMk/>
          <pc:sldMk cId="4023731045" sldId="283"/>
        </pc:sldMkLst>
      </pc:sldChg>
      <pc:sldChg chg="addSp modSp new">
        <pc:chgData name="李 適宏" userId="ba70bf4345ae8a18" providerId="Windows Live" clId="Web-{E7DA5099-78A1-408B-84DF-074DE53BB9A0}" dt="2023-08-31T07:23:23.020" v="2534"/>
        <pc:sldMkLst>
          <pc:docMk/>
          <pc:sldMk cId="918537606" sldId="284"/>
        </pc:sldMkLst>
        <pc:spChg chg="mod">
          <ac:chgData name="李 適宏" userId="ba70bf4345ae8a18" providerId="Windows Live" clId="Web-{E7DA5099-78A1-408B-84DF-074DE53BB9A0}" dt="2023-08-30T19:40:39.857" v="1091" actId="20577"/>
          <ac:spMkLst>
            <pc:docMk/>
            <pc:sldMk cId="918537606" sldId="284"/>
            <ac:spMk id="2" creationId="{35CB59DA-99AE-1E3F-BE67-E0117A48E919}"/>
          </ac:spMkLst>
        </pc:spChg>
        <pc:spChg chg="mod">
          <ac:chgData name="李 適宏" userId="ba70bf4345ae8a18" providerId="Windows Live" clId="Web-{E7DA5099-78A1-408B-84DF-074DE53BB9A0}" dt="2023-08-30T19:45:21.114" v="1172" actId="20577"/>
          <ac:spMkLst>
            <pc:docMk/>
            <pc:sldMk cId="918537606" sldId="284"/>
            <ac:spMk id="3" creationId="{84ACAE3E-62A4-ED5D-359B-7C704CB5F38B}"/>
          </ac:spMkLst>
        </pc:spChg>
        <pc:spChg chg="add mod">
          <ac:chgData name="李 適宏" userId="ba70bf4345ae8a18" providerId="Windows Live" clId="Web-{E7DA5099-78A1-408B-84DF-074DE53BB9A0}" dt="2023-08-31T07:23:23.020" v="2534"/>
          <ac:spMkLst>
            <pc:docMk/>
            <pc:sldMk cId="918537606" sldId="284"/>
            <ac:spMk id="4" creationId="{8FEB5D2D-D98A-3EF2-7D48-C28E9551B7D3}"/>
          </ac:spMkLst>
        </pc:spChg>
      </pc:sldChg>
      <pc:sldChg chg="del">
        <pc:chgData name="李 適宏" userId="ba70bf4345ae8a18" providerId="Windows Live" clId="Web-{E7DA5099-78A1-408B-84DF-074DE53BB9A0}" dt="2023-08-30T09:56:24.059" v="39"/>
        <pc:sldMkLst>
          <pc:docMk/>
          <pc:sldMk cId="4184696065" sldId="284"/>
        </pc:sldMkLst>
      </pc:sldChg>
      <pc:sldChg chg="del">
        <pc:chgData name="李 適宏" userId="ba70bf4345ae8a18" providerId="Windows Live" clId="Web-{E7DA5099-78A1-408B-84DF-074DE53BB9A0}" dt="2023-08-30T09:56:24.059" v="38"/>
        <pc:sldMkLst>
          <pc:docMk/>
          <pc:sldMk cId="468694768" sldId="285"/>
        </pc:sldMkLst>
      </pc:sldChg>
      <pc:sldChg chg="addSp delSp modSp new">
        <pc:chgData name="李 適宏" userId="ba70bf4345ae8a18" providerId="Windows Live" clId="Web-{E7DA5099-78A1-408B-84DF-074DE53BB9A0}" dt="2023-08-31T07:23:23.051" v="2535"/>
        <pc:sldMkLst>
          <pc:docMk/>
          <pc:sldMk cId="1163189224" sldId="285"/>
        </pc:sldMkLst>
        <pc:spChg chg="mod">
          <ac:chgData name="李 適宏" userId="ba70bf4345ae8a18" providerId="Windows Live" clId="Web-{E7DA5099-78A1-408B-84DF-074DE53BB9A0}" dt="2023-08-30T20:11:24.932" v="1636" actId="20577"/>
          <ac:spMkLst>
            <pc:docMk/>
            <pc:sldMk cId="1163189224" sldId="285"/>
            <ac:spMk id="2" creationId="{E6428363-9E49-B06E-A74D-8935475A42EB}"/>
          </ac:spMkLst>
        </pc:spChg>
        <pc:spChg chg="mod">
          <ac:chgData name="李 適宏" userId="ba70bf4345ae8a18" providerId="Windows Live" clId="Web-{E7DA5099-78A1-408B-84DF-074DE53BB9A0}" dt="2023-08-30T20:17:24.535" v="1772" actId="20577"/>
          <ac:spMkLst>
            <pc:docMk/>
            <pc:sldMk cId="1163189224" sldId="285"/>
            <ac:spMk id="3" creationId="{62FC13A2-4CDE-B7E6-3DA7-925B2F0F99EF}"/>
          </ac:spMkLst>
        </pc:spChg>
        <pc:spChg chg="add mod">
          <ac:chgData name="李 適宏" userId="ba70bf4345ae8a18" providerId="Windows Live" clId="Web-{E7DA5099-78A1-408B-84DF-074DE53BB9A0}" dt="2023-08-31T07:23:23.051" v="2535"/>
          <ac:spMkLst>
            <pc:docMk/>
            <pc:sldMk cId="1163189224" sldId="285"/>
            <ac:spMk id="4" creationId="{27E637F6-D0DE-5D5A-964A-DDBDFBF5EC9A}"/>
          </ac:spMkLst>
        </pc:spChg>
        <pc:graphicFrameChg chg="add mod modGraphic">
          <ac:chgData name="李 適宏" userId="ba70bf4345ae8a18" providerId="Windows Live" clId="Web-{E7DA5099-78A1-408B-84DF-074DE53BB9A0}" dt="2023-08-30T20:38:31.080" v="1790"/>
          <ac:graphicFrameMkLst>
            <pc:docMk/>
            <pc:sldMk cId="1163189224" sldId="285"/>
            <ac:graphicFrameMk id="5" creationId="{FE83D9F6-757B-C76E-8D81-317A44A27283}"/>
          </ac:graphicFrameMkLst>
        </pc:graphicFrameChg>
        <pc:graphicFrameChg chg="add mod modGraphic">
          <ac:chgData name="李 適宏" userId="ba70bf4345ae8a18" providerId="Windows Live" clId="Web-{E7DA5099-78A1-408B-84DF-074DE53BB9A0}" dt="2023-08-30T20:10:53.525" v="1619" actId="1076"/>
          <ac:graphicFrameMkLst>
            <pc:docMk/>
            <pc:sldMk cId="1163189224" sldId="285"/>
            <ac:graphicFrameMk id="6" creationId="{36EA033C-9781-F383-536D-366F5DAD01B7}"/>
          </ac:graphicFrameMkLst>
        </pc:graphicFrameChg>
        <pc:picChg chg="add del mod">
          <ac:chgData name="李 適宏" userId="ba70bf4345ae8a18" providerId="Windows Live" clId="Web-{E7DA5099-78A1-408B-84DF-074DE53BB9A0}" dt="2023-08-30T20:05:45.315" v="1550"/>
          <ac:picMkLst>
            <pc:docMk/>
            <pc:sldMk cId="1163189224" sldId="285"/>
            <ac:picMk id="4" creationId="{D12873D1-A318-A32E-8C30-C7B7A2AB8884}"/>
          </ac:picMkLst>
        </pc:picChg>
        <pc:picChg chg="add del mod">
          <ac:chgData name="李 適宏" userId="ba70bf4345ae8a18" providerId="Windows Live" clId="Web-{E7DA5099-78A1-408B-84DF-074DE53BB9A0}" dt="2023-08-30T20:08:35.038" v="1570"/>
          <ac:picMkLst>
            <pc:docMk/>
            <pc:sldMk cId="1163189224" sldId="285"/>
            <ac:picMk id="7" creationId="{ED8F85C6-24AA-A7DC-2A95-F71EC8413F74}"/>
          </ac:picMkLst>
        </pc:picChg>
        <pc:picChg chg="add mod ord">
          <ac:chgData name="李 適宏" userId="ba70bf4345ae8a18" providerId="Windows Live" clId="Web-{E7DA5099-78A1-408B-84DF-074DE53BB9A0}" dt="2023-08-30T20:10:57.666" v="1620"/>
          <ac:picMkLst>
            <pc:docMk/>
            <pc:sldMk cId="1163189224" sldId="285"/>
            <ac:picMk id="8" creationId="{91E2D868-83DB-C4F8-C4B8-97551ACFF8C1}"/>
          </ac:picMkLst>
        </pc:picChg>
        <pc:cxnChg chg="add mod">
          <ac:chgData name="李 適宏" userId="ba70bf4345ae8a18" providerId="Windows Live" clId="Web-{E7DA5099-78A1-408B-84DF-074DE53BB9A0}" dt="2023-08-30T20:47:04.827" v="1868" actId="1076"/>
          <ac:cxnSpMkLst>
            <pc:docMk/>
            <pc:sldMk cId="1163189224" sldId="285"/>
            <ac:cxnSpMk id="9" creationId="{3403112F-9F7E-C354-EC03-ADECEA6C0B48}"/>
          </ac:cxnSpMkLst>
        </pc:cxnChg>
      </pc:sldChg>
      <pc:sldChg chg="addSp delSp modSp new">
        <pc:chgData name="李 適宏" userId="ba70bf4345ae8a18" providerId="Windows Live" clId="Web-{E7DA5099-78A1-408B-84DF-074DE53BB9A0}" dt="2023-08-31T07:23:23.082" v="2536"/>
        <pc:sldMkLst>
          <pc:docMk/>
          <pc:sldMk cId="1683517903" sldId="286"/>
        </pc:sldMkLst>
        <pc:spChg chg="mod">
          <ac:chgData name="李 適宏" userId="ba70bf4345ae8a18" providerId="Windows Live" clId="Web-{E7DA5099-78A1-408B-84DF-074DE53BB9A0}" dt="2023-08-30T20:37:34.079" v="1785" actId="20577"/>
          <ac:spMkLst>
            <pc:docMk/>
            <pc:sldMk cId="1683517903" sldId="286"/>
            <ac:spMk id="2" creationId="{A004FD11-257D-62CE-D688-723D2E67FB37}"/>
          </ac:spMkLst>
        </pc:spChg>
        <pc:spChg chg="add mod">
          <ac:chgData name="李 適宏" userId="ba70bf4345ae8a18" providerId="Windows Live" clId="Web-{E7DA5099-78A1-408B-84DF-074DE53BB9A0}" dt="2023-08-31T07:23:23.082" v="2536"/>
          <ac:spMkLst>
            <pc:docMk/>
            <pc:sldMk cId="1683517903" sldId="286"/>
            <ac:spMk id="3" creationId="{04EDCC1F-8918-FA2A-0DDD-7497C207A591}"/>
          </ac:spMkLst>
        </pc:spChg>
        <pc:spChg chg="del mod">
          <ac:chgData name="李 適宏" userId="ba70bf4345ae8a18" providerId="Windows Live" clId="Web-{E7DA5099-78A1-408B-84DF-074DE53BB9A0}" dt="2023-08-30T20:41:10.178" v="1800"/>
          <ac:spMkLst>
            <pc:docMk/>
            <pc:sldMk cId="1683517903" sldId="286"/>
            <ac:spMk id="3" creationId="{110FF0CA-2C6B-6141-5925-3FD2B02DF836}"/>
          </ac:spMkLst>
        </pc:spChg>
        <pc:spChg chg="add del mod">
          <ac:chgData name="李 適宏" userId="ba70bf4345ae8a18" providerId="Windows Live" clId="Web-{E7DA5099-78A1-408B-84DF-074DE53BB9A0}" dt="2023-08-30T20:40:41.318" v="1799"/>
          <ac:spMkLst>
            <pc:docMk/>
            <pc:sldMk cId="1683517903" sldId="286"/>
            <ac:spMk id="8" creationId="{F2FAC252-6DA2-3064-430B-73A955F4A344}"/>
          </ac:spMkLst>
        </pc:spChg>
        <pc:spChg chg="add mod">
          <ac:chgData name="李 適宏" userId="ba70bf4345ae8a18" providerId="Windows Live" clId="Web-{E7DA5099-78A1-408B-84DF-074DE53BB9A0}" dt="2023-08-30T20:45:08.246" v="1859" actId="20577"/>
          <ac:spMkLst>
            <pc:docMk/>
            <pc:sldMk cId="1683517903" sldId="286"/>
            <ac:spMk id="10" creationId="{26C2C17A-B174-444A-6239-F4E7F4A8C36E}"/>
          </ac:spMkLst>
        </pc:spChg>
        <pc:graphicFrameChg chg="add">
          <ac:chgData name="李 適宏" userId="ba70bf4345ae8a18" providerId="Windows Live" clId="Web-{E7DA5099-78A1-408B-84DF-074DE53BB9A0}" dt="2023-08-30T20:38:11.909" v="1786"/>
          <ac:graphicFrameMkLst>
            <pc:docMk/>
            <pc:sldMk cId="1683517903" sldId="286"/>
            <ac:graphicFrameMk id="5" creationId="{7E4D3DB7-9B03-0AD2-FBB7-028F48FFDB15}"/>
          </ac:graphicFrameMkLst>
        </pc:graphicFrameChg>
        <pc:graphicFrameChg chg="add mod modGraphic">
          <ac:chgData name="李 適宏" userId="ba70bf4345ae8a18" providerId="Windows Live" clId="Web-{E7DA5099-78A1-408B-84DF-074DE53BB9A0}" dt="2023-08-30T20:38:35.456" v="1792"/>
          <ac:graphicFrameMkLst>
            <pc:docMk/>
            <pc:sldMk cId="1683517903" sldId="286"/>
            <ac:graphicFrameMk id="7" creationId="{51168FDF-8612-72D2-66F0-A18598AF96BB}"/>
          </ac:graphicFrameMkLst>
        </pc:graphicFrameChg>
        <pc:picChg chg="add mod ord">
          <ac:chgData name="李 適宏" userId="ba70bf4345ae8a18" providerId="Windows Live" clId="Web-{E7DA5099-78A1-408B-84DF-074DE53BB9A0}" dt="2023-08-30T20:41:17.178" v="1802" actId="1076"/>
          <ac:picMkLst>
            <pc:docMk/>
            <pc:sldMk cId="1683517903" sldId="286"/>
            <ac:picMk id="9" creationId="{95A40EC2-584F-AB00-080A-2FE4DDD50844}"/>
          </ac:picMkLst>
        </pc:picChg>
      </pc:sldChg>
      <pc:sldChg chg="del">
        <pc:chgData name="李 適宏" userId="ba70bf4345ae8a18" providerId="Windows Live" clId="Web-{E7DA5099-78A1-408B-84DF-074DE53BB9A0}" dt="2023-08-30T09:56:24.059" v="37"/>
        <pc:sldMkLst>
          <pc:docMk/>
          <pc:sldMk cId="3819135115" sldId="286"/>
        </pc:sldMkLst>
      </pc:sldChg>
      <pc:sldChg chg="addSp modSp new">
        <pc:chgData name="李 適宏" userId="ba70bf4345ae8a18" providerId="Windows Live" clId="Web-{E7DA5099-78A1-408B-84DF-074DE53BB9A0}" dt="2023-08-31T07:23:23.082" v="2537"/>
        <pc:sldMkLst>
          <pc:docMk/>
          <pc:sldMk cId="2152916773" sldId="287"/>
        </pc:sldMkLst>
        <pc:spChg chg="mod">
          <ac:chgData name="李 適宏" userId="ba70bf4345ae8a18" providerId="Windows Live" clId="Web-{E7DA5099-78A1-408B-84DF-074DE53BB9A0}" dt="2023-08-31T06:06:23.073" v="1897" actId="20577"/>
          <ac:spMkLst>
            <pc:docMk/>
            <pc:sldMk cId="2152916773" sldId="287"/>
            <ac:spMk id="2" creationId="{3F2412AD-2AFB-13E9-4B13-8527F4C62FF6}"/>
          </ac:spMkLst>
        </pc:spChg>
        <pc:spChg chg="mod">
          <ac:chgData name="李 適宏" userId="ba70bf4345ae8a18" providerId="Windows Live" clId="Web-{E7DA5099-78A1-408B-84DF-074DE53BB9A0}" dt="2023-08-31T06:16:10.512" v="2085" actId="20577"/>
          <ac:spMkLst>
            <pc:docMk/>
            <pc:sldMk cId="2152916773" sldId="287"/>
            <ac:spMk id="3" creationId="{7911B56A-1115-9429-3174-CAF0E5D2CD92}"/>
          </ac:spMkLst>
        </pc:spChg>
        <pc:spChg chg="add mod">
          <ac:chgData name="李 適宏" userId="ba70bf4345ae8a18" providerId="Windows Live" clId="Web-{E7DA5099-78A1-408B-84DF-074DE53BB9A0}" dt="2023-08-31T07:23:23.082" v="2537"/>
          <ac:spMkLst>
            <pc:docMk/>
            <pc:sldMk cId="2152916773" sldId="287"/>
            <ac:spMk id="4" creationId="{A8D934C0-8310-91DC-0CD2-AC8E4FCC94A1}"/>
          </ac:spMkLst>
        </pc:spChg>
      </pc:sldChg>
      <pc:sldChg chg="del">
        <pc:chgData name="李 適宏" userId="ba70bf4345ae8a18" providerId="Windows Live" clId="Web-{E7DA5099-78A1-408B-84DF-074DE53BB9A0}" dt="2023-08-30T09:56:24.153" v="42"/>
        <pc:sldMkLst>
          <pc:docMk/>
          <pc:sldMk cId="2639931187" sldId="287"/>
        </pc:sldMkLst>
      </pc:sldChg>
      <pc:sldChg chg="addSp modSp new ord modNotes">
        <pc:chgData name="李 適宏" userId="ba70bf4345ae8a18" providerId="Windows Live" clId="Web-{E7DA5099-78A1-408B-84DF-074DE53BB9A0}" dt="2023-08-31T07:23:23.098" v="2538"/>
        <pc:sldMkLst>
          <pc:docMk/>
          <pc:sldMk cId="1025841646" sldId="288"/>
        </pc:sldMkLst>
        <pc:spChg chg="mod">
          <ac:chgData name="李 適宏" userId="ba70bf4345ae8a18" providerId="Windows Live" clId="Web-{E7DA5099-78A1-408B-84DF-074DE53BB9A0}" dt="2023-08-31T06:54:09.953" v="2306" actId="20577"/>
          <ac:spMkLst>
            <pc:docMk/>
            <pc:sldMk cId="1025841646" sldId="288"/>
            <ac:spMk id="2" creationId="{EE70504A-5172-8BA8-9C15-0F7B69AAB495}"/>
          </ac:spMkLst>
        </pc:spChg>
        <pc:spChg chg="mod">
          <ac:chgData name="李 適宏" userId="ba70bf4345ae8a18" providerId="Windows Live" clId="Web-{E7DA5099-78A1-408B-84DF-074DE53BB9A0}" dt="2023-08-31T07:09:04.901" v="2464" actId="20577"/>
          <ac:spMkLst>
            <pc:docMk/>
            <pc:sldMk cId="1025841646" sldId="288"/>
            <ac:spMk id="3" creationId="{11ED5AA8-FA66-12B1-7561-3FE447FE851E}"/>
          </ac:spMkLst>
        </pc:spChg>
        <pc:spChg chg="add mod">
          <ac:chgData name="李 適宏" userId="ba70bf4345ae8a18" providerId="Windows Live" clId="Web-{E7DA5099-78A1-408B-84DF-074DE53BB9A0}" dt="2023-08-31T07:23:23.098" v="2538"/>
          <ac:spMkLst>
            <pc:docMk/>
            <pc:sldMk cId="1025841646" sldId="288"/>
            <ac:spMk id="4" creationId="{83137B9D-4706-83CA-963E-BFB51394090C}"/>
          </ac:spMkLst>
        </pc:spChg>
      </pc:sldChg>
      <pc:sldChg chg="addSp modSp new ord">
        <pc:chgData name="李 適宏" userId="ba70bf4345ae8a18" providerId="Windows Live" clId="Web-{E7DA5099-78A1-408B-84DF-074DE53BB9A0}" dt="2023-08-31T07:23:23.113" v="2539"/>
        <pc:sldMkLst>
          <pc:docMk/>
          <pc:sldMk cId="1900478409" sldId="289"/>
        </pc:sldMkLst>
        <pc:spChg chg="mod">
          <ac:chgData name="李 適宏" userId="ba70bf4345ae8a18" providerId="Windows Live" clId="Web-{E7DA5099-78A1-408B-84DF-074DE53BB9A0}" dt="2023-08-31T06:54:14.485" v="2308" actId="20577"/>
          <ac:spMkLst>
            <pc:docMk/>
            <pc:sldMk cId="1900478409" sldId="289"/>
            <ac:spMk id="2" creationId="{08B7EDD0-E380-A8FC-31BE-E3386BA990D3}"/>
          </ac:spMkLst>
        </pc:spChg>
        <pc:spChg chg="mod">
          <ac:chgData name="李 適宏" userId="ba70bf4345ae8a18" providerId="Windows Live" clId="Web-{E7DA5099-78A1-408B-84DF-074DE53BB9A0}" dt="2023-08-31T07:18:44.090" v="2512" actId="20577"/>
          <ac:spMkLst>
            <pc:docMk/>
            <pc:sldMk cId="1900478409" sldId="289"/>
            <ac:spMk id="3" creationId="{2CFE26D1-1383-BF51-E3AF-009ADF969ECE}"/>
          </ac:spMkLst>
        </pc:spChg>
        <pc:spChg chg="add mod">
          <ac:chgData name="李 適宏" userId="ba70bf4345ae8a18" providerId="Windows Live" clId="Web-{E7DA5099-78A1-408B-84DF-074DE53BB9A0}" dt="2023-08-31T07:23:23.113" v="2539"/>
          <ac:spMkLst>
            <pc:docMk/>
            <pc:sldMk cId="1900478409" sldId="289"/>
            <ac:spMk id="4" creationId="{DD52911A-EB32-209A-14C0-E973569B1CF4}"/>
          </ac:spMkLst>
        </pc:spChg>
      </pc:sldChg>
    </pc:docChg>
  </pc:docChgLst>
  <pc:docChgLst>
    <pc:chgData name="李 適宏" userId="ba70bf4345ae8a18" providerId="Windows Live" clId="Web-{F70ECEBF-8AD3-43A7-BF35-843D2F9F26F7}"/>
    <pc:docChg chg="addSld modSld sldOrd">
      <pc:chgData name="李 適宏" userId="ba70bf4345ae8a18" providerId="Windows Live" clId="Web-{F70ECEBF-8AD3-43A7-BF35-843D2F9F26F7}" dt="2023-09-04T05:18:59.643" v="21" actId="20577"/>
      <pc:docMkLst>
        <pc:docMk/>
      </pc:docMkLst>
      <pc:sldChg chg="modSp">
        <pc:chgData name="李 適宏" userId="ba70bf4345ae8a18" providerId="Windows Live" clId="Web-{F70ECEBF-8AD3-43A7-BF35-843D2F9F26F7}" dt="2023-09-04T04:41:07.889" v="4" actId="20577"/>
        <pc:sldMkLst>
          <pc:docMk/>
          <pc:sldMk cId="1250583130" sldId="281"/>
        </pc:sldMkLst>
        <pc:spChg chg="mod">
          <ac:chgData name="李 適宏" userId="ba70bf4345ae8a18" providerId="Windows Live" clId="Web-{F70ECEBF-8AD3-43A7-BF35-843D2F9F26F7}" dt="2023-09-04T04:41:07.889" v="4" actId="20577"/>
          <ac:spMkLst>
            <pc:docMk/>
            <pc:sldMk cId="1250583130" sldId="281"/>
            <ac:spMk id="3" creationId="{BA75B119-A2A2-860D-8787-7E5292210D0A}"/>
          </ac:spMkLst>
        </pc:spChg>
      </pc:sldChg>
      <pc:sldChg chg="ord">
        <pc:chgData name="李 適宏" userId="ba70bf4345ae8a18" providerId="Windows Live" clId="Web-{F70ECEBF-8AD3-43A7-BF35-843D2F9F26F7}" dt="2023-09-04T04:43:08.282" v="6"/>
        <pc:sldMkLst>
          <pc:docMk/>
          <pc:sldMk cId="1129166158" sldId="282"/>
        </pc:sldMkLst>
      </pc:sldChg>
      <pc:sldChg chg="modSp">
        <pc:chgData name="李 適宏" userId="ba70bf4345ae8a18" providerId="Windows Live" clId="Web-{F70ECEBF-8AD3-43A7-BF35-843D2F9F26F7}" dt="2023-09-04T05:15:44.528" v="7" actId="20577"/>
        <pc:sldMkLst>
          <pc:docMk/>
          <pc:sldMk cId="1025841646" sldId="288"/>
        </pc:sldMkLst>
        <pc:spChg chg="mod">
          <ac:chgData name="李 適宏" userId="ba70bf4345ae8a18" providerId="Windows Live" clId="Web-{F70ECEBF-8AD3-43A7-BF35-843D2F9F26F7}" dt="2023-09-04T05:15:44.528" v="7" actId="20577"/>
          <ac:spMkLst>
            <pc:docMk/>
            <pc:sldMk cId="1025841646" sldId="288"/>
            <ac:spMk id="3" creationId="{11ED5AA8-FA66-12B1-7561-3FE447FE851E}"/>
          </ac:spMkLst>
        </pc:spChg>
      </pc:sldChg>
      <pc:sldChg chg="modSp">
        <pc:chgData name="李 適宏" userId="ba70bf4345ae8a18" providerId="Windows Live" clId="Web-{F70ECEBF-8AD3-43A7-BF35-843D2F9F26F7}" dt="2023-09-04T05:18:05.860" v="10" actId="20577"/>
        <pc:sldMkLst>
          <pc:docMk/>
          <pc:sldMk cId="1900478409" sldId="289"/>
        </pc:sldMkLst>
        <pc:spChg chg="mod">
          <ac:chgData name="李 適宏" userId="ba70bf4345ae8a18" providerId="Windows Live" clId="Web-{F70ECEBF-8AD3-43A7-BF35-843D2F9F26F7}" dt="2023-09-04T05:18:05.860" v="10" actId="20577"/>
          <ac:spMkLst>
            <pc:docMk/>
            <pc:sldMk cId="1900478409" sldId="289"/>
            <ac:spMk id="3" creationId="{2CFE26D1-1383-BF51-E3AF-009ADF969ECE}"/>
          </ac:spMkLst>
        </pc:spChg>
      </pc:sldChg>
      <pc:sldChg chg="delSp modSp new">
        <pc:chgData name="李 適宏" userId="ba70bf4345ae8a18" providerId="Windows Live" clId="Web-{F70ECEBF-8AD3-43A7-BF35-843D2F9F26F7}" dt="2023-09-04T05:18:59.643" v="21" actId="20577"/>
        <pc:sldMkLst>
          <pc:docMk/>
          <pc:sldMk cId="4091403356" sldId="290"/>
        </pc:sldMkLst>
        <pc:spChg chg="mod">
          <ac:chgData name="李 適宏" userId="ba70bf4345ae8a18" providerId="Windows Live" clId="Web-{F70ECEBF-8AD3-43A7-BF35-843D2F9F26F7}" dt="2023-09-04T05:18:59.643" v="21" actId="20577"/>
          <ac:spMkLst>
            <pc:docMk/>
            <pc:sldMk cId="4091403356" sldId="290"/>
            <ac:spMk id="2" creationId="{D31554D3-484E-CAD8-6D38-3915C1B95CCB}"/>
          </ac:spMkLst>
        </pc:spChg>
        <pc:spChg chg="del">
          <ac:chgData name="李 適宏" userId="ba70bf4345ae8a18" providerId="Windows Live" clId="Web-{F70ECEBF-8AD3-43A7-BF35-843D2F9F26F7}" dt="2023-09-04T05:18:32.142" v="12"/>
          <ac:spMkLst>
            <pc:docMk/>
            <pc:sldMk cId="4091403356" sldId="290"/>
            <ac:spMk id="3" creationId="{515F0E91-12F2-61B5-248E-07A2EBE351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ea typeface="新細明體"/>
                <a:cs typeface="Calibri"/>
              </a:rPr>
              <a:t>當</a:t>
            </a:r>
            <a:r>
              <a:rPr lang="en-US" altLang="zh-TW" dirty="0">
                <a:ea typeface="Calibri"/>
                <a:cs typeface="Calibri"/>
              </a:rPr>
              <a:t>(</a:t>
            </a:r>
            <a:r>
              <a:rPr lang="en-US" altLang="zh-TW" err="1">
                <a:ea typeface="Calibri"/>
                <a:cs typeface="Calibri"/>
              </a:rPr>
              <a:t>u,v</a:t>
            </a:r>
            <a:r>
              <a:rPr lang="en-US" altLang="zh-TW" dirty="0">
                <a:ea typeface="Calibri"/>
                <a:cs typeface="Calibri"/>
              </a:rPr>
              <a:t>)</a:t>
            </a:r>
            <a:r>
              <a:rPr lang="zh-TW" altLang="en-US">
                <a:ea typeface="新細明體"/>
                <a:cs typeface="Calibri"/>
              </a:rPr>
              <a:t>有</a:t>
            </a:r>
            <a:r>
              <a:rPr lang="en-US" altLang="zh-TW" dirty="0">
                <a:ea typeface="Calibri"/>
                <a:cs typeface="Calibri"/>
              </a:rPr>
              <a:t>edge</a:t>
            </a:r>
            <a:r>
              <a:rPr lang="zh-TW" altLang="en-US">
                <a:ea typeface="新細明體"/>
                <a:cs typeface="Calibri"/>
              </a:rPr>
              <a:t>相連時代表 </a:t>
            </a:r>
            <a:r>
              <a:rPr lang="zh-TW">
                <a:ea typeface="新細明體"/>
              </a:rPr>
              <a:t>len(u) + 2 = len(v)</a:t>
            </a:r>
          </a:p>
          <a:p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0047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如果強制路徑從未橫跨到第 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i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- 1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列，我們會忽略強制路徑的起始元素，因為它的值等於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M[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i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- 1, 0]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，即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0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，而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W[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i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, j, r]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的值可以透過考慮值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{Li[0], Li[1],..., Li[j - 1]}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的最大值來確定，每個值代表對應的共同子序列的長度。請注意，在找到最大值後，應該減去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Y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的範圍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[α(j, r), m]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內 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σi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的出現次數。另一方面，如果起始元素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(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i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- 1, j, r)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存在，則其值也必須考慮在內。如果起始元素位於一個區塊的右下角，則其值已經計算並存儲在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M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中。否則，根據推論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1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，可以通過找到兩個值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M[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i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 - 1, j - 1]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W[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i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, j, r]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的最大值來確定這個值。臨時變數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β1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和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β2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用於分別存儲這兩種共同子序列的最佳長度，我們可以在其中找到以 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(</a:t>
            </a:r>
            <a:r>
              <a:rPr lang="en-US" altLang="zh-TW" b="0" i="0" dirty="0" err="1">
                <a:solidFill>
                  <a:srgbClr val="374151"/>
                </a:solidFill>
                <a:effectLst/>
                <a:latin typeface="Söhne"/>
              </a:rPr>
              <a:t>i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Söhne"/>
              </a:rPr>
              <a:t>, j, r) 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Söhne"/>
              </a:rPr>
              <a:t>結束的最長公共子序列的長度。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8792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F57D2-7BA1-4DB1-96F5-7A053A222987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0DED-8F7F-4840-95CC-07C169235ABE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65B83-0041-4153-BE6A-AC833F78FF5D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9B35-D303-45AC-922E-2C254C3D75FD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1656-B42B-4D9A-AC54-F81F7BCCBEAE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17E9E-DC5F-4981-A278-B964CEDE55F3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1BA28-29E6-413C-8FC3-1AB2A12C5000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B894-C477-477B-A40C-ABF96CFD8F6D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CEE4-CC87-4EDB-B1A0-E5B550FCFFE6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E008-8BE4-416E-B613-24286D41E7D4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EF28F-6298-4CFF-8665-F90686AB1F2D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9A6DC-91FA-468A-8153-0A164473FE7A}" type="datetime1">
              <a:rPr lang="zh-TW" altLang="en-US" smtClean="0"/>
              <a:t>2023/10/24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62" y="1122363"/>
            <a:ext cx="9744075" cy="23876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sz="4400" dirty="0">
                <a:latin typeface="Times New Roman"/>
                <a:ea typeface="新細明體"/>
                <a:cs typeface="Times New Roman"/>
              </a:rPr>
              <a:t>A fast and simple algorithm for computing the longest common subsequence of run-length-encoded strings</a:t>
            </a:r>
            <a:endParaRPr lang="zh-TW" sz="4400" dirty="0">
              <a:ea typeface="新細明體"/>
              <a:cs typeface="Calibri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767" y="3845319"/>
            <a:ext cx="9398466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Times New Roman"/>
                <a:ea typeface="+mn-lt"/>
                <a:cs typeface="+mn-lt"/>
              </a:rPr>
              <a:t>Hsing</a:t>
            </a:r>
            <a:r>
              <a:rPr lang="en-US" dirty="0">
                <a:latin typeface="Times New Roman"/>
                <a:ea typeface="+mn-lt"/>
                <a:cs typeface="+mn-lt"/>
              </a:rPr>
              <a:t>-Yen Ann, Chang-</a:t>
            </a:r>
            <a:r>
              <a:rPr lang="en-US" dirty="0" err="1">
                <a:latin typeface="Times New Roman"/>
                <a:ea typeface="+mn-lt"/>
                <a:cs typeface="+mn-lt"/>
              </a:rPr>
              <a:t>Biau</a:t>
            </a:r>
            <a:r>
              <a:rPr lang="en-US" dirty="0">
                <a:latin typeface="Times New Roman"/>
                <a:ea typeface="+mn-lt"/>
                <a:cs typeface="+mn-lt"/>
              </a:rPr>
              <a:t> Yang, </a:t>
            </a:r>
            <a:r>
              <a:rPr lang="en-US" dirty="0" err="1">
                <a:latin typeface="Times New Roman"/>
                <a:ea typeface="+mn-lt"/>
                <a:cs typeface="+mn-lt"/>
              </a:rPr>
              <a:t>Chiou</a:t>
            </a:r>
            <a:r>
              <a:rPr lang="en-US" dirty="0">
                <a:latin typeface="Times New Roman"/>
                <a:ea typeface="+mn-lt"/>
                <a:cs typeface="+mn-lt"/>
              </a:rPr>
              <a:t>-Ting Tseng, </a:t>
            </a:r>
            <a:r>
              <a:rPr lang="en-US" dirty="0" err="1">
                <a:latin typeface="Times New Roman"/>
                <a:ea typeface="+mn-lt"/>
                <a:cs typeface="+mn-lt"/>
              </a:rPr>
              <a:t>Chiou</a:t>
            </a:r>
            <a:r>
              <a:rPr lang="en-US" dirty="0">
                <a:latin typeface="Times New Roman"/>
                <a:ea typeface="+mn-lt"/>
                <a:cs typeface="+mn-lt"/>
              </a:rPr>
              <a:t>-Yi Information Processing Letters 108 (2008) 360–364</a:t>
            </a:r>
            <a:endParaRPr lang="fr-FR" altLang="zh-TW" sz="2500" dirty="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Presenter: Shih-Hong Li</a:t>
            </a:r>
          </a:p>
          <a:p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Date: </a:t>
            </a:r>
            <a:r>
              <a:rPr kumimoji="1" lang="en-US" altLang="zh-TW" dirty="0">
                <a:latin typeface="Times New Roman"/>
                <a:ea typeface="新細明體"/>
                <a:cs typeface="Times New Roman"/>
              </a:rPr>
              <a:t>Oct.</a:t>
            </a:r>
            <a:r>
              <a:rPr kumimoji="1" lang="en" altLang="zh-TW" dirty="0">
                <a:latin typeface="Times New Roman"/>
                <a:ea typeface="新細明體"/>
                <a:cs typeface="Times New Roman"/>
              </a:rPr>
              <a:t> 24, 2023</a:t>
            </a:r>
            <a:endParaRPr lang="en" altLang="zh-TW" dirty="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sz="2600" dirty="0">
                <a:latin typeface="Times New Roman"/>
                <a:ea typeface="+mn-lt"/>
                <a:cs typeface="+mn-lt"/>
              </a:rPr>
              <a:t>Let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X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and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Y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be two strings of lengths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n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and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m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, respectively, and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k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and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l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, respectively, be the numbers of runs in their corresponding run-length encoded forms. We propose a simple algorithm for computing the longest common subsequence of two given strings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X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and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Y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in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kl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+ min{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p</a:t>
            </a:r>
            <a:r>
              <a:rPr kumimoji="1" lang="en-US" sz="2600" baseline="-25000" dirty="0">
                <a:latin typeface="Times New Roman"/>
                <a:ea typeface="+mn-lt"/>
                <a:cs typeface="+mn-lt"/>
              </a:rPr>
              <a:t>1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,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p</a:t>
            </a:r>
            <a:r>
              <a:rPr kumimoji="1" lang="en-US" sz="2600" baseline="-25000" dirty="0">
                <a:latin typeface="Times New Roman"/>
                <a:ea typeface="+mn-lt"/>
                <a:cs typeface="+mn-lt"/>
              </a:rPr>
              <a:t>2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}) time, where </a:t>
            </a:r>
            <a:r>
              <a:rPr kumimoji="1" lang="en-US" altLang="zh-TW" sz="2600" i="1" dirty="0">
                <a:latin typeface="Times New Roman"/>
                <a:ea typeface="+mn-lt"/>
                <a:cs typeface="+mn-lt"/>
              </a:rPr>
              <a:t>p</a:t>
            </a:r>
            <a:r>
              <a:rPr kumimoji="1" lang="en-US" altLang="zh-TW" sz="2600" baseline="-25000" dirty="0">
                <a:latin typeface="Times New Roman"/>
                <a:ea typeface="+mn-lt"/>
                <a:cs typeface="+mn-lt"/>
              </a:rPr>
              <a:t>1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and </a:t>
            </a:r>
            <a:r>
              <a:rPr kumimoji="1" lang="en-US" altLang="zh-TW" sz="2600" i="1" dirty="0">
                <a:latin typeface="Times New Roman"/>
                <a:ea typeface="+mn-lt"/>
                <a:cs typeface="+mn-lt"/>
              </a:rPr>
              <a:t>p</a:t>
            </a:r>
            <a:r>
              <a:rPr kumimoji="1" lang="en-US" altLang="zh-TW" sz="2600" baseline="-25000" dirty="0">
                <a:latin typeface="Times New Roman"/>
                <a:ea typeface="+mn-lt"/>
                <a:cs typeface="+mn-lt"/>
              </a:rPr>
              <a:t>2</a:t>
            </a:r>
            <a:r>
              <a:rPr kumimoji="1" lang="zh-TW" altLang="en-US" sz="2600" dirty="0">
                <a:latin typeface="Times New Roman"/>
                <a:ea typeface="+mn-lt"/>
                <a:cs typeface="+mn-lt"/>
              </a:rPr>
              <a:t> 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denote the numbers of elements in the bottom and right boundaries of the matched blocks, respectively. It improves the previously known time bound O(min{</a:t>
            </a:r>
            <a:r>
              <a:rPr kumimoji="1" lang="en-US" sz="2600" i="1" dirty="0" err="1">
                <a:latin typeface="Times New Roman"/>
                <a:ea typeface="+mn-lt"/>
                <a:cs typeface="+mn-lt"/>
              </a:rPr>
              <a:t>nl</a:t>
            </a:r>
            <a:r>
              <a:rPr kumimoji="1" lang="en-US" sz="2600" dirty="0" err="1">
                <a:latin typeface="Times New Roman"/>
                <a:ea typeface="+mn-lt"/>
                <a:cs typeface="+mn-lt"/>
              </a:rPr>
              <a:t>,</a:t>
            </a:r>
            <a:r>
              <a:rPr kumimoji="1" lang="en-US" sz="2600" i="1" dirty="0" err="1">
                <a:latin typeface="Times New Roman"/>
                <a:ea typeface="+mn-lt"/>
                <a:cs typeface="+mn-lt"/>
              </a:rPr>
              <a:t>km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}) and outperforms the time bounds O(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kl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log</a:t>
            </a:r>
            <a:r>
              <a:rPr kumimoji="1" lang="zh-TW" altLang="en-US" sz="2600" dirty="0">
                <a:latin typeface="Times New Roman"/>
                <a:ea typeface="+mn-lt"/>
                <a:cs typeface="+mn-lt"/>
              </a:rPr>
              <a:t>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kl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 or O((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k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+ l +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q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)log(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k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+ l +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q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)) for some cases, where </a:t>
            </a:r>
            <a:r>
              <a:rPr kumimoji="1" lang="en-US" sz="2600" i="1" dirty="0">
                <a:latin typeface="Times New Roman"/>
                <a:ea typeface="+mn-lt"/>
                <a:cs typeface="+mn-lt"/>
              </a:rPr>
              <a:t>q</a:t>
            </a:r>
            <a:r>
              <a:rPr kumimoji="1" lang="en-US" sz="2600" dirty="0">
                <a:latin typeface="Times New Roman"/>
                <a:ea typeface="+mn-lt"/>
                <a:cs typeface="+mn-lt"/>
              </a:rPr>
              <a:t> denotes the number of matched blocks.</a:t>
            </a:r>
            <a:endParaRPr lang="en-US" altLang="zh-TW" sz="2600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4A1471-B659-9AFA-9FB7-C2968251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/>
                <a:ea typeface="新細明體"/>
                <a:cs typeface="Calibri Light"/>
              </a:rPr>
              <a:t>Longest common subsequence(LCS)</a:t>
            </a:r>
            <a:endParaRPr lang="zh-TW" altLang="en-US" dirty="0">
              <a:latin typeface="Times New Roman"/>
              <a:ea typeface="新細明體"/>
              <a:cs typeface="Calibri Ligh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23D789-6263-68FE-1828-B082C1D4C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X=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ttccca</a:t>
            </a:r>
            <a:endParaRPr lang="en-US" altLang="zh-TW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tcccca</a:t>
            </a:r>
            <a:endParaRPr lang="en-US" altLang="zh-TW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LCS=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tccca</a:t>
            </a:r>
            <a:endParaRPr lang="en-US" altLang="zh-TW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/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Time 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complecity:O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</a:t>
            </a:r>
            <a:r>
              <a:rPr lang="en-US" altLang="zh-TW" i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1BD203-F3E3-C11F-86C8-9E21F0E17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40AFC10-3B56-33E1-431D-5722BC025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3517"/>
            <a:ext cx="4771894" cy="150876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7463A75-DBDC-0D71-7375-4E8959815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012" y="1344970"/>
            <a:ext cx="4482646" cy="407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38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67603-58D9-1EF0-EED8-A656DBFF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/>
                <a:ea typeface="新細明體"/>
                <a:cs typeface="Calibri Light"/>
              </a:rPr>
              <a:t>Run-length-encoded(RLE)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223F058-559A-2A6F-3C94-0C7D8F1586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/>
              <a:lstStyle/>
              <a:p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US" altLang="zh-TW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en-US" altLang="zh-TW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=|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 , m=|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RLE String of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RX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,where all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symblos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RX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the same,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symbols in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RX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RX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1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i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-1, are different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223F058-559A-2A6F-3C94-0C7D8F1586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17" t="-22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CFE959-FA1A-C433-06E6-EF35E68AE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0855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9526F-8E79-7E08-5AB0-687C3E44E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&amp; data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A5DF9-FB8C-0108-975F-B789642BB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TW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,then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 is called dark block ,otherwise it’s called a light block</a:t>
            </a:r>
          </a:p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i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: the value of LCS(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1..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W[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: holds the value of the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on the bottom wall of block 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870F5F-053D-64A7-6E6C-0108FE4E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3605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B41738-70CA-2B05-3DE8-9D6ADA1E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Forced path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B798DE-2378-5526-77F9-0CBF354DC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the dark block by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strickly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diagonal moves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the light block by strictly horizontal (or vertical, respectively) moves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3282AC-E3CB-98D5-952E-F9566538D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95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36EF17-6BE1-4CFE-4EF4-91C98A6A0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the LCS problem on RLE strings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324FB7C-35BA-B1CC-8EDA-43402F0ED2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Dark block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,then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)+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 block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,then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max{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,Y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X,Yb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Merged light blocks</a:t>
                </a:r>
              </a:p>
              <a:p>
                <a:pPr lvl="1"/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r1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r2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…Xa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,Yb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max{LCS(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r1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r2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Xa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,Y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),LCS(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Yb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US" altLang="zh-TW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Yb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324FB7C-35BA-B1CC-8EDA-43402F0ED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4F604D-EB77-FBC1-A95D-5AB5B28E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771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1EC0E8-3383-075A-F03D-7A3FFB86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Minimal Query (RMQ)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E060377-89F2-10CF-F622-0AEBC03D47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an array of real numbers A[1..n], the range minimal (maximal) query (RMQ) problem is to answer the consequent queries on intervals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interval [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], 1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 </m:t>
                    </m:r>
                  </m:oMath>
                </a14:m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 RMQ asks to return the index of the minimal element in the interval A[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Cartesian tree to reduce RMQ problem to O(1)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as minimal value and maximal value in interval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E060377-89F2-10CF-F622-0AEBC03D47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6231A-6AC8-349E-B30D-06D07D0D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53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DB8728-9056-785F-7677-0010F051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idea(1/2)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1C9EF3-01E6-2C39-F9C8-788F094E7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W[4,7,2]:</a:t>
            </a:r>
          </a:p>
          <a:p>
            <a:pPr marL="457200" lvl="1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(dark block)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457200" lvl="1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(light block) = max{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57200" lvl="1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expanding the values of the remaining elements on the forced path between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get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max{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max{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TW" altLang="en-US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marL="457200" lvl="1" indent="0">
              <a:buNone/>
            </a:pPr>
            <a:endParaRPr lang="en-US" altLang="zh-TW" b="0" i="0" baseline="-2500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we get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max{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marL="457200" lvl="1" indent="0">
              <a:buNone/>
            </a:pPr>
            <a:endParaRPr lang="zh-TW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F15588F-082A-B240-6A2D-18C274216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51" y="266790"/>
            <a:ext cx="4648849" cy="33532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6C19BE1-4790-4954-0F3B-34BA227F255C}"/>
              </a:ext>
            </a:extLst>
          </p:cNvPr>
          <p:cNvSpPr/>
          <p:nvPr/>
        </p:nvSpPr>
        <p:spPr>
          <a:xfrm>
            <a:off x="11607438" y="3089366"/>
            <a:ext cx="272142" cy="339634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6114ED3E-0CEB-4F42-F155-C379386D7374}"/>
              </a:ext>
            </a:extLst>
          </p:cNvPr>
          <p:cNvCxnSpPr>
            <a:stCxn id="6" idx="2"/>
          </p:cNvCxnSpPr>
          <p:nvPr/>
        </p:nvCxnSpPr>
        <p:spPr>
          <a:xfrm flipH="1">
            <a:off x="11740243" y="3429000"/>
            <a:ext cx="3266" cy="32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A7C215E-573E-1FB1-CA10-1FD0C287F5DA}"/>
              </a:ext>
            </a:extLst>
          </p:cNvPr>
          <p:cNvSpPr txBox="1"/>
          <p:nvPr/>
        </p:nvSpPr>
        <p:spPr>
          <a:xfrm>
            <a:off x="11169832" y="3721519"/>
            <a:ext cx="120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W[4,7,2]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0D027A-6A11-D999-583F-3B82BF56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34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EBFC6-9830-2EF3-E90A-1812F608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idea(2/2)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FB8090-877F-D3CE-E7CF-8576BCAF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max{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  <a:endParaRPr lang="en-US" altLang="zh-TW" dirty="0"/>
          </a:p>
          <a:p>
            <a:r>
              <a:rPr lang="en-US" altLang="zh-TW" dirty="0"/>
              <a:t>{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altLang="zh-TW" b="0" i="0" baseline="-2500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7,</a:t>
            </a:r>
            <a:r>
              <a:rPr lang="en-US" altLang="zh-TW" b="0" i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altLang="zh-TW" baseline="-250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/>
              <a:t>} are right corner of the block </a:t>
            </a:r>
          </a:p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located at either the bottom wall of a light block or the lower right corner of a dark block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=max{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bottom wall</a:t>
            </a:r>
          </a:p>
          <a:p>
            <a:pPr marL="457200" lvl="1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dark block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 need to be calculated in original</a:t>
            </a:r>
          </a:p>
          <a:p>
            <a:pPr marL="0" indent="0">
              <a:buNone/>
            </a:pP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lattice include the lower right corners of all blocks and the bottom                     blocks and bottom walls of the dark blocks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4E74E4-4F8A-2492-9444-AF30F1EDB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151" y="3288664"/>
            <a:ext cx="4648849" cy="335326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6B694F3-2360-7D50-D841-AB5DDBF09193}"/>
              </a:ext>
            </a:extLst>
          </p:cNvPr>
          <p:cNvSpPr/>
          <p:nvPr/>
        </p:nvSpPr>
        <p:spPr>
          <a:xfrm>
            <a:off x="8611689" y="4795481"/>
            <a:ext cx="358139" cy="339634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4CE88A-DD05-13F1-3EE9-57B87D74FAA8}"/>
              </a:ext>
            </a:extLst>
          </p:cNvPr>
          <p:cNvSpPr/>
          <p:nvPr/>
        </p:nvSpPr>
        <p:spPr>
          <a:xfrm>
            <a:off x="9547861" y="4795481"/>
            <a:ext cx="358139" cy="339634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08E80F-ADAA-4B13-A310-32C464337735}"/>
              </a:ext>
            </a:extLst>
          </p:cNvPr>
          <p:cNvSpPr/>
          <p:nvPr/>
        </p:nvSpPr>
        <p:spPr>
          <a:xfrm>
            <a:off x="10370821" y="4795481"/>
            <a:ext cx="358139" cy="339634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15A75C-A723-D3A6-A3EE-DFE0F96FF42A}"/>
              </a:ext>
            </a:extLst>
          </p:cNvPr>
          <p:cNvSpPr/>
          <p:nvPr/>
        </p:nvSpPr>
        <p:spPr>
          <a:xfrm>
            <a:off x="11353800" y="4795481"/>
            <a:ext cx="358139" cy="339634"/>
          </a:xfrm>
          <a:prstGeom prst="rect">
            <a:avLst/>
          </a:prstGeom>
          <a:solidFill>
            <a:srgbClr val="00B0F0">
              <a:alpha val="3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440CBE-BBCE-EA50-0BF9-8F67E107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02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EA3D41-3E94-8458-5E91-5F0257C4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Algorithm(1/4)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8E2BB7-8FC3-E89B-CF8F-667B027FB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lvl="2"/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TW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]:the index of the former run of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contains the same symbol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]:the number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ocurences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suffix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σ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j,r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..m</a:t>
            </a:r>
          </a:p>
          <a:p>
            <a:pPr lvl="2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]:the values of the lower right corners of the blocks in row 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− 1) plus the number of occurrences of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corners to the right end of Y,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]=M[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i-1,j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]+C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j,m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lvl="2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j,r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]: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out the head of the forced path corresponding to 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F0E28D-6299-8BC0-4D86-7750E9BA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6106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8F567-F020-D771-9112-D9D17DA4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Algorithm(2/4)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F3624-47FD-E41D-9E5D-5B24CB506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block at light block :M[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max{M[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-1,j], M[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-1]}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block at dark block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ComputeWall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M[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W[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i,j,m</a:t>
            </a:r>
            <a:r>
              <a:rPr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01E587-EB9B-BA8F-DF4D-FFA16E7F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88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9EB295-EAD0-0302-F7C5-F81444967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Algorithm(3/4)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7B9F70E-DC9D-A22B-6872-51DBB50B5C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ComputeWall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forced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path is never across on row 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− 1):</a:t>
                </a:r>
              </a:p>
              <a:p>
                <a:pPr lvl="2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W[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,j-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1)-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j,r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=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RMQ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,j’,j-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1)-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j,r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</a:p>
              <a:p>
                <a:pPr lvl="2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forced path is a lower right corner of a block: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= M[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i-1,j’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]+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Else: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= max{M[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i-1,j’-1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], W[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i’,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j’,r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’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]}+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W[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i,j,r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=max{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}</a:t>
                </a:r>
              </a:p>
              <a:p>
                <a:endParaRPr lang="en-US" altLang="zh-TW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7B9F70E-DC9D-A22B-6872-51DBB50B5C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F2AE95-B85F-66E0-497E-63731D64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9918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624F64-7C5D-739C-83F8-C166FBE9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Algorithm(4/4)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2B86B0-3E65-C000-39EF-596C3A9E4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2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(min(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2))</a:t>
            </a:r>
          </a:p>
          <a:p>
            <a:pPr lvl="2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:the numbers of elements on the bottom and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zh-TW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boundaries of the dark blocks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block at light block :O(1)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block at dark block :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ComputeWall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i,j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)(O(1))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 O(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+min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2))</a:t>
            </a:r>
          </a:p>
          <a:p>
            <a:pPr marL="914400" lvl="2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6EC8E9-6BB4-C6DD-E4CF-73FBA9C0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9354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188A3-23D0-1C5A-E00E-1572096D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to other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D2C315A-27B0-2FE1-D18F-5301743C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997" y="2347188"/>
            <a:ext cx="8726005" cy="300858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77C5002-820B-286A-B9E9-26D81A2CD14A}"/>
              </a:ext>
            </a:extLst>
          </p:cNvPr>
          <p:cNvSpPr/>
          <p:nvPr/>
        </p:nvSpPr>
        <p:spPr>
          <a:xfrm>
            <a:off x="7284099" y="2490651"/>
            <a:ext cx="2764972" cy="2394858"/>
          </a:xfrm>
          <a:prstGeom prst="rect">
            <a:avLst/>
          </a:prstGeom>
          <a:solidFill>
            <a:srgbClr val="FF0000">
              <a:alpha val="10000"/>
            </a:srgbClr>
          </a:solidFill>
          <a:effectLst>
            <a:outerShdw blurRad="50800" dist="50800" dir="5400000" algn="c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2">
                  <a:alpha val="10000"/>
                </a:schemeClr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10" name="圖形 9" descr="標幟 以實心填滿">
            <a:extLst>
              <a:ext uri="{FF2B5EF4-FFF2-40B4-BE49-F238E27FC236}">
                <a16:creationId xmlns:a16="http://schemas.microsoft.com/office/drawing/2014/main" id="{8880BA64-AEE1-1F1B-71F0-F5CF2392F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2331" y="1576251"/>
            <a:ext cx="914400" cy="9144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4E60C0E-C586-70E4-B293-44CE2A54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126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9D8263-2B40-F69C-B304-95EC9488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/>
                <a:ea typeface="新細明體"/>
                <a:cs typeface="Calibri Light"/>
              </a:rPr>
              <a:t>Longest common subsequence</a:t>
            </a:r>
            <a:r>
              <a:rPr lang="zh-TW" altLang="en-US" dirty="0">
                <a:latin typeface="Times New Roman"/>
                <a:ea typeface="新細明體"/>
                <a:cs typeface="Calibri Light"/>
              </a:rPr>
              <a:t> </a:t>
            </a:r>
            <a:r>
              <a:rPr lang="en-US" altLang="zh-TW" dirty="0">
                <a:latin typeface="Times New Roman"/>
                <a:ea typeface="新細明體"/>
                <a:cs typeface="Calibri Light"/>
              </a:rPr>
              <a:t>with run-length-encoded(a)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35C840-D79C-F2C7-C70D-D79C1FBE8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X=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ttccca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(t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tcccca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(t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LCS=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tccca</a:t>
            </a:r>
            <a:endParaRPr lang="en-US" altLang="zh-TW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Time 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complecity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O(</a:t>
            </a:r>
            <a:r>
              <a:rPr lang="en-US" altLang="zh-TW" i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nl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+</a:t>
            </a:r>
            <a:r>
              <a:rPr lang="en-US" altLang="zh-TW" i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mk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CDEBF8A-99A8-6C5F-B9F5-010FF4B8A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931923"/>
              </p:ext>
            </p:extLst>
          </p:nvPr>
        </p:nvGraphicFramePr>
        <p:xfrm>
          <a:off x="3825965" y="1825624"/>
          <a:ext cx="8128000" cy="411407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824918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954254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1609219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648915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806855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7480398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0962692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83361232"/>
                    </a:ext>
                  </a:extLst>
                </a:gridCol>
              </a:tblGrid>
              <a:tr h="51425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49150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533417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65298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792391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53896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49199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797888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349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1E8CD1-835D-77C6-8215-41C91BD7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619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2CC553-4421-B8C9-8E75-965272D6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/>
                <a:ea typeface="新細明體"/>
                <a:cs typeface="Calibri Light"/>
              </a:rPr>
              <a:t>Longest common subsequence</a:t>
            </a:r>
            <a:r>
              <a:rPr lang="zh-TW" altLang="en-US" dirty="0">
                <a:latin typeface="Times New Roman"/>
                <a:ea typeface="新細明體"/>
                <a:cs typeface="Calibri Light"/>
              </a:rPr>
              <a:t> </a:t>
            </a:r>
            <a:r>
              <a:rPr lang="en-US" altLang="zh-TW" dirty="0">
                <a:latin typeface="Times New Roman"/>
                <a:ea typeface="新細明體"/>
                <a:cs typeface="Calibri Light"/>
              </a:rPr>
              <a:t>with run-length-encoded(c)</a:t>
            </a: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92A377E8-CA16-8E0E-27C4-86E9B4CE3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X=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ttccca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(t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tcccca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(t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LCS=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tccca</a:t>
            </a:r>
            <a:endParaRPr lang="en-US" altLang="zh-TW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Time 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complecity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O(</a:t>
            </a:r>
            <a:r>
              <a:rPr lang="en-US" altLang="zh-TW" i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kl+</a:t>
            </a:r>
            <a:r>
              <a:rPr lang="en-US" altLang="zh-TW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min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X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,</a:t>
            </a:r>
            <a:r>
              <a:rPr lang="en-US" altLang="zh-TW" i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</a:t>
            </a:r>
            <a:r>
              <a:rPr lang="en-US" altLang="zh-TW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))</a:t>
            </a:r>
            <a:endParaRPr lang="zh-TW" alt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8536D47-5BE6-C755-CACA-AADB23636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543050"/>
              </p:ext>
            </p:extLst>
          </p:nvPr>
        </p:nvGraphicFramePr>
        <p:xfrm>
          <a:off x="3806301" y="1825625"/>
          <a:ext cx="8128000" cy="411407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824918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954254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71609219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56489156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8068554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87480398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0962692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83361232"/>
                    </a:ext>
                  </a:extLst>
                </a:gridCol>
              </a:tblGrid>
              <a:tr h="51425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49150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533417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965298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792391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53896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849199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797888"/>
                  </a:ext>
                </a:extLst>
              </a:tr>
              <a:tr h="51425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349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72D653-1B81-6B7B-2120-0274432E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2405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1554D3-484E-CAD8-6D38-3915C1B9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2189"/>
            <a:ext cx="10515600" cy="1325563"/>
          </a:xfrm>
        </p:spPr>
        <p:txBody>
          <a:bodyPr/>
          <a:lstStyle/>
          <a:p>
            <a:pPr algn="ctr"/>
            <a:r>
              <a:rPr lang="zh-TW" altLang="en-US">
                <a:latin typeface="Times New Roman"/>
                <a:ea typeface="新細明體"/>
                <a:cs typeface="Calibri Light"/>
              </a:rPr>
              <a:t>Thanks</a:t>
            </a:r>
            <a:endParaRPr lang="zh-TW" altLang="en-US">
              <a:latin typeface="Times New Roman"/>
              <a:cs typeface="Calibri Light" panose="020F0302020204030204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D73BD2C-184A-508C-EF35-E45479D9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403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4602</TotalTime>
  <Words>1660</Words>
  <Application>Microsoft Office PowerPoint</Application>
  <PresentationFormat>寬螢幕</PresentationFormat>
  <Paragraphs>214</Paragraphs>
  <Slides>18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Söhne</vt:lpstr>
      <vt:lpstr>Arial</vt:lpstr>
      <vt:lpstr>Calibri</vt:lpstr>
      <vt:lpstr>Calibri Light</vt:lpstr>
      <vt:lpstr>Cambria Math</vt:lpstr>
      <vt:lpstr>Times New Roman</vt:lpstr>
      <vt:lpstr>Office Theme</vt:lpstr>
      <vt:lpstr>A fast and simple algorithm for computing the longest common subsequence of run-length-encoded strings</vt:lpstr>
      <vt:lpstr>Abstract </vt:lpstr>
      <vt:lpstr>Longest common subsequence(LCS)</vt:lpstr>
      <vt:lpstr>Run-length-encoded(RLE)</vt:lpstr>
      <vt:lpstr>The block &amp; data structure</vt:lpstr>
      <vt:lpstr>Forced path</vt:lpstr>
      <vt:lpstr>Properties of the LCS problem on RLE strings</vt:lpstr>
      <vt:lpstr>The Range Minimal Query (RMQ) problem</vt:lpstr>
      <vt:lpstr>The basic idea(1/2)</vt:lpstr>
      <vt:lpstr>The basic idea(2/2)</vt:lpstr>
      <vt:lpstr>Algorithm(1/4)</vt:lpstr>
      <vt:lpstr>Algorithm(2/4)</vt:lpstr>
      <vt:lpstr>Algorithm(3/4)</vt:lpstr>
      <vt:lpstr>Algorithm(4/4)</vt:lpstr>
      <vt:lpstr>Compare to other algorithm</vt:lpstr>
      <vt:lpstr>Longest common subsequence with run-length-encoded(a)</vt:lpstr>
      <vt:lpstr>Longest common subsequence with run-length-encoded(c)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pplab</cp:lastModifiedBy>
  <cp:revision>1007</cp:revision>
  <dcterms:created xsi:type="dcterms:W3CDTF">2022-10-11T15:33:00Z</dcterms:created>
  <dcterms:modified xsi:type="dcterms:W3CDTF">2023-10-24T11:38:22Z</dcterms:modified>
</cp:coreProperties>
</file>