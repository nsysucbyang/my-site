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notesSlides/notesSlide10.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256" r:id="rId2"/>
    <p:sldId id="257" r:id="rId3"/>
    <p:sldId id="259" r:id="rId4"/>
    <p:sldId id="296" r:id="rId5"/>
    <p:sldId id="300" r:id="rId6"/>
    <p:sldId id="301" r:id="rId7"/>
    <p:sldId id="302" r:id="rId8"/>
    <p:sldId id="303" r:id="rId9"/>
    <p:sldId id="288"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6" r:id="rId23"/>
    <p:sldId id="317" r:id="rId24"/>
    <p:sldId id="318" r:id="rId25"/>
    <p:sldId id="319" r:id="rId26"/>
    <p:sldId id="269" r:id="rId2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46" autoAdjust="0"/>
    <p:restoredTop sz="82645" autoAdjust="0"/>
  </p:normalViewPr>
  <p:slideViewPr>
    <p:cSldViewPr snapToGrid="0">
      <p:cViewPr varScale="1">
        <p:scale>
          <a:sx n="57" d="100"/>
          <a:sy n="57" d="100"/>
        </p:scale>
        <p:origin x="116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2B1B951-C510-4522-AF93-ADB85ED09A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629B89B7-9CDA-4AA8-9698-7B71FD1985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70CF6B-A307-4891-9A3F-3BDEA15122F4}" type="datetimeFigureOut">
              <a:rPr lang="zh-TW" altLang="en-US" smtClean="0"/>
              <a:t>2023/12/26</a:t>
            </a:fld>
            <a:endParaRPr lang="zh-TW" altLang="en-US"/>
          </a:p>
        </p:txBody>
      </p:sp>
      <p:sp>
        <p:nvSpPr>
          <p:cNvPr id="4" name="頁尾版面配置區 3">
            <a:extLst>
              <a:ext uri="{FF2B5EF4-FFF2-40B4-BE49-F238E27FC236}">
                <a16:creationId xmlns:a16="http://schemas.microsoft.com/office/drawing/2014/main" id="{94AA06BA-A144-429D-9036-05EAC36F3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5D362C06-5F0E-4E9C-8F96-54694C2D61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0C0899-C804-4EB6-B155-7732788E8AAF}" type="slidenum">
              <a:rPr lang="zh-TW" altLang="en-US" smtClean="0"/>
              <a:t>‹#›</a:t>
            </a:fld>
            <a:endParaRPr lang="zh-TW" altLang="en-US"/>
          </a:p>
        </p:txBody>
      </p:sp>
    </p:spTree>
    <p:extLst>
      <p:ext uri="{BB962C8B-B14F-4D97-AF65-F5344CB8AC3E}">
        <p14:creationId xmlns:p14="http://schemas.microsoft.com/office/powerpoint/2010/main" val="2370685796"/>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6:30:16.597"/>
    </inkml:context>
    <inkml:brush xml:id="br0">
      <inkml:brushProperty name="width" value="0.1" units="cm"/>
      <inkml:brushProperty name="height" value="0.1" units="cm"/>
      <inkml:brushProperty name="color" value="#E71224"/>
    </inkml:brush>
  </inkml:definitions>
  <inkml:trace contextRef="#ctx0" brushRef="#br0">1 1 24575,'2632'0'0,"-2612"1"0,-1 1 0,-1 0 0,23 7 0,-19-3 0,41 3 0,303-6 0,-189-5 0,4 2-1365,-155 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6:30:18.192"/>
    </inkml:context>
    <inkml:brush xml:id="br0">
      <inkml:brushProperty name="width" value="0.1" units="cm"/>
      <inkml:brushProperty name="height" value="0.1" units="cm"/>
      <inkml:brushProperty name="color" value="#E71224"/>
    </inkml:brush>
  </inkml:definitions>
  <inkml:trace contextRef="#ctx0" brushRef="#br0">0 0 24575,'3388'0'-1365,"-3362"0"-5461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6:30:19.789"/>
    </inkml:context>
    <inkml:brush xml:id="br0">
      <inkml:brushProperty name="width" value="0.1" units="cm"/>
      <inkml:brushProperty name="height" value="0.1" units="cm"/>
      <inkml:brushProperty name="color" value="#E71224"/>
    </inkml:brush>
  </inkml:definitions>
  <inkml:trace contextRef="#ctx0" brushRef="#br0">1849 274 24575,'-2'-1'0,"-1"0"0,0 0 0,1 0 0,-1 0 0,1 0 0,-1 0 0,1-1 0,-1 1 0,1-1 0,0 0 0,0 0 0,0 0 0,-2-3 0,-12-8 0,-18-10 0,1 0 0,-1 2 0,-1 1 0,-1 1 0,-48-17 0,43 23 0,7 0 0,0 3 0,-2 0 0,1 3 0,-52-5 0,57 9 0,-42-9 0,44 6 0,-54-4 0,-282 11 0,348 0 0,0 0 0,0 2 0,0 0 0,0 0 0,0 2 0,1 0 0,-25 11 0,-98 60 0,124-67 0,-16 12 0,0 2 0,2 1 0,1 2 0,-31 36 0,-2 1 0,44-44 0,1 1 0,0 0 0,-14 27 0,15-20 0,1 0 0,2 0 0,0 1 0,2 0 0,1 1 0,-5 31 0,8-18 0,2 1 0,2 0 0,6 65 0,-3-98 0,0 1 0,0-1 0,1 1 0,0-1 0,0 0 0,1 0 0,1 0 0,0-1 0,0 1 0,1-1 0,0-1 0,1 1 0,-1-1 0,11 9 0,10 7 0,1-1 0,57 37 0,-31-24 0,9 2 0,0-2 0,109 42 0,-158-72 0,29 10 0,70 18 0,15-11 0,-88-15 0,1-2 0,0-1 0,0-3 0,80-4 0,-29 0 0,845 2 0,-931 0 0,0-1 0,0 1 0,-1-1 0,1 0 0,0 0 0,-1-1 0,1 1 0,-1-1 0,1 0 0,-1-1 0,0 1 0,0-1 0,0 0 0,0-1 0,-1 1 0,1-1 0,-1 0 0,0 0 0,0 0 0,0-1 0,-1 1 0,1-1 0,-1 0 0,0 0 0,0 0 0,-1 0 0,4-10 0,15-36 0,15-59 0,-29 83 0,-2 0 0,0-1 0,-2 1 0,0-33 0,-3 14 0,-3-100 0,1 121 0,-1 1 0,-1-1 0,-14-43 0,-94-214 0,106 267 0,-1 1 0,-1 0 0,-1 0 0,0 1 0,-17-20 0,19 26 0,-1-1 0,0 1 0,0 1 0,-1-1 0,0 2 0,0-1 0,-1 1 0,1 0 0,-14-4 0,-167-72-1365,171 74-5461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6:30:21.215"/>
    </inkml:context>
    <inkml:brush xml:id="br0">
      <inkml:brushProperty name="width" value="0.1" units="cm"/>
      <inkml:brushProperty name="height" value="0.1" units="cm"/>
      <inkml:brushProperty name="color" value="#E71224"/>
    </inkml:brush>
  </inkml:definitions>
  <inkml:trace contextRef="#ctx0" brushRef="#br0">1726 365 24575,'1'-6'0,"0"-1"0,0 0 0,1 1 0,0-1 0,3-9 0,7-21 0,-12 29 0,1 1 0,-1 0 0,0 0 0,0 0 0,-1-1 0,0 1 0,0 0 0,-1 0 0,0 0 0,0 0 0,0 1 0,-1-1 0,0 1 0,-1-1 0,1 1 0,-1 0 0,-1 0 0,1 1 0,-1-1 0,0 1 0,0 0 0,0 0 0,-1 0 0,1 1 0,-1 0 0,0 0 0,-1 1 0,1-1 0,-1 1 0,-13-4 0,-35-12 0,-2 2 0,-69-12 0,65 16 0,40 8 0,-1 1 0,-26-2 0,-295 4 0,172 4 0,148-1 0,0 2 0,1 0 0,-32 10 0,22-6 0,-1 4 0,-1 1 0,2 2 0,-1 1 0,-39 25 0,67-37 0,-14 10 0,0 0 0,0 2 0,2 0 0,-31 35 0,27-28 0,7-5 0,1 1 0,0 1 0,1 0 0,1 1 0,-15 40 0,-13 22 0,24-56 0,2 2 0,1-1 0,1 1 0,2 1 0,0 0 0,2 0 0,2 1 0,0 0 0,2 0 0,1 46 0,1-29 0,2 44 0,-1-83 0,1 0 0,1-1 0,0 1 0,0 0 0,0-1 0,1 1 0,0-1 0,7 13 0,-2-7 0,8 11 0,26 34 0,-35-51 0,1 1 0,-1-1 0,1 0 0,1 0 0,-1-1 0,1 0 0,16 7 0,38 13 0,2-3 0,1-3 0,114 19 0,-129-26 0,-34-8 0,1-1 0,21 3 0,61 8 0,-62-8 0,62 4 0,-73-9 0,-1 1 0,27 7 0,-26-5 0,52 5 0,357-9 0,-206-3 0,-218 1 0,1 0 0,-1-1 0,0 0 0,0-1 0,1 0 0,-2-1 0,1-1 0,0 0 0,-1 0 0,0-1 0,0 0 0,-1-1 0,0 0 0,0-1 0,0 0 0,-1-1 0,0 0 0,-1 0 0,0-1 0,-1 0 0,1 0 0,-2-1 0,0 0 0,0 0 0,-1 0 0,0-1 0,3-12 0,0-1 0,-1 0 0,-1 0 0,-1-1 0,-1 0 0,1-31 0,-4 31 0,2 1 0,7-31 0,-4 29 0,3-51 0,-8 42 0,-4-230 0,1 253 0,0 1 0,-2-1 0,1 1 0,-1 0 0,-1 0 0,0 0 0,-1 1 0,0 0 0,-1 0 0,0 0 0,-1 1 0,0 0 0,-12-11 0,-12-10 0,-2 1 0,-51-34 0,73 56-17,-1 1 1,-1 0-1,1 1 0,-18-5 0,2 0-1264,11 3-5545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10:32.617"/>
    </inkml:context>
    <inkml:brush xml:id="br0">
      <inkml:brushProperty name="width" value="0.1" units="cm"/>
      <inkml:brushProperty name="height" value="0.1" units="cm"/>
      <inkml:brushProperty name="color" value="#E71224"/>
    </inkml:brush>
  </inkml:definitions>
  <inkml:trace contextRef="#ctx0" brushRef="#br0">0 80 24575,'45'-2'0,"64"-11"0,-64 6 0,61-2 0,650 10 0,-738-2 0,0-1 0,0 0 0,26-8 0,-23 5 0,42-5 0,283 7 0,-178 5 0,-52 0 0,129-5 0,-196-8-1365,-29 5-5461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10:34.897"/>
    </inkml:context>
    <inkml:brush xml:id="br0">
      <inkml:brushProperty name="width" value="0.1" units="cm"/>
      <inkml:brushProperty name="height" value="0.1" units="cm"/>
      <inkml:brushProperty name="color" value="#E71224"/>
    </inkml:brush>
  </inkml:definitions>
  <inkml:trace contextRef="#ctx0" brushRef="#br0">0 34 24575,'1'-1'0,"-1"0"0,0 0 0,1 0 0,-1 0 0,0 0 0,1 0 0,-1 0 0,1 0 0,0 0 0,-1 0 0,1 0 0,0 0 0,-1 1 0,1-1 0,0 0 0,0 0 0,0 1 0,0-1 0,0 1 0,0-1 0,0 1 0,0-1 0,0 1 0,0-1 0,0 1 0,2 0 0,32-7 0,-32 7 0,85-6 0,112 6 0,-74 3 0,1608-3-1365,-1708 0-5461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10:58.522"/>
    </inkml:context>
    <inkml:brush xml:id="br0">
      <inkml:brushProperty name="width" value="0.1" units="cm"/>
      <inkml:brushProperty name="height" value="0.1" units="cm"/>
      <inkml:brushProperty name="color" value="#E71224"/>
    </inkml:brush>
  </inkml:definitions>
  <inkml:trace contextRef="#ctx0" brushRef="#br0">0 3 24575,'54'-1'0,"-28"-1"0,1 2 0,0 1 0,0 1 0,43 9 0,-41-4 0,0-2 0,51 1 0,-45-4 0,46 9 0,-40-4 0,77 1 0,-35-4 0,-9 10 0,-54-9 0,39 4 0,307-6 0,-188-5 0,667 2-1365,-819 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3:36.408"/>
    </inkml:context>
    <inkml:brush xml:id="br0">
      <inkml:brushProperty name="width" value="0.1" units="cm"/>
      <inkml:brushProperty name="height" value="0.1" units="cm"/>
      <inkml:brushProperty name="color" value="#E71224"/>
    </inkml:brush>
  </inkml:definitions>
  <inkml:trace contextRef="#ctx0" brushRef="#br0">1 93 24575,'35'0'0,"1"-2"0,-1-1 0,51-10 0,-38 5 0,1 3 0,-1 1 0,91 6 0,-39 1 0,354-3 0,-435-1 0,0-1 0,0-1 0,21-6 0,-17 4 0,39-5 0,304 7 0,-189 6 0,-158-4 0,0-1 0,0-1 0,22-6 0,-19 4 0,40-5 0,304 7 0,-188 6 0,607-3-1365,-759 0-5461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3:39.078"/>
    </inkml:context>
    <inkml:brush xml:id="br0">
      <inkml:brushProperty name="width" value="0.1" units="cm"/>
      <inkml:brushProperty name="height" value="0.1" units="cm"/>
      <inkml:brushProperty name="color" value="#E71224"/>
    </inkml:brush>
  </inkml:definitions>
  <inkml:trace contextRef="#ctx0" brushRef="#br0">1 216 24575,'24'-10'0,"-7"2"0,13 2 0,0 1 0,0 2 0,0 1 0,0 1 0,36 4 0,-2-2 0,-38-1 0,-1-1 0,0-2 0,46-10 0,6-2 0,-45 10 0,56-17 0,-36 8-237,1 2 0,0 2 0,55-2 0,-43 4-463,28 4-69,-69 4 785,0-1 0,0-1 0,44-9-1,-38 5-15,1 1 1,0 1-1,61 2 0,-57 2 0,0-2-1,56-9 1,-18 1 615,-1 2-1,1 4 0,95 6 1,-41 1-719,569-3 104,-672 1 0,0 2 0,45 10 0,-4 0 0,0-1 0,-32-5 0,49 3 0,33 6 0,-78-10 0,54 3 0,-62-8-1365,-3-1-5461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3:57.457"/>
    </inkml:context>
    <inkml:brush xml:id="br0">
      <inkml:brushProperty name="width" value="0.1" units="cm"/>
      <inkml:brushProperty name="height" value="0.1" units="cm"/>
      <inkml:brushProperty name="color" value="#E71224"/>
    </inkml:brush>
  </inkml:definitions>
  <inkml:trace contextRef="#ctx0" brushRef="#br0">0 33 24575,'395'0'0,"-376"-1"0,0-1 0,0-1 0,22-6 0,-19 4 0,40-4 0,304 6 0,-188 5 0,1122-2 0,-1281 1 0,0 1 0,0 1 0,22 6 0,-19-4 0,40 4 0,183-7 60,-129-3-1485,-90 1-5401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3:59.546"/>
    </inkml:context>
    <inkml:brush xml:id="br0">
      <inkml:brushProperty name="width" value="0.1" units="cm"/>
      <inkml:brushProperty name="height" value="0.1" units="cm"/>
      <inkml:brushProperty name="color" value="#E71224"/>
    </inkml:brush>
  </inkml:definitions>
  <inkml:trace contextRef="#ctx0" brushRef="#br0">0 33 24575,'1152'0'0,"-1133"-2"0,0 0 0,0 0 0,21-7 0,-18 3 0,41-3 0,303 6 0,-189 6 0,820-3-1365,-971 0-5461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5:30.139"/>
    </inkml:context>
    <inkml:brush xml:id="br0">
      <inkml:brushProperty name="width" value="0.1" units="cm"/>
      <inkml:brushProperty name="height" value="0.1" units="cm"/>
      <inkml:brushProperty name="color" value="#E71224"/>
    </inkml:brush>
  </inkml:definitions>
  <inkml:trace contextRef="#ctx0" brushRef="#br0">0 31 24575,'1'-1'0,"-1"0"0,0 0 0,1 0 0,-1 0 0,0 0 0,1 0 0,-1 0 0,1 0 0,0 0 0,-1 0 0,1 0 0,0 0 0,-1 1 0,1-1 0,0 0 0,0 0 0,0 1 0,0-1 0,0 1 0,0-1 0,0 1 0,0-1 0,0 1 0,0 0 0,0-1 0,2 1 0,32-7 0,-32 7 0,5-1 0,1 0 0,-1 0 0,0 1 0,1 0 0,-1 1 0,0 0 0,1 0 0,-1 0 0,0 1 0,0 1 0,0-1 0,0 2 0,-1-1 0,1 1 0,-1 0 0,0 0 0,0 1 0,0 0 0,-1 0 0,1 0 0,8 11 0,6 9 0,-1 0 0,27 46 0,15 21 0,12 19 0,-52-76 0,-9-9 0,-1 0 0,-1 1 0,-1 0 0,-2 1 0,10 52 0,-9-41 0,-2 4 0,-2 1 0,-3 0 0,-4 83 0,0-33 0,4 26 0,-5 122 0,-1-221 0,0-1 0,-1 0 0,-1 0 0,-10 21 0,-4 18 0,7-18 0,-59 171 0,50-165 0,-2-1 0,-2-1 0,-2-1 0,-2-2 0,-1 0 0,-69 67 0,68-75-58,22-22-129,-1 0 1,0-2-1,0 1 0,-1-1 0,0-1 1,-14 9-1,8-11-6639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5:31.612"/>
    </inkml:context>
    <inkml:brush xml:id="br0">
      <inkml:brushProperty name="width" value="0.1" units="cm"/>
      <inkml:brushProperty name="height" value="0.1" units="cm"/>
      <inkml:brushProperty name="color" value="#E71224"/>
    </inkml:brush>
  </inkml:definitions>
  <inkml:trace contextRef="#ctx0" brushRef="#br0">0 1 24575,'15'0'0,"0"0"0,0 2 0,26 4 0,-35-4 0,1 0 0,-1 0 0,0 0 0,0 1 0,-1 0 0,1 0 0,0 1 0,-1 0 0,0 0 0,0 0 0,6 7 0,15 16 0,-1 2 0,-1 1 0,-1 2 0,-2 0 0,25 50 0,25 95 0,-32-75 0,30 103 0,-65-185 0,-1-1 0,2 36 0,-5-35 0,2 0 0,7 34 0,-1-14 0,-1 1 0,-3 0 0,-1 0 0,-2 0 0,-7 70 0,2-89 0,-1 0 0,-1 1 0,-1-2 0,-15 34 0,-4 13 0,-66 165 0,71-181 0,13-30 0,-1-1 0,-1 0 0,-13 20 0,-6 5 0,-19 27 0,35-56 0,2-3 0,0 0 0,-1-1 0,-24 23 0,22-24 0,11-9 0,0 0 0,0 0 0,0 0 0,-1 0 0,0 0 0,1-1 0,-1 1 0,0-1 0,0 0 0,0 0 0,-1-1 0,-4 2 0,8-3 2,1 0 0,-1 0 0,1 0-1,-1 0 1,1 0 0,-1 0 0,1 0-1,-1-1 1,1 1 0,-1 0 0,1 0-1,-1-1 1,1 1 0,-1 0 0,1 0-1,-1-1 1,1 1 0,-1-1 0,1 1-1,0 0 1,-1-1 0,1 1 0,0-1-1,-1 1 1,1-1 0,0 1 0,0-1-1,-1 1 1,1-1 0,0 1 0,0-1 0,0 1-1,0-1 1,0 1 0,0-1 0,0 1-1,0-1 1,0 0 0,0 1 0,0-1-1,0 0 1,7-23-1441,4 2-5387</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6:30.505"/>
    </inkml:context>
    <inkml:brush xml:id="br0">
      <inkml:brushProperty name="width" value="0.1" units="cm"/>
      <inkml:brushProperty name="height" value="0.1" units="cm"/>
      <inkml:brushProperty name="color" value="#E71224"/>
    </inkml:brush>
  </inkml:definitions>
  <inkml:trace contextRef="#ctx0" brushRef="#br0">1 178 24575,'1'12'0,"1"1"0,0-1 0,1 1 0,1-1 0,0 0 0,9 19 0,7 26 0,-17-48 0,-1 0 0,1 0 0,1-1 0,0 1 0,0-1 0,8 13 0,-9-18 0,0 1 0,0-1 0,0 0 0,1 0 0,-1-1 0,1 1 0,0 0 0,-1-1 0,1 0 0,0 0 0,0 0 0,1-1 0,-1 1 0,0-1 0,9 1 0,-2 0 0,0-2 0,0 1 0,0-1 0,0-1 0,0 0 0,0-1 0,-1 0 0,1 0 0,-1-1 0,1-1 0,-1 0 0,0 0 0,0-1 0,-1 0 0,1 0 0,-1-1 0,0-1 0,-1 0 0,1 0 0,12-14 0,-6 6 0,1 2 0,22-14 0,-19 14 0,28-26 0,-27 17 0,-1 0 0,-1-1 0,22-39 0,-23 34 0,2 1 0,29-33 0,-34 44-1365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6:34.784"/>
    </inkml:context>
    <inkml:brush xml:id="br0">
      <inkml:brushProperty name="width" value="0.1" units="cm"/>
      <inkml:brushProperty name="height" value="0.1" units="cm"/>
      <inkml:brushProperty name="color" value="#E71224"/>
    </inkml:brush>
  </inkml:definitions>
  <inkml:trace contextRef="#ctx0" brushRef="#br0">910 122 24575,'-1'-1'0,"1"-1"0,-1 1 0,0-1 0,1 1 0,-1 0 0,0-1 0,0 1 0,0 0 0,0 0 0,0 0 0,0 0 0,0 0 0,0 0 0,0 0 0,0 0 0,-1 0 0,-1-1 0,-25-14 0,26 15 0,-31-15 0,-2 2 0,1 1 0,-2 2 0,-58-11 0,78 19 0,1 1 0,-1 1 0,0 0 0,0 1 0,-19 3 0,27-2 0,0 1 0,1 0 0,-1 0 0,1 1 0,0-1 0,-1 2 0,1-1 0,1 1 0,-1 0 0,0 1 0,1-1 0,-9 9 0,-41 32 0,45-38 0,0 1 0,0 1 0,0 0 0,1 1 0,-14 16 0,-33 51 0,-74 107 0,117-162 0,2 1 0,0 0 0,2 0 0,1 1 0,1 0 0,0 1 0,2 0 0,-3 29 0,7-34 0,0 0 0,2 1 0,1-1 0,0 0 0,7 30 0,-5-39 0,0 0 0,1 0 0,0-1 0,1 1 0,0-1 0,0 0 0,1-1 0,1 1 0,0-1 0,0 0 0,11 10 0,13 11 0,53 39 0,-68-58 0,0 0 0,1-1 0,1-1 0,0-1 0,31 10 0,-27-11 0,-1 0 0,0-1 0,0-1 0,1-1 0,26 2 0,-19-4 0,44 10 0,-45-6 0,53 3 0,-51-8 0,181-3 0,-204 1 0,0 0 0,0 0 0,0-1 0,0 0 0,0 0 0,-1-1 0,1 0 0,-1 0 0,0 0 0,1-1 0,-2 0 0,1 0 0,0-1 0,-1 1 0,0-1 0,0 0 0,0-1 0,6-10 0,-1 1 0,-1-1 0,-1-1 0,-1 1 0,0-2 0,-1 1 0,3-19 0,13-44 0,18-83 0,-27 111 0,-8 34 0,0 0 0,1-20 0,10-45 0,-10 61 0,-2-1 0,3-28 0,-6-120 11,-1 101-1387,-1 44-5450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6:36.208"/>
    </inkml:context>
    <inkml:brush xml:id="br0">
      <inkml:brushProperty name="width" value="0.1" units="cm"/>
      <inkml:brushProperty name="height" value="0.1" units="cm"/>
      <inkml:brushProperty name="color" value="#E71224"/>
    </inkml:brush>
  </inkml:definitions>
  <inkml:trace contextRef="#ctx0" brushRef="#br0">1094 188 24575,'0'-19'0,"0"6"0,0 1 0,0 0 0,-1 0 0,-5-21 0,5 29 0,-1 0 0,1 0 0,-1 0 0,0 1 0,0-1 0,0 0 0,-1 1 0,1 0 0,-1-1 0,0 1 0,0 0 0,0 1 0,0-1 0,0 0 0,-1 1 0,1 0 0,-8-4 0,0 1 0,-1 1 0,0 0 0,0 0 0,0 2 0,0-1 0,0 1 0,-17 0 0,-93 5 0,51 0 0,-38-4 0,-83 4 0,181-2 0,1 1 0,-1 0 0,1 1 0,0 0 0,-1 1 0,2 0 0,-1 1 0,0 0 0,1 0 0,-17 13 0,0 4 0,1 1 0,-24 29 0,11-12 0,29-29 0,0 0 0,0 0 0,1 1 0,1 0 0,-11 23 0,-23 70 0,32-80 0,-2 13 0,-9 55 0,14-61 0,0-1 0,2 0 0,1 0 0,1 0 0,2 1 0,4 37 0,-2-61 0,-1 1 0,2 0 0,-1-1 0,1 1 0,1-1 0,-1 0 0,1 0 0,1 0 0,0 0 0,0-1 0,0 0 0,1 0 0,9 9 0,6 3 0,2-1 0,45 28 0,7 5 0,-58-39 0,1 0 0,0-1 0,1-2 0,33 14 0,83 21 0,-118-40 0,-1 1 0,1-2 0,0 0 0,-1 0 0,1-2 0,0 0 0,0-1 0,0-1 0,0 0 0,22-6 0,-28 5 0,-1-1 0,1 0 0,-1-1 0,0 0 0,0 0 0,0-1 0,0-1 0,-1 0 0,0 0 0,0-1 0,-1 0 0,0 0 0,0-1 0,-1 0 0,9-12 0,-13 16 0,8-13 0,0 1 0,0 0 0,2 1 0,0 0 0,1 1 0,0 1 0,23-17 0,-9 13 0,35-27 0,-59 40 0,1-1 0,-1 0 0,0 0 0,-1 0 0,1 0 0,-1-1 0,0 1 0,3-9 0,16-55 0,-8 26 0,17-73 0,-24 85 0,-2-2-80,-1 0 1,-1 0-1,-4-58 0,1 52-966,-1 12-5780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6:37.903"/>
    </inkml:context>
    <inkml:brush xml:id="br0">
      <inkml:brushProperty name="width" value="0.1" units="cm"/>
      <inkml:brushProperty name="height" value="0.1" units="cm"/>
      <inkml:brushProperty name="color" value="#E71224"/>
    </inkml:brush>
  </inkml:definitions>
  <inkml:trace contextRef="#ctx0" brushRef="#br0">1003 336 24575,'0'-13'0,"0"0"0,-1-1 0,0 1 0,-1 0 0,-1 0 0,0 0 0,-6-15 0,5 21 0,1 0 0,-1 0 0,-1 0 0,1 0 0,-1 1 0,0 0 0,-1 0 0,1 0 0,-1 0 0,-1 1 0,1 0 0,-1 1 0,-8-5 0,-104-48 0,75 38 0,19 9 0,0 1 0,0 1 0,-1 1 0,0 1 0,-1 1 0,1 2 0,-1 0 0,0 2 0,-49 4 0,64-1 0,1 0 0,0 1 0,0 1 0,0-1 0,0 2 0,0 0 0,1 0 0,0 0 0,0 2 0,-11 8 0,-7 8 0,-48 51 0,60-53 0,0 0 0,2 1 0,1 1 0,0 0 0,-13 38 0,13-31 0,-11 29 0,-22 85 0,42-127 0,0 1 0,1-1 0,1 1 0,1 0 0,1 26 0,0-34 0,1 1 0,1-1 0,0 0 0,0 0 0,1 0 0,0 0 0,1-1 0,0 1 0,0-1 0,11 17 0,5 2 0,1 0 0,1-1 0,1 0 0,1-2 0,1-2 0,47 35 0,-53-46 0,12 9 0,1-1 0,0-2 0,70 27 0,-79-37 0,0-1 0,1-1 0,0-1 0,0 0 0,34 0 0,-37-5 0,12 1 0,0-1 0,48-7 0,-71 5 0,1 0 0,-1-1 0,1 0 0,-1-1 0,0 0 0,0 0 0,-1-1 0,1-1 0,-1 0 0,0 0 0,12-11 0,0-2 0,-2 0 0,0-1 0,-1-1 0,-1 0 0,-1-1 0,18-33 0,-14 12 0,2 1 0,1 1 0,39-51 0,-56 85 0,-2-1 0,1 0 0,-1 0 0,0 0 0,-1-1 0,0 1 0,0-1 0,-1 0 0,0 0 0,-1 0 0,1-11 0,0-7 0,-2 0 0,-5-41 0,0 43-1365,-2 5-5461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6:39.377"/>
    </inkml:context>
    <inkml:brush xml:id="br0">
      <inkml:brushProperty name="width" value="0.1" units="cm"/>
      <inkml:brushProperty name="height" value="0.1" units="cm"/>
      <inkml:brushProperty name="color" value="#E71224"/>
    </inkml:brush>
  </inkml:definitions>
  <inkml:trace contextRef="#ctx0" brushRef="#br0">1002 306 24575,'0'-29'0,"1"7"0,-1 1 0,-6-38 0,4 52 0,0-1 0,0 1 0,0 0 0,-1-1 0,0 1 0,-1 0 0,1 1 0,-1-1 0,-1 1 0,1-1 0,-8-7 0,2 6 0,0-1 0,0 1 0,0 1 0,-1 0 0,0 0 0,0 1 0,-1 1 0,0 0 0,0 0 0,0 1 0,0 1 0,-1 0 0,1 0 0,-1 1 0,0 1 0,0 0 0,1 1 0,-1 1 0,0 0 0,0 0 0,-15 5 0,19-4 0,1 2 0,-1-1 0,1 1 0,1 0 0,-1 1 0,0-1 0,1 2 0,-12 10 0,-6 8 0,-21 27 0,5-4 0,-92 70 0,6-7 0,100-83 0,4-5 0,1 0 0,1 1 0,1 1 0,1 1 0,-26 46 0,38-57 0,0 0 0,2 1 0,0 0 0,0 0 0,1 0 0,1 0 0,1 1 0,0-1 0,0 21 0,2-25 0,0 20 0,0 0 0,6 33 0,-4-54 0,0 0 0,0 0 0,1-1 0,1 1 0,0-1 0,0 1 0,0-1 0,1 0 0,1-1 0,8 12 0,16 17 0,-13-15 0,1 0 0,1-2 0,26 22 0,-27-28 0,0-1 0,2-1 0,-1 0 0,1-2 0,1 0 0,0-2 0,42 12 0,-26-12 0,0-1 0,1-3 0,74 0 0,-95-4 0,-1-1 0,0-1 0,0 0 0,1-2 0,-1 0 0,-1 0 0,1-1 0,-1-1 0,0-1 0,0 0 0,-1-1 0,15-11 0,231-164 0,-222 155 0,-28 22 0,0-1 0,0-1 0,0 0 0,-1 0 0,0-1 0,0 0 0,-1-1 0,-1 1 0,13-21 0,-7 3 0,0 0 0,-2 0 0,-1-1 0,-1-1 0,-1 1 0,3-31 0,5-25 0,-10 61 0,-2-1 0,3-26 0,-7 41 0,1-1 0,-1 0 0,-1 0 0,0 1 0,0-1 0,-1 0 0,0 1 0,-1-1 0,0 1 0,0 0 0,-1 0 0,0 0 0,-9-13 0,6 9-114,-1 1 1,0-1-1,-1 2 0,-1-1 0,0 1 1,0 0-1,-1 1 0,0 0 0,-1 1 1,0 0-1,-14-7 0,8 7-6712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8:12.491"/>
    </inkml:context>
    <inkml:brush xml:id="br0">
      <inkml:brushProperty name="width" value="0.1" units="cm"/>
      <inkml:brushProperty name="height" value="0.1" units="cm"/>
      <inkml:brushProperty name="color" value="#E71224"/>
    </inkml:brush>
  </inkml:definitions>
  <inkml:trace contextRef="#ctx0" brushRef="#br0">0 373 24575,'3'0'0,"-1"1"0,1 0 0,0 0 0,-1 0 0,1 0 0,-1 0 0,1 0 0,-1 1 0,0-1 0,0 1 0,0 0 0,4 3 0,24 26 0,-30-30 0,30 38 0,-1 0 0,24 48 0,-18-29 0,-12-13 0,-19-34 0,1-1 0,0 1 0,1-1 0,0 0 0,1 0 0,9 10 0,-14-19 0,0 1 0,0 0 0,0-1 0,0 1 0,1-1 0,-1 0 0,0 1 0,1-1 0,-1 0 0,1-1 0,-1 1 0,1 0 0,0-1 0,-1 1 0,1-1 0,0 0 0,-1 0 0,1 0 0,0 0 0,-1-1 0,1 1 0,-1 0 0,1-1 0,0 0 0,-1 0 0,1 0 0,-1 0 0,0 0 0,1 0 0,-1-1 0,0 1 0,3-3 0,13-9 0,-1-1 0,-1-1 0,0-1 0,17-21 0,8-8 0,67-74 12,-62 66-393,2 2 0,66-55 1,229-169 346,-325 259-1138,-4 1-4683</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8:03.810"/>
    </inkml:context>
    <inkml:brush xml:id="br0">
      <inkml:brushProperty name="width" value="0.1" units="cm"/>
      <inkml:brushProperty name="height" value="0.1" units="cm"/>
      <inkml:brushProperty name="color" value="#E71224"/>
    </inkml:brush>
  </inkml:definitions>
  <inkml:trace contextRef="#ctx0" brushRef="#br0">1 65 24575,'53'1'0,"-27"0"0,1 0 0,-1-2 0,1-1 0,44-10 0,-41 5 0,1 1 0,0 2 0,38-1 0,97 7 0,-56 0 0,797-2 0,-888-1 0,0-1 0,0-1 0,21-6 0,-17 4 0,39-4 0,-32 6 0,0 1 0,0 2 0,1 1 0,-1 1 0,48 11 0,-51-6 0,1-2 0,0-1 0,40 2 0,87-8 0,-56 0 0,10 4 0,115-5 0,-131-11 0,-60 8 0,52-4 0,372 9 84,-219 3-1533,-212-2-5377</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8:05.064"/>
    </inkml:context>
    <inkml:brush xml:id="br0">
      <inkml:brushProperty name="width" value="0.1" units="cm"/>
      <inkml:brushProperty name="height" value="0.1" units="cm"/>
      <inkml:brushProperty name="color" value="#E71224"/>
    </inkml:brush>
  </inkml:definitions>
  <inkml:trace contextRef="#ctx0" brushRef="#br0">0 93 24575,'118'2'0,"128"-5"0,-173-11 0,-54 9 0,0 1 0,22-1 0,45 3 0,-54 2 0,-1 0 0,61-11 0,-45 4 0,-1 2 0,1 1 0,52 4 0,55-3 0,-60-11 0,-61 8 0,52-4 0,493 9 0,-279 3 0,-280-1 0,0 1 0,0 1 0,22 6 0,-19-4 0,40 4 0,304-6 0,-188-5 0,32 2-1365,-184 0-5461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8:06.877"/>
    </inkml:context>
    <inkml:brush xml:id="br0">
      <inkml:brushProperty name="width" value="0.1" units="cm"/>
      <inkml:brushProperty name="height" value="0.1" units="cm"/>
      <inkml:brushProperty name="color" value="#E71224"/>
    </inkml:brush>
  </inkml:definitions>
  <inkml:trace contextRef="#ctx0" brushRef="#br0">1 92 24575,'38'-1'0,"1"-1"0,-1-1 0,40-10 0,-17 5 0,0 2 0,0 3 0,80 6 0,-22 0 0,-80-4-297,0-1 0,69-14 0,-45 8 255,-1 2-1,1 3 1,73 6 0,-22 0 33,1469-3 1078,-1552-2-1026,0-1 0,34-8 0,-32 5-790,49-3 0,-56 8-6079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8:08.146"/>
    </inkml:context>
    <inkml:brush xml:id="br0">
      <inkml:brushProperty name="width" value="0.1" units="cm"/>
      <inkml:brushProperty name="height" value="0.1" units="cm"/>
      <inkml:brushProperty name="color" value="#E71224"/>
    </inkml:brush>
  </inkml:definitions>
  <inkml:trace contextRef="#ctx0" brushRef="#br0">0 1 24575,'2118'0'0,"-2100"1"0,0 1 0,0 0 0,26 8 0,-23-5 0,42 5 0,-25-8 0,-7 0 0,50 8 0,143 26 0,-177-29 0,1-1 0,-1-3 0,90-6 0,-34 1 0,471 2 0,-558-1 13,0-1 0,0 0 0,23-7-1,1 0-1428,-18 5-5410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8:15.996"/>
    </inkml:context>
    <inkml:brush xml:id="br0">
      <inkml:brushProperty name="width" value="0.1" units="cm"/>
      <inkml:brushProperty name="height" value="0.1" units="cm"/>
      <inkml:brushProperty name="color" value="#E71224"/>
    </inkml:brush>
  </inkml:definitions>
  <inkml:trace contextRef="#ctx0" brushRef="#br0">301 1 24575,'3'0'0,"-1"1"0,1 0 0,-1-1 0,1 1 0,-1 1 0,1-1 0,-1 0 0,0 0 0,0 1 0,0 0 0,0-1 0,4 5 0,23 25 0,-27-29 0,67 79 0,77 83 0,-114-131 0,-2 1 0,41 62 0,39 85 0,-96-155 0,-1 1 0,-2 0 0,0 0 0,-2 1 0,10 51 0,-9-24 0,0 4 0,6 122 0,-15-73 0,-4 117 0,-1-201 0,-10 39 0,4-27 0,-4 14 0,-2-1 0,-35 72 0,36-94 0,-2 0 0,0-1 0,-31 36 0,35-47 0,-8 9 0,-1-1 0,-1-1 0,-1-2 0,-28 20 0,34-27 0,-25 20 0,0-2 0,-78 39 0,62-41 0,-117 37 0,84-37-1365,70-25-5461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8:17.197"/>
    </inkml:context>
    <inkml:brush xml:id="br0">
      <inkml:brushProperty name="width" value="0.1" units="cm"/>
      <inkml:brushProperty name="height" value="0.1" units="cm"/>
      <inkml:brushProperty name="color" value="#E71224"/>
    </inkml:brush>
  </inkml:definitions>
  <inkml:trace contextRef="#ctx0" brushRef="#br0">1 0 24575,'12'2'0,"0"0"0,0 1 0,0 0 0,-1 1 0,1 0 0,-1 1 0,0 0 0,0 0 0,11 9 0,23 9 0,-30-16 0,0 1 0,-1 1 0,0 0 0,0 1 0,23 21 0,-20-16 0,33 21 0,-32-23 0,33 28 0,22 36 0,103 144 0,-124-142 0,-3 2 0,-4 2 0,52 133 0,-78-168 0,-3 0 0,-2 1 0,-1 0 0,-3 1 0,-2 0 0,-3 1 0,0 81 0,-6-102 0,-1 0 0,-1-1 0,-11 46 0,6-35 0,-3 0 0,-1 0 0,-2-1 0,-37 73 0,9-35 0,-20 34 0,30-65 0,-2-2 0,-68 67 0,43-48 0,29-31 0,-1-1 0,-51 40 0,12-34-1365,52-26-5461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8:18.591"/>
    </inkml:context>
    <inkml:brush xml:id="br0">
      <inkml:brushProperty name="width" value="0.1" units="cm"/>
      <inkml:brushProperty name="height" value="0.1" units="cm"/>
      <inkml:brushProperty name="color" value="#E71224"/>
    </inkml:brush>
  </inkml:definitions>
  <inkml:trace contextRef="#ctx0" brushRef="#br0">883 92 24575,'-4'-1'0,"0"0"0,0 0 0,0-1 0,0 0 0,1 1 0,-1-1 0,1 0 0,-1-1 0,-4-3 0,-14-8 0,11 9 0,-6-4 0,0 1 0,-1 1 0,0 0 0,-1 2 0,1 0 0,-1 1 0,-24-3 0,-188 7 0,99 2 0,120-2 0,1 1 0,-1 0 0,1 1 0,-1 0 0,1 1 0,0 0 0,0 1 0,0 0 0,0 1 0,1 0 0,0 1 0,0 0 0,0 0 0,1 1 0,0 0 0,0 1 0,1 0 0,-1 0 0,-12 19 0,13-13 0,0-1 0,2 1 0,-1 0 0,2 1 0,0-1 0,1 1 0,0 0 0,1 0 0,-1 21 0,1 20 0,5 70 0,0-40 0,-2-45 0,0 3 0,6 59 0,-4-88 0,1 0 0,1 0 0,0 0 0,1 0 0,0-1 0,1 1 0,13 21 0,-5-13 0,2 0 0,0 0 0,28 29 0,-38-46 0,1 1 0,0-1 0,0-1 0,1 1 0,0-1 0,-1-1 0,2 1 0,-1-1 0,0-1 0,1 0 0,0 0 0,-1 0 0,1-1 0,13 1 0,174-2 0,-91-4 0,-83 2 0,-1-2 0,1-1 0,-1-1 0,0 0 0,36-15 0,-5 2 0,-15 4 0,-2-2 0,0 0 0,56-38 0,-69 41 0,-18 10 0,0 0 0,0-1 0,0 1 0,-1-1 0,1 0 0,-1 0 0,0 0 0,0-1 0,-1 1 0,1-1 0,-1 1 0,0-1 0,0 0 0,0 0 0,-1 0 0,1 0 0,-1 0 0,0-9 0,1-12 0,-1 1 0,-4-43 0,0 23 0,3 11-120,0 1-191,-1 0 0,-2 0-1,-12-58 1,9 71-6515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8:19.872"/>
    </inkml:context>
    <inkml:brush xml:id="br0">
      <inkml:brushProperty name="width" value="0.1" units="cm"/>
      <inkml:brushProperty name="height" value="0.1" units="cm"/>
      <inkml:brushProperty name="color" value="#E71224"/>
    </inkml:brush>
  </inkml:definitions>
  <inkml:trace contextRef="#ctx0" brushRef="#br0">884 209 24575,'0'-10'0,"0"0"0,-1 0 0,0 0 0,0 1 0,-1-1 0,-4-14 0,4 19 0,-1 0 0,1 1 0,-1 0 0,0-1 0,0 1 0,0 0 0,-1 0 0,1 1 0,-1-1 0,0 1 0,0 0 0,0 0 0,0 0 0,-7-3 0,-10-6 0,0 1 0,0 1 0,-1 1 0,-27-7 0,39 14 0,0 0 0,-1 0 0,1 1 0,-1 0 0,1 1 0,-1 1 0,0-1 0,1 2 0,0-1 0,-1 2 0,-17 5 0,-26 14 0,2 3 0,0 2 0,2 3 0,-52 38 0,73-48 0,6-6 0,0 2 0,1 0 0,1 1 0,1 1 0,0 1 0,-22 29 0,38-41 0,0 0 0,1 0 0,-1 0 0,2 1 0,-1-1 0,1 1 0,0 0 0,1 0 0,-1 0 0,1 9 0,0 17 0,4 38 0,-1-22 0,-1-33 0,0 1 0,0-1 0,2 1 0,0-1 0,1 1 0,1-1 0,1-1 0,0 1 0,1-1 0,12 20 0,-4-10 0,-2-4 0,0 0 0,1-2 0,1 0 0,19 20 0,-26-33 0,0 1 0,0-1 0,0-1 0,0 1 0,1-1 0,0-1 0,1 0 0,11 5 0,1-2 0,0-1 0,0-1 0,1-1 0,0 0 0,0-2 0,0-1 0,26-1 0,315-3 0,-358 2 0,0 0 0,0-1 0,-1 0 0,1 0 0,0 0 0,0 0 0,-1-1 0,1 0 0,-1 0 0,0-1 0,0 0 0,0 0 0,8-5 0,-6 2 0,-1 0 0,0-1 0,0 1 0,0-1 0,-1 0 0,0-1 0,-1 1 0,7-14 0,69-183 0,-74 182 0,0-1 0,-2 0 0,0 0 0,0-34 0,-3 10 0,-7-57 0,5 100 7,1 1 0,-1 0-1,0-1 1,0 1 0,0 0-1,-1 0 1,1 0-1,-1 0 1,1 0 0,-1 0-1,0 0 1,0 0 0,-1 1-1,1-1 1,0 1 0,-1 0-1,-5-4 1,1 1-219,0 1 0,0 0 0,0 1-1,-1 0 1,1 0 0,-12-3 0,-3 2-6614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8:20.961"/>
    </inkml:context>
    <inkml:brush xml:id="br0">
      <inkml:brushProperty name="width" value="0.1" units="cm"/>
      <inkml:brushProperty name="height" value="0.1" units="cm"/>
      <inkml:brushProperty name="color" value="#E71224"/>
    </inkml:brush>
  </inkml:definitions>
  <inkml:trace contextRef="#ctx0" brushRef="#br0">1120 159 24575,'0'-2'0,"-1"0"0,1 0 0,0 0 0,-1 0 0,0 0 0,1 0 0,-1 0 0,0 1 0,0-1 0,0 0 0,0 0 0,0 1 0,-1-1 0,1 1 0,0-1 0,-1 1 0,1 0 0,-1-1 0,0 1 0,1 0 0,-1 0 0,0 0 0,-3-1 0,-5-3 0,0 1 0,0 1 0,-12-3 0,15 4 0,-7-1 0,-15-5 0,0 1 0,-1 1 0,-52-2 0,47 5 0,-53-9 0,52 6 0,-48-3 0,-279 10 0,356-1 0,-1 0 0,1 1 0,0-1 0,-1 2 0,1-1 0,0 1 0,0 0 0,0 0 0,-8 4 0,10-3 0,1 0 0,0 0 0,-1 0 0,1 1 0,0-1 0,0 1 0,1 0 0,-1 0 0,1 0 0,0 1 0,0-1 0,1 1 0,-4 7 0,-12 27 0,3 1 0,1 1 0,-14 67 0,22-77 0,-17 118 0,22-128 0,0 1 0,1-1 0,2 1 0,0-1 0,5 23 0,2-15 0,1 0 0,1-1 0,2-1 0,0 0 0,22 31 0,-27-45 0,4 8 0,1-1 0,1 0 0,1-1 0,27 26 0,-37-41 0,0 0 0,1-1 0,0 0 0,-1 0 0,1 0 0,0-1 0,0 0 0,1 0 0,-1-1 0,0 0 0,13 1 0,8-1 0,42-3 0,-31 0 0,44 2 0,49-3 0,-107 0 0,39-12 0,-26 6 0,134-44 0,-68 18 0,-96 33 0,-1 0 0,1 0 0,-1-1 0,1 0 0,-1 0 0,0 0 0,0-1 0,0 0 0,-1 0 0,1-1 0,-1 1 0,0-1 0,0 0 0,-1-1 0,1 1 0,-1-1 0,-1 0 0,1 0 0,-1 0 0,4-9 0,2-11 0,-2 0 0,-1 0 0,6-44 0,0-8 0,-5 40 0,3-59 0,-11-266 0,1 352-273,-1 0 0,0-1 0,-1 1 0,-6-21 0,2 12-6553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8:22.283"/>
    </inkml:context>
    <inkml:brush xml:id="br0">
      <inkml:brushProperty name="width" value="0.1" units="cm"/>
      <inkml:brushProperty name="height" value="0.1" units="cm"/>
      <inkml:brushProperty name="color" value="#E71224"/>
    </inkml:brush>
  </inkml:definitions>
  <inkml:trace contextRef="#ctx0" brushRef="#br0">822 301 24575,'-1'-9'0,"1"1"0,-1-1 0,-1 1 0,1-1 0,-1 1 0,-1-1 0,1 1 0,-2 0 0,1 0 0,-1 1 0,-8-13 0,4 8 0,-1 1 0,0 1 0,-1 0 0,0 0 0,0 1 0,-20-13 0,2 4 0,-1 3 0,0 0 0,-1 1 0,-1 2 0,-46-11 0,72 21 0,0 0 0,0 1 0,0 0 0,0 0 0,0 0 0,0 1 0,0 0 0,0 0 0,0 0 0,-1 0 0,1 1 0,0 0 0,0 0 0,0 0 0,0 1 0,0 0 0,1 0 0,-1 0 0,0 0 0,1 1 0,-1 0 0,1 0 0,0 0 0,0 0 0,0 1 0,1-1 0,-1 1 0,1 0 0,0 0 0,0 1 0,0-1 0,0 0 0,-3 10 0,-23 48 0,-43 84 0,50-106 0,3 2 0,1 0 0,-14 48 0,-24 137 0,26-93 0,7-8 0,15-92 0,2 1 0,2 0 0,1-1 0,1 1 0,3 0 0,4 41 0,-3-64 0,1-1 0,0 0 0,0 0 0,1 0 0,0-1 0,1 1 0,1-1 0,-1 0 0,12 15 0,-2-6 0,0 0 0,1-2 0,30 27 0,-32-32 0,1 0 0,0-1 0,1-1 0,0 0 0,0-1 0,1 0 0,0-2 0,1 0 0,0-1 0,0 0 0,0-2 0,1 0 0,-1-1 0,26 0 0,-26-2 0,1-2 0,0 0 0,0-1 0,18-4 0,-28 3 0,-1 0 0,0 0 0,0 0 0,-1-1 0,1 0 0,-1 0 0,0-1 0,0 0 0,0-1 0,-1 1 0,8-9 0,134-140 0,-137 141 0,0 0 0,15-24 0,17-21 0,-19 28 0,0-2 0,-3 0 0,19-36 0,-27 45 0,0 0 0,63-120 0,-68 126 0,-2-1 0,0 0 0,-1 0 0,0-1 0,-2 1 0,2-30 0,-4-165 0,-3 93 0,0 88 0,-3-1 0,0 1 0,-2 0 0,-18-50 0,14 47 0,8 24-124,0 1 0,-1 0 0,-1 0 0,1 0 0,-2 1 0,1-1-1,-1 1 1,0 0 0,-1 1 0,-11-11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9:44.508"/>
    </inkml:context>
    <inkml:brush xml:id="br0">
      <inkml:brushProperty name="width" value="0.1" units="cm"/>
      <inkml:brushProperty name="height" value="0.1" units="cm"/>
      <inkml:brushProperty name="color" value="#E71224"/>
    </inkml:brush>
  </inkml:definitions>
  <inkml:trace contextRef="#ctx0" brushRef="#br0">1 89 24575,'0'19'0,"2"1"0,0-1 0,1 0 0,10 34 0,34 70 0,-44-116 0,48 140 0,0 1 0,-51-145 0,1-1 0,0 0 0,0 0 0,0 1 0,0-1 0,1 0 0,-1 0 0,1 0 0,-1 0 0,1-1 0,-1 1 0,1 0 0,0-1 0,0 1 0,0-1 0,0 0 0,0 1 0,0-1 0,4 1 0,-4-2 0,0 1 0,1-1 0,-1 0 0,1 0 0,-1 0 0,0 0 0,1-1 0,-1 1 0,1-1 0,-1 0 0,0 1 0,1-1 0,-1 0 0,0 0 0,0 0 0,2-2 0,9-7 0,0 0 0,-1-1 0,0 0 0,18-22 0,-16 17 0,140-135 0,23-26 0,-173 173 0,14-16 0,-1 0 0,-1-2 0,0 1 0,18-37 0,-30 49-3,1 1 0,0 1 0,1-1 0,0 1 0,0 0 0,0 0 0,1 0 0,0 1 1,12-8-1,14-13-1333</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9:37.256"/>
    </inkml:context>
    <inkml:brush xml:id="br0">
      <inkml:brushProperty name="width" value="0.1" units="cm"/>
      <inkml:brushProperty name="height" value="0.1" units="cm"/>
      <inkml:brushProperty name="color" value="#E71224"/>
    </inkml:brush>
  </inkml:definitions>
  <inkml:trace contextRef="#ctx0" brushRef="#br0">1 153 24575,'25'-1'0,"1"-2"0,37-8 0,-33 5 0,36-2 0,13 7 0,-56 2 0,1-1 0,-1-1 0,1-1 0,36-8 0,-32 3 0,1 2 0,0 1 0,36-1 0,91 6 0,-58 1 0,-3 0 0,112-5 0,-114-12 0,-61 9 0,55-4 0,-29 10 0,-37 1 0,1-1 0,-1-1 0,0-1 0,35-7 0,-15 1 0,0 1 0,0 3 0,0 1 0,75 5 0,-67 0 0,-1-2 0,95-12 0,-63 1 0,1 4 0,138 5 0,-109 4 0,-90-1 0,-1 1 0,0 1 0,21 6 0,-17-4 0,38 4 0,70 6 0,-76-7 0,61 1 0,-96-8 0,-1 1 0,1 1 0,18 6 0,-15-4 0,39 4 0,4-6-51,-37-3-277,0 2-1,0 1 0,40 8 1,-48-5-6498</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9:39.978"/>
    </inkml:context>
    <inkml:brush xml:id="br0">
      <inkml:brushProperty name="width" value="0.1" units="cm"/>
      <inkml:brushProperty name="height" value="0.1" units="cm"/>
      <inkml:brushProperty name="color" value="#E71224"/>
    </inkml:brush>
  </inkml:definitions>
  <inkml:trace contextRef="#ctx0" brushRef="#br0">1 1 24575,'1544'0'0,"-1525"1"0,0 1 0,0 0 0,22 7 0,-19-3 0,40 3 0,-19-7 0,-8 0 0,1 1 0,43 9 0,-55-8 0,0-1 0,32 1 0,-34-3 0,1 0 0,-1 2 0,24 5 0,-18-2 0,0-2 0,0 0 0,53-2 0,7 1 0,-13 12 0,-57-11 0,1 0 0,23 2 0,324-3 0,-189-5 0,-147 2-1365,-4 0-5461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9:41.073"/>
    </inkml:context>
    <inkml:brush xml:id="br0">
      <inkml:brushProperty name="width" value="0.1" units="cm"/>
      <inkml:brushProperty name="height" value="0.1" units="cm"/>
      <inkml:brushProperty name="color" value="#E71224"/>
    </inkml:brush>
  </inkml:definitions>
  <inkml:trace contextRef="#ctx0" brushRef="#br0">12 34 24575,'-11'3'0,"12"4"0,0-6 0,0 1 0,0-1 0,0 0 0,0 0 0,0 0 0,1 0 0,-1 0 0,0 0 0,1-1 0,-1 1 0,1 0 0,2 0 0,27 4 0,0-1 0,0-2 0,0-1 0,39-4 0,-4 1 0,-16 2 0,-1-3 0,69-12 0,-52 6-169,0 3-1,0 4 1,68 5-1,-13-1 24,-80-4 146,70-12 0,-68 7 0,64-3 0,981 10 826,-483 2-2193,-579-2-5459</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29:42.347"/>
    </inkml:context>
    <inkml:brush xml:id="br0">
      <inkml:brushProperty name="width" value="0.1" units="cm"/>
      <inkml:brushProperty name="height" value="0.1" units="cm"/>
      <inkml:brushProperty name="color" value="#E71224"/>
    </inkml:brush>
  </inkml:definitions>
  <inkml:trace contextRef="#ctx0" brushRef="#br0">0 1 24575,'546'0'0,"-528"1"0,1 1 0,-1 0 0,25 8 0,-22-5 0,42 5 0,62 5 0,15 1 0,-109-14 0,43 11 0,-46-7 0,57 4 0,-58-8 0,51 11 0,-51-8 0,52 5 0,-52-8 0,51 11 0,-51-8 0,53 5 0,-46-10 0,0 3 0,62 11 0,-49-6 0,1-3 0,0-1 0,90-7 0,-38 1 0,323 2 0,-404-1 0,0-1 0,0-1 0,22-6 0,-19 4 0,40-4 0,304 6 0,-188 5 0,366-2 0,-532 0-273,-1 1 0,0 0 0,0 1 0,22 6 0,-13-2-6553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0:10.629"/>
    </inkml:context>
    <inkml:brush xml:id="br0">
      <inkml:brushProperty name="width" value="0.1" units="cm"/>
      <inkml:brushProperty name="height" value="0.1" units="cm"/>
      <inkml:brushProperty name="color" value="#E71224"/>
    </inkml:brush>
  </inkml:definitions>
  <inkml:trace contextRef="#ctx0" brushRef="#br0">2 1 24575,'11'1'0,"-1"0"0,0 0 0,1 2 0,-1-1 0,0 1 0,-1 0 0,1 1 0,10 6 0,75 46 0,-73-42 0,205 112 0,52 36 0,-44 11 0,-230-169 0,21 19 0,-1 0 0,-2 2 0,35 45 0,35 36 0,-63-74 0,34 48 0,-8-9 0,-14-18 0,-3 2 0,47 86 0,-73-115 0,-1-1 0,-1 1 0,-1 1 0,12 51 0,6 43 0,4 58 0,-19-107 0,-7-39 0,4 44 0,-7-47 0,2-1 0,1 0 0,11 36 0,-8-36 0,-2 0 0,0 0 0,1 34 0,-5-34 0,9 36 0,-7-38 0,4 45 0,-8-64 0,0 33 0,2-1 0,11 53 0,-6-44 0,-3 1 0,-1 0 0,-7 89 0,1-34 0,2 638 0,-1-726 0,-1-1 0,0 0 0,-1 0 0,0 0 0,-11 27 0,-36 74 0,44-106 0,-11 26 0,-1-2 0,-2 0 0,-2-2 0,-1 0 0,-31 33 0,39-48 0,-22 32 0,24-31 0,-28 31 0,7-14 0,-39 51 0,27-30 0,-3-1 0,-62 53 0,31-31 0,61-59 0,-26 26 0,-91 72 0,95-85 0,-70 74 0,75-69 0,-1-2 0,-44 33 0,-60 36 0,82-54 0,50-40 0,-1-1 0,0 0 0,0 0 0,-1-2 0,0 1 0,-1-1 0,1-1 0,-19 8 0,29-14 0,-140 39 0,71-19-1365,50-14-5461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0:12.153"/>
    </inkml:context>
    <inkml:brush xml:id="br0">
      <inkml:brushProperty name="width" value="0.1" units="cm"/>
      <inkml:brushProperty name="height" value="0.1" units="cm"/>
      <inkml:brushProperty name="color" value="#E71224"/>
    </inkml:brush>
  </inkml:definitions>
  <inkml:trace contextRef="#ctx0" brushRef="#br0">0 2 24575,'98'-1'0,"108"3"0,-179 3 0,0 0 0,0 2 0,-1 1 0,40 18 0,32 9 0,-61-23 0,-21-7 0,1 0 0,0 0 0,21 2 0,-24-5 0,0 0 0,0 2 0,-1 0 0,1 0 0,-1 1 0,0 1 0,-1 0 0,1 1 0,-1 0 0,18 14 0,8 11 0,57 60 0,-67-64 0,-14-11 0,-1 0 0,0 0 0,17 33 0,-16-26 0,24 31 0,-17-24 0,-1 0 0,-2 1 0,23 55 0,-35-72 0,25 61 0,-21-46 0,30 56 0,32 54 0,29 46 0,-69-133 0,28 69 0,7 12 0,-40-85 0,-2 3 0,-3 0 0,21 71 0,41 126 0,-56-140 0,16 133 0,-31-165 0,-6-41 0,3 64 0,-10-85 0,1 20 0,0 1 0,3-1 0,7 37 0,-3-25 0,-3 0 0,-1 0 0,-7 93 0,1-40 0,2 415 0,-2-488 0,-1-1 0,-2 1 0,-1 0 0,-15 43 0,3-8 0,9-34 0,-2 0 0,-20 39 0,-10 28 0,24-45 0,9-20 0,-2 0 0,-1-1 0,-2 0 0,0-1 0,-34 50 0,-75 103 0,84-127 0,24-34 0,0 0 0,-23 24 0,-7-4 0,-1-2 0,-69 45 0,86-63 0,-23 15 0,18-9 0,-1-2 0,-1-2 0,-2-1 0,0-2 0,-47 18 0,-27 6 0,27-9 0,64-26 0,0-1 0,1 2 0,0 1 0,1 0 0,0 1 0,1 1 0,-24 21 0,33-25-136,-1-1-1,1 0 1,-2 0-1,1-1 1,-1 0-1,0-1 1,0 0-1,0-1 0,-22 6 1,10-6-6690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0:14.079"/>
    </inkml:context>
    <inkml:brush xml:id="br0">
      <inkml:brushProperty name="width" value="0.1" units="cm"/>
      <inkml:brushProperty name="height" value="0.1" units="cm"/>
      <inkml:brushProperty name="color" value="#E71224"/>
    </inkml:brush>
  </inkml:definitions>
  <inkml:trace contextRef="#ctx0" brushRef="#br0">880 95 24575,'0'-5'0,"0"0"0,0 0 0,-1 0 0,1 0 0,-1 0 0,0 0 0,-1 1 0,1-1 0,-1 0 0,-2-4 0,2 6 0,1 1 0,-1-1 0,0 1 0,-1 0 0,1 0 0,0 0 0,-1 0 0,1 0 0,-1 1 0,1-1 0,-1 1 0,0-1 0,0 1 0,0 0 0,0 0 0,0 0 0,-4 0 0,-10-1 0,1 0 0,-1 1 0,0 0 0,1 2 0,-1 0 0,0 1 0,1 1 0,-25 6 0,-6 1 0,-25-1 0,52-8 0,0 1 0,0 1 0,-34 10 0,17 0 0,0 2 0,0 1 0,2 2 0,0 1 0,1 2 0,-38 32 0,61-44 0,1 1 0,0 0 0,0 1 0,1 0 0,1 1 0,0 0 0,0 0 0,1 0 0,1 1 0,-5 14 0,4-8 0,2 1 0,0 0 0,1 0 0,1 0 0,1 1 0,1 28 0,2-30 0,1 0 0,0 0 0,1 0 0,2 0 0,-1-1 0,2 0 0,1 0 0,0 0 0,1-1 0,20 33 0,0-9 0,2-1 0,2-1 0,57 55 0,-80-86 0,0 0 0,1-1 0,0-1 0,0 1 0,0-1 0,1-1 0,0 0 0,0-1 0,0 0 0,0 0 0,1-1 0,0-1 0,-1 0 0,1-1 0,0 0 0,0 0 0,0-2 0,14-1 0,5-2 0,0-1 0,-1-1 0,1-2 0,-2-1 0,51-23 0,-7 0 0,119-58 0,-164 74 0,-9 6 0,0 0 0,-1-2 0,25-20 0,-38 27 0,0 0 0,0 0 0,-1 0 0,0 0 0,0-1 0,0 0 0,-1 0 0,1 0 0,-1 0 0,-1 0 0,1-1 0,-1 1 0,0-1 0,-1 0 0,1-8 0,2-50 0,-5-91 0,-2 44 0,4 57-85,1 32-129,-2 0 1,0 0 0,-1 0 0,-2 1-1,-8-38 1,5 41-6613</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0:21.633"/>
    </inkml:context>
    <inkml:brush xml:id="br0">
      <inkml:brushProperty name="width" value="0.1" units="cm"/>
      <inkml:brushProperty name="height" value="0.1" units="cm"/>
      <inkml:brushProperty name="color" value="#E71224"/>
    </inkml:brush>
  </inkml:definitions>
  <inkml:trace contextRef="#ctx0" brushRef="#br0">851 220 24575,'-1'-11'0,"-1"1"0,0-1 0,0 1 0,-1 0 0,0 0 0,0 0 0,-2 0 0,1 1 0,-1-1 0,0 1 0,-1 0 0,0 1 0,0-1 0,-1 1 0,0 1 0,-1-1 0,1 1 0,-1 0 0,-17-10 0,17 13 0,0-1 0,0 2 0,-1-1 0,1 1 0,-1 1 0,1-1 0,-1 2 0,0-1 0,0 1 0,0 0 0,0 1 0,-17 1 0,-6 2 0,1 2 0,-39 11 0,29-3 0,1 3 0,1 1 0,-71 41 0,99-51 0,1 0 0,-1 1 0,1 0 0,1 0 0,0 1 0,0 0 0,-12 17 0,-2 7 0,-19 40 0,21-37 0,11-18 0,0 1 0,2 0 0,0 1 0,1-1 0,1 2 0,1-1 0,0 1 0,2 0 0,0-1 0,1 41 0,2 26 0,3 100 0,0-170 0,0 1 0,1-1 0,0 0 0,2 0 0,0-1 0,1 1 0,0-1 0,1-1 0,1 0 0,12 15 0,8 10 0,3-3 0,48 46 0,-66-72 0,1 0 0,0-1 0,1-1 0,0 0 0,1-1 0,0-1 0,0 0 0,0-2 0,1 0 0,30 5 0,0-5 0,1-2 0,-1-1 0,74-9 0,-107 5 0,0-1 0,-1 0 0,1-2 0,-1 1 0,1-2 0,-2 0 0,18-10 0,87-62 0,-107 70 0,170-113 0,-177 117 0,0 1 0,0-1 0,-1 0 0,0 0 0,1 0 0,-1 0 0,-1 0 0,1-1 0,-1 1 0,1-1 0,-1 0 0,-1 0 0,1 0 0,-1 0 0,1 0 0,-1 0 0,0-6 0,1-12 0,-1-1 0,-4-36 0,1 23 0,1-41 0,-4-76 0,3 131 0,-2 0 0,0 0 0,-2 1 0,-14-38 0,2 14 0,12 28 0,0 1 0,-2 0 0,0 0 0,0 0 0,-2 1 0,0 1 0,-19-23 0,15 22-1365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0:23.104"/>
    </inkml:context>
    <inkml:brush xml:id="br0">
      <inkml:brushProperty name="width" value="0.1" units="cm"/>
      <inkml:brushProperty name="height" value="0.1" units="cm"/>
      <inkml:brushProperty name="color" value="#E71224"/>
    </inkml:brush>
  </inkml:definitions>
  <inkml:trace contextRef="#ctx0" brushRef="#br0">910 155 24575,'0'-6'0,"0"0"0,0-1 0,-1 1 0,0 0 0,0 0 0,-1 0 0,0 0 0,0 0 0,0 0 0,0 1 0,-1-1 0,0 1 0,0-1 0,-1 1 0,1 0 0,-1 0 0,0 1 0,-1-1 0,1 1 0,-1 0 0,0 0 0,0 0 0,0 1 0,0 0 0,-1 0 0,1 0 0,-1 1 0,0-1 0,1 1 0,-1 1 0,0-1 0,-8 0 0,-25-3 0,0 3 0,-76 3 0,38 2 0,62-2 0,0 0 0,0 1 0,0 1 0,1 0 0,0 1 0,0 1 0,0 0 0,-14 8 0,-17 11 0,-42 30 0,31-19 0,44-27 0,0-1 0,1 2 0,0-1 0,0 2 0,1-1 0,1 1 0,-1 1 0,2 0 0,-1 0 0,2 1 0,-1 0 0,2 0 0,-1 0 0,2 1 0,-6 19 0,2-8 0,2 1 0,1 0 0,1 1 0,-3 51 0,8-68 0,-1 23 0,2-1 0,5 33 0,-5-54 0,1 0 0,1 0 0,0 0 0,0-1 0,1 1 0,0-1 0,1 0 0,0 0 0,0 0 0,9 10 0,30 38 0,48 52 0,59 42 0,-146-146 0,1-1 0,0 1 0,0-2 0,0 1 0,0-1 0,0 0 0,1 0 0,-1 0 0,1-1 0,0 0 0,0-1 0,0 1 0,10 0 0,13-1 0,57-3 0,-38 0 0,11 2 0,-34 1 0,0-1 0,-1-1 0,1-1 0,42-9 0,-44 4 0,-1-1 0,1-1 0,-1-1 0,-1-1 0,34-22 0,-43 24 0,-1 0 0,0-2 0,0 1 0,-1-1 0,-1-1 0,0 0 0,0 0 0,-2-1 0,1-1 0,7-16 0,-3 3 0,0-1 0,-2 0 0,-1-1 0,-2 0 0,-1-1 0,-1 1 0,-1-1 0,1-52 0,-5 22 0,-4-93 0,1 140-170,-1 1-1,0-1 0,0 1 1,-2-1-1,1 1 0,-1 0 1,-9-13-1,5 9-6655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0:25.132"/>
    </inkml:context>
    <inkml:brush xml:id="br0">
      <inkml:brushProperty name="width" value="0.1" units="cm"/>
      <inkml:brushProperty name="height" value="0.1" units="cm"/>
      <inkml:brushProperty name="color" value="#E71224"/>
    </inkml:brush>
  </inkml:definitions>
  <inkml:trace contextRef="#ctx0" brushRef="#br0">638 79 24575,'-1'-1'0,"1"0"0,0 0 0,-1 0 0,1 0 0,0 0 0,-1 0 0,1 0 0,-1 0 0,0 0 0,1 1 0,-1-1 0,0 0 0,1 0 0,-1 1 0,0-1 0,0 0 0,0 1 0,0-1 0,1 1 0,-1-1 0,0 1 0,0-1 0,-2 1 0,-28-11 0,19 8 0,-9-5 0,-1 2 0,0 1 0,0 1 0,0 1 0,0 0 0,-23 2 0,33 1 0,0 0 0,1 1 0,-1 1 0,1 0 0,0 1 0,0 0 0,0 0 0,0 1 0,0 1 0,0 0 0,1 0 0,0 1 0,-12 10 0,-30 22 0,31-24 0,-26 25 0,40-33 0,1 1 0,1-1 0,-1 1 0,1 0 0,1 0 0,-1 1 0,1-1 0,-4 10 0,-6 22 0,2 0 0,1 0 0,2 1 0,2 0 0,1 1 0,0 81 0,8 211 0,-1-315 0,0 0 0,2-1 0,0 1 0,1 0 0,0-1 0,8 18 0,2 0 0,35 61 0,-40-83 0,0 0 0,1 0 0,1-1 0,0 0 0,0-1 0,1-1 0,18 13 0,97 57 0,-111-71 0,1-1 0,-1-1 0,1 0 0,0-1 0,1-1 0,-1 0 0,32 3 0,-41-7 0,0-1 0,1 1 0,-1-2 0,1 1 0,-1-1 0,1-1 0,-1 1 0,0-1 0,0-1 0,0 0 0,0 0 0,0 0 0,0-1 0,-1 0 0,0 0 0,0-1 0,0 0 0,8-9 0,118-124 0,-116 118 0,0-1 0,-2-1 0,24-41 0,-17 25 0,17-31 0,43-103 0,-75 151 0,0-1 0,-2 0 0,4-30 0,1-5 0,-4 16 0,-1 0 0,-3-1 0,-3-59 0,0 34 0,0 52 0,-1-1 0,0 1 0,-1-1 0,-1 1 0,0 0 0,-1 0 0,-1 1 0,0-1 0,-1 1 0,-1 1 0,-16-25 0,14 28 0,-1-1 0,0 2 0,-1-1 0,0 1 0,-1 1 0,1 0 0,-1 1 0,-21-8 0,-8-6 0,19 7-228,-28-22-1,39 27-679,-4-3-5918</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0:54.405"/>
    </inkml:context>
    <inkml:brush xml:id="br0">
      <inkml:brushProperty name="width" value="0.1" units="cm"/>
      <inkml:brushProperty name="height" value="0.1" units="cm"/>
      <inkml:brushProperty name="color" value="#E71224"/>
    </inkml:brush>
  </inkml:definitions>
  <inkml:trace contextRef="#ctx0" brushRef="#br0">3 67 24575,'-2'107'0,"5"120"0,3-183 0,2 0 0,19 59 0,-13-53 0,21 74 0,-34-118 0,1 0 0,0 0 0,0 0 0,0 0 0,1 0 0,0-1 0,0 1 0,1-1 0,6 8 0,-9-12 0,0 1 0,0-1 0,0 0 0,1 0 0,-1 0 0,0 0 0,1 0 0,-1 0 0,1 0 0,-1 0 0,1-1 0,0 1 0,-1 0 0,1-1 0,0 0 0,-1 1 0,1-1 0,0 0 0,0 0 0,-1 0 0,1 0 0,0 0 0,-1 0 0,1 0 0,0-1 0,0 1 0,-1-1 0,1 1 0,-1-1 0,1 0 0,0 1 0,-1-1 0,1 0 0,-1 0 0,0 0 0,1 0 0,-1-1 0,2-1 0,8-8 0,-1-1 0,0 0 0,-1-1 0,11-18 0,-10 14 0,0 1 0,18-20 0,41-40 0,78-82 0,15-24 0,-143 159 0,101-104 134,-22 26-1633,-84 85-5327</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1:03.520"/>
    </inkml:context>
    <inkml:brush xml:id="br0">
      <inkml:brushProperty name="width" value="0.1" units="cm"/>
      <inkml:brushProperty name="height" value="0.1" units="cm"/>
      <inkml:brushProperty name="color" value="#E71224"/>
    </inkml:brush>
  </inkml:definitions>
  <inkml:trace contextRef="#ctx0" brushRef="#br0">1242 243 24575,'0'-5'0,"-1"-1"0,1 1 0,-1 0 0,-1-1 0,1 1 0,-1 0 0,0 0 0,0 0 0,-1 0 0,1 0 0,-1 0 0,0 1 0,0-1 0,-1 1 0,1 0 0,-1 0 0,0 0 0,0 0 0,-1 1 0,1 0 0,-8-5 0,-9-4 0,0 1 0,-1 1 0,-36-11 0,46 16 0,-17-6 0,0 2 0,0 1 0,0 1 0,-50-6 0,49 11 0,-41-10 0,44 6 0,-56-4 0,65 9 0,0 2 0,0-1 0,0 2 0,0 0 0,1 2 0,-1-1 0,1 2 0,0 1 0,-28 12 0,-4 4 0,26-13 0,0 1 0,1 2 0,-37 24 0,24-10 0,19-16 0,1 1 0,1 0 0,0 1 0,0 1 0,1 0 0,1 1 0,0 0 0,-14 24 0,16-21 0,0 1 0,2 1 0,1 0 0,0 0 0,-5 25 0,2-3 0,4-13 0,0-1 0,-3 56 0,8-40 0,4 157 0,2-173 0,1 0 0,1 0 0,2-1 0,0 0 0,2 0 0,0-1 0,22 33 0,-30-53 0,0-1 0,1 1 0,-1-1 0,1 0 0,0 0 0,0 0 0,1 0 0,-1-1 0,1 0 0,-1 0 0,1 0 0,0 0 0,0-1 0,1 0 0,-1 0 0,0 0 0,1-1 0,10 2 0,8 0 0,-1-2 0,1-1 0,31-3 0,-5 1 0,29 2 0,54-2 0,-123 0 0,-1 1 0,0-1 0,0-1 0,0 1 0,0-1 0,0-1 0,-1 0 0,16-9 0,-1-3 0,34-31 0,10-7 0,-25 27 0,-8 5 0,33-27 0,-55 35 0,0 1 0,-1-1 0,0-1 0,-1 0 0,11-23 0,-1 3 0,-9 15 0,-2-1 0,-1 1 0,0-1 0,-2-1 0,6-26 0,8-29 0,17-38-1365,-32 95-5461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0:45.403"/>
    </inkml:context>
    <inkml:brush xml:id="br0">
      <inkml:brushProperty name="width" value="0.1" units="cm"/>
      <inkml:brushProperty name="height" value="0.1" units="cm"/>
      <inkml:brushProperty name="color" value="#E71224"/>
    </inkml:brush>
  </inkml:definitions>
  <inkml:trace contextRef="#ctx0" brushRef="#br0">1 97 24575,'7'-1'0,"0"0"0,-1 0 0,1 0 0,0-1 0,8-4 0,23-5 0,99-15 0,-90 18 0,1 3 0,0 2 0,88 6 0,-32-1 0,-53-2 0,0-2 0,88-15 0,-76 9 0,1 2 0,-1 3 0,74 5 0,-22 1 0,592-3 0,-688 1 0,-1 1 0,0 0 0,25 8 0,-22-5 0,42 5 0,283-7 0,-178-5 0,345 2-1365,-487 0-5461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0:47.026"/>
    </inkml:context>
    <inkml:brush xml:id="br0">
      <inkml:brushProperty name="width" value="0.1" units="cm"/>
      <inkml:brushProperty name="height" value="0.1" units="cm"/>
      <inkml:brushProperty name="color" value="#E71224"/>
    </inkml:brush>
  </inkml:definitions>
  <inkml:trace contextRef="#ctx0" brushRef="#br0">1 125 24575,'13'-2'0,"-1"0"0,1 0 0,-1-1 0,1-1 0,-1 0 0,18-9 0,26-7 0,25 5 0,-21 4 0,-24 6 0,1 0 0,49 1 0,-2 0 0,-10-9 0,-54 8 0,39-4 0,307 6 0,-189 5 0,700-2 0,-847 2 0,0 1 0,36 7 0,-34-3 0,52 2 0,494-8 82,-280-3-1529,-272 2-5379</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0:55.753"/>
    </inkml:context>
    <inkml:brush xml:id="br0">
      <inkml:brushProperty name="width" value="0.1" units="cm"/>
      <inkml:brushProperty name="height" value="0.1" units="cm"/>
      <inkml:brushProperty name="color" value="#E71224"/>
    </inkml:brush>
  </inkml:definitions>
  <inkml:trace contextRef="#ctx0" brushRef="#br0">1035 32 24575,'-4'-3'0,"0"0"0,0 0 0,0 1 0,0-1 0,0 1 0,-1 0 0,1 0 0,-1 1 0,1-1 0,-1 1 0,-9-1 0,-57-3 0,54 5 0,-11-1 0,-251 4 0,269-2 0,0 1 0,0 0 0,1 1 0,-1 0 0,1 1 0,0 0 0,0 0 0,0 1 0,0 0 0,1 1 0,0-1 0,-13 14 0,-7 8 0,-48 62 0,30-33 0,22-27 0,1 1 0,2 1 0,1 1 0,1 1 0,2 0 0,-20 56 0,17-35 0,-35 105 0,24-32 0,16-59 0,8-26 0,2 0 0,2 1 0,2-1 0,5 46 0,-2 5 0,-4-35 0,1-34 0,0 0 0,2 0 0,0 0 0,6 29 0,-5-47 0,0 0 0,0 0 0,1-1 0,0 1 0,0 0 0,0-1 0,1 0 0,-1 0 0,1 0 0,1 0 0,-1 0 0,0-1 0,1 0 0,10 7 0,4 1 0,0-1 0,40 15 0,-52-23 0,6 2 0,1 0 0,-1-2 0,1 0 0,-1 0 0,27 1 0,74-6 0,-51 0 0,-32-1 0,0-1 0,0-1 0,46-15 0,-64 17 0,25-9 0,0-1 0,-1-2 0,0-1 0,-1-2 0,-1-2 0,-1-1 0,-1-1 0,-1-2 0,0-2 0,46-48 0,50-85 0,-101 122 0,6-6 0,-10 15 0,-2-2 0,32-55 0,-45 68 0,-1-1 0,0 1 0,-1-2 0,5-20 0,-2-5 0,-2 17 0,-2 0 0,5-56 0,-10 75 0,-3-138 0,1 128 0,-1 0 0,-1-1 0,0 2 0,-1-1 0,-15-32 0,-73-130-1365,84 163-5461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0:57.221"/>
    </inkml:context>
    <inkml:brush xml:id="br0">
      <inkml:brushProperty name="width" value="0.1" units="cm"/>
      <inkml:brushProperty name="height" value="0.1" units="cm"/>
      <inkml:brushProperty name="color" value="#E71224"/>
    </inkml:brush>
  </inkml:definitions>
  <inkml:trace contextRef="#ctx0" brushRef="#br0">1003 186 24575,'0'-4'0,"-1"1"0,1-1 0,-1 1 0,0-1 0,0 1 0,0 0 0,0-1 0,-1 1 0,1 0 0,-1 0 0,0 0 0,0 0 0,0 0 0,-4-4 0,-42-36 0,26 26 0,12 9 0,0 0 0,-1 1 0,0 0 0,0 1 0,0 1 0,-1-1 0,0 2 0,0 0 0,0 0 0,0 1 0,-17-2 0,-10 1 0,-1 2 0,-50 4 0,20 0 0,60-2 0,0 0 0,1 1 0,-1 0 0,1 1 0,-1 0 0,1 0 0,0 1 0,0 0 0,0 0 0,0 1 0,0 0 0,1 1 0,0 0 0,0 0 0,0 1 0,0 0 0,1 1 0,0-1 0,1 1 0,-1 1 0,-4 7 0,-112 153 0,104-143 0,2 1 0,1 0 0,2 2 0,0-1 0,-12 38 0,12-20 0,1-10 0,3 0 0,1 1 0,-7 49 0,1 9 0,9-66 0,1 1 0,-1 33 0,4-20 0,1-16 0,0 1 0,2-1 0,0 1 0,7 31 0,-6-52 0,-1 0 0,1 0 0,0 0 0,1 0 0,0-1 0,0 1 0,0-1 0,0 0 0,1 0 0,0 0 0,0 0 0,0-1 0,1 0 0,-1 0 0,1 0 0,0 0 0,0-1 0,0 1 0,1-1 0,10 4 0,4-1 0,0 0 0,1-2 0,-1 0 0,36 2 0,-47-6 0,71 13 0,-53-8 0,50 4 0,316-10 0,-381 2 0,0-2 0,0 1 0,0-2 0,-1 1 0,1-2 0,-1 1 0,1-2 0,-1 0 0,0 0 0,0-1 0,-1 0 0,1-1 0,-1 0 0,0 0 0,-1-1 0,0-1 0,0 1 0,0-2 0,-1 1 0,0-1 0,-1 0 0,0-1 0,0 0 0,-1 0 0,0 0 0,-1-1 0,7-18 0,15-47 0,-16 47 0,12-46 0,-14 36 0,-2 13 0,-2-1 0,0 0 0,1-33 0,-8-334-1365,2 369-5461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0:58.980"/>
    </inkml:context>
    <inkml:brush xml:id="br0">
      <inkml:brushProperty name="width" value="0.1" units="cm"/>
      <inkml:brushProperty name="height" value="0.1" units="cm"/>
      <inkml:brushProperty name="color" value="#E71224"/>
    </inkml:brush>
  </inkml:definitions>
  <inkml:trace contextRef="#ctx0" brushRef="#br0">1152 703 24575,'1'-14'0,"0"0"0,2 0 0,7-27 0,3-24 0,-8-175 0,-7 142 0,2 82 0,-2 0 0,0 0 0,0 0 0,-2 0 0,0 1 0,0-1 0,-2 1 0,-13-27 0,16 38 0,0 0 0,0 1 0,0-1 0,0 1 0,0 0 0,-1 0 0,0 0 0,1 1 0,-1-1 0,0 1 0,0 0 0,0 0 0,-1 0 0,1 1 0,0-1 0,-1 1 0,1 0 0,-1 1 0,-6-1 0,-12-1 0,-1 1 0,-38 4 0,25-1 0,-107-3 0,-76 5 0,193 1 0,0 2 0,1 0 0,0 2 0,0 1 0,-37 20 0,36-18 0,12-4 0,1 0 0,0 1 0,0 0 0,1 1 0,0 0 0,1 1 0,-18 21 0,-2 8 0,-29 49 0,24-35 0,28-37 0,0 0 0,1 1 0,1 0 0,0 1 0,2 0 0,-6 32 0,9-44 0,-3 29 0,1 0 0,1 1 0,5 57 0,-1-36 0,0-45 0,0-1 0,0 0 0,1 0 0,1 0 0,0 0 0,1 0 0,0 0 0,1-1 0,0 0 0,1 0 0,0 0 0,0-1 0,2 0 0,-1 0 0,1-1 0,0 0 0,1 0 0,12 10 0,0-4 0,0 0 0,0-1 0,2-1 0,-1-1 0,2-1 0,-1-2 0,46 13 0,-46-15 0,2 0 0,1 0 0,0-2 0,0-1 0,32 2 0,-15-7 0,0-1 0,83-15 0,-97 13 0,45-2 0,-50 6 0,0-2 0,0-1 0,31-7 0,29-5 0,-69 14 0,1-1 0,-1-1 0,0 0 0,0-1 0,0 0 0,26-13 0,-36 14 0,-1-1 0,-1 1 0,1-1 0,0 0 0,-1 0 0,0 0 0,0 0 0,0-1 0,0 1 0,-1-1 0,0 0 0,1 0 0,-2 0 0,3-6 0,1-8 0,-1-1 0,4-26 0,-4-10-41,-4-67 0,-1 64-1242,0 33-5543</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0:49.835"/>
    </inkml:context>
    <inkml:brush xml:id="br0">
      <inkml:brushProperty name="width" value="0.1" units="cm"/>
      <inkml:brushProperty name="height" value="0.1" units="cm"/>
      <inkml:brushProperty name="color" value="#E71224"/>
    </inkml:brush>
  </inkml:definitions>
  <inkml:trace contextRef="#ctx0" brushRef="#br0">1 74 24575,'28'-2'0,"1"0"0,40-10 0,-38 6 0,54-4 0,433 9 0,-248 3 0,-251-4 0,0 0 0,0 0 0,22-7 0,-19 3 0,40-3 0,304 6 0,-188 6 0,1122-3 0,-1291 0-341,0-1 0,1 1-1,16-5 1,-6-1-6485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0:51.281"/>
    </inkml:context>
    <inkml:brush xml:id="br0">
      <inkml:brushProperty name="width" value="0.1" units="cm"/>
      <inkml:brushProperty name="height" value="0.1" units="cm"/>
      <inkml:brushProperty name="color" value="#E71224"/>
    </inkml:brush>
  </inkml:definitions>
  <inkml:trace contextRef="#ctx0" brushRef="#br0">1 184 24575,'16'-1'0,"-1"-1"0,1-1 0,28-8 0,-19 4 0,63-21 0,-65 19 0,1 2 0,0 0 0,0 1 0,41-4 0,-34 7 0,39-8 0,-42 5 0,55-4 0,250 10 0,-152 1 0,-152-3 0,0 0 0,39-10 0,-37 6 0,54-4 0,271 9 0,-167 3 0,-170-4 0,0 0 0,0 0 0,21-7 0,-17 3 0,39-3 0,304 6 0,-188 6 0,486-3-1365,-638 0-5461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1:11.484"/>
    </inkml:context>
    <inkml:brush xml:id="br0">
      <inkml:brushProperty name="width" value="0.1" units="cm"/>
      <inkml:brushProperty name="height" value="0.1" units="cm"/>
      <inkml:brushProperty name="color" value="#E71224"/>
    </inkml:brush>
  </inkml:definitions>
  <inkml:trace contextRef="#ctx0" brushRef="#br0">242 1 24575,'1'2'0,"0"1"0,-1 0 0,1-1 0,0 1 0,0-1 0,1 1 0,-1-1 0,0 1 0,1-1 0,-1 0 0,1 0 0,4 4 0,25 24 0,-29-28 0,87 73 0,80 76 0,-1 19 0,-139-140 0,148 167 0,-176-196 0,132 186 0,-106-142 0,55 102 0,-41-70 0,7 15 0,-21-30 0,-4-14 0,25 84 0,-13-7 0,-6-4 0,-16-73 0,-8-32 0,-1 1 0,3 24 0,9 41 0,-11-58 0,0 0 0,1 25 0,-1-2 0,12 54 0,-10-69 0,6 25 0,-7-37 0,-2-1 0,5 38 0,-8 284 0,-3-168 0,1-143 0,-2-1 0,-12 48 0,6-32 0,-17 68 0,-50 136 0,45-158 0,-45 97 0,59-144 0,-1-1 0,-32 56 0,-58 75 0,108-172 0,-175 242 0,92-134 0,60-82 0,-1-1 0,-1-1 0,-2-2 0,-54 40 0,67-53 0,-3 4 0,0 2 0,1 0 0,1 1 0,0 0 0,-22 40 0,20-31 0,-1-1 0,-29 32 0,32-40 0,1 0 0,1 1 0,-15 30 0,-7 8 0,5-13 0,-2-2 0,-73 74 0,55-64 0,30-29 0,-1-2 0,-40 33 0,58-52-105,1-1 0,0 1 0,-1-1 0,1 0 0,0 0 0,-1 0 0,0 0 0,1 0 0,-1-1 0,1 1 0,-1-1 0,-3 1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31:13.320"/>
    </inkml:context>
    <inkml:brush xml:id="br0">
      <inkml:brushProperty name="width" value="0.1" units="cm"/>
      <inkml:brushProperty name="height" value="0.1" units="cm"/>
      <inkml:brushProperty name="color" value="#E71224"/>
    </inkml:brush>
  </inkml:definitions>
  <inkml:trace contextRef="#ctx0" brushRef="#br0">1 2 24575,'59'0'0,"-19"-2"0,-1 2 0,0 2 0,57 11 0,68 25 0,-58-18 0,17 4 0,-79-12 0,79 25 0,-107-30 0,0 0 0,0 1 0,-1 0 0,0 1 0,19 15 0,23 18 0,-37-29 0,0 1 0,21 21 0,55 46 0,4 5 0,-90-78 0,0 0 0,0 0 0,17 9 0,22 17 0,-21-10 0,160 148 0,-149-132 0,-2 2 0,49 72 0,-52-66 0,-15-22 0,-2 0 0,15 30 0,43 127 0,-28-63 0,63 132 0,-40-80 0,72 208 0,-112-260 0,-20-75 0,-6-18 0,0 0 0,0 37 0,-3-35 0,8 53 0,2-8 0,-4 0 0,-3 0 0,-6 92 0,-1-38 0,4 265 0,-4-364 0,0 1 0,-2-1 0,-16 52 0,18-69 0,-42 181 0,21-67 0,0-38 0,8-31 0,-22 58 0,34-105 0,-24 63 0,-4-2 0,-78 129 0,63-120 0,36-60 0,0 0 0,-1-1 0,-1 0 0,-29 32 0,-110 99 0,141-141 0,-1-1 0,0 1 0,0-2 0,-1 0 0,0-1 0,-1 0 0,-26 8 0,-38 18 0,64-25 0,-19 10 0,0 0 0,2 3 0,0 0 0,-46 42 0,50-39 0,-1 0 0,-41 24 0,39-27 0,0 1 0,-29 27 0,36-29 0,0-1 0,-36 20 0,40-27 0,-2-2 0,1 0 0,-43 11 0,10-4 0,36-10-124,0-2 0,-1 0 0,0-1 0,1 0 0,-1-2 0,0 0-1,0-1 1,0-1 0,0 0 0,-22-6 0,20 0-6702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23.683"/>
    </inkml:context>
    <inkml:brush xml:id="br0">
      <inkml:brushProperty name="width" value="0.1" units="cm"/>
      <inkml:brushProperty name="height" value="0.1" units="cm"/>
      <inkml:brushProperty name="color" value="#E71224"/>
    </inkml:brush>
  </inkml:definitions>
  <inkml:trace contextRef="#ctx0" brushRef="#br0">1576 37 24575,'-1'-2'0,"1"1"0,0 0 0,-1 0 0,1 0 0,0 0 0,-1 0 0,1 0 0,-1 0 0,0 0 0,1 0 0,-1 0 0,0 1 0,1-1 0,-1 0 0,0 0 0,0 1 0,0-1 0,0 0 0,0 1 0,0-1 0,0 1 0,0-1 0,0 1 0,0-1 0,0 1 0,-2-1 0,-32-5 0,31 5 0,-54-4 0,-1 2 0,-98 9 0,128-1 0,0 2 0,1 1 0,0 1 0,0 1 0,1 2 0,-31 17 0,-47 19 0,92-43 0,-10 3 0,0 1 0,1 1 0,1 1 0,-36 24 0,30-15 0,-32 17 0,32-21 0,-39 30 0,8-3 0,35-27 0,-35 31 0,-243 256 0,285-287 0,2 1 0,0 1 0,1 0 0,-19 34 0,25-38 0,1-1 0,0 1 0,1 1 0,1-1 0,0 1 0,1-1 0,-3 30 0,5 348 0,4-178 0,-3-185 0,1-1 0,2 0 0,11 50 0,13 44 0,29 107 0,-13-94 0,66 143 0,-77-209 0,46 72 0,-63-117 0,2 0 0,1-2 0,0 0 0,2-1 0,1-1 0,27 22 0,-22-22 0,0 0 0,1-2 0,0-1 0,2-2 0,55 23 0,-80-37 9,0 0-1,0-1 1,0 1-1,0 0 1,0-1 0,1 0-1,-1 0 1,0-1-1,0 1 1,0-1-1,0 0 1,0 0-1,8-3 1,-3 0-306,0-1 0,0 0 0,-1 0 0,14-12 0,-4 3-6529</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25.023"/>
    </inkml:context>
    <inkml:brush xml:id="br0">
      <inkml:brushProperty name="width" value="0.1" units="cm"/>
      <inkml:brushProperty name="height" value="0.1" units="cm"/>
      <inkml:brushProperty name="color" value="#E71224"/>
    </inkml:brush>
  </inkml:definitions>
  <inkml:trace contextRef="#ctx0" brushRef="#br0">1291 183 24575,'-1'-4'0,"1"0"0,-1-1 0,1 1 0,-1 0 0,0 0 0,-1 0 0,1-1 0,-1 1 0,1 1 0,-1-1 0,-1 0 0,1 0 0,0 1 0,-1-1 0,0 1 0,0 0 0,0 0 0,0 0 0,0 0 0,0 0 0,-8-3 0,-4-3 0,-2 0 0,1 2 0,-34-11 0,30 11 0,-11-4 0,0 1 0,0 2 0,0 2 0,-1 0 0,0 2 0,-35 0 0,-363 6 0,399-1 0,1 2 0,0 1 0,0 2 0,0 0 0,0 2 0,1 2 0,1 0 0,0 2 0,-35 20 0,56-28 0,0 0 0,0 0 0,0 1 0,1 0 0,0 0 0,0 1 0,1-1 0,-1 2 0,1-1 0,-5 8 0,9-11 0,-1 0 0,1 0 0,-1 1 0,1-1 0,0 1 0,0-1 0,0 1 0,1-1 0,-1 1 0,1-1 0,0 1 0,0 0 0,0-1 0,1 1 0,-1 0 0,1-1 0,0 1 0,0-1 0,0 1 0,0-1 0,1 0 0,-1 0 0,1 1 0,3 3 0,11 15 0,2 0 0,0-2 0,1 0 0,32 24 0,12 14 0,-24-23 0,44 32 0,-61-50 0,74 69 0,4 2 0,-25-25 0,97 105 0,-94-88 0,-61-60 0,-1 1 0,0 1 0,-2 0 0,13 27 0,-13-22 0,-1-6 0,-1 0 0,-1 1 0,-2 0 0,0 1 0,-1 0 0,-1 0 0,7 45 0,-1-2 0,-8-48 0,-2-1 0,3 27 0,-6-39 0,0 0 0,0 1 0,0-1 0,-1 0 0,0 1 0,0-1 0,0 0 0,-1 0 0,1 0 0,-1 0 0,-1 0 0,-3 7 0,-4 3 0,-1-1 0,0 1 0,-1-2 0,-1 0 0,0 0 0,0-1 0,-2-1 0,1 0 0,-1-1 0,-1-1 0,0 0 0,0-1 0,0-1 0,-19 5 0,21-7 0,-90 22 0,64-19 0,-4 1 0,-1-2 0,-66 2 0,94-9 0,1-1 0,0 0 0,-1-1 0,1-1 0,0-1 0,0 0 0,0-1 0,1-1 0,0 0 0,0-1 0,-23-15 0,-2-1 0,25 16 0,0-2 0,1 0 0,-21-18 0,-23-18-7,46 37-163,0 0 1,1-1-1,0-1 0,1 1 0,0-2 1,0 1-1,-15-24 0,14 14-6656</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26.326"/>
    </inkml:context>
    <inkml:brush xml:id="br0">
      <inkml:brushProperty name="width" value="0.1" units="cm"/>
      <inkml:brushProperty name="height" value="0.1" units="cm"/>
      <inkml:brushProperty name="color" value="#E71224"/>
    </inkml:brush>
  </inkml:definitions>
  <inkml:trace contextRef="#ctx0" brushRef="#br0">52 1 24575,'0'5'0,"0"7"0,0 6 0,0 6 0,0 4 0,0 1 0,0 2 0,0 1 0,0-1 0,0 1 0,0-1 0,0 0 0,-5-6 0,-2-1 0,-5-6 0,0 0 0,-3-3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28.210"/>
    </inkml:context>
    <inkml:brush xml:id="br0">
      <inkml:brushProperty name="width" value="0.1" units="cm"/>
      <inkml:brushProperty name="height" value="0.1" units="cm"/>
      <inkml:brushProperty name="color" value="#E71224"/>
    </inkml:brush>
  </inkml:definitions>
  <inkml:trace contextRef="#ctx0" brushRef="#br0">0 33 24575,'78'1'0,"86"-3"0,-90-12 0,-54 9 0,-1 1 0,22-2 0,325 4 0,-188 4 0,-58-2-1365,-94 0-5461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29.319"/>
    </inkml:context>
    <inkml:brush xml:id="br0">
      <inkml:brushProperty name="width" value="0.1" units="cm"/>
      <inkml:brushProperty name="height" value="0.1" units="cm"/>
      <inkml:brushProperty name="color" value="#E71224"/>
    </inkml:brush>
  </inkml:definitions>
  <inkml:trace contextRef="#ctx0" brushRef="#br0">1122 1 24575,'0'35'0,"2"1"0,1 0 0,10 50 0,-5-38 0,-3 1 0,-1 0 0,-6 88 0,-1-36 0,5-37 0,-1-36 0,0 1 0,-2-1 0,-1 1 0,-11 53 0,-25 92 0,14-47 0,-13 17 0,14-16 0,9-72 0,11-38 0,-1 0 0,-1-1 0,-1 1 0,-9 19 0,8-24 0,-6 16 0,-2-1 0,-2 0 0,0-1 0,-2 0 0,-37 40 0,20-33 0,0-2 0,-3-2 0,0-1 0,-49 26 0,63-43 0,0-1 0,-46 12 0,10-3 0,48-16 0,0 0 0,0-1 0,-1 0 0,1-1 0,-1-1 0,1 0 0,-1-1 0,0 0 0,1-1 0,-16-3 0,22 2 0,-1 1 0,0-1 0,1-1 0,0 1 0,-1-1 0,1-1 0,0 1 0,0-1 0,1-1 0,-1 1 0,1-1 0,0 0 0,0 0 0,1-1 0,0 1 0,0-1 0,0-1 0,-8-12 0,-6-19 0,0-1 0,-13-44 0,21 45-273,1-1 0,2 0 0,2 0 0,-2-64 0,8 77-6553</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30.008"/>
    </inkml:context>
    <inkml:brush xml:id="br0">
      <inkml:brushProperty name="width" value="0.1" units="cm"/>
      <inkml:brushProperty name="height" value="0.1" units="cm"/>
      <inkml:brushProperty name="color" value="#E71224"/>
    </inkml:brush>
  </inkml:definitions>
  <inkml:trace contextRef="#ctx0" brushRef="#br0">60 1 24575,'10'24'0,"-1"-7"0,3 21 0,-5-18 0,0 1 0,-2-1 0,0 1 0,2 30 0,-4 24 0,-7 92 0,2-155 15,0-1 0,0 0 0,-1 0 0,0 0 0,-1 0 0,0-1 0,-7 12 0,7-15-129,0-1 0,0 0-1,0 0 1,0 0 0,-1-1 0,0 0-1,0 0 1,-1 0 0,1 0 0,-1-1-1,0 0 1,-7 4 0,-6-1-6712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31.040"/>
    </inkml:context>
    <inkml:brush xml:id="br0">
      <inkml:brushProperty name="width" value="0.1" units="cm"/>
      <inkml:brushProperty name="height" value="0.1" units="cm"/>
      <inkml:brushProperty name="color" value="#E71224"/>
    </inkml:brush>
  </inkml:definitions>
  <inkml:trace contextRef="#ctx0" brushRef="#br0">1 65 24575,'0'-1'0,"0"0"0,1 1 0,-1-1 0,0 0 0,0 0 0,1 0 0,-1 0 0,1 0 0,-1 0 0,1 1 0,-1-1 0,1 0 0,0 0 0,-1 1 0,1-1 0,0 0 0,-1 1 0,1-1 0,0 1 0,0-1 0,0 1 0,1-1 0,25-10 0,-14 6 0,3-2 0,0 2 0,0 0 0,1 0 0,-1 2 0,1 0 0,24-1 0,108 5 0,-66 2 0,19-5 0,98 5 0,-178 0 0,-1 0 0,0 2 0,0 1 0,0 0 0,34 17 0,95 57 0,-117-61 0,-28-16 0,1 0 0,-1 0 0,0 0 0,0 1 0,0-1 0,-1 1 0,1 1 0,-1-1 0,0 0 0,0 1 0,-1 0 0,1 0 0,-1 0 0,0 1 0,0-1 0,-1 1 0,0-1 0,0 1 0,0 0 0,-1 0 0,1 0 0,-1 0 0,0 11 0,-1-2 0,0 0 0,-1-1 0,-1 1 0,0-1 0,-1 0 0,-1 0 0,0 0 0,-1 0 0,0-1 0,-1 1 0,-1-1 0,-8 13 0,-15 18 0,-2-1 0,-36 38 0,20-24 0,30-36 0,-1-1 0,-1 0 0,0-2 0,-34 24 0,-1-1 0,34-24 0,0-1 0,-47 26 0,28-22 0,-83 37 0,110-52 0,-1-1 0,0 0 0,0-1 0,0 0 0,-1-1 0,1-1 0,-17 0 0,20-2-124,0-1 0,-1 0 0,1-1 0,0 0 0,0-1 0,1 0-1,-1-1 1,1 0 0,0-1 0,-16-11 0,7 3-6702</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31.669"/>
    </inkml:context>
    <inkml:brush xml:id="br0">
      <inkml:brushProperty name="width" value="0.1" units="cm"/>
      <inkml:brushProperty name="height" value="0.1" units="cm"/>
      <inkml:brushProperty name="color" value="#E71224"/>
    </inkml:brush>
  </inkml:definitions>
  <inkml:trace contextRef="#ctx0" brushRef="#br0">32 0 24575,'0'1062'0,"-2"-1032"0,-1 0 0,-8 34 0,5-31 0,-3 51 0,8 224 91,3-144-1547</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32.428"/>
    </inkml:context>
    <inkml:brush xml:id="br0">
      <inkml:brushProperty name="width" value="0.1" units="cm"/>
      <inkml:brushProperty name="height" value="0.1" units="cm"/>
      <inkml:brushProperty name="color" value="#E71224"/>
    </inkml:brush>
  </inkml:definitions>
  <inkml:trace contextRef="#ctx0" brushRef="#br0">1 1 24575,'2'0'0,"0"0"0,0 1 0,-1-1 0,1 1 0,0-1 0,0 1 0,-1 0 0,1 0 0,0 0 0,-1 0 0,1 0 0,-1 0 0,1 0 0,-1 1 0,1-1 0,1 3 0,20 28 0,-17-22 0,21 26 0,40 40 0,16 23 0,-37-41 0,2-2 0,3-3 0,95 79 0,19 3 0,-100-85 0,-37-29 0,36 33 0,-44-35 0,33 21 0,-31-23 0,27 24 0,10 18-1365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33.374"/>
    </inkml:context>
    <inkml:brush xml:id="br0">
      <inkml:brushProperty name="width" value="0.1" units="cm"/>
      <inkml:brushProperty name="height" value="0.1" units="cm"/>
      <inkml:brushProperty name="color" value="#E71224"/>
    </inkml:brush>
  </inkml:definitions>
  <inkml:trace contextRef="#ctx0" brushRef="#br0">0 0 24575,'5'1'0,"0"1"0,0 0 0,0 0 0,0 0 0,0 1 0,0-1 0,7 7 0,-1-2 0,20 15 0,-1 0 0,-1 3 0,43 45 0,-45-43 0,202 210 0,-215-222 0,-1 1 0,17 28 0,5 7 0,0-8 0,-2 2 0,-2 2 0,-3 1 0,35 77 0,-51-96 0,60 171 0,-48-127 0,-15-48 0,0 1 0,-2 0 0,-1 0 0,-1 1 0,2 36 0,-5-36 0,1-1 0,6 27 0,-3-25 0,3 50 0,-8-42 0,-1 1 0,-1-1 0,-2 1 0,-2-1 0,-2-1 0,-21 70 0,-13 19 0,25-71 0,-2 0 0,-46 91 0,36-95 0,4-3 0,-3 0 0,-1-2 0,-3-1 0,-36 40 0,-2 0 0,2 0 0,9-28 0,-74 55 0,96-81-50,16-12-388,0-1-1,-29 16 1,33-23-6388</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35.055"/>
    </inkml:context>
    <inkml:brush xml:id="br0">
      <inkml:brushProperty name="width" value="0.1" units="cm"/>
      <inkml:brushProperty name="height" value="0.1" units="cm"/>
      <inkml:brushProperty name="color" value="#E71224"/>
    </inkml:brush>
  </inkml:definitions>
  <inkml:trace contextRef="#ctx0" brushRef="#br0">0 32 24575,'30'-2'0,"0"-1"0,35-8 0,-32 5 0,51-3 0,250 10 0,-313 0 0,1 1 0,-1 0 0,0 2 0,38 12 0,79 38 0,-131-51 0,-1-1 0,1 1 0,-1 1 0,1 0 0,-1-1 0,0 2 0,-1-1 0,1 1 0,-1 0 0,0 0 0,0 0 0,0 1 0,-1 0 0,0 0 0,0 0 0,0 0 0,-1 1 0,0-1 0,0 1 0,0 0 0,-1 0 0,0 0 0,-1 0 0,0 0 0,0 0 0,0 14 0,1 7 0,-2 0 0,0 0 0,-2 0 0,-1 0 0,-1 0 0,-2-1 0,-16 51 0,1-36 0,-1 0 0,-35 48 0,-11 19 0,62-100 0,1 0 0,-2-1 0,1 0 0,-1-1 0,0 1 0,-1-1 0,0-1 0,0 0 0,0 0 0,-18 10 0,-5-1 0,-60 21 0,87-35 0,-21 7 0,1-1 0,-1-1 0,0-1 0,0-2 0,-32 2 0,44-5 0,0 0 0,0-1 0,-1 0 0,1-1 0,1 0 0,-1-1 0,0-1 0,1 0 0,-1-1 0,1 0 0,-22-13 0,18 5-1365</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35.719"/>
    </inkml:context>
    <inkml:brush xml:id="br0">
      <inkml:brushProperty name="width" value="0.1" units="cm"/>
      <inkml:brushProperty name="height" value="0.1" units="cm"/>
      <inkml:brushProperty name="color" value="#E71224"/>
    </inkml:brush>
  </inkml:definitions>
  <inkml:trace contextRef="#ctx0" brushRef="#br0">118 0 24575,'0'1726'-974,"-2"-1692"1255,-2 0 0,-8 40 0,-1-4-150,1 1-131,5-34 0,-4 66 0,10-88 0,1 20 0,-2 1 0,-1-1 0,-9 38 0,8-49 0,1 0 0,-1 33 0,4-35 0,-2 1 0,-1-1 0,-5 23 0,-3 4-1365,7-27-5461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43.460"/>
    </inkml:context>
    <inkml:brush xml:id="br0">
      <inkml:brushProperty name="width" value="0.1" units="cm"/>
      <inkml:brushProperty name="height" value="0.1" units="cm"/>
      <inkml:brushProperty name="color" value="#E71224"/>
    </inkml:brush>
  </inkml:definitions>
  <inkml:trace contextRef="#ctx0" brushRef="#br0">0 305 24575,'0'-1'0,"1"0"0,-1 0 0,0-1 0,1 1 0,-1 0 0,1 0 0,-1 1 0,1-1 0,-1 0 0,1 0 0,0 0 0,-1 0 0,1 0 0,0 1 0,0-1 0,0 0 0,0 1 0,-1-1 0,1 0 0,0 1 0,0-1 0,0 1 0,0 0 0,0-1 0,0 1 0,3-1 0,31-5 0,-32 6 0,70-5 0,-42 3 0,47-7 0,-36 3 0,57-3 0,-27 5 0,1-11 0,-55 11 0,1 0 0,23-2 0,0 4 0,-6 0 0,0-1 0,42-9 0,-30 4 0,0 3 0,1 2 0,88 5 0,-37 0 0,-77-2 0,0-2 0,0-1 0,41-10 0,-19 6 0,1 1 0,0 3 0,0 1 0,52 6 0,2-2 0,5633-2 0,-5699-1 0,65-13 0,-63 7 0,50-1 0,490 6 0,-276 4 0,-281-3 0,0-1 0,0-1 0,22-6 0,-19 4 0,40-4 0,95 9 0,18-2 0,-81-12 0,-62 8 0,54-3 0,-60 7 0,1 0 0,-1-2 0,28-7 0,-21 5 0,1 2 0,0 1 0,0 2 0,41 3 0,65-3 0,-67-13 0,-54 9 0,0 1 0,23-2 0,116 5-85,-107 2-1195,-24-1-5546</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36.923"/>
    </inkml:context>
    <inkml:brush xml:id="br0">
      <inkml:brushProperty name="width" value="0.1" units="cm"/>
      <inkml:brushProperty name="height" value="0.1" units="cm"/>
      <inkml:brushProperty name="color" value="#E71224"/>
    </inkml:brush>
  </inkml:definitions>
  <inkml:trace contextRef="#ctx0" brushRef="#br0">1 0 24575,'757'0'-1365,"-731"0"-5461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37.566"/>
    </inkml:context>
    <inkml:brush xml:id="br0">
      <inkml:brushProperty name="width" value="0.1" units="cm"/>
      <inkml:brushProperty name="height" value="0.1" units="cm"/>
      <inkml:brushProperty name="color" value="#E71224"/>
    </inkml:brush>
  </inkml:definitions>
  <inkml:trace contextRef="#ctx0" brushRef="#br0">1 35 24575,'29'-1'0,"0"0"0,0-2 0,45-10 0,-26 5 0,1 3 0,0 1 0,89 7 0,-37-1 0,139-2-1365,-213 0-5461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44.822"/>
    </inkml:context>
    <inkml:brush xml:id="br0">
      <inkml:brushProperty name="width" value="0.1" units="cm"/>
      <inkml:brushProperty name="height" value="0.1" units="cm"/>
      <inkml:brushProperty name="color" value="#E71224"/>
    </inkml:brush>
  </inkml:definitions>
  <inkml:trace contextRef="#ctx0" brushRef="#br0">0 33 24575,'0'-1'0,"1"0"0,-1 0 0,0 0 0,1 0 0,-1 0 0,1 0 0,-1 0 0,1 0 0,0 0 0,-1 0 0,1 0 0,0 0 0,-1 0 0,1 1 0,0-1 0,0 0 0,0 1 0,0-1 0,0 1 0,0-1 0,0 1 0,0-1 0,0 1 0,0-1 0,0 1 0,2 0 0,32-7 0,-31 7 0,79-6 0,108 7 0,-70 1 0,302-2 0,-418-1 0,0 1 0,0 0 0,0 1 0,-1-1 0,1 1 0,0 0 0,0 0 0,-1 0 0,1 1 0,0 0 0,-1 0 0,0 0 0,1 0 0,-1 1 0,0-1 0,0 1 0,-1 0 0,1 0 0,0 1 0,-1-1 0,0 1 0,0 0 0,0 0 0,0 0 0,-1 0 0,1 0 0,-1 0 0,0 1 0,-1-1 0,1 1 0,-1 0 0,2 5 0,5 20 0,-1 0 0,-1 0 0,-1 0 0,0 61 0,-4-19 0,-4 98 0,1-155 0,-1-1 0,0 0 0,-1 1 0,-1-2 0,0 1 0,-1 0 0,-10 17 0,-61 85 0,66-101 0,1 0 0,-1-1 0,0-1 0,-1 0 0,-1 0 0,0-1 0,0-1 0,-1 0 0,0-1 0,-1-1 0,0 0 0,-1-1 0,-32 12 0,-6-2 0,26-7 0,0-2 0,0-1 0,-1-1 0,0-2 0,-42 3 0,36-7 0,6 0 0,0 0 0,0-2 0,0-2 0,-52-9 0,7-4-1365,50 14-5461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45.530"/>
    </inkml:context>
    <inkml:brush xml:id="br0">
      <inkml:brushProperty name="width" value="0.1" units="cm"/>
      <inkml:brushProperty name="height" value="0.1" units="cm"/>
      <inkml:brushProperty name="color" value="#E71224"/>
    </inkml:brush>
  </inkml:definitions>
  <inkml:trace contextRef="#ctx0" brushRef="#br0">1 0 24575,'1'0'0,"0"1"0,0-1 0,0 0 0,0 1 0,0-1 0,0 1 0,0-1 0,0 1 0,0-1 0,-1 1 0,1 0 0,0 0 0,0-1 0,0 1 0,-1 0 0,1 0 0,0 0 0,-1 0 0,1-1 0,-1 1 0,1 0 0,-1 0 0,1 0 0,-1 0 0,0 1 0,1 1 0,5 32 0,-5-32 0,14 83 0,-8-57 0,-2 0 0,2 40 0,8 92 0,1 11 0,-15-130 0,2 1 0,10 54 0,-4-30 0,-3 1 0,-7 130 0,-1-77 0,2 1480-1365,0-1575-5461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46.626"/>
    </inkml:context>
    <inkml:brush xml:id="br0">
      <inkml:brushProperty name="width" value="0.1" units="cm"/>
      <inkml:brushProperty name="height" value="0.1" units="cm"/>
      <inkml:brushProperty name="color" value="#E71224"/>
    </inkml:brush>
  </inkml:definitions>
  <inkml:trace contextRef="#ctx0" brushRef="#br0">880 1 24575,'-5'0'0,"-1"1"0,1 0 0,0 0 0,-1 0 0,1 0 0,0 1 0,0 0 0,0 0 0,0 1 0,0-1 0,0 1 0,1 0 0,0 0 0,-1 1 0,-6 6 0,-4 7 0,0-1 0,-19 32 0,7-11 0,-4 8 0,-35 68 0,62-107 0,-20 44 0,2 0 0,-17 59 0,-21 52 0,-122 208 0,106-217 0,1-2 0,64-125 0,0-1 0,2 2 0,1-1 0,2 1 0,0 0 0,1 1 0,-1 34 0,-7 9 0,8-49 0,-4 42 0,6-30 0,-1 0 0,-8 33 0,5-21 0,2 1 0,2-1 0,4 81 0,1-36 0,0-67 0,1-1 0,0 1 0,9 29 0,-4-19 0,-3-15 0,1 0 0,1 0 0,0-1 0,15 26 0,45 62 0,-50-79 0,-2-6 0,2 0 0,0-1 0,1 0 0,1-2 0,0 0 0,1-1 0,1-2 0,1 1 0,36 16 0,-37-22-1365,-2-3-5461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47.753"/>
    </inkml:context>
    <inkml:brush xml:id="br0">
      <inkml:brushProperty name="width" value="0.1" units="cm"/>
      <inkml:brushProperty name="height" value="0.1" units="cm"/>
      <inkml:brushProperty name="color" value="#E71224"/>
    </inkml:brush>
  </inkml:definitions>
  <inkml:trace contextRef="#ctx0" brushRef="#br0">730 33 24575,'-24'-10'0,"6"1"0,4 5 0,0 1 0,-1 1 0,1 0 0,-1 0 0,1 1 0,-1 1 0,0 1 0,1 0 0,-1 1 0,-24 6 0,21-2 0,0 0 0,0 1 0,0 1 0,1 1 0,1 1 0,-1 0 0,-25 21 0,-8 11 0,-52 56 0,83-77 0,0 1 0,2 1 0,0 1 0,2 0 0,-15 32 0,15-24 0,1 0 0,2 1 0,-10 42 0,20-66 0,0-1 0,1 1 0,0-1 0,0 1 0,1 0 0,0-1 0,0 1 0,1-1 0,0 1 0,1 0 0,0-1 0,0 0 0,1 1 0,0-1 0,0 0 0,1-1 0,0 1 0,10 13 0,-8-15 0,0 0 0,0 0 0,1 0 0,0-1 0,0 0 0,0-1 0,1 0 0,10 5 0,72 22 0,-46-17 0,121 36 0,34 1 0,-137-35 0,-38-10 0,0 0 0,0 2 0,42 19 0,-58-22 0,-1 1 0,1-1 0,-1 1 0,-1 1 0,1-1 0,-1 1 0,0 1 0,7 10 0,37 70 0,-42-74 0,7 16 0,0 1 0,-2 0 0,-1 1 0,-2 1 0,-1 0 0,-1 0 0,-2 0 0,-2 1 0,1 37 0,-4-29 0,0-20 0,-1 1 0,-1 0 0,-5 33 0,4-50 0,1 1 0,-1-1 0,0 0 0,0-1 0,-1 1 0,1 0 0,-1-1 0,-1 1 0,1-1 0,-1 0 0,0 0 0,0 0 0,0-1 0,-1 1 0,1-1 0,-1 0 0,-7 4 0,-20 10 0,-1-2 0,0-1 0,-1-2 0,0-1 0,-65 12 0,51-13 0,22-4 0,0-2 0,0-1 0,-27 1 0,32-4-151,1-1-1,-1-1 0,1-1 0,0 0 1,-1-2-1,1 0 0,1-1 1,-29-12-1,31 8-6674</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48.281"/>
    </inkml:context>
    <inkml:brush xml:id="br0">
      <inkml:brushProperty name="width" value="0.1" units="cm"/>
      <inkml:brushProperty name="height" value="0.1" units="cm"/>
      <inkml:brushProperty name="color" value="#E71224"/>
    </inkml:brush>
  </inkml:definitions>
  <inkml:trace contextRef="#ctx0" brushRef="#br0">0 1 24575,'0'5'0,"0"7"0,0 7 0,0 5 0,0 3 0,0 3 0,0 1 0,0 0 0,0 1 0,0-1 0,0 0 0,0 0 0,5-6 0,2-1 0,0 0 0,-2 1 0,-1-4-8191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50.688"/>
    </inkml:context>
    <inkml:brush xml:id="br0">
      <inkml:brushProperty name="width" value="0.1" units="cm"/>
      <inkml:brushProperty name="height" value="0.1" units="cm"/>
      <inkml:brushProperty name="color" value="#E71224"/>
    </inkml:brush>
  </inkml:definitions>
  <inkml:trace contextRef="#ctx0" brushRef="#br0">1 34 24575,'0'-1'0,"0"0"0,1-1 0,-1 1 0,1 0 0,-1 0 0,1 0 0,-1 0 0,1 1 0,-1-1 0,1 0 0,0 0 0,-1 0 0,1 0 0,0 1 0,0-1 0,0 0 0,0 1 0,0-1 0,0 0 0,0 1 0,0-1 0,0 1 0,0 0 0,0-1 0,0 1 0,2-1 0,32-5 0,-31 6 0,81-6 0,112 6 0,-72 3 0,618-3-1365,-717 0-5461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51.580"/>
    </inkml:context>
    <inkml:brush xml:id="br0">
      <inkml:brushProperty name="width" value="0.1" units="cm"/>
      <inkml:brushProperty name="height" value="0.1" units="cm"/>
      <inkml:brushProperty name="color" value="#E71224"/>
    </inkml:brush>
  </inkml:definitions>
  <inkml:trace contextRef="#ctx0" brushRef="#br0">757 0 24575,'2'45'0,"2"-1"0,11 45 0,-5-26 0,4 0 0,-9-43 0,-1 1 0,3 29 0,8 63 0,-8-76 0,2 54 0,-8 544 0,-3-302 0,2-304 0,-2-1 0,0 1 0,-12 48 0,5-39 0,3-8 0,-1 0 0,-2 0 0,-1-1 0,-22 45 0,7-26 0,16-29 0,-1 0 0,0-1 0,-21 26 0,26-38 0,0-1 0,0 0 0,0 0 0,-1-1 0,1 1 0,-1-1 0,0 0 0,-1-1 0,1 0 0,-1 0 0,1 0 0,-1-1 0,0 0 0,-11 2 0,9-3 0,1 0 0,-1-1 0,0-1 0,1 1 0,-1-1 0,1-1 0,-1 0 0,1 0 0,0 0 0,-15-7 0,-9-7 0,-40-24 0,45 24 0,5 1 0,1-1 0,1-1 0,0-1 0,1-1 0,1-1 0,1 0 0,-16-25 0,5 9 0,-37-38 0,57 66-124,1 0 0,1 0 0,0-1 0,0 0 0,0 0 0,1 0-1,1-1 1,-1 0 0,2 0 0,-5-17 0,4 5-6702</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52.281"/>
    </inkml:context>
    <inkml:brush xml:id="br0">
      <inkml:brushProperty name="width" value="0.1" units="cm"/>
      <inkml:brushProperty name="height" value="0.1" units="cm"/>
      <inkml:brushProperty name="color" value="#E71224"/>
    </inkml:brush>
  </inkml:definitions>
  <inkml:trace contextRef="#ctx0" brushRef="#br0">1 1 24575,'0'5'0,"0"7"0,0 7 0,0 5 0,0 3 0,0 3 0,0 1 0,5-4 0,2-3 0,-1 1 0,-1 1 0,-1 1 0,-2 1 0,-1 1 0,0 1 0,-1-5-8191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53.237"/>
    </inkml:context>
    <inkml:brush xml:id="br0">
      <inkml:brushProperty name="width" value="0.1" units="cm"/>
      <inkml:brushProperty name="height" value="0.1" units="cm"/>
      <inkml:brushProperty name="color" value="#E71224"/>
    </inkml:brush>
  </inkml:definitions>
  <inkml:trace contextRef="#ctx0" brushRef="#br0">0 0 24575,'426'0'0,"-389"2"0,68 12 0,-65-7 0,51 2 0,-64-7 0,1 0 0,50 12 0,-55-9 0,42 1 0,-43-4 0,-1 0 0,34 8 0,-19-3 0,15 6 0,-47-12 0,-1 0 0,0 1 0,0 0 0,0 0 0,0 0 0,0 0 0,0 0 0,-1 1 0,1-1 0,-1 1 0,1 0 0,2 5 0,1 2 0,-1 0 0,0 0 0,-1 1 0,0 0 0,-1-1 0,0 1 0,-1 0 0,2 15 0,-2 9 0,-2 47 0,-2-42 0,2-26 0,-2 1 0,0 0 0,-1-1 0,0 1 0,-1-1 0,-1 0 0,-11 26 0,-6 1 0,-32 45 0,12-21 0,33-51 0,-1-1 0,0 0 0,-1 0 0,-1-1 0,0 0 0,0-1 0,-1-1 0,-16 10 0,-18 9 0,-56 24 0,36-19 0,-21 8 0,51-26 0,0 2 0,-39 26 0,68-38 14,0-1-1,-1 0 0,1-1 0,-1 0 1,-1-1-1,1 0 0,0 0 1,-14 2-1,18-4-100,-1-1-1,1 1 1,0-1 0,-1 0-1,1 0 1,0-1 0,0 0-1,-1 0 1,1 0-1,0 0 1,0-1 0,0 0-1,0 0 1,0 0 0,1-1-1,-9-5 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53.989"/>
    </inkml:context>
    <inkml:brush xml:id="br0">
      <inkml:brushProperty name="width" value="0.1" units="cm"/>
      <inkml:brushProperty name="height" value="0.1" units="cm"/>
      <inkml:brushProperty name="color" value="#E71224"/>
    </inkml:brush>
  </inkml:definitions>
  <inkml:trace contextRef="#ctx0" brushRef="#br0">0 0 24575,'0'848'0,"2"-829"0,-1 0 0,2 0 0,6 22 0,-4-19 0,5 40 0,-8-25 0,-1-6 0,9 51 0,1-8 0,-4 0 0,-3 0 0,-7 91 0,1-37 0,2 222 0,0-483-1365,0 104-5461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54.654"/>
    </inkml:context>
    <inkml:brush xml:id="br0">
      <inkml:brushProperty name="width" value="0.1" units="cm"/>
      <inkml:brushProperty name="height" value="0.1" units="cm"/>
      <inkml:brushProperty name="color" value="#E71224"/>
    </inkml:brush>
  </inkml:definitions>
  <inkml:trace contextRef="#ctx0" brushRef="#br0">0 0 24575,'4'1'0,"0"-1"0,0 1 0,-1-1 0,1 1 0,0 1 0,-1-1 0,1 0 0,-1 1 0,1 0 0,-1 0 0,0 0 0,0 0 0,0 0 0,0 1 0,3 2 0,7 8 0,-2 0 0,12 16 0,2 1 0,32 31 0,-20-22 0,35 48 0,-21-24 0,3-2 0,74 64 0,-43-43 0,-65-64 0,38 26 0,-43-34 0,-1 0 0,0 0 0,-1 2 0,-1-1 0,0 2 0,0 0 0,11 16 0,-22-28-28,8 14-239,0 0-1,1-1 1,1-1-1,13 14 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48:55.971"/>
    </inkml:context>
    <inkml:brush xml:id="br0">
      <inkml:brushProperty name="width" value="0.1" units="cm"/>
      <inkml:brushProperty name="height" value="0.1" units="cm"/>
      <inkml:brushProperty name="color" value="#E71224"/>
    </inkml:brush>
  </inkml:definitions>
  <inkml:trace contextRef="#ctx0" brushRef="#br0">57 1 24575,'2'0'0,"0"1"0,0-1 0,0 1 0,1 0 0,-1-1 0,0 1 0,0 0 0,-1 0 0,1 1 0,0-1 0,0 0 0,0 0 0,-1 1 0,1-1 0,2 4 0,22 30 0,-19-26 0,79 96 0,-3-4 0,-63-73 0,89 130 0,-59-75 0,58 104 0,-87-143 0,83 175 0,-42-42 0,-33-84 0,-17-58 0,-2 0 0,-1 1 0,-3-1 0,0 2 0,0 40 0,-4-52 0,1 0 0,7 32 0,-4-31 0,-2 0 0,2 27 0,-6 221 0,-1-124 0,0-129 0,-1 0 0,-1 0 0,0 0 0,-2 0 0,0 0 0,-9 19 0,-58 120 0,35-82 0,0-16 0,4-8 0,8-5 0,-3-1 0,-1-1 0,-2-1 0,-3-2 0,-55 57 0,-64 59 0,109-108 0,-61 68 0,90-105-119,9-9 6,1 1 0,-2-1-1,1 0 1,-1-1 0,0 0-1,0 0 1,0 0 0,0-1 0,-1 0-1,-12 5 1,-1-5-6713</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50:10.743"/>
    </inkml:context>
    <inkml:brush xml:id="br0">
      <inkml:brushProperty name="width" value="0.1" units="cm"/>
      <inkml:brushProperty name="height" value="0.1" units="cm"/>
      <inkml:brushProperty name="color" value="#E71224"/>
    </inkml:brush>
  </inkml:definitions>
  <inkml:trace contextRef="#ctx0" brushRef="#br0">183 0 24575,'5'1'0,"1"-1"0,-1 1 0,0 0 0,1 1 0,-1-1 0,0 1 0,1 0 0,-1 1 0,0-1 0,6 5 0,49 38 0,-33-23 0,-5-4 0,-1 1 0,-1 1 0,-1 1 0,29 41 0,3-2 0,100 92 0,-52-56 0,-72-68 0,13 11 0,60 79 0,-43-39 0,83 123 0,-69-93 0,-32-53 0,44 88 0,-47-63 0,-3 1 0,-4 2 0,23 111 0,-22-31 0,-25-132 0,-1 1 0,-1 0 0,-5 60 0,3 36 0,14-55 0,-11-55 0,0 0 0,2 22 0,-3 325 0,-5-188 0,2 759 0,-2-918 0,0 0 0,0 0 0,-7 22 0,3-19 0,-3 40 0,10 150 0,-3 28 0,-12-167 0,9-54 0,1 0 0,-2 23 0,6-41 0,-2 41 0,-15 77 0,-14 49 0,19-53 0,0-5 0,4-52 0,0 77 0,4-48 0,-10 16 0,8-66 0,-3 46 0,8-55 0,-2 0 0,-11 48 0,-10 51 0,-9 11 0,7-22 0,-43 137 0,45-126 0,-1 2 0,14-64 0,-1 20 0,-6 24 0,-12 59 0,-1-3 0,9-75 0,-37 97 0,-32 70 0,65-182 0,-49 131 0,-39 47 0,86-194 0,-3 21 0,20-50 0,-26 51 0,-4 1 0,29-56 0,0-1 0,-1-1 0,-2 0 0,0-1 0,-21 23 0,-86 105 0,106-132 0,1 0 0,-24 42 0,23-33 0,-20 24 0,-28 44 0,20-28 0,42-64-170,-1-1-1,0 0 0,0 1 1,0-1-1,-1-1 0,1 1 1,-7 4-1,-7 2-6655</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50:16.152"/>
    </inkml:context>
    <inkml:brush xml:id="br0">
      <inkml:brushProperty name="width" value="0.1" units="cm"/>
      <inkml:brushProperty name="height" value="0.1" units="cm"/>
      <inkml:brushProperty name="color" value="#E71224"/>
    </inkml:brush>
  </inkml:definitions>
  <inkml:trace contextRef="#ctx0" brushRef="#br0">1153 1 24575,'-21'2'0,"-1"0"0,1 2 0,0 1 0,0 0 0,-34 15 0,-1-1 0,25-10 0,-55 26 0,73-28 0,-1 1 0,1 0 0,0 1 0,1 1 0,-22 21 0,-44 48 0,-52 55 0,86-79 0,-66 105 0,88-125 0,3 0 0,1 1 0,2 1 0,1 0 0,-14 58 0,-6 17 0,3 7 0,24-88 0,1 1 0,-3 47 0,-2 3 0,-18 82 0,7-38 0,17-104 0,2 0 0,-2 43 0,4-41 0,0-1 0,-8 33 0,4-27 0,1 0 0,-1 50 0,4-45 0,-9 49 0,1-10 0,2 0 0,4 1 0,7 92 0,-1-37 0,-2 1201 0,1-1304 0,2-1 0,11 47 0,-2-14 0,-2-12 0,2-1 0,19 46 0,2 4 0,-14-35 0,3 0 0,3-2 0,35 61 0,-32-66 0,-3 1 0,-1 1 0,15 60 0,-20-64 0,2 0 0,36 63 0,-9-22 0,-42-78 0,120 234 0,-35-97 0,11 20 0,-20-44 0,-16-27 0,9 2 0,-25-38 0,-39-48 0,2 0 0,0-1 0,0 0 0,2-1 0,20 17 0,-33-30 4,-1 0 0,0 0-1,1 0 1,-1-1-1,1 1 1,-1-1 0,1 1-1,-1-1 1,1 1 0,-1-1-1,1 0 1,-1 0-1,1 0 1,0 0 0,-1 0-1,1 0 1,-1 0 0,1-1-1,0 1 1,-1 0-1,1-1 1,-1 1 0,1-1-1,-1 0 1,0 1 0,1-1-1,-1 0 1,0 0-1,1 0 1,-1 0 0,0 0-1,1-2 1,4-2-252,-1-1 1,-1-1-1,1 1 1,-1-1-1,3-7 1,3-3-6579</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50:17.961"/>
    </inkml:context>
    <inkml:brush xml:id="br0">
      <inkml:brushProperty name="width" value="0.1" units="cm"/>
      <inkml:brushProperty name="height" value="0.1" units="cm"/>
      <inkml:brushProperty name="color" value="#E71224"/>
    </inkml:brush>
  </inkml:definitions>
  <inkml:trace contextRef="#ctx0" brushRef="#br0">122 1 24575,'1'0'0,"0"0"0,1 1 0,-1-1 0,1 1 0,-1 0 0,1-1 0,-1 1 0,0 0 0,0 0 0,1 0 0,-1-1 0,0 1 0,0 1 0,0-1 0,0 0 0,1 2 0,18 25 0,-12-16 0,208 308 0,-126-137 0,-72-144 0,13 40 0,-20-49 0,26 52 0,-1-18 0,-3 1 0,-3 2 0,-3 1 0,24 90 0,-16 24 0,-21-117 0,-9-45 0,-1 0 0,3 28 0,-5 254 0,-4-151 0,0-123 0,-1-1 0,-2 1 0,-15 51 0,14-59 0,-16 46 0,-4 0 0,-63 116 0,29-63 0,-30 32 0,70-117 0,-1-1 0,-40 49 0,55-74 0,-38 49 0,16-19 0,-52 55 0,41-52-106,-43 38 337,72-70-444,-1-1 0,0 0 0,-1 0 0,0-1 1,0-1-1,-13 6 0,5-6-6613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50:19.227"/>
    </inkml:context>
    <inkml:brush xml:id="br0">
      <inkml:brushProperty name="width" value="0.1" units="cm"/>
      <inkml:brushProperty name="height" value="0.1" units="cm"/>
      <inkml:brushProperty name="color" value="#E71224"/>
    </inkml:brush>
  </inkml:definitions>
  <inkml:trace contextRef="#ctx0" brushRef="#br0">487 1 24575,'-9'0'0,"0"1"0,0 0 0,0 1 0,0 0 0,0 0 0,0 1 0,1 1 0,-1-1 0,1 1 0,-11 7 0,-8 6 0,-39 35 0,48-38 0,-3 5 0,0 1 0,1 1 0,1 1 0,-27 41 0,28-35 0,1 0 0,2 1 0,1 0 0,2 2 0,-16 52 0,22-63 0,-1 3 0,0 0 0,2 0 0,0 1 0,-2 40 0,7-49 0,-1 19 0,2 0 0,6 47 0,-5-70 0,0 0 0,1 0 0,0-1 0,1 1 0,0-1 0,1 0 0,0 0 0,0-1 0,1 1 0,0-1 0,12 12 0,17 19 0,-19-20 0,2-2 0,24 22 0,-4-9 0,1-2 0,1-1 0,70 34 0,-67-42-682,64 20-1,-87-35-6143</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50:10.743"/>
    </inkml:context>
    <inkml:brush xml:id="br0">
      <inkml:brushProperty name="width" value="0.1" units="cm"/>
      <inkml:brushProperty name="height" value="0.1" units="cm"/>
      <inkml:brushProperty name="color" value="#E71224"/>
    </inkml:brush>
  </inkml:definitions>
  <inkml:trace contextRef="#ctx0" brushRef="#br0">183 0 24575,'5'1'0,"1"-1"0,-1 1 0,0 0 0,1 1 0,-1-1 0,0 1 0,1 0 0,-1 1 0,0-1 0,6 5 0,49 38 0,-33-23 0,-5-4 0,-1 1 0,-1 1 0,-1 1 0,29 41 0,3-2 0,100 92 0,-52-56 0,-72-68 0,13 11 0,60 79 0,-43-39 0,83 123 0,-69-93 0,-32-53 0,44 88 0,-47-63 0,-3 1 0,-4 2 0,23 111 0,-22-31 0,-25-132 0,-1 1 0,-1 0 0,-5 60 0,3 36 0,14-55 0,-11-55 0,0 0 0,2 22 0,-3 325 0,-5-188 0,2 759 0,-2-918 0,0 0 0,0 0 0,-7 22 0,3-19 0,-3 40 0,10 150 0,-3 28 0,-12-167 0,9-54 0,1 0 0,-2 23 0,6-41 0,-2 41 0,-15 77 0,-14 49 0,19-53 0,0-5 0,4-52 0,0 77 0,4-48 0,-10 16 0,8-66 0,-3 46 0,8-55 0,-2 0 0,-11 48 0,-10 51 0,-9 11 0,7-22 0,-43 137 0,45-126 0,-1 2 0,14-64 0,-1 20 0,-6 24 0,-12 59 0,-1-3 0,9-75 0,-37 97 0,-32 70 0,65-182 0,-49 131 0,-39 47 0,86-194 0,-3 21 0,20-50 0,-26 51 0,-4 1 0,29-56 0,0-1 0,-1-1 0,-2 0 0,0-1 0,-21 23 0,-86 105 0,106-132 0,1 0 0,-24 42 0,23-33 0,-20 24 0,-28 44 0,20-28 0,42-64-170,-1-1-1,0 0 0,0 1 1,0-1-1,-1-1 0,1 1 1,-7 4-1,-7 2-6655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50:16.152"/>
    </inkml:context>
    <inkml:brush xml:id="br0">
      <inkml:brushProperty name="width" value="0.1" units="cm"/>
      <inkml:brushProperty name="height" value="0.1" units="cm"/>
      <inkml:brushProperty name="color" value="#E71224"/>
    </inkml:brush>
  </inkml:definitions>
  <inkml:trace contextRef="#ctx0" brushRef="#br0">1153 1 24575,'-21'2'0,"-1"0"0,1 2 0,0 1 0,0 0 0,-34 15 0,-1-1 0,25-10 0,-55 26 0,73-28 0,-1 1 0,1 0 0,0 1 0,1 1 0,-22 21 0,-44 48 0,-52 55 0,86-79 0,-66 105 0,88-125 0,3 0 0,1 1 0,2 1 0,1 0 0,-14 58 0,-6 17 0,3 7 0,24-88 0,1 1 0,-3 47 0,-2 3 0,-18 82 0,7-38 0,17-104 0,2 0 0,-2 43 0,4-41 0,0-1 0,-8 33 0,4-27 0,1 0 0,-1 50 0,4-45 0,-9 49 0,1-10 0,2 0 0,4 1 0,7 92 0,-1-37 0,-2 1201 0,1-1304 0,2-1 0,11 47 0,-2-14 0,-2-12 0,2-1 0,19 46 0,2 4 0,-14-35 0,3 0 0,3-2 0,35 61 0,-32-66 0,-3 1 0,-1 1 0,15 60 0,-20-64 0,2 0 0,36 63 0,-9-22 0,-42-78 0,120 234 0,-35-97 0,11 20 0,-20-44 0,-16-27 0,9 2 0,-25-38 0,-39-48 0,2 0 0,0-1 0,0 0 0,2-1 0,20 17 0,-33-30 4,-1 0 0,0 0-1,1 0 1,-1-1-1,1 1 1,-1-1 0,1 1-1,-1-1 1,1 1 0,-1-1-1,1 0 1,-1 0-1,1 0 1,0 0 0,-1 0-1,1 0 1,-1 0 0,1-1-1,0 1 1,-1 0-1,1-1 1,-1 1 0,1-1-1,-1 0 1,0 1 0,1-1-1,-1 0 1,0 0-1,1 0 1,-1 0 0,0 0-1,1-2 1,4-2-252,-1-1 1,-1-1-1,1 1 1,-1-1-1,3-7 1,3-3-6579</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50:17.961"/>
    </inkml:context>
    <inkml:brush xml:id="br0">
      <inkml:brushProperty name="width" value="0.1" units="cm"/>
      <inkml:brushProperty name="height" value="0.1" units="cm"/>
      <inkml:brushProperty name="color" value="#E71224"/>
    </inkml:brush>
  </inkml:definitions>
  <inkml:trace contextRef="#ctx0" brushRef="#br0">122 1 24575,'1'0'0,"0"0"0,1 1 0,-1-1 0,1 1 0,-1 0 0,1-1 0,-1 1 0,0 0 0,0 0 0,1 0 0,-1-1 0,0 1 0,0 1 0,0-1 0,0 0 0,1 2 0,18 25 0,-12-16 0,208 308 0,-126-137 0,-72-144 0,13 40 0,-20-49 0,26 52 0,-1-18 0,-3 1 0,-3 2 0,-3 1 0,24 90 0,-16 24 0,-21-117 0,-9-45 0,-1 0 0,3 28 0,-5 254 0,-4-151 0,0-123 0,-1-1 0,-2 1 0,-15 51 0,14-59 0,-16 46 0,-4 0 0,-63 116 0,29-63 0,-30 32 0,70-117 0,-1-1 0,-40 49 0,55-74 0,-38 49 0,16-19 0,-52 55 0,41-52-106,-43 38 337,72-70-444,-1-1 0,0 0 0,-1 0 0,0-1 1,0-1-1,-13 6 0,5-6-6613</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26T07:50:19.227"/>
    </inkml:context>
    <inkml:brush xml:id="br0">
      <inkml:brushProperty name="width" value="0.1" units="cm"/>
      <inkml:brushProperty name="height" value="0.1" units="cm"/>
      <inkml:brushProperty name="color" value="#E71224"/>
    </inkml:brush>
  </inkml:definitions>
  <inkml:trace contextRef="#ctx0" brushRef="#br0">487 1 24575,'-9'0'0,"0"1"0,0 0 0,0 1 0,0 0 0,0 0 0,0 1 0,1 1 0,-1-1 0,1 1 0,-11 7 0,-8 6 0,-39 35 0,48-38 0,-3 5 0,0 1 0,1 1 0,1 1 0,-27 41 0,28-35 0,1 0 0,2 1 0,1 0 0,2 2 0,-16 52 0,22-63 0,-1 3 0,0 0 0,2 0 0,0 1 0,-2 40 0,7-49 0,-1 19 0,2 0 0,6 47 0,-5-70 0,0 0 0,1 0 0,0-1 0,1 1 0,0-1 0,1 0 0,0 0 0,0-1 0,1 1 0,0-1 0,12 12 0,17 19 0,-19-20 0,2-2 0,24 22 0,-4-9 0,1-2 0,1-1 0,70 34 0,-67-42-682,64 20-1,-87-35-6143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0286B5-03C6-41D4-B2DC-EA76AD58808D}" type="datetimeFigureOut">
              <a:rPr lang="zh-TW" altLang="en-US" smtClean="0"/>
              <a:t>2023/12/26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B21A4-C6D0-470A-943D-BE54FF210D33}" type="slidenum">
              <a:rPr lang="zh-TW" altLang="en-US" smtClean="0"/>
              <a:t>‹#›</a:t>
            </a:fld>
            <a:endParaRPr lang="zh-TW" altLang="en-US"/>
          </a:p>
        </p:txBody>
      </p:sp>
    </p:spTree>
    <p:extLst>
      <p:ext uri="{BB962C8B-B14F-4D97-AF65-F5344CB8AC3E}">
        <p14:creationId xmlns:p14="http://schemas.microsoft.com/office/powerpoint/2010/main" val="29195028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a:t>
            </a:fld>
            <a:endParaRPr lang="zh-TW" altLang="en-US"/>
          </a:p>
        </p:txBody>
      </p:sp>
    </p:spTree>
    <p:extLst>
      <p:ext uri="{BB962C8B-B14F-4D97-AF65-F5344CB8AC3E}">
        <p14:creationId xmlns:p14="http://schemas.microsoft.com/office/powerpoint/2010/main" val="212813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2</a:t>
            </a:fld>
            <a:endParaRPr lang="zh-TW" altLang="en-US"/>
          </a:p>
        </p:txBody>
      </p:sp>
    </p:spTree>
    <p:extLst>
      <p:ext uri="{BB962C8B-B14F-4D97-AF65-F5344CB8AC3E}">
        <p14:creationId xmlns:p14="http://schemas.microsoft.com/office/powerpoint/2010/main" val="95323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3</a:t>
            </a:fld>
            <a:endParaRPr lang="zh-TW" altLang="en-US"/>
          </a:p>
        </p:txBody>
      </p:sp>
    </p:spTree>
    <p:extLst>
      <p:ext uri="{BB962C8B-B14F-4D97-AF65-F5344CB8AC3E}">
        <p14:creationId xmlns:p14="http://schemas.microsoft.com/office/powerpoint/2010/main" val="3470912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4</a:t>
            </a:fld>
            <a:endParaRPr lang="zh-TW" altLang="en-US"/>
          </a:p>
        </p:txBody>
      </p:sp>
    </p:spTree>
    <p:extLst>
      <p:ext uri="{BB962C8B-B14F-4D97-AF65-F5344CB8AC3E}">
        <p14:creationId xmlns:p14="http://schemas.microsoft.com/office/powerpoint/2010/main" val="18102727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5</a:t>
            </a:fld>
            <a:endParaRPr lang="zh-TW" altLang="en-US"/>
          </a:p>
        </p:txBody>
      </p:sp>
    </p:spTree>
    <p:extLst>
      <p:ext uri="{BB962C8B-B14F-4D97-AF65-F5344CB8AC3E}">
        <p14:creationId xmlns:p14="http://schemas.microsoft.com/office/powerpoint/2010/main" val="36029878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6</a:t>
            </a:fld>
            <a:endParaRPr lang="zh-TW" altLang="en-US"/>
          </a:p>
        </p:txBody>
      </p:sp>
    </p:spTree>
    <p:extLst>
      <p:ext uri="{BB962C8B-B14F-4D97-AF65-F5344CB8AC3E}">
        <p14:creationId xmlns:p14="http://schemas.microsoft.com/office/powerpoint/2010/main" val="337075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7</a:t>
            </a:fld>
            <a:endParaRPr lang="zh-TW" altLang="en-US"/>
          </a:p>
        </p:txBody>
      </p:sp>
    </p:spTree>
    <p:extLst>
      <p:ext uri="{BB962C8B-B14F-4D97-AF65-F5344CB8AC3E}">
        <p14:creationId xmlns:p14="http://schemas.microsoft.com/office/powerpoint/2010/main" val="2336839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8</a:t>
            </a:fld>
            <a:endParaRPr lang="zh-TW" altLang="en-US"/>
          </a:p>
        </p:txBody>
      </p:sp>
    </p:spTree>
    <p:extLst>
      <p:ext uri="{BB962C8B-B14F-4D97-AF65-F5344CB8AC3E}">
        <p14:creationId xmlns:p14="http://schemas.microsoft.com/office/powerpoint/2010/main" val="915254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9</a:t>
            </a:fld>
            <a:endParaRPr lang="zh-TW" altLang="en-US"/>
          </a:p>
        </p:txBody>
      </p:sp>
    </p:spTree>
    <p:extLst>
      <p:ext uri="{BB962C8B-B14F-4D97-AF65-F5344CB8AC3E}">
        <p14:creationId xmlns:p14="http://schemas.microsoft.com/office/powerpoint/2010/main" val="2479090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11</a:t>
            </a:fld>
            <a:endParaRPr lang="zh-TW" altLang="en-US"/>
          </a:p>
        </p:txBody>
      </p:sp>
    </p:spTree>
    <p:extLst>
      <p:ext uri="{BB962C8B-B14F-4D97-AF65-F5344CB8AC3E}">
        <p14:creationId xmlns:p14="http://schemas.microsoft.com/office/powerpoint/2010/main" val="4175713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21</a:t>
            </a:fld>
            <a:endParaRPr lang="zh-TW" altLang="en-US"/>
          </a:p>
        </p:txBody>
      </p:sp>
    </p:spTree>
    <p:extLst>
      <p:ext uri="{BB962C8B-B14F-4D97-AF65-F5344CB8AC3E}">
        <p14:creationId xmlns:p14="http://schemas.microsoft.com/office/powerpoint/2010/main" val="2277821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22</a:t>
            </a:fld>
            <a:endParaRPr lang="zh-TW" altLang="en-US"/>
          </a:p>
        </p:txBody>
      </p:sp>
    </p:spTree>
    <p:extLst>
      <p:ext uri="{BB962C8B-B14F-4D97-AF65-F5344CB8AC3E}">
        <p14:creationId xmlns:p14="http://schemas.microsoft.com/office/powerpoint/2010/main" val="449858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23</a:t>
            </a:fld>
            <a:endParaRPr lang="zh-TW" altLang="en-US"/>
          </a:p>
        </p:txBody>
      </p:sp>
    </p:spTree>
    <p:extLst>
      <p:ext uri="{BB962C8B-B14F-4D97-AF65-F5344CB8AC3E}">
        <p14:creationId xmlns:p14="http://schemas.microsoft.com/office/powerpoint/2010/main" val="38271957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24</a:t>
            </a:fld>
            <a:endParaRPr lang="zh-TW" altLang="en-US"/>
          </a:p>
        </p:txBody>
      </p:sp>
    </p:spTree>
    <p:extLst>
      <p:ext uri="{BB962C8B-B14F-4D97-AF65-F5344CB8AC3E}">
        <p14:creationId xmlns:p14="http://schemas.microsoft.com/office/powerpoint/2010/main" val="19965590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26</a:t>
            </a:fld>
            <a:endParaRPr lang="zh-TW" altLang="en-US"/>
          </a:p>
        </p:txBody>
      </p:sp>
    </p:spTree>
    <p:extLst>
      <p:ext uri="{BB962C8B-B14F-4D97-AF65-F5344CB8AC3E}">
        <p14:creationId xmlns:p14="http://schemas.microsoft.com/office/powerpoint/2010/main" val="1487251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6AED7B-3AC0-43C0-BDB3-2C4AFA9F738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559334D-3BE1-454D-9C46-049A5FE3D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F7A35ED-A91A-418B-8EEF-606731AB7C7E}"/>
              </a:ext>
            </a:extLst>
          </p:cNvPr>
          <p:cNvSpPr>
            <a:spLocks noGrp="1"/>
          </p:cNvSpPr>
          <p:nvPr>
            <p:ph type="dt" sz="half" idx="10"/>
          </p:nvPr>
        </p:nvSpPr>
        <p:spPr/>
        <p:txBody>
          <a:bodyPr/>
          <a:lstStyle/>
          <a:p>
            <a:fld id="{E34719EE-CC92-45A1-848A-E62A6F69E5FD}" type="datetime1">
              <a:rPr lang="zh-TW" altLang="en-US" smtClean="0"/>
              <a:t>2023/12/26</a:t>
            </a:fld>
            <a:endParaRPr lang="zh-TW" altLang="en-US"/>
          </a:p>
        </p:txBody>
      </p:sp>
      <p:sp>
        <p:nvSpPr>
          <p:cNvPr id="5" name="頁尾版面配置區 4">
            <a:extLst>
              <a:ext uri="{FF2B5EF4-FFF2-40B4-BE49-F238E27FC236}">
                <a16:creationId xmlns:a16="http://schemas.microsoft.com/office/drawing/2014/main" id="{8F23CF94-5147-4E2D-94FA-D156783F20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F78306-98C1-4A20-8451-B89524CEFC32}"/>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788649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30CE7C-B11A-4592-99DC-9295D556CFC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3C089F3-337E-4191-A36B-B85915E37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41B5F5D-1566-460B-B7A8-7789F4ADD5CE}"/>
              </a:ext>
            </a:extLst>
          </p:cNvPr>
          <p:cNvSpPr>
            <a:spLocks noGrp="1"/>
          </p:cNvSpPr>
          <p:nvPr>
            <p:ph type="dt" sz="half" idx="10"/>
          </p:nvPr>
        </p:nvSpPr>
        <p:spPr/>
        <p:txBody>
          <a:bodyPr/>
          <a:lstStyle/>
          <a:p>
            <a:fld id="{2410B330-CB06-4033-8D67-C4343070258D}" type="datetime1">
              <a:rPr lang="zh-TW" altLang="en-US" smtClean="0"/>
              <a:t>2023/12/26</a:t>
            </a:fld>
            <a:endParaRPr lang="zh-TW" altLang="en-US"/>
          </a:p>
        </p:txBody>
      </p:sp>
      <p:sp>
        <p:nvSpPr>
          <p:cNvPr id="5" name="頁尾版面配置區 4">
            <a:extLst>
              <a:ext uri="{FF2B5EF4-FFF2-40B4-BE49-F238E27FC236}">
                <a16:creationId xmlns:a16="http://schemas.microsoft.com/office/drawing/2014/main" id="{8351E327-56EF-4EB4-9B53-5A579EBE19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8C7FCE-3342-4CB2-A64D-A352D2C2821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184112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A202-ECCD-4387-858D-619D6A0C10A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207F5F8-0D71-4C88-AF0D-4F91124A42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822F8C89-B173-48C4-AA79-F8D0D1713FE4}"/>
              </a:ext>
            </a:extLst>
          </p:cNvPr>
          <p:cNvSpPr>
            <a:spLocks noGrp="1"/>
          </p:cNvSpPr>
          <p:nvPr>
            <p:ph type="dt" sz="half" idx="10"/>
          </p:nvPr>
        </p:nvSpPr>
        <p:spPr/>
        <p:txBody>
          <a:bodyPr/>
          <a:lstStyle/>
          <a:p>
            <a:fld id="{57DE7F20-22FE-4AC5-BB9E-06EA31EBF516}" type="datetime1">
              <a:rPr lang="zh-TW" altLang="en-US" smtClean="0"/>
              <a:t>2023/12/26</a:t>
            </a:fld>
            <a:endParaRPr lang="zh-TW" altLang="en-US"/>
          </a:p>
        </p:txBody>
      </p:sp>
      <p:sp>
        <p:nvSpPr>
          <p:cNvPr id="5" name="頁尾版面配置區 4">
            <a:extLst>
              <a:ext uri="{FF2B5EF4-FFF2-40B4-BE49-F238E27FC236}">
                <a16:creationId xmlns:a16="http://schemas.microsoft.com/office/drawing/2014/main" id="{841A0F6C-077B-4EE8-B87C-AE9C8921202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5D9F22-282D-4976-8BB0-765254681B9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979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9DB818-75A8-4B63-9429-11BAB3087F9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AE8C4E-C2D1-40BD-80F2-198479EE78D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5A9DCA7-BAC7-4C10-B29E-195D854612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A48D530-75DC-40E5-8EF8-661ECE2D38CE}"/>
              </a:ext>
            </a:extLst>
          </p:cNvPr>
          <p:cNvSpPr>
            <a:spLocks noGrp="1"/>
          </p:cNvSpPr>
          <p:nvPr>
            <p:ph type="dt" sz="half" idx="10"/>
          </p:nvPr>
        </p:nvSpPr>
        <p:spPr/>
        <p:txBody>
          <a:bodyPr/>
          <a:lstStyle/>
          <a:p>
            <a:fld id="{E17CD23D-B9C5-4883-A841-45C28286401F}" type="datetime1">
              <a:rPr lang="zh-TW" altLang="en-US" smtClean="0"/>
              <a:t>2023/12/26</a:t>
            </a:fld>
            <a:endParaRPr lang="zh-TW" altLang="en-US"/>
          </a:p>
        </p:txBody>
      </p:sp>
      <p:sp>
        <p:nvSpPr>
          <p:cNvPr id="6" name="頁尾版面配置區 5">
            <a:extLst>
              <a:ext uri="{FF2B5EF4-FFF2-40B4-BE49-F238E27FC236}">
                <a16:creationId xmlns:a16="http://schemas.microsoft.com/office/drawing/2014/main" id="{CC4826B8-E693-43BF-95C5-22E2105958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8AF8187-80C0-4C29-ADB6-DA00CA1DC0C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3529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66C6E3-92E0-4351-B2DC-E52F39BD89B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18CC00D-5393-41C3-AF1B-041CAF3F1B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74B4B1B-E61B-46D8-9A90-03280E45DE8E}"/>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F04706E-A3A2-4316-93FC-42B46B8BA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73F1D73-774D-45EB-9450-3CB0C930473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4CAC80A6-81BA-47AA-AA43-42EC35F8FAF9}"/>
              </a:ext>
            </a:extLst>
          </p:cNvPr>
          <p:cNvSpPr>
            <a:spLocks noGrp="1"/>
          </p:cNvSpPr>
          <p:nvPr>
            <p:ph type="dt" sz="half" idx="10"/>
          </p:nvPr>
        </p:nvSpPr>
        <p:spPr/>
        <p:txBody>
          <a:bodyPr/>
          <a:lstStyle/>
          <a:p>
            <a:fld id="{0808FB18-E334-40DF-8913-297E53BF38F7}" type="datetime1">
              <a:rPr lang="zh-TW" altLang="en-US" smtClean="0"/>
              <a:t>2023/12/26</a:t>
            </a:fld>
            <a:endParaRPr lang="zh-TW" altLang="en-US"/>
          </a:p>
        </p:txBody>
      </p:sp>
      <p:sp>
        <p:nvSpPr>
          <p:cNvPr id="8" name="頁尾版面配置區 7">
            <a:extLst>
              <a:ext uri="{FF2B5EF4-FFF2-40B4-BE49-F238E27FC236}">
                <a16:creationId xmlns:a16="http://schemas.microsoft.com/office/drawing/2014/main" id="{AE74EAC2-C744-4AE5-AE34-F47FC14CB44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4328309-436C-45EA-A6EE-D4EF01A3CE9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997366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68319E-7001-4D86-9C66-59FF95494D8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4526E76-6DDF-423C-840E-0C29F12161F7}"/>
              </a:ext>
            </a:extLst>
          </p:cNvPr>
          <p:cNvSpPr>
            <a:spLocks noGrp="1"/>
          </p:cNvSpPr>
          <p:nvPr>
            <p:ph type="dt" sz="half" idx="10"/>
          </p:nvPr>
        </p:nvSpPr>
        <p:spPr/>
        <p:txBody>
          <a:bodyPr/>
          <a:lstStyle/>
          <a:p>
            <a:fld id="{8468BF0B-4931-43DB-AFF9-ECAB917261FB}" type="datetime1">
              <a:rPr lang="zh-TW" altLang="en-US" smtClean="0"/>
              <a:t>2023/12/26</a:t>
            </a:fld>
            <a:endParaRPr lang="zh-TW" altLang="en-US"/>
          </a:p>
        </p:txBody>
      </p:sp>
      <p:sp>
        <p:nvSpPr>
          <p:cNvPr id="4" name="頁尾版面配置區 3">
            <a:extLst>
              <a:ext uri="{FF2B5EF4-FFF2-40B4-BE49-F238E27FC236}">
                <a16:creationId xmlns:a16="http://schemas.microsoft.com/office/drawing/2014/main" id="{DD9D2800-CEBA-4036-A26B-CE8FB2EA1AF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98B8CC3-87C3-4792-B025-86FEA6CB961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471133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8F7A8DF-7CAF-40EA-A813-9D70AD0E3DE5}"/>
              </a:ext>
            </a:extLst>
          </p:cNvPr>
          <p:cNvSpPr>
            <a:spLocks noGrp="1"/>
          </p:cNvSpPr>
          <p:nvPr>
            <p:ph type="dt" sz="half" idx="10"/>
          </p:nvPr>
        </p:nvSpPr>
        <p:spPr/>
        <p:txBody>
          <a:bodyPr/>
          <a:lstStyle/>
          <a:p>
            <a:fld id="{C30401FB-DC53-4A39-AB71-3E05DF9680A5}" type="datetime1">
              <a:rPr lang="zh-TW" altLang="en-US" smtClean="0"/>
              <a:t>2023/12/26</a:t>
            </a:fld>
            <a:endParaRPr lang="zh-TW" altLang="en-US"/>
          </a:p>
        </p:txBody>
      </p:sp>
      <p:sp>
        <p:nvSpPr>
          <p:cNvPr id="3" name="頁尾版面配置區 2">
            <a:extLst>
              <a:ext uri="{FF2B5EF4-FFF2-40B4-BE49-F238E27FC236}">
                <a16:creationId xmlns:a16="http://schemas.microsoft.com/office/drawing/2014/main" id="{5719E78A-F621-4136-9BC3-87E7F8B249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5EFECFB-C447-487D-B43B-1B5B71697FB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154182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CC23B8-75A5-4019-B628-F1C82E5382B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99A34CC-502A-423E-932E-39CE4BC55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5DBAFA7-CF5D-40EC-82C2-AC3D0C4C2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69C2E307-A73A-4F80-B550-AE2F641E85EB}"/>
              </a:ext>
            </a:extLst>
          </p:cNvPr>
          <p:cNvSpPr>
            <a:spLocks noGrp="1"/>
          </p:cNvSpPr>
          <p:nvPr>
            <p:ph type="dt" sz="half" idx="10"/>
          </p:nvPr>
        </p:nvSpPr>
        <p:spPr/>
        <p:txBody>
          <a:bodyPr/>
          <a:lstStyle/>
          <a:p>
            <a:fld id="{D3DC3587-5ABE-4311-A519-7F8CF83C098B}" type="datetime1">
              <a:rPr lang="zh-TW" altLang="en-US" smtClean="0"/>
              <a:t>2023/12/26</a:t>
            </a:fld>
            <a:endParaRPr lang="zh-TW" altLang="en-US"/>
          </a:p>
        </p:txBody>
      </p:sp>
      <p:sp>
        <p:nvSpPr>
          <p:cNvPr id="6" name="頁尾版面配置區 5">
            <a:extLst>
              <a:ext uri="{FF2B5EF4-FFF2-40B4-BE49-F238E27FC236}">
                <a16:creationId xmlns:a16="http://schemas.microsoft.com/office/drawing/2014/main" id="{0A3A147B-79C1-412A-B2FF-8D32DF46510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AA629CE-B57F-4520-A533-B44C6A2C8BA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796774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D55816-64E8-462B-A3D7-4453B003379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40DF5AE-4B4C-4B45-AC23-AA4CFC305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4118706-CAE1-4FEA-B01D-7CE0654D4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AF1CF92-18B7-4CB0-8C56-AF0B883E3B7B}"/>
              </a:ext>
            </a:extLst>
          </p:cNvPr>
          <p:cNvSpPr>
            <a:spLocks noGrp="1"/>
          </p:cNvSpPr>
          <p:nvPr>
            <p:ph type="dt" sz="half" idx="10"/>
          </p:nvPr>
        </p:nvSpPr>
        <p:spPr/>
        <p:txBody>
          <a:bodyPr/>
          <a:lstStyle/>
          <a:p>
            <a:fld id="{D2DA342B-0A8F-45F2-921C-3FDF514126B7}" type="datetime1">
              <a:rPr lang="zh-TW" altLang="en-US" smtClean="0"/>
              <a:t>2023/12/26</a:t>
            </a:fld>
            <a:endParaRPr lang="zh-TW" altLang="en-US"/>
          </a:p>
        </p:txBody>
      </p:sp>
      <p:sp>
        <p:nvSpPr>
          <p:cNvPr id="6" name="頁尾版面配置區 5">
            <a:extLst>
              <a:ext uri="{FF2B5EF4-FFF2-40B4-BE49-F238E27FC236}">
                <a16:creationId xmlns:a16="http://schemas.microsoft.com/office/drawing/2014/main" id="{2ADBC973-241B-4503-ADCE-06D35A39F1A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B66D3F1-4059-4827-95C2-E95F79F4187F}"/>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78461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9D1DF3-8597-4AC3-9592-591615E93AE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5D238C8-B4FB-46C1-B87B-DC663D229B15}"/>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D766127-E315-4D91-8EF2-B008095B6E77}"/>
              </a:ext>
            </a:extLst>
          </p:cNvPr>
          <p:cNvSpPr>
            <a:spLocks noGrp="1"/>
          </p:cNvSpPr>
          <p:nvPr>
            <p:ph type="dt" sz="half" idx="10"/>
          </p:nvPr>
        </p:nvSpPr>
        <p:spPr/>
        <p:txBody>
          <a:bodyPr/>
          <a:lstStyle/>
          <a:p>
            <a:fld id="{A6AD3143-C9CF-4834-9DEF-9BC47245ADD3}" type="datetime1">
              <a:rPr lang="zh-TW" altLang="en-US" smtClean="0"/>
              <a:t>2023/12/26</a:t>
            </a:fld>
            <a:endParaRPr lang="zh-TW" altLang="en-US"/>
          </a:p>
        </p:txBody>
      </p:sp>
      <p:sp>
        <p:nvSpPr>
          <p:cNvPr id="5" name="頁尾版面配置區 4">
            <a:extLst>
              <a:ext uri="{FF2B5EF4-FFF2-40B4-BE49-F238E27FC236}">
                <a16:creationId xmlns:a16="http://schemas.microsoft.com/office/drawing/2014/main" id="{8B76B946-7EAB-42DF-A2F5-EACCC43DE1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0A8436-D093-407E-A6F6-4CF3FE749A6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152844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79C0EB2-FDD9-45F9-BD56-C202BA6F85C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A5302A6-36E0-4F61-95D0-FFF22F355FC8}"/>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FB54F25-B1AD-4B0D-B783-5F7604B3BEA1}"/>
              </a:ext>
            </a:extLst>
          </p:cNvPr>
          <p:cNvSpPr>
            <a:spLocks noGrp="1"/>
          </p:cNvSpPr>
          <p:nvPr>
            <p:ph type="dt" sz="half" idx="10"/>
          </p:nvPr>
        </p:nvSpPr>
        <p:spPr/>
        <p:txBody>
          <a:bodyPr/>
          <a:lstStyle/>
          <a:p>
            <a:fld id="{2FEA573D-32C6-443E-A69A-182A1B82649D}" type="datetime1">
              <a:rPr lang="zh-TW" altLang="en-US" smtClean="0"/>
              <a:t>2023/12/26</a:t>
            </a:fld>
            <a:endParaRPr lang="zh-TW" altLang="en-US"/>
          </a:p>
        </p:txBody>
      </p:sp>
      <p:sp>
        <p:nvSpPr>
          <p:cNvPr id="5" name="頁尾版面配置區 4">
            <a:extLst>
              <a:ext uri="{FF2B5EF4-FFF2-40B4-BE49-F238E27FC236}">
                <a16:creationId xmlns:a16="http://schemas.microsoft.com/office/drawing/2014/main" id="{458B8143-DD91-4913-9BBC-F47FA1D7AE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827F965-69A7-40AE-AB34-F6BB6055C539}"/>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2764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FA6E97-504F-4D83-A00A-ACFAB093FB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835DDF6-3759-49B7-9B87-FFD02FD5AA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763631-A33B-462D-B65B-99A0817F5D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35890-F13E-4E65-8362-5C488D5B0D04}" type="datetime1">
              <a:rPr lang="zh-TW" altLang="en-US" smtClean="0"/>
              <a:t>2023/12/26</a:t>
            </a:fld>
            <a:endParaRPr lang="zh-TW" altLang="en-US"/>
          </a:p>
        </p:txBody>
      </p:sp>
      <p:sp>
        <p:nvSpPr>
          <p:cNvPr id="5" name="頁尾版面配置區 4">
            <a:extLst>
              <a:ext uri="{FF2B5EF4-FFF2-40B4-BE49-F238E27FC236}">
                <a16:creationId xmlns:a16="http://schemas.microsoft.com/office/drawing/2014/main" id="{B01C28F1-D551-4915-B007-99BD38614E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8AB29E7-4E9B-4190-8484-4F45F88BC0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85547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customXml" Target="../ink/ink2.xml"/><Relationship Id="rId12"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customXml" Target="../ink/ink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customXml" Target="../ink/ink5.xml"/><Relationship Id="rId7" Type="http://schemas.openxmlformats.org/officeDocument/2006/relationships/customXml" Target="../ink/ink7.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customXml" Target="../ink/ink6.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customXml" Target="../ink/ink10.xml"/><Relationship Id="rId13" Type="http://schemas.openxmlformats.org/officeDocument/2006/relationships/image" Target="../media/image21.png"/><Relationship Id="rId18" Type="http://schemas.openxmlformats.org/officeDocument/2006/relationships/customXml" Target="../ink/ink15.xml"/><Relationship Id="rId3" Type="http://schemas.openxmlformats.org/officeDocument/2006/relationships/image" Target="../media/image1.png"/><Relationship Id="rId21" Type="http://schemas.openxmlformats.org/officeDocument/2006/relationships/image" Target="../media/image25.png"/><Relationship Id="rId7" Type="http://schemas.openxmlformats.org/officeDocument/2006/relationships/image" Target="../media/image18.png"/><Relationship Id="rId12" Type="http://schemas.openxmlformats.org/officeDocument/2006/relationships/customXml" Target="../ink/ink12.xml"/><Relationship Id="rId17" Type="http://schemas.openxmlformats.org/officeDocument/2006/relationships/image" Target="../media/image23.png"/><Relationship Id="rId25" Type="http://schemas.openxmlformats.org/officeDocument/2006/relationships/image" Target="../media/image27.png"/><Relationship Id="rId2" Type="http://schemas.openxmlformats.org/officeDocument/2006/relationships/image" Target="../media/image16.png"/><Relationship Id="rId16" Type="http://schemas.openxmlformats.org/officeDocument/2006/relationships/customXml" Target="../ink/ink14.xml"/><Relationship Id="rId20" Type="http://schemas.openxmlformats.org/officeDocument/2006/relationships/customXml" Target="../ink/ink16.xml"/><Relationship Id="rId1" Type="http://schemas.openxmlformats.org/officeDocument/2006/relationships/slideLayout" Target="../slideLayouts/slideLayout2.xml"/><Relationship Id="rId6" Type="http://schemas.openxmlformats.org/officeDocument/2006/relationships/customXml" Target="../ink/ink9.xml"/><Relationship Id="rId11" Type="http://schemas.openxmlformats.org/officeDocument/2006/relationships/image" Target="../media/image20.png"/><Relationship Id="rId24" Type="http://schemas.openxmlformats.org/officeDocument/2006/relationships/customXml" Target="../ink/ink18.xml"/><Relationship Id="rId5" Type="http://schemas.openxmlformats.org/officeDocument/2006/relationships/image" Target="../media/image17.png"/><Relationship Id="rId15" Type="http://schemas.openxmlformats.org/officeDocument/2006/relationships/image" Target="../media/image22.png"/><Relationship Id="rId23" Type="http://schemas.openxmlformats.org/officeDocument/2006/relationships/image" Target="../media/image26.png"/><Relationship Id="rId10" Type="http://schemas.openxmlformats.org/officeDocument/2006/relationships/customXml" Target="../ink/ink11.xml"/><Relationship Id="rId19" Type="http://schemas.openxmlformats.org/officeDocument/2006/relationships/image" Target="../media/image24.png"/><Relationship Id="rId4" Type="http://schemas.openxmlformats.org/officeDocument/2006/relationships/customXml" Target="../ink/ink8.xml"/><Relationship Id="rId9" Type="http://schemas.openxmlformats.org/officeDocument/2006/relationships/image" Target="../media/image19.png"/><Relationship Id="rId14" Type="http://schemas.openxmlformats.org/officeDocument/2006/relationships/customXml" Target="../ink/ink13.xml"/><Relationship Id="rId22" Type="http://schemas.openxmlformats.org/officeDocument/2006/relationships/customXml" Target="../ink/ink17.xml"/></Relationships>
</file>

<file path=ppt/slides/_rels/slide13.xml.rels><?xml version="1.0" encoding="UTF-8" standalone="yes"?>
<Relationships xmlns="http://schemas.openxmlformats.org/package/2006/relationships"><Relationship Id="rId8" Type="http://schemas.openxmlformats.org/officeDocument/2006/relationships/customXml" Target="../ink/ink21.xml"/><Relationship Id="rId13" Type="http://schemas.openxmlformats.org/officeDocument/2006/relationships/image" Target="../media/image32.png"/><Relationship Id="rId18" Type="http://schemas.openxmlformats.org/officeDocument/2006/relationships/customXml" Target="../ink/ink26.xml"/><Relationship Id="rId3" Type="http://schemas.openxmlformats.org/officeDocument/2006/relationships/image" Target="../media/image1.png"/><Relationship Id="rId21" Type="http://schemas.openxmlformats.org/officeDocument/2006/relationships/image" Target="../media/image36.png"/><Relationship Id="rId7" Type="http://schemas.openxmlformats.org/officeDocument/2006/relationships/image" Target="../media/image29.png"/><Relationship Id="rId12" Type="http://schemas.openxmlformats.org/officeDocument/2006/relationships/customXml" Target="../ink/ink23.xml"/><Relationship Id="rId17" Type="http://schemas.openxmlformats.org/officeDocument/2006/relationships/image" Target="../media/image34.png"/><Relationship Id="rId25" Type="http://schemas.openxmlformats.org/officeDocument/2006/relationships/image" Target="../media/image38.png"/><Relationship Id="rId2" Type="http://schemas.openxmlformats.org/officeDocument/2006/relationships/image" Target="../media/image16.png"/><Relationship Id="rId16" Type="http://schemas.openxmlformats.org/officeDocument/2006/relationships/customXml" Target="../ink/ink25.xml"/><Relationship Id="rId20" Type="http://schemas.openxmlformats.org/officeDocument/2006/relationships/customXml" Target="../ink/ink27.xml"/><Relationship Id="rId1" Type="http://schemas.openxmlformats.org/officeDocument/2006/relationships/slideLayout" Target="../slideLayouts/slideLayout2.xml"/><Relationship Id="rId6" Type="http://schemas.openxmlformats.org/officeDocument/2006/relationships/customXml" Target="../ink/ink20.xml"/><Relationship Id="rId11" Type="http://schemas.openxmlformats.org/officeDocument/2006/relationships/image" Target="../media/image31.png"/><Relationship Id="rId24" Type="http://schemas.openxmlformats.org/officeDocument/2006/relationships/customXml" Target="../ink/ink29.xml"/><Relationship Id="rId5" Type="http://schemas.openxmlformats.org/officeDocument/2006/relationships/image" Target="../media/image28.png"/><Relationship Id="rId15" Type="http://schemas.openxmlformats.org/officeDocument/2006/relationships/image" Target="../media/image33.png"/><Relationship Id="rId23" Type="http://schemas.openxmlformats.org/officeDocument/2006/relationships/image" Target="../media/image37.png"/><Relationship Id="rId10" Type="http://schemas.openxmlformats.org/officeDocument/2006/relationships/customXml" Target="../ink/ink22.xml"/><Relationship Id="rId19" Type="http://schemas.openxmlformats.org/officeDocument/2006/relationships/image" Target="../media/image35.png"/><Relationship Id="rId4" Type="http://schemas.openxmlformats.org/officeDocument/2006/relationships/customXml" Target="../ink/ink19.xml"/><Relationship Id="rId9" Type="http://schemas.openxmlformats.org/officeDocument/2006/relationships/image" Target="../media/image30.png"/><Relationship Id="rId14" Type="http://schemas.openxmlformats.org/officeDocument/2006/relationships/customXml" Target="../ink/ink24.xml"/><Relationship Id="rId22" Type="http://schemas.openxmlformats.org/officeDocument/2006/relationships/customXml" Target="../ink/ink28.xml"/></Relationships>
</file>

<file path=ppt/slides/_rels/slide14.xml.rels><?xml version="1.0" encoding="UTF-8" standalone="yes"?>
<Relationships xmlns="http://schemas.openxmlformats.org/package/2006/relationships"><Relationship Id="rId8" Type="http://schemas.openxmlformats.org/officeDocument/2006/relationships/customXml" Target="../ink/ink32.xml"/><Relationship Id="rId13" Type="http://schemas.openxmlformats.org/officeDocument/2006/relationships/image" Target="../media/image43.png"/><Relationship Id="rId18" Type="http://schemas.openxmlformats.org/officeDocument/2006/relationships/customXml" Target="../ink/ink37.xml"/><Relationship Id="rId3" Type="http://schemas.openxmlformats.org/officeDocument/2006/relationships/image" Target="../media/image1.png"/><Relationship Id="rId21" Type="http://schemas.openxmlformats.org/officeDocument/2006/relationships/image" Target="../media/image47.png"/><Relationship Id="rId7" Type="http://schemas.openxmlformats.org/officeDocument/2006/relationships/image" Target="../media/image40.png"/><Relationship Id="rId12" Type="http://schemas.openxmlformats.org/officeDocument/2006/relationships/customXml" Target="../ink/ink34.xml"/><Relationship Id="rId17" Type="http://schemas.openxmlformats.org/officeDocument/2006/relationships/image" Target="../media/image45.png"/><Relationship Id="rId25" Type="http://schemas.openxmlformats.org/officeDocument/2006/relationships/image" Target="../media/image49.png"/><Relationship Id="rId2" Type="http://schemas.openxmlformats.org/officeDocument/2006/relationships/image" Target="../media/image16.png"/><Relationship Id="rId16" Type="http://schemas.openxmlformats.org/officeDocument/2006/relationships/customXml" Target="../ink/ink36.xml"/><Relationship Id="rId20" Type="http://schemas.openxmlformats.org/officeDocument/2006/relationships/customXml" Target="../ink/ink38.xml"/><Relationship Id="rId1" Type="http://schemas.openxmlformats.org/officeDocument/2006/relationships/slideLayout" Target="../slideLayouts/slideLayout2.xml"/><Relationship Id="rId6" Type="http://schemas.openxmlformats.org/officeDocument/2006/relationships/customXml" Target="../ink/ink31.xml"/><Relationship Id="rId11" Type="http://schemas.openxmlformats.org/officeDocument/2006/relationships/image" Target="../media/image42.png"/><Relationship Id="rId24" Type="http://schemas.openxmlformats.org/officeDocument/2006/relationships/customXml" Target="../ink/ink40.xml"/><Relationship Id="rId5" Type="http://schemas.openxmlformats.org/officeDocument/2006/relationships/image" Target="../media/image39.png"/><Relationship Id="rId15" Type="http://schemas.openxmlformats.org/officeDocument/2006/relationships/image" Target="../media/image44.png"/><Relationship Id="rId23" Type="http://schemas.openxmlformats.org/officeDocument/2006/relationships/image" Target="../media/image48.png"/><Relationship Id="rId10" Type="http://schemas.openxmlformats.org/officeDocument/2006/relationships/customXml" Target="../ink/ink33.xml"/><Relationship Id="rId19" Type="http://schemas.openxmlformats.org/officeDocument/2006/relationships/image" Target="../media/image46.png"/><Relationship Id="rId4" Type="http://schemas.openxmlformats.org/officeDocument/2006/relationships/customXml" Target="../ink/ink30.xml"/><Relationship Id="rId9" Type="http://schemas.openxmlformats.org/officeDocument/2006/relationships/image" Target="../media/image41.png"/><Relationship Id="rId14" Type="http://schemas.openxmlformats.org/officeDocument/2006/relationships/customXml" Target="../ink/ink35.xml"/><Relationship Id="rId22" Type="http://schemas.openxmlformats.org/officeDocument/2006/relationships/customXml" Target="../ink/ink39.xml"/></Relationships>
</file>

<file path=ppt/slides/_rels/slide15.xml.rels><?xml version="1.0" encoding="UTF-8" standalone="yes"?>
<Relationships xmlns="http://schemas.openxmlformats.org/package/2006/relationships"><Relationship Id="rId8" Type="http://schemas.openxmlformats.org/officeDocument/2006/relationships/customXml" Target="../ink/ink43.xml"/><Relationship Id="rId13" Type="http://schemas.openxmlformats.org/officeDocument/2006/relationships/image" Target="../media/image54.png"/><Relationship Id="rId18" Type="http://schemas.openxmlformats.org/officeDocument/2006/relationships/customXml" Target="../ink/ink48.xml"/><Relationship Id="rId3" Type="http://schemas.openxmlformats.org/officeDocument/2006/relationships/image" Target="../media/image1.png"/><Relationship Id="rId21" Type="http://schemas.openxmlformats.org/officeDocument/2006/relationships/image" Target="../media/image58.png"/><Relationship Id="rId7" Type="http://schemas.openxmlformats.org/officeDocument/2006/relationships/image" Target="../media/image51.png"/><Relationship Id="rId12" Type="http://schemas.openxmlformats.org/officeDocument/2006/relationships/customXml" Target="../ink/ink45.xml"/><Relationship Id="rId17" Type="http://schemas.openxmlformats.org/officeDocument/2006/relationships/image" Target="../media/image56.png"/><Relationship Id="rId25" Type="http://schemas.openxmlformats.org/officeDocument/2006/relationships/image" Target="../media/image60.png"/><Relationship Id="rId2" Type="http://schemas.openxmlformats.org/officeDocument/2006/relationships/image" Target="../media/image16.png"/><Relationship Id="rId16" Type="http://schemas.openxmlformats.org/officeDocument/2006/relationships/customXml" Target="../ink/ink47.xml"/><Relationship Id="rId20" Type="http://schemas.openxmlformats.org/officeDocument/2006/relationships/customXml" Target="../ink/ink49.xml"/><Relationship Id="rId1" Type="http://schemas.openxmlformats.org/officeDocument/2006/relationships/slideLayout" Target="../slideLayouts/slideLayout2.xml"/><Relationship Id="rId6" Type="http://schemas.openxmlformats.org/officeDocument/2006/relationships/customXml" Target="../ink/ink42.xml"/><Relationship Id="rId11" Type="http://schemas.openxmlformats.org/officeDocument/2006/relationships/image" Target="../media/image53.png"/><Relationship Id="rId24" Type="http://schemas.openxmlformats.org/officeDocument/2006/relationships/customXml" Target="../ink/ink51.xml"/><Relationship Id="rId5" Type="http://schemas.openxmlformats.org/officeDocument/2006/relationships/image" Target="../media/image50.png"/><Relationship Id="rId15" Type="http://schemas.openxmlformats.org/officeDocument/2006/relationships/image" Target="../media/image55.png"/><Relationship Id="rId23" Type="http://schemas.openxmlformats.org/officeDocument/2006/relationships/image" Target="../media/image59.png"/><Relationship Id="rId10" Type="http://schemas.openxmlformats.org/officeDocument/2006/relationships/customXml" Target="../ink/ink44.xml"/><Relationship Id="rId19" Type="http://schemas.openxmlformats.org/officeDocument/2006/relationships/image" Target="../media/image57.png"/><Relationship Id="rId4" Type="http://schemas.openxmlformats.org/officeDocument/2006/relationships/customXml" Target="../ink/ink41.xml"/><Relationship Id="rId9" Type="http://schemas.openxmlformats.org/officeDocument/2006/relationships/image" Target="../media/image52.png"/><Relationship Id="rId14" Type="http://schemas.openxmlformats.org/officeDocument/2006/relationships/customXml" Target="../ink/ink46.xml"/><Relationship Id="rId22" Type="http://schemas.openxmlformats.org/officeDocument/2006/relationships/customXml" Target="../ink/ink50.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customXml" Target="../ink/ink60.xml"/><Relationship Id="rId26" Type="http://schemas.openxmlformats.org/officeDocument/2006/relationships/customXml" Target="../ink/ink64.xml"/><Relationship Id="rId39" Type="http://schemas.openxmlformats.org/officeDocument/2006/relationships/image" Target="../media/image80.png"/><Relationship Id="rId21" Type="http://schemas.openxmlformats.org/officeDocument/2006/relationships/image" Target="../media/image71.png"/><Relationship Id="rId34" Type="http://schemas.openxmlformats.org/officeDocument/2006/relationships/customXml" Target="../ink/ink68.xml"/><Relationship Id="rId42" Type="http://schemas.openxmlformats.org/officeDocument/2006/relationships/customXml" Target="../ink/ink72.xml"/><Relationship Id="rId47" Type="http://schemas.openxmlformats.org/officeDocument/2006/relationships/image" Target="../media/image84.png"/><Relationship Id="rId50" Type="http://schemas.openxmlformats.org/officeDocument/2006/relationships/customXml" Target="../ink/ink76.xml"/><Relationship Id="rId55" Type="http://schemas.openxmlformats.org/officeDocument/2006/relationships/image" Target="../media/image88.png"/><Relationship Id="rId7" Type="http://schemas.openxmlformats.org/officeDocument/2006/relationships/image" Target="../media/image64.png"/><Relationship Id="rId2" Type="http://schemas.openxmlformats.org/officeDocument/2006/relationships/customXml" Target="../ink/ink52.xml"/><Relationship Id="rId16" Type="http://schemas.openxmlformats.org/officeDocument/2006/relationships/customXml" Target="../ink/ink59.xml"/><Relationship Id="rId29" Type="http://schemas.openxmlformats.org/officeDocument/2006/relationships/image" Target="../media/image75.png"/><Relationship Id="rId11" Type="http://schemas.openxmlformats.org/officeDocument/2006/relationships/image" Target="../media/image66.png"/><Relationship Id="rId24" Type="http://schemas.openxmlformats.org/officeDocument/2006/relationships/customXml" Target="../ink/ink63.xml"/><Relationship Id="rId32" Type="http://schemas.openxmlformats.org/officeDocument/2006/relationships/customXml" Target="../ink/ink67.xml"/><Relationship Id="rId37" Type="http://schemas.openxmlformats.org/officeDocument/2006/relationships/image" Target="../media/image79.png"/><Relationship Id="rId40" Type="http://schemas.openxmlformats.org/officeDocument/2006/relationships/customXml" Target="../ink/ink71.xml"/><Relationship Id="rId45" Type="http://schemas.openxmlformats.org/officeDocument/2006/relationships/image" Target="../media/image83.png"/><Relationship Id="rId53" Type="http://schemas.openxmlformats.org/officeDocument/2006/relationships/image" Target="../media/image87.png"/><Relationship Id="rId5" Type="http://schemas.openxmlformats.org/officeDocument/2006/relationships/image" Target="../media/image63.png"/><Relationship Id="rId10" Type="http://schemas.openxmlformats.org/officeDocument/2006/relationships/customXml" Target="../ink/ink56.xml"/><Relationship Id="rId19" Type="http://schemas.openxmlformats.org/officeDocument/2006/relationships/image" Target="../media/image70.png"/><Relationship Id="rId31" Type="http://schemas.openxmlformats.org/officeDocument/2006/relationships/image" Target="../media/image76.png"/><Relationship Id="rId44" Type="http://schemas.openxmlformats.org/officeDocument/2006/relationships/customXml" Target="../ink/ink73.xml"/><Relationship Id="rId52" Type="http://schemas.openxmlformats.org/officeDocument/2006/relationships/customXml" Target="../ink/ink77.xml"/><Relationship Id="rId4" Type="http://schemas.openxmlformats.org/officeDocument/2006/relationships/customXml" Target="../ink/ink53.xml"/><Relationship Id="rId9" Type="http://schemas.openxmlformats.org/officeDocument/2006/relationships/image" Target="../media/image65.png"/><Relationship Id="rId14" Type="http://schemas.openxmlformats.org/officeDocument/2006/relationships/customXml" Target="../ink/ink58.xml"/><Relationship Id="rId22" Type="http://schemas.openxmlformats.org/officeDocument/2006/relationships/customXml" Target="../ink/ink62.xml"/><Relationship Id="rId27" Type="http://schemas.openxmlformats.org/officeDocument/2006/relationships/image" Target="../media/image74.png"/><Relationship Id="rId30" Type="http://schemas.openxmlformats.org/officeDocument/2006/relationships/customXml" Target="../ink/ink66.xml"/><Relationship Id="rId35" Type="http://schemas.openxmlformats.org/officeDocument/2006/relationships/image" Target="../media/image78.png"/><Relationship Id="rId43" Type="http://schemas.openxmlformats.org/officeDocument/2006/relationships/image" Target="../media/image82.png"/><Relationship Id="rId48" Type="http://schemas.openxmlformats.org/officeDocument/2006/relationships/customXml" Target="../ink/ink75.xml"/><Relationship Id="rId8" Type="http://schemas.openxmlformats.org/officeDocument/2006/relationships/customXml" Target="../ink/ink55.xml"/><Relationship Id="rId51" Type="http://schemas.openxmlformats.org/officeDocument/2006/relationships/image" Target="../media/image86.png"/><Relationship Id="rId3" Type="http://schemas.openxmlformats.org/officeDocument/2006/relationships/image" Target="../media/image62.png"/><Relationship Id="rId12" Type="http://schemas.openxmlformats.org/officeDocument/2006/relationships/customXml" Target="../ink/ink57.xml"/><Relationship Id="rId17" Type="http://schemas.openxmlformats.org/officeDocument/2006/relationships/image" Target="../media/image69.png"/><Relationship Id="rId25" Type="http://schemas.openxmlformats.org/officeDocument/2006/relationships/image" Target="../media/image73.png"/><Relationship Id="rId33" Type="http://schemas.openxmlformats.org/officeDocument/2006/relationships/image" Target="../media/image77.png"/><Relationship Id="rId38" Type="http://schemas.openxmlformats.org/officeDocument/2006/relationships/customXml" Target="../ink/ink70.xml"/><Relationship Id="rId46" Type="http://schemas.openxmlformats.org/officeDocument/2006/relationships/customXml" Target="../ink/ink74.xml"/><Relationship Id="rId20" Type="http://schemas.openxmlformats.org/officeDocument/2006/relationships/customXml" Target="../ink/ink61.xml"/><Relationship Id="rId41" Type="http://schemas.openxmlformats.org/officeDocument/2006/relationships/image" Target="../media/image81.png"/><Relationship Id="rId54" Type="http://schemas.openxmlformats.org/officeDocument/2006/relationships/customXml" Target="../ink/ink78.xml"/><Relationship Id="rId1" Type="http://schemas.openxmlformats.org/officeDocument/2006/relationships/slideLayout" Target="../slideLayouts/slideLayout2.xml"/><Relationship Id="rId6" Type="http://schemas.openxmlformats.org/officeDocument/2006/relationships/customXml" Target="../ink/ink54.xml"/><Relationship Id="rId15" Type="http://schemas.openxmlformats.org/officeDocument/2006/relationships/image" Target="../media/image68.png"/><Relationship Id="rId23" Type="http://schemas.openxmlformats.org/officeDocument/2006/relationships/image" Target="../media/image72.png"/><Relationship Id="rId28" Type="http://schemas.openxmlformats.org/officeDocument/2006/relationships/customXml" Target="../ink/ink65.xml"/><Relationship Id="rId36" Type="http://schemas.openxmlformats.org/officeDocument/2006/relationships/customXml" Target="../ink/ink69.xml"/><Relationship Id="rId49" Type="http://schemas.openxmlformats.org/officeDocument/2006/relationships/image" Target="../media/image85.png"/></Relationships>
</file>

<file path=ppt/slides/_rels/slide19.xml.rels><?xml version="1.0" encoding="UTF-8" standalone="yes"?>
<Relationships xmlns="http://schemas.openxmlformats.org/package/2006/relationships"><Relationship Id="rId8" Type="http://schemas.openxmlformats.org/officeDocument/2006/relationships/customXml" Target="../ink/ink81.xml"/><Relationship Id="rId3" Type="http://schemas.openxmlformats.org/officeDocument/2006/relationships/image" Target="../media/image1.png"/><Relationship Id="rId7" Type="http://schemas.openxmlformats.org/officeDocument/2006/relationships/image" Target="../media/image90.png"/><Relationship Id="rId12" Type="http://schemas.openxmlformats.org/officeDocument/2006/relationships/image" Target="../media/image93.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customXml" Target="../ink/ink80.xml"/><Relationship Id="rId11" Type="http://schemas.openxmlformats.org/officeDocument/2006/relationships/image" Target="../media/image92.png"/><Relationship Id="rId5" Type="http://schemas.openxmlformats.org/officeDocument/2006/relationships/image" Target="../media/image89.png"/><Relationship Id="rId10" Type="http://schemas.openxmlformats.org/officeDocument/2006/relationships/customXml" Target="../ink/ink82.xml"/><Relationship Id="rId4" Type="http://schemas.openxmlformats.org/officeDocument/2006/relationships/customXml" Target="../ink/ink79.xml"/><Relationship Id="rId9" Type="http://schemas.openxmlformats.org/officeDocument/2006/relationships/image" Target="../media/image91.png"/></Relationships>
</file>

<file path=ppt/slides/_rels/slide20.xml.rels><?xml version="1.0" encoding="UTF-8" standalone="yes"?>
<Relationships xmlns="http://schemas.openxmlformats.org/package/2006/relationships"><Relationship Id="rId8" Type="http://schemas.openxmlformats.org/officeDocument/2006/relationships/customXml" Target="../ink/ink85.xml"/><Relationship Id="rId13" Type="http://schemas.openxmlformats.org/officeDocument/2006/relationships/image" Target="../media/image94.png"/><Relationship Id="rId3" Type="http://schemas.openxmlformats.org/officeDocument/2006/relationships/image" Target="../media/image1.png"/><Relationship Id="rId7" Type="http://schemas.openxmlformats.org/officeDocument/2006/relationships/image" Target="../media/image90.png"/><Relationship Id="rId12" Type="http://schemas.openxmlformats.org/officeDocument/2006/relationships/image" Target="../media/image93.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customXml" Target="../ink/ink84.xml"/><Relationship Id="rId11" Type="http://schemas.openxmlformats.org/officeDocument/2006/relationships/image" Target="../media/image92.png"/><Relationship Id="rId5" Type="http://schemas.openxmlformats.org/officeDocument/2006/relationships/image" Target="../media/image89.png"/><Relationship Id="rId10" Type="http://schemas.openxmlformats.org/officeDocument/2006/relationships/customXml" Target="../ink/ink86.xml"/><Relationship Id="rId4" Type="http://schemas.openxmlformats.org/officeDocument/2006/relationships/customXml" Target="../ink/ink83.xml"/><Relationship Id="rId9" Type="http://schemas.openxmlformats.org/officeDocument/2006/relationships/image" Target="../media/image9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98.png"/></Relationships>
</file>

<file path=ppt/slides/_rels/slide2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35EA8-3B84-42D5-BAD0-9B2BE5F58BE1}"/>
              </a:ext>
            </a:extLst>
          </p:cNvPr>
          <p:cNvSpPr>
            <a:spLocks noGrp="1"/>
          </p:cNvSpPr>
          <p:nvPr>
            <p:ph type="ctrTitle"/>
          </p:nvPr>
        </p:nvSpPr>
        <p:spPr>
          <a:xfrm>
            <a:off x="1524000" y="932954"/>
            <a:ext cx="9144000" cy="2387600"/>
          </a:xfrm>
        </p:spPr>
        <p:txBody>
          <a:bodyPr>
            <a:noAutofit/>
          </a:bodyPr>
          <a:lstStyle/>
          <a:p>
            <a:r>
              <a:rPr lang="en-US" altLang="zh-TW" sz="4400" b="1" i="0" dirty="0">
                <a:solidFill>
                  <a:srgbClr val="333333"/>
                </a:solidFill>
                <a:effectLst/>
                <a:latin typeface="Times New Roman" panose="02020603050405020304" pitchFamily="18" charset="0"/>
                <a:cs typeface="Times New Roman" panose="02020603050405020304" pitchFamily="18" charset="0"/>
              </a:rPr>
              <a:t>Combining Probabilities</a:t>
            </a:r>
          </a:p>
        </p:txBody>
      </p:sp>
      <p:sp>
        <p:nvSpPr>
          <p:cNvPr id="3" name="副標題 2">
            <a:extLst>
              <a:ext uri="{FF2B5EF4-FFF2-40B4-BE49-F238E27FC236}">
                <a16:creationId xmlns:a16="http://schemas.microsoft.com/office/drawing/2014/main" id="{4E6F3D17-E5C7-4A7C-946D-5608813E8227}"/>
              </a:ext>
            </a:extLst>
          </p:cNvPr>
          <p:cNvSpPr>
            <a:spLocks noGrp="1"/>
          </p:cNvSpPr>
          <p:nvPr>
            <p:ph type="subTitle" idx="1"/>
          </p:nvPr>
        </p:nvSpPr>
        <p:spPr>
          <a:xfrm>
            <a:off x="1524000" y="3858821"/>
            <a:ext cx="9144000" cy="1655762"/>
          </a:xfrm>
        </p:spPr>
        <p:txBody>
          <a:bodyPr/>
          <a:lstStyle/>
          <a:p>
            <a:r>
              <a:rPr lang="fi-FI" altLang="zh-TW" b="0" i="0" u="none" strike="noStrike" dirty="0">
                <a:effectLst/>
                <a:latin typeface="Times New Roman" panose="02020603050405020304" pitchFamily="18" charset="0"/>
                <a:cs typeface="Times New Roman" panose="02020603050405020304" pitchFamily="18" charset="0"/>
              </a:rPr>
              <a:t>Kevin Leyton-Brown.</a:t>
            </a:r>
            <a:r>
              <a:rPr lang="en-US" altLang="zh-TW" b="0" i="0" u="none" strike="noStrike" dirty="0">
                <a:effectLst/>
                <a:latin typeface="Times New Roman" panose="02020603050405020304" pitchFamily="18" charset="0"/>
                <a:cs typeface="Times New Roman" panose="02020603050405020304" pitchFamily="18" charset="0"/>
              </a:rPr>
              <a:t> University of British Columbia.</a:t>
            </a:r>
          </a:p>
          <a:p>
            <a:r>
              <a:rPr lang="en-US" altLang="zh-TW" dirty="0">
                <a:latin typeface="Times New Roman" panose="02020603050405020304" pitchFamily="18" charset="0"/>
                <a:cs typeface="Times New Roman" panose="02020603050405020304" pitchFamily="18" charset="0"/>
              </a:rPr>
              <a:t>Probability and Combinatorics. (Apr. 22, 2019)</a:t>
            </a:r>
            <a:endParaRPr lang="zh-TW" altLang="en-US"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Yu-Chen Lin</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dirty="0">
                <a:latin typeface="Times New Roman"/>
                <a:ea typeface="Times New Roman"/>
                <a:cs typeface="Times New Roman"/>
                <a:sym typeface="Times New Roman"/>
              </a:rPr>
              <a:t>Dec.</a:t>
            </a:r>
            <a:r>
              <a:rPr lang="zh-TW" sz="2000" dirty="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26</a:t>
            </a:r>
            <a:r>
              <a:rPr lang="zh-TW" sz="2000" dirty="0">
                <a:latin typeface="Times New Roman"/>
                <a:ea typeface="Times New Roman"/>
                <a:cs typeface="Times New Roman"/>
                <a:sym typeface="Times New Roman"/>
              </a:rPr>
              <a:t>, 202</a:t>
            </a:r>
            <a:r>
              <a:rPr lang="en-US" altLang="zh-TW" sz="2000" dirty="0">
                <a:latin typeface="Times New Roman"/>
                <a:ea typeface="Times New Roman"/>
                <a:cs typeface="Times New Roman"/>
                <a:sym typeface="Times New Roman"/>
              </a:rPr>
              <a:t>3</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98855893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Abstract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16429" y="1847850"/>
            <a:ext cx="10515600" cy="4351338"/>
          </a:xfrm>
        </p:spPr>
        <p:txBody>
          <a:bodyPr>
            <a:normAutofit/>
          </a:bodyPr>
          <a:lstStyle/>
          <a:p>
            <a:pPr marL="0" indent="0">
              <a:buNone/>
            </a:pPr>
            <a:r>
              <a:rPr lang="en-US" altLang="zh-TW" sz="2400" dirty="0">
                <a:latin typeface="Times New Roman" panose="02020603050405020304" pitchFamily="18" charset="0"/>
                <a:cs typeface="Times New Roman" panose="02020603050405020304" pitchFamily="18" charset="0"/>
              </a:rPr>
              <a:t>	This article delves into the problem of determining the probability of an event occurring when two predictors make conflicting predictions. The author utilizes a system of linear equations to represent the probabilities of various outcomes and discusses the uncertainty and </a:t>
            </a:r>
            <a:r>
              <a:rPr lang="en-US" altLang="zh-TW" sz="2400" dirty="0" err="1">
                <a:latin typeface="Times New Roman" panose="02020603050405020304" pitchFamily="18" charset="0"/>
                <a:cs typeface="Times New Roman" panose="02020603050405020304" pitchFamily="18" charset="0"/>
              </a:rPr>
              <a:t>underspecification</a:t>
            </a:r>
            <a:r>
              <a:rPr lang="en-US" altLang="zh-TW" sz="2400" dirty="0">
                <a:latin typeface="Times New Roman" panose="02020603050405020304" pitchFamily="18" charset="0"/>
                <a:cs typeface="Times New Roman" panose="02020603050405020304" pitchFamily="18" charset="0"/>
              </a:rPr>
              <a:t> inherent in the problem. Throughout the discussion, the author introduces prior assumptions regarding the reliability of the predictors and the a priori probability of the event, elucidating their impact on the final probability calculation. The discourse extends to scenarios involving multiple predictors, outlining a method to calculate the probability of an event based on the predictions of several individuals under the assumptions of pairwise independence and symmetry between "yes" and "no." The article concludes by proposing how to estimate event probabilities under reasonable assumptions in the absence of additional information.</a:t>
            </a: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2</a:t>
            </a:fld>
            <a:endParaRPr lang="zh-TW" altLang="en-US"/>
          </a:p>
        </p:txBody>
      </p:sp>
    </p:spTree>
    <p:extLst>
      <p:ext uri="{BB962C8B-B14F-4D97-AF65-F5344CB8AC3E}">
        <p14:creationId xmlns:p14="http://schemas.microsoft.com/office/powerpoint/2010/main" val="210235064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Problem Description</a:t>
            </a:r>
            <a:endParaRPr lang="zh-TW" altLang="en-US" b="1" dirty="0"/>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3</a:t>
            </a:fld>
            <a:endParaRPr lang="zh-TW" altLang="en-US" dirty="0"/>
          </a:p>
        </p:txBody>
      </p:sp>
      <p:cxnSp>
        <p:nvCxnSpPr>
          <p:cNvPr id="13" name="直線接點 12">
            <a:extLst>
              <a:ext uri="{FF2B5EF4-FFF2-40B4-BE49-F238E27FC236}">
                <a16:creationId xmlns:a16="http://schemas.microsoft.com/office/drawing/2014/main" id="{9A3A89DC-24E3-FBEA-A8B4-E4B5E1C92389}"/>
              </a:ext>
            </a:extLst>
          </p:cNvPr>
          <p:cNvCxnSpPr>
            <a:cxnSpLocks/>
          </p:cNvCxnSpPr>
          <p:nvPr/>
        </p:nvCxnSpPr>
        <p:spPr>
          <a:xfrm>
            <a:off x="2503715" y="2648632"/>
            <a:ext cx="914400" cy="11865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線接點 13">
            <a:extLst>
              <a:ext uri="{FF2B5EF4-FFF2-40B4-BE49-F238E27FC236}">
                <a16:creationId xmlns:a16="http://schemas.microsoft.com/office/drawing/2014/main" id="{7E0A7723-4E71-D872-920E-02AFAF2CA6AE}"/>
              </a:ext>
            </a:extLst>
          </p:cNvPr>
          <p:cNvCxnSpPr>
            <a:cxnSpLocks/>
          </p:cNvCxnSpPr>
          <p:nvPr/>
        </p:nvCxnSpPr>
        <p:spPr>
          <a:xfrm flipH="1">
            <a:off x="2503715" y="1418546"/>
            <a:ext cx="914400" cy="12300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線接點 23">
            <a:extLst>
              <a:ext uri="{FF2B5EF4-FFF2-40B4-BE49-F238E27FC236}">
                <a16:creationId xmlns:a16="http://schemas.microsoft.com/office/drawing/2014/main" id="{BD25EFAB-778E-9356-7FFD-71D63F25CD1B}"/>
              </a:ext>
            </a:extLst>
          </p:cNvPr>
          <p:cNvCxnSpPr/>
          <p:nvPr/>
        </p:nvCxnSpPr>
        <p:spPr>
          <a:xfrm>
            <a:off x="2503715" y="5262790"/>
            <a:ext cx="914400" cy="118654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線接點 24">
            <a:extLst>
              <a:ext uri="{FF2B5EF4-FFF2-40B4-BE49-F238E27FC236}">
                <a16:creationId xmlns:a16="http://schemas.microsoft.com/office/drawing/2014/main" id="{8BABA44B-918F-F4B3-170C-71A4176621BE}"/>
              </a:ext>
            </a:extLst>
          </p:cNvPr>
          <p:cNvCxnSpPr>
            <a:cxnSpLocks/>
          </p:cNvCxnSpPr>
          <p:nvPr/>
        </p:nvCxnSpPr>
        <p:spPr>
          <a:xfrm flipH="1">
            <a:off x="2503715" y="4032704"/>
            <a:ext cx="914400" cy="1230086"/>
          </a:xfrm>
          <a:prstGeom prst="line">
            <a:avLst/>
          </a:prstGeom>
        </p:spPr>
        <p:style>
          <a:lnRef idx="1">
            <a:schemeClr val="accent1"/>
          </a:lnRef>
          <a:fillRef idx="0">
            <a:schemeClr val="accent1"/>
          </a:fillRef>
          <a:effectRef idx="0">
            <a:schemeClr val="accent1"/>
          </a:effectRef>
          <a:fontRef idx="minor">
            <a:schemeClr val="tx1"/>
          </a:fontRef>
        </p:style>
      </p:cxnSp>
      <p:sp>
        <p:nvSpPr>
          <p:cNvPr id="26" name="文字方塊 25">
            <a:extLst>
              <a:ext uri="{FF2B5EF4-FFF2-40B4-BE49-F238E27FC236}">
                <a16:creationId xmlns:a16="http://schemas.microsoft.com/office/drawing/2014/main" id="{7F6E4635-81B5-C456-4C6F-EBF5C57CAACC}"/>
              </a:ext>
            </a:extLst>
          </p:cNvPr>
          <p:cNvSpPr txBox="1"/>
          <p:nvPr/>
        </p:nvSpPr>
        <p:spPr>
          <a:xfrm>
            <a:off x="3592287" y="1418546"/>
            <a:ext cx="1992084" cy="461665"/>
          </a:xfrm>
          <a:prstGeom prst="rect">
            <a:avLst/>
          </a:prstGeom>
          <a:noFill/>
        </p:spPr>
        <p:txBody>
          <a:bodyPr wrap="square" rtlCol="0">
            <a:spAutoFit/>
          </a:bodyPr>
          <a:lstStyle/>
          <a:p>
            <a:r>
              <a:rPr lang="en-US" altLang="zh-TW" sz="2400" dirty="0">
                <a:solidFill>
                  <a:srgbClr val="000000"/>
                </a:solidFill>
                <a:latin typeface="Times New Roman" panose="02020603050405020304" pitchFamily="18" charset="0"/>
              </a:rPr>
              <a:t>C</a:t>
            </a:r>
            <a:r>
              <a:rPr lang="en-US" altLang="zh-TW" sz="2400" b="0" i="0" dirty="0">
                <a:solidFill>
                  <a:srgbClr val="000000"/>
                </a:solidFill>
                <a:effectLst/>
                <a:latin typeface="Times New Roman" panose="02020603050405020304" pitchFamily="18" charset="0"/>
              </a:rPr>
              <a:t>orrect</a:t>
            </a:r>
            <a:r>
              <a:rPr lang="en-US" altLang="zh-TW" sz="2400" dirty="0">
                <a:latin typeface="Times New Roman" panose="02020603050405020304" pitchFamily="18" charset="0"/>
                <a:cs typeface="Times New Roman" panose="02020603050405020304" pitchFamily="18" charset="0"/>
              </a:rPr>
              <a:t> : 0.75</a:t>
            </a:r>
            <a:endParaRPr lang="zh-TW" altLang="en-US" sz="2400" dirty="0">
              <a:latin typeface="Times New Roman" panose="02020603050405020304" pitchFamily="18" charset="0"/>
              <a:cs typeface="Times New Roman" panose="02020603050405020304" pitchFamily="18" charset="0"/>
            </a:endParaRPr>
          </a:p>
        </p:txBody>
      </p:sp>
      <p:sp>
        <p:nvSpPr>
          <p:cNvPr id="27" name="文字方塊 26">
            <a:extLst>
              <a:ext uri="{FF2B5EF4-FFF2-40B4-BE49-F238E27FC236}">
                <a16:creationId xmlns:a16="http://schemas.microsoft.com/office/drawing/2014/main" id="{1CC229B9-73B4-2B59-FD8B-04E1C323F094}"/>
              </a:ext>
            </a:extLst>
          </p:cNvPr>
          <p:cNvSpPr txBox="1"/>
          <p:nvPr/>
        </p:nvSpPr>
        <p:spPr>
          <a:xfrm>
            <a:off x="3592286" y="3465843"/>
            <a:ext cx="1905000"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Wrong : 0.25</a:t>
            </a:r>
            <a:endParaRPr lang="zh-TW" altLang="en-US" sz="2400" dirty="0">
              <a:latin typeface="Times New Roman" panose="02020603050405020304" pitchFamily="18" charset="0"/>
              <a:cs typeface="Times New Roman" panose="02020603050405020304" pitchFamily="18" charset="0"/>
            </a:endParaRPr>
          </a:p>
        </p:txBody>
      </p:sp>
      <p:sp>
        <p:nvSpPr>
          <p:cNvPr id="28" name="文字方塊 27">
            <a:extLst>
              <a:ext uri="{FF2B5EF4-FFF2-40B4-BE49-F238E27FC236}">
                <a16:creationId xmlns:a16="http://schemas.microsoft.com/office/drawing/2014/main" id="{A97B11AE-A876-6EE9-8F2C-38E73923633B}"/>
              </a:ext>
            </a:extLst>
          </p:cNvPr>
          <p:cNvSpPr txBox="1"/>
          <p:nvPr/>
        </p:nvSpPr>
        <p:spPr>
          <a:xfrm>
            <a:off x="3592286" y="4032704"/>
            <a:ext cx="1741714" cy="461665"/>
          </a:xfrm>
          <a:prstGeom prst="rect">
            <a:avLst/>
          </a:prstGeom>
          <a:noFill/>
        </p:spPr>
        <p:txBody>
          <a:bodyPr wrap="square" rtlCol="0">
            <a:spAutoFit/>
          </a:bodyPr>
          <a:lstStyle/>
          <a:p>
            <a:r>
              <a:rPr lang="en-US" altLang="zh-TW" sz="2400" dirty="0">
                <a:solidFill>
                  <a:srgbClr val="000000"/>
                </a:solidFill>
                <a:latin typeface="Times New Roman" panose="02020603050405020304" pitchFamily="18" charset="0"/>
              </a:rPr>
              <a:t>C</a:t>
            </a:r>
            <a:r>
              <a:rPr lang="en-US" altLang="zh-TW" sz="2400" b="0" i="0" dirty="0">
                <a:solidFill>
                  <a:srgbClr val="000000"/>
                </a:solidFill>
                <a:effectLst/>
                <a:latin typeface="Times New Roman" panose="02020603050405020304" pitchFamily="18" charset="0"/>
              </a:rPr>
              <a:t>orrect</a:t>
            </a:r>
            <a:r>
              <a:rPr lang="en-US" altLang="zh-TW" sz="2400" dirty="0">
                <a:latin typeface="Times New Roman" panose="02020603050405020304" pitchFamily="18" charset="0"/>
                <a:cs typeface="Times New Roman" panose="02020603050405020304" pitchFamily="18" charset="0"/>
              </a:rPr>
              <a:t> : 0.6</a:t>
            </a:r>
            <a:endParaRPr lang="zh-TW" altLang="en-US" sz="2400" dirty="0">
              <a:latin typeface="Times New Roman" panose="02020603050405020304" pitchFamily="18" charset="0"/>
              <a:cs typeface="Times New Roman" panose="02020603050405020304" pitchFamily="18" charset="0"/>
            </a:endParaRPr>
          </a:p>
        </p:txBody>
      </p:sp>
      <p:sp>
        <p:nvSpPr>
          <p:cNvPr id="29" name="文字方塊 28">
            <a:extLst>
              <a:ext uri="{FF2B5EF4-FFF2-40B4-BE49-F238E27FC236}">
                <a16:creationId xmlns:a16="http://schemas.microsoft.com/office/drawing/2014/main" id="{0A64DFE5-03BB-972A-683A-BC3C49AB9461}"/>
              </a:ext>
            </a:extLst>
          </p:cNvPr>
          <p:cNvSpPr txBox="1"/>
          <p:nvPr/>
        </p:nvSpPr>
        <p:spPr>
          <a:xfrm>
            <a:off x="3592287" y="6080001"/>
            <a:ext cx="2090056"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Wrong : 0.4</a:t>
            </a:r>
            <a:endParaRPr lang="zh-TW" altLang="en-US" sz="2400" dirty="0">
              <a:latin typeface="Times New Roman" panose="02020603050405020304" pitchFamily="18" charset="0"/>
              <a:cs typeface="Times New Roman" panose="02020603050405020304" pitchFamily="18" charset="0"/>
            </a:endParaRPr>
          </a:p>
        </p:txBody>
      </p:sp>
      <p:sp>
        <p:nvSpPr>
          <p:cNvPr id="31" name="文字方塊 30">
            <a:extLst>
              <a:ext uri="{FF2B5EF4-FFF2-40B4-BE49-F238E27FC236}">
                <a16:creationId xmlns:a16="http://schemas.microsoft.com/office/drawing/2014/main" id="{86F592A7-295E-55E0-C53E-231014515B89}"/>
              </a:ext>
            </a:extLst>
          </p:cNvPr>
          <p:cNvSpPr txBox="1"/>
          <p:nvPr/>
        </p:nvSpPr>
        <p:spPr>
          <a:xfrm>
            <a:off x="664028" y="2417799"/>
            <a:ext cx="149134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Mr. Smith</a:t>
            </a:r>
            <a:endParaRPr lang="zh-TW" altLang="en-US" sz="2400" dirty="0">
              <a:latin typeface="Times New Roman" panose="02020603050405020304" pitchFamily="18" charset="0"/>
              <a:cs typeface="Times New Roman" panose="02020603050405020304" pitchFamily="18" charset="0"/>
            </a:endParaRPr>
          </a:p>
        </p:txBody>
      </p:sp>
      <p:sp>
        <p:nvSpPr>
          <p:cNvPr id="32" name="文字方塊 31">
            <a:extLst>
              <a:ext uri="{FF2B5EF4-FFF2-40B4-BE49-F238E27FC236}">
                <a16:creationId xmlns:a16="http://schemas.microsoft.com/office/drawing/2014/main" id="{12851314-10F3-B46A-66C4-9AC4045AF485}"/>
              </a:ext>
            </a:extLst>
          </p:cNvPr>
          <p:cNvSpPr txBox="1"/>
          <p:nvPr/>
        </p:nvSpPr>
        <p:spPr>
          <a:xfrm>
            <a:off x="664029" y="5031957"/>
            <a:ext cx="1491343" cy="461665"/>
          </a:xfrm>
          <a:prstGeom prst="rect">
            <a:avLst/>
          </a:prstGeom>
          <a:noFill/>
        </p:spPr>
        <p:txBody>
          <a:bodyPr wrap="square" rtlCol="0">
            <a:spAutoFit/>
          </a:bodyPr>
          <a:lstStyle/>
          <a:p>
            <a:r>
              <a:rPr lang="en-US" altLang="zh-TW" sz="2400" dirty="0">
                <a:latin typeface="Times New Roman" panose="02020603050405020304" pitchFamily="18" charset="0"/>
                <a:cs typeface="Times New Roman" panose="02020603050405020304" pitchFamily="18" charset="0"/>
              </a:rPr>
              <a:t>Mr. Jones</a:t>
            </a:r>
            <a:endParaRPr lang="zh-TW" altLang="en-US" sz="2400" dirty="0">
              <a:latin typeface="Times New Roman" panose="02020603050405020304" pitchFamily="18" charset="0"/>
              <a:cs typeface="Times New Roman" panose="02020603050405020304" pitchFamily="18" charset="0"/>
            </a:endParaRPr>
          </a:p>
        </p:txBody>
      </p:sp>
      <p:sp>
        <p:nvSpPr>
          <p:cNvPr id="35" name="文字方塊 34">
            <a:extLst>
              <a:ext uri="{FF2B5EF4-FFF2-40B4-BE49-F238E27FC236}">
                <a16:creationId xmlns:a16="http://schemas.microsoft.com/office/drawing/2014/main" id="{73FBCFFE-BAAC-E052-AE5C-E41E5B5B84D7}"/>
              </a:ext>
            </a:extLst>
          </p:cNvPr>
          <p:cNvSpPr txBox="1"/>
          <p:nvPr/>
        </p:nvSpPr>
        <p:spPr>
          <a:xfrm>
            <a:off x="5878286" y="1644127"/>
            <a:ext cx="6313714" cy="1384995"/>
          </a:xfrm>
          <a:prstGeom prst="rect">
            <a:avLst/>
          </a:prstGeom>
          <a:noFill/>
        </p:spPr>
        <p:txBody>
          <a:bodyPr wrap="square" rtlCol="0">
            <a:spAutoFit/>
          </a:bodyPr>
          <a:lstStyle/>
          <a:p>
            <a:r>
              <a:rPr lang="en-US" altLang="zh-TW" sz="2800" b="0" i="0" dirty="0">
                <a:solidFill>
                  <a:srgbClr val="000000"/>
                </a:solidFill>
                <a:effectLst/>
                <a:latin typeface="Times New Roman" panose="02020603050405020304" pitchFamily="18" charset="0"/>
              </a:rPr>
              <a:t>Mr. Smith, who is correct 75% of the time.</a:t>
            </a:r>
          </a:p>
          <a:p>
            <a:endParaRPr lang="en-US" altLang="zh-TW" sz="2800" b="0" i="0" dirty="0">
              <a:solidFill>
                <a:srgbClr val="000000"/>
              </a:solidFill>
              <a:effectLst/>
              <a:latin typeface="Times New Roman" panose="02020603050405020304" pitchFamily="18" charset="0"/>
            </a:endParaRPr>
          </a:p>
          <a:p>
            <a:r>
              <a:rPr lang="en-US" altLang="zh-TW" sz="2800" b="0" i="0" dirty="0">
                <a:solidFill>
                  <a:srgbClr val="000000"/>
                </a:solidFill>
                <a:effectLst/>
                <a:latin typeface="Times New Roman" panose="02020603050405020304" pitchFamily="18" charset="0"/>
              </a:rPr>
              <a:t>Mr. Jones, who is correct 60% of the time</a:t>
            </a:r>
            <a:r>
              <a:rPr lang="en-US" altLang="zh-TW" sz="2800" dirty="0">
                <a:solidFill>
                  <a:srgbClr val="000000"/>
                </a:solidFill>
                <a:latin typeface="Times New Roman" panose="02020603050405020304" pitchFamily="18" charset="0"/>
              </a:rPr>
              <a:t>.</a:t>
            </a:r>
            <a:endParaRPr lang="en-US" altLang="zh-TW" sz="2800" dirty="0">
              <a:latin typeface="Times New Roman" panose="02020603050405020304" pitchFamily="18" charset="0"/>
              <a:cs typeface="Times New Roman" panose="02020603050405020304" pitchFamily="18" charset="0"/>
            </a:endParaRPr>
          </a:p>
        </p:txBody>
      </p:sp>
      <p:sp>
        <p:nvSpPr>
          <p:cNvPr id="36" name="文字方塊 35">
            <a:extLst>
              <a:ext uri="{FF2B5EF4-FFF2-40B4-BE49-F238E27FC236}">
                <a16:creationId xmlns:a16="http://schemas.microsoft.com/office/drawing/2014/main" id="{78CF256F-7B7C-CD2A-B570-65A38A11D198}"/>
              </a:ext>
            </a:extLst>
          </p:cNvPr>
          <p:cNvSpPr txBox="1"/>
          <p:nvPr/>
        </p:nvSpPr>
        <p:spPr>
          <a:xfrm>
            <a:off x="5878285" y="4813763"/>
            <a:ext cx="6117771" cy="1661993"/>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If </a:t>
            </a:r>
            <a:r>
              <a:rPr lang="en-US" altLang="zh-TW" sz="2800" b="0" i="0" dirty="0">
                <a:solidFill>
                  <a:srgbClr val="000000"/>
                </a:solidFill>
                <a:effectLst/>
                <a:latin typeface="Times New Roman" panose="02020603050405020304" pitchFamily="18" charset="0"/>
              </a:rPr>
              <a:t>Mr. Jones claims that X </a:t>
            </a:r>
            <a:r>
              <a:rPr lang="en-US" altLang="zh-TW" sz="2800" b="0" dirty="0">
                <a:solidFill>
                  <a:srgbClr val="000000"/>
                </a:solidFill>
                <a:effectLst/>
                <a:latin typeface="Times New Roman" panose="02020603050405020304" pitchFamily="18" charset="0"/>
              </a:rPr>
              <a:t>will</a:t>
            </a:r>
            <a:r>
              <a:rPr lang="en-US" altLang="zh-TW" sz="2800" b="0" i="0" dirty="0">
                <a:solidFill>
                  <a:srgbClr val="000000"/>
                </a:solidFill>
                <a:effectLst/>
                <a:latin typeface="Times New Roman" panose="02020603050405020304" pitchFamily="18" charset="0"/>
              </a:rPr>
              <a:t> occur and Mr. Smith claims that </a:t>
            </a:r>
            <a:r>
              <a:rPr lang="en-US" altLang="zh-TW" sz="2800" dirty="0">
                <a:solidFill>
                  <a:srgbClr val="000000"/>
                </a:solidFill>
                <a:latin typeface="Times New Roman" panose="02020603050405020304" pitchFamily="18" charset="0"/>
              </a:rPr>
              <a:t>X </a:t>
            </a:r>
            <a:r>
              <a:rPr lang="en-US" altLang="zh-TW" sz="2800" b="0" i="0" dirty="0">
                <a:solidFill>
                  <a:srgbClr val="000000"/>
                </a:solidFill>
                <a:effectLst/>
                <a:latin typeface="Times New Roman" panose="02020603050405020304" pitchFamily="18" charset="0"/>
              </a:rPr>
              <a:t>will </a:t>
            </a:r>
            <a:r>
              <a:rPr lang="en-US" altLang="zh-TW" sz="2800" b="0" i="1" dirty="0">
                <a:solidFill>
                  <a:srgbClr val="FF0000"/>
                </a:solidFill>
                <a:effectLst/>
                <a:latin typeface="Times New Roman" panose="02020603050405020304" pitchFamily="18" charset="0"/>
              </a:rPr>
              <a:t>not</a:t>
            </a:r>
            <a:r>
              <a:rPr lang="en-US" altLang="zh-TW" sz="2800" b="0" i="0" dirty="0">
                <a:solidFill>
                  <a:srgbClr val="000000"/>
                </a:solidFill>
                <a:effectLst/>
                <a:latin typeface="Times New Roman" panose="02020603050405020304" pitchFamily="18" charset="0"/>
              </a:rPr>
              <a:t> occur, </a:t>
            </a:r>
            <a:r>
              <a:rPr lang="en-US" altLang="zh-TW" sz="2800" b="0" i="0" dirty="0">
                <a:solidFill>
                  <a:srgbClr val="000000"/>
                </a:solidFill>
                <a:effectLst/>
                <a:latin typeface="Times New Roman" panose="02020603050405020304" pitchFamily="18" charset="0"/>
                <a:cs typeface="Times New Roman" panose="02020603050405020304" pitchFamily="18" charset="0"/>
              </a:rPr>
              <a:t>w</a:t>
            </a:r>
            <a:r>
              <a:rPr lang="en-US" altLang="zh-TW" sz="2800" dirty="0">
                <a:latin typeface="Times New Roman" panose="02020603050405020304" pitchFamily="18" charset="0"/>
                <a:cs typeface="Times New Roman" panose="02020603050405020304" pitchFamily="18" charset="0"/>
              </a:rPr>
              <a:t>hat’s the probability of X occur? </a:t>
            </a:r>
            <a:endParaRPr lang="zh-TW" altLang="en-US" sz="2800" dirty="0">
              <a:latin typeface="Times New Roman" panose="02020603050405020304" pitchFamily="18" charset="0"/>
              <a:cs typeface="Times New Roman" panose="02020603050405020304" pitchFamily="18" charset="0"/>
            </a:endParaRPr>
          </a:p>
          <a:p>
            <a:endParaRPr lang="zh-TW" altLang="en-US" dirty="0"/>
          </a:p>
        </p:txBody>
      </p:sp>
    </p:spTree>
    <p:extLst>
      <p:ext uri="{BB962C8B-B14F-4D97-AF65-F5344CB8AC3E}">
        <p14:creationId xmlns:p14="http://schemas.microsoft.com/office/powerpoint/2010/main" val="173693964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4</a:t>
            </a:fld>
            <a:endParaRPr lang="zh-TW" altLang="en-US" dirty="0"/>
          </a:p>
        </p:txBody>
      </p:sp>
      <p:pic>
        <p:nvPicPr>
          <p:cNvPr id="7" name="圖片 6">
            <a:extLst>
              <a:ext uri="{FF2B5EF4-FFF2-40B4-BE49-F238E27FC236}">
                <a16:creationId xmlns:a16="http://schemas.microsoft.com/office/drawing/2014/main" id="{BE0F0FB6-3385-A5AE-337F-9AE66424C298}"/>
              </a:ext>
            </a:extLst>
          </p:cNvPr>
          <p:cNvPicPr>
            <a:picLocks noChangeAspect="1"/>
          </p:cNvPicPr>
          <p:nvPr/>
        </p:nvPicPr>
        <p:blipFill>
          <a:blip r:embed="rId3"/>
          <a:stretch>
            <a:fillRect/>
          </a:stretch>
        </p:blipFill>
        <p:spPr>
          <a:xfrm>
            <a:off x="469017" y="888914"/>
            <a:ext cx="5298453" cy="5080163"/>
          </a:xfrm>
          <a:prstGeom prst="rect">
            <a:avLst/>
          </a:prstGeom>
        </p:spPr>
      </p:pic>
      <p:pic>
        <p:nvPicPr>
          <p:cNvPr id="9" name="圖片 8">
            <a:extLst>
              <a:ext uri="{FF2B5EF4-FFF2-40B4-BE49-F238E27FC236}">
                <a16:creationId xmlns:a16="http://schemas.microsoft.com/office/drawing/2014/main" id="{97F2D855-556C-1253-72CE-39CD669539CD}"/>
              </a:ext>
            </a:extLst>
          </p:cNvPr>
          <p:cNvPicPr>
            <a:picLocks noChangeAspect="1"/>
          </p:cNvPicPr>
          <p:nvPr/>
        </p:nvPicPr>
        <p:blipFill>
          <a:blip r:embed="rId4"/>
          <a:stretch>
            <a:fillRect/>
          </a:stretch>
        </p:blipFill>
        <p:spPr>
          <a:xfrm>
            <a:off x="5305010" y="1395391"/>
            <a:ext cx="6611180" cy="932125"/>
          </a:xfrm>
          <a:prstGeom prst="rect">
            <a:avLst/>
          </a:prstGeom>
        </p:spPr>
      </p:pic>
    </p:spTree>
    <p:extLst>
      <p:ext uri="{BB962C8B-B14F-4D97-AF65-F5344CB8AC3E}">
        <p14:creationId xmlns:p14="http://schemas.microsoft.com/office/powerpoint/2010/main" val="300322583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5</a:t>
            </a:fld>
            <a:endParaRPr lang="zh-TW" altLang="en-US" dirty="0"/>
          </a:p>
        </p:txBody>
      </p:sp>
      <p:pic>
        <p:nvPicPr>
          <p:cNvPr id="7" name="圖片 6">
            <a:extLst>
              <a:ext uri="{FF2B5EF4-FFF2-40B4-BE49-F238E27FC236}">
                <a16:creationId xmlns:a16="http://schemas.microsoft.com/office/drawing/2014/main" id="{BE0F0FB6-3385-A5AE-337F-9AE66424C298}"/>
              </a:ext>
            </a:extLst>
          </p:cNvPr>
          <p:cNvPicPr>
            <a:picLocks noChangeAspect="1"/>
          </p:cNvPicPr>
          <p:nvPr/>
        </p:nvPicPr>
        <p:blipFill>
          <a:blip r:embed="rId3"/>
          <a:stretch>
            <a:fillRect/>
          </a:stretch>
        </p:blipFill>
        <p:spPr>
          <a:xfrm>
            <a:off x="469017" y="888914"/>
            <a:ext cx="5298453" cy="5080163"/>
          </a:xfrm>
          <a:prstGeom prst="rect">
            <a:avLst/>
          </a:prstGeom>
        </p:spPr>
      </p:pic>
      <p:pic>
        <p:nvPicPr>
          <p:cNvPr id="9" name="圖片 8">
            <a:extLst>
              <a:ext uri="{FF2B5EF4-FFF2-40B4-BE49-F238E27FC236}">
                <a16:creationId xmlns:a16="http://schemas.microsoft.com/office/drawing/2014/main" id="{97F2D855-556C-1253-72CE-39CD669539CD}"/>
              </a:ext>
            </a:extLst>
          </p:cNvPr>
          <p:cNvPicPr>
            <a:picLocks noChangeAspect="1"/>
          </p:cNvPicPr>
          <p:nvPr/>
        </p:nvPicPr>
        <p:blipFill>
          <a:blip r:embed="rId4"/>
          <a:stretch>
            <a:fillRect/>
          </a:stretch>
        </p:blipFill>
        <p:spPr>
          <a:xfrm>
            <a:off x="5305010" y="1395391"/>
            <a:ext cx="6611180" cy="932125"/>
          </a:xfrm>
          <a:prstGeom prst="rect">
            <a:avLst/>
          </a:prstGeom>
        </p:spPr>
      </p:pic>
      <p:pic>
        <p:nvPicPr>
          <p:cNvPr id="3" name="圖片 2">
            <a:extLst>
              <a:ext uri="{FF2B5EF4-FFF2-40B4-BE49-F238E27FC236}">
                <a16:creationId xmlns:a16="http://schemas.microsoft.com/office/drawing/2014/main" id="{0C625CF5-18BE-129D-6E08-F1C6D3602091}"/>
              </a:ext>
            </a:extLst>
          </p:cNvPr>
          <p:cNvPicPr>
            <a:picLocks noChangeAspect="1"/>
          </p:cNvPicPr>
          <p:nvPr/>
        </p:nvPicPr>
        <p:blipFill>
          <a:blip r:embed="rId5"/>
          <a:stretch>
            <a:fillRect/>
          </a:stretch>
        </p:blipFill>
        <p:spPr>
          <a:xfrm>
            <a:off x="4926658" y="2833993"/>
            <a:ext cx="6989532" cy="2767752"/>
          </a:xfrm>
          <a:prstGeom prst="rect">
            <a:avLst/>
          </a:prstGeom>
        </p:spPr>
      </p:pic>
    </p:spTree>
    <p:extLst>
      <p:ext uri="{BB962C8B-B14F-4D97-AF65-F5344CB8AC3E}">
        <p14:creationId xmlns:p14="http://schemas.microsoft.com/office/powerpoint/2010/main" val="90009658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6</a:t>
            </a:fld>
            <a:endParaRPr lang="zh-TW" altLang="en-US" dirty="0"/>
          </a:p>
        </p:txBody>
      </p:sp>
      <p:pic>
        <p:nvPicPr>
          <p:cNvPr id="7" name="圖片 6">
            <a:extLst>
              <a:ext uri="{FF2B5EF4-FFF2-40B4-BE49-F238E27FC236}">
                <a16:creationId xmlns:a16="http://schemas.microsoft.com/office/drawing/2014/main" id="{BE0F0FB6-3385-A5AE-337F-9AE66424C298}"/>
              </a:ext>
            </a:extLst>
          </p:cNvPr>
          <p:cNvPicPr>
            <a:picLocks noChangeAspect="1"/>
          </p:cNvPicPr>
          <p:nvPr/>
        </p:nvPicPr>
        <p:blipFill>
          <a:blip r:embed="rId3"/>
          <a:stretch>
            <a:fillRect/>
          </a:stretch>
        </p:blipFill>
        <p:spPr>
          <a:xfrm>
            <a:off x="469017" y="888914"/>
            <a:ext cx="5298453" cy="5080163"/>
          </a:xfrm>
          <a:prstGeom prst="rect">
            <a:avLst/>
          </a:prstGeom>
        </p:spPr>
      </p:pic>
      <p:sp>
        <p:nvSpPr>
          <p:cNvPr id="5" name="文字方塊 4">
            <a:extLst>
              <a:ext uri="{FF2B5EF4-FFF2-40B4-BE49-F238E27FC236}">
                <a16:creationId xmlns:a16="http://schemas.microsoft.com/office/drawing/2014/main" id="{45546854-72D5-FE76-45E9-C6370CE2E196}"/>
              </a:ext>
            </a:extLst>
          </p:cNvPr>
          <p:cNvSpPr txBox="1"/>
          <p:nvPr/>
        </p:nvSpPr>
        <p:spPr>
          <a:xfrm>
            <a:off x="5257800" y="1738346"/>
            <a:ext cx="6096000" cy="1569660"/>
          </a:xfrm>
          <a:prstGeom prst="rect">
            <a:avLst/>
          </a:prstGeom>
          <a:noFill/>
        </p:spPr>
        <p:txBody>
          <a:bodyPr wrap="square">
            <a:spAutoFit/>
          </a:bodyPr>
          <a:lstStyle/>
          <a:p>
            <a:r>
              <a:rPr lang="en-US" altLang="zh-TW" sz="2400" b="0" i="0" dirty="0">
                <a:solidFill>
                  <a:srgbClr val="000000"/>
                </a:solidFill>
                <a:effectLst/>
                <a:latin typeface="Times New Roman" panose="02020603050405020304" pitchFamily="18" charset="0"/>
              </a:rPr>
              <a:t>We want to determine the probability that R = y given that S = n and J = y, which is the probability of [n y y] divided by the probability of [n y *].</a:t>
            </a:r>
            <a:endParaRPr lang="zh-TW" altLang="en-US" sz="2400" dirty="0"/>
          </a:p>
        </p:txBody>
      </p:sp>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0A0EFFE2-0154-2417-AC46-7621EF437773}"/>
                  </a:ext>
                </a:extLst>
              </p:cNvPr>
              <p:cNvSpPr txBox="1"/>
              <p:nvPr/>
            </p:nvSpPr>
            <p:spPr>
              <a:xfrm>
                <a:off x="6751104" y="3821366"/>
                <a:ext cx="2490868" cy="100809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3200" i="1" smtClean="0">
                              <a:latin typeface="Cambria Math" panose="02040503050406030204" pitchFamily="18" charset="0"/>
                            </a:rPr>
                          </m:ctrlPr>
                        </m:fPr>
                        <m:num>
                          <m:r>
                            <a:rPr lang="en-US" altLang="zh-TW" sz="3200" b="0" i="1" smtClean="0">
                              <a:latin typeface="Cambria Math" panose="02040503050406030204" pitchFamily="18" charset="0"/>
                            </a:rPr>
                            <m:t>𝑝</m:t>
                          </m:r>
                          <m:r>
                            <a:rPr lang="en-US" altLang="zh-TW" sz="3200" b="0" i="1" smtClean="0">
                              <a:latin typeface="Cambria Math" panose="02040503050406030204" pitchFamily="18" charset="0"/>
                            </a:rPr>
                            <m:t>3</m:t>
                          </m:r>
                        </m:num>
                        <m:den>
                          <m:r>
                            <a:rPr lang="en-US" altLang="zh-TW" sz="3200" b="0" i="1" smtClean="0">
                              <a:latin typeface="Cambria Math" panose="02040503050406030204" pitchFamily="18" charset="0"/>
                            </a:rPr>
                            <m:t>𝑝</m:t>
                          </m:r>
                          <m:r>
                            <a:rPr lang="en-US" altLang="zh-TW" sz="3200" b="0" i="1" smtClean="0">
                              <a:latin typeface="Cambria Math" panose="02040503050406030204" pitchFamily="18" charset="0"/>
                            </a:rPr>
                            <m:t>2+</m:t>
                          </m:r>
                          <m:r>
                            <a:rPr lang="en-US" altLang="zh-TW" sz="3200" b="0" i="1" smtClean="0">
                              <a:latin typeface="Cambria Math" panose="02040503050406030204" pitchFamily="18" charset="0"/>
                            </a:rPr>
                            <m:t>𝑝</m:t>
                          </m:r>
                          <m:r>
                            <a:rPr lang="en-US" altLang="zh-TW" sz="3200" b="0" i="1" smtClean="0">
                              <a:latin typeface="Cambria Math" panose="02040503050406030204" pitchFamily="18" charset="0"/>
                            </a:rPr>
                            <m:t>3</m:t>
                          </m:r>
                        </m:den>
                      </m:f>
                    </m:oMath>
                  </m:oMathPara>
                </a14:m>
                <a:endParaRPr lang="zh-TW" altLang="en-US" dirty="0"/>
              </a:p>
            </p:txBody>
          </p:sp>
        </mc:Choice>
        <mc:Fallback xmlns="">
          <p:sp>
            <p:nvSpPr>
              <p:cNvPr id="6" name="文字方塊 5">
                <a:extLst>
                  <a:ext uri="{FF2B5EF4-FFF2-40B4-BE49-F238E27FC236}">
                    <a16:creationId xmlns:a16="http://schemas.microsoft.com/office/drawing/2014/main" id="{0A0EFFE2-0154-2417-AC46-7621EF437773}"/>
                  </a:ext>
                </a:extLst>
              </p:cNvPr>
              <p:cNvSpPr txBox="1">
                <a:spLocks noRot="1" noChangeAspect="1" noMove="1" noResize="1" noEditPoints="1" noAdjustHandles="1" noChangeArrowheads="1" noChangeShapeType="1" noTextEdit="1"/>
              </p:cNvSpPr>
              <p:nvPr/>
            </p:nvSpPr>
            <p:spPr>
              <a:xfrm>
                <a:off x="6751104" y="3821366"/>
                <a:ext cx="2490868" cy="1008096"/>
              </a:xfrm>
              <a:prstGeom prst="rect">
                <a:avLst/>
              </a:prstGeom>
              <a:blipFill>
                <a:blip r:embed="rId4"/>
                <a:stretch>
                  <a:fillRect/>
                </a:stretch>
              </a:blipFill>
            </p:spPr>
            <p:txBody>
              <a:bodyPr/>
              <a:lstStyle/>
              <a:p>
                <a:r>
                  <a:rPr lang="zh-TW" altLang="en-US">
                    <a:noFill/>
                  </a:rPr>
                  <a:t> </a:t>
                </a:r>
              </a:p>
            </p:txBody>
          </p:sp>
        </mc:Fallback>
      </mc:AlternateContent>
      <p:grpSp>
        <p:nvGrpSpPr>
          <p:cNvPr id="14" name="群組 13">
            <a:extLst>
              <a:ext uri="{FF2B5EF4-FFF2-40B4-BE49-F238E27FC236}">
                <a16:creationId xmlns:a16="http://schemas.microsoft.com/office/drawing/2014/main" id="{D7FEE4EC-D5C2-2222-CBBF-0F78C45FBF7F}"/>
              </a:ext>
            </a:extLst>
          </p:cNvPr>
          <p:cNvGrpSpPr/>
          <p:nvPr/>
        </p:nvGrpSpPr>
        <p:grpSpPr>
          <a:xfrm>
            <a:off x="990051" y="2775206"/>
            <a:ext cx="3027240" cy="1046160"/>
            <a:chOff x="990051" y="2775206"/>
            <a:chExt cx="3027240" cy="1046160"/>
          </a:xfrm>
        </p:grpSpPr>
        <mc:AlternateContent xmlns:mc="http://schemas.openxmlformats.org/markup-compatibility/2006" xmlns:p14="http://schemas.microsoft.com/office/powerpoint/2010/main">
          <mc:Choice Requires="p14">
            <p:contentPart p14:bwMode="auto" r:id="rId5">
              <p14:nvContentPartPr>
                <p14:cNvPr id="10" name="筆跡 9">
                  <a:extLst>
                    <a:ext uri="{FF2B5EF4-FFF2-40B4-BE49-F238E27FC236}">
                      <a16:creationId xmlns:a16="http://schemas.microsoft.com/office/drawing/2014/main" id="{F1879C10-18A9-0718-AEAA-CD3A51244047}"/>
                    </a:ext>
                  </a:extLst>
                </p14:cNvPr>
                <p14:cNvContentPartPr/>
                <p14:nvPr/>
              </p14:nvContentPartPr>
              <p14:xfrm>
                <a:off x="990051" y="3733526"/>
                <a:ext cx="1283760" cy="11880"/>
              </p14:xfrm>
            </p:contentPart>
          </mc:Choice>
          <mc:Fallback xmlns="">
            <p:pic>
              <p:nvPicPr>
                <p:cNvPr id="10" name="筆跡 9">
                  <a:extLst>
                    <a:ext uri="{FF2B5EF4-FFF2-40B4-BE49-F238E27FC236}">
                      <a16:creationId xmlns:a16="http://schemas.microsoft.com/office/drawing/2014/main" id="{F1879C10-18A9-0718-AEAA-CD3A51244047}"/>
                    </a:ext>
                  </a:extLst>
                </p:cNvPr>
                <p:cNvPicPr/>
                <p:nvPr/>
              </p:nvPicPr>
              <p:blipFill>
                <a:blip r:embed="rId6"/>
                <a:stretch>
                  <a:fillRect/>
                </a:stretch>
              </p:blipFill>
              <p:spPr>
                <a:xfrm>
                  <a:off x="972411" y="3715886"/>
                  <a:ext cx="13194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筆跡 10">
                  <a:extLst>
                    <a:ext uri="{FF2B5EF4-FFF2-40B4-BE49-F238E27FC236}">
                      <a16:creationId xmlns:a16="http://schemas.microsoft.com/office/drawing/2014/main" id="{A3BD9AD2-6234-AA95-D6AF-68AABB663CF2}"/>
                    </a:ext>
                  </a:extLst>
                </p14:cNvPr>
                <p14:cNvContentPartPr/>
                <p14:nvPr/>
              </p14:nvContentPartPr>
              <p14:xfrm>
                <a:off x="1044771" y="3243566"/>
                <a:ext cx="1229400" cy="360"/>
              </p14:xfrm>
            </p:contentPart>
          </mc:Choice>
          <mc:Fallback xmlns="">
            <p:pic>
              <p:nvPicPr>
                <p:cNvPr id="11" name="筆跡 10">
                  <a:extLst>
                    <a:ext uri="{FF2B5EF4-FFF2-40B4-BE49-F238E27FC236}">
                      <a16:creationId xmlns:a16="http://schemas.microsoft.com/office/drawing/2014/main" id="{A3BD9AD2-6234-AA95-D6AF-68AABB663CF2}"/>
                    </a:ext>
                  </a:extLst>
                </p:cNvPr>
                <p:cNvPicPr/>
                <p:nvPr/>
              </p:nvPicPr>
              <p:blipFill>
                <a:blip r:embed="rId8"/>
                <a:stretch>
                  <a:fillRect/>
                </a:stretch>
              </p:blipFill>
              <p:spPr>
                <a:xfrm>
                  <a:off x="1026771" y="3225566"/>
                  <a:ext cx="12650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筆跡 11">
                  <a:extLst>
                    <a:ext uri="{FF2B5EF4-FFF2-40B4-BE49-F238E27FC236}">
                      <a16:creationId xmlns:a16="http://schemas.microsoft.com/office/drawing/2014/main" id="{7FB3ED0D-7AE4-7BAB-9294-3AECF292AB68}"/>
                    </a:ext>
                  </a:extLst>
                </p14:cNvPr>
                <p14:cNvContentPartPr/>
                <p14:nvPr/>
              </p14:nvContentPartPr>
              <p14:xfrm>
                <a:off x="3154731" y="2775206"/>
                <a:ext cx="862560" cy="524880"/>
              </p14:xfrm>
            </p:contentPart>
          </mc:Choice>
          <mc:Fallback xmlns="">
            <p:pic>
              <p:nvPicPr>
                <p:cNvPr id="12" name="筆跡 11">
                  <a:extLst>
                    <a:ext uri="{FF2B5EF4-FFF2-40B4-BE49-F238E27FC236}">
                      <a16:creationId xmlns:a16="http://schemas.microsoft.com/office/drawing/2014/main" id="{7FB3ED0D-7AE4-7BAB-9294-3AECF292AB68}"/>
                    </a:ext>
                  </a:extLst>
                </p:cNvPr>
                <p:cNvPicPr/>
                <p:nvPr/>
              </p:nvPicPr>
              <p:blipFill>
                <a:blip r:embed="rId10"/>
                <a:stretch>
                  <a:fillRect/>
                </a:stretch>
              </p:blipFill>
              <p:spPr>
                <a:xfrm>
                  <a:off x="3136731" y="2757206"/>
                  <a:ext cx="898200" cy="560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筆跡 12">
                  <a:extLst>
                    <a:ext uri="{FF2B5EF4-FFF2-40B4-BE49-F238E27FC236}">
                      <a16:creationId xmlns:a16="http://schemas.microsoft.com/office/drawing/2014/main" id="{C3CDDA87-5A66-95F5-D4F4-1C65427B7654}"/>
                    </a:ext>
                  </a:extLst>
                </p14:cNvPr>
                <p14:cNvContentPartPr/>
                <p14:nvPr/>
              </p14:nvContentPartPr>
              <p14:xfrm>
                <a:off x="3177411" y="3308006"/>
                <a:ext cx="763560" cy="513360"/>
              </p14:xfrm>
            </p:contentPart>
          </mc:Choice>
          <mc:Fallback xmlns="">
            <p:pic>
              <p:nvPicPr>
                <p:cNvPr id="13" name="筆跡 12">
                  <a:extLst>
                    <a:ext uri="{FF2B5EF4-FFF2-40B4-BE49-F238E27FC236}">
                      <a16:creationId xmlns:a16="http://schemas.microsoft.com/office/drawing/2014/main" id="{C3CDDA87-5A66-95F5-D4F4-1C65427B7654}"/>
                    </a:ext>
                  </a:extLst>
                </p:cNvPr>
                <p:cNvPicPr/>
                <p:nvPr/>
              </p:nvPicPr>
              <p:blipFill>
                <a:blip r:embed="rId12"/>
                <a:stretch>
                  <a:fillRect/>
                </a:stretch>
              </p:blipFill>
              <p:spPr>
                <a:xfrm>
                  <a:off x="3159771" y="3290366"/>
                  <a:ext cx="799200" cy="549000"/>
                </a:xfrm>
                <a:prstGeom prst="rect">
                  <a:avLst/>
                </a:prstGeom>
              </p:spPr>
            </p:pic>
          </mc:Fallback>
        </mc:AlternateContent>
      </p:grpSp>
      <p:sp>
        <p:nvSpPr>
          <p:cNvPr id="15" name="文字方塊 14">
            <a:extLst>
              <a:ext uri="{FF2B5EF4-FFF2-40B4-BE49-F238E27FC236}">
                <a16:creationId xmlns:a16="http://schemas.microsoft.com/office/drawing/2014/main" id="{AE871B08-83F6-B847-EFC4-2675AD4B1074}"/>
              </a:ext>
            </a:extLst>
          </p:cNvPr>
          <p:cNvSpPr txBox="1"/>
          <p:nvPr/>
        </p:nvSpPr>
        <p:spPr>
          <a:xfrm>
            <a:off x="8882743" y="3940693"/>
            <a:ext cx="881743" cy="769441"/>
          </a:xfrm>
          <a:prstGeom prst="rect">
            <a:avLst/>
          </a:prstGeom>
          <a:noFill/>
        </p:spPr>
        <p:txBody>
          <a:bodyPr wrap="square" rtlCol="0">
            <a:spAutoFit/>
          </a:bodyPr>
          <a:lstStyle/>
          <a:p>
            <a:r>
              <a:rPr lang="en-US" altLang="zh-TW" sz="4400" dirty="0">
                <a:latin typeface="Times New Roman" panose="02020603050405020304" pitchFamily="18" charset="0"/>
                <a:cs typeface="Times New Roman" panose="02020603050405020304" pitchFamily="18" charset="0"/>
              </a:rPr>
              <a:t>?</a:t>
            </a:r>
            <a:endParaRPr lang="zh-TW" alt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250046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7</a:t>
            </a:fld>
            <a:endParaRPr lang="zh-TW" altLang="en-US" dirty="0"/>
          </a:p>
        </p:txBody>
      </p:sp>
      <p:pic>
        <p:nvPicPr>
          <p:cNvPr id="7" name="圖片 6">
            <a:extLst>
              <a:ext uri="{FF2B5EF4-FFF2-40B4-BE49-F238E27FC236}">
                <a16:creationId xmlns:a16="http://schemas.microsoft.com/office/drawing/2014/main" id="{BE0F0FB6-3385-A5AE-337F-9AE66424C298}"/>
              </a:ext>
            </a:extLst>
          </p:cNvPr>
          <p:cNvPicPr>
            <a:picLocks noChangeAspect="1"/>
          </p:cNvPicPr>
          <p:nvPr/>
        </p:nvPicPr>
        <p:blipFill>
          <a:blip r:embed="rId3"/>
          <a:stretch>
            <a:fillRect/>
          </a:stretch>
        </p:blipFill>
        <p:spPr>
          <a:xfrm>
            <a:off x="469017" y="888914"/>
            <a:ext cx="5298453" cy="5080163"/>
          </a:xfrm>
          <a:prstGeom prst="rect">
            <a:avLst/>
          </a:prstGeom>
        </p:spPr>
      </p:pic>
      <p:sp>
        <p:nvSpPr>
          <p:cNvPr id="2" name="文字方塊 1">
            <a:extLst>
              <a:ext uri="{FF2B5EF4-FFF2-40B4-BE49-F238E27FC236}">
                <a16:creationId xmlns:a16="http://schemas.microsoft.com/office/drawing/2014/main" id="{415F98F0-70F1-28CA-D07C-91A2B1EE9B11}"/>
              </a:ext>
            </a:extLst>
          </p:cNvPr>
          <p:cNvSpPr txBox="1"/>
          <p:nvPr/>
        </p:nvSpPr>
        <p:spPr>
          <a:xfrm>
            <a:off x="4193152" y="2262109"/>
            <a:ext cx="7881257" cy="461665"/>
          </a:xfrm>
          <a:prstGeom prst="rect">
            <a:avLst/>
          </a:prstGeom>
          <a:noFill/>
        </p:spPr>
        <p:txBody>
          <a:bodyPr wrap="square" rtlCol="0">
            <a:spAutoFit/>
          </a:bodyPr>
          <a:lstStyle/>
          <a:p>
            <a:r>
              <a:rPr lang="en-US" altLang="zh-TW" sz="2400" b="0" i="0" dirty="0">
                <a:solidFill>
                  <a:srgbClr val="000000"/>
                </a:solidFill>
                <a:effectLst/>
                <a:latin typeface="Times New Roman" panose="02020603050405020304" pitchFamily="18" charset="0"/>
              </a:rPr>
              <a:t>Setting A = p</a:t>
            </a:r>
            <a:r>
              <a:rPr lang="en-US" altLang="zh-TW" sz="2400" b="0" i="0" baseline="-25000" dirty="0">
                <a:solidFill>
                  <a:srgbClr val="000000"/>
                </a:solidFill>
                <a:effectLst/>
                <a:latin typeface="Times New Roman" panose="02020603050405020304" pitchFamily="18" charset="0"/>
              </a:rPr>
              <a:t>0</a:t>
            </a:r>
            <a:r>
              <a:rPr lang="en-US" altLang="zh-TW" sz="2400" b="0" i="0" dirty="0">
                <a:solidFill>
                  <a:srgbClr val="000000"/>
                </a:solidFill>
                <a:effectLst/>
                <a:latin typeface="Times New Roman" panose="02020603050405020304" pitchFamily="18" charset="0"/>
              </a:rPr>
              <a:t> + p</a:t>
            </a:r>
            <a:r>
              <a:rPr lang="en-US" altLang="zh-TW" sz="2400" b="0" i="0" baseline="-25000" dirty="0">
                <a:solidFill>
                  <a:srgbClr val="000000"/>
                </a:solidFill>
                <a:effectLst/>
                <a:latin typeface="Times New Roman" panose="02020603050405020304" pitchFamily="18" charset="0"/>
              </a:rPr>
              <a:t>7</a:t>
            </a:r>
            <a:r>
              <a:rPr lang="en-US" altLang="zh-TW" sz="2400" b="0" i="0" dirty="0">
                <a:solidFill>
                  <a:srgbClr val="000000"/>
                </a:solidFill>
                <a:effectLst/>
                <a:latin typeface="Times New Roman" panose="02020603050405020304" pitchFamily="18" charset="0"/>
              </a:rPr>
              <a:t>, B = p</a:t>
            </a:r>
            <a:r>
              <a:rPr lang="en-US" altLang="zh-TW" sz="2400" b="0" i="0" baseline="-25000" dirty="0">
                <a:solidFill>
                  <a:srgbClr val="000000"/>
                </a:solidFill>
                <a:effectLst/>
                <a:latin typeface="Times New Roman" panose="02020603050405020304" pitchFamily="18" charset="0"/>
              </a:rPr>
              <a:t>1</a:t>
            </a:r>
            <a:r>
              <a:rPr lang="en-US" altLang="zh-TW" sz="2400" b="0" i="0" dirty="0">
                <a:solidFill>
                  <a:srgbClr val="000000"/>
                </a:solidFill>
                <a:effectLst/>
                <a:latin typeface="Times New Roman" panose="02020603050405020304" pitchFamily="18" charset="0"/>
              </a:rPr>
              <a:t> + p</a:t>
            </a:r>
            <a:r>
              <a:rPr lang="en-US" altLang="zh-TW" sz="2400" b="0" i="0" baseline="-25000" dirty="0">
                <a:solidFill>
                  <a:srgbClr val="000000"/>
                </a:solidFill>
                <a:effectLst/>
                <a:latin typeface="Times New Roman" panose="02020603050405020304" pitchFamily="18" charset="0"/>
              </a:rPr>
              <a:t>6</a:t>
            </a:r>
            <a:r>
              <a:rPr lang="en-US" altLang="zh-TW" sz="2400" b="0" i="0" dirty="0">
                <a:solidFill>
                  <a:srgbClr val="000000"/>
                </a:solidFill>
                <a:effectLst/>
                <a:latin typeface="Times New Roman" panose="02020603050405020304" pitchFamily="18" charset="0"/>
              </a:rPr>
              <a:t>, C = p</a:t>
            </a:r>
            <a:r>
              <a:rPr lang="en-US" altLang="zh-TW" sz="2400" b="0" i="0" baseline="-25000" dirty="0">
                <a:solidFill>
                  <a:srgbClr val="000000"/>
                </a:solidFill>
                <a:effectLst/>
                <a:latin typeface="Times New Roman" panose="02020603050405020304" pitchFamily="18" charset="0"/>
              </a:rPr>
              <a:t>2</a:t>
            </a:r>
            <a:r>
              <a:rPr lang="en-US" altLang="zh-TW" sz="2400" b="0" i="0" dirty="0">
                <a:solidFill>
                  <a:srgbClr val="000000"/>
                </a:solidFill>
                <a:effectLst/>
                <a:latin typeface="Times New Roman" panose="02020603050405020304" pitchFamily="18" charset="0"/>
              </a:rPr>
              <a:t> + p</a:t>
            </a:r>
            <a:r>
              <a:rPr lang="en-US" altLang="zh-TW" sz="2400" b="0" i="0" baseline="-25000" dirty="0">
                <a:solidFill>
                  <a:srgbClr val="000000"/>
                </a:solidFill>
                <a:effectLst/>
                <a:latin typeface="Times New Roman" panose="02020603050405020304" pitchFamily="18" charset="0"/>
              </a:rPr>
              <a:t>5</a:t>
            </a:r>
            <a:r>
              <a:rPr lang="en-US" altLang="zh-TW" sz="2400" b="0" i="0" dirty="0">
                <a:solidFill>
                  <a:srgbClr val="000000"/>
                </a:solidFill>
                <a:effectLst/>
                <a:latin typeface="Times New Roman" panose="02020603050405020304" pitchFamily="18" charset="0"/>
              </a:rPr>
              <a:t>, and D = p</a:t>
            </a:r>
            <a:r>
              <a:rPr lang="en-US" altLang="zh-TW" sz="2400" b="0" i="0" baseline="-25000" dirty="0">
                <a:solidFill>
                  <a:srgbClr val="000000"/>
                </a:solidFill>
                <a:effectLst/>
                <a:latin typeface="Times New Roman" panose="02020603050405020304" pitchFamily="18" charset="0"/>
              </a:rPr>
              <a:t>3</a:t>
            </a:r>
            <a:r>
              <a:rPr lang="en-US" altLang="zh-TW" sz="2400" b="0" i="0" dirty="0">
                <a:solidFill>
                  <a:srgbClr val="000000"/>
                </a:solidFill>
                <a:effectLst/>
                <a:latin typeface="Times New Roman" panose="02020603050405020304" pitchFamily="18" charset="0"/>
              </a:rPr>
              <a:t> + p</a:t>
            </a:r>
            <a:r>
              <a:rPr lang="en-US" altLang="zh-TW" sz="2400" b="0" i="0" baseline="-25000" dirty="0">
                <a:solidFill>
                  <a:srgbClr val="000000"/>
                </a:solidFill>
                <a:effectLst/>
                <a:latin typeface="Times New Roman" panose="02020603050405020304" pitchFamily="18" charset="0"/>
              </a:rPr>
              <a:t>4</a:t>
            </a:r>
            <a:endParaRPr lang="zh-TW" altLang="en-US" sz="2400" dirty="0"/>
          </a:p>
        </p:txBody>
      </p:sp>
      <p:pic>
        <p:nvPicPr>
          <p:cNvPr id="6" name="圖片 5">
            <a:extLst>
              <a:ext uri="{FF2B5EF4-FFF2-40B4-BE49-F238E27FC236}">
                <a16:creationId xmlns:a16="http://schemas.microsoft.com/office/drawing/2014/main" id="{5A445756-D5AC-501E-C483-F78A31665429}"/>
              </a:ext>
            </a:extLst>
          </p:cNvPr>
          <p:cNvPicPr>
            <a:picLocks noChangeAspect="1"/>
          </p:cNvPicPr>
          <p:nvPr/>
        </p:nvPicPr>
        <p:blipFill>
          <a:blip r:embed="rId4"/>
          <a:stretch>
            <a:fillRect/>
          </a:stretch>
        </p:blipFill>
        <p:spPr>
          <a:xfrm>
            <a:off x="8413308" y="3300270"/>
            <a:ext cx="3727253" cy="2041887"/>
          </a:xfrm>
          <a:prstGeom prst="rect">
            <a:avLst/>
          </a:prstGeom>
        </p:spPr>
      </p:pic>
      <p:pic>
        <p:nvPicPr>
          <p:cNvPr id="10" name="圖片 9">
            <a:extLst>
              <a:ext uri="{FF2B5EF4-FFF2-40B4-BE49-F238E27FC236}">
                <a16:creationId xmlns:a16="http://schemas.microsoft.com/office/drawing/2014/main" id="{4C7928A6-B44D-C07C-9A22-222D887687E5}"/>
              </a:ext>
            </a:extLst>
          </p:cNvPr>
          <p:cNvPicPr>
            <a:picLocks noChangeAspect="1"/>
          </p:cNvPicPr>
          <p:nvPr/>
        </p:nvPicPr>
        <p:blipFill>
          <a:blip r:embed="rId5"/>
          <a:stretch>
            <a:fillRect/>
          </a:stretch>
        </p:blipFill>
        <p:spPr>
          <a:xfrm>
            <a:off x="4193152" y="3350694"/>
            <a:ext cx="4462760" cy="461665"/>
          </a:xfrm>
          <a:prstGeom prst="rect">
            <a:avLst/>
          </a:prstGeom>
        </p:spPr>
      </p:pic>
      <p:pic>
        <p:nvPicPr>
          <p:cNvPr id="12" name="圖片 11">
            <a:extLst>
              <a:ext uri="{FF2B5EF4-FFF2-40B4-BE49-F238E27FC236}">
                <a16:creationId xmlns:a16="http://schemas.microsoft.com/office/drawing/2014/main" id="{E45DA5C0-D6C9-8F36-AE46-0B887A6D74E6}"/>
              </a:ext>
            </a:extLst>
          </p:cNvPr>
          <p:cNvPicPr>
            <a:picLocks noChangeAspect="1"/>
          </p:cNvPicPr>
          <p:nvPr/>
        </p:nvPicPr>
        <p:blipFill>
          <a:blip r:embed="rId6"/>
          <a:stretch>
            <a:fillRect/>
          </a:stretch>
        </p:blipFill>
        <p:spPr>
          <a:xfrm>
            <a:off x="4890201" y="4145187"/>
            <a:ext cx="2829176" cy="473502"/>
          </a:xfrm>
          <a:prstGeom prst="rect">
            <a:avLst/>
          </a:prstGeom>
        </p:spPr>
      </p:pic>
      <p:pic>
        <p:nvPicPr>
          <p:cNvPr id="14" name="圖片 13">
            <a:extLst>
              <a:ext uri="{FF2B5EF4-FFF2-40B4-BE49-F238E27FC236}">
                <a16:creationId xmlns:a16="http://schemas.microsoft.com/office/drawing/2014/main" id="{13E5DFCF-9B85-65F4-5381-95FEC5BA170E}"/>
              </a:ext>
            </a:extLst>
          </p:cNvPr>
          <p:cNvPicPr>
            <a:picLocks noChangeAspect="1"/>
          </p:cNvPicPr>
          <p:nvPr/>
        </p:nvPicPr>
        <p:blipFill>
          <a:blip r:embed="rId7"/>
          <a:stretch>
            <a:fillRect/>
          </a:stretch>
        </p:blipFill>
        <p:spPr>
          <a:xfrm>
            <a:off x="5051374" y="4951517"/>
            <a:ext cx="2746316" cy="390640"/>
          </a:xfrm>
          <a:prstGeom prst="rect">
            <a:avLst/>
          </a:prstGeom>
        </p:spPr>
      </p:pic>
      <p:sp>
        <p:nvSpPr>
          <p:cNvPr id="15" name="文字方塊 14">
            <a:extLst>
              <a:ext uri="{FF2B5EF4-FFF2-40B4-BE49-F238E27FC236}">
                <a16:creationId xmlns:a16="http://schemas.microsoft.com/office/drawing/2014/main" id="{B4A6BDF4-7CA6-F5D0-741C-21CFC5387879}"/>
              </a:ext>
            </a:extLst>
          </p:cNvPr>
          <p:cNvSpPr txBox="1"/>
          <p:nvPr/>
        </p:nvSpPr>
        <p:spPr>
          <a:xfrm>
            <a:off x="5638800" y="2971800"/>
            <a:ext cx="65" cy="276999"/>
          </a:xfrm>
          <a:prstGeom prst="rect">
            <a:avLst/>
          </a:prstGeom>
          <a:noFill/>
        </p:spPr>
        <p:txBody>
          <a:bodyPr wrap="none" lIns="0" tIns="0" rIns="0" bIns="0" rtlCol="0">
            <a:spAutoFit/>
          </a:bodyPr>
          <a:lstStyle/>
          <a:p>
            <a:endParaRPr lang="zh-TW" altLang="en-US" dirty="0"/>
          </a:p>
        </p:txBody>
      </p:sp>
    </p:spTree>
    <p:extLst>
      <p:ext uri="{BB962C8B-B14F-4D97-AF65-F5344CB8AC3E}">
        <p14:creationId xmlns:p14="http://schemas.microsoft.com/office/powerpoint/2010/main" val="178136749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8</a:t>
            </a:fld>
            <a:endParaRPr lang="zh-TW" altLang="en-US" dirty="0"/>
          </a:p>
        </p:txBody>
      </p:sp>
      <p:pic>
        <p:nvPicPr>
          <p:cNvPr id="7" name="圖片 6">
            <a:extLst>
              <a:ext uri="{FF2B5EF4-FFF2-40B4-BE49-F238E27FC236}">
                <a16:creationId xmlns:a16="http://schemas.microsoft.com/office/drawing/2014/main" id="{BE0F0FB6-3385-A5AE-337F-9AE66424C298}"/>
              </a:ext>
            </a:extLst>
          </p:cNvPr>
          <p:cNvPicPr>
            <a:picLocks noChangeAspect="1"/>
          </p:cNvPicPr>
          <p:nvPr/>
        </p:nvPicPr>
        <p:blipFill>
          <a:blip r:embed="rId3"/>
          <a:stretch>
            <a:fillRect/>
          </a:stretch>
        </p:blipFill>
        <p:spPr>
          <a:xfrm>
            <a:off x="469017" y="888914"/>
            <a:ext cx="5298453" cy="5080163"/>
          </a:xfrm>
          <a:prstGeom prst="rect">
            <a:avLst/>
          </a:prstGeom>
        </p:spPr>
      </p:pic>
      <p:pic>
        <p:nvPicPr>
          <p:cNvPr id="6" name="圖片 5">
            <a:extLst>
              <a:ext uri="{FF2B5EF4-FFF2-40B4-BE49-F238E27FC236}">
                <a16:creationId xmlns:a16="http://schemas.microsoft.com/office/drawing/2014/main" id="{5A445756-D5AC-501E-C483-F78A31665429}"/>
              </a:ext>
            </a:extLst>
          </p:cNvPr>
          <p:cNvPicPr>
            <a:picLocks noChangeAspect="1"/>
          </p:cNvPicPr>
          <p:nvPr/>
        </p:nvPicPr>
        <p:blipFill>
          <a:blip r:embed="rId4"/>
          <a:stretch>
            <a:fillRect/>
          </a:stretch>
        </p:blipFill>
        <p:spPr>
          <a:xfrm>
            <a:off x="6424532" y="929913"/>
            <a:ext cx="3727253" cy="2041887"/>
          </a:xfrm>
          <a:prstGeom prst="rect">
            <a:avLst/>
          </a:prstGeom>
        </p:spPr>
      </p:pic>
      <p:sp>
        <p:nvSpPr>
          <p:cNvPr id="15" name="文字方塊 14">
            <a:extLst>
              <a:ext uri="{FF2B5EF4-FFF2-40B4-BE49-F238E27FC236}">
                <a16:creationId xmlns:a16="http://schemas.microsoft.com/office/drawing/2014/main" id="{B4A6BDF4-7CA6-F5D0-741C-21CFC5387879}"/>
              </a:ext>
            </a:extLst>
          </p:cNvPr>
          <p:cNvSpPr txBox="1"/>
          <p:nvPr/>
        </p:nvSpPr>
        <p:spPr>
          <a:xfrm>
            <a:off x="5638800" y="2971800"/>
            <a:ext cx="65" cy="276999"/>
          </a:xfrm>
          <a:prstGeom prst="rect">
            <a:avLst/>
          </a:prstGeom>
          <a:noFill/>
        </p:spPr>
        <p:txBody>
          <a:bodyPr wrap="none" lIns="0" tIns="0" rIns="0" bIns="0" rtlCol="0">
            <a:spAutoFit/>
          </a:bodyPr>
          <a:lstStyle/>
          <a:p>
            <a:endParaRPr lang="zh-TW" altLang="en-US" dirty="0"/>
          </a:p>
        </p:txBody>
      </p:sp>
      <p:sp>
        <p:nvSpPr>
          <p:cNvPr id="3" name="文字方塊 2">
            <a:extLst>
              <a:ext uri="{FF2B5EF4-FFF2-40B4-BE49-F238E27FC236}">
                <a16:creationId xmlns:a16="http://schemas.microsoft.com/office/drawing/2014/main" id="{CCA35233-4CB5-61D3-3FC5-D60D670D5273}"/>
              </a:ext>
            </a:extLst>
          </p:cNvPr>
          <p:cNvSpPr txBox="1"/>
          <p:nvPr/>
        </p:nvSpPr>
        <p:spPr>
          <a:xfrm>
            <a:off x="6424532" y="5892581"/>
            <a:ext cx="3289410" cy="646331"/>
          </a:xfrm>
          <a:prstGeom prst="rect">
            <a:avLst/>
          </a:prstGeom>
          <a:noFill/>
        </p:spPr>
        <p:txBody>
          <a:bodyPr wrap="square" rtlCol="0">
            <a:spAutoFit/>
          </a:bodyPr>
          <a:lstStyle/>
          <a:p>
            <a:r>
              <a:rPr lang="zh-TW" altLang="en-US" sz="3600" b="0" i="0" dirty="0">
                <a:solidFill>
                  <a:srgbClr val="FF0000"/>
                </a:solidFill>
                <a:effectLst/>
                <a:latin typeface="Times New Roman" panose="02020603050405020304" pitchFamily="18" charset="0"/>
                <a:cs typeface="Times New Roman" panose="02020603050405020304" pitchFamily="18" charset="0"/>
              </a:rPr>
              <a:t>∞ </a:t>
            </a:r>
            <a:r>
              <a:rPr lang="en-US" altLang="zh-TW" sz="3600" b="0" i="0" dirty="0">
                <a:solidFill>
                  <a:srgbClr val="FF0000"/>
                </a:solidFill>
                <a:effectLst/>
                <a:latin typeface="Times New Roman" panose="02020603050405020304" pitchFamily="18" charset="0"/>
                <a:cs typeface="Times New Roman" panose="02020603050405020304" pitchFamily="18" charset="0"/>
              </a:rPr>
              <a:t>solutions</a:t>
            </a:r>
            <a:endParaRPr lang="zh-TW" altLang="en-US" sz="3600" dirty="0">
              <a:solidFill>
                <a:srgbClr val="FF0000"/>
              </a:solidFill>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448FF204-FECF-03B2-B1C3-3CD900A24181}"/>
              </a:ext>
            </a:extLst>
          </p:cNvPr>
          <p:cNvSpPr txBox="1"/>
          <p:nvPr/>
        </p:nvSpPr>
        <p:spPr>
          <a:xfrm>
            <a:off x="5257800" y="2859318"/>
            <a:ext cx="6096000" cy="2677656"/>
          </a:xfrm>
          <a:prstGeom prst="rect">
            <a:avLst/>
          </a:prstGeom>
          <a:noFill/>
        </p:spPr>
        <p:txBody>
          <a:bodyPr wrap="square">
            <a:spAutoFit/>
          </a:bodyPr>
          <a:lstStyle/>
          <a:p>
            <a:r>
              <a:rPr lang="en-US" altLang="zh-TW" sz="2400" dirty="0">
                <a:solidFill>
                  <a:srgbClr val="000000"/>
                </a:solidFill>
                <a:latin typeface="Times New Roman" panose="02020603050405020304" pitchFamily="18" charset="0"/>
              </a:rPr>
              <a:t>T</a:t>
            </a:r>
            <a:r>
              <a:rPr lang="en-US" altLang="zh-TW" sz="2400" b="0" i="0" dirty="0">
                <a:solidFill>
                  <a:srgbClr val="000000"/>
                </a:solidFill>
                <a:effectLst/>
                <a:latin typeface="Times New Roman" panose="02020603050405020304" pitchFamily="18" charset="0"/>
              </a:rPr>
              <a:t>hree linear equations in four unknowns.</a:t>
            </a:r>
          </a:p>
          <a:p>
            <a:endParaRPr lang="en-US" altLang="zh-TW" sz="2400" b="0" i="0" dirty="0">
              <a:solidFill>
                <a:srgbClr val="000000"/>
              </a:solidFill>
              <a:effectLst/>
              <a:latin typeface="Times New Roman" panose="02020603050405020304" pitchFamily="18" charset="0"/>
            </a:endParaRPr>
          </a:p>
          <a:p>
            <a:r>
              <a:rPr lang="en-US" altLang="zh-TW" sz="2400" b="0" i="0" dirty="0">
                <a:solidFill>
                  <a:srgbClr val="000000"/>
                </a:solidFill>
                <a:effectLst/>
                <a:latin typeface="Times New Roman" panose="02020603050405020304" pitchFamily="18" charset="0"/>
              </a:rPr>
              <a:t>For example, we can set</a:t>
            </a:r>
          </a:p>
          <a:p>
            <a:r>
              <a:rPr lang="en-US" altLang="zh-TW" sz="2400" b="0" i="0" dirty="0">
                <a:solidFill>
                  <a:srgbClr val="000000"/>
                </a:solidFill>
                <a:effectLst/>
                <a:latin typeface="Times New Roman" panose="02020603050405020304" pitchFamily="18" charset="0"/>
              </a:rPr>
              <a:t> </a:t>
            </a:r>
          </a:p>
          <a:p>
            <a:r>
              <a:rPr lang="en-US" altLang="zh-TW" sz="2400" b="0" i="0" dirty="0">
                <a:solidFill>
                  <a:srgbClr val="000000"/>
                </a:solidFill>
                <a:effectLst/>
                <a:latin typeface="Times New Roman" panose="02020603050405020304" pitchFamily="18" charset="0"/>
              </a:rPr>
              <a:t>A = 0.5, B = 0.25, C = 0.15, and D = 0.10</a:t>
            </a:r>
          </a:p>
          <a:p>
            <a:r>
              <a:rPr lang="en-US" altLang="zh-TW" sz="2400" dirty="0">
                <a:solidFill>
                  <a:srgbClr val="000000"/>
                </a:solidFill>
                <a:latin typeface="Times New Roman" panose="02020603050405020304" pitchFamily="18" charset="0"/>
              </a:rPr>
              <a:t>		OR</a:t>
            </a:r>
            <a:endParaRPr lang="en-US" altLang="zh-TW" sz="2400" b="0" i="0" dirty="0">
              <a:solidFill>
                <a:srgbClr val="000000"/>
              </a:solidFill>
              <a:effectLst/>
              <a:latin typeface="Times New Roman" panose="02020603050405020304" pitchFamily="18" charset="0"/>
            </a:endParaRPr>
          </a:p>
          <a:p>
            <a:r>
              <a:rPr lang="en-US" altLang="zh-TW" sz="2400" b="0" i="0" dirty="0">
                <a:solidFill>
                  <a:srgbClr val="000000"/>
                </a:solidFill>
                <a:effectLst/>
                <a:latin typeface="Times New Roman" panose="02020603050405020304" pitchFamily="18" charset="0"/>
              </a:rPr>
              <a:t>A = 0.6, B = 0.25, C = 0.15, and D = 0.00</a:t>
            </a:r>
            <a:endParaRPr lang="zh-TW" altLang="en-US" sz="2400" dirty="0"/>
          </a:p>
        </p:txBody>
      </p:sp>
    </p:spTree>
    <p:extLst>
      <p:ext uri="{BB962C8B-B14F-4D97-AF65-F5344CB8AC3E}">
        <p14:creationId xmlns:p14="http://schemas.microsoft.com/office/powerpoint/2010/main" val="374938823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D73AE85-C521-0826-01B5-B5F417C00900}"/>
              </a:ext>
            </a:extLst>
          </p:cNvPr>
          <p:cNvSpPr>
            <a:spLocks noGrp="1"/>
          </p:cNvSpPr>
          <p:nvPr>
            <p:ph type="sldNum" sz="quarter" idx="12"/>
          </p:nvPr>
        </p:nvSpPr>
        <p:spPr/>
        <p:txBody>
          <a:bodyPr/>
          <a:lstStyle/>
          <a:p>
            <a:fld id="{55935506-5D51-4B07-8BDD-18CEF4E05E0A}" type="slidenum">
              <a:rPr lang="zh-TW" altLang="en-US" smtClean="0"/>
              <a:t>9</a:t>
            </a:fld>
            <a:endParaRPr lang="zh-TW" altLang="en-US"/>
          </a:p>
        </p:txBody>
      </p:sp>
      <p:sp>
        <p:nvSpPr>
          <p:cNvPr id="2" name="文字方塊 1">
            <a:extLst>
              <a:ext uri="{FF2B5EF4-FFF2-40B4-BE49-F238E27FC236}">
                <a16:creationId xmlns:a16="http://schemas.microsoft.com/office/drawing/2014/main" id="{D38050BD-EB6A-668F-F6EC-6E1DB8DBCB82}"/>
              </a:ext>
            </a:extLst>
          </p:cNvPr>
          <p:cNvSpPr txBox="1"/>
          <p:nvPr/>
        </p:nvSpPr>
        <p:spPr>
          <a:xfrm>
            <a:off x="1475014" y="1611086"/>
            <a:ext cx="9241971" cy="2677656"/>
          </a:xfrm>
          <a:prstGeom prst="rect">
            <a:avLst/>
          </a:prstGeom>
          <a:noFill/>
        </p:spPr>
        <p:txBody>
          <a:bodyPr wrap="square" rtlCol="0">
            <a:spAutoFit/>
          </a:bodyPr>
          <a:lstStyle/>
          <a:p>
            <a:r>
              <a:rPr lang="en-US" altLang="zh-TW" sz="2400" b="0" i="0" dirty="0">
                <a:solidFill>
                  <a:srgbClr val="000000"/>
                </a:solidFill>
                <a:effectLst/>
                <a:latin typeface="Times New Roman" panose="02020603050405020304" pitchFamily="18" charset="0"/>
              </a:rPr>
              <a:t>Nevertheless, in real life the problems we confront are often (always?) underspecified, but we must still make decisions.</a:t>
            </a:r>
          </a:p>
          <a:p>
            <a:endParaRPr lang="en-US" altLang="zh-TW" sz="2400" dirty="0">
              <a:solidFill>
                <a:srgbClr val="000000"/>
              </a:solidFill>
              <a:latin typeface="Times New Roman" panose="02020603050405020304" pitchFamily="18" charset="0"/>
            </a:endParaRPr>
          </a:p>
          <a:p>
            <a:r>
              <a:rPr lang="en-US" altLang="zh-TW" sz="2400" dirty="0">
                <a:solidFill>
                  <a:srgbClr val="000000"/>
                </a:solidFill>
                <a:latin typeface="Times New Roman" panose="02020603050405020304" pitchFamily="18" charset="0"/>
              </a:rPr>
              <a:t>We can make </a:t>
            </a:r>
            <a:r>
              <a:rPr lang="en-US" altLang="zh-TW" sz="2400" b="0" i="0" dirty="0">
                <a:solidFill>
                  <a:srgbClr val="000000"/>
                </a:solidFill>
                <a:effectLst/>
                <a:latin typeface="Times New Roman" panose="02020603050405020304" pitchFamily="18" charset="0"/>
              </a:rPr>
              <a:t>"</a:t>
            </a:r>
            <a:r>
              <a:rPr lang="en-US" altLang="zh-TW" sz="2400" b="0" i="0" dirty="0">
                <a:solidFill>
                  <a:srgbClr val="FF0000"/>
                </a:solidFill>
                <a:effectLst/>
                <a:latin typeface="Times New Roman" panose="02020603050405020304" pitchFamily="18" charset="0"/>
              </a:rPr>
              <a:t>reasonable</a:t>
            </a:r>
            <a:r>
              <a:rPr lang="en-US" altLang="zh-TW" sz="2400" b="0" i="0" dirty="0">
                <a:effectLst/>
                <a:latin typeface="Times New Roman" panose="02020603050405020304" pitchFamily="18" charset="0"/>
              </a:rPr>
              <a:t>"</a:t>
            </a:r>
            <a:r>
              <a:rPr lang="en-US" altLang="zh-TW" sz="2400" b="0" i="0" dirty="0">
                <a:solidFill>
                  <a:srgbClr val="000000"/>
                </a:solidFill>
                <a:effectLst/>
                <a:latin typeface="Times New Roman" panose="02020603050405020304" pitchFamily="18" charset="0"/>
              </a:rPr>
              <a:t> assumptions.</a:t>
            </a:r>
          </a:p>
          <a:p>
            <a:endParaRPr lang="en-US" altLang="zh-TW" sz="2400" dirty="0">
              <a:solidFill>
                <a:srgbClr val="000000"/>
              </a:solidFill>
              <a:latin typeface="Times New Roman" panose="02020603050405020304" pitchFamily="18" charset="0"/>
            </a:endParaRPr>
          </a:p>
          <a:p>
            <a:r>
              <a:rPr lang="en-US" altLang="zh-TW" sz="2400" b="0" i="0" dirty="0">
                <a:solidFill>
                  <a:srgbClr val="000000"/>
                </a:solidFill>
                <a:effectLst/>
                <a:latin typeface="Times New Roman" panose="02020603050405020304" pitchFamily="18" charset="0"/>
              </a:rPr>
              <a:t>One approach would be to estimate (guess) how much </a:t>
            </a:r>
            <a:r>
              <a:rPr lang="en-US" altLang="zh-TW" sz="2400" b="0" i="0" dirty="0">
                <a:solidFill>
                  <a:srgbClr val="FF0000"/>
                </a:solidFill>
                <a:effectLst/>
                <a:latin typeface="Times New Roman" panose="02020603050405020304" pitchFamily="18" charset="0"/>
              </a:rPr>
              <a:t>correlation</a:t>
            </a:r>
            <a:r>
              <a:rPr lang="en-US" altLang="zh-TW" sz="2400" b="0" i="0" dirty="0">
                <a:solidFill>
                  <a:srgbClr val="000000"/>
                </a:solidFill>
                <a:effectLst/>
                <a:latin typeface="Times New Roman" panose="02020603050405020304" pitchFamily="18" charset="0"/>
              </a:rPr>
              <a:t> exists between the correctness of J and S.</a:t>
            </a:r>
            <a:endParaRPr lang="zh-TW" altLang="en-US" sz="2400" dirty="0"/>
          </a:p>
        </p:txBody>
      </p:sp>
    </p:spTree>
    <p:extLst>
      <p:ext uri="{BB962C8B-B14F-4D97-AF65-F5344CB8AC3E}">
        <p14:creationId xmlns:p14="http://schemas.microsoft.com/office/powerpoint/2010/main" val="113012151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F95A893D-CD9F-8749-7110-F83E21DBBE1B}"/>
              </a:ext>
            </a:extLst>
          </p:cNvPr>
          <p:cNvSpPr>
            <a:spLocks noGrp="1"/>
          </p:cNvSpPr>
          <p:nvPr>
            <p:ph type="sldNum" sz="quarter" idx="12"/>
          </p:nvPr>
        </p:nvSpPr>
        <p:spPr/>
        <p:txBody>
          <a:bodyPr/>
          <a:lstStyle/>
          <a:p>
            <a:fld id="{55935506-5D51-4B07-8BDD-18CEF4E05E0A}" type="slidenum">
              <a:rPr lang="zh-TW" altLang="en-US" smtClean="0"/>
              <a:t>10</a:t>
            </a:fld>
            <a:endParaRPr lang="zh-TW" altLang="en-US"/>
          </a:p>
        </p:txBody>
      </p:sp>
      <p:sp>
        <p:nvSpPr>
          <p:cNvPr id="5" name="文字方塊 4">
            <a:extLst>
              <a:ext uri="{FF2B5EF4-FFF2-40B4-BE49-F238E27FC236}">
                <a16:creationId xmlns:a16="http://schemas.microsoft.com/office/drawing/2014/main" id="{E65FBEA5-848F-CB9C-880D-710F6023D420}"/>
              </a:ext>
            </a:extLst>
          </p:cNvPr>
          <p:cNvSpPr txBox="1"/>
          <p:nvPr/>
        </p:nvSpPr>
        <p:spPr>
          <a:xfrm>
            <a:off x="1096733" y="1030658"/>
            <a:ext cx="9998529" cy="1569660"/>
          </a:xfrm>
          <a:prstGeom prst="rect">
            <a:avLst/>
          </a:prstGeom>
          <a:noFill/>
        </p:spPr>
        <p:txBody>
          <a:bodyPr wrap="square" rtlCol="0">
            <a:spAutoFit/>
          </a:bodyPr>
          <a:lstStyle/>
          <a:p>
            <a:r>
              <a:rPr lang="en-US" altLang="zh-TW" sz="2400" b="0" i="0" dirty="0">
                <a:solidFill>
                  <a:srgbClr val="000000"/>
                </a:solidFill>
                <a:effectLst/>
                <a:latin typeface="Times New Roman" panose="02020603050405020304" pitchFamily="18" charset="0"/>
              </a:rPr>
              <a:t>For example, since S seems to be smarter than J, we might assume that S is correct whenever J is correct, as well as being correct on some experiments when J is incorrect. </a:t>
            </a:r>
          </a:p>
          <a:p>
            <a:r>
              <a:rPr lang="en-US" altLang="zh-TW" sz="2400" b="0" i="0" dirty="0">
                <a:solidFill>
                  <a:srgbClr val="000000"/>
                </a:solidFill>
                <a:effectLst/>
                <a:latin typeface="Times New Roman" panose="02020603050405020304" pitchFamily="18" charset="0"/>
              </a:rPr>
              <a:t>This would imply that p</a:t>
            </a:r>
            <a:r>
              <a:rPr lang="en-US" altLang="zh-TW" sz="2400" b="0" i="0" baseline="-25000" dirty="0">
                <a:solidFill>
                  <a:srgbClr val="000000"/>
                </a:solidFill>
                <a:effectLst/>
                <a:latin typeface="Times New Roman" panose="02020603050405020304" pitchFamily="18" charset="0"/>
              </a:rPr>
              <a:t>3</a:t>
            </a:r>
            <a:r>
              <a:rPr lang="en-US" altLang="zh-TW" sz="2400" b="0" i="0" dirty="0">
                <a:solidFill>
                  <a:srgbClr val="000000"/>
                </a:solidFill>
                <a:effectLst/>
                <a:latin typeface="Times New Roman" panose="02020603050405020304" pitchFamily="18" charset="0"/>
              </a:rPr>
              <a:t> = p</a:t>
            </a:r>
            <a:r>
              <a:rPr lang="en-US" altLang="zh-TW" sz="2400" b="0" i="0" baseline="-25000" dirty="0">
                <a:solidFill>
                  <a:srgbClr val="000000"/>
                </a:solidFill>
                <a:effectLst/>
                <a:latin typeface="Times New Roman" panose="02020603050405020304" pitchFamily="18" charset="0"/>
              </a:rPr>
              <a:t>4</a:t>
            </a:r>
            <a:r>
              <a:rPr lang="en-US" altLang="zh-TW" sz="2400" b="0" i="0" dirty="0">
                <a:solidFill>
                  <a:srgbClr val="000000"/>
                </a:solidFill>
                <a:effectLst/>
                <a:latin typeface="Times New Roman" panose="02020603050405020304" pitchFamily="18" charset="0"/>
              </a:rPr>
              <a:t> = 0 and p</a:t>
            </a:r>
            <a:r>
              <a:rPr lang="en-US" altLang="zh-TW" sz="2400" b="0" i="0" baseline="-25000" dirty="0">
                <a:solidFill>
                  <a:srgbClr val="000000"/>
                </a:solidFill>
                <a:effectLst/>
                <a:latin typeface="Times New Roman" panose="02020603050405020304" pitchFamily="18" charset="0"/>
              </a:rPr>
              <a:t>2</a:t>
            </a:r>
            <a:r>
              <a:rPr lang="en-US" altLang="zh-TW" sz="2400" b="0" i="0" dirty="0">
                <a:solidFill>
                  <a:srgbClr val="000000"/>
                </a:solidFill>
                <a:effectLst/>
                <a:latin typeface="Times New Roman" panose="02020603050405020304" pitchFamily="18" charset="0"/>
              </a:rPr>
              <a:t> &gt; 0, so the probability of X occur is 0.</a:t>
            </a:r>
            <a:endParaRPr lang="zh-TW" altLang="en-US" sz="2400" dirty="0"/>
          </a:p>
        </p:txBody>
      </p:sp>
      <p:pic>
        <p:nvPicPr>
          <p:cNvPr id="6" name="圖片 5">
            <a:extLst>
              <a:ext uri="{FF2B5EF4-FFF2-40B4-BE49-F238E27FC236}">
                <a16:creationId xmlns:a16="http://schemas.microsoft.com/office/drawing/2014/main" id="{F0DC8320-4E90-DC5F-4D62-693DBD3CF2BE}"/>
              </a:ext>
            </a:extLst>
          </p:cNvPr>
          <p:cNvPicPr>
            <a:picLocks noChangeAspect="1"/>
          </p:cNvPicPr>
          <p:nvPr/>
        </p:nvPicPr>
        <p:blipFill>
          <a:blip r:embed="rId2"/>
          <a:stretch>
            <a:fillRect/>
          </a:stretch>
        </p:blipFill>
        <p:spPr>
          <a:xfrm>
            <a:off x="4192361" y="2705930"/>
            <a:ext cx="3807275" cy="3650420"/>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筆跡 6">
                <a:extLst>
                  <a:ext uri="{FF2B5EF4-FFF2-40B4-BE49-F238E27FC236}">
                    <a16:creationId xmlns:a16="http://schemas.microsoft.com/office/drawing/2014/main" id="{0064AD77-B886-BAD5-5590-6A53E3235085}"/>
                  </a:ext>
                </a:extLst>
              </p14:cNvPr>
              <p14:cNvContentPartPr/>
              <p14:nvPr/>
            </p14:nvContentPartPr>
            <p14:xfrm>
              <a:off x="4604074" y="4749806"/>
              <a:ext cx="787320" cy="29160"/>
            </p14:xfrm>
          </p:contentPart>
        </mc:Choice>
        <mc:Fallback xmlns="">
          <p:pic>
            <p:nvPicPr>
              <p:cNvPr id="7" name="筆跡 6">
                <a:extLst>
                  <a:ext uri="{FF2B5EF4-FFF2-40B4-BE49-F238E27FC236}">
                    <a16:creationId xmlns:a16="http://schemas.microsoft.com/office/drawing/2014/main" id="{0064AD77-B886-BAD5-5590-6A53E3235085}"/>
                  </a:ext>
                </a:extLst>
              </p:cNvPr>
              <p:cNvPicPr/>
              <p:nvPr/>
            </p:nvPicPr>
            <p:blipFill>
              <a:blip r:embed="rId4"/>
              <a:stretch>
                <a:fillRect/>
              </a:stretch>
            </p:blipFill>
            <p:spPr>
              <a:xfrm>
                <a:off x="4586074" y="4732166"/>
                <a:ext cx="82296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筆跡 7">
                <a:extLst>
                  <a:ext uri="{FF2B5EF4-FFF2-40B4-BE49-F238E27FC236}">
                    <a16:creationId xmlns:a16="http://schemas.microsoft.com/office/drawing/2014/main" id="{ACB0C482-23AA-BE87-1969-F5E516F21463}"/>
                  </a:ext>
                </a:extLst>
              </p14:cNvPr>
              <p14:cNvContentPartPr/>
              <p14:nvPr/>
            </p14:nvContentPartPr>
            <p14:xfrm>
              <a:off x="4571674" y="4407086"/>
              <a:ext cx="804600" cy="12240"/>
            </p14:xfrm>
          </p:contentPart>
        </mc:Choice>
        <mc:Fallback xmlns="">
          <p:pic>
            <p:nvPicPr>
              <p:cNvPr id="8" name="筆跡 7">
                <a:extLst>
                  <a:ext uri="{FF2B5EF4-FFF2-40B4-BE49-F238E27FC236}">
                    <a16:creationId xmlns:a16="http://schemas.microsoft.com/office/drawing/2014/main" id="{ACB0C482-23AA-BE87-1969-F5E516F21463}"/>
                  </a:ext>
                </a:extLst>
              </p:cNvPr>
              <p:cNvPicPr/>
              <p:nvPr/>
            </p:nvPicPr>
            <p:blipFill>
              <a:blip r:embed="rId6"/>
              <a:stretch>
                <a:fillRect/>
              </a:stretch>
            </p:blipFill>
            <p:spPr>
              <a:xfrm>
                <a:off x="4553674" y="4389446"/>
                <a:ext cx="84024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筆跡 8">
                <a:extLst>
                  <a:ext uri="{FF2B5EF4-FFF2-40B4-BE49-F238E27FC236}">
                    <a16:creationId xmlns:a16="http://schemas.microsoft.com/office/drawing/2014/main" id="{D32A06D6-1FA4-BD45-2902-CBADAD758E2C}"/>
                  </a:ext>
                </a:extLst>
              </p14:cNvPr>
              <p14:cNvContentPartPr/>
              <p14:nvPr/>
            </p14:nvContentPartPr>
            <p14:xfrm>
              <a:off x="4582474" y="5104406"/>
              <a:ext cx="826560" cy="34560"/>
            </p14:xfrm>
          </p:contentPart>
        </mc:Choice>
        <mc:Fallback xmlns="">
          <p:pic>
            <p:nvPicPr>
              <p:cNvPr id="9" name="筆跡 8">
                <a:extLst>
                  <a:ext uri="{FF2B5EF4-FFF2-40B4-BE49-F238E27FC236}">
                    <a16:creationId xmlns:a16="http://schemas.microsoft.com/office/drawing/2014/main" id="{D32A06D6-1FA4-BD45-2902-CBADAD758E2C}"/>
                  </a:ext>
                </a:extLst>
              </p:cNvPr>
              <p:cNvPicPr/>
              <p:nvPr/>
            </p:nvPicPr>
            <p:blipFill>
              <a:blip r:embed="rId8"/>
              <a:stretch>
                <a:fillRect/>
              </a:stretch>
            </p:blipFill>
            <p:spPr>
              <a:xfrm>
                <a:off x="4564474" y="5086406"/>
                <a:ext cx="862200" cy="70200"/>
              </a:xfrm>
              <a:prstGeom prst="rect">
                <a:avLst/>
              </a:prstGeom>
            </p:spPr>
          </p:pic>
        </mc:Fallback>
      </mc:AlternateContent>
    </p:spTree>
    <p:extLst>
      <p:ext uri="{BB962C8B-B14F-4D97-AF65-F5344CB8AC3E}">
        <p14:creationId xmlns:p14="http://schemas.microsoft.com/office/powerpoint/2010/main" val="407102620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D73AE85-C521-0826-01B5-B5F417C00900}"/>
              </a:ext>
            </a:extLst>
          </p:cNvPr>
          <p:cNvSpPr>
            <a:spLocks noGrp="1"/>
          </p:cNvSpPr>
          <p:nvPr>
            <p:ph type="sldNum" sz="quarter" idx="12"/>
          </p:nvPr>
        </p:nvSpPr>
        <p:spPr/>
        <p:txBody>
          <a:bodyPr/>
          <a:lstStyle/>
          <a:p>
            <a:fld id="{55935506-5D51-4B07-8BDD-18CEF4E05E0A}" type="slidenum">
              <a:rPr lang="zh-TW" altLang="en-US" smtClean="0"/>
              <a:t>11</a:t>
            </a:fld>
            <a:endParaRPr lang="zh-TW" altLang="en-US"/>
          </a:p>
        </p:txBody>
      </p:sp>
      <p:sp>
        <p:nvSpPr>
          <p:cNvPr id="2" name="文字方塊 1">
            <a:extLst>
              <a:ext uri="{FF2B5EF4-FFF2-40B4-BE49-F238E27FC236}">
                <a16:creationId xmlns:a16="http://schemas.microsoft.com/office/drawing/2014/main" id="{D38050BD-EB6A-668F-F6EC-6E1DB8DBCB82}"/>
              </a:ext>
            </a:extLst>
          </p:cNvPr>
          <p:cNvSpPr txBox="1"/>
          <p:nvPr/>
        </p:nvSpPr>
        <p:spPr>
          <a:xfrm>
            <a:off x="1475014" y="1611086"/>
            <a:ext cx="9241971" cy="1200329"/>
          </a:xfrm>
          <a:prstGeom prst="rect">
            <a:avLst/>
          </a:prstGeom>
          <a:noFill/>
        </p:spPr>
        <p:txBody>
          <a:bodyPr wrap="square" rtlCol="0">
            <a:spAutoFit/>
          </a:bodyPr>
          <a:lstStyle/>
          <a:p>
            <a:r>
              <a:rPr lang="en-US" altLang="zh-TW" sz="2400" b="0" i="0" dirty="0">
                <a:solidFill>
                  <a:srgbClr val="000000"/>
                </a:solidFill>
                <a:effectLst/>
                <a:latin typeface="Times New Roman" panose="02020603050405020304" pitchFamily="18" charset="0"/>
              </a:rPr>
              <a:t>Another approach would be to assume that the correctness of S and J's predictions are statistically </a:t>
            </a:r>
            <a:r>
              <a:rPr lang="en-US" altLang="zh-TW" sz="2400" b="0" i="0" dirty="0">
                <a:solidFill>
                  <a:srgbClr val="FF0000"/>
                </a:solidFill>
                <a:effectLst/>
                <a:latin typeface="Times New Roman" panose="02020603050405020304" pitchFamily="18" charset="0"/>
              </a:rPr>
              <a:t>independent</a:t>
            </a:r>
            <a:r>
              <a:rPr lang="en-US" altLang="zh-TW" sz="2400" b="0" i="0" dirty="0">
                <a:solidFill>
                  <a:srgbClr val="000000"/>
                </a:solidFill>
                <a:effectLst/>
                <a:latin typeface="Times New Roman" panose="02020603050405020304" pitchFamily="18" charset="0"/>
              </a:rPr>
              <a:t>, in the sense that they are each just as likely to be right regardless of whether the other is right or wrong. </a:t>
            </a:r>
            <a:endParaRPr lang="zh-TW" altLang="en-US" sz="2400" dirty="0"/>
          </a:p>
        </p:txBody>
      </p:sp>
    </p:spTree>
    <p:extLst>
      <p:ext uri="{BB962C8B-B14F-4D97-AF65-F5344CB8AC3E}">
        <p14:creationId xmlns:p14="http://schemas.microsoft.com/office/powerpoint/2010/main" val="131631399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B83E37A-C828-3BB7-2002-EA13E3013569}"/>
              </a:ext>
            </a:extLst>
          </p:cNvPr>
          <p:cNvSpPr>
            <a:spLocks noGrp="1"/>
          </p:cNvSpPr>
          <p:nvPr>
            <p:ph type="sldNum" sz="quarter" idx="12"/>
          </p:nvPr>
        </p:nvSpPr>
        <p:spPr/>
        <p:txBody>
          <a:bodyPr/>
          <a:lstStyle/>
          <a:p>
            <a:fld id="{55935506-5D51-4B07-8BDD-18CEF4E05E0A}" type="slidenum">
              <a:rPr lang="zh-TW" altLang="en-US" smtClean="0"/>
              <a:t>12</a:t>
            </a:fld>
            <a:endParaRPr lang="zh-TW" altLang="en-US"/>
          </a:p>
        </p:txBody>
      </p:sp>
      <p:pic>
        <p:nvPicPr>
          <p:cNvPr id="6" name="圖片 5">
            <a:extLst>
              <a:ext uri="{FF2B5EF4-FFF2-40B4-BE49-F238E27FC236}">
                <a16:creationId xmlns:a16="http://schemas.microsoft.com/office/drawing/2014/main" id="{AD6238E3-49AC-0569-6606-A6B726C0AAB5}"/>
              </a:ext>
            </a:extLst>
          </p:cNvPr>
          <p:cNvPicPr>
            <a:picLocks noChangeAspect="1"/>
          </p:cNvPicPr>
          <p:nvPr/>
        </p:nvPicPr>
        <p:blipFill rotWithShape="1">
          <a:blip r:embed="rId2"/>
          <a:srcRect b="58400"/>
          <a:stretch/>
        </p:blipFill>
        <p:spPr>
          <a:xfrm>
            <a:off x="5767470" y="2998335"/>
            <a:ext cx="4729472" cy="861320"/>
          </a:xfrm>
          <a:prstGeom prst="rect">
            <a:avLst/>
          </a:prstGeom>
        </p:spPr>
      </p:pic>
      <p:pic>
        <p:nvPicPr>
          <p:cNvPr id="9" name="圖片 8">
            <a:extLst>
              <a:ext uri="{FF2B5EF4-FFF2-40B4-BE49-F238E27FC236}">
                <a16:creationId xmlns:a16="http://schemas.microsoft.com/office/drawing/2014/main" id="{6391EF00-F8B7-65C5-7BED-C94E111F46B4}"/>
              </a:ext>
            </a:extLst>
          </p:cNvPr>
          <p:cNvPicPr>
            <a:picLocks noChangeAspect="1"/>
          </p:cNvPicPr>
          <p:nvPr/>
        </p:nvPicPr>
        <p:blipFill>
          <a:blip r:embed="rId3"/>
          <a:stretch>
            <a:fillRect/>
          </a:stretch>
        </p:blipFill>
        <p:spPr>
          <a:xfrm>
            <a:off x="469017" y="888914"/>
            <a:ext cx="5298453" cy="5080163"/>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筆跡 9">
                <a:extLst>
                  <a:ext uri="{FF2B5EF4-FFF2-40B4-BE49-F238E27FC236}">
                    <a16:creationId xmlns:a16="http://schemas.microsoft.com/office/drawing/2014/main" id="{53C192C9-50A7-F497-AA72-BC180FE690EB}"/>
                  </a:ext>
                </a:extLst>
              </p14:cNvPr>
              <p14:cNvContentPartPr/>
              <p14:nvPr/>
            </p14:nvContentPartPr>
            <p14:xfrm>
              <a:off x="979234" y="2241326"/>
              <a:ext cx="1185480" cy="33480"/>
            </p14:xfrm>
          </p:contentPart>
        </mc:Choice>
        <mc:Fallback xmlns="">
          <p:pic>
            <p:nvPicPr>
              <p:cNvPr id="10" name="筆跡 9">
                <a:extLst>
                  <a:ext uri="{FF2B5EF4-FFF2-40B4-BE49-F238E27FC236}">
                    <a16:creationId xmlns:a16="http://schemas.microsoft.com/office/drawing/2014/main" id="{53C192C9-50A7-F497-AA72-BC180FE690EB}"/>
                  </a:ext>
                </a:extLst>
              </p:cNvPr>
              <p:cNvPicPr/>
              <p:nvPr/>
            </p:nvPicPr>
            <p:blipFill>
              <a:blip r:embed="rId5"/>
              <a:stretch>
                <a:fillRect/>
              </a:stretch>
            </p:blipFill>
            <p:spPr>
              <a:xfrm>
                <a:off x="961594" y="2223326"/>
                <a:ext cx="122112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筆跡 10">
                <a:extLst>
                  <a:ext uri="{FF2B5EF4-FFF2-40B4-BE49-F238E27FC236}">
                    <a16:creationId xmlns:a16="http://schemas.microsoft.com/office/drawing/2014/main" id="{7797D8C1-BE2C-51CF-A036-090E9D0DE006}"/>
                  </a:ext>
                </a:extLst>
              </p14:cNvPr>
              <p14:cNvContentPartPr/>
              <p14:nvPr/>
            </p14:nvContentPartPr>
            <p14:xfrm>
              <a:off x="957634" y="5571686"/>
              <a:ext cx="1239840" cy="78120"/>
            </p14:xfrm>
          </p:contentPart>
        </mc:Choice>
        <mc:Fallback xmlns="">
          <p:pic>
            <p:nvPicPr>
              <p:cNvPr id="11" name="筆跡 10">
                <a:extLst>
                  <a:ext uri="{FF2B5EF4-FFF2-40B4-BE49-F238E27FC236}">
                    <a16:creationId xmlns:a16="http://schemas.microsoft.com/office/drawing/2014/main" id="{7797D8C1-BE2C-51CF-A036-090E9D0DE006}"/>
                  </a:ext>
                </a:extLst>
              </p:cNvPr>
              <p:cNvPicPr/>
              <p:nvPr/>
            </p:nvPicPr>
            <p:blipFill>
              <a:blip r:embed="rId7"/>
              <a:stretch>
                <a:fillRect/>
              </a:stretch>
            </p:blipFill>
            <p:spPr>
              <a:xfrm>
                <a:off x="939994" y="5553686"/>
                <a:ext cx="127548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筆跡 15">
                <a:extLst>
                  <a:ext uri="{FF2B5EF4-FFF2-40B4-BE49-F238E27FC236}">
                    <a16:creationId xmlns:a16="http://schemas.microsoft.com/office/drawing/2014/main" id="{4ECF0F45-7DA2-853D-FE2C-E68A4FF39EFD}"/>
                  </a:ext>
                </a:extLst>
              </p14:cNvPr>
              <p14:cNvContentPartPr/>
              <p14:nvPr/>
            </p14:nvContentPartPr>
            <p14:xfrm>
              <a:off x="1044754" y="3242486"/>
              <a:ext cx="1076760" cy="12600"/>
            </p14:xfrm>
          </p:contentPart>
        </mc:Choice>
        <mc:Fallback xmlns="">
          <p:pic>
            <p:nvPicPr>
              <p:cNvPr id="16" name="筆跡 15">
                <a:extLst>
                  <a:ext uri="{FF2B5EF4-FFF2-40B4-BE49-F238E27FC236}">
                    <a16:creationId xmlns:a16="http://schemas.microsoft.com/office/drawing/2014/main" id="{4ECF0F45-7DA2-853D-FE2C-E68A4FF39EFD}"/>
                  </a:ext>
                </a:extLst>
              </p:cNvPr>
              <p:cNvPicPr/>
              <p:nvPr/>
            </p:nvPicPr>
            <p:blipFill>
              <a:blip r:embed="rId9"/>
              <a:stretch>
                <a:fillRect/>
              </a:stretch>
            </p:blipFill>
            <p:spPr>
              <a:xfrm>
                <a:off x="1026754" y="3224846"/>
                <a:ext cx="111240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7" name="筆跡 16">
                <a:extLst>
                  <a:ext uri="{FF2B5EF4-FFF2-40B4-BE49-F238E27FC236}">
                    <a16:creationId xmlns:a16="http://schemas.microsoft.com/office/drawing/2014/main" id="{D77CFAD3-3493-10C6-1E14-9B7200CE4E7D}"/>
                  </a:ext>
                </a:extLst>
              </p14:cNvPr>
              <p14:cNvContentPartPr/>
              <p14:nvPr/>
            </p14:nvContentPartPr>
            <p14:xfrm>
              <a:off x="1066354" y="4636406"/>
              <a:ext cx="1044360" cy="11880"/>
            </p14:xfrm>
          </p:contentPart>
        </mc:Choice>
        <mc:Fallback xmlns="">
          <p:pic>
            <p:nvPicPr>
              <p:cNvPr id="17" name="筆跡 16">
                <a:extLst>
                  <a:ext uri="{FF2B5EF4-FFF2-40B4-BE49-F238E27FC236}">
                    <a16:creationId xmlns:a16="http://schemas.microsoft.com/office/drawing/2014/main" id="{D77CFAD3-3493-10C6-1E14-9B7200CE4E7D}"/>
                  </a:ext>
                </a:extLst>
              </p:cNvPr>
              <p:cNvPicPr/>
              <p:nvPr/>
            </p:nvPicPr>
            <p:blipFill>
              <a:blip r:embed="rId11"/>
              <a:stretch>
                <a:fillRect/>
              </a:stretch>
            </p:blipFill>
            <p:spPr>
              <a:xfrm>
                <a:off x="1048354" y="4618406"/>
                <a:ext cx="10800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8" name="筆跡 17">
                <a:extLst>
                  <a:ext uri="{FF2B5EF4-FFF2-40B4-BE49-F238E27FC236}">
                    <a16:creationId xmlns:a16="http://schemas.microsoft.com/office/drawing/2014/main" id="{07164B1B-C2A9-DB6D-B002-074FA4644D3A}"/>
                  </a:ext>
                </a:extLst>
              </p14:cNvPr>
              <p14:cNvContentPartPr/>
              <p14:nvPr/>
            </p14:nvContentPartPr>
            <p14:xfrm>
              <a:off x="2264074" y="2132966"/>
              <a:ext cx="208800" cy="837360"/>
            </p14:xfrm>
          </p:contentPart>
        </mc:Choice>
        <mc:Fallback xmlns="">
          <p:pic>
            <p:nvPicPr>
              <p:cNvPr id="18" name="筆跡 17">
                <a:extLst>
                  <a:ext uri="{FF2B5EF4-FFF2-40B4-BE49-F238E27FC236}">
                    <a16:creationId xmlns:a16="http://schemas.microsoft.com/office/drawing/2014/main" id="{07164B1B-C2A9-DB6D-B002-074FA4644D3A}"/>
                  </a:ext>
                </a:extLst>
              </p:cNvPr>
              <p:cNvPicPr/>
              <p:nvPr/>
            </p:nvPicPr>
            <p:blipFill>
              <a:blip r:embed="rId13"/>
              <a:stretch>
                <a:fillRect/>
              </a:stretch>
            </p:blipFill>
            <p:spPr>
              <a:xfrm>
                <a:off x="2246074" y="2115326"/>
                <a:ext cx="244440" cy="873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筆跡 18">
                <a:extLst>
                  <a:ext uri="{FF2B5EF4-FFF2-40B4-BE49-F238E27FC236}">
                    <a16:creationId xmlns:a16="http://schemas.microsoft.com/office/drawing/2014/main" id="{CC61C3E3-511F-1E50-7D53-40F601818792}"/>
                  </a:ext>
                </a:extLst>
              </p14:cNvPr>
              <p14:cNvContentPartPr/>
              <p14:nvPr/>
            </p14:nvContentPartPr>
            <p14:xfrm>
              <a:off x="2242114" y="4593206"/>
              <a:ext cx="198360" cy="767160"/>
            </p14:xfrm>
          </p:contentPart>
        </mc:Choice>
        <mc:Fallback xmlns="">
          <p:pic>
            <p:nvPicPr>
              <p:cNvPr id="19" name="筆跡 18">
                <a:extLst>
                  <a:ext uri="{FF2B5EF4-FFF2-40B4-BE49-F238E27FC236}">
                    <a16:creationId xmlns:a16="http://schemas.microsoft.com/office/drawing/2014/main" id="{CC61C3E3-511F-1E50-7D53-40F601818792}"/>
                  </a:ext>
                </a:extLst>
              </p:cNvPr>
              <p:cNvPicPr/>
              <p:nvPr/>
            </p:nvPicPr>
            <p:blipFill>
              <a:blip r:embed="rId15"/>
              <a:stretch>
                <a:fillRect/>
              </a:stretch>
            </p:blipFill>
            <p:spPr>
              <a:xfrm>
                <a:off x="2224114" y="4575566"/>
                <a:ext cx="234000" cy="802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0" name="筆跡 19">
                <a:extLst>
                  <a:ext uri="{FF2B5EF4-FFF2-40B4-BE49-F238E27FC236}">
                    <a16:creationId xmlns:a16="http://schemas.microsoft.com/office/drawing/2014/main" id="{C0F2E130-E729-F5B8-121A-BC539F8AB253}"/>
                  </a:ext>
                </a:extLst>
              </p14:cNvPr>
              <p14:cNvContentPartPr/>
              <p14:nvPr/>
            </p14:nvContentPartPr>
            <p14:xfrm>
              <a:off x="1588714" y="969806"/>
              <a:ext cx="253440" cy="163440"/>
            </p14:xfrm>
          </p:contentPart>
        </mc:Choice>
        <mc:Fallback xmlns="">
          <p:pic>
            <p:nvPicPr>
              <p:cNvPr id="20" name="筆跡 19">
                <a:extLst>
                  <a:ext uri="{FF2B5EF4-FFF2-40B4-BE49-F238E27FC236}">
                    <a16:creationId xmlns:a16="http://schemas.microsoft.com/office/drawing/2014/main" id="{C0F2E130-E729-F5B8-121A-BC539F8AB253}"/>
                  </a:ext>
                </a:extLst>
              </p:cNvPr>
              <p:cNvPicPr/>
              <p:nvPr/>
            </p:nvPicPr>
            <p:blipFill>
              <a:blip r:embed="rId17"/>
              <a:stretch>
                <a:fillRect/>
              </a:stretch>
            </p:blipFill>
            <p:spPr>
              <a:xfrm>
                <a:off x="1571074" y="952166"/>
                <a:ext cx="28908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1" name="筆跡 20">
                <a:extLst>
                  <a:ext uri="{FF2B5EF4-FFF2-40B4-BE49-F238E27FC236}">
                    <a16:creationId xmlns:a16="http://schemas.microsoft.com/office/drawing/2014/main" id="{208D0F4A-E54B-7188-FC91-410ECF17D07E}"/>
                  </a:ext>
                </a:extLst>
              </p14:cNvPr>
              <p14:cNvContentPartPr/>
              <p14:nvPr/>
            </p14:nvContentPartPr>
            <p14:xfrm>
              <a:off x="1359754" y="1838846"/>
              <a:ext cx="447840" cy="425880"/>
            </p14:xfrm>
          </p:contentPart>
        </mc:Choice>
        <mc:Fallback xmlns="">
          <p:pic>
            <p:nvPicPr>
              <p:cNvPr id="21" name="筆跡 20">
                <a:extLst>
                  <a:ext uri="{FF2B5EF4-FFF2-40B4-BE49-F238E27FC236}">
                    <a16:creationId xmlns:a16="http://schemas.microsoft.com/office/drawing/2014/main" id="{208D0F4A-E54B-7188-FC91-410ECF17D07E}"/>
                  </a:ext>
                </a:extLst>
              </p:cNvPr>
              <p:cNvPicPr/>
              <p:nvPr/>
            </p:nvPicPr>
            <p:blipFill>
              <a:blip r:embed="rId19"/>
              <a:stretch>
                <a:fillRect/>
              </a:stretch>
            </p:blipFill>
            <p:spPr>
              <a:xfrm>
                <a:off x="1341754" y="1820846"/>
                <a:ext cx="483480" cy="461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2" name="筆跡 21">
                <a:extLst>
                  <a:ext uri="{FF2B5EF4-FFF2-40B4-BE49-F238E27FC236}">
                    <a16:creationId xmlns:a16="http://schemas.microsoft.com/office/drawing/2014/main" id="{650D7207-C945-1D29-E6E2-ADE875A9BA65}"/>
                  </a:ext>
                </a:extLst>
              </p14:cNvPr>
              <p14:cNvContentPartPr/>
              <p14:nvPr/>
            </p14:nvContentPartPr>
            <p14:xfrm>
              <a:off x="1336714" y="2729486"/>
              <a:ext cx="438120" cy="429480"/>
            </p14:xfrm>
          </p:contentPart>
        </mc:Choice>
        <mc:Fallback xmlns="">
          <p:pic>
            <p:nvPicPr>
              <p:cNvPr id="22" name="筆跡 21">
                <a:extLst>
                  <a:ext uri="{FF2B5EF4-FFF2-40B4-BE49-F238E27FC236}">
                    <a16:creationId xmlns:a16="http://schemas.microsoft.com/office/drawing/2014/main" id="{650D7207-C945-1D29-E6E2-ADE875A9BA65}"/>
                  </a:ext>
                </a:extLst>
              </p:cNvPr>
              <p:cNvPicPr/>
              <p:nvPr/>
            </p:nvPicPr>
            <p:blipFill>
              <a:blip r:embed="rId21"/>
              <a:stretch>
                <a:fillRect/>
              </a:stretch>
            </p:blipFill>
            <p:spPr>
              <a:xfrm>
                <a:off x="1319074" y="2711486"/>
                <a:ext cx="473760" cy="465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3" name="筆跡 22">
                <a:extLst>
                  <a:ext uri="{FF2B5EF4-FFF2-40B4-BE49-F238E27FC236}">
                    <a16:creationId xmlns:a16="http://schemas.microsoft.com/office/drawing/2014/main" id="{284C067C-B299-4B1D-3F9A-879E156B2758}"/>
                  </a:ext>
                </a:extLst>
              </p14:cNvPr>
              <p14:cNvContentPartPr/>
              <p14:nvPr/>
            </p14:nvContentPartPr>
            <p14:xfrm>
              <a:off x="1402234" y="4211246"/>
              <a:ext cx="450000" cy="427320"/>
            </p14:xfrm>
          </p:contentPart>
        </mc:Choice>
        <mc:Fallback xmlns="">
          <p:pic>
            <p:nvPicPr>
              <p:cNvPr id="23" name="筆跡 22">
                <a:extLst>
                  <a:ext uri="{FF2B5EF4-FFF2-40B4-BE49-F238E27FC236}">
                    <a16:creationId xmlns:a16="http://schemas.microsoft.com/office/drawing/2014/main" id="{284C067C-B299-4B1D-3F9A-879E156B2758}"/>
                  </a:ext>
                </a:extLst>
              </p:cNvPr>
              <p:cNvPicPr/>
              <p:nvPr/>
            </p:nvPicPr>
            <p:blipFill>
              <a:blip r:embed="rId23"/>
              <a:stretch>
                <a:fillRect/>
              </a:stretch>
            </p:blipFill>
            <p:spPr>
              <a:xfrm>
                <a:off x="1384594" y="4193246"/>
                <a:ext cx="485640" cy="462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4" name="筆跡 23">
                <a:extLst>
                  <a:ext uri="{FF2B5EF4-FFF2-40B4-BE49-F238E27FC236}">
                    <a16:creationId xmlns:a16="http://schemas.microsoft.com/office/drawing/2014/main" id="{FA5C9632-6FCB-DCC8-06C8-CC8082B9C4EF}"/>
                  </a:ext>
                </a:extLst>
              </p14:cNvPr>
              <p14:cNvContentPartPr/>
              <p14:nvPr/>
            </p14:nvContentPartPr>
            <p14:xfrm>
              <a:off x="1391794" y="5158046"/>
              <a:ext cx="480960" cy="470520"/>
            </p14:xfrm>
          </p:contentPart>
        </mc:Choice>
        <mc:Fallback xmlns="">
          <p:pic>
            <p:nvPicPr>
              <p:cNvPr id="24" name="筆跡 23">
                <a:extLst>
                  <a:ext uri="{FF2B5EF4-FFF2-40B4-BE49-F238E27FC236}">
                    <a16:creationId xmlns:a16="http://schemas.microsoft.com/office/drawing/2014/main" id="{FA5C9632-6FCB-DCC8-06C8-CC8082B9C4EF}"/>
                  </a:ext>
                </a:extLst>
              </p:cNvPr>
              <p:cNvPicPr/>
              <p:nvPr/>
            </p:nvPicPr>
            <p:blipFill>
              <a:blip r:embed="rId25"/>
              <a:stretch>
                <a:fillRect/>
              </a:stretch>
            </p:blipFill>
            <p:spPr>
              <a:xfrm>
                <a:off x="1374154" y="5140046"/>
                <a:ext cx="516600" cy="506160"/>
              </a:xfrm>
              <a:prstGeom prst="rect">
                <a:avLst/>
              </a:prstGeom>
            </p:spPr>
          </p:pic>
        </mc:Fallback>
      </mc:AlternateContent>
    </p:spTree>
    <p:extLst>
      <p:ext uri="{BB962C8B-B14F-4D97-AF65-F5344CB8AC3E}">
        <p14:creationId xmlns:p14="http://schemas.microsoft.com/office/powerpoint/2010/main" val="287864540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B83E37A-C828-3BB7-2002-EA13E3013569}"/>
              </a:ext>
            </a:extLst>
          </p:cNvPr>
          <p:cNvSpPr>
            <a:spLocks noGrp="1"/>
          </p:cNvSpPr>
          <p:nvPr>
            <p:ph type="sldNum" sz="quarter" idx="12"/>
          </p:nvPr>
        </p:nvSpPr>
        <p:spPr/>
        <p:txBody>
          <a:bodyPr/>
          <a:lstStyle/>
          <a:p>
            <a:fld id="{55935506-5D51-4B07-8BDD-18CEF4E05E0A}" type="slidenum">
              <a:rPr lang="zh-TW" altLang="en-US" smtClean="0"/>
              <a:t>13</a:t>
            </a:fld>
            <a:endParaRPr lang="zh-TW" altLang="en-US"/>
          </a:p>
        </p:txBody>
      </p:sp>
      <p:pic>
        <p:nvPicPr>
          <p:cNvPr id="6" name="圖片 5">
            <a:extLst>
              <a:ext uri="{FF2B5EF4-FFF2-40B4-BE49-F238E27FC236}">
                <a16:creationId xmlns:a16="http://schemas.microsoft.com/office/drawing/2014/main" id="{AD6238E3-49AC-0569-6606-A6B726C0AAB5}"/>
              </a:ext>
            </a:extLst>
          </p:cNvPr>
          <p:cNvPicPr>
            <a:picLocks noChangeAspect="1"/>
          </p:cNvPicPr>
          <p:nvPr/>
        </p:nvPicPr>
        <p:blipFill rotWithShape="1">
          <a:blip r:embed="rId2"/>
          <a:srcRect b="58400"/>
          <a:stretch/>
        </p:blipFill>
        <p:spPr>
          <a:xfrm>
            <a:off x="5767470" y="2998335"/>
            <a:ext cx="4729472" cy="861320"/>
          </a:xfrm>
          <a:prstGeom prst="rect">
            <a:avLst/>
          </a:prstGeom>
        </p:spPr>
      </p:pic>
      <p:pic>
        <p:nvPicPr>
          <p:cNvPr id="9" name="圖片 8">
            <a:extLst>
              <a:ext uri="{FF2B5EF4-FFF2-40B4-BE49-F238E27FC236}">
                <a16:creationId xmlns:a16="http://schemas.microsoft.com/office/drawing/2014/main" id="{6391EF00-F8B7-65C5-7BED-C94E111F46B4}"/>
              </a:ext>
            </a:extLst>
          </p:cNvPr>
          <p:cNvPicPr>
            <a:picLocks noChangeAspect="1"/>
          </p:cNvPicPr>
          <p:nvPr/>
        </p:nvPicPr>
        <p:blipFill>
          <a:blip r:embed="rId3"/>
          <a:stretch>
            <a:fillRect/>
          </a:stretch>
        </p:blipFill>
        <p:spPr>
          <a:xfrm>
            <a:off x="469017" y="888914"/>
            <a:ext cx="5298453" cy="5080163"/>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筆跡 7">
                <a:extLst>
                  <a:ext uri="{FF2B5EF4-FFF2-40B4-BE49-F238E27FC236}">
                    <a16:creationId xmlns:a16="http://schemas.microsoft.com/office/drawing/2014/main" id="{C32EF548-010F-EA3A-0F1B-4EF70172BC70}"/>
                  </a:ext>
                </a:extLst>
              </p14:cNvPr>
              <p14:cNvContentPartPr/>
              <p14:nvPr/>
            </p14:nvContentPartPr>
            <p14:xfrm>
              <a:off x="1621851" y="878006"/>
              <a:ext cx="432000" cy="284760"/>
            </p14:xfrm>
          </p:contentPart>
        </mc:Choice>
        <mc:Fallback xmlns="">
          <p:pic>
            <p:nvPicPr>
              <p:cNvPr id="8" name="筆跡 7">
                <a:extLst>
                  <a:ext uri="{FF2B5EF4-FFF2-40B4-BE49-F238E27FC236}">
                    <a16:creationId xmlns:a16="http://schemas.microsoft.com/office/drawing/2014/main" id="{C32EF548-010F-EA3A-0F1B-4EF70172BC70}"/>
                  </a:ext>
                </a:extLst>
              </p:cNvPr>
              <p:cNvPicPr/>
              <p:nvPr/>
            </p:nvPicPr>
            <p:blipFill>
              <a:blip r:embed="rId5"/>
              <a:stretch>
                <a:fillRect/>
              </a:stretch>
            </p:blipFill>
            <p:spPr>
              <a:xfrm>
                <a:off x="1603851" y="860366"/>
                <a:ext cx="467640" cy="320400"/>
              </a:xfrm>
              <a:prstGeom prst="rect">
                <a:avLst/>
              </a:prstGeom>
            </p:spPr>
          </p:pic>
        </mc:Fallback>
      </mc:AlternateContent>
      <p:grpSp>
        <p:nvGrpSpPr>
          <p:cNvPr id="27" name="群組 26">
            <a:extLst>
              <a:ext uri="{FF2B5EF4-FFF2-40B4-BE49-F238E27FC236}">
                <a16:creationId xmlns:a16="http://schemas.microsoft.com/office/drawing/2014/main" id="{1F57F506-8CF9-54FF-2126-D185FE269CA9}"/>
              </a:ext>
            </a:extLst>
          </p:cNvPr>
          <p:cNvGrpSpPr/>
          <p:nvPr/>
        </p:nvGrpSpPr>
        <p:grpSpPr>
          <a:xfrm>
            <a:off x="957651" y="2413406"/>
            <a:ext cx="1992600" cy="2790720"/>
            <a:chOff x="957651" y="2413406"/>
            <a:chExt cx="1992600" cy="2790720"/>
          </a:xfrm>
        </p:grpSpPr>
        <mc:AlternateContent xmlns:mc="http://schemas.openxmlformats.org/markup-compatibility/2006" xmlns:p14="http://schemas.microsoft.com/office/powerpoint/2010/main">
          <mc:Choice Requires="p14">
            <p:contentPart p14:bwMode="auto" r:id="rId6">
              <p14:nvContentPartPr>
                <p14:cNvPr id="2" name="筆跡 1">
                  <a:extLst>
                    <a:ext uri="{FF2B5EF4-FFF2-40B4-BE49-F238E27FC236}">
                      <a16:creationId xmlns:a16="http://schemas.microsoft.com/office/drawing/2014/main" id="{A7A1C8A8-6307-22C1-59E9-4965F5BEF525}"/>
                    </a:ext>
                  </a:extLst>
                </p14:cNvPr>
                <p14:cNvContentPartPr/>
                <p14:nvPr/>
              </p14:nvContentPartPr>
              <p14:xfrm>
                <a:off x="968451" y="2762966"/>
                <a:ext cx="1316160" cy="24480"/>
              </p14:xfrm>
            </p:contentPart>
          </mc:Choice>
          <mc:Fallback xmlns="">
            <p:pic>
              <p:nvPicPr>
                <p:cNvPr id="2" name="筆跡 1">
                  <a:extLst>
                    <a:ext uri="{FF2B5EF4-FFF2-40B4-BE49-F238E27FC236}">
                      <a16:creationId xmlns:a16="http://schemas.microsoft.com/office/drawing/2014/main" id="{A7A1C8A8-6307-22C1-59E9-4965F5BEF525}"/>
                    </a:ext>
                  </a:extLst>
                </p:cNvPr>
                <p:cNvPicPr/>
                <p:nvPr/>
              </p:nvPicPr>
              <p:blipFill>
                <a:blip r:embed="rId7"/>
                <a:stretch>
                  <a:fillRect/>
                </a:stretch>
              </p:blipFill>
              <p:spPr>
                <a:xfrm>
                  <a:off x="950811" y="2745326"/>
                  <a:ext cx="135180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筆跡 2">
                  <a:extLst>
                    <a:ext uri="{FF2B5EF4-FFF2-40B4-BE49-F238E27FC236}">
                      <a16:creationId xmlns:a16="http://schemas.microsoft.com/office/drawing/2014/main" id="{55D7B8B3-111D-FE51-5A81-90D248EB76D3}"/>
                    </a:ext>
                  </a:extLst>
                </p14:cNvPr>
                <p14:cNvContentPartPr/>
                <p14:nvPr/>
              </p14:nvContentPartPr>
              <p14:xfrm>
                <a:off x="1023171" y="3667286"/>
                <a:ext cx="1152720" cy="34200"/>
              </p14:xfrm>
            </p:contentPart>
          </mc:Choice>
          <mc:Fallback xmlns="">
            <p:pic>
              <p:nvPicPr>
                <p:cNvPr id="3" name="筆跡 2">
                  <a:extLst>
                    <a:ext uri="{FF2B5EF4-FFF2-40B4-BE49-F238E27FC236}">
                      <a16:creationId xmlns:a16="http://schemas.microsoft.com/office/drawing/2014/main" id="{55D7B8B3-111D-FE51-5A81-90D248EB76D3}"/>
                    </a:ext>
                  </a:extLst>
                </p:cNvPr>
                <p:cNvPicPr/>
                <p:nvPr/>
              </p:nvPicPr>
              <p:blipFill>
                <a:blip r:embed="rId9"/>
                <a:stretch>
                  <a:fillRect/>
                </a:stretch>
              </p:blipFill>
              <p:spPr>
                <a:xfrm>
                  <a:off x="1005171" y="3649646"/>
                  <a:ext cx="118836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筆跡 4">
                  <a:extLst>
                    <a:ext uri="{FF2B5EF4-FFF2-40B4-BE49-F238E27FC236}">
                      <a16:creationId xmlns:a16="http://schemas.microsoft.com/office/drawing/2014/main" id="{631F0CEA-A75D-7C75-D67B-FD8929E9CFD2}"/>
                    </a:ext>
                  </a:extLst>
                </p14:cNvPr>
                <p14:cNvContentPartPr/>
                <p14:nvPr/>
              </p14:nvContentPartPr>
              <p14:xfrm>
                <a:off x="957651" y="4201166"/>
                <a:ext cx="1120320" cy="33120"/>
              </p14:xfrm>
            </p:contentPart>
          </mc:Choice>
          <mc:Fallback xmlns="">
            <p:pic>
              <p:nvPicPr>
                <p:cNvPr id="5" name="筆跡 4">
                  <a:extLst>
                    <a:ext uri="{FF2B5EF4-FFF2-40B4-BE49-F238E27FC236}">
                      <a16:creationId xmlns:a16="http://schemas.microsoft.com/office/drawing/2014/main" id="{631F0CEA-A75D-7C75-D67B-FD8929E9CFD2}"/>
                    </a:ext>
                  </a:extLst>
                </p:cNvPr>
                <p:cNvPicPr/>
                <p:nvPr/>
              </p:nvPicPr>
              <p:blipFill>
                <a:blip r:embed="rId11"/>
                <a:stretch>
                  <a:fillRect/>
                </a:stretch>
              </p:blipFill>
              <p:spPr>
                <a:xfrm>
                  <a:off x="940011" y="4183166"/>
                  <a:ext cx="115596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筆跡 6">
                  <a:extLst>
                    <a:ext uri="{FF2B5EF4-FFF2-40B4-BE49-F238E27FC236}">
                      <a16:creationId xmlns:a16="http://schemas.microsoft.com/office/drawing/2014/main" id="{35F2CD40-9CA1-9B1F-15C4-414182974E36}"/>
                    </a:ext>
                  </a:extLst>
                </p14:cNvPr>
                <p14:cNvContentPartPr/>
                <p14:nvPr/>
              </p14:nvContentPartPr>
              <p14:xfrm>
                <a:off x="1023171" y="5148326"/>
                <a:ext cx="1360800" cy="34920"/>
              </p14:xfrm>
            </p:contentPart>
          </mc:Choice>
          <mc:Fallback xmlns="">
            <p:pic>
              <p:nvPicPr>
                <p:cNvPr id="7" name="筆跡 6">
                  <a:extLst>
                    <a:ext uri="{FF2B5EF4-FFF2-40B4-BE49-F238E27FC236}">
                      <a16:creationId xmlns:a16="http://schemas.microsoft.com/office/drawing/2014/main" id="{35F2CD40-9CA1-9B1F-15C4-414182974E36}"/>
                    </a:ext>
                  </a:extLst>
                </p:cNvPr>
                <p:cNvPicPr/>
                <p:nvPr/>
              </p:nvPicPr>
              <p:blipFill>
                <a:blip r:embed="rId13"/>
                <a:stretch>
                  <a:fillRect/>
                </a:stretch>
              </p:blipFill>
              <p:spPr>
                <a:xfrm>
                  <a:off x="1005171" y="5130686"/>
                  <a:ext cx="139644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筆跡 11">
                  <a:extLst>
                    <a:ext uri="{FF2B5EF4-FFF2-40B4-BE49-F238E27FC236}">
                      <a16:creationId xmlns:a16="http://schemas.microsoft.com/office/drawing/2014/main" id="{3F3928D0-B8C9-B229-008B-19CF3C1087D4}"/>
                    </a:ext>
                  </a:extLst>
                </p14:cNvPr>
                <p14:cNvContentPartPr/>
                <p14:nvPr/>
              </p14:nvContentPartPr>
              <p14:xfrm>
                <a:off x="2427891" y="2720846"/>
                <a:ext cx="338040" cy="859680"/>
              </p14:xfrm>
            </p:contentPart>
          </mc:Choice>
          <mc:Fallback xmlns="">
            <p:pic>
              <p:nvPicPr>
                <p:cNvPr id="12" name="筆跡 11">
                  <a:extLst>
                    <a:ext uri="{FF2B5EF4-FFF2-40B4-BE49-F238E27FC236}">
                      <a16:creationId xmlns:a16="http://schemas.microsoft.com/office/drawing/2014/main" id="{3F3928D0-B8C9-B229-008B-19CF3C1087D4}"/>
                    </a:ext>
                  </a:extLst>
                </p:cNvPr>
                <p:cNvPicPr/>
                <p:nvPr/>
              </p:nvPicPr>
              <p:blipFill>
                <a:blip r:embed="rId15"/>
                <a:stretch>
                  <a:fillRect/>
                </a:stretch>
              </p:blipFill>
              <p:spPr>
                <a:xfrm>
                  <a:off x="2409891" y="2703206"/>
                  <a:ext cx="373680" cy="895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筆跡 12">
                  <a:extLst>
                    <a:ext uri="{FF2B5EF4-FFF2-40B4-BE49-F238E27FC236}">
                      <a16:creationId xmlns:a16="http://schemas.microsoft.com/office/drawing/2014/main" id="{B0DCDCB7-ECC5-59CE-633C-5D06087E2097}"/>
                    </a:ext>
                  </a:extLst>
                </p14:cNvPr>
                <p14:cNvContentPartPr/>
                <p14:nvPr/>
              </p14:nvContentPartPr>
              <p14:xfrm>
                <a:off x="2590611" y="4136366"/>
                <a:ext cx="359640" cy="919080"/>
              </p14:xfrm>
            </p:contentPart>
          </mc:Choice>
          <mc:Fallback xmlns="">
            <p:pic>
              <p:nvPicPr>
                <p:cNvPr id="13" name="筆跡 12">
                  <a:extLst>
                    <a:ext uri="{FF2B5EF4-FFF2-40B4-BE49-F238E27FC236}">
                      <a16:creationId xmlns:a16="http://schemas.microsoft.com/office/drawing/2014/main" id="{B0DCDCB7-ECC5-59CE-633C-5D06087E2097}"/>
                    </a:ext>
                  </a:extLst>
                </p:cNvPr>
                <p:cNvPicPr/>
                <p:nvPr/>
              </p:nvPicPr>
              <p:blipFill>
                <a:blip r:embed="rId17"/>
                <a:stretch>
                  <a:fillRect/>
                </a:stretch>
              </p:blipFill>
              <p:spPr>
                <a:xfrm>
                  <a:off x="2572971" y="4118366"/>
                  <a:ext cx="395280" cy="954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筆跡 13">
                  <a:extLst>
                    <a:ext uri="{FF2B5EF4-FFF2-40B4-BE49-F238E27FC236}">
                      <a16:creationId xmlns:a16="http://schemas.microsoft.com/office/drawing/2014/main" id="{4208BF3E-84F5-4930-1D1C-D31C551D804A}"/>
                    </a:ext>
                  </a:extLst>
                </p14:cNvPr>
                <p14:cNvContentPartPr/>
                <p14:nvPr/>
              </p14:nvContentPartPr>
              <p14:xfrm>
                <a:off x="1391091" y="3798326"/>
                <a:ext cx="385560" cy="383040"/>
              </p14:xfrm>
            </p:contentPart>
          </mc:Choice>
          <mc:Fallback xmlns="">
            <p:pic>
              <p:nvPicPr>
                <p:cNvPr id="14" name="筆跡 13">
                  <a:extLst>
                    <a:ext uri="{FF2B5EF4-FFF2-40B4-BE49-F238E27FC236}">
                      <a16:creationId xmlns:a16="http://schemas.microsoft.com/office/drawing/2014/main" id="{4208BF3E-84F5-4930-1D1C-D31C551D804A}"/>
                    </a:ext>
                  </a:extLst>
                </p:cNvPr>
                <p:cNvPicPr/>
                <p:nvPr/>
              </p:nvPicPr>
              <p:blipFill>
                <a:blip r:embed="rId19"/>
                <a:stretch>
                  <a:fillRect/>
                </a:stretch>
              </p:blipFill>
              <p:spPr>
                <a:xfrm>
                  <a:off x="1373451" y="3780326"/>
                  <a:ext cx="421200" cy="418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筆跡 14">
                  <a:extLst>
                    <a:ext uri="{FF2B5EF4-FFF2-40B4-BE49-F238E27FC236}">
                      <a16:creationId xmlns:a16="http://schemas.microsoft.com/office/drawing/2014/main" id="{F195C47C-DB1B-596A-9713-47D02187BC9E}"/>
                    </a:ext>
                  </a:extLst>
                </p14:cNvPr>
                <p14:cNvContentPartPr/>
                <p14:nvPr/>
              </p14:nvContentPartPr>
              <p14:xfrm>
                <a:off x="1401531" y="3277406"/>
                <a:ext cx="385920" cy="381240"/>
              </p14:xfrm>
            </p:contentPart>
          </mc:Choice>
          <mc:Fallback xmlns="">
            <p:pic>
              <p:nvPicPr>
                <p:cNvPr id="15" name="筆跡 14">
                  <a:extLst>
                    <a:ext uri="{FF2B5EF4-FFF2-40B4-BE49-F238E27FC236}">
                      <a16:creationId xmlns:a16="http://schemas.microsoft.com/office/drawing/2014/main" id="{F195C47C-DB1B-596A-9713-47D02187BC9E}"/>
                    </a:ext>
                  </a:extLst>
                </p:cNvPr>
                <p:cNvPicPr/>
                <p:nvPr/>
              </p:nvPicPr>
              <p:blipFill>
                <a:blip r:embed="rId21"/>
                <a:stretch>
                  <a:fillRect/>
                </a:stretch>
              </p:blipFill>
              <p:spPr>
                <a:xfrm>
                  <a:off x="1383531" y="3259406"/>
                  <a:ext cx="421560" cy="416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5" name="筆跡 24">
                  <a:extLst>
                    <a:ext uri="{FF2B5EF4-FFF2-40B4-BE49-F238E27FC236}">
                      <a16:creationId xmlns:a16="http://schemas.microsoft.com/office/drawing/2014/main" id="{25F79897-3E9F-60EF-D771-7DB85A21DDB4}"/>
                    </a:ext>
                  </a:extLst>
                </p14:cNvPr>
                <p14:cNvContentPartPr/>
                <p14:nvPr/>
              </p14:nvContentPartPr>
              <p14:xfrm>
                <a:off x="1349331" y="2413406"/>
                <a:ext cx="435960" cy="375480"/>
              </p14:xfrm>
            </p:contentPart>
          </mc:Choice>
          <mc:Fallback xmlns="">
            <p:pic>
              <p:nvPicPr>
                <p:cNvPr id="25" name="筆跡 24">
                  <a:extLst>
                    <a:ext uri="{FF2B5EF4-FFF2-40B4-BE49-F238E27FC236}">
                      <a16:creationId xmlns:a16="http://schemas.microsoft.com/office/drawing/2014/main" id="{25F79897-3E9F-60EF-D771-7DB85A21DDB4}"/>
                    </a:ext>
                  </a:extLst>
                </p:cNvPr>
                <p:cNvPicPr/>
                <p:nvPr/>
              </p:nvPicPr>
              <p:blipFill>
                <a:blip r:embed="rId23"/>
                <a:stretch>
                  <a:fillRect/>
                </a:stretch>
              </p:blipFill>
              <p:spPr>
                <a:xfrm>
                  <a:off x="1331691" y="2395406"/>
                  <a:ext cx="471600" cy="411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6" name="筆跡 25">
                  <a:extLst>
                    <a:ext uri="{FF2B5EF4-FFF2-40B4-BE49-F238E27FC236}">
                      <a16:creationId xmlns:a16="http://schemas.microsoft.com/office/drawing/2014/main" id="{59F5C21A-6ED2-29BA-ED67-FCF8F0925452}"/>
                    </a:ext>
                  </a:extLst>
                </p14:cNvPr>
                <p14:cNvContentPartPr/>
                <p14:nvPr/>
              </p14:nvContentPartPr>
              <p14:xfrm>
                <a:off x="1423851" y="4626686"/>
                <a:ext cx="405360" cy="577440"/>
              </p14:xfrm>
            </p:contentPart>
          </mc:Choice>
          <mc:Fallback xmlns="">
            <p:pic>
              <p:nvPicPr>
                <p:cNvPr id="26" name="筆跡 25">
                  <a:extLst>
                    <a:ext uri="{FF2B5EF4-FFF2-40B4-BE49-F238E27FC236}">
                      <a16:creationId xmlns:a16="http://schemas.microsoft.com/office/drawing/2014/main" id="{59F5C21A-6ED2-29BA-ED67-FCF8F0925452}"/>
                    </a:ext>
                  </a:extLst>
                </p:cNvPr>
                <p:cNvPicPr/>
                <p:nvPr/>
              </p:nvPicPr>
              <p:blipFill>
                <a:blip r:embed="rId25"/>
                <a:stretch>
                  <a:fillRect/>
                </a:stretch>
              </p:blipFill>
              <p:spPr>
                <a:xfrm>
                  <a:off x="1405851" y="4609046"/>
                  <a:ext cx="441000" cy="613080"/>
                </a:xfrm>
                <a:prstGeom prst="rect">
                  <a:avLst/>
                </a:prstGeom>
              </p:spPr>
            </p:pic>
          </mc:Fallback>
        </mc:AlternateContent>
      </p:grpSp>
    </p:spTree>
    <p:extLst>
      <p:ext uri="{BB962C8B-B14F-4D97-AF65-F5344CB8AC3E}">
        <p14:creationId xmlns:p14="http://schemas.microsoft.com/office/powerpoint/2010/main" val="138425812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B83E37A-C828-3BB7-2002-EA13E3013569}"/>
              </a:ext>
            </a:extLst>
          </p:cNvPr>
          <p:cNvSpPr>
            <a:spLocks noGrp="1"/>
          </p:cNvSpPr>
          <p:nvPr>
            <p:ph type="sldNum" sz="quarter" idx="12"/>
          </p:nvPr>
        </p:nvSpPr>
        <p:spPr/>
        <p:txBody>
          <a:bodyPr/>
          <a:lstStyle/>
          <a:p>
            <a:fld id="{55935506-5D51-4B07-8BDD-18CEF4E05E0A}" type="slidenum">
              <a:rPr lang="zh-TW" altLang="en-US" smtClean="0"/>
              <a:t>14</a:t>
            </a:fld>
            <a:endParaRPr lang="zh-TW" altLang="en-US"/>
          </a:p>
        </p:txBody>
      </p:sp>
      <p:pic>
        <p:nvPicPr>
          <p:cNvPr id="6" name="圖片 5">
            <a:extLst>
              <a:ext uri="{FF2B5EF4-FFF2-40B4-BE49-F238E27FC236}">
                <a16:creationId xmlns:a16="http://schemas.microsoft.com/office/drawing/2014/main" id="{AD6238E3-49AC-0569-6606-A6B726C0AAB5}"/>
              </a:ext>
            </a:extLst>
          </p:cNvPr>
          <p:cNvPicPr>
            <a:picLocks noChangeAspect="1"/>
          </p:cNvPicPr>
          <p:nvPr/>
        </p:nvPicPr>
        <p:blipFill rotWithShape="1">
          <a:blip r:embed="rId2"/>
          <a:srcRect t="58359" b="41"/>
          <a:stretch/>
        </p:blipFill>
        <p:spPr>
          <a:xfrm>
            <a:off x="5767470" y="2998335"/>
            <a:ext cx="4729472" cy="861320"/>
          </a:xfrm>
          <a:prstGeom prst="rect">
            <a:avLst/>
          </a:prstGeom>
        </p:spPr>
      </p:pic>
      <p:pic>
        <p:nvPicPr>
          <p:cNvPr id="9" name="圖片 8">
            <a:extLst>
              <a:ext uri="{FF2B5EF4-FFF2-40B4-BE49-F238E27FC236}">
                <a16:creationId xmlns:a16="http://schemas.microsoft.com/office/drawing/2014/main" id="{6391EF00-F8B7-65C5-7BED-C94E111F46B4}"/>
              </a:ext>
            </a:extLst>
          </p:cNvPr>
          <p:cNvPicPr>
            <a:picLocks noChangeAspect="1"/>
          </p:cNvPicPr>
          <p:nvPr/>
        </p:nvPicPr>
        <p:blipFill>
          <a:blip r:embed="rId3"/>
          <a:stretch>
            <a:fillRect/>
          </a:stretch>
        </p:blipFill>
        <p:spPr>
          <a:xfrm>
            <a:off x="469017" y="888914"/>
            <a:ext cx="5298453" cy="5080163"/>
          </a:xfrm>
          <a:prstGeom prst="rect">
            <a:avLst/>
          </a:prstGeom>
        </p:spPr>
      </p:pic>
      <mc:AlternateContent xmlns:mc="http://schemas.openxmlformats.org/markup-compatibility/2006" xmlns:p14="http://schemas.microsoft.com/office/powerpoint/2010/main">
        <mc:Choice Requires="p14">
          <p:contentPart p14:bwMode="auto" r:id="rId4">
            <p14:nvContentPartPr>
              <p14:cNvPr id="18" name="筆跡 17">
                <a:extLst>
                  <a:ext uri="{FF2B5EF4-FFF2-40B4-BE49-F238E27FC236}">
                    <a16:creationId xmlns:a16="http://schemas.microsoft.com/office/drawing/2014/main" id="{A5DBDC9C-A7DD-0705-FED0-7D8ED05F9583}"/>
                  </a:ext>
                </a:extLst>
              </p14:cNvPr>
              <p14:cNvContentPartPr/>
              <p14:nvPr/>
            </p14:nvContentPartPr>
            <p14:xfrm>
              <a:off x="1109931" y="1023806"/>
              <a:ext cx="317520" cy="245520"/>
            </p14:xfrm>
          </p:contentPart>
        </mc:Choice>
        <mc:Fallback xmlns="">
          <p:pic>
            <p:nvPicPr>
              <p:cNvPr id="18" name="筆跡 17">
                <a:extLst>
                  <a:ext uri="{FF2B5EF4-FFF2-40B4-BE49-F238E27FC236}">
                    <a16:creationId xmlns:a16="http://schemas.microsoft.com/office/drawing/2014/main" id="{A5DBDC9C-A7DD-0705-FED0-7D8ED05F9583}"/>
                  </a:ext>
                </a:extLst>
              </p:cNvPr>
              <p:cNvPicPr/>
              <p:nvPr/>
            </p:nvPicPr>
            <p:blipFill>
              <a:blip r:embed="rId5"/>
              <a:stretch>
                <a:fillRect/>
              </a:stretch>
            </p:blipFill>
            <p:spPr>
              <a:xfrm>
                <a:off x="1092291" y="1006166"/>
                <a:ext cx="353160" cy="281160"/>
              </a:xfrm>
              <a:prstGeom prst="rect">
                <a:avLst/>
              </a:prstGeom>
            </p:spPr>
          </p:pic>
        </mc:Fallback>
      </mc:AlternateContent>
      <p:grpSp>
        <p:nvGrpSpPr>
          <p:cNvPr id="34" name="群組 33">
            <a:extLst>
              <a:ext uri="{FF2B5EF4-FFF2-40B4-BE49-F238E27FC236}">
                <a16:creationId xmlns:a16="http://schemas.microsoft.com/office/drawing/2014/main" id="{02D9F6BF-435D-8F0E-81E1-2555B7A13324}"/>
              </a:ext>
            </a:extLst>
          </p:cNvPr>
          <p:cNvGrpSpPr/>
          <p:nvPr/>
        </p:nvGrpSpPr>
        <p:grpSpPr>
          <a:xfrm>
            <a:off x="902571" y="1870886"/>
            <a:ext cx="2125080" cy="3801960"/>
            <a:chOff x="902571" y="1870886"/>
            <a:chExt cx="2125080" cy="3801960"/>
          </a:xfrm>
        </p:grpSpPr>
        <mc:AlternateContent xmlns:mc="http://schemas.openxmlformats.org/markup-compatibility/2006" xmlns:p14="http://schemas.microsoft.com/office/powerpoint/2010/main">
          <mc:Choice Requires="p14">
            <p:contentPart p14:bwMode="auto" r:id="rId6">
              <p14:nvContentPartPr>
                <p14:cNvPr id="10" name="筆跡 9">
                  <a:extLst>
                    <a:ext uri="{FF2B5EF4-FFF2-40B4-BE49-F238E27FC236}">
                      <a16:creationId xmlns:a16="http://schemas.microsoft.com/office/drawing/2014/main" id="{65D20569-2DEE-9FBE-06F0-49091581981F}"/>
                    </a:ext>
                  </a:extLst>
                </p14:cNvPr>
                <p14:cNvContentPartPr/>
                <p14:nvPr/>
              </p14:nvContentPartPr>
              <p14:xfrm>
                <a:off x="968451" y="2252486"/>
                <a:ext cx="1253160" cy="55440"/>
              </p14:xfrm>
            </p:contentPart>
          </mc:Choice>
          <mc:Fallback xmlns="">
            <p:pic>
              <p:nvPicPr>
                <p:cNvPr id="10" name="筆跡 9">
                  <a:extLst>
                    <a:ext uri="{FF2B5EF4-FFF2-40B4-BE49-F238E27FC236}">
                      <a16:creationId xmlns:a16="http://schemas.microsoft.com/office/drawing/2014/main" id="{65D20569-2DEE-9FBE-06F0-49091581981F}"/>
                    </a:ext>
                  </a:extLst>
                </p:cNvPr>
                <p:cNvPicPr/>
                <p:nvPr/>
              </p:nvPicPr>
              <p:blipFill>
                <a:blip r:embed="rId7"/>
                <a:stretch>
                  <a:fillRect/>
                </a:stretch>
              </p:blipFill>
              <p:spPr>
                <a:xfrm>
                  <a:off x="950811" y="2234486"/>
                  <a:ext cx="128880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筆跡 10">
                  <a:extLst>
                    <a:ext uri="{FF2B5EF4-FFF2-40B4-BE49-F238E27FC236}">
                      <a16:creationId xmlns:a16="http://schemas.microsoft.com/office/drawing/2014/main" id="{08714AB0-8466-C247-FF13-C5CCEB4B960B}"/>
                    </a:ext>
                  </a:extLst>
                </p14:cNvPr>
                <p14:cNvContentPartPr/>
                <p14:nvPr/>
              </p14:nvContentPartPr>
              <p14:xfrm>
                <a:off x="1000851" y="3744326"/>
                <a:ext cx="1131480" cy="45000"/>
              </p14:xfrm>
            </p:contentPart>
          </mc:Choice>
          <mc:Fallback xmlns="">
            <p:pic>
              <p:nvPicPr>
                <p:cNvPr id="11" name="筆跡 10">
                  <a:extLst>
                    <a:ext uri="{FF2B5EF4-FFF2-40B4-BE49-F238E27FC236}">
                      <a16:creationId xmlns:a16="http://schemas.microsoft.com/office/drawing/2014/main" id="{08714AB0-8466-C247-FF13-C5CCEB4B960B}"/>
                    </a:ext>
                  </a:extLst>
                </p:cNvPr>
                <p:cNvPicPr/>
                <p:nvPr/>
              </p:nvPicPr>
              <p:blipFill>
                <a:blip r:embed="rId9"/>
                <a:stretch>
                  <a:fillRect/>
                </a:stretch>
              </p:blipFill>
              <p:spPr>
                <a:xfrm>
                  <a:off x="983211" y="3726686"/>
                  <a:ext cx="116712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筆跡 15">
                  <a:extLst>
                    <a:ext uri="{FF2B5EF4-FFF2-40B4-BE49-F238E27FC236}">
                      <a16:creationId xmlns:a16="http://schemas.microsoft.com/office/drawing/2014/main" id="{82A0D6C3-E95E-5567-5A39-3E8A660B2767}"/>
                    </a:ext>
                  </a:extLst>
                </p14:cNvPr>
                <p14:cNvContentPartPr/>
                <p14:nvPr/>
              </p14:nvContentPartPr>
              <p14:xfrm>
                <a:off x="1018851" y="4233206"/>
                <a:ext cx="1069920" cy="24840"/>
              </p14:xfrm>
            </p:contentPart>
          </mc:Choice>
          <mc:Fallback xmlns="">
            <p:pic>
              <p:nvPicPr>
                <p:cNvPr id="16" name="筆跡 15">
                  <a:extLst>
                    <a:ext uri="{FF2B5EF4-FFF2-40B4-BE49-F238E27FC236}">
                      <a16:creationId xmlns:a16="http://schemas.microsoft.com/office/drawing/2014/main" id="{82A0D6C3-E95E-5567-5A39-3E8A660B2767}"/>
                    </a:ext>
                  </a:extLst>
                </p:cNvPr>
                <p:cNvPicPr/>
                <p:nvPr/>
              </p:nvPicPr>
              <p:blipFill>
                <a:blip r:embed="rId11"/>
                <a:stretch>
                  <a:fillRect/>
                </a:stretch>
              </p:blipFill>
              <p:spPr>
                <a:xfrm>
                  <a:off x="1001211" y="4215566"/>
                  <a:ext cx="110556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筆跡 16">
                  <a:extLst>
                    <a:ext uri="{FF2B5EF4-FFF2-40B4-BE49-F238E27FC236}">
                      <a16:creationId xmlns:a16="http://schemas.microsoft.com/office/drawing/2014/main" id="{6241DF06-D7E2-7714-3B02-90237A27764A}"/>
                    </a:ext>
                  </a:extLst>
                </p14:cNvPr>
                <p14:cNvContentPartPr/>
                <p14:nvPr/>
              </p14:nvContentPartPr>
              <p14:xfrm>
                <a:off x="903291" y="5605526"/>
                <a:ext cx="1429200" cy="67320"/>
              </p14:xfrm>
            </p:contentPart>
          </mc:Choice>
          <mc:Fallback xmlns="">
            <p:pic>
              <p:nvPicPr>
                <p:cNvPr id="17" name="筆跡 16">
                  <a:extLst>
                    <a:ext uri="{FF2B5EF4-FFF2-40B4-BE49-F238E27FC236}">
                      <a16:creationId xmlns:a16="http://schemas.microsoft.com/office/drawing/2014/main" id="{6241DF06-D7E2-7714-3B02-90237A27764A}"/>
                    </a:ext>
                  </a:extLst>
                </p:cNvPr>
                <p:cNvPicPr/>
                <p:nvPr/>
              </p:nvPicPr>
              <p:blipFill>
                <a:blip r:embed="rId13"/>
                <a:stretch>
                  <a:fillRect/>
                </a:stretch>
              </p:blipFill>
              <p:spPr>
                <a:xfrm>
                  <a:off x="885291" y="5587886"/>
                  <a:ext cx="146484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2" name="筆跡 21">
                  <a:extLst>
                    <a:ext uri="{FF2B5EF4-FFF2-40B4-BE49-F238E27FC236}">
                      <a16:creationId xmlns:a16="http://schemas.microsoft.com/office/drawing/2014/main" id="{89196155-CEBF-3FE7-3ED7-DEBC0BAE6B7C}"/>
                    </a:ext>
                  </a:extLst>
                </p14:cNvPr>
                <p14:cNvContentPartPr/>
                <p14:nvPr/>
              </p14:nvContentPartPr>
              <p14:xfrm>
                <a:off x="2295771" y="2100566"/>
                <a:ext cx="645120" cy="1990440"/>
              </p14:xfrm>
            </p:contentPart>
          </mc:Choice>
          <mc:Fallback xmlns="">
            <p:pic>
              <p:nvPicPr>
                <p:cNvPr id="22" name="筆跡 21">
                  <a:extLst>
                    <a:ext uri="{FF2B5EF4-FFF2-40B4-BE49-F238E27FC236}">
                      <a16:creationId xmlns:a16="http://schemas.microsoft.com/office/drawing/2014/main" id="{89196155-CEBF-3FE7-3ED7-DEBC0BAE6B7C}"/>
                    </a:ext>
                  </a:extLst>
                </p:cNvPr>
                <p:cNvPicPr/>
                <p:nvPr/>
              </p:nvPicPr>
              <p:blipFill>
                <a:blip r:embed="rId15"/>
                <a:stretch>
                  <a:fillRect/>
                </a:stretch>
              </p:blipFill>
              <p:spPr>
                <a:xfrm>
                  <a:off x="2278131" y="2082926"/>
                  <a:ext cx="680760" cy="2026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3" name="筆跡 22">
                  <a:extLst>
                    <a:ext uri="{FF2B5EF4-FFF2-40B4-BE49-F238E27FC236}">
                      <a16:creationId xmlns:a16="http://schemas.microsoft.com/office/drawing/2014/main" id="{71370787-5CF9-9B68-6965-07DA9E1D4940}"/>
                    </a:ext>
                  </a:extLst>
                </p14:cNvPr>
                <p14:cNvContentPartPr/>
                <p14:nvPr/>
              </p14:nvContentPartPr>
              <p14:xfrm>
                <a:off x="2307291" y="3558566"/>
                <a:ext cx="720360" cy="1938960"/>
              </p14:xfrm>
            </p:contentPart>
          </mc:Choice>
          <mc:Fallback xmlns="">
            <p:pic>
              <p:nvPicPr>
                <p:cNvPr id="23" name="筆跡 22">
                  <a:extLst>
                    <a:ext uri="{FF2B5EF4-FFF2-40B4-BE49-F238E27FC236}">
                      <a16:creationId xmlns:a16="http://schemas.microsoft.com/office/drawing/2014/main" id="{71370787-5CF9-9B68-6965-07DA9E1D4940}"/>
                    </a:ext>
                  </a:extLst>
                </p:cNvPr>
                <p:cNvPicPr/>
                <p:nvPr/>
              </p:nvPicPr>
              <p:blipFill>
                <a:blip r:embed="rId17"/>
                <a:stretch>
                  <a:fillRect/>
                </a:stretch>
              </p:blipFill>
              <p:spPr>
                <a:xfrm>
                  <a:off x="2289291" y="3540926"/>
                  <a:ext cx="756000" cy="1974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8" name="筆跡 27">
                  <a:extLst>
                    <a:ext uri="{FF2B5EF4-FFF2-40B4-BE49-F238E27FC236}">
                      <a16:creationId xmlns:a16="http://schemas.microsoft.com/office/drawing/2014/main" id="{9C9EEAF9-2145-F0C1-047C-CDB23B7E1A94}"/>
                    </a:ext>
                  </a:extLst>
                </p14:cNvPr>
                <p14:cNvContentPartPr/>
                <p14:nvPr/>
              </p14:nvContentPartPr>
              <p14:xfrm>
                <a:off x="902571" y="1870886"/>
                <a:ext cx="416160" cy="374040"/>
              </p14:xfrm>
            </p:contentPart>
          </mc:Choice>
          <mc:Fallback xmlns="">
            <p:pic>
              <p:nvPicPr>
                <p:cNvPr id="28" name="筆跡 27">
                  <a:extLst>
                    <a:ext uri="{FF2B5EF4-FFF2-40B4-BE49-F238E27FC236}">
                      <a16:creationId xmlns:a16="http://schemas.microsoft.com/office/drawing/2014/main" id="{9C9EEAF9-2145-F0C1-047C-CDB23B7E1A94}"/>
                    </a:ext>
                  </a:extLst>
                </p:cNvPr>
                <p:cNvPicPr/>
                <p:nvPr/>
              </p:nvPicPr>
              <p:blipFill>
                <a:blip r:embed="rId19"/>
                <a:stretch>
                  <a:fillRect/>
                </a:stretch>
              </p:blipFill>
              <p:spPr>
                <a:xfrm>
                  <a:off x="884571" y="1852886"/>
                  <a:ext cx="451800" cy="409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2" name="筆跡 31">
                  <a:extLst>
                    <a:ext uri="{FF2B5EF4-FFF2-40B4-BE49-F238E27FC236}">
                      <a16:creationId xmlns:a16="http://schemas.microsoft.com/office/drawing/2014/main" id="{9D870548-6C82-386C-CC7A-18AE3D574740}"/>
                    </a:ext>
                  </a:extLst>
                </p14:cNvPr>
                <p14:cNvContentPartPr/>
                <p14:nvPr/>
              </p14:nvContentPartPr>
              <p14:xfrm>
                <a:off x="923811" y="3229886"/>
                <a:ext cx="428400" cy="483840"/>
              </p14:xfrm>
            </p:contentPart>
          </mc:Choice>
          <mc:Fallback xmlns="">
            <p:pic>
              <p:nvPicPr>
                <p:cNvPr id="32" name="筆跡 31">
                  <a:extLst>
                    <a:ext uri="{FF2B5EF4-FFF2-40B4-BE49-F238E27FC236}">
                      <a16:creationId xmlns:a16="http://schemas.microsoft.com/office/drawing/2014/main" id="{9D870548-6C82-386C-CC7A-18AE3D574740}"/>
                    </a:ext>
                  </a:extLst>
                </p:cNvPr>
                <p:cNvPicPr/>
                <p:nvPr/>
              </p:nvPicPr>
              <p:blipFill>
                <a:blip r:embed="rId21"/>
                <a:stretch>
                  <a:fillRect/>
                </a:stretch>
              </p:blipFill>
              <p:spPr>
                <a:xfrm>
                  <a:off x="906171" y="3212246"/>
                  <a:ext cx="464040" cy="5194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3" name="筆跡 32">
                  <a:extLst>
                    <a:ext uri="{FF2B5EF4-FFF2-40B4-BE49-F238E27FC236}">
                      <a16:creationId xmlns:a16="http://schemas.microsoft.com/office/drawing/2014/main" id="{98DA6AD9-1FD8-1AE8-2467-7817A16271E0}"/>
                    </a:ext>
                  </a:extLst>
                </p14:cNvPr>
                <p14:cNvContentPartPr/>
                <p14:nvPr/>
              </p14:nvContentPartPr>
              <p14:xfrm>
                <a:off x="956931" y="3786446"/>
                <a:ext cx="437040" cy="406800"/>
              </p14:xfrm>
            </p:contentPart>
          </mc:Choice>
          <mc:Fallback xmlns="">
            <p:pic>
              <p:nvPicPr>
                <p:cNvPr id="33" name="筆跡 32">
                  <a:extLst>
                    <a:ext uri="{FF2B5EF4-FFF2-40B4-BE49-F238E27FC236}">
                      <a16:creationId xmlns:a16="http://schemas.microsoft.com/office/drawing/2014/main" id="{98DA6AD9-1FD8-1AE8-2467-7817A16271E0}"/>
                    </a:ext>
                  </a:extLst>
                </p:cNvPr>
                <p:cNvPicPr/>
                <p:nvPr/>
              </p:nvPicPr>
              <p:blipFill>
                <a:blip r:embed="rId23"/>
                <a:stretch>
                  <a:fillRect/>
                </a:stretch>
              </p:blipFill>
              <p:spPr>
                <a:xfrm>
                  <a:off x="938931" y="3768806"/>
                  <a:ext cx="472680" cy="442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35" name="筆跡 34">
                <a:extLst>
                  <a:ext uri="{FF2B5EF4-FFF2-40B4-BE49-F238E27FC236}">
                    <a16:creationId xmlns:a16="http://schemas.microsoft.com/office/drawing/2014/main" id="{D32CA61D-8570-354F-794B-533070025E0F}"/>
                  </a:ext>
                </a:extLst>
              </p14:cNvPr>
              <p14:cNvContentPartPr/>
              <p14:nvPr/>
            </p14:nvContentPartPr>
            <p14:xfrm>
              <a:off x="989691" y="5174606"/>
              <a:ext cx="383040" cy="519840"/>
            </p14:xfrm>
          </p:contentPart>
        </mc:Choice>
        <mc:Fallback xmlns="">
          <p:pic>
            <p:nvPicPr>
              <p:cNvPr id="35" name="筆跡 34">
                <a:extLst>
                  <a:ext uri="{FF2B5EF4-FFF2-40B4-BE49-F238E27FC236}">
                    <a16:creationId xmlns:a16="http://schemas.microsoft.com/office/drawing/2014/main" id="{D32CA61D-8570-354F-794B-533070025E0F}"/>
                  </a:ext>
                </a:extLst>
              </p:cNvPr>
              <p:cNvPicPr/>
              <p:nvPr/>
            </p:nvPicPr>
            <p:blipFill>
              <a:blip r:embed="rId25"/>
              <a:stretch>
                <a:fillRect/>
              </a:stretch>
            </p:blipFill>
            <p:spPr>
              <a:xfrm>
                <a:off x="971691" y="5156606"/>
                <a:ext cx="418680" cy="555480"/>
              </a:xfrm>
              <a:prstGeom prst="rect">
                <a:avLst/>
              </a:prstGeom>
            </p:spPr>
          </p:pic>
        </mc:Fallback>
      </mc:AlternateContent>
    </p:spTree>
    <p:extLst>
      <p:ext uri="{BB962C8B-B14F-4D97-AF65-F5344CB8AC3E}">
        <p14:creationId xmlns:p14="http://schemas.microsoft.com/office/powerpoint/2010/main" val="367893746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B83E37A-C828-3BB7-2002-EA13E3013569}"/>
              </a:ext>
            </a:extLst>
          </p:cNvPr>
          <p:cNvSpPr>
            <a:spLocks noGrp="1"/>
          </p:cNvSpPr>
          <p:nvPr>
            <p:ph type="sldNum" sz="quarter" idx="12"/>
          </p:nvPr>
        </p:nvSpPr>
        <p:spPr/>
        <p:txBody>
          <a:bodyPr/>
          <a:lstStyle/>
          <a:p>
            <a:fld id="{55935506-5D51-4B07-8BDD-18CEF4E05E0A}" type="slidenum">
              <a:rPr lang="zh-TW" altLang="en-US" smtClean="0"/>
              <a:t>15</a:t>
            </a:fld>
            <a:endParaRPr lang="zh-TW" altLang="en-US"/>
          </a:p>
        </p:txBody>
      </p:sp>
      <p:pic>
        <p:nvPicPr>
          <p:cNvPr id="6" name="圖片 5">
            <a:extLst>
              <a:ext uri="{FF2B5EF4-FFF2-40B4-BE49-F238E27FC236}">
                <a16:creationId xmlns:a16="http://schemas.microsoft.com/office/drawing/2014/main" id="{AD6238E3-49AC-0569-6606-A6B726C0AAB5}"/>
              </a:ext>
            </a:extLst>
          </p:cNvPr>
          <p:cNvPicPr>
            <a:picLocks noChangeAspect="1"/>
          </p:cNvPicPr>
          <p:nvPr/>
        </p:nvPicPr>
        <p:blipFill rotWithShape="1">
          <a:blip r:embed="rId2"/>
          <a:srcRect t="58359" b="41"/>
          <a:stretch/>
        </p:blipFill>
        <p:spPr>
          <a:xfrm>
            <a:off x="5767470" y="2998335"/>
            <a:ext cx="4729472" cy="861320"/>
          </a:xfrm>
          <a:prstGeom prst="rect">
            <a:avLst/>
          </a:prstGeom>
        </p:spPr>
      </p:pic>
      <p:pic>
        <p:nvPicPr>
          <p:cNvPr id="9" name="圖片 8">
            <a:extLst>
              <a:ext uri="{FF2B5EF4-FFF2-40B4-BE49-F238E27FC236}">
                <a16:creationId xmlns:a16="http://schemas.microsoft.com/office/drawing/2014/main" id="{6391EF00-F8B7-65C5-7BED-C94E111F46B4}"/>
              </a:ext>
            </a:extLst>
          </p:cNvPr>
          <p:cNvPicPr>
            <a:picLocks noChangeAspect="1"/>
          </p:cNvPicPr>
          <p:nvPr/>
        </p:nvPicPr>
        <p:blipFill>
          <a:blip r:embed="rId3"/>
          <a:stretch>
            <a:fillRect/>
          </a:stretch>
        </p:blipFill>
        <p:spPr>
          <a:xfrm>
            <a:off x="469017" y="888914"/>
            <a:ext cx="5298453" cy="5080163"/>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筆跡 7">
                <a:extLst>
                  <a:ext uri="{FF2B5EF4-FFF2-40B4-BE49-F238E27FC236}">
                    <a16:creationId xmlns:a16="http://schemas.microsoft.com/office/drawing/2014/main" id="{71B52E18-8FE3-E0C8-4146-847D6643036C}"/>
                  </a:ext>
                </a:extLst>
              </p14:cNvPr>
              <p14:cNvContentPartPr/>
              <p14:nvPr/>
            </p14:nvContentPartPr>
            <p14:xfrm>
              <a:off x="1130811" y="988166"/>
              <a:ext cx="332640" cy="304920"/>
            </p14:xfrm>
          </p:contentPart>
        </mc:Choice>
        <mc:Fallback xmlns="">
          <p:pic>
            <p:nvPicPr>
              <p:cNvPr id="8" name="筆跡 7">
                <a:extLst>
                  <a:ext uri="{FF2B5EF4-FFF2-40B4-BE49-F238E27FC236}">
                    <a16:creationId xmlns:a16="http://schemas.microsoft.com/office/drawing/2014/main" id="{71B52E18-8FE3-E0C8-4146-847D6643036C}"/>
                  </a:ext>
                </a:extLst>
              </p:cNvPr>
              <p:cNvPicPr/>
              <p:nvPr/>
            </p:nvPicPr>
            <p:blipFill>
              <a:blip r:embed="rId5"/>
              <a:stretch>
                <a:fillRect/>
              </a:stretch>
            </p:blipFill>
            <p:spPr>
              <a:xfrm>
                <a:off x="1113171" y="970526"/>
                <a:ext cx="36828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4" name="筆跡 23">
                <a:extLst>
                  <a:ext uri="{FF2B5EF4-FFF2-40B4-BE49-F238E27FC236}">
                    <a16:creationId xmlns:a16="http://schemas.microsoft.com/office/drawing/2014/main" id="{6F804071-E322-DE93-DB71-A3630CA82B86}"/>
                  </a:ext>
                </a:extLst>
              </p14:cNvPr>
              <p14:cNvContentPartPr/>
              <p14:nvPr/>
            </p14:nvContentPartPr>
            <p14:xfrm>
              <a:off x="934971" y="4734326"/>
              <a:ext cx="447480" cy="416880"/>
            </p14:xfrm>
          </p:contentPart>
        </mc:Choice>
        <mc:Fallback xmlns="">
          <p:pic>
            <p:nvPicPr>
              <p:cNvPr id="24" name="筆跡 23">
                <a:extLst>
                  <a:ext uri="{FF2B5EF4-FFF2-40B4-BE49-F238E27FC236}">
                    <a16:creationId xmlns:a16="http://schemas.microsoft.com/office/drawing/2014/main" id="{6F804071-E322-DE93-DB71-A3630CA82B86}"/>
                  </a:ext>
                </a:extLst>
              </p:cNvPr>
              <p:cNvPicPr/>
              <p:nvPr/>
            </p:nvPicPr>
            <p:blipFill>
              <a:blip r:embed="rId7"/>
              <a:stretch>
                <a:fillRect/>
              </a:stretch>
            </p:blipFill>
            <p:spPr>
              <a:xfrm>
                <a:off x="916971" y="4716326"/>
                <a:ext cx="483120" cy="452520"/>
              </a:xfrm>
              <a:prstGeom prst="rect">
                <a:avLst/>
              </a:prstGeom>
            </p:spPr>
          </p:pic>
        </mc:Fallback>
      </mc:AlternateContent>
      <p:grpSp>
        <p:nvGrpSpPr>
          <p:cNvPr id="29" name="群組 28">
            <a:extLst>
              <a:ext uri="{FF2B5EF4-FFF2-40B4-BE49-F238E27FC236}">
                <a16:creationId xmlns:a16="http://schemas.microsoft.com/office/drawing/2014/main" id="{CAD5461B-2050-D031-9356-00EBCC9AC46B}"/>
              </a:ext>
            </a:extLst>
          </p:cNvPr>
          <p:cNvGrpSpPr/>
          <p:nvPr/>
        </p:nvGrpSpPr>
        <p:grpSpPr>
          <a:xfrm>
            <a:off x="857571" y="2252486"/>
            <a:ext cx="2224440" cy="2950920"/>
            <a:chOff x="857571" y="2252486"/>
            <a:chExt cx="2224440" cy="2950920"/>
          </a:xfrm>
        </p:grpSpPr>
        <mc:AlternateContent xmlns:mc="http://schemas.openxmlformats.org/markup-compatibility/2006" xmlns:p14="http://schemas.microsoft.com/office/powerpoint/2010/main">
          <mc:Choice Requires="p14">
            <p:contentPart p14:bwMode="auto" r:id="rId8">
              <p14:nvContentPartPr>
                <p14:cNvPr id="2" name="筆跡 1">
                  <a:extLst>
                    <a:ext uri="{FF2B5EF4-FFF2-40B4-BE49-F238E27FC236}">
                      <a16:creationId xmlns:a16="http://schemas.microsoft.com/office/drawing/2014/main" id="{BD291A11-4C87-7A0F-E601-793D2CFB7C63}"/>
                    </a:ext>
                  </a:extLst>
                </p14:cNvPr>
                <p14:cNvContentPartPr/>
                <p14:nvPr/>
              </p14:nvContentPartPr>
              <p14:xfrm>
                <a:off x="990051" y="2729846"/>
                <a:ext cx="1163880" cy="34920"/>
              </p14:xfrm>
            </p:contentPart>
          </mc:Choice>
          <mc:Fallback xmlns="">
            <p:pic>
              <p:nvPicPr>
                <p:cNvPr id="2" name="筆跡 1">
                  <a:extLst>
                    <a:ext uri="{FF2B5EF4-FFF2-40B4-BE49-F238E27FC236}">
                      <a16:creationId xmlns:a16="http://schemas.microsoft.com/office/drawing/2014/main" id="{BD291A11-4C87-7A0F-E601-793D2CFB7C63}"/>
                    </a:ext>
                  </a:extLst>
                </p:cNvPr>
                <p:cNvPicPr/>
                <p:nvPr/>
              </p:nvPicPr>
              <p:blipFill>
                <a:blip r:embed="rId9"/>
                <a:stretch>
                  <a:fillRect/>
                </a:stretch>
              </p:blipFill>
              <p:spPr>
                <a:xfrm>
                  <a:off x="972411" y="2712206"/>
                  <a:ext cx="119952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 name="筆跡 2">
                  <a:extLst>
                    <a:ext uri="{FF2B5EF4-FFF2-40B4-BE49-F238E27FC236}">
                      <a16:creationId xmlns:a16="http://schemas.microsoft.com/office/drawing/2014/main" id="{7EF9FC10-1085-6D6C-CC6E-EF87D17BF7A5}"/>
                    </a:ext>
                  </a:extLst>
                </p14:cNvPr>
                <p14:cNvContentPartPr/>
                <p14:nvPr/>
              </p14:nvContentPartPr>
              <p14:xfrm>
                <a:off x="979251" y="3231686"/>
                <a:ext cx="1174680" cy="45000"/>
              </p14:xfrm>
            </p:contentPart>
          </mc:Choice>
          <mc:Fallback xmlns="">
            <p:pic>
              <p:nvPicPr>
                <p:cNvPr id="3" name="筆跡 2">
                  <a:extLst>
                    <a:ext uri="{FF2B5EF4-FFF2-40B4-BE49-F238E27FC236}">
                      <a16:creationId xmlns:a16="http://schemas.microsoft.com/office/drawing/2014/main" id="{7EF9FC10-1085-6D6C-CC6E-EF87D17BF7A5}"/>
                    </a:ext>
                  </a:extLst>
                </p:cNvPr>
                <p:cNvPicPr/>
                <p:nvPr/>
              </p:nvPicPr>
              <p:blipFill>
                <a:blip r:embed="rId11"/>
                <a:stretch>
                  <a:fillRect/>
                </a:stretch>
              </p:blipFill>
              <p:spPr>
                <a:xfrm>
                  <a:off x="961611" y="3214046"/>
                  <a:ext cx="121032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筆跡 11">
                  <a:extLst>
                    <a:ext uri="{FF2B5EF4-FFF2-40B4-BE49-F238E27FC236}">
                      <a16:creationId xmlns:a16="http://schemas.microsoft.com/office/drawing/2014/main" id="{037307B5-4D62-8F1B-20C3-AD7D2270E859}"/>
                    </a:ext>
                  </a:extLst>
                </p14:cNvPr>
                <p14:cNvContentPartPr/>
                <p14:nvPr/>
              </p14:nvContentPartPr>
              <p14:xfrm>
                <a:off x="857571" y="2252486"/>
                <a:ext cx="514800" cy="590040"/>
              </p14:xfrm>
            </p:contentPart>
          </mc:Choice>
          <mc:Fallback xmlns="">
            <p:pic>
              <p:nvPicPr>
                <p:cNvPr id="12" name="筆跡 11">
                  <a:extLst>
                    <a:ext uri="{FF2B5EF4-FFF2-40B4-BE49-F238E27FC236}">
                      <a16:creationId xmlns:a16="http://schemas.microsoft.com/office/drawing/2014/main" id="{037307B5-4D62-8F1B-20C3-AD7D2270E859}"/>
                    </a:ext>
                  </a:extLst>
                </p:cNvPr>
                <p:cNvPicPr/>
                <p:nvPr/>
              </p:nvPicPr>
              <p:blipFill>
                <a:blip r:embed="rId13"/>
                <a:stretch>
                  <a:fillRect/>
                </a:stretch>
              </p:blipFill>
              <p:spPr>
                <a:xfrm>
                  <a:off x="839571" y="2234486"/>
                  <a:ext cx="550440" cy="6256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筆跡 12">
                  <a:extLst>
                    <a:ext uri="{FF2B5EF4-FFF2-40B4-BE49-F238E27FC236}">
                      <a16:creationId xmlns:a16="http://schemas.microsoft.com/office/drawing/2014/main" id="{88E018AF-92CE-3ED6-49BD-E397A0E0149A}"/>
                    </a:ext>
                  </a:extLst>
                </p14:cNvPr>
                <p14:cNvContentPartPr/>
                <p14:nvPr/>
              </p14:nvContentPartPr>
              <p14:xfrm>
                <a:off x="955851" y="2839286"/>
                <a:ext cx="426960" cy="459360"/>
              </p14:xfrm>
            </p:contentPart>
          </mc:Choice>
          <mc:Fallback xmlns="">
            <p:pic>
              <p:nvPicPr>
                <p:cNvPr id="13" name="筆跡 12">
                  <a:extLst>
                    <a:ext uri="{FF2B5EF4-FFF2-40B4-BE49-F238E27FC236}">
                      <a16:creationId xmlns:a16="http://schemas.microsoft.com/office/drawing/2014/main" id="{88E018AF-92CE-3ED6-49BD-E397A0E0149A}"/>
                    </a:ext>
                  </a:extLst>
                </p:cNvPr>
                <p:cNvPicPr/>
                <p:nvPr/>
              </p:nvPicPr>
              <p:blipFill>
                <a:blip r:embed="rId15"/>
                <a:stretch>
                  <a:fillRect/>
                </a:stretch>
              </p:blipFill>
              <p:spPr>
                <a:xfrm>
                  <a:off x="938211" y="2821286"/>
                  <a:ext cx="462600" cy="495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筆跡 13">
                  <a:extLst>
                    <a:ext uri="{FF2B5EF4-FFF2-40B4-BE49-F238E27FC236}">
                      <a16:creationId xmlns:a16="http://schemas.microsoft.com/office/drawing/2014/main" id="{21E725EB-5EF8-05FC-AF02-38B9FDE967CF}"/>
                    </a:ext>
                  </a:extLst>
                </p14:cNvPr>
                <p14:cNvContentPartPr/>
                <p14:nvPr/>
              </p14:nvContentPartPr>
              <p14:xfrm>
                <a:off x="923811" y="4166246"/>
                <a:ext cx="448200" cy="417600"/>
              </p14:xfrm>
            </p:contentPart>
          </mc:Choice>
          <mc:Fallback xmlns="">
            <p:pic>
              <p:nvPicPr>
                <p:cNvPr id="14" name="筆跡 13">
                  <a:extLst>
                    <a:ext uri="{FF2B5EF4-FFF2-40B4-BE49-F238E27FC236}">
                      <a16:creationId xmlns:a16="http://schemas.microsoft.com/office/drawing/2014/main" id="{21E725EB-5EF8-05FC-AF02-38B9FDE967CF}"/>
                    </a:ext>
                  </a:extLst>
                </p:cNvPr>
                <p:cNvPicPr/>
                <p:nvPr/>
              </p:nvPicPr>
              <p:blipFill>
                <a:blip r:embed="rId17"/>
                <a:stretch>
                  <a:fillRect/>
                </a:stretch>
              </p:blipFill>
              <p:spPr>
                <a:xfrm>
                  <a:off x="905811" y="4148246"/>
                  <a:ext cx="483840"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 name="筆跡 4">
                  <a:extLst>
                    <a:ext uri="{FF2B5EF4-FFF2-40B4-BE49-F238E27FC236}">
                      <a16:creationId xmlns:a16="http://schemas.microsoft.com/office/drawing/2014/main" id="{A6E5F4A0-A698-BE25-233D-15F445C022DE}"/>
                    </a:ext>
                  </a:extLst>
                </p14:cNvPr>
                <p14:cNvContentPartPr/>
                <p14:nvPr/>
              </p14:nvContentPartPr>
              <p14:xfrm>
                <a:off x="1000851" y="4676006"/>
                <a:ext cx="1127160" cy="26640"/>
              </p14:xfrm>
            </p:contentPart>
          </mc:Choice>
          <mc:Fallback xmlns="">
            <p:pic>
              <p:nvPicPr>
                <p:cNvPr id="5" name="筆跡 4">
                  <a:extLst>
                    <a:ext uri="{FF2B5EF4-FFF2-40B4-BE49-F238E27FC236}">
                      <a16:creationId xmlns:a16="http://schemas.microsoft.com/office/drawing/2014/main" id="{A6E5F4A0-A698-BE25-233D-15F445C022DE}"/>
                    </a:ext>
                  </a:extLst>
                </p:cNvPr>
                <p:cNvPicPr/>
                <p:nvPr/>
              </p:nvPicPr>
              <p:blipFill>
                <a:blip r:embed="rId19"/>
                <a:stretch>
                  <a:fillRect/>
                </a:stretch>
              </p:blipFill>
              <p:spPr>
                <a:xfrm>
                  <a:off x="983211" y="4658366"/>
                  <a:ext cx="11628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7" name="筆跡 6">
                  <a:extLst>
                    <a:ext uri="{FF2B5EF4-FFF2-40B4-BE49-F238E27FC236}">
                      <a16:creationId xmlns:a16="http://schemas.microsoft.com/office/drawing/2014/main" id="{2A07B8D1-9367-09EB-5A12-592B9DC058FC}"/>
                    </a:ext>
                  </a:extLst>
                </p14:cNvPr>
                <p14:cNvContentPartPr/>
                <p14:nvPr/>
              </p14:nvContentPartPr>
              <p14:xfrm>
                <a:off x="1000851" y="5136806"/>
                <a:ext cx="1185840" cy="66600"/>
              </p14:xfrm>
            </p:contentPart>
          </mc:Choice>
          <mc:Fallback xmlns="">
            <p:pic>
              <p:nvPicPr>
                <p:cNvPr id="7" name="筆跡 6">
                  <a:extLst>
                    <a:ext uri="{FF2B5EF4-FFF2-40B4-BE49-F238E27FC236}">
                      <a16:creationId xmlns:a16="http://schemas.microsoft.com/office/drawing/2014/main" id="{2A07B8D1-9367-09EB-5A12-592B9DC058FC}"/>
                    </a:ext>
                  </a:extLst>
                </p:cNvPr>
                <p:cNvPicPr/>
                <p:nvPr/>
              </p:nvPicPr>
              <p:blipFill>
                <a:blip r:embed="rId21"/>
                <a:stretch>
                  <a:fillRect/>
                </a:stretch>
              </p:blipFill>
              <p:spPr>
                <a:xfrm>
                  <a:off x="983211" y="5118806"/>
                  <a:ext cx="12214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6" name="筆跡 25">
                  <a:extLst>
                    <a:ext uri="{FF2B5EF4-FFF2-40B4-BE49-F238E27FC236}">
                      <a16:creationId xmlns:a16="http://schemas.microsoft.com/office/drawing/2014/main" id="{09A1E3AE-37CB-04D8-24BC-4493E178EB41}"/>
                    </a:ext>
                  </a:extLst>
                </p14:cNvPr>
                <p14:cNvContentPartPr/>
                <p14:nvPr/>
              </p14:nvContentPartPr>
              <p14:xfrm>
                <a:off x="2220171" y="2600966"/>
                <a:ext cx="555840" cy="1934640"/>
              </p14:xfrm>
            </p:contentPart>
          </mc:Choice>
          <mc:Fallback xmlns="">
            <p:pic>
              <p:nvPicPr>
                <p:cNvPr id="26" name="筆跡 25">
                  <a:extLst>
                    <a:ext uri="{FF2B5EF4-FFF2-40B4-BE49-F238E27FC236}">
                      <a16:creationId xmlns:a16="http://schemas.microsoft.com/office/drawing/2014/main" id="{09A1E3AE-37CB-04D8-24BC-4493E178EB41}"/>
                    </a:ext>
                  </a:extLst>
                </p:cNvPr>
                <p:cNvPicPr/>
                <p:nvPr/>
              </p:nvPicPr>
              <p:blipFill>
                <a:blip r:embed="rId23"/>
                <a:stretch>
                  <a:fillRect/>
                </a:stretch>
              </p:blipFill>
              <p:spPr>
                <a:xfrm>
                  <a:off x="2202531" y="2583326"/>
                  <a:ext cx="591480" cy="1970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7" name="筆跡 26">
                  <a:extLst>
                    <a:ext uri="{FF2B5EF4-FFF2-40B4-BE49-F238E27FC236}">
                      <a16:creationId xmlns:a16="http://schemas.microsoft.com/office/drawing/2014/main" id="{7A40C920-F7BA-EEB9-CBAF-6C9F0556E680}"/>
                    </a:ext>
                  </a:extLst>
                </p14:cNvPr>
                <p14:cNvContentPartPr/>
                <p14:nvPr/>
              </p14:nvContentPartPr>
              <p14:xfrm>
                <a:off x="2220171" y="3122966"/>
                <a:ext cx="861840" cy="2005920"/>
              </p14:xfrm>
            </p:contentPart>
          </mc:Choice>
          <mc:Fallback xmlns="">
            <p:pic>
              <p:nvPicPr>
                <p:cNvPr id="27" name="筆跡 26">
                  <a:extLst>
                    <a:ext uri="{FF2B5EF4-FFF2-40B4-BE49-F238E27FC236}">
                      <a16:creationId xmlns:a16="http://schemas.microsoft.com/office/drawing/2014/main" id="{7A40C920-F7BA-EEB9-CBAF-6C9F0556E680}"/>
                    </a:ext>
                  </a:extLst>
                </p:cNvPr>
                <p:cNvPicPr/>
                <p:nvPr/>
              </p:nvPicPr>
              <p:blipFill>
                <a:blip r:embed="rId25"/>
                <a:stretch>
                  <a:fillRect/>
                </a:stretch>
              </p:blipFill>
              <p:spPr>
                <a:xfrm>
                  <a:off x="2202531" y="3104966"/>
                  <a:ext cx="897480" cy="2041560"/>
                </a:xfrm>
                <a:prstGeom prst="rect">
                  <a:avLst/>
                </a:prstGeom>
              </p:spPr>
            </p:pic>
          </mc:Fallback>
        </mc:AlternateContent>
      </p:grpSp>
    </p:spTree>
    <p:extLst>
      <p:ext uri="{BB962C8B-B14F-4D97-AF65-F5344CB8AC3E}">
        <p14:creationId xmlns:p14="http://schemas.microsoft.com/office/powerpoint/2010/main" val="193690708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B83E37A-C828-3BB7-2002-EA13E3013569}"/>
              </a:ext>
            </a:extLst>
          </p:cNvPr>
          <p:cNvSpPr>
            <a:spLocks noGrp="1"/>
          </p:cNvSpPr>
          <p:nvPr>
            <p:ph type="sldNum" sz="quarter" idx="12"/>
          </p:nvPr>
        </p:nvSpPr>
        <p:spPr/>
        <p:txBody>
          <a:bodyPr/>
          <a:lstStyle/>
          <a:p>
            <a:fld id="{55935506-5D51-4B07-8BDD-18CEF4E05E0A}" type="slidenum">
              <a:rPr lang="zh-TW" altLang="en-US" smtClean="0"/>
              <a:t>16</a:t>
            </a:fld>
            <a:endParaRPr lang="zh-TW" altLang="en-US"/>
          </a:p>
        </p:txBody>
      </p:sp>
      <p:pic>
        <p:nvPicPr>
          <p:cNvPr id="6" name="圖片 5">
            <a:extLst>
              <a:ext uri="{FF2B5EF4-FFF2-40B4-BE49-F238E27FC236}">
                <a16:creationId xmlns:a16="http://schemas.microsoft.com/office/drawing/2014/main" id="{AD6238E3-49AC-0569-6606-A6B726C0AAB5}"/>
              </a:ext>
            </a:extLst>
          </p:cNvPr>
          <p:cNvPicPr>
            <a:picLocks noChangeAspect="1"/>
          </p:cNvPicPr>
          <p:nvPr/>
        </p:nvPicPr>
        <p:blipFill rotWithShape="1">
          <a:blip r:embed="rId2"/>
          <a:srcRect t="-757" b="42"/>
          <a:stretch/>
        </p:blipFill>
        <p:spPr>
          <a:xfrm>
            <a:off x="6095999" y="2272496"/>
            <a:ext cx="4729472" cy="2085284"/>
          </a:xfrm>
          <a:prstGeom prst="rect">
            <a:avLst/>
          </a:prstGeom>
        </p:spPr>
      </p:pic>
      <p:pic>
        <p:nvPicPr>
          <p:cNvPr id="10" name="圖片 9">
            <a:extLst>
              <a:ext uri="{FF2B5EF4-FFF2-40B4-BE49-F238E27FC236}">
                <a16:creationId xmlns:a16="http://schemas.microsoft.com/office/drawing/2014/main" id="{B429A91A-A96D-58F0-7788-217CBD1D314B}"/>
              </a:ext>
            </a:extLst>
          </p:cNvPr>
          <p:cNvPicPr>
            <a:picLocks noChangeAspect="1"/>
          </p:cNvPicPr>
          <p:nvPr/>
        </p:nvPicPr>
        <p:blipFill>
          <a:blip r:embed="rId3"/>
          <a:stretch>
            <a:fillRect/>
          </a:stretch>
        </p:blipFill>
        <p:spPr>
          <a:xfrm>
            <a:off x="1112495" y="2283894"/>
            <a:ext cx="4462760" cy="461665"/>
          </a:xfrm>
          <a:prstGeom prst="rect">
            <a:avLst/>
          </a:prstGeom>
        </p:spPr>
      </p:pic>
      <p:pic>
        <p:nvPicPr>
          <p:cNvPr id="11" name="圖片 10">
            <a:extLst>
              <a:ext uri="{FF2B5EF4-FFF2-40B4-BE49-F238E27FC236}">
                <a16:creationId xmlns:a16="http://schemas.microsoft.com/office/drawing/2014/main" id="{15740A70-6B87-A52E-CF41-C1A25FD2D8A7}"/>
              </a:ext>
            </a:extLst>
          </p:cNvPr>
          <p:cNvPicPr>
            <a:picLocks noChangeAspect="1"/>
          </p:cNvPicPr>
          <p:nvPr/>
        </p:nvPicPr>
        <p:blipFill>
          <a:blip r:embed="rId4"/>
          <a:stretch>
            <a:fillRect/>
          </a:stretch>
        </p:blipFill>
        <p:spPr>
          <a:xfrm>
            <a:off x="1809544" y="3078387"/>
            <a:ext cx="2829176" cy="473502"/>
          </a:xfrm>
          <a:prstGeom prst="rect">
            <a:avLst/>
          </a:prstGeom>
        </p:spPr>
      </p:pic>
      <p:pic>
        <p:nvPicPr>
          <p:cNvPr id="15" name="圖片 14">
            <a:extLst>
              <a:ext uri="{FF2B5EF4-FFF2-40B4-BE49-F238E27FC236}">
                <a16:creationId xmlns:a16="http://schemas.microsoft.com/office/drawing/2014/main" id="{21D449CB-F647-DFAE-DF17-739A84C7B903}"/>
              </a:ext>
            </a:extLst>
          </p:cNvPr>
          <p:cNvPicPr>
            <a:picLocks noChangeAspect="1"/>
          </p:cNvPicPr>
          <p:nvPr/>
        </p:nvPicPr>
        <p:blipFill>
          <a:blip r:embed="rId5"/>
          <a:stretch>
            <a:fillRect/>
          </a:stretch>
        </p:blipFill>
        <p:spPr>
          <a:xfrm>
            <a:off x="1970717" y="3884717"/>
            <a:ext cx="2746316" cy="390640"/>
          </a:xfrm>
          <a:prstGeom prst="rect">
            <a:avLst/>
          </a:prstGeom>
        </p:spPr>
      </p:pic>
      <p:sp>
        <p:nvSpPr>
          <p:cNvPr id="16" name="文字方塊 15">
            <a:extLst>
              <a:ext uri="{FF2B5EF4-FFF2-40B4-BE49-F238E27FC236}">
                <a16:creationId xmlns:a16="http://schemas.microsoft.com/office/drawing/2014/main" id="{C230DFB5-0BBB-1764-F959-C65C9562462E}"/>
              </a:ext>
            </a:extLst>
          </p:cNvPr>
          <p:cNvSpPr txBox="1"/>
          <p:nvPr/>
        </p:nvSpPr>
        <p:spPr>
          <a:xfrm>
            <a:off x="3488871" y="5205769"/>
            <a:ext cx="5214257" cy="461665"/>
          </a:xfrm>
          <a:prstGeom prst="rect">
            <a:avLst/>
          </a:prstGeom>
          <a:noFill/>
        </p:spPr>
        <p:txBody>
          <a:bodyPr wrap="square" rtlCol="0">
            <a:spAutoFit/>
          </a:bodyPr>
          <a:lstStyle/>
          <a:p>
            <a:r>
              <a:rPr lang="en-US" altLang="zh-TW" sz="2400" b="0" i="0" dirty="0">
                <a:solidFill>
                  <a:srgbClr val="000000"/>
                </a:solidFill>
                <a:effectLst/>
                <a:latin typeface="Times New Roman" panose="02020603050405020304" pitchFamily="18" charset="0"/>
              </a:rPr>
              <a:t>Letting u = 0.6 and v = 0.75</a:t>
            </a:r>
            <a:endParaRPr lang="zh-TW" altLang="en-US" sz="2400" dirty="0"/>
          </a:p>
        </p:txBody>
      </p:sp>
    </p:spTree>
    <p:extLst>
      <p:ext uri="{BB962C8B-B14F-4D97-AF65-F5344CB8AC3E}">
        <p14:creationId xmlns:p14="http://schemas.microsoft.com/office/powerpoint/2010/main" val="246792032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B83E37A-C828-3BB7-2002-EA13E3013569}"/>
              </a:ext>
            </a:extLst>
          </p:cNvPr>
          <p:cNvSpPr>
            <a:spLocks noGrp="1"/>
          </p:cNvSpPr>
          <p:nvPr>
            <p:ph type="sldNum" sz="quarter" idx="12"/>
          </p:nvPr>
        </p:nvSpPr>
        <p:spPr/>
        <p:txBody>
          <a:bodyPr/>
          <a:lstStyle/>
          <a:p>
            <a:fld id="{55935506-5D51-4B07-8BDD-18CEF4E05E0A}" type="slidenum">
              <a:rPr lang="zh-TW" altLang="en-US" smtClean="0"/>
              <a:t>17</a:t>
            </a:fld>
            <a:endParaRPr lang="zh-TW" altLang="en-US"/>
          </a:p>
        </p:txBody>
      </p:sp>
      <p:pic>
        <p:nvPicPr>
          <p:cNvPr id="6" name="圖片 5">
            <a:extLst>
              <a:ext uri="{FF2B5EF4-FFF2-40B4-BE49-F238E27FC236}">
                <a16:creationId xmlns:a16="http://schemas.microsoft.com/office/drawing/2014/main" id="{AD6238E3-49AC-0569-6606-A6B726C0AAB5}"/>
              </a:ext>
            </a:extLst>
          </p:cNvPr>
          <p:cNvPicPr>
            <a:picLocks noChangeAspect="1"/>
          </p:cNvPicPr>
          <p:nvPr/>
        </p:nvPicPr>
        <p:blipFill rotWithShape="1">
          <a:blip r:embed="rId2"/>
          <a:srcRect t="-757" b="42"/>
          <a:stretch/>
        </p:blipFill>
        <p:spPr>
          <a:xfrm>
            <a:off x="6095999" y="563439"/>
            <a:ext cx="4729472" cy="2085284"/>
          </a:xfrm>
          <a:prstGeom prst="rect">
            <a:avLst/>
          </a:prstGeom>
        </p:spPr>
      </p:pic>
      <p:pic>
        <p:nvPicPr>
          <p:cNvPr id="10" name="圖片 9">
            <a:extLst>
              <a:ext uri="{FF2B5EF4-FFF2-40B4-BE49-F238E27FC236}">
                <a16:creationId xmlns:a16="http://schemas.microsoft.com/office/drawing/2014/main" id="{B429A91A-A96D-58F0-7788-217CBD1D314B}"/>
              </a:ext>
            </a:extLst>
          </p:cNvPr>
          <p:cNvPicPr>
            <a:picLocks noChangeAspect="1"/>
          </p:cNvPicPr>
          <p:nvPr/>
        </p:nvPicPr>
        <p:blipFill>
          <a:blip r:embed="rId3"/>
          <a:stretch>
            <a:fillRect/>
          </a:stretch>
        </p:blipFill>
        <p:spPr>
          <a:xfrm>
            <a:off x="1112495" y="574837"/>
            <a:ext cx="4462760" cy="461665"/>
          </a:xfrm>
          <a:prstGeom prst="rect">
            <a:avLst/>
          </a:prstGeom>
        </p:spPr>
      </p:pic>
      <p:pic>
        <p:nvPicPr>
          <p:cNvPr id="11" name="圖片 10">
            <a:extLst>
              <a:ext uri="{FF2B5EF4-FFF2-40B4-BE49-F238E27FC236}">
                <a16:creationId xmlns:a16="http://schemas.microsoft.com/office/drawing/2014/main" id="{15740A70-6B87-A52E-CF41-C1A25FD2D8A7}"/>
              </a:ext>
            </a:extLst>
          </p:cNvPr>
          <p:cNvPicPr>
            <a:picLocks noChangeAspect="1"/>
          </p:cNvPicPr>
          <p:nvPr/>
        </p:nvPicPr>
        <p:blipFill>
          <a:blip r:embed="rId4"/>
          <a:stretch>
            <a:fillRect/>
          </a:stretch>
        </p:blipFill>
        <p:spPr>
          <a:xfrm>
            <a:off x="1809544" y="1369330"/>
            <a:ext cx="2829176" cy="473502"/>
          </a:xfrm>
          <a:prstGeom prst="rect">
            <a:avLst/>
          </a:prstGeom>
        </p:spPr>
      </p:pic>
      <p:pic>
        <p:nvPicPr>
          <p:cNvPr id="15" name="圖片 14">
            <a:extLst>
              <a:ext uri="{FF2B5EF4-FFF2-40B4-BE49-F238E27FC236}">
                <a16:creationId xmlns:a16="http://schemas.microsoft.com/office/drawing/2014/main" id="{21D449CB-F647-DFAE-DF17-739A84C7B903}"/>
              </a:ext>
            </a:extLst>
          </p:cNvPr>
          <p:cNvPicPr>
            <a:picLocks noChangeAspect="1"/>
          </p:cNvPicPr>
          <p:nvPr/>
        </p:nvPicPr>
        <p:blipFill>
          <a:blip r:embed="rId5"/>
          <a:stretch>
            <a:fillRect/>
          </a:stretch>
        </p:blipFill>
        <p:spPr>
          <a:xfrm>
            <a:off x="1970717" y="2175660"/>
            <a:ext cx="2746316" cy="390640"/>
          </a:xfrm>
          <a:prstGeom prst="rect">
            <a:avLst/>
          </a:prstGeom>
        </p:spPr>
      </p:pic>
      <p:pic>
        <p:nvPicPr>
          <p:cNvPr id="3" name="圖片 2">
            <a:extLst>
              <a:ext uri="{FF2B5EF4-FFF2-40B4-BE49-F238E27FC236}">
                <a16:creationId xmlns:a16="http://schemas.microsoft.com/office/drawing/2014/main" id="{13E2A518-CD06-4835-9CB0-BEF4DDB89D4B}"/>
              </a:ext>
            </a:extLst>
          </p:cNvPr>
          <p:cNvPicPr>
            <a:picLocks noChangeAspect="1"/>
          </p:cNvPicPr>
          <p:nvPr/>
        </p:nvPicPr>
        <p:blipFill>
          <a:blip r:embed="rId6"/>
          <a:stretch>
            <a:fillRect/>
          </a:stretch>
        </p:blipFill>
        <p:spPr>
          <a:xfrm>
            <a:off x="3907811" y="3705458"/>
            <a:ext cx="4376376" cy="2123619"/>
          </a:xfrm>
          <a:prstGeom prst="rect">
            <a:avLst/>
          </a:prstGeom>
        </p:spPr>
      </p:pic>
    </p:spTree>
    <p:extLst>
      <p:ext uri="{BB962C8B-B14F-4D97-AF65-F5344CB8AC3E}">
        <p14:creationId xmlns:p14="http://schemas.microsoft.com/office/powerpoint/2010/main" val="229484523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9FB19A05-729A-3914-5268-A18C491B3D7D}"/>
              </a:ext>
            </a:extLst>
          </p:cNvPr>
          <p:cNvSpPr>
            <a:spLocks noGrp="1"/>
          </p:cNvSpPr>
          <p:nvPr>
            <p:ph type="sldNum" sz="quarter" idx="12"/>
          </p:nvPr>
        </p:nvSpPr>
        <p:spPr/>
        <p:txBody>
          <a:bodyPr/>
          <a:lstStyle/>
          <a:p>
            <a:fld id="{55935506-5D51-4B07-8BDD-18CEF4E05E0A}" type="slidenum">
              <a:rPr lang="zh-TW" altLang="en-US" smtClean="0"/>
              <a:t>18</a:t>
            </a:fld>
            <a:endParaRPr lang="zh-TW" altLang="en-US"/>
          </a:p>
        </p:txBody>
      </p:sp>
      <p:sp>
        <p:nvSpPr>
          <p:cNvPr id="6" name="文字方塊 5">
            <a:extLst>
              <a:ext uri="{FF2B5EF4-FFF2-40B4-BE49-F238E27FC236}">
                <a16:creationId xmlns:a16="http://schemas.microsoft.com/office/drawing/2014/main" id="{432B1F52-2EB3-6EF9-5400-9C10E32387CD}"/>
              </a:ext>
            </a:extLst>
          </p:cNvPr>
          <p:cNvSpPr txBox="1"/>
          <p:nvPr/>
        </p:nvSpPr>
        <p:spPr>
          <a:xfrm>
            <a:off x="1475014" y="1611086"/>
            <a:ext cx="9241971" cy="2308324"/>
          </a:xfrm>
          <a:prstGeom prst="rect">
            <a:avLst/>
          </a:prstGeom>
          <a:noFill/>
        </p:spPr>
        <p:txBody>
          <a:bodyPr wrap="square" rtlCol="0">
            <a:spAutoFit/>
          </a:bodyPr>
          <a:lstStyle/>
          <a:p>
            <a:r>
              <a:rPr lang="en-US" altLang="zh-TW" sz="2400" dirty="0">
                <a:solidFill>
                  <a:srgbClr val="000000"/>
                </a:solidFill>
                <a:latin typeface="Times New Roman" panose="02020603050405020304" pitchFamily="18" charset="0"/>
              </a:rPr>
              <a:t>B</a:t>
            </a:r>
            <a:r>
              <a:rPr lang="en-US" altLang="zh-TW" sz="2400" b="0" i="0" dirty="0">
                <a:solidFill>
                  <a:srgbClr val="000000"/>
                </a:solidFill>
                <a:effectLst/>
                <a:latin typeface="Times New Roman" panose="02020603050405020304" pitchFamily="18" charset="0"/>
              </a:rPr>
              <a:t>ut this still doesn't uniquely determine the value of p</a:t>
            </a:r>
            <a:r>
              <a:rPr lang="en-US" altLang="zh-TW" sz="2400" b="0" i="0" baseline="-25000" dirty="0">
                <a:solidFill>
                  <a:srgbClr val="000000"/>
                </a:solidFill>
                <a:effectLst/>
                <a:latin typeface="Times New Roman" panose="02020603050405020304" pitchFamily="18" charset="0"/>
              </a:rPr>
              <a:t>3</a:t>
            </a:r>
            <a:r>
              <a:rPr lang="en-US" altLang="zh-TW" sz="2400" b="0" i="0" dirty="0">
                <a:solidFill>
                  <a:srgbClr val="000000"/>
                </a:solidFill>
                <a:effectLst/>
                <a:latin typeface="Times New Roman" panose="02020603050405020304" pitchFamily="18" charset="0"/>
              </a:rPr>
              <a:t>/(p</a:t>
            </a:r>
            <a:r>
              <a:rPr lang="en-US" altLang="zh-TW" sz="2400" b="0" i="0" baseline="-25000" dirty="0">
                <a:solidFill>
                  <a:srgbClr val="000000"/>
                </a:solidFill>
                <a:effectLst/>
                <a:latin typeface="Times New Roman" panose="02020603050405020304" pitchFamily="18" charset="0"/>
              </a:rPr>
              <a:t>2</a:t>
            </a:r>
            <a:r>
              <a:rPr lang="en-US" altLang="zh-TW" sz="2400" b="0" i="0" dirty="0">
                <a:solidFill>
                  <a:srgbClr val="000000"/>
                </a:solidFill>
                <a:effectLst/>
                <a:latin typeface="Times New Roman" panose="02020603050405020304" pitchFamily="18" charset="0"/>
              </a:rPr>
              <a:t> + p</a:t>
            </a:r>
            <a:r>
              <a:rPr lang="en-US" altLang="zh-TW" sz="2400" b="0" i="0" baseline="-25000" dirty="0">
                <a:solidFill>
                  <a:srgbClr val="000000"/>
                </a:solidFill>
                <a:effectLst/>
                <a:latin typeface="Times New Roman" panose="02020603050405020304" pitchFamily="18" charset="0"/>
              </a:rPr>
              <a:t>3</a:t>
            </a:r>
            <a:r>
              <a:rPr lang="en-US" altLang="zh-TW" sz="2400" b="0" i="0" dirty="0">
                <a:solidFill>
                  <a:srgbClr val="000000"/>
                </a:solidFill>
                <a:effectLst/>
                <a:latin typeface="Times New Roman" panose="02020603050405020304" pitchFamily="18" charset="0"/>
              </a:rPr>
              <a:t>). </a:t>
            </a:r>
          </a:p>
          <a:p>
            <a:r>
              <a:rPr lang="en-US" altLang="zh-TW" sz="2400" b="0" i="0" dirty="0">
                <a:solidFill>
                  <a:srgbClr val="000000"/>
                </a:solidFill>
                <a:effectLst/>
                <a:latin typeface="Times New Roman" panose="02020603050405020304" pitchFamily="18" charset="0"/>
              </a:rPr>
              <a:t>We need at least one more assumption.</a:t>
            </a:r>
          </a:p>
          <a:p>
            <a:r>
              <a:rPr lang="en-US" altLang="zh-TW" sz="2400" b="0" i="0" dirty="0">
                <a:solidFill>
                  <a:srgbClr val="000000"/>
                </a:solidFill>
                <a:effectLst/>
                <a:latin typeface="Times New Roman" panose="02020603050405020304" pitchFamily="18" charset="0"/>
              </a:rPr>
              <a:t>We assume </a:t>
            </a:r>
            <a:r>
              <a:rPr lang="en-US" altLang="zh-TW" sz="2400" b="0" i="0" dirty="0">
                <a:solidFill>
                  <a:srgbClr val="FF0000"/>
                </a:solidFill>
                <a:effectLst/>
                <a:latin typeface="Times New Roman" panose="02020603050405020304" pitchFamily="18" charset="0"/>
              </a:rPr>
              <a:t>symmetry</a:t>
            </a:r>
            <a:r>
              <a:rPr lang="en-US" altLang="zh-TW" sz="2400" b="0" i="0" dirty="0">
                <a:solidFill>
                  <a:srgbClr val="000000"/>
                </a:solidFill>
                <a:effectLst/>
                <a:latin typeface="Times New Roman" panose="02020603050405020304" pitchFamily="18" charset="0"/>
              </a:rPr>
              <a:t> between "y" and "n". </a:t>
            </a:r>
          </a:p>
          <a:p>
            <a:r>
              <a:rPr lang="en-US" altLang="zh-TW" sz="2400" b="0" i="0" dirty="0">
                <a:solidFill>
                  <a:srgbClr val="000000"/>
                </a:solidFill>
                <a:effectLst/>
                <a:latin typeface="Times New Roman" panose="02020603050405020304" pitchFamily="18" charset="0"/>
              </a:rPr>
              <a:t>In other words, assume that probability of any combination is equal to the probability of the complementary combination, given by changing each "y" to an "n" and vice versa.</a:t>
            </a:r>
            <a:endParaRPr lang="zh-TW" altLang="en-US" sz="2400" dirty="0"/>
          </a:p>
        </p:txBody>
      </p:sp>
      <p:grpSp>
        <p:nvGrpSpPr>
          <p:cNvPr id="26" name="群組 25">
            <a:extLst>
              <a:ext uri="{FF2B5EF4-FFF2-40B4-BE49-F238E27FC236}">
                <a16:creationId xmlns:a16="http://schemas.microsoft.com/office/drawing/2014/main" id="{0DF8A3C6-8F02-5066-4181-8E4F01D32F38}"/>
              </a:ext>
            </a:extLst>
          </p:cNvPr>
          <p:cNvGrpSpPr/>
          <p:nvPr/>
        </p:nvGrpSpPr>
        <p:grpSpPr>
          <a:xfrm>
            <a:off x="2045211" y="4624166"/>
            <a:ext cx="1383480" cy="1105560"/>
            <a:chOff x="2045211" y="4624166"/>
            <a:chExt cx="1383480" cy="1105560"/>
          </a:xfrm>
        </p:grpSpPr>
        <mc:AlternateContent xmlns:mc="http://schemas.openxmlformats.org/markup-compatibility/2006" xmlns:p14="http://schemas.microsoft.com/office/powerpoint/2010/main">
          <mc:Choice Requires="p14">
            <p:contentPart p14:bwMode="auto" r:id="rId2">
              <p14:nvContentPartPr>
                <p14:cNvPr id="22" name="筆跡 21">
                  <a:extLst>
                    <a:ext uri="{FF2B5EF4-FFF2-40B4-BE49-F238E27FC236}">
                      <a16:creationId xmlns:a16="http://schemas.microsoft.com/office/drawing/2014/main" id="{8EF02ADB-88D6-C9CB-4265-004ED24FCDB9}"/>
                    </a:ext>
                  </a:extLst>
                </p14:cNvPr>
                <p14:cNvContentPartPr/>
                <p14:nvPr/>
              </p14:nvContentPartPr>
              <p14:xfrm>
                <a:off x="2045211" y="4624166"/>
                <a:ext cx="567360" cy="1099800"/>
              </p14:xfrm>
            </p:contentPart>
          </mc:Choice>
          <mc:Fallback xmlns="">
            <p:pic>
              <p:nvPicPr>
                <p:cNvPr id="22" name="筆跡 21">
                  <a:extLst>
                    <a:ext uri="{FF2B5EF4-FFF2-40B4-BE49-F238E27FC236}">
                      <a16:creationId xmlns:a16="http://schemas.microsoft.com/office/drawing/2014/main" id="{8EF02ADB-88D6-C9CB-4265-004ED24FCDB9}"/>
                    </a:ext>
                  </a:extLst>
                </p:cNvPr>
                <p:cNvPicPr/>
                <p:nvPr/>
              </p:nvPicPr>
              <p:blipFill>
                <a:blip r:embed="rId3"/>
                <a:stretch>
                  <a:fillRect/>
                </a:stretch>
              </p:blipFill>
              <p:spPr>
                <a:xfrm>
                  <a:off x="2027211" y="4606166"/>
                  <a:ext cx="603000" cy="1135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3" name="筆跡 22">
                  <a:extLst>
                    <a:ext uri="{FF2B5EF4-FFF2-40B4-BE49-F238E27FC236}">
                      <a16:creationId xmlns:a16="http://schemas.microsoft.com/office/drawing/2014/main" id="{BA7C2EFA-AEAA-C1B1-EF69-F4C617598EF5}"/>
                    </a:ext>
                  </a:extLst>
                </p14:cNvPr>
                <p14:cNvContentPartPr/>
                <p14:nvPr/>
              </p14:nvContentPartPr>
              <p14:xfrm>
                <a:off x="2615811" y="4875806"/>
                <a:ext cx="464760" cy="676800"/>
              </p14:xfrm>
            </p:contentPart>
          </mc:Choice>
          <mc:Fallback xmlns="">
            <p:pic>
              <p:nvPicPr>
                <p:cNvPr id="23" name="筆跡 22">
                  <a:extLst>
                    <a:ext uri="{FF2B5EF4-FFF2-40B4-BE49-F238E27FC236}">
                      <a16:creationId xmlns:a16="http://schemas.microsoft.com/office/drawing/2014/main" id="{BA7C2EFA-AEAA-C1B1-EF69-F4C617598EF5}"/>
                    </a:ext>
                  </a:extLst>
                </p:cNvPr>
                <p:cNvPicPr/>
                <p:nvPr/>
              </p:nvPicPr>
              <p:blipFill>
                <a:blip r:embed="rId5"/>
                <a:stretch>
                  <a:fillRect/>
                </a:stretch>
              </p:blipFill>
              <p:spPr>
                <a:xfrm>
                  <a:off x="2598171" y="4857806"/>
                  <a:ext cx="500400" cy="712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5" name="筆跡 24">
                  <a:extLst>
                    <a:ext uri="{FF2B5EF4-FFF2-40B4-BE49-F238E27FC236}">
                      <a16:creationId xmlns:a16="http://schemas.microsoft.com/office/drawing/2014/main" id="{FD7B4BF0-EBA2-F184-F66E-CFF7076239F0}"/>
                    </a:ext>
                  </a:extLst>
                </p14:cNvPr>
                <p14:cNvContentPartPr/>
                <p14:nvPr/>
              </p14:nvContentPartPr>
              <p14:xfrm>
                <a:off x="3409971" y="5583926"/>
                <a:ext cx="18720" cy="145800"/>
              </p14:xfrm>
            </p:contentPart>
          </mc:Choice>
          <mc:Fallback xmlns="">
            <p:pic>
              <p:nvPicPr>
                <p:cNvPr id="25" name="筆跡 24">
                  <a:extLst>
                    <a:ext uri="{FF2B5EF4-FFF2-40B4-BE49-F238E27FC236}">
                      <a16:creationId xmlns:a16="http://schemas.microsoft.com/office/drawing/2014/main" id="{FD7B4BF0-EBA2-F184-F66E-CFF7076239F0}"/>
                    </a:ext>
                  </a:extLst>
                </p:cNvPr>
                <p:cNvPicPr/>
                <p:nvPr/>
              </p:nvPicPr>
              <p:blipFill>
                <a:blip r:embed="rId7"/>
                <a:stretch>
                  <a:fillRect/>
                </a:stretch>
              </p:blipFill>
              <p:spPr>
                <a:xfrm>
                  <a:off x="3392331" y="5566286"/>
                  <a:ext cx="54360" cy="181440"/>
                </a:xfrm>
                <a:prstGeom prst="rect">
                  <a:avLst/>
                </a:prstGeom>
              </p:spPr>
            </p:pic>
          </mc:Fallback>
        </mc:AlternateContent>
      </p:grpSp>
      <p:grpSp>
        <p:nvGrpSpPr>
          <p:cNvPr id="35" name="群組 34">
            <a:extLst>
              <a:ext uri="{FF2B5EF4-FFF2-40B4-BE49-F238E27FC236}">
                <a16:creationId xmlns:a16="http://schemas.microsoft.com/office/drawing/2014/main" id="{DF19DEAD-EC79-858F-87CC-449DBFEEED4E}"/>
              </a:ext>
            </a:extLst>
          </p:cNvPr>
          <p:cNvGrpSpPr/>
          <p:nvPr/>
        </p:nvGrpSpPr>
        <p:grpSpPr>
          <a:xfrm>
            <a:off x="3819651" y="4625966"/>
            <a:ext cx="2244600" cy="1197000"/>
            <a:chOff x="3819651" y="4625966"/>
            <a:chExt cx="2244600" cy="1197000"/>
          </a:xfrm>
        </p:grpSpPr>
        <mc:AlternateContent xmlns:mc="http://schemas.openxmlformats.org/markup-compatibility/2006" xmlns:p14="http://schemas.microsoft.com/office/powerpoint/2010/main">
          <mc:Choice Requires="p14">
            <p:contentPart p14:bwMode="auto" r:id="rId8">
              <p14:nvContentPartPr>
                <p14:cNvPr id="27" name="筆跡 26">
                  <a:extLst>
                    <a:ext uri="{FF2B5EF4-FFF2-40B4-BE49-F238E27FC236}">
                      <a16:creationId xmlns:a16="http://schemas.microsoft.com/office/drawing/2014/main" id="{3E5DDC40-9587-0FE1-FE1B-6D6CA3A16C60}"/>
                    </a:ext>
                  </a:extLst>
                </p14:cNvPr>
                <p14:cNvContentPartPr/>
                <p14:nvPr/>
              </p14:nvContentPartPr>
              <p14:xfrm>
                <a:off x="3951051" y="4843046"/>
                <a:ext cx="391320" cy="12600"/>
              </p14:xfrm>
            </p:contentPart>
          </mc:Choice>
          <mc:Fallback xmlns="">
            <p:pic>
              <p:nvPicPr>
                <p:cNvPr id="27" name="筆跡 26">
                  <a:extLst>
                    <a:ext uri="{FF2B5EF4-FFF2-40B4-BE49-F238E27FC236}">
                      <a16:creationId xmlns:a16="http://schemas.microsoft.com/office/drawing/2014/main" id="{3E5DDC40-9587-0FE1-FE1B-6D6CA3A16C60}"/>
                    </a:ext>
                  </a:extLst>
                </p:cNvPr>
                <p:cNvPicPr/>
                <p:nvPr/>
              </p:nvPicPr>
              <p:blipFill>
                <a:blip r:embed="rId9"/>
                <a:stretch>
                  <a:fillRect/>
                </a:stretch>
              </p:blipFill>
              <p:spPr>
                <a:xfrm>
                  <a:off x="3933051" y="4825406"/>
                  <a:ext cx="42696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8" name="筆跡 27">
                  <a:extLst>
                    <a:ext uri="{FF2B5EF4-FFF2-40B4-BE49-F238E27FC236}">
                      <a16:creationId xmlns:a16="http://schemas.microsoft.com/office/drawing/2014/main" id="{0A0CA694-5826-CB6D-FE70-2871E67A5687}"/>
                    </a:ext>
                  </a:extLst>
                </p14:cNvPr>
                <p14:cNvContentPartPr/>
                <p14:nvPr/>
              </p14:nvContentPartPr>
              <p14:xfrm>
                <a:off x="3819651" y="4876166"/>
                <a:ext cx="416520" cy="740880"/>
              </p14:xfrm>
            </p:contentPart>
          </mc:Choice>
          <mc:Fallback xmlns="">
            <p:pic>
              <p:nvPicPr>
                <p:cNvPr id="28" name="筆跡 27">
                  <a:extLst>
                    <a:ext uri="{FF2B5EF4-FFF2-40B4-BE49-F238E27FC236}">
                      <a16:creationId xmlns:a16="http://schemas.microsoft.com/office/drawing/2014/main" id="{0A0CA694-5826-CB6D-FE70-2871E67A5687}"/>
                    </a:ext>
                  </a:extLst>
                </p:cNvPr>
                <p:cNvPicPr/>
                <p:nvPr/>
              </p:nvPicPr>
              <p:blipFill>
                <a:blip r:embed="rId11"/>
                <a:stretch>
                  <a:fillRect/>
                </a:stretch>
              </p:blipFill>
              <p:spPr>
                <a:xfrm>
                  <a:off x="3802011" y="4858526"/>
                  <a:ext cx="452160" cy="776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9" name="筆跡 28">
                  <a:extLst>
                    <a:ext uri="{FF2B5EF4-FFF2-40B4-BE49-F238E27FC236}">
                      <a16:creationId xmlns:a16="http://schemas.microsoft.com/office/drawing/2014/main" id="{097CA24F-B848-65FB-79A2-4746A1BE77BD}"/>
                    </a:ext>
                  </a:extLst>
                </p14:cNvPr>
                <p14:cNvContentPartPr/>
                <p14:nvPr/>
              </p14:nvContentPartPr>
              <p14:xfrm>
                <a:off x="4517331" y="5594726"/>
                <a:ext cx="45360" cy="228240"/>
              </p14:xfrm>
            </p:contentPart>
          </mc:Choice>
          <mc:Fallback xmlns="">
            <p:pic>
              <p:nvPicPr>
                <p:cNvPr id="29" name="筆跡 28">
                  <a:extLst>
                    <a:ext uri="{FF2B5EF4-FFF2-40B4-BE49-F238E27FC236}">
                      <a16:creationId xmlns:a16="http://schemas.microsoft.com/office/drawing/2014/main" id="{097CA24F-B848-65FB-79A2-4746A1BE77BD}"/>
                    </a:ext>
                  </a:extLst>
                </p:cNvPr>
                <p:cNvPicPr/>
                <p:nvPr/>
              </p:nvPicPr>
              <p:blipFill>
                <a:blip r:embed="rId13"/>
                <a:stretch>
                  <a:fillRect/>
                </a:stretch>
              </p:blipFill>
              <p:spPr>
                <a:xfrm>
                  <a:off x="4499331" y="5577086"/>
                  <a:ext cx="81000" cy="263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0" name="筆跡 29">
                  <a:extLst>
                    <a:ext uri="{FF2B5EF4-FFF2-40B4-BE49-F238E27FC236}">
                      <a16:creationId xmlns:a16="http://schemas.microsoft.com/office/drawing/2014/main" id="{374470C8-D92C-BBF6-8B0A-4B927E7785AD}"/>
                    </a:ext>
                  </a:extLst>
                </p14:cNvPr>
                <p14:cNvContentPartPr/>
                <p14:nvPr/>
              </p14:nvContentPartPr>
              <p14:xfrm>
                <a:off x="4963371" y="4744406"/>
                <a:ext cx="415080" cy="371880"/>
              </p14:xfrm>
            </p:contentPart>
          </mc:Choice>
          <mc:Fallback xmlns="">
            <p:pic>
              <p:nvPicPr>
                <p:cNvPr id="30" name="筆跡 29">
                  <a:extLst>
                    <a:ext uri="{FF2B5EF4-FFF2-40B4-BE49-F238E27FC236}">
                      <a16:creationId xmlns:a16="http://schemas.microsoft.com/office/drawing/2014/main" id="{374470C8-D92C-BBF6-8B0A-4B927E7785AD}"/>
                    </a:ext>
                  </a:extLst>
                </p:cNvPr>
                <p:cNvPicPr/>
                <p:nvPr/>
              </p:nvPicPr>
              <p:blipFill>
                <a:blip r:embed="rId15"/>
                <a:stretch>
                  <a:fillRect/>
                </a:stretch>
              </p:blipFill>
              <p:spPr>
                <a:xfrm>
                  <a:off x="4945731" y="4726406"/>
                  <a:ext cx="45072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2" name="筆跡 31">
                  <a:extLst>
                    <a:ext uri="{FF2B5EF4-FFF2-40B4-BE49-F238E27FC236}">
                      <a16:creationId xmlns:a16="http://schemas.microsoft.com/office/drawing/2014/main" id="{13FB9F5B-9483-6F80-8AA6-B71B5FD0C826}"/>
                    </a:ext>
                  </a:extLst>
                </p14:cNvPr>
                <p14:cNvContentPartPr/>
                <p14:nvPr/>
              </p14:nvContentPartPr>
              <p14:xfrm>
                <a:off x="4908651" y="4811006"/>
                <a:ext cx="11520" cy="639000"/>
              </p14:xfrm>
            </p:contentPart>
          </mc:Choice>
          <mc:Fallback xmlns="">
            <p:pic>
              <p:nvPicPr>
                <p:cNvPr id="32" name="筆跡 31">
                  <a:extLst>
                    <a:ext uri="{FF2B5EF4-FFF2-40B4-BE49-F238E27FC236}">
                      <a16:creationId xmlns:a16="http://schemas.microsoft.com/office/drawing/2014/main" id="{13FB9F5B-9483-6F80-8AA6-B71B5FD0C826}"/>
                    </a:ext>
                  </a:extLst>
                </p:cNvPr>
                <p:cNvPicPr/>
                <p:nvPr/>
              </p:nvPicPr>
              <p:blipFill>
                <a:blip r:embed="rId17"/>
                <a:stretch>
                  <a:fillRect/>
                </a:stretch>
              </p:blipFill>
              <p:spPr>
                <a:xfrm>
                  <a:off x="4890651" y="4793006"/>
                  <a:ext cx="47160" cy="6746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3" name="筆跡 32">
                  <a:extLst>
                    <a:ext uri="{FF2B5EF4-FFF2-40B4-BE49-F238E27FC236}">
                      <a16:creationId xmlns:a16="http://schemas.microsoft.com/office/drawing/2014/main" id="{82A76C8E-4DE3-B44F-FD8F-8E1DD9006821}"/>
                    </a:ext>
                  </a:extLst>
                </p14:cNvPr>
                <p14:cNvContentPartPr/>
                <p14:nvPr/>
              </p14:nvContentPartPr>
              <p14:xfrm>
                <a:off x="4984971" y="5148326"/>
                <a:ext cx="379080" cy="362520"/>
              </p14:xfrm>
            </p:contentPart>
          </mc:Choice>
          <mc:Fallback xmlns="">
            <p:pic>
              <p:nvPicPr>
                <p:cNvPr id="33" name="筆跡 32">
                  <a:extLst>
                    <a:ext uri="{FF2B5EF4-FFF2-40B4-BE49-F238E27FC236}">
                      <a16:creationId xmlns:a16="http://schemas.microsoft.com/office/drawing/2014/main" id="{82A76C8E-4DE3-B44F-FD8F-8E1DD9006821}"/>
                    </a:ext>
                  </a:extLst>
                </p:cNvPr>
                <p:cNvPicPr/>
                <p:nvPr/>
              </p:nvPicPr>
              <p:blipFill>
                <a:blip r:embed="rId19"/>
                <a:stretch>
                  <a:fillRect/>
                </a:stretch>
              </p:blipFill>
              <p:spPr>
                <a:xfrm>
                  <a:off x="4967331" y="5130686"/>
                  <a:ext cx="414720" cy="398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4" name="筆跡 33">
                  <a:extLst>
                    <a:ext uri="{FF2B5EF4-FFF2-40B4-BE49-F238E27FC236}">
                      <a16:creationId xmlns:a16="http://schemas.microsoft.com/office/drawing/2014/main" id="{2B47F2C7-4624-64BA-7C19-8CE23EAA8313}"/>
                    </a:ext>
                  </a:extLst>
                </p14:cNvPr>
                <p14:cNvContentPartPr/>
                <p14:nvPr/>
              </p14:nvContentPartPr>
              <p14:xfrm>
                <a:off x="5725851" y="4625966"/>
                <a:ext cx="338400" cy="1085760"/>
              </p14:xfrm>
            </p:contentPart>
          </mc:Choice>
          <mc:Fallback xmlns="">
            <p:pic>
              <p:nvPicPr>
                <p:cNvPr id="34" name="筆跡 33">
                  <a:extLst>
                    <a:ext uri="{FF2B5EF4-FFF2-40B4-BE49-F238E27FC236}">
                      <a16:creationId xmlns:a16="http://schemas.microsoft.com/office/drawing/2014/main" id="{2B47F2C7-4624-64BA-7C19-8CE23EAA8313}"/>
                    </a:ext>
                  </a:extLst>
                </p:cNvPr>
                <p:cNvPicPr/>
                <p:nvPr/>
              </p:nvPicPr>
              <p:blipFill>
                <a:blip r:embed="rId21"/>
                <a:stretch>
                  <a:fillRect/>
                </a:stretch>
              </p:blipFill>
              <p:spPr>
                <a:xfrm>
                  <a:off x="5707851" y="4607966"/>
                  <a:ext cx="374040" cy="1121400"/>
                </a:xfrm>
                <a:prstGeom prst="rect">
                  <a:avLst/>
                </a:prstGeom>
              </p:spPr>
            </p:pic>
          </mc:Fallback>
        </mc:AlternateContent>
      </p:grpSp>
      <p:grpSp>
        <p:nvGrpSpPr>
          <p:cNvPr id="38" name="群組 37">
            <a:extLst>
              <a:ext uri="{FF2B5EF4-FFF2-40B4-BE49-F238E27FC236}">
                <a16:creationId xmlns:a16="http://schemas.microsoft.com/office/drawing/2014/main" id="{AB7BC7B6-2DDA-4E84-ADCF-B7AF73D8E19A}"/>
              </a:ext>
            </a:extLst>
          </p:cNvPr>
          <p:cNvGrpSpPr/>
          <p:nvPr/>
        </p:nvGrpSpPr>
        <p:grpSpPr>
          <a:xfrm>
            <a:off x="1089411" y="4625966"/>
            <a:ext cx="414720" cy="947520"/>
            <a:chOff x="1089411" y="4625966"/>
            <a:chExt cx="414720" cy="947520"/>
          </a:xfrm>
        </p:grpSpPr>
        <mc:AlternateContent xmlns:mc="http://schemas.openxmlformats.org/markup-compatibility/2006" xmlns:p14="http://schemas.microsoft.com/office/powerpoint/2010/main">
          <mc:Choice Requires="p14">
            <p:contentPart p14:bwMode="auto" r:id="rId22">
              <p14:nvContentPartPr>
                <p14:cNvPr id="36" name="筆跡 35">
                  <a:extLst>
                    <a:ext uri="{FF2B5EF4-FFF2-40B4-BE49-F238E27FC236}">
                      <a16:creationId xmlns:a16="http://schemas.microsoft.com/office/drawing/2014/main" id="{00FD6A1C-22C8-AF02-4936-837A6FFD4580}"/>
                    </a:ext>
                  </a:extLst>
                </p14:cNvPr>
                <p14:cNvContentPartPr/>
                <p14:nvPr/>
              </p14:nvContentPartPr>
              <p14:xfrm>
                <a:off x="1153851" y="4647566"/>
                <a:ext cx="350280" cy="350640"/>
              </p14:xfrm>
            </p:contentPart>
          </mc:Choice>
          <mc:Fallback xmlns="">
            <p:pic>
              <p:nvPicPr>
                <p:cNvPr id="36" name="筆跡 35">
                  <a:extLst>
                    <a:ext uri="{FF2B5EF4-FFF2-40B4-BE49-F238E27FC236}">
                      <a16:creationId xmlns:a16="http://schemas.microsoft.com/office/drawing/2014/main" id="{00FD6A1C-22C8-AF02-4936-837A6FFD4580}"/>
                    </a:ext>
                  </a:extLst>
                </p:cNvPr>
                <p:cNvPicPr/>
                <p:nvPr/>
              </p:nvPicPr>
              <p:blipFill>
                <a:blip r:embed="rId23"/>
                <a:stretch>
                  <a:fillRect/>
                </a:stretch>
              </p:blipFill>
              <p:spPr>
                <a:xfrm>
                  <a:off x="1135851" y="4629926"/>
                  <a:ext cx="385920" cy="386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7" name="筆跡 36">
                  <a:extLst>
                    <a:ext uri="{FF2B5EF4-FFF2-40B4-BE49-F238E27FC236}">
                      <a16:creationId xmlns:a16="http://schemas.microsoft.com/office/drawing/2014/main" id="{ACD70DB5-CE6A-ADE7-1620-7AF2E0C6D0AB}"/>
                    </a:ext>
                  </a:extLst>
                </p14:cNvPr>
                <p14:cNvContentPartPr/>
                <p14:nvPr/>
              </p14:nvContentPartPr>
              <p14:xfrm>
                <a:off x="1089411" y="4625966"/>
                <a:ext cx="42480" cy="947520"/>
              </p14:xfrm>
            </p:contentPart>
          </mc:Choice>
          <mc:Fallback xmlns="">
            <p:pic>
              <p:nvPicPr>
                <p:cNvPr id="37" name="筆跡 36">
                  <a:extLst>
                    <a:ext uri="{FF2B5EF4-FFF2-40B4-BE49-F238E27FC236}">
                      <a16:creationId xmlns:a16="http://schemas.microsoft.com/office/drawing/2014/main" id="{ACD70DB5-CE6A-ADE7-1620-7AF2E0C6D0AB}"/>
                    </a:ext>
                  </a:extLst>
                </p:cNvPr>
                <p:cNvPicPr/>
                <p:nvPr/>
              </p:nvPicPr>
              <p:blipFill>
                <a:blip r:embed="rId25"/>
                <a:stretch>
                  <a:fillRect/>
                </a:stretch>
              </p:blipFill>
              <p:spPr>
                <a:xfrm>
                  <a:off x="1071411" y="4607966"/>
                  <a:ext cx="78120" cy="983160"/>
                </a:xfrm>
                <a:prstGeom prst="rect">
                  <a:avLst/>
                </a:prstGeom>
              </p:spPr>
            </p:pic>
          </mc:Fallback>
        </mc:AlternateContent>
      </p:grpSp>
      <p:grpSp>
        <p:nvGrpSpPr>
          <p:cNvPr id="57" name="群組 56">
            <a:extLst>
              <a:ext uri="{FF2B5EF4-FFF2-40B4-BE49-F238E27FC236}">
                <a16:creationId xmlns:a16="http://schemas.microsoft.com/office/drawing/2014/main" id="{CC5A3F58-E878-64D3-555D-97F40A007187}"/>
              </a:ext>
            </a:extLst>
          </p:cNvPr>
          <p:cNvGrpSpPr/>
          <p:nvPr/>
        </p:nvGrpSpPr>
        <p:grpSpPr>
          <a:xfrm>
            <a:off x="6269811" y="4418606"/>
            <a:ext cx="4943160" cy="1557720"/>
            <a:chOff x="6269811" y="4418606"/>
            <a:chExt cx="4943160" cy="1557720"/>
          </a:xfrm>
        </p:grpSpPr>
        <mc:AlternateContent xmlns:mc="http://schemas.openxmlformats.org/markup-compatibility/2006" xmlns:p14="http://schemas.microsoft.com/office/powerpoint/2010/main">
          <mc:Choice Requires="p14">
            <p:contentPart p14:bwMode="auto" r:id="rId26">
              <p14:nvContentPartPr>
                <p14:cNvPr id="41" name="筆跡 40">
                  <a:extLst>
                    <a:ext uri="{FF2B5EF4-FFF2-40B4-BE49-F238E27FC236}">
                      <a16:creationId xmlns:a16="http://schemas.microsoft.com/office/drawing/2014/main" id="{8B8254A7-314F-C1F2-2CA6-97730721DCB3}"/>
                    </a:ext>
                  </a:extLst>
                </p14:cNvPr>
                <p14:cNvContentPartPr/>
                <p14:nvPr/>
              </p14:nvContentPartPr>
              <p14:xfrm>
                <a:off x="7119051" y="4418606"/>
                <a:ext cx="3656520" cy="109800"/>
              </p14:xfrm>
            </p:contentPart>
          </mc:Choice>
          <mc:Fallback xmlns="">
            <p:pic>
              <p:nvPicPr>
                <p:cNvPr id="41" name="筆跡 40">
                  <a:extLst>
                    <a:ext uri="{FF2B5EF4-FFF2-40B4-BE49-F238E27FC236}">
                      <a16:creationId xmlns:a16="http://schemas.microsoft.com/office/drawing/2014/main" id="{8B8254A7-314F-C1F2-2CA6-97730721DCB3}"/>
                    </a:ext>
                  </a:extLst>
                </p:cNvPr>
                <p:cNvPicPr/>
                <p:nvPr/>
              </p:nvPicPr>
              <p:blipFill>
                <a:blip r:embed="rId27"/>
                <a:stretch>
                  <a:fillRect/>
                </a:stretch>
              </p:blipFill>
              <p:spPr>
                <a:xfrm>
                  <a:off x="7101051" y="4400966"/>
                  <a:ext cx="369216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9" name="筆跡 38">
                  <a:extLst>
                    <a:ext uri="{FF2B5EF4-FFF2-40B4-BE49-F238E27FC236}">
                      <a16:creationId xmlns:a16="http://schemas.microsoft.com/office/drawing/2014/main" id="{072E60D2-BE65-179C-3843-4206D1C062C4}"/>
                    </a:ext>
                  </a:extLst>
                </p14:cNvPr>
                <p14:cNvContentPartPr/>
                <p14:nvPr/>
              </p14:nvContentPartPr>
              <p14:xfrm>
                <a:off x="6291411" y="5061566"/>
                <a:ext cx="282240" cy="360"/>
              </p14:xfrm>
            </p:contentPart>
          </mc:Choice>
          <mc:Fallback xmlns="">
            <p:pic>
              <p:nvPicPr>
                <p:cNvPr id="39" name="筆跡 38">
                  <a:extLst>
                    <a:ext uri="{FF2B5EF4-FFF2-40B4-BE49-F238E27FC236}">
                      <a16:creationId xmlns:a16="http://schemas.microsoft.com/office/drawing/2014/main" id="{072E60D2-BE65-179C-3843-4206D1C062C4}"/>
                    </a:ext>
                  </a:extLst>
                </p:cNvPr>
                <p:cNvPicPr/>
                <p:nvPr/>
              </p:nvPicPr>
              <p:blipFill>
                <a:blip r:embed="rId29"/>
                <a:stretch>
                  <a:fillRect/>
                </a:stretch>
              </p:blipFill>
              <p:spPr>
                <a:xfrm>
                  <a:off x="6273771" y="5043566"/>
                  <a:ext cx="3178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0" name="筆跡 39">
                  <a:extLst>
                    <a:ext uri="{FF2B5EF4-FFF2-40B4-BE49-F238E27FC236}">
                      <a16:creationId xmlns:a16="http://schemas.microsoft.com/office/drawing/2014/main" id="{ECB37120-CE3B-DD2B-F2B0-BE238494C7A1}"/>
                    </a:ext>
                  </a:extLst>
                </p14:cNvPr>
                <p14:cNvContentPartPr/>
                <p14:nvPr/>
              </p14:nvContentPartPr>
              <p14:xfrm>
                <a:off x="6269811" y="5321126"/>
                <a:ext cx="293040" cy="12600"/>
              </p14:xfrm>
            </p:contentPart>
          </mc:Choice>
          <mc:Fallback xmlns="">
            <p:pic>
              <p:nvPicPr>
                <p:cNvPr id="40" name="筆跡 39">
                  <a:extLst>
                    <a:ext uri="{FF2B5EF4-FFF2-40B4-BE49-F238E27FC236}">
                      <a16:creationId xmlns:a16="http://schemas.microsoft.com/office/drawing/2014/main" id="{ECB37120-CE3B-DD2B-F2B0-BE238494C7A1}"/>
                    </a:ext>
                  </a:extLst>
                </p:cNvPr>
                <p:cNvPicPr/>
                <p:nvPr/>
              </p:nvPicPr>
              <p:blipFill>
                <a:blip r:embed="rId31"/>
                <a:stretch>
                  <a:fillRect/>
                </a:stretch>
              </p:blipFill>
              <p:spPr>
                <a:xfrm>
                  <a:off x="6252171" y="5303126"/>
                  <a:ext cx="32868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2" name="筆跡 41">
                  <a:extLst>
                    <a:ext uri="{FF2B5EF4-FFF2-40B4-BE49-F238E27FC236}">
                      <a16:creationId xmlns:a16="http://schemas.microsoft.com/office/drawing/2014/main" id="{875E297E-9B5E-3F0C-57BD-FF00B68FEFB7}"/>
                    </a:ext>
                  </a:extLst>
                </p14:cNvPr>
                <p14:cNvContentPartPr/>
                <p14:nvPr/>
              </p14:nvContentPartPr>
              <p14:xfrm>
                <a:off x="7151451" y="4864646"/>
                <a:ext cx="371520" cy="373320"/>
              </p14:xfrm>
            </p:contentPart>
          </mc:Choice>
          <mc:Fallback xmlns="">
            <p:pic>
              <p:nvPicPr>
                <p:cNvPr id="42" name="筆跡 41">
                  <a:extLst>
                    <a:ext uri="{FF2B5EF4-FFF2-40B4-BE49-F238E27FC236}">
                      <a16:creationId xmlns:a16="http://schemas.microsoft.com/office/drawing/2014/main" id="{875E297E-9B5E-3F0C-57BD-FF00B68FEFB7}"/>
                    </a:ext>
                  </a:extLst>
                </p:cNvPr>
                <p:cNvPicPr/>
                <p:nvPr/>
              </p:nvPicPr>
              <p:blipFill>
                <a:blip r:embed="rId33"/>
                <a:stretch>
                  <a:fillRect/>
                </a:stretch>
              </p:blipFill>
              <p:spPr>
                <a:xfrm>
                  <a:off x="7133451" y="4846646"/>
                  <a:ext cx="407160" cy="4089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3" name="筆跡 42">
                  <a:extLst>
                    <a:ext uri="{FF2B5EF4-FFF2-40B4-BE49-F238E27FC236}">
                      <a16:creationId xmlns:a16="http://schemas.microsoft.com/office/drawing/2014/main" id="{2895583B-DF99-25C1-9BB2-489113AD2B2E}"/>
                    </a:ext>
                  </a:extLst>
                </p14:cNvPr>
                <p14:cNvContentPartPr/>
                <p14:nvPr/>
              </p14:nvContentPartPr>
              <p14:xfrm>
                <a:off x="7064331" y="4909286"/>
                <a:ext cx="45000" cy="1033200"/>
              </p14:xfrm>
            </p:contentPart>
          </mc:Choice>
          <mc:Fallback xmlns="">
            <p:pic>
              <p:nvPicPr>
                <p:cNvPr id="43" name="筆跡 42">
                  <a:extLst>
                    <a:ext uri="{FF2B5EF4-FFF2-40B4-BE49-F238E27FC236}">
                      <a16:creationId xmlns:a16="http://schemas.microsoft.com/office/drawing/2014/main" id="{2895583B-DF99-25C1-9BB2-489113AD2B2E}"/>
                    </a:ext>
                  </a:extLst>
                </p:cNvPr>
                <p:cNvPicPr/>
                <p:nvPr/>
              </p:nvPicPr>
              <p:blipFill>
                <a:blip r:embed="rId35"/>
                <a:stretch>
                  <a:fillRect/>
                </a:stretch>
              </p:blipFill>
              <p:spPr>
                <a:xfrm>
                  <a:off x="7046691" y="4891286"/>
                  <a:ext cx="80640" cy="10688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4" name="筆跡 43">
                  <a:extLst>
                    <a:ext uri="{FF2B5EF4-FFF2-40B4-BE49-F238E27FC236}">
                      <a16:creationId xmlns:a16="http://schemas.microsoft.com/office/drawing/2014/main" id="{06ECD72C-F2C5-3123-3D7D-ACBAB47B2F7B}"/>
                    </a:ext>
                  </a:extLst>
                </p14:cNvPr>
                <p14:cNvContentPartPr/>
                <p14:nvPr/>
              </p14:nvContentPartPr>
              <p14:xfrm>
                <a:off x="7618371" y="4886966"/>
                <a:ext cx="317160" cy="1023120"/>
              </p14:xfrm>
            </p:contentPart>
          </mc:Choice>
          <mc:Fallback xmlns="">
            <p:pic>
              <p:nvPicPr>
                <p:cNvPr id="44" name="筆跡 43">
                  <a:extLst>
                    <a:ext uri="{FF2B5EF4-FFF2-40B4-BE49-F238E27FC236}">
                      <a16:creationId xmlns:a16="http://schemas.microsoft.com/office/drawing/2014/main" id="{06ECD72C-F2C5-3123-3D7D-ACBAB47B2F7B}"/>
                    </a:ext>
                  </a:extLst>
                </p:cNvPr>
                <p:cNvPicPr/>
                <p:nvPr/>
              </p:nvPicPr>
              <p:blipFill>
                <a:blip r:embed="rId37"/>
                <a:stretch>
                  <a:fillRect/>
                </a:stretch>
              </p:blipFill>
              <p:spPr>
                <a:xfrm>
                  <a:off x="7600731" y="4869326"/>
                  <a:ext cx="352800" cy="10587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5" name="筆跡 44">
                  <a:extLst>
                    <a:ext uri="{FF2B5EF4-FFF2-40B4-BE49-F238E27FC236}">
                      <a16:creationId xmlns:a16="http://schemas.microsoft.com/office/drawing/2014/main" id="{C44825A7-0541-734D-AF57-D8B44CEDCC4A}"/>
                    </a:ext>
                  </a:extLst>
                </p14:cNvPr>
                <p14:cNvContentPartPr/>
                <p14:nvPr/>
              </p14:nvContentPartPr>
              <p14:xfrm>
                <a:off x="8086371" y="5093606"/>
                <a:ext cx="372600" cy="698400"/>
              </p14:xfrm>
            </p:contentPart>
          </mc:Choice>
          <mc:Fallback xmlns="">
            <p:pic>
              <p:nvPicPr>
                <p:cNvPr id="45" name="筆跡 44">
                  <a:extLst>
                    <a:ext uri="{FF2B5EF4-FFF2-40B4-BE49-F238E27FC236}">
                      <a16:creationId xmlns:a16="http://schemas.microsoft.com/office/drawing/2014/main" id="{C44825A7-0541-734D-AF57-D8B44CEDCC4A}"/>
                    </a:ext>
                  </a:extLst>
                </p:cNvPr>
                <p:cNvPicPr/>
                <p:nvPr/>
              </p:nvPicPr>
              <p:blipFill>
                <a:blip r:embed="rId39"/>
                <a:stretch>
                  <a:fillRect/>
                </a:stretch>
              </p:blipFill>
              <p:spPr>
                <a:xfrm>
                  <a:off x="8068731" y="5075606"/>
                  <a:ext cx="408240" cy="7340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6" name="筆跡 45">
                  <a:extLst>
                    <a:ext uri="{FF2B5EF4-FFF2-40B4-BE49-F238E27FC236}">
                      <a16:creationId xmlns:a16="http://schemas.microsoft.com/office/drawing/2014/main" id="{5F0488DC-FD4A-5210-3D5F-36D812E0C065}"/>
                    </a:ext>
                  </a:extLst>
                </p14:cNvPr>
                <p14:cNvContentPartPr/>
                <p14:nvPr/>
              </p14:nvContentPartPr>
              <p14:xfrm>
                <a:off x="8795571" y="5790566"/>
                <a:ext cx="10080" cy="152640"/>
              </p14:xfrm>
            </p:contentPart>
          </mc:Choice>
          <mc:Fallback xmlns="">
            <p:pic>
              <p:nvPicPr>
                <p:cNvPr id="46" name="筆跡 45">
                  <a:extLst>
                    <a:ext uri="{FF2B5EF4-FFF2-40B4-BE49-F238E27FC236}">
                      <a16:creationId xmlns:a16="http://schemas.microsoft.com/office/drawing/2014/main" id="{5F0488DC-FD4A-5210-3D5F-36D812E0C065}"/>
                    </a:ext>
                  </a:extLst>
                </p:cNvPr>
                <p:cNvPicPr/>
                <p:nvPr/>
              </p:nvPicPr>
              <p:blipFill>
                <a:blip r:embed="rId41"/>
                <a:stretch>
                  <a:fillRect/>
                </a:stretch>
              </p:blipFill>
              <p:spPr>
                <a:xfrm>
                  <a:off x="8777571" y="5772926"/>
                  <a:ext cx="4572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9" name="筆跡 48">
                  <a:extLst>
                    <a:ext uri="{FF2B5EF4-FFF2-40B4-BE49-F238E27FC236}">
                      <a16:creationId xmlns:a16="http://schemas.microsoft.com/office/drawing/2014/main" id="{97CB4C65-E147-44BE-7109-1477D430D403}"/>
                    </a:ext>
                  </a:extLst>
                </p14:cNvPr>
                <p14:cNvContentPartPr/>
                <p14:nvPr/>
              </p14:nvContentPartPr>
              <p14:xfrm>
                <a:off x="9110571" y="4973366"/>
                <a:ext cx="445680" cy="12240"/>
              </p14:xfrm>
            </p:contentPart>
          </mc:Choice>
          <mc:Fallback xmlns="">
            <p:pic>
              <p:nvPicPr>
                <p:cNvPr id="49" name="筆跡 48">
                  <a:extLst>
                    <a:ext uri="{FF2B5EF4-FFF2-40B4-BE49-F238E27FC236}">
                      <a16:creationId xmlns:a16="http://schemas.microsoft.com/office/drawing/2014/main" id="{97CB4C65-E147-44BE-7109-1477D430D403}"/>
                    </a:ext>
                  </a:extLst>
                </p:cNvPr>
                <p:cNvPicPr/>
                <p:nvPr/>
              </p:nvPicPr>
              <p:blipFill>
                <a:blip r:embed="rId43"/>
                <a:stretch>
                  <a:fillRect/>
                </a:stretch>
              </p:blipFill>
              <p:spPr>
                <a:xfrm>
                  <a:off x="9092931" y="4955726"/>
                  <a:ext cx="48132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0" name="筆跡 49">
                  <a:extLst>
                    <a:ext uri="{FF2B5EF4-FFF2-40B4-BE49-F238E27FC236}">
                      <a16:creationId xmlns:a16="http://schemas.microsoft.com/office/drawing/2014/main" id="{47E3D1A3-E251-CE14-D7D3-03DE15D7D3AC}"/>
                    </a:ext>
                  </a:extLst>
                </p14:cNvPr>
                <p14:cNvContentPartPr/>
                <p14:nvPr/>
              </p14:nvContentPartPr>
              <p14:xfrm>
                <a:off x="9099771" y="5029166"/>
                <a:ext cx="306000" cy="794520"/>
              </p14:xfrm>
            </p:contentPart>
          </mc:Choice>
          <mc:Fallback xmlns="">
            <p:pic>
              <p:nvPicPr>
                <p:cNvPr id="50" name="筆跡 49">
                  <a:extLst>
                    <a:ext uri="{FF2B5EF4-FFF2-40B4-BE49-F238E27FC236}">
                      <a16:creationId xmlns:a16="http://schemas.microsoft.com/office/drawing/2014/main" id="{47E3D1A3-E251-CE14-D7D3-03DE15D7D3AC}"/>
                    </a:ext>
                  </a:extLst>
                </p:cNvPr>
                <p:cNvPicPr/>
                <p:nvPr/>
              </p:nvPicPr>
              <p:blipFill>
                <a:blip r:embed="rId45"/>
                <a:stretch>
                  <a:fillRect/>
                </a:stretch>
              </p:blipFill>
              <p:spPr>
                <a:xfrm>
                  <a:off x="9082131" y="5011166"/>
                  <a:ext cx="341640" cy="8301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1" name="筆跡 50">
                  <a:extLst>
                    <a:ext uri="{FF2B5EF4-FFF2-40B4-BE49-F238E27FC236}">
                      <a16:creationId xmlns:a16="http://schemas.microsoft.com/office/drawing/2014/main" id="{E3F83B8C-5DDC-E2CC-81A6-2329EF3ABE7D}"/>
                    </a:ext>
                  </a:extLst>
                </p14:cNvPr>
                <p14:cNvContentPartPr/>
                <p14:nvPr/>
              </p14:nvContentPartPr>
              <p14:xfrm>
                <a:off x="9796731" y="5801366"/>
                <a:ext cx="11520" cy="140400"/>
              </p14:xfrm>
            </p:contentPart>
          </mc:Choice>
          <mc:Fallback xmlns="">
            <p:pic>
              <p:nvPicPr>
                <p:cNvPr id="51" name="筆跡 50">
                  <a:extLst>
                    <a:ext uri="{FF2B5EF4-FFF2-40B4-BE49-F238E27FC236}">
                      <a16:creationId xmlns:a16="http://schemas.microsoft.com/office/drawing/2014/main" id="{E3F83B8C-5DDC-E2CC-81A6-2329EF3ABE7D}"/>
                    </a:ext>
                  </a:extLst>
                </p:cNvPr>
                <p:cNvPicPr/>
                <p:nvPr/>
              </p:nvPicPr>
              <p:blipFill>
                <a:blip r:embed="rId47"/>
                <a:stretch>
                  <a:fillRect/>
                </a:stretch>
              </p:blipFill>
              <p:spPr>
                <a:xfrm>
                  <a:off x="9779091" y="5783726"/>
                  <a:ext cx="4716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2" name="筆跡 51">
                  <a:extLst>
                    <a:ext uri="{FF2B5EF4-FFF2-40B4-BE49-F238E27FC236}">
                      <a16:creationId xmlns:a16="http://schemas.microsoft.com/office/drawing/2014/main" id="{5141F13A-3D2A-6851-11BE-32116807E7A8}"/>
                    </a:ext>
                  </a:extLst>
                </p14:cNvPr>
                <p14:cNvContentPartPr/>
                <p14:nvPr/>
              </p14:nvContentPartPr>
              <p14:xfrm>
                <a:off x="10090491" y="4952486"/>
                <a:ext cx="426240" cy="404280"/>
              </p14:xfrm>
            </p:contentPart>
          </mc:Choice>
          <mc:Fallback xmlns="">
            <p:pic>
              <p:nvPicPr>
                <p:cNvPr id="52" name="筆跡 51">
                  <a:extLst>
                    <a:ext uri="{FF2B5EF4-FFF2-40B4-BE49-F238E27FC236}">
                      <a16:creationId xmlns:a16="http://schemas.microsoft.com/office/drawing/2014/main" id="{5141F13A-3D2A-6851-11BE-32116807E7A8}"/>
                    </a:ext>
                  </a:extLst>
                </p:cNvPr>
                <p:cNvPicPr/>
                <p:nvPr/>
              </p:nvPicPr>
              <p:blipFill>
                <a:blip r:embed="rId49"/>
                <a:stretch>
                  <a:fillRect/>
                </a:stretch>
              </p:blipFill>
              <p:spPr>
                <a:xfrm>
                  <a:off x="10072491" y="4934486"/>
                  <a:ext cx="461880" cy="4399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3" name="筆跡 52">
                  <a:extLst>
                    <a:ext uri="{FF2B5EF4-FFF2-40B4-BE49-F238E27FC236}">
                      <a16:creationId xmlns:a16="http://schemas.microsoft.com/office/drawing/2014/main" id="{AD9D0178-10A9-51D2-06E7-6A1379ADD54E}"/>
                    </a:ext>
                  </a:extLst>
                </p14:cNvPr>
                <p14:cNvContentPartPr/>
                <p14:nvPr/>
              </p14:nvContentPartPr>
              <p14:xfrm>
                <a:off x="10058091" y="5039966"/>
                <a:ext cx="23760" cy="736560"/>
              </p14:xfrm>
            </p:contentPart>
          </mc:Choice>
          <mc:Fallback xmlns="">
            <p:pic>
              <p:nvPicPr>
                <p:cNvPr id="53" name="筆跡 52">
                  <a:extLst>
                    <a:ext uri="{FF2B5EF4-FFF2-40B4-BE49-F238E27FC236}">
                      <a16:creationId xmlns:a16="http://schemas.microsoft.com/office/drawing/2014/main" id="{AD9D0178-10A9-51D2-06E7-6A1379ADD54E}"/>
                    </a:ext>
                  </a:extLst>
                </p:cNvPr>
                <p:cNvPicPr/>
                <p:nvPr/>
              </p:nvPicPr>
              <p:blipFill>
                <a:blip r:embed="rId51"/>
                <a:stretch>
                  <a:fillRect/>
                </a:stretch>
              </p:blipFill>
              <p:spPr>
                <a:xfrm>
                  <a:off x="10040091" y="5021966"/>
                  <a:ext cx="59400" cy="7722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5" name="筆跡 54">
                  <a:extLst>
                    <a:ext uri="{FF2B5EF4-FFF2-40B4-BE49-F238E27FC236}">
                      <a16:creationId xmlns:a16="http://schemas.microsoft.com/office/drawing/2014/main" id="{EBAA5E4B-8AC8-7113-0ACD-7ACF4A4FDC9A}"/>
                    </a:ext>
                  </a:extLst>
                </p14:cNvPr>
                <p14:cNvContentPartPr/>
                <p14:nvPr/>
              </p14:nvContentPartPr>
              <p14:xfrm>
                <a:off x="10199571" y="5398886"/>
                <a:ext cx="313920" cy="318960"/>
              </p14:xfrm>
            </p:contentPart>
          </mc:Choice>
          <mc:Fallback xmlns="">
            <p:pic>
              <p:nvPicPr>
                <p:cNvPr id="55" name="筆跡 54">
                  <a:extLst>
                    <a:ext uri="{FF2B5EF4-FFF2-40B4-BE49-F238E27FC236}">
                      <a16:creationId xmlns:a16="http://schemas.microsoft.com/office/drawing/2014/main" id="{EBAA5E4B-8AC8-7113-0ACD-7ACF4A4FDC9A}"/>
                    </a:ext>
                  </a:extLst>
                </p:cNvPr>
                <p:cNvPicPr/>
                <p:nvPr/>
              </p:nvPicPr>
              <p:blipFill>
                <a:blip r:embed="rId53"/>
                <a:stretch>
                  <a:fillRect/>
                </a:stretch>
              </p:blipFill>
              <p:spPr>
                <a:xfrm>
                  <a:off x="10181571" y="5380886"/>
                  <a:ext cx="34956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6" name="筆跡 55">
                  <a:extLst>
                    <a:ext uri="{FF2B5EF4-FFF2-40B4-BE49-F238E27FC236}">
                      <a16:creationId xmlns:a16="http://schemas.microsoft.com/office/drawing/2014/main" id="{155FEDC7-0B40-9402-5CE1-7E1881F0D2BB}"/>
                    </a:ext>
                  </a:extLst>
                </p14:cNvPr>
                <p14:cNvContentPartPr/>
                <p14:nvPr/>
              </p14:nvContentPartPr>
              <p14:xfrm>
                <a:off x="10897611" y="4745486"/>
                <a:ext cx="315360" cy="1230840"/>
              </p14:xfrm>
            </p:contentPart>
          </mc:Choice>
          <mc:Fallback xmlns="">
            <p:pic>
              <p:nvPicPr>
                <p:cNvPr id="56" name="筆跡 55">
                  <a:extLst>
                    <a:ext uri="{FF2B5EF4-FFF2-40B4-BE49-F238E27FC236}">
                      <a16:creationId xmlns:a16="http://schemas.microsoft.com/office/drawing/2014/main" id="{155FEDC7-0B40-9402-5CE1-7E1881F0D2BB}"/>
                    </a:ext>
                  </a:extLst>
                </p:cNvPr>
                <p:cNvPicPr/>
                <p:nvPr/>
              </p:nvPicPr>
              <p:blipFill>
                <a:blip r:embed="rId55"/>
                <a:stretch>
                  <a:fillRect/>
                </a:stretch>
              </p:blipFill>
              <p:spPr>
                <a:xfrm>
                  <a:off x="10879971" y="4727846"/>
                  <a:ext cx="351000" cy="1266480"/>
                </a:xfrm>
                <a:prstGeom prst="rect">
                  <a:avLst/>
                </a:prstGeom>
              </p:spPr>
            </p:pic>
          </mc:Fallback>
        </mc:AlternateContent>
      </p:grpSp>
    </p:spTree>
    <p:extLst>
      <p:ext uri="{BB962C8B-B14F-4D97-AF65-F5344CB8AC3E}">
        <p14:creationId xmlns:p14="http://schemas.microsoft.com/office/powerpoint/2010/main" val="117026681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B83E37A-C828-3BB7-2002-EA13E3013569}"/>
              </a:ext>
            </a:extLst>
          </p:cNvPr>
          <p:cNvSpPr>
            <a:spLocks noGrp="1"/>
          </p:cNvSpPr>
          <p:nvPr>
            <p:ph type="sldNum" sz="quarter" idx="12"/>
          </p:nvPr>
        </p:nvSpPr>
        <p:spPr/>
        <p:txBody>
          <a:bodyPr/>
          <a:lstStyle/>
          <a:p>
            <a:fld id="{55935506-5D51-4B07-8BDD-18CEF4E05E0A}" type="slidenum">
              <a:rPr lang="zh-TW" altLang="en-US" smtClean="0"/>
              <a:t>19</a:t>
            </a:fld>
            <a:endParaRPr lang="zh-TW" altLang="en-US"/>
          </a:p>
        </p:txBody>
      </p:sp>
      <p:pic>
        <p:nvPicPr>
          <p:cNvPr id="3" name="圖片 2">
            <a:extLst>
              <a:ext uri="{FF2B5EF4-FFF2-40B4-BE49-F238E27FC236}">
                <a16:creationId xmlns:a16="http://schemas.microsoft.com/office/drawing/2014/main" id="{13E2A518-CD06-4835-9CB0-BEF4DDB89D4B}"/>
              </a:ext>
            </a:extLst>
          </p:cNvPr>
          <p:cNvPicPr>
            <a:picLocks noChangeAspect="1"/>
          </p:cNvPicPr>
          <p:nvPr/>
        </p:nvPicPr>
        <p:blipFill>
          <a:blip r:embed="rId2"/>
          <a:stretch>
            <a:fillRect/>
          </a:stretch>
        </p:blipFill>
        <p:spPr>
          <a:xfrm>
            <a:off x="5899896" y="2367185"/>
            <a:ext cx="4376376" cy="2123619"/>
          </a:xfrm>
          <a:prstGeom prst="rect">
            <a:avLst/>
          </a:prstGeom>
        </p:spPr>
      </p:pic>
      <p:pic>
        <p:nvPicPr>
          <p:cNvPr id="2" name="圖片 1">
            <a:extLst>
              <a:ext uri="{FF2B5EF4-FFF2-40B4-BE49-F238E27FC236}">
                <a16:creationId xmlns:a16="http://schemas.microsoft.com/office/drawing/2014/main" id="{A8EBBB35-2999-3422-EED5-9355912A92F3}"/>
              </a:ext>
            </a:extLst>
          </p:cNvPr>
          <p:cNvPicPr>
            <a:picLocks noChangeAspect="1"/>
          </p:cNvPicPr>
          <p:nvPr/>
        </p:nvPicPr>
        <p:blipFill>
          <a:blip r:embed="rId3"/>
          <a:stretch>
            <a:fillRect/>
          </a:stretch>
        </p:blipFill>
        <p:spPr>
          <a:xfrm>
            <a:off x="469017" y="888914"/>
            <a:ext cx="5298453" cy="5080163"/>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筆跡 4">
                <a:extLst>
                  <a:ext uri="{FF2B5EF4-FFF2-40B4-BE49-F238E27FC236}">
                    <a16:creationId xmlns:a16="http://schemas.microsoft.com/office/drawing/2014/main" id="{28DE4D87-0FDC-C620-D1E6-3978D554DC6C}"/>
                  </a:ext>
                </a:extLst>
              </p14:cNvPr>
              <p14:cNvContentPartPr/>
              <p14:nvPr/>
            </p14:nvContentPartPr>
            <p14:xfrm>
              <a:off x="3907491" y="2155286"/>
              <a:ext cx="556200" cy="3395520"/>
            </p14:xfrm>
          </p:contentPart>
        </mc:Choice>
        <mc:Fallback xmlns="">
          <p:pic>
            <p:nvPicPr>
              <p:cNvPr id="5" name="筆跡 4">
                <a:extLst>
                  <a:ext uri="{FF2B5EF4-FFF2-40B4-BE49-F238E27FC236}">
                    <a16:creationId xmlns:a16="http://schemas.microsoft.com/office/drawing/2014/main" id="{28DE4D87-0FDC-C620-D1E6-3978D554DC6C}"/>
                  </a:ext>
                </a:extLst>
              </p:cNvPr>
              <p:cNvPicPr/>
              <p:nvPr/>
            </p:nvPicPr>
            <p:blipFill>
              <a:blip r:embed="rId5"/>
              <a:stretch>
                <a:fillRect/>
              </a:stretch>
            </p:blipFill>
            <p:spPr>
              <a:xfrm>
                <a:off x="3889851" y="2137286"/>
                <a:ext cx="591840" cy="3431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筆跡 6">
                <a:extLst>
                  <a:ext uri="{FF2B5EF4-FFF2-40B4-BE49-F238E27FC236}">
                    <a16:creationId xmlns:a16="http://schemas.microsoft.com/office/drawing/2014/main" id="{B1220A15-53DF-2C2A-7F83-2559B671A222}"/>
                  </a:ext>
                </a:extLst>
              </p14:cNvPr>
              <p14:cNvContentPartPr/>
              <p14:nvPr/>
            </p14:nvContentPartPr>
            <p14:xfrm>
              <a:off x="2915691" y="2600966"/>
              <a:ext cx="466560" cy="2291400"/>
            </p14:xfrm>
          </p:contentPart>
        </mc:Choice>
        <mc:Fallback xmlns="">
          <p:pic>
            <p:nvPicPr>
              <p:cNvPr id="7" name="筆跡 6">
                <a:extLst>
                  <a:ext uri="{FF2B5EF4-FFF2-40B4-BE49-F238E27FC236}">
                    <a16:creationId xmlns:a16="http://schemas.microsoft.com/office/drawing/2014/main" id="{B1220A15-53DF-2C2A-7F83-2559B671A222}"/>
                  </a:ext>
                </a:extLst>
              </p:cNvPr>
              <p:cNvPicPr/>
              <p:nvPr/>
            </p:nvPicPr>
            <p:blipFill>
              <a:blip r:embed="rId7"/>
              <a:stretch>
                <a:fillRect/>
              </a:stretch>
            </p:blipFill>
            <p:spPr>
              <a:xfrm>
                <a:off x="2897691" y="2583326"/>
                <a:ext cx="502200" cy="2327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筆跡 7">
                <a:extLst>
                  <a:ext uri="{FF2B5EF4-FFF2-40B4-BE49-F238E27FC236}">
                    <a16:creationId xmlns:a16="http://schemas.microsoft.com/office/drawing/2014/main" id="{167F28EF-8605-6A66-3138-001BA073C4C8}"/>
                  </a:ext>
                </a:extLst>
              </p14:cNvPr>
              <p14:cNvContentPartPr/>
              <p14:nvPr/>
            </p14:nvContentPartPr>
            <p14:xfrm>
              <a:off x="3929451" y="3188846"/>
              <a:ext cx="295200" cy="1186200"/>
            </p14:xfrm>
          </p:contentPart>
        </mc:Choice>
        <mc:Fallback xmlns="">
          <p:pic>
            <p:nvPicPr>
              <p:cNvPr id="8" name="筆跡 7">
                <a:extLst>
                  <a:ext uri="{FF2B5EF4-FFF2-40B4-BE49-F238E27FC236}">
                    <a16:creationId xmlns:a16="http://schemas.microsoft.com/office/drawing/2014/main" id="{167F28EF-8605-6A66-3138-001BA073C4C8}"/>
                  </a:ext>
                </a:extLst>
              </p:cNvPr>
              <p:cNvPicPr/>
              <p:nvPr/>
            </p:nvPicPr>
            <p:blipFill>
              <a:blip r:embed="rId9"/>
              <a:stretch>
                <a:fillRect/>
              </a:stretch>
            </p:blipFill>
            <p:spPr>
              <a:xfrm>
                <a:off x="3911451" y="3171206"/>
                <a:ext cx="330840" cy="1221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筆跡 8">
                <a:extLst>
                  <a:ext uri="{FF2B5EF4-FFF2-40B4-BE49-F238E27FC236}">
                    <a16:creationId xmlns:a16="http://schemas.microsoft.com/office/drawing/2014/main" id="{3A3FE380-23C3-D1C0-C308-C83BB137A135}"/>
                  </a:ext>
                </a:extLst>
              </p14:cNvPr>
              <p14:cNvContentPartPr/>
              <p14:nvPr/>
            </p14:nvContentPartPr>
            <p14:xfrm>
              <a:off x="3166251" y="3646046"/>
              <a:ext cx="208800" cy="467280"/>
            </p14:xfrm>
          </p:contentPart>
        </mc:Choice>
        <mc:Fallback xmlns="">
          <p:pic>
            <p:nvPicPr>
              <p:cNvPr id="9" name="筆跡 8">
                <a:extLst>
                  <a:ext uri="{FF2B5EF4-FFF2-40B4-BE49-F238E27FC236}">
                    <a16:creationId xmlns:a16="http://schemas.microsoft.com/office/drawing/2014/main" id="{3A3FE380-23C3-D1C0-C308-C83BB137A135}"/>
                  </a:ext>
                </a:extLst>
              </p:cNvPr>
              <p:cNvPicPr/>
              <p:nvPr/>
            </p:nvPicPr>
            <p:blipFill>
              <a:blip r:embed="rId11"/>
              <a:stretch>
                <a:fillRect/>
              </a:stretch>
            </p:blipFill>
            <p:spPr>
              <a:xfrm>
                <a:off x="3148251" y="3628406"/>
                <a:ext cx="244440" cy="502920"/>
              </a:xfrm>
              <a:prstGeom prst="rect">
                <a:avLst/>
              </a:prstGeom>
            </p:spPr>
          </p:pic>
        </mc:Fallback>
      </mc:AlternateContent>
      <p:pic>
        <p:nvPicPr>
          <p:cNvPr id="18" name="圖片 17">
            <a:extLst>
              <a:ext uri="{FF2B5EF4-FFF2-40B4-BE49-F238E27FC236}">
                <a16:creationId xmlns:a16="http://schemas.microsoft.com/office/drawing/2014/main" id="{FA6B39D6-445C-F085-DB78-85EB7E04C311}"/>
              </a:ext>
            </a:extLst>
          </p:cNvPr>
          <p:cNvPicPr>
            <a:picLocks noChangeAspect="1"/>
          </p:cNvPicPr>
          <p:nvPr/>
        </p:nvPicPr>
        <p:blipFill>
          <a:blip r:embed="rId12"/>
          <a:stretch>
            <a:fillRect/>
          </a:stretch>
        </p:blipFill>
        <p:spPr>
          <a:xfrm>
            <a:off x="4589340" y="5058451"/>
            <a:ext cx="7330574" cy="365125"/>
          </a:xfrm>
          <a:prstGeom prst="rect">
            <a:avLst/>
          </a:prstGeom>
        </p:spPr>
      </p:pic>
    </p:spTree>
    <p:extLst>
      <p:ext uri="{BB962C8B-B14F-4D97-AF65-F5344CB8AC3E}">
        <p14:creationId xmlns:p14="http://schemas.microsoft.com/office/powerpoint/2010/main" val="91037428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DB83E37A-C828-3BB7-2002-EA13E3013569}"/>
              </a:ext>
            </a:extLst>
          </p:cNvPr>
          <p:cNvSpPr>
            <a:spLocks noGrp="1"/>
          </p:cNvSpPr>
          <p:nvPr>
            <p:ph type="sldNum" sz="quarter" idx="12"/>
          </p:nvPr>
        </p:nvSpPr>
        <p:spPr/>
        <p:txBody>
          <a:bodyPr/>
          <a:lstStyle/>
          <a:p>
            <a:fld id="{55935506-5D51-4B07-8BDD-18CEF4E05E0A}" type="slidenum">
              <a:rPr lang="zh-TW" altLang="en-US" smtClean="0"/>
              <a:t>20</a:t>
            </a:fld>
            <a:endParaRPr lang="zh-TW" altLang="en-US" dirty="0"/>
          </a:p>
        </p:txBody>
      </p:sp>
      <p:pic>
        <p:nvPicPr>
          <p:cNvPr id="3" name="圖片 2">
            <a:extLst>
              <a:ext uri="{FF2B5EF4-FFF2-40B4-BE49-F238E27FC236}">
                <a16:creationId xmlns:a16="http://schemas.microsoft.com/office/drawing/2014/main" id="{13E2A518-CD06-4835-9CB0-BEF4DDB89D4B}"/>
              </a:ext>
            </a:extLst>
          </p:cNvPr>
          <p:cNvPicPr>
            <a:picLocks noChangeAspect="1"/>
          </p:cNvPicPr>
          <p:nvPr/>
        </p:nvPicPr>
        <p:blipFill>
          <a:blip r:embed="rId2"/>
          <a:stretch>
            <a:fillRect/>
          </a:stretch>
        </p:blipFill>
        <p:spPr>
          <a:xfrm>
            <a:off x="5899896" y="2367185"/>
            <a:ext cx="4376376" cy="2123619"/>
          </a:xfrm>
          <a:prstGeom prst="rect">
            <a:avLst/>
          </a:prstGeom>
        </p:spPr>
      </p:pic>
      <p:pic>
        <p:nvPicPr>
          <p:cNvPr id="2" name="圖片 1">
            <a:extLst>
              <a:ext uri="{FF2B5EF4-FFF2-40B4-BE49-F238E27FC236}">
                <a16:creationId xmlns:a16="http://schemas.microsoft.com/office/drawing/2014/main" id="{A8EBBB35-2999-3422-EED5-9355912A92F3}"/>
              </a:ext>
            </a:extLst>
          </p:cNvPr>
          <p:cNvPicPr>
            <a:picLocks noChangeAspect="1"/>
          </p:cNvPicPr>
          <p:nvPr/>
        </p:nvPicPr>
        <p:blipFill>
          <a:blip r:embed="rId3"/>
          <a:stretch>
            <a:fillRect/>
          </a:stretch>
        </p:blipFill>
        <p:spPr>
          <a:xfrm>
            <a:off x="469017" y="888914"/>
            <a:ext cx="5298453" cy="5080163"/>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筆跡 4">
                <a:extLst>
                  <a:ext uri="{FF2B5EF4-FFF2-40B4-BE49-F238E27FC236}">
                    <a16:creationId xmlns:a16="http://schemas.microsoft.com/office/drawing/2014/main" id="{28DE4D87-0FDC-C620-D1E6-3978D554DC6C}"/>
                  </a:ext>
                </a:extLst>
              </p14:cNvPr>
              <p14:cNvContentPartPr/>
              <p14:nvPr/>
            </p14:nvContentPartPr>
            <p14:xfrm>
              <a:off x="3907491" y="2155286"/>
              <a:ext cx="556200" cy="3395520"/>
            </p14:xfrm>
          </p:contentPart>
        </mc:Choice>
        <mc:Fallback xmlns="">
          <p:pic>
            <p:nvPicPr>
              <p:cNvPr id="5" name="筆跡 4">
                <a:extLst>
                  <a:ext uri="{FF2B5EF4-FFF2-40B4-BE49-F238E27FC236}">
                    <a16:creationId xmlns:a16="http://schemas.microsoft.com/office/drawing/2014/main" id="{28DE4D87-0FDC-C620-D1E6-3978D554DC6C}"/>
                  </a:ext>
                </a:extLst>
              </p:cNvPr>
              <p:cNvPicPr/>
              <p:nvPr/>
            </p:nvPicPr>
            <p:blipFill>
              <a:blip r:embed="rId5"/>
              <a:stretch>
                <a:fillRect/>
              </a:stretch>
            </p:blipFill>
            <p:spPr>
              <a:xfrm>
                <a:off x="3889851" y="2137286"/>
                <a:ext cx="591840" cy="3431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筆跡 6">
                <a:extLst>
                  <a:ext uri="{FF2B5EF4-FFF2-40B4-BE49-F238E27FC236}">
                    <a16:creationId xmlns:a16="http://schemas.microsoft.com/office/drawing/2014/main" id="{B1220A15-53DF-2C2A-7F83-2559B671A222}"/>
                  </a:ext>
                </a:extLst>
              </p14:cNvPr>
              <p14:cNvContentPartPr/>
              <p14:nvPr/>
            </p14:nvContentPartPr>
            <p14:xfrm>
              <a:off x="2915691" y="2600966"/>
              <a:ext cx="466560" cy="2291400"/>
            </p14:xfrm>
          </p:contentPart>
        </mc:Choice>
        <mc:Fallback xmlns="">
          <p:pic>
            <p:nvPicPr>
              <p:cNvPr id="7" name="筆跡 6">
                <a:extLst>
                  <a:ext uri="{FF2B5EF4-FFF2-40B4-BE49-F238E27FC236}">
                    <a16:creationId xmlns:a16="http://schemas.microsoft.com/office/drawing/2014/main" id="{B1220A15-53DF-2C2A-7F83-2559B671A222}"/>
                  </a:ext>
                </a:extLst>
              </p:cNvPr>
              <p:cNvPicPr/>
              <p:nvPr/>
            </p:nvPicPr>
            <p:blipFill>
              <a:blip r:embed="rId7"/>
              <a:stretch>
                <a:fillRect/>
              </a:stretch>
            </p:blipFill>
            <p:spPr>
              <a:xfrm>
                <a:off x="2897691" y="2583326"/>
                <a:ext cx="502200" cy="2327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筆跡 7">
                <a:extLst>
                  <a:ext uri="{FF2B5EF4-FFF2-40B4-BE49-F238E27FC236}">
                    <a16:creationId xmlns:a16="http://schemas.microsoft.com/office/drawing/2014/main" id="{167F28EF-8605-6A66-3138-001BA073C4C8}"/>
                  </a:ext>
                </a:extLst>
              </p14:cNvPr>
              <p14:cNvContentPartPr/>
              <p14:nvPr/>
            </p14:nvContentPartPr>
            <p14:xfrm>
              <a:off x="3929451" y="3188846"/>
              <a:ext cx="295200" cy="1186200"/>
            </p14:xfrm>
          </p:contentPart>
        </mc:Choice>
        <mc:Fallback xmlns="">
          <p:pic>
            <p:nvPicPr>
              <p:cNvPr id="8" name="筆跡 7">
                <a:extLst>
                  <a:ext uri="{FF2B5EF4-FFF2-40B4-BE49-F238E27FC236}">
                    <a16:creationId xmlns:a16="http://schemas.microsoft.com/office/drawing/2014/main" id="{167F28EF-8605-6A66-3138-001BA073C4C8}"/>
                  </a:ext>
                </a:extLst>
              </p:cNvPr>
              <p:cNvPicPr/>
              <p:nvPr/>
            </p:nvPicPr>
            <p:blipFill>
              <a:blip r:embed="rId9"/>
              <a:stretch>
                <a:fillRect/>
              </a:stretch>
            </p:blipFill>
            <p:spPr>
              <a:xfrm>
                <a:off x="3911451" y="3171206"/>
                <a:ext cx="330840" cy="1221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筆跡 8">
                <a:extLst>
                  <a:ext uri="{FF2B5EF4-FFF2-40B4-BE49-F238E27FC236}">
                    <a16:creationId xmlns:a16="http://schemas.microsoft.com/office/drawing/2014/main" id="{3A3FE380-23C3-D1C0-C308-C83BB137A135}"/>
                  </a:ext>
                </a:extLst>
              </p14:cNvPr>
              <p14:cNvContentPartPr/>
              <p14:nvPr/>
            </p14:nvContentPartPr>
            <p14:xfrm>
              <a:off x="3166251" y="3646046"/>
              <a:ext cx="208800" cy="467280"/>
            </p14:xfrm>
          </p:contentPart>
        </mc:Choice>
        <mc:Fallback xmlns="">
          <p:pic>
            <p:nvPicPr>
              <p:cNvPr id="9" name="筆跡 8">
                <a:extLst>
                  <a:ext uri="{FF2B5EF4-FFF2-40B4-BE49-F238E27FC236}">
                    <a16:creationId xmlns:a16="http://schemas.microsoft.com/office/drawing/2014/main" id="{3A3FE380-23C3-D1C0-C308-C83BB137A135}"/>
                  </a:ext>
                </a:extLst>
              </p:cNvPr>
              <p:cNvPicPr/>
              <p:nvPr/>
            </p:nvPicPr>
            <p:blipFill>
              <a:blip r:embed="rId11"/>
              <a:stretch>
                <a:fillRect/>
              </a:stretch>
            </p:blipFill>
            <p:spPr>
              <a:xfrm>
                <a:off x="3148251" y="3628406"/>
                <a:ext cx="244440" cy="502920"/>
              </a:xfrm>
              <a:prstGeom prst="rect">
                <a:avLst/>
              </a:prstGeom>
            </p:spPr>
          </p:pic>
        </mc:Fallback>
      </mc:AlternateContent>
      <p:pic>
        <p:nvPicPr>
          <p:cNvPr id="18" name="圖片 17">
            <a:extLst>
              <a:ext uri="{FF2B5EF4-FFF2-40B4-BE49-F238E27FC236}">
                <a16:creationId xmlns:a16="http://schemas.microsoft.com/office/drawing/2014/main" id="{FA6B39D6-445C-F085-DB78-85EB7E04C311}"/>
              </a:ext>
            </a:extLst>
          </p:cNvPr>
          <p:cNvPicPr>
            <a:picLocks noChangeAspect="1"/>
          </p:cNvPicPr>
          <p:nvPr/>
        </p:nvPicPr>
        <p:blipFill>
          <a:blip r:embed="rId12"/>
          <a:stretch>
            <a:fillRect/>
          </a:stretch>
        </p:blipFill>
        <p:spPr>
          <a:xfrm>
            <a:off x="4589340" y="5058451"/>
            <a:ext cx="7330574" cy="365125"/>
          </a:xfrm>
          <a:prstGeom prst="rect">
            <a:avLst/>
          </a:prstGeom>
        </p:spPr>
      </p:pic>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711E5538-B508-6B9D-54FA-CAF280DCF4B3}"/>
                  </a:ext>
                </a:extLst>
              </p:cNvPr>
              <p:cNvSpPr txBox="1"/>
              <p:nvPr/>
            </p:nvSpPr>
            <p:spPr>
              <a:xfrm>
                <a:off x="8403772" y="1105656"/>
                <a:ext cx="2490868" cy="847283"/>
              </a:xfrm>
              <a:prstGeom prst="rect">
                <a:avLst/>
              </a:prstGeom>
              <a:noFill/>
            </p:spPr>
            <p:txBody>
              <a:bodyPr wrap="square" lIns="0" tIns="0" rIns="0" bIns="0" rtlCol="0">
                <a:spAutoFit/>
              </a:bodyPr>
              <a:lstStyle/>
              <a:p>
                <a14:m>
                  <m:oMath xmlns:m="http://schemas.openxmlformats.org/officeDocument/2006/math">
                    <m:f>
                      <m:fPr>
                        <m:ctrlPr>
                          <a:rPr lang="en-US" altLang="zh-TW" sz="3600" i="1" smtClean="0">
                            <a:solidFill>
                              <a:srgbClr val="FF0000"/>
                            </a:solidFill>
                            <a:latin typeface="Cambria Math" panose="02040503050406030204" pitchFamily="18" charset="0"/>
                          </a:rPr>
                        </m:ctrlPr>
                      </m:fPr>
                      <m:num>
                        <m:r>
                          <a:rPr lang="en-US" altLang="zh-TW" sz="3600" b="0" i="1" smtClean="0">
                            <a:solidFill>
                              <a:srgbClr val="FF0000"/>
                            </a:solidFill>
                            <a:latin typeface="Cambria Math" panose="02040503050406030204" pitchFamily="18" charset="0"/>
                          </a:rPr>
                          <m:t>𝑝</m:t>
                        </m:r>
                        <m:r>
                          <a:rPr lang="en-US" altLang="zh-TW" sz="3600" b="0" i="1" smtClean="0">
                            <a:solidFill>
                              <a:srgbClr val="FF0000"/>
                            </a:solidFill>
                            <a:latin typeface="Cambria Math" panose="02040503050406030204" pitchFamily="18" charset="0"/>
                          </a:rPr>
                          <m:t>3</m:t>
                        </m:r>
                      </m:num>
                      <m:den>
                        <m:r>
                          <a:rPr lang="en-US" altLang="zh-TW" sz="3600" b="0" i="1" smtClean="0">
                            <a:solidFill>
                              <a:srgbClr val="FF0000"/>
                            </a:solidFill>
                            <a:latin typeface="Cambria Math" panose="02040503050406030204" pitchFamily="18" charset="0"/>
                          </a:rPr>
                          <m:t>𝑝</m:t>
                        </m:r>
                        <m:r>
                          <a:rPr lang="en-US" altLang="zh-TW" sz="3600" b="0" i="1" smtClean="0">
                            <a:solidFill>
                              <a:srgbClr val="FF0000"/>
                            </a:solidFill>
                            <a:latin typeface="Cambria Math" panose="02040503050406030204" pitchFamily="18" charset="0"/>
                          </a:rPr>
                          <m:t>2+</m:t>
                        </m:r>
                        <m:r>
                          <a:rPr lang="en-US" altLang="zh-TW" sz="3600" b="0" i="1" smtClean="0">
                            <a:solidFill>
                              <a:srgbClr val="FF0000"/>
                            </a:solidFill>
                            <a:latin typeface="Cambria Math" panose="02040503050406030204" pitchFamily="18" charset="0"/>
                          </a:rPr>
                          <m:t>𝑝</m:t>
                        </m:r>
                        <m:r>
                          <a:rPr lang="en-US" altLang="zh-TW" sz="3600" b="0" i="1" smtClean="0">
                            <a:solidFill>
                              <a:srgbClr val="FF0000"/>
                            </a:solidFill>
                            <a:latin typeface="Cambria Math" panose="02040503050406030204" pitchFamily="18" charset="0"/>
                          </a:rPr>
                          <m:t>3</m:t>
                        </m:r>
                      </m:den>
                    </m:f>
                  </m:oMath>
                </a14:m>
                <a:r>
                  <a:rPr lang="en-US" altLang="zh-TW" sz="3600" dirty="0">
                    <a:solidFill>
                      <a:srgbClr val="FF0000"/>
                    </a:solidFill>
                  </a:rPr>
                  <a:t> = </a:t>
                </a:r>
                <a14:m>
                  <m:oMath xmlns:m="http://schemas.openxmlformats.org/officeDocument/2006/math">
                    <m:f>
                      <m:fPr>
                        <m:ctrlPr>
                          <a:rPr lang="en-US" altLang="zh-TW" sz="3600" i="1" dirty="0" smtClean="0">
                            <a:solidFill>
                              <a:srgbClr val="FF0000"/>
                            </a:solidFill>
                            <a:latin typeface="Cambria Math" panose="02040503050406030204" pitchFamily="18" charset="0"/>
                          </a:rPr>
                        </m:ctrlPr>
                      </m:fPr>
                      <m:num>
                        <m:r>
                          <a:rPr lang="en-US" altLang="zh-TW" sz="3600" b="0" i="1" dirty="0" smtClean="0">
                            <a:solidFill>
                              <a:srgbClr val="FF0000"/>
                            </a:solidFill>
                            <a:latin typeface="Cambria Math" panose="02040503050406030204" pitchFamily="18" charset="0"/>
                          </a:rPr>
                          <m:t>1</m:t>
                        </m:r>
                      </m:num>
                      <m:den>
                        <m:r>
                          <a:rPr lang="en-US" altLang="zh-TW" sz="3600" b="0" i="1" dirty="0" smtClean="0">
                            <a:solidFill>
                              <a:srgbClr val="FF0000"/>
                            </a:solidFill>
                            <a:latin typeface="Cambria Math" panose="02040503050406030204" pitchFamily="18" charset="0"/>
                          </a:rPr>
                          <m:t>3</m:t>
                        </m:r>
                      </m:den>
                    </m:f>
                  </m:oMath>
                </a14:m>
                <a:endParaRPr lang="zh-TW" altLang="en-US" sz="3600" dirty="0"/>
              </a:p>
            </p:txBody>
          </p:sp>
        </mc:Choice>
        <mc:Fallback xmlns="">
          <p:sp>
            <p:nvSpPr>
              <p:cNvPr id="6" name="文字方塊 5">
                <a:extLst>
                  <a:ext uri="{FF2B5EF4-FFF2-40B4-BE49-F238E27FC236}">
                    <a16:creationId xmlns:a16="http://schemas.microsoft.com/office/drawing/2014/main" id="{711E5538-B508-6B9D-54FA-CAF280DCF4B3}"/>
                  </a:ext>
                </a:extLst>
              </p:cNvPr>
              <p:cNvSpPr txBox="1">
                <a:spLocks noRot="1" noChangeAspect="1" noMove="1" noResize="1" noEditPoints="1" noAdjustHandles="1" noChangeArrowheads="1" noChangeShapeType="1" noTextEdit="1"/>
              </p:cNvSpPr>
              <p:nvPr/>
            </p:nvSpPr>
            <p:spPr>
              <a:xfrm>
                <a:off x="8403772" y="1105656"/>
                <a:ext cx="2490868" cy="847283"/>
              </a:xfrm>
              <a:prstGeom prst="rect">
                <a:avLst/>
              </a:prstGeom>
              <a:blipFill>
                <a:blip r:embed="rId13"/>
                <a:stretch>
                  <a:fillRect l="-245" t="-2158" b="-12230"/>
                </a:stretch>
              </a:blipFill>
            </p:spPr>
            <p:txBody>
              <a:bodyPr/>
              <a:lstStyle/>
              <a:p>
                <a:r>
                  <a:rPr lang="zh-TW" altLang="en-US">
                    <a:noFill/>
                  </a:rPr>
                  <a:t> </a:t>
                </a:r>
              </a:p>
            </p:txBody>
          </p:sp>
        </mc:Fallback>
      </mc:AlternateContent>
      <p:sp>
        <p:nvSpPr>
          <p:cNvPr id="12" name="文字方塊 11">
            <a:extLst>
              <a:ext uri="{FF2B5EF4-FFF2-40B4-BE49-F238E27FC236}">
                <a16:creationId xmlns:a16="http://schemas.microsoft.com/office/drawing/2014/main" id="{88407DA9-7AC4-384E-9587-D21D572783A1}"/>
              </a:ext>
            </a:extLst>
          </p:cNvPr>
          <p:cNvSpPr txBox="1"/>
          <p:nvPr/>
        </p:nvSpPr>
        <p:spPr>
          <a:xfrm>
            <a:off x="6220671" y="1236909"/>
            <a:ext cx="2640299" cy="584775"/>
          </a:xfrm>
          <a:prstGeom prst="rect">
            <a:avLst/>
          </a:prstGeom>
          <a:noFill/>
        </p:spPr>
        <p:txBody>
          <a:bodyPr wrap="square" rtlCol="0">
            <a:spAutoFit/>
          </a:bodyPr>
          <a:lstStyle/>
          <a:p>
            <a:r>
              <a:rPr lang="en-US" altLang="zh-TW" sz="3200" b="1" dirty="0">
                <a:solidFill>
                  <a:srgbClr val="FF0000"/>
                </a:solidFill>
                <a:latin typeface="Times New Roman" panose="02020603050405020304" pitchFamily="18" charset="0"/>
                <a:cs typeface="Times New Roman" panose="02020603050405020304" pitchFamily="18" charset="0"/>
              </a:rPr>
              <a:t>Therefore</a:t>
            </a:r>
            <a:endParaRPr lang="zh-TW" altLang="en-US" sz="3200" b="1" dirty="0">
              <a:solidFill>
                <a:srgbClr val="FF0000"/>
              </a:solidFill>
              <a:latin typeface="Times New Roman" panose="02020603050405020304" pitchFamily="18" charset="0"/>
              <a:cs typeface="Times New Roman" panose="02020603050405020304" pitchFamily="18" charset="0"/>
            </a:endParaRPr>
          </a:p>
        </p:txBody>
      </p:sp>
      <p:sp>
        <p:nvSpPr>
          <p:cNvPr id="13" name="文字方塊 12">
            <a:extLst>
              <a:ext uri="{FF2B5EF4-FFF2-40B4-BE49-F238E27FC236}">
                <a16:creationId xmlns:a16="http://schemas.microsoft.com/office/drawing/2014/main" id="{6C3D2265-CFD8-231F-6B42-0C6DD1C2F68E}"/>
              </a:ext>
            </a:extLst>
          </p:cNvPr>
          <p:cNvSpPr txBox="1"/>
          <p:nvPr/>
        </p:nvSpPr>
        <p:spPr>
          <a:xfrm>
            <a:off x="7004957" y="460575"/>
            <a:ext cx="2797629" cy="461665"/>
          </a:xfrm>
          <a:prstGeom prst="rect">
            <a:avLst/>
          </a:prstGeom>
          <a:noFill/>
        </p:spPr>
        <p:txBody>
          <a:bodyPr wrap="square" rtlCol="0">
            <a:spAutoFit/>
          </a:bodyPr>
          <a:lstStyle/>
          <a:p>
            <a:r>
              <a:rPr lang="en-US" altLang="zh-TW" sz="2400" b="0" i="0" dirty="0">
                <a:solidFill>
                  <a:srgbClr val="FF0000"/>
                </a:solidFill>
                <a:effectLst/>
                <a:latin typeface="Times New Roman" panose="02020603050405020304" pitchFamily="18" charset="0"/>
              </a:rPr>
              <a:t>p</a:t>
            </a:r>
            <a:r>
              <a:rPr lang="en-US" altLang="zh-TW" sz="2400" b="0" i="0" baseline="-25000" dirty="0">
                <a:solidFill>
                  <a:srgbClr val="FF0000"/>
                </a:solidFill>
                <a:effectLst/>
                <a:latin typeface="Times New Roman" panose="02020603050405020304" pitchFamily="18" charset="0"/>
              </a:rPr>
              <a:t>2</a:t>
            </a:r>
            <a:r>
              <a:rPr lang="en-US" altLang="zh-TW" sz="2400" b="0" i="0" dirty="0">
                <a:solidFill>
                  <a:srgbClr val="FF0000"/>
                </a:solidFill>
                <a:effectLst/>
                <a:latin typeface="Times New Roman" panose="02020603050405020304" pitchFamily="18" charset="0"/>
              </a:rPr>
              <a:t> = 6/40, p</a:t>
            </a:r>
            <a:r>
              <a:rPr lang="en-US" altLang="zh-TW" sz="2400" b="0" i="0" baseline="-25000" dirty="0">
                <a:solidFill>
                  <a:srgbClr val="FF0000"/>
                </a:solidFill>
                <a:effectLst/>
                <a:latin typeface="Times New Roman" panose="02020603050405020304" pitchFamily="18" charset="0"/>
              </a:rPr>
              <a:t>3</a:t>
            </a:r>
            <a:r>
              <a:rPr lang="en-US" altLang="zh-TW" sz="2400" b="0" i="0" dirty="0">
                <a:solidFill>
                  <a:srgbClr val="FF0000"/>
                </a:solidFill>
                <a:effectLst/>
                <a:latin typeface="Times New Roman" panose="02020603050405020304" pitchFamily="18" charset="0"/>
              </a:rPr>
              <a:t> = 3/40</a:t>
            </a:r>
            <a:endParaRPr lang="zh-TW" altLang="en-US" sz="2400" dirty="0">
              <a:solidFill>
                <a:srgbClr val="FF0000"/>
              </a:solidFill>
            </a:endParaRPr>
          </a:p>
        </p:txBody>
      </p:sp>
    </p:spTree>
    <p:extLst>
      <p:ext uri="{BB962C8B-B14F-4D97-AF65-F5344CB8AC3E}">
        <p14:creationId xmlns:p14="http://schemas.microsoft.com/office/powerpoint/2010/main" val="270448207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D73AE85-C521-0826-01B5-B5F417C00900}"/>
              </a:ext>
            </a:extLst>
          </p:cNvPr>
          <p:cNvSpPr>
            <a:spLocks noGrp="1"/>
          </p:cNvSpPr>
          <p:nvPr>
            <p:ph type="sldNum" sz="quarter" idx="12"/>
          </p:nvPr>
        </p:nvSpPr>
        <p:spPr/>
        <p:txBody>
          <a:bodyPr/>
          <a:lstStyle/>
          <a:p>
            <a:fld id="{55935506-5D51-4B07-8BDD-18CEF4E05E0A}" type="slidenum">
              <a:rPr lang="zh-TW" altLang="en-US" smtClean="0"/>
              <a:t>21</a:t>
            </a:fld>
            <a:endParaRPr lang="zh-TW" altLang="en-US"/>
          </a:p>
        </p:txBody>
      </p:sp>
      <p:sp>
        <p:nvSpPr>
          <p:cNvPr id="2" name="文字方塊 1">
            <a:extLst>
              <a:ext uri="{FF2B5EF4-FFF2-40B4-BE49-F238E27FC236}">
                <a16:creationId xmlns:a16="http://schemas.microsoft.com/office/drawing/2014/main" id="{D38050BD-EB6A-668F-F6EC-6E1DB8DBCB82}"/>
              </a:ext>
            </a:extLst>
          </p:cNvPr>
          <p:cNvSpPr txBox="1"/>
          <p:nvPr/>
        </p:nvSpPr>
        <p:spPr>
          <a:xfrm>
            <a:off x="1475014" y="1611086"/>
            <a:ext cx="9241971" cy="2308324"/>
          </a:xfrm>
          <a:prstGeom prst="rect">
            <a:avLst/>
          </a:prstGeom>
          <a:noFill/>
        </p:spPr>
        <p:txBody>
          <a:bodyPr wrap="square" rtlCol="0">
            <a:spAutoFit/>
          </a:bodyPr>
          <a:lstStyle/>
          <a:p>
            <a:r>
              <a:rPr lang="en-US" altLang="zh-TW" sz="2400" b="0" i="0" dirty="0">
                <a:solidFill>
                  <a:srgbClr val="000000"/>
                </a:solidFill>
                <a:effectLst/>
                <a:latin typeface="Times New Roman" panose="02020603050405020304" pitchFamily="18" charset="0"/>
              </a:rPr>
              <a:t>Notice that our resulting value for the probability of X is not equal to the </a:t>
            </a:r>
            <a:r>
              <a:rPr lang="en-US" altLang="zh-TW" sz="2400" b="0" i="1" dirty="0">
                <a:solidFill>
                  <a:srgbClr val="000000"/>
                </a:solidFill>
                <a:effectLst/>
                <a:latin typeface="Times New Roman" panose="02020603050405020304" pitchFamily="18" charset="0"/>
              </a:rPr>
              <a:t>a priori</a:t>
            </a:r>
            <a:r>
              <a:rPr lang="en-US" altLang="zh-TW" sz="2400" b="0" i="0" dirty="0">
                <a:solidFill>
                  <a:srgbClr val="000000"/>
                </a:solidFill>
                <a:effectLst/>
                <a:latin typeface="Times New Roman" panose="02020603050405020304" pitchFamily="18" charset="0"/>
              </a:rPr>
              <a:t> value of 1/2 that we assumed by imposing symmetry between "y" and "n".</a:t>
            </a:r>
          </a:p>
          <a:p>
            <a:r>
              <a:rPr lang="en-US" altLang="zh-TW" sz="2400" b="0" i="0" dirty="0">
                <a:solidFill>
                  <a:srgbClr val="000000"/>
                </a:solidFill>
                <a:effectLst/>
                <a:latin typeface="Times New Roman" panose="02020603050405020304" pitchFamily="18" charset="0"/>
              </a:rPr>
              <a:t>If we have some </a:t>
            </a:r>
            <a:r>
              <a:rPr lang="en-US" altLang="zh-TW" sz="2400" b="0" i="1" dirty="0">
                <a:solidFill>
                  <a:srgbClr val="000000"/>
                </a:solidFill>
                <a:effectLst/>
                <a:latin typeface="Times New Roman" panose="02020603050405020304" pitchFamily="18" charset="0"/>
              </a:rPr>
              <a:t>a priori</a:t>
            </a:r>
            <a:r>
              <a:rPr lang="en-US" altLang="zh-TW" sz="2400" b="0" i="0" dirty="0">
                <a:solidFill>
                  <a:srgbClr val="000000"/>
                </a:solidFill>
                <a:effectLst/>
                <a:latin typeface="Times New Roman" panose="02020603050405020304" pitchFamily="18" charset="0"/>
              </a:rPr>
              <a:t> reason to believe the probability of X is something different than 1/2, we could re-do the calculation using this value.</a:t>
            </a:r>
            <a:endParaRPr lang="zh-TW" altLang="en-US" sz="2400" dirty="0"/>
          </a:p>
        </p:txBody>
      </p:sp>
    </p:spTree>
    <p:extLst>
      <p:ext uri="{BB962C8B-B14F-4D97-AF65-F5344CB8AC3E}">
        <p14:creationId xmlns:p14="http://schemas.microsoft.com/office/powerpoint/2010/main" val="425715085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D73AE85-C521-0826-01B5-B5F417C00900}"/>
              </a:ext>
            </a:extLst>
          </p:cNvPr>
          <p:cNvSpPr>
            <a:spLocks noGrp="1"/>
          </p:cNvSpPr>
          <p:nvPr>
            <p:ph type="sldNum" sz="quarter" idx="12"/>
          </p:nvPr>
        </p:nvSpPr>
        <p:spPr/>
        <p:txBody>
          <a:bodyPr/>
          <a:lstStyle/>
          <a:p>
            <a:fld id="{55935506-5D51-4B07-8BDD-18CEF4E05E0A}" type="slidenum">
              <a:rPr lang="zh-TW" altLang="en-US" smtClean="0"/>
              <a:t>22</a:t>
            </a:fld>
            <a:endParaRPr lang="zh-TW" altLang="en-US"/>
          </a:p>
        </p:txBody>
      </p:sp>
      <p:sp>
        <p:nvSpPr>
          <p:cNvPr id="2" name="文字方塊 1">
            <a:extLst>
              <a:ext uri="{FF2B5EF4-FFF2-40B4-BE49-F238E27FC236}">
                <a16:creationId xmlns:a16="http://schemas.microsoft.com/office/drawing/2014/main" id="{D38050BD-EB6A-668F-F6EC-6E1DB8DBCB82}"/>
              </a:ext>
            </a:extLst>
          </p:cNvPr>
          <p:cNvSpPr txBox="1"/>
          <p:nvPr/>
        </p:nvSpPr>
        <p:spPr>
          <a:xfrm>
            <a:off x="1475014" y="936172"/>
            <a:ext cx="9241971" cy="1200329"/>
          </a:xfrm>
          <a:prstGeom prst="rect">
            <a:avLst/>
          </a:prstGeom>
          <a:noFill/>
        </p:spPr>
        <p:txBody>
          <a:bodyPr wrap="square" rtlCol="0">
            <a:spAutoFit/>
          </a:bodyPr>
          <a:lstStyle/>
          <a:p>
            <a:r>
              <a:rPr lang="en-US" altLang="zh-TW" sz="2400" b="0" i="0" dirty="0">
                <a:solidFill>
                  <a:srgbClr val="000000"/>
                </a:solidFill>
                <a:effectLst/>
                <a:latin typeface="Times New Roman" panose="02020603050405020304" pitchFamily="18" charset="0"/>
              </a:rPr>
              <a:t>To account for this additional information (if we have it), we can let x denote the </a:t>
            </a:r>
            <a:r>
              <a:rPr lang="en-US" altLang="zh-TW" sz="2400" b="0" i="1" dirty="0">
                <a:solidFill>
                  <a:srgbClr val="000000"/>
                </a:solidFill>
                <a:effectLst/>
                <a:latin typeface="Times New Roman" panose="02020603050405020304" pitchFamily="18" charset="0"/>
              </a:rPr>
              <a:t>a priori</a:t>
            </a:r>
            <a:r>
              <a:rPr lang="en-US" altLang="zh-TW" sz="2400" b="0" i="0" dirty="0">
                <a:solidFill>
                  <a:srgbClr val="000000"/>
                </a:solidFill>
                <a:effectLst/>
                <a:latin typeface="Times New Roman" panose="02020603050405020304" pitchFamily="18" charset="0"/>
              </a:rPr>
              <a:t> probability of X, and then write the individual state probabilities as follow:</a:t>
            </a:r>
            <a:endParaRPr lang="zh-TW" altLang="en-US" sz="2400" dirty="0"/>
          </a:p>
        </p:txBody>
      </p:sp>
      <p:pic>
        <p:nvPicPr>
          <p:cNvPr id="5" name="圖片 4">
            <a:extLst>
              <a:ext uri="{FF2B5EF4-FFF2-40B4-BE49-F238E27FC236}">
                <a16:creationId xmlns:a16="http://schemas.microsoft.com/office/drawing/2014/main" id="{54268C5D-8910-DF40-9C09-AC65DD204F8C}"/>
              </a:ext>
            </a:extLst>
          </p:cNvPr>
          <p:cNvPicPr>
            <a:picLocks noChangeAspect="1"/>
          </p:cNvPicPr>
          <p:nvPr/>
        </p:nvPicPr>
        <p:blipFill>
          <a:blip r:embed="rId3"/>
          <a:stretch>
            <a:fillRect/>
          </a:stretch>
        </p:blipFill>
        <p:spPr>
          <a:xfrm>
            <a:off x="2877510" y="2407405"/>
            <a:ext cx="6435508" cy="1949164"/>
          </a:xfrm>
          <a:prstGeom prst="rect">
            <a:avLst/>
          </a:prstGeom>
        </p:spPr>
      </p:pic>
      <p:pic>
        <p:nvPicPr>
          <p:cNvPr id="7" name="圖片 6">
            <a:extLst>
              <a:ext uri="{FF2B5EF4-FFF2-40B4-BE49-F238E27FC236}">
                <a16:creationId xmlns:a16="http://schemas.microsoft.com/office/drawing/2014/main" id="{4F3017EB-A2DC-55A8-DEDA-5F19E69B6622}"/>
              </a:ext>
            </a:extLst>
          </p:cNvPr>
          <p:cNvPicPr>
            <a:picLocks noChangeAspect="1"/>
          </p:cNvPicPr>
          <p:nvPr/>
        </p:nvPicPr>
        <p:blipFill>
          <a:blip r:embed="rId4"/>
          <a:stretch>
            <a:fillRect/>
          </a:stretch>
        </p:blipFill>
        <p:spPr>
          <a:xfrm>
            <a:off x="1618362" y="4721500"/>
            <a:ext cx="8953803" cy="1200328"/>
          </a:xfrm>
          <a:prstGeom prst="rect">
            <a:avLst/>
          </a:prstGeom>
        </p:spPr>
      </p:pic>
    </p:spTree>
    <p:extLst>
      <p:ext uri="{BB962C8B-B14F-4D97-AF65-F5344CB8AC3E}">
        <p14:creationId xmlns:p14="http://schemas.microsoft.com/office/powerpoint/2010/main" val="213483424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D73AE85-C521-0826-01B5-B5F417C00900}"/>
              </a:ext>
            </a:extLst>
          </p:cNvPr>
          <p:cNvSpPr>
            <a:spLocks noGrp="1"/>
          </p:cNvSpPr>
          <p:nvPr>
            <p:ph type="sldNum" sz="quarter" idx="12"/>
          </p:nvPr>
        </p:nvSpPr>
        <p:spPr/>
        <p:txBody>
          <a:bodyPr/>
          <a:lstStyle/>
          <a:p>
            <a:fld id="{55935506-5D51-4B07-8BDD-18CEF4E05E0A}" type="slidenum">
              <a:rPr lang="zh-TW" altLang="en-US" smtClean="0"/>
              <a:t>23</a:t>
            </a:fld>
            <a:endParaRPr lang="zh-TW" altLang="en-US"/>
          </a:p>
        </p:txBody>
      </p:sp>
      <p:sp>
        <p:nvSpPr>
          <p:cNvPr id="2" name="文字方塊 1">
            <a:extLst>
              <a:ext uri="{FF2B5EF4-FFF2-40B4-BE49-F238E27FC236}">
                <a16:creationId xmlns:a16="http://schemas.microsoft.com/office/drawing/2014/main" id="{D38050BD-EB6A-668F-F6EC-6E1DB8DBCB82}"/>
              </a:ext>
            </a:extLst>
          </p:cNvPr>
          <p:cNvSpPr txBox="1"/>
          <p:nvPr/>
        </p:nvSpPr>
        <p:spPr>
          <a:xfrm>
            <a:off x="1475014" y="936172"/>
            <a:ext cx="9241971" cy="2308324"/>
          </a:xfrm>
          <a:prstGeom prst="rect">
            <a:avLst/>
          </a:prstGeom>
          <a:noFill/>
        </p:spPr>
        <p:txBody>
          <a:bodyPr wrap="square" rtlCol="0">
            <a:spAutoFit/>
          </a:bodyPr>
          <a:lstStyle/>
          <a:p>
            <a:r>
              <a:rPr lang="en-US" altLang="zh-TW" sz="2400" b="0" i="0" dirty="0">
                <a:solidFill>
                  <a:srgbClr val="000000"/>
                </a:solidFill>
                <a:effectLst/>
                <a:latin typeface="Times New Roman" panose="02020603050405020304" pitchFamily="18" charset="0"/>
              </a:rPr>
              <a:t>We suppose Mr. Red's ability to correctly identify the outcome of a TRUE/FALSE experiment is 75%, Mr. Green's is 60% and Mr. Blue's is 55%. </a:t>
            </a:r>
          </a:p>
          <a:p>
            <a:r>
              <a:rPr lang="en-US" altLang="zh-TW" sz="2400" b="0" i="0" dirty="0">
                <a:solidFill>
                  <a:srgbClr val="000000"/>
                </a:solidFill>
                <a:effectLst/>
                <a:latin typeface="Times New Roman" panose="02020603050405020304" pitchFamily="18" charset="0"/>
              </a:rPr>
              <a:t>If all of them agree that the outcome of the experiment is TRUE, is the resulting probability of "TRUE" 75% or is it weighted somewhere between 75% and 55% ?</a:t>
            </a:r>
            <a:endParaRPr lang="zh-TW" altLang="en-US" sz="2400" dirty="0"/>
          </a:p>
        </p:txBody>
      </p:sp>
      <p:sp>
        <p:nvSpPr>
          <p:cNvPr id="3" name="文字方塊 2">
            <a:extLst>
              <a:ext uri="{FF2B5EF4-FFF2-40B4-BE49-F238E27FC236}">
                <a16:creationId xmlns:a16="http://schemas.microsoft.com/office/drawing/2014/main" id="{0B8086AE-32E9-59CF-FEB5-CBC1A7C77DB8}"/>
              </a:ext>
            </a:extLst>
          </p:cNvPr>
          <p:cNvSpPr txBox="1"/>
          <p:nvPr/>
        </p:nvSpPr>
        <p:spPr>
          <a:xfrm>
            <a:off x="2296886" y="4310743"/>
            <a:ext cx="2253343" cy="707886"/>
          </a:xfrm>
          <a:prstGeom prst="rect">
            <a:avLst/>
          </a:prstGeom>
          <a:noFill/>
        </p:spPr>
        <p:txBody>
          <a:bodyPr wrap="square" rtlCol="0">
            <a:spAutoFit/>
          </a:bodyPr>
          <a:lstStyle/>
          <a:p>
            <a:r>
              <a:rPr lang="en-US" altLang="zh-TW" sz="4000" dirty="0">
                <a:solidFill>
                  <a:srgbClr val="FF0000"/>
                </a:solidFill>
                <a:latin typeface="Times New Roman" panose="02020603050405020304" pitchFamily="18" charset="0"/>
                <a:cs typeface="Times New Roman" panose="02020603050405020304" pitchFamily="18" charset="0"/>
              </a:rPr>
              <a:t>75% ?</a:t>
            </a:r>
            <a:endParaRPr lang="zh-TW" altLang="en-US" sz="4000" dirty="0">
              <a:solidFill>
                <a:srgbClr val="FF0000"/>
              </a:solidFill>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5B958871-6DD1-1462-2904-D70E488B76CA}"/>
              </a:ext>
            </a:extLst>
          </p:cNvPr>
          <p:cNvSpPr txBox="1"/>
          <p:nvPr/>
        </p:nvSpPr>
        <p:spPr>
          <a:xfrm>
            <a:off x="6014356" y="4310743"/>
            <a:ext cx="4702629" cy="707886"/>
          </a:xfrm>
          <a:prstGeom prst="rect">
            <a:avLst/>
          </a:prstGeom>
          <a:noFill/>
        </p:spPr>
        <p:txBody>
          <a:bodyPr wrap="square" rtlCol="0">
            <a:spAutoFit/>
          </a:bodyPr>
          <a:lstStyle/>
          <a:p>
            <a:r>
              <a:rPr lang="en-US" altLang="zh-TW" sz="4000" dirty="0">
                <a:solidFill>
                  <a:srgbClr val="FF0000"/>
                </a:solidFill>
                <a:latin typeface="Times New Roman" panose="02020603050405020304" pitchFamily="18" charset="0"/>
                <a:cs typeface="Times New Roman" panose="02020603050405020304" pitchFamily="18" charset="0"/>
              </a:rPr>
              <a:t>55% &lt; x &lt; 75% ?</a:t>
            </a:r>
            <a:endParaRPr lang="zh-TW" altLang="en-US" sz="40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535136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D73AE85-C521-0826-01B5-B5F417C00900}"/>
              </a:ext>
            </a:extLst>
          </p:cNvPr>
          <p:cNvSpPr>
            <a:spLocks noGrp="1"/>
          </p:cNvSpPr>
          <p:nvPr>
            <p:ph type="sldNum" sz="quarter" idx="12"/>
          </p:nvPr>
        </p:nvSpPr>
        <p:spPr/>
        <p:txBody>
          <a:bodyPr/>
          <a:lstStyle/>
          <a:p>
            <a:fld id="{55935506-5D51-4B07-8BDD-18CEF4E05E0A}" type="slidenum">
              <a:rPr lang="zh-TW" altLang="en-US" smtClean="0"/>
              <a:t>24</a:t>
            </a:fld>
            <a:endParaRPr lang="zh-TW" altLang="en-US"/>
          </a:p>
        </p:txBody>
      </p:sp>
      <p:sp>
        <p:nvSpPr>
          <p:cNvPr id="2" name="文字方塊 1">
            <a:extLst>
              <a:ext uri="{FF2B5EF4-FFF2-40B4-BE49-F238E27FC236}">
                <a16:creationId xmlns:a16="http://schemas.microsoft.com/office/drawing/2014/main" id="{D38050BD-EB6A-668F-F6EC-6E1DB8DBCB82}"/>
              </a:ext>
            </a:extLst>
          </p:cNvPr>
          <p:cNvSpPr txBox="1"/>
          <p:nvPr/>
        </p:nvSpPr>
        <p:spPr>
          <a:xfrm>
            <a:off x="1475014" y="936172"/>
            <a:ext cx="9241971" cy="1569660"/>
          </a:xfrm>
          <a:prstGeom prst="rect">
            <a:avLst/>
          </a:prstGeom>
          <a:noFill/>
        </p:spPr>
        <p:txBody>
          <a:bodyPr wrap="square" rtlCol="0">
            <a:spAutoFit/>
          </a:bodyPr>
          <a:lstStyle/>
          <a:p>
            <a:r>
              <a:rPr lang="en-US" altLang="zh-TW" sz="2400" dirty="0">
                <a:solidFill>
                  <a:srgbClr val="000000"/>
                </a:solidFill>
                <a:latin typeface="Times New Roman" panose="02020603050405020304" pitchFamily="18" charset="0"/>
              </a:rPr>
              <a:t>T</a:t>
            </a:r>
            <a:r>
              <a:rPr lang="en-US" altLang="zh-TW" sz="2400" b="0" i="0" dirty="0">
                <a:solidFill>
                  <a:srgbClr val="000000"/>
                </a:solidFill>
                <a:effectLst/>
                <a:latin typeface="Times New Roman" panose="02020603050405020304" pitchFamily="18" charset="0"/>
              </a:rPr>
              <a:t>his is underspecified, but if we impose the assumptions of (1) </a:t>
            </a:r>
            <a:r>
              <a:rPr lang="en-US" altLang="zh-TW" sz="2400" b="0" i="0" dirty="0">
                <a:solidFill>
                  <a:srgbClr val="FF0000"/>
                </a:solidFill>
                <a:effectLst/>
                <a:latin typeface="Times New Roman" panose="02020603050405020304" pitchFamily="18" charset="0"/>
              </a:rPr>
              <a:t>pairwise independence</a:t>
            </a:r>
            <a:r>
              <a:rPr lang="en-US" altLang="zh-TW" sz="2400" b="0" i="0" dirty="0">
                <a:solidFill>
                  <a:srgbClr val="000000"/>
                </a:solidFill>
                <a:effectLst/>
                <a:latin typeface="Times New Roman" panose="02020603050405020304" pitchFamily="18" charset="0"/>
              </a:rPr>
              <a:t> and (2) "y"/"n" </a:t>
            </a:r>
            <a:r>
              <a:rPr lang="en-US" altLang="zh-TW" sz="2400" b="0" i="0" dirty="0">
                <a:solidFill>
                  <a:srgbClr val="FF0000"/>
                </a:solidFill>
                <a:effectLst/>
                <a:latin typeface="Times New Roman" panose="02020603050405020304" pitchFamily="18" charset="0"/>
              </a:rPr>
              <a:t>symmetry</a:t>
            </a:r>
            <a:r>
              <a:rPr lang="en-US" altLang="zh-TW" sz="2400" b="0" i="0" dirty="0">
                <a:solidFill>
                  <a:srgbClr val="000000"/>
                </a:solidFill>
                <a:effectLst/>
                <a:latin typeface="Times New Roman" panose="02020603050405020304" pitchFamily="18" charset="0"/>
              </a:rPr>
              <a:t>, then in the general case of N prognosticators these two assumptions are sufficient to uniquely determine the answer.</a:t>
            </a:r>
            <a:endParaRPr lang="zh-TW" altLang="en-US" sz="2400" dirty="0"/>
          </a:p>
        </p:txBody>
      </p:sp>
      <p:pic>
        <p:nvPicPr>
          <p:cNvPr id="7" name="圖片 6">
            <a:extLst>
              <a:ext uri="{FF2B5EF4-FFF2-40B4-BE49-F238E27FC236}">
                <a16:creationId xmlns:a16="http://schemas.microsoft.com/office/drawing/2014/main" id="{EBFA1218-E806-A067-CF17-7DD21DF3249E}"/>
              </a:ext>
            </a:extLst>
          </p:cNvPr>
          <p:cNvPicPr>
            <a:picLocks noChangeAspect="1"/>
          </p:cNvPicPr>
          <p:nvPr/>
        </p:nvPicPr>
        <p:blipFill>
          <a:blip r:embed="rId3"/>
          <a:stretch>
            <a:fillRect/>
          </a:stretch>
        </p:blipFill>
        <p:spPr>
          <a:xfrm>
            <a:off x="2055993" y="2679244"/>
            <a:ext cx="8080014" cy="1499512"/>
          </a:xfrm>
          <a:prstGeom prst="rect">
            <a:avLst/>
          </a:prstGeom>
        </p:spPr>
      </p:pic>
      <p:pic>
        <p:nvPicPr>
          <p:cNvPr id="9" name="圖片 8">
            <a:extLst>
              <a:ext uri="{FF2B5EF4-FFF2-40B4-BE49-F238E27FC236}">
                <a16:creationId xmlns:a16="http://schemas.microsoft.com/office/drawing/2014/main" id="{E1FE0FC3-CB12-C015-9AFA-965DE9DB5A97}"/>
              </a:ext>
            </a:extLst>
          </p:cNvPr>
          <p:cNvPicPr>
            <a:picLocks noChangeAspect="1"/>
          </p:cNvPicPr>
          <p:nvPr/>
        </p:nvPicPr>
        <p:blipFill>
          <a:blip r:embed="rId4"/>
          <a:stretch>
            <a:fillRect/>
          </a:stretch>
        </p:blipFill>
        <p:spPr>
          <a:xfrm>
            <a:off x="2055993" y="4352168"/>
            <a:ext cx="3535913" cy="368776"/>
          </a:xfrm>
          <a:prstGeom prst="rect">
            <a:avLst/>
          </a:prstGeom>
        </p:spPr>
      </p:pic>
      <p:pic>
        <p:nvPicPr>
          <p:cNvPr id="10" name="圖片 9">
            <a:extLst>
              <a:ext uri="{FF2B5EF4-FFF2-40B4-BE49-F238E27FC236}">
                <a16:creationId xmlns:a16="http://schemas.microsoft.com/office/drawing/2014/main" id="{1DF31158-86CC-AD31-C50D-137A0DE360F8}"/>
              </a:ext>
            </a:extLst>
          </p:cNvPr>
          <p:cNvPicPr>
            <a:picLocks noChangeAspect="1"/>
          </p:cNvPicPr>
          <p:nvPr/>
        </p:nvPicPr>
        <p:blipFill rotWithShape="1">
          <a:blip r:embed="rId3"/>
          <a:srcRect r="73307"/>
          <a:stretch/>
        </p:blipFill>
        <p:spPr>
          <a:xfrm>
            <a:off x="2055993" y="5058132"/>
            <a:ext cx="2038692" cy="1417412"/>
          </a:xfrm>
          <a:prstGeom prst="rect">
            <a:avLst/>
          </a:prstGeom>
        </p:spPr>
      </p:pic>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B4996261-9D34-3682-A976-2028FF20A6D4}"/>
                  </a:ext>
                </a:extLst>
              </p:cNvPr>
              <p:cNvSpPr txBox="1"/>
              <p:nvPr/>
            </p:nvSpPr>
            <p:spPr>
              <a:xfrm>
                <a:off x="4182206" y="5415395"/>
                <a:ext cx="2383971" cy="702885"/>
              </a:xfrm>
              <a:prstGeom prst="rect">
                <a:avLst/>
              </a:prstGeom>
              <a:noFill/>
            </p:spPr>
            <p:txBody>
              <a:bodyPr wrap="square" rtlCol="0">
                <a:spAutoFit/>
              </a:bodyPr>
              <a:lstStyle/>
              <a:p>
                <a14:m>
                  <m:oMath xmlns:m="http://schemas.openxmlformats.org/officeDocument/2006/math">
                    <m:f>
                      <m:fPr>
                        <m:ctrlPr>
                          <a:rPr lang="en-US" altLang="zh-TW" sz="2800" i="1" smtClean="0">
                            <a:solidFill>
                              <a:srgbClr val="FF0000"/>
                            </a:solidFill>
                            <a:latin typeface="Cambria Math" panose="02040503050406030204" pitchFamily="18" charset="0"/>
                          </a:rPr>
                        </m:ctrlPr>
                      </m:fPr>
                      <m:num>
                        <m:r>
                          <a:rPr lang="en-US" altLang="zh-TW" sz="2800" b="0" i="1" smtClean="0">
                            <a:solidFill>
                              <a:srgbClr val="FF0000"/>
                            </a:solidFill>
                            <a:latin typeface="Cambria Math" panose="02040503050406030204" pitchFamily="18" charset="0"/>
                          </a:rPr>
                          <m:t>11</m:t>
                        </m:r>
                      </m:num>
                      <m:den>
                        <m:r>
                          <a:rPr lang="en-US" altLang="zh-TW" sz="2800" b="0" i="1" smtClean="0">
                            <a:solidFill>
                              <a:srgbClr val="FF0000"/>
                            </a:solidFill>
                            <a:latin typeface="Cambria Math" panose="02040503050406030204" pitchFamily="18" charset="0"/>
                          </a:rPr>
                          <m:t>13</m:t>
                        </m:r>
                      </m:den>
                    </m:f>
                  </m:oMath>
                </a14:m>
                <a:r>
                  <a:rPr lang="zh-TW" altLang="en-US" sz="2800" dirty="0">
                    <a:solidFill>
                      <a:srgbClr val="FF0000"/>
                    </a:solidFill>
                    <a:latin typeface="Times New Roman" panose="02020603050405020304" pitchFamily="18" charset="0"/>
                    <a:cs typeface="Times New Roman" panose="02020603050405020304" pitchFamily="18" charset="0"/>
                  </a:rPr>
                  <a:t> </a:t>
                </a:r>
                <a:r>
                  <a:rPr lang="en-US" altLang="zh-TW" sz="2800" dirty="0">
                    <a:solidFill>
                      <a:srgbClr val="FF0000"/>
                    </a:solidFill>
                    <a:latin typeface="Times New Roman" panose="02020603050405020304" pitchFamily="18" charset="0"/>
                    <a:cs typeface="Times New Roman" panose="02020603050405020304" pitchFamily="18" charset="0"/>
                  </a:rPr>
                  <a:t>= 84.6%</a:t>
                </a:r>
                <a:endParaRPr lang="zh-TW" altLang="en-US" dirty="0">
                  <a:latin typeface="Times New Roman" panose="02020603050405020304" pitchFamily="18" charset="0"/>
                  <a:cs typeface="Times New Roman" panose="02020603050405020304" pitchFamily="18" charset="0"/>
                </a:endParaRPr>
              </a:p>
            </p:txBody>
          </p:sp>
        </mc:Choice>
        <mc:Fallback xmlns="">
          <p:sp>
            <p:nvSpPr>
              <p:cNvPr id="11" name="文字方塊 10">
                <a:extLst>
                  <a:ext uri="{FF2B5EF4-FFF2-40B4-BE49-F238E27FC236}">
                    <a16:creationId xmlns:a16="http://schemas.microsoft.com/office/drawing/2014/main" id="{B4996261-9D34-3682-A976-2028FF20A6D4}"/>
                  </a:ext>
                </a:extLst>
              </p:cNvPr>
              <p:cNvSpPr txBox="1">
                <a:spLocks noRot="1" noChangeAspect="1" noMove="1" noResize="1" noEditPoints="1" noAdjustHandles="1" noChangeArrowheads="1" noChangeShapeType="1" noTextEdit="1"/>
              </p:cNvSpPr>
              <p:nvPr/>
            </p:nvSpPr>
            <p:spPr>
              <a:xfrm>
                <a:off x="4182206" y="5415395"/>
                <a:ext cx="2383971" cy="702885"/>
              </a:xfrm>
              <a:prstGeom prst="rect">
                <a:avLst/>
              </a:prstGeom>
              <a:blipFill>
                <a:blip r:embed="rId5"/>
                <a:stretch>
                  <a:fillRect b="-948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9288992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807B594B-DE4C-3D94-743A-E7952BB315B1}"/>
              </a:ext>
            </a:extLst>
          </p:cNvPr>
          <p:cNvSpPr>
            <a:spLocks noGrp="1"/>
          </p:cNvSpPr>
          <p:nvPr>
            <p:ph type="sldNum" sz="quarter" idx="12"/>
          </p:nvPr>
        </p:nvSpPr>
        <p:spPr/>
        <p:txBody>
          <a:bodyPr/>
          <a:lstStyle/>
          <a:p>
            <a:fld id="{55935506-5D51-4B07-8BDD-18CEF4E05E0A}" type="slidenum">
              <a:rPr lang="zh-TW" altLang="en-US" smtClean="0"/>
              <a:t>25</a:t>
            </a:fld>
            <a:endParaRPr lang="zh-TW" altLang="en-US"/>
          </a:p>
        </p:txBody>
      </p:sp>
      <p:pic>
        <p:nvPicPr>
          <p:cNvPr id="6" name="圖片 5">
            <a:extLst>
              <a:ext uri="{FF2B5EF4-FFF2-40B4-BE49-F238E27FC236}">
                <a16:creationId xmlns:a16="http://schemas.microsoft.com/office/drawing/2014/main" id="{3D664B57-E779-4F8D-6E93-317E27E8DA98}"/>
              </a:ext>
            </a:extLst>
          </p:cNvPr>
          <p:cNvPicPr>
            <a:picLocks noChangeAspect="1"/>
          </p:cNvPicPr>
          <p:nvPr/>
        </p:nvPicPr>
        <p:blipFill>
          <a:blip r:embed="rId2"/>
          <a:stretch>
            <a:fillRect/>
          </a:stretch>
        </p:blipFill>
        <p:spPr>
          <a:xfrm>
            <a:off x="3559647" y="501650"/>
            <a:ext cx="4829849" cy="1609950"/>
          </a:xfrm>
          <a:prstGeom prst="rect">
            <a:avLst/>
          </a:prstGeom>
        </p:spPr>
      </p:pic>
      <p:pic>
        <p:nvPicPr>
          <p:cNvPr id="8" name="圖片 7">
            <a:extLst>
              <a:ext uri="{FF2B5EF4-FFF2-40B4-BE49-F238E27FC236}">
                <a16:creationId xmlns:a16="http://schemas.microsoft.com/office/drawing/2014/main" id="{1666496B-D2F9-A02F-AA40-328E1F563C39}"/>
              </a:ext>
            </a:extLst>
          </p:cNvPr>
          <p:cNvPicPr>
            <a:picLocks noChangeAspect="1"/>
          </p:cNvPicPr>
          <p:nvPr/>
        </p:nvPicPr>
        <p:blipFill>
          <a:blip r:embed="rId3"/>
          <a:stretch>
            <a:fillRect/>
          </a:stretch>
        </p:blipFill>
        <p:spPr>
          <a:xfrm>
            <a:off x="3178593" y="2311653"/>
            <a:ext cx="5591955" cy="1857634"/>
          </a:xfrm>
          <a:prstGeom prst="rect">
            <a:avLst/>
          </a:prstGeom>
        </p:spPr>
      </p:pic>
      <p:pic>
        <p:nvPicPr>
          <p:cNvPr id="14" name="圖片 13">
            <a:extLst>
              <a:ext uri="{FF2B5EF4-FFF2-40B4-BE49-F238E27FC236}">
                <a16:creationId xmlns:a16="http://schemas.microsoft.com/office/drawing/2014/main" id="{97D14B23-B496-206A-616C-D5B351FE5AF4}"/>
              </a:ext>
            </a:extLst>
          </p:cNvPr>
          <p:cNvPicPr>
            <a:picLocks noChangeAspect="1"/>
          </p:cNvPicPr>
          <p:nvPr/>
        </p:nvPicPr>
        <p:blipFill>
          <a:blip r:embed="rId4"/>
          <a:stretch>
            <a:fillRect/>
          </a:stretch>
        </p:blipFill>
        <p:spPr>
          <a:xfrm>
            <a:off x="2699863" y="4298663"/>
            <a:ext cx="6792273" cy="1676634"/>
          </a:xfrm>
          <a:prstGeom prst="rect">
            <a:avLst/>
          </a:prstGeom>
        </p:spPr>
      </p:pic>
    </p:spTree>
    <p:extLst>
      <p:ext uri="{BB962C8B-B14F-4D97-AF65-F5344CB8AC3E}">
        <p14:creationId xmlns:p14="http://schemas.microsoft.com/office/powerpoint/2010/main" val="250386076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Conclusion</a:t>
            </a:r>
            <a:endParaRPr lang="zh-TW" altLang="en-US" dirty="0"/>
          </a:p>
        </p:txBody>
      </p:sp>
      <p:sp>
        <p:nvSpPr>
          <p:cNvPr id="3" name="內容版面配置區 2">
            <a:extLst>
              <a:ext uri="{FF2B5EF4-FFF2-40B4-BE49-F238E27FC236}">
                <a16:creationId xmlns:a16="http://schemas.microsoft.com/office/drawing/2014/main" id="{3D6AEC88-211A-4C79-873B-599FBDE52DDC}"/>
              </a:ext>
            </a:extLst>
          </p:cNvPr>
          <p:cNvSpPr>
            <a:spLocks noGrp="1"/>
          </p:cNvSpPr>
          <p:nvPr>
            <p:ph idx="1"/>
          </p:nvPr>
        </p:nvSpPr>
        <p:spPr/>
        <p:txBody>
          <a:bodyPr>
            <a:normAutofit/>
          </a:bodyPr>
          <a:lstStyle/>
          <a:p>
            <a:pPr algn="l"/>
            <a:r>
              <a:rPr lang="en-US" altLang="zh-TW" sz="2400" dirty="0">
                <a:solidFill>
                  <a:srgbClr val="333333"/>
                </a:solidFill>
                <a:latin typeface="Times New Roman" panose="02020603050405020304" pitchFamily="18" charset="0"/>
                <a:cs typeface="Times New Roman" panose="02020603050405020304" pitchFamily="18" charset="0"/>
              </a:rPr>
              <a:t>It present a </a:t>
            </a:r>
            <a:r>
              <a:rPr lang="en-US" altLang="zh-TW" sz="2400" b="0" i="0" dirty="0">
                <a:solidFill>
                  <a:srgbClr val="FF0000"/>
                </a:solidFill>
                <a:effectLst/>
                <a:latin typeface="Times New Roman" panose="02020603050405020304" pitchFamily="18" charset="0"/>
              </a:rPr>
              <a:t>reasonable</a:t>
            </a:r>
            <a:r>
              <a:rPr lang="en-US" altLang="zh-TW" sz="2400" dirty="0">
                <a:solidFill>
                  <a:srgbClr val="333333"/>
                </a:solidFill>
                <a:latin typeface="Times New Roman" panose="02020603050405020304" pitchFamily="18" charset="0"/>
                <a:cs typeface="Times New Roman" panose="02020603050405020304" pitchFamily="18" charset="0"/>
              </a:rPr>
              <a:t> way to combine the predictions of the occurrence of an event.</a:t>
            </a:r>
          </a:p>
          <a:p>
            <a:pPr algn="l"/>
            <a:r>
              <a:rPr lang="en-US" altLang="zh-TW" sz="2400" dirty="0">
                <a:solidFill>
                  <a:srgbClr val="333333"/>
                </a:solidFill>
                <a:latin typeface="Times New Roman" panose="02020603050405020304" pitchFamily="18" charset="0"/>
                <a:cs typeface="Times New Roman" panose="02020603050405020304" pitchFamily="18" charset="0"/>
              </a:rPr>
              <a:t>It assumes that the correctness of Smith's predictions is totally uncorrelated with the correctness of Jones's predictions, which would almost certainly not be the case in any realistic situation.</a:t>
            </a:r>
          </a:p>
        </p:txBody>
      </p:sp>
    </p:spTree>
    <p:extLst>
      <p:ext uri="{BB962C8B-B14F-4D97-AF65-F5344CB8AC3E}">
        <p14:creationId xmlns:p14="http://schemas.microsoft.com/office/powerpoint/2010/main" val="391887283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2342</TotalTime>
  <Words>921</Words>
  <Application>Microsoft Office PowerPoint</Application>
  <PresentationFormat>寬螢幕</PresentationFormat>
  <Paragraphs>97</Paragraphs>
  <Slides>26</Slides>
  <Notes>15</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26</vt:i4>
      </vt:variant>
    </vt:vector>
  </HeadingPairs>
  <TitlesOfParts>
    <vt:vector size="32" baseType="lpstr">
      <vt:lpstr>Arial</vt:lpstr>
      <vt:lpstr>Calibri</vt:lpstr>
      <vt:lpstr>Calibri Light</vt:lpstr>
      <vt:lpstr>Cambria Math</vt:lpstr>
      <vt:lpstr>Times New Roman</vt:lpstr>
      <vt:lpstr>Office 佈景主題</vt:lpstr>
      <vt:lpstr>Combining Probabilities</vt:lpstr>
      <vt:lpstr>Abstract</vt:lpstr>
      <vt:lpstr>Problem Description</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Local Alignment Algorithm for Multiple Sequences on Heterogeneous Cluster Systems</dc:title>
  <dc:creator>師老爸</dc:creator>
  <cp:lastModifiedBy>pplab</cp:lastModifiedBy>
  <cp:revision>62</cp:revision>
  <dcterms:created xsi:type="dcterms:W3CDTF">2022-11-14T21:21:39Z</dcterms:created>
  <dcterms:modified xsi:type="dcterms:W3CDTF">2023-12-26T10:54:20Z</dcterms:modified>
</cp:coreProperties>
</file>