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7" r:id="rId2"/>
    <p:sldId id="258" r:id="rId3"/>
    <p:sldId id="291" r:id="rId4"/>
    <p:sldId id="292" r:id="rId5"/>
    <p:sldId id="293" r:id="rId6"/>
    <p:sldId id="294" r:id="rId7"/>
    <p:sldId id="295" r:id="rId8"/>
    <p:sldId id="296" r:id="rId9"/>
    <p:sldId id="297" r:id="rId10"/>
    <p:sldId id="298" r:id="rId11"/>
    <p:sldId id="299" r:id="rId12"/>
    <p:sldId id="300" r:id="rId13"/>
    <p:sldId id="301" r:id="rId14"/>
    <p:sldId id="303" r:id="rId15"/>
    <p:sldId id="302" r:id="rId16"/>
    <p:sldId id="304" r:id="rId17"/>
    <p:sldId id="305" r:id="rId18"/>
    <p:sldId id="306" r:id="rId19"/>
    <p:sldId id="307" r:id="rId20"/>
    <p:sldId id="308" r:id="rId21"/>
    <p:sldId id="309" r:id="rId22"/>
    <p:sldId id="310" r:id="rId23"/>
    <p:sldId id="311" r:id="rId24"/>
    <p:sldId id="312" r:id="rId25"/>
    <p:sldId id="313" r:id="rId26"/>
    <p:sldId id="314" r:id="rId27"/>
    <p:sldId id="315" r:id="rId28"/>
    <p:sldId id="316" r:id="rId29"/>
    <p:sldId id="317" r:id="rId30"/>
    <p:sldId id="318" r:id="rId31"/>
    <p:sldId id="319" r:id="rId32"/>
    <p:sldId id="320" r:id="rId33"/>
    <p:sldId id="321" r:id="rId34"/>
    <p:sldId id="290" r:id="rId3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414578-5835-485D-A797-12C6B257B115}" v="11" dt="2023-09-04T04:31:32.037"/>
    <p1510:client id="{E7DA5099-78A1-408B-84DF-074DE53BB9A0}" v="2911" dt="2023-08-31T07:26:23.869"/>
    <p1510:client id="{F70ECEBF-8AD3-43A7-BF35-843D2F9F26F7}" v="22" dt="2023-09-04T05:18:59.643"/>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5529" autoAdjust="0"/>
  </p:normalViewPr>
  <p:slideViewPr>
    <p:cSldViewPr snapToGrid="0">
      <p:cViewPr varScale="1">
        <p:scale>
          <a:sx n="59" d="100"/>
          <a:sy n="59" d="100"/>
        </p:scale>
        <p:origin x="114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李 適宏" userId="ba70bf4345ae8a18" providerId="Windows Live" clId="Web-{60414578-5835-485D-A797-12C6B257B115}"/>
    <pc:docChg chg="modSld sldOrd">
      <pc:chgData name="李 適宏" userId="ba70bf4345ae8a18" providerId="Windows Live" clId="Web-{60414578-5835-485D-A797-12C6B257B115}" dt="2023-09-04T04:31:32.037" v="10"/>
      <pc:docMkLst>
        <pc:docMk/>
      </pc:docMkLst>
      <pc:sldChg chg="modSp">
        <pc:chgData name="李 適宏" userId="ba70bf4345ae8a18" providerId="Windows Live" clId="Web-{60414578-5835-485D-A797-12C6B257B115}" dt="2023-09-04T04:27:19.961" v="9" actId="20577"/>
        <pc:sldMkLst>
          <pc:docMk/>
          <pc:sldMk cId="3671907888" sldId="258"/>
        </pc:sldMkLst>
        <pc:spChg chg="mod">
          <ac:chgData name="李 適宏" userId="ba70bf4345ae8a18" providerId="Windows Live" clId="Web-{60414578-5835-485D-A797-12C6B257B115}" dt="2023-09-04T04:27:19.961" v="9" actId="20577"/>
          <ac:spMkLst>
            <pc:docMk/>
            <pc:sldMk cId="3671907888" sldId="258"/>
            <ac:spMk id="3" creationId="{2E60A558-83F5-DC4B-E8C9-3EB0801F3EAE}"/>
          </ac:spMkLst>
        </pc:spChg>
      </pc:sldChg>
      <pc:sldChg chg="modSp">
        <pc:chgData name="李 適宏" userId="ba70bf4345ae8a18" providerId="Windows Live" clId="Web-{60414578-5835-485D-A797-12C6B257B115}" dt="2023-09-04T04:26:39.037" v="4" actId="20577"/>
        <pc:sldMkLst>
          <pc:docMk/>
          <pc:sldMk cId="3428300884" sldId="270"/>
        </pc:sldMkLst>
        <pc:spChg chg="mod">
          <ac:chgData name="李 適宏" userId="ba70bf4345ae8a18" providerId="Windows Live" clId="Web-{60414578-5835-485D-A797-12C6B257B115}" dt="2023-09-04T04:26:39.037" v="4" actId="20577"/>
          <ac:spMkLst>
            <pc:docMk/>
            <pc:sldMk cId="3428300884" sldId="270"/>
            <ac:spMk id="3" creationId="{2E60A558-83F5-DC4B-E8C9-3EB0801F3EAE}"/>
          </ac:spMkLst>
        </pc:spChg>
      </pc:sldChg>
      <pc:sldChg chg="ord">
        <pc:chgData name="李 適宏" userId="ba70bf4345ae8a18" providerId="Windows Live" clId="Web-{60414578-5835-485D-A797-12C6B257B115}" dt="2023-09-04T04:31:32.037" v="10"/>
        <pc:sldMkLst>
          <pc:docMk/>
          <pc:sldMk cId="3552292399" sldId="274"/>
        </pc:sldMkLst>
      </pc:sldChg>
    </pc:docChg>
  </pc:docChgLst>
  <pc:docChgLst>
    <pc:chgData name="李 適宏" userId="ba70bf4345ae8a18" providerId="Windows Live" clId="Web-{E7DA5099-78A1-408B-84DF-074DE53BB9A0}"/>
    <pc:docChg chg="addSld delSld modSld sldOrd">
      <pc:chgData name="李 適宏" userId="ba70bf4345ae8a18" providerId="Windows Live" clId="Web-{E7DA5099-78A1-408B-84DF-074DE53BB9A0}" dt="2023-08-31T07:26:23.869" v="2559" actId="20577"/>
      <pc:docMkLst>
        <pc:docMk/>
      </pc:docMkLst>
      <pc:sldChg chg="modSp modTransition">
        <pc:chgData name="李 適宏" userId="ba70bf4345ae8a18" providerId="Windows Live" clId="Web-{E7DA5099-78A1-408B-84DF-074DE53BB9A0}" dt="2023-08-31T07:19:27.153" v="2517"/>
        <pc:sldMkLst>
          <pc:docMk/>
          <pc:sldMk cId="2067857472" sldId="257"/>
        </pc:sldMkLst>
        <pc:spChg chg="mod">
          <ac:chgData name="李 適宏" userId="ba70bf4345ae8a18" providerId="Windows Live" clId="Web-{E7DA5099-78A1-408B-84DF-074DE53BB9A0}" dt="2023-08-30T09:50:44.315" v="7" actId="20577"/>
          <ac:spMkLst>
            <pc:docMk/>
            <pc:sldMk cId="2067857472" sldId="257"/>
            <ac:spMk id="2" creationId="{CC7901A9-EC42-0349-C42C-1EF1F72BF040}"/>
          </ac:spMkLst>
        </pc:spChg>
        <pc:spChg chg="mod">
          <ac:chgData name="李 適宏" userId="ba70bf4345ae8a18" providerId="Windows Live" clId="Web-{E7DA5099-78A1-408B-84DF-074DE53BB9A0}" dt="2023-08-30T09:51:59.990" v="17" actId="20577"/>
          <ac:spMkLst>
            <pc:docMk/>
            <pc:sldMk cId="2067857472" sldId="257"/>
            <ac:spMk id="3" creationId="{54DBE6CB-9CF8-48E7-B831-C6B10B6C080F}"/>
          </ac:spMkLst>
        </pc:spChg>
        <pc:spChg chg="mod">
          <ac:chgData name="李 適宏" userId="ba70bf4345ae8a18" providerId="Windows Live" clId="Web-{E7DA5099-78A1-408B-84DF-074DE53BB9A0}" dt="2023-08-30T09:56:00.011" v="36" actId="20577"/>
          <ac:spMkLst>
            <pc:docMk/>
            <pc:sldMk cId="2067857472" sldId="257"/>
            <ac:spMk id="4" creationId="{272805CA-C188-EA0E-0232-5E39FC11B582}"/>
          </ac:spMkLst>
        </pc:spChg>
      </pc:sldChg>
      <pc:sldChg chg="modSp modTransition">
        <pc:chgData name="李 適宏" userId="ba70bf4345ae8a18" providerId="Windows Live" clId="Web-{E7DA5099-78A1-408B-84DF-074DE53BB9A0}" dt="2023-08-31T07:24:26.568" v="2550" actId="20577"/>
        <pc:sldMkLst>
          <pc:docMk/>
          <pc:sldMk cId="3671907888" sldId="258"/>
        </pc:sldMkLst>
        <pc:spChg chg="mod">
          <ac:chgData name="李 適宏" userId="ba70bf4345ae8a18" providerId="Windows Live" clId="Web-{E7DA5099-78A1-408B-84DF-074DE53BB9A0}" dt="2023-08-31T07:24:26.568" v="2550" actId="20577"/>
          <ac:spMkLst>
            <pc:docMk/>
            <pc:sldMk cId="3671907888" sldId="258"/>
            <ac:spMk id="3" creationId="{2E60A558-83F5-DC4B-E8C9-3EB0801F3EAE}"/>
          </ac:spMkLst>
        </pc:spChg>
      </pc:sldChg>
      <pc:sldChg chg="modSp del">
        <pc:chgData name="李 適宏" userId="ba70bf4345ae8a18" providerId="Windows Live" clId="Web-{E7DA5099-78A1-408B-84DF-074DE53BB9A0}" dt="2023-08-31T07:19:04.762" v="2516"/>
        <pc:sldMkLst>
          <pc:docMk/>
          <pc:sldMk cId="3664592898" sldId="269"/>
        </pc:sldMkLst>
        <pc:spChg chg="mod">
          <ac:chgData name="李 適宏" userId="ba70bf4345ae8a18" providerId="Windows Live" clId="Web-{E7DA5099-78A1-408B-84DF-074DE53BB9A0}" dt="2023-08-31T07:18:55.121" v="2515" actId="20577"/>
          <ac:spMkLst>
            <pc:docMk/>
            <pc:sldMk cId="3664592898" sldId="269"/>
            <ac:spMk id="3" creationId="{09049979-F5A7-6534-10C1-F736244053A9}"/>
          </ac:spMkLst>
        </pc:spChg>
      </pc:sldChg>
      <pc:sldChg chg="modSp modTransition">
        <pc:chgData name="李 適宏" userId="ba70bf4345ae8a18" providerId="Windows Live" clId="Web-{E7DA5099-78A1-408B-84DF-074DE53BB9A0}" dt="2023-08-31T07:25:13.742" v="2557" actId="20577"/>
        <pc:sldMkLst>
          <pc:docMk/>
          <pc:sldMk cId="3428300884" sldId="270"/>
        </pc:sldMkLst>
        <pc:spChg chg="mod">
          <ac:chgData name="李 適宏" userId="ba70bf4345ae8a18" providerId="Windows Live" clId="Web-{E7DA5099-78A1-408B-84DF-074DE53BB9A0}" dt="2023-08-31T07:25:13.742" v="2557" actId="20577"/>
          <ac:spMkLst>
            <pc:docMk/>
            <pc:sldMk cId="3428300884" sldId="270"/>
            <ac:spMk id="3" creationId="{2E60A558-83F5-DC4B-E8C9-3EB0801F3EAE}"/>
          </ac:spMkLst>
        </pc:spChg>
      </pc:sldChg>
      <pc:sldChg chg="addSp delSp modSp new modNotes">
        <pc:chgData name="李 適宏" userId="ba70bf4345ae8a18" providerId="Windows Live" clId="Web-{E7DA5099-78A1-408B-84DF-074DE53BB9A0}" dt="2023-08-31T07:23:07.363" v="2522"/>
        <pc:sldMkLst>
          <pc:docMk/>
          <pc:sldMk cId="1196738268" sldId="271"/>
        </pc:sldMkLst>
        <pc:spChg chg="mod">
          <ac:chgData name="李 適宏" userId="ba70bf4345ae8a18" providerId="Windows Live" clId="Web-{E7DA5099-78A1-408B-84DF-074DE53BB9A0}" dt="2023-08-30T11:08:30.829" v="81" actId="20577"/>
          <ac:spMkLst>
            <pc:docMk/>
            <pc:sldMk cId="1196738268" sldId="271"/>
            <ac:spMk id="2" creationId="{714A1471-B659-9AFA-9FB7-C296825199DF}"/>
          </ac:spMkLst>
        </pc:spChg>
        <pc:spChg chg="mod">
          <ac:chgData name="李 適宏" userId="ba70bf4345ae8a18" providerId="Windows Live" clId="Web-{E7DA5099-78A1-408B-84DF-074DE53BB9A0}" dt="2023-08-30T11:23:34.912" v="208" actId="20577"/>
          <ac:spMkLst>
            <pc:docMk/>
            <pc:sldMk cId="1196738268" sldId="271"/>
            <ac:spMk id="3" creationId="{BB23D789-6263-68FE-1828-B082C1D4C87F}"/>
          </ac:spMkLst>
        </pc:spChg>
        <pc:spChg chg="add del mod">
          <ac:chgData name="李 適宏" userId="ba70bf4345ae8a18" providerId="Windows Live" clId="Web-{E7DA5099-78A1-408B-84DF-074DE53BB9A0}" dt="2023-08-31T07:23:06.441" v="2521"/>
          <ac:spMkLst>
            <pc:docMk/>
            <pc:sldMk cId="1196738268" sldId="271"/>
            <ac:spMk id="4" creationId="{634F2545-DE7D-59B6-0CD0-FEC5C2642F0D}"/>
          </ac:spMkLst>
        </pc:spChg>
        <pc:spChg chg="add mod">
          <ac:chgData name="李 適宏" userId="ba70bf4345ae8a18" providerId="Windows Live" clId="Web-{E7DA5099-78A1-408B-84DF-074DE53BB9A0}" dt="2023-08-31T07:23:07.363" v="2522"/>
          <ac:spMkLst>
            <pc:docMk/>
            <pc:sldMk cId="1196738268" sldId="271"/>
            <ac:spMk id="6" creationId="{E11BD203-F3E3-C11F-86C8-9E21F0E172C7}"/>
          </ac:spMkLst>
        </pc:spChg>
        <pc:picChg chg="add del mod">
          <ac:chgData name="李 適宏" userId="ba70bf4345ae8a18" providerId="Windows Live" clId="Web-{E7DA5099-78A1-408B-84DF-074DE53BB9A0}" dt="2023-08-30T11:11:19.630" v="107"/>
          <ac:picMkLst>
            <pc:docMk/>
            <pc:sldMk cId="1196738268" sldId="271"/>
            <ac:picMk id="4" creationId="{804AC9F9-0CD1-C557-D554-94CE053E334C}"/>
          </ac:picMkLst>
        </pc:picChg>
        <pc:picChg chg="add mod">
          <ac:chgData name="李 適宏" userId="ba70bf4345ae8a18" providerId="Windows Live" clId="Web-{E7DA5099-78A1-408B-84DF-074DE53BB9A0}" dt="2023-08-30T11:12:20.115" v="111" actId="1076"/>
          <ac:picMkLst>
            <pc:docMk/>
            <pc:sldMk cId="1196738268" sldId="271"/>
            <ac:picMk id="5" creationId="{080D0FF3-29DD-DCF0-135A-09ABBF2E9829}"/>
          </ac:picMkLst>
        </pc:picChg>
      </pc:sldChg>
      <pc:sldChg chg="addSp delSp modSp new">
        <pc:chgData name="李 適宏" userId="ba70bf4345ae8a18" providerId="Windows Live" clId="Web-{E7DA5099-78A1-408B-84DF-074DE53BB9A0}" dt="2023-08-31T07:23:12.519" v="2523"/>
        <pc:sldMkLst>
          <pc:docMk/>
          <pc:sldMk cId="3110931882" sldId="272"/>
        </pc:sldMkLst>
        <pc:spChg chg="mod">
          <ac:chgData name="李 適宏" userId="ba70bf4345ae8a18" providerId="Windows Live" clId="Web-{E7DA5099-78A1-408B-84DF-074DE53BB9A0}" dt="2023-08-30T11:24:07.913" v="225" actId="20577"/>
          <ac:spMkLst>
            <pc:docMk/>
            <pc:sldMk cId="3110931882" sldId="272"/>
            <ac:spMk id="2" creationId="{54FBA7F6-8A44-6BC2-C112-79F7BCAF0400}"/>
          </ac:spMkLst>
        </pc:spChg>
        <pc:spChg chg="del">
          <ac:chgData name="李 適宏" userId="ba70bf4345ae8a18" providerId="Windows Live" clId="Web-{E7DA5099-78A1-408B-84DF-074DE53BB9A0}" dt="2023-08-30T11:35:05.131" v="226"/>
          <ac:spMkLst>
            <pc:docMk/>
            <pc:sldMk cId="3110931882" sldId="272"/>
            <ac:spMk id="3" creationId="{12799C6B-A928-A441-5D1D-6BAB4CDA6B60}"/>
          </ac:spMkLst>
        </pc:spChg>
        <pc:spChg chg="add mod">
          <ac:chgData name="李 適宏" userId="ba70bf4345ae8a18" providerId="Windows Live" clId="Web-{E7DA5099-78A1-408B-84DF-074DE53BB9A0}" dt="2023-08-31T07:23:12.519" v="2523"/>
          <ac:spMkLst>
            <pc:docMk/>
            <pc:sldMk cId="3110931882" sldId="272"/>
            <ac:spMk id="3" creationId="{39F43FE4-649D-A30D-F15B-BC859062ED8E}"/>
          </ac:spMkLst>
        </pc:spChg>
        <pc:spChg chg="add mod">
          <ac:chgData name="李 適宏" userId="ba70bf4345ae8a18" providerId="Windows Live" clId="Web-{E7DA5099-78A1-408B-84DF-074DE53BB9A0}" dt="2023-08-30T12:40:57.912" v="373" actId="20577"/>
          <ac:spMkLst>
            <pc:docMk/>
            <pc:sldMk cId="3110931882" sldId="272"/>
            <ac:spMk id="5" creationId="{384F1F5F-5F06-AAE2-AC0F-0AC1575C90F4}"/>
          </ac:spMkLst>
        </pc:spChg>
        <pc:spChg chg="add mod">
          <ac:chgData name="李 適宏" userId="ba70bf4345ae8a18" providerId="Windows Live" clId="Web-{E7DA5099-78A1-408B-84DF-074DE53BB9A0}" dt="2023-08-30T12:27:47.810" v="317" actId="1076"/>
          <ac:spMkLst>
            <pc:docMk/>
            <pc:sldMk cId="3110931882" sldId="272"/>
            <ac:spMk id="6" creationId="{74604AC9-0E71-854D-B06A-0AE291917F90}"/>
          </ac:spMkLst>
        </pc:spChg>
        <pc:spChg chg="add del mod">
          <ac:chgData name="李 適宏" userId="ba70bf4345ae8a18" providerId="Windows Live" clId="Web-{E7DA5099-78A1-408B-84DF-074DE53BB9A0}" dt="2023-08-30T11:39:15.043" v="275"/>
          <ac:spMkLst>
            <pc:docMk/>
            <pc:sldMk cId="3110931882" sldId="272"/>
            <ac:spMk id="8" creationId="{897DCAF1-1538-888B-49C6-DF2645F3105F}"/>
          </ac:spMkLst>
        </pc:spChg>
        <pc:picChg chg="add del mod ord">
          <ac:chgData name="李 適宏" userId="ba70bf4345ae8a18" providerId="Windows Live" clId="Web-{E7DA5099-78A1-408B-84DF-074DE53BB9A0}" dt="2023-08-30T11:39:13.762" v="274"/>
          <ac:picMkLst>
            <pc:docMk/>
            <pc:sldMk cId="3110931882" sldId="272"/>
            <ac:picMk id="4" creationId="{20C506AE-7AFF-84D0-241C-9C12D4B5104B}"/>
          </ac:picMkLst>
        </pc:picChg>
        <pc:picChg chg="add mod ord">
          <ac:chgData name="李 適宏" userId="ba70bf4345ae8a18" providerId="Windows Live" clId="Web-{E7DA5099-78A1-408B-84DF-074DE53BB9A0}" dt="2023-08-30T11:40:40.529" v="293" actId="1076"/>
          <ac:picMkLst>
            <pc:docMk/>
            <pc:sldMk cId="3110931882" sldId="272"/>
            <ac:picMk id="9" creationId="{8073A0C4-4503-13E4-6ED3-879BE34D695B}"/>
          </ac:picMkLst>
        </pc:picChg>
        <pc:picChg chg="add mod">
          <ac:chgData name="李 適宏" userId="ba70bf4345ae8a18" providerId="Windows Live" clId="Web-{E7DA5099-78A1-408B-84DF-074DE53BB9A0}" dt="2023-08-30T12:28:59.359" v="331" actId="1076"/>
          <ac:picMkLst>
            <pc:docMk/>
            <pc:sldMk cId="3110931882" sldId="272"/>
            <ac:picMk id="10" creationId="{7330CB98-7BB0-E390-137A-91A7077C8187}"/>
          </ac:picMkLst>
        </pc:picChg>
      </pc:sldChg>
      <pc:sldChg chg="addSp delSp modSp new ord">
        <pc:chgData name="李 適宏" userId="ba70bf4345ae8a18" providerId="Windows Live" clId="Web-{E7DA5099-78A1-408B-84DF-074DE53BB9A0}" dt="2023-08-31T07:23:23.129" v="2541"/>
        <pc:sldMkLst>
          <pc:docMk/>
          <pc:sldMk cId="1551935164" sldId="273"/>
        </pc:sldMkLst>
        <pc:spChg chg="mod">
          <ac:chgData name="李 適宏" userId="ba70bf4345ae8a18" providerId="Windows Live" clId="Web-{E7DA5099-78A1-408B-84DF-074DE53BB9A0}" dt="2023-08-30T12:33:19.726" v="344" actId="20577"/>
          <ac:spMkLst>
            <pc:docMk/>
            <pc:sldMk cId="1551935164" sldId="273"/>
            <ac:spMk id="2" creationId="{586E7B9E-57DC-CBEB-89A8-BAB4955671D3}"/>
          </ac:spMkLst>
        </pc:spChg>
        <pc:spChg chg="add del mod">
          <ac:chgData name="李 適宏" userId="ba70bf4345ae8a18" providerId="Windows Live" clId="Web-{E7DA5099-78A1-408B-84DF-074DE53BB9A0}" dt="2023-08-30T12:27:55.201" v="320"/>
          <ac:spMkLst>
            <pc:docMk/>
            <pc:sldMk cId="1551935164" sldId="273"/>
            <ac:spMk id="3" creationId="{71F32AE9-BD79-625B-809D-90E1D46A9DCC}"/>
          </ac:spMkLst>
        </pc:spChg>
        <pc:spChg chg="add mod">
          <ac:chgData name="李 適宏" userId="ba70bf4345ae8a18" providerId="Windows Live" clId="Web-{E7DA5099-78A1-408B-84DF-074DE53BB9A0}" dt="2023-08-31T07:23:23.129" v="2541"/>
          <ac:spMkLst>
            <pc:docMk/>
            <pc:sldMk cId="1551935164" sldId="273"/>
            <ac:spMk id="3" creationId="{BF74973F-E3B6-DDD4-C893-02C5039B2550}"/>
          </ac:spMkLst>
        </pc:spChg>
        <pc:spChg chg="del">
          <ac:chgData name="李 適宏" userId="ba70bf4345ae8a18" providerId="Windows Live" clId="Web-{E7DA5099-78A1-408B-84DF-074DE53BB9A0}" dt="2023-08-30T11:39:55.294" v="278"/>
          <ac:spMkLst>
            <pc:docMk/>
            <pc:sldMk cId="1551935164" sldId="273"/>
            <ac:spMk id="3" creationId="{CD4351F0-137F-6239-55F6-4D76C8E6A942}"/>
          </ac:spMkLst>
        </pc:spChg>
        <pc:spChg chg="add del mod">
          <ac:chgData name="李 適宏" userId="ba70bf4345ae8a18" providerId="Windows Live" clId="Web-{E7DA5099-78A1-408B-84DF-074DE53BB9A0}" dt="2023-08-30T12:27:32.169" v="315"/>
          <ac:spMkLst>
            <pc:docMk/>
            <pc:sldMk cId="1551935164" sldId="273"/>
            <ac:spMk id="6" creationId="{B3826738-D20A-4EE0-70C8-E17CB48C9D3C}"/>
          </ac:spMkLst>
        </pc:spChg>
        <pc:spChg chg="add mod">
          <ac:chgData name="李 適宏" userId="ba70bf4345ae8a18" providerId="Windows Live" clId="Web-{E7DA5099-78A1-408B-84DF-074DE53BB9A0}" dt="2023-08-30T12:40:39.208" v="369" actId="20577"/>
          <ac:spMkLst>
            <pc:docMk/>
            <pc:sldMk cId="1551935164" sldId="273"/>
            <ac:spMk id="7" creationId="{7B70283C-D4CF-1F44-716D-03B304C2249A}"/>
          </ac:spMkLst>
        </pc:spChg>
        <pc:spChg chg="add mod">
          <ac:chgData name="李 適宏" userId="ba70bf4345ae8a18" providerId="Windows Live" clId="Web-{E7DA5099-78A1-408B-84DF-074DE53BB9A0}" dt="2023-08-30T12:40:44.817" v="370" actId="20577"/>
          <ac:spMkLst>
            <pc:docMk/>
            <pc:sldMk cId="1551935164" sldId="273"/>
            <ac:spMk id="9" creationId="{642B57A3-6253-FD80-BA86-C5EC45DB1705}"/>
          </ac:spMkLst>
        </pc:spChg>
        <pc:picChg chg="add del mod ord">
          <ac:chgData name="李 適宏" userId="ba70bf4345ae8a18" providerId="Windows Live" clId="Web-{E7DA5099-78A1-408B-84DF-074DE53BB9A0}" dt="2023-08-30T11:39:56.997" v="279"/>
          <ac:picMkLst>
            <pc:docMk/>
            <pc:sldMk cId="1551935164" sldId="273"/>
            <ac:picMk id="4" creationId="{A62D658F-7C38-CF0E-1888-A7686B01785B}"/>
          </ac:picMkLst>
        </pc:picChg>
        <pc:picChg chg="add del mod">
          <ac:chgData name="李 適宏" userId="ba70bf4345ae8a18" providerId="Windows Live" clId="Web-{E7DA5099-78A1-408B-84DF-074DE53BB9A0}" dt="2023-08-30T12:28:12.217" v="325"/>
          <ac:picMkLst>
            <pc:docMk/>
            <pc:sldMk cId="1551935164" sldId="273"/>
            <ac:picMk id="4" creationId="{C686695A-5C23-33FF-2152-A018B98C31F6}"/>
          </ac:picMkLst>
        </pc:picChg>
        <pc:picChg chg="add del mod">
          <ac:chgData name="李 適宏" userId="ba70bf4345ae8a18" providerId="Windows Live" clId="Web-{E7DA5099-78A1-408B-84DF-074DE53BB9A0}" dt="2023-08-30T12:34:08.212" v="353"/>
          <ac:picMkLst>
            <pc:docMk/>
            <pc:sldMk cId="1551935164" sldId="273"/>
            <ac:picMk id="5" creationId="{C5EBC955-CFAA-9004-9472-6E9370FE16DE}"/>
          </ac:picMkLst>
        </pc:picChg>
        <pc:picChg chg="add del mod">
          <ac:chgData name="李 適宏" userId="ba70bf4345ae8a18" providerId="Windows Live" clId="Web-{E7DA5099-78A1-408B-84DF-074DE53BB9A0}" dt="2023-08-30T12:34:08.509" v="354"/>
          <ac:picMkLst>
            <pc:docMk/>
            <pc:sldMk cId="1551935164" sldId="273"/>
            <ac:picMk id="8" creationId="{D6E5D283-BF59-6B40-1E21-1923DDC26443}"/>
          </ac:picMkLst>
        </pc:picChg>
        <pc:picChg chg="add mod">
          <ac:chgData name="李 適宏" userId="ba70bf4345ae8a18" providerId="Windows Live" clId="Web-{E7DA5099-78A1-408B-84DF-074DE53BB9A0}" dt="2023-08-30T12:36:11.919" v="358" actId="1076"/>
          <ac:picMkLst>
            <pc:docMk/>
            <pc:sldMk cId="1551935164" sldId="273"/>
            <ac:picMk id="10" creationId="{0A853D1A-5AA9-E382-60A2-92187BA88AF4}"/>
          </ac:picMkLst>
        </pc:picChg>
        <pc:picChg chg="add mod">
          <ac:chgData name="李 適宏" userId="ba70bf4345ae8a18" providerId="Windows Live" clId="Web-{E7DA5099-78A1-408B-84DF-074DE53BB9A0}" dt="2023-08-30T12:40:28.520" v="368" actId="1076"/>
          <ac:picMkLst>
            <pc:docMk/>
            <pc:sldMk cId="1551935164" sldId="273"/>
            <ac:picMk id="11" creationId="{CF88C92D-8DC9-8A55-B97C-4ED72EB2789F}"/>
          </ac:picMkLst>
        </pc:picChg>
      </pc:sldChg>
      <pc:sldChg chg="modSp new del">
        <pc:chgData name="李 適宏" userId="ba70bf4345ae8a18" providerId="Windows Live" clId="Web-{E7DA5099-78A1-408B-84DF-074DE53BB9A0}" dt="2023-08-30T12:33:27.164" v="345"/>
        <pc:sldMkLst>
          <pc:docMk/>
          <pc:sldMk cId="225342217" sldId="274"/>
        </pc:sldMkLst>
        <pc:spChg chg="mod">
          <ac:chgData name="李 適宏" userId="ba70bf4345ae8a18" providerId="Windows Live" clId="Web-{E7DA5099-78A1-408B-84DF-074DE53BB9A0}" dt="2023-08-30T12:33:06.882" v="343" actId="20577"/>
          <ac:spMkLst>
            <pc:docMk/>
            <pc:sldMk cId="225342217" sldId="274"/>
            <ac:spMk id="2" creationId="{6B4936EE-B8B0-5E65-CBD2-D9F303D20049}"/>
          </ac:spMkLst>
        </pc:spChg>
      </pc:sldChg>
      <pc:sldChg chg="addSp modSp add ord replId">
        <pc:chgData name="李 適宏" userId="ba70bf4345ae8a18" providerId="Windows Live" clId="Web-{E7DA5099-78A1-408B-84DF-074DE53BB9A0}" dt="2023-08-31T07:23:23.129" v="2540"/>
        <pc:sldMkLst>
          <pc:docMk/>
          <pc:sldMk cId="3552292399" sldId="274"/>
        </pc:sldMkLst>
        <pc:spChg chg="add mod">
          <ac:chgData name="李 適宏" userId="ba70bf4345ae8a18" providerId="Windows Live" clId="Web-{E7DA5099-78A1-408B-84DF-074DE53BB9A0}" dt="2023-08-31T07:23:23.129" v="2540"/>
          <ac:spMkLst>
            <pc:docMk/>
            <pc:sldMk cId="3552292399" sldId="274"/>
            <ac:spMk id="3" creationId="{8A139FA2-7E2C-5C5B-0677-F6275AE3FAE2}"/>
          </ac:spMkLst>
        </pc:spChg>
        <pc:spChg chg="mod">
          <ac:chgData name="李 適宏" userId="ba70bf4345ae8a18" providerId="Windows Live" clId="Web-{E7DA5099-78A1-408B-84DF-074DE53BB9A0}" dt="2023-08-30T12:40:48.927" v="371" actId="20577"/>
          <ac:spMkLst>
            <pc:docMk/>
            <pc:sldMk cId="3552292399" sldId="274"/>
            <ac:spMk id="7" creationId="{7B70283C-D4CF-1F44-716D-03B304C2249A}"/>
          </ac:spMkLst>
        </pc:spChg>
        <pc:spChg chg="mod">
          <ac:chgData name="李 適宏" userId="ba70bf4345ae8a18" providerId="Windows Live" clId="Web-{E7DA5099-78A1-408B-84DF-074DE53BB9A0}" dt="2023-08-30T12:40:52.318" v="372" actId="20577"/>
          <ac:spMkLst>
            <pc:docMk/>
            <pc:sldMk cId="3552292399" sldId="274"/>
            <ac:spMk id="9" creationId="{642B57A3-6253-FD80-BA86-C5EC45DB1705}"/>
          </ac:spMkLst>
        </pc:spChg>
      </pc:sldChg>
      <pc:sldChg chg="addSp delSp modSp add replId">
        <pc:chgData name="李 適宏" userId="ba70bf4345ae8a18" providerId="Windows Live" clId="Web-{E7DA5099-78A1-408B-84DF-074DE53BB9A0}" dt="2023-08-31T07:23:22.926" v="2525"/>
        <pc:sldMkLst>
          <pc:docMk/>
          <pc:sldMk cId="4084616550" sldId="275"/>
        </pc:sldMkLst>
        <pc:spChg chg="add mod">
          <ac:chgData name="李 適宏" userId="ba70bf4345ae8a18" providerId="Windows Live" clId="Web-{E7DA5099-78A1-408B-84DF-074DE53BB9A0}" dt="2023-08-31T07:23:22.926" v="2525"/>
          <ac:spMkLst>
            <pc:docMk/>
            <pc:sldMk cId="4084616550" sldId="275"/>
            <ac:spMk id="5" creationId="{6FAE04C4-35A8-4F06-8FC5-2899B7014F78}"/>
          </ac:spMkLst>
        </pc:spChg>
        <pc:spChg chg="mod">
          <ac:chgData name="李 適宏" userId="ba70bf4345ae8a18" providerId="Windows Live" clId="Web-{E7DA5099-78A1-408B-84DF-074DE53BB9A0}" dt="2023-08-30T12:46:11.811" v="379" actId="20577"/>
          <ac:spMkLst>
            <pc:docMk/>
            <pc:sldMk cId="4084616550" sldId="275"/>
            <ac:spMk id="7" creationId="{7B70283C-D4CF-1F44-716D-03B304C2249A}"/>
          </ac:spMkLst>
        </pc:spChg>
        <pc:spChg chg="mod">
          <ac:chgData name="李 適宏" userId="ba70bf4345ae8a18" providerId="Windows Live" clId="Web-{E7DA5099-78A1-408B-84DF-074DE53BB9A0}" dt="2023-08-30T12:46:27.296" v="383" actId="20577"/>
          <ac:spMkLst>
            <pc:docMk/>
            <pc:sldMk cId="4084616550" sldId="275"/>
            <ac:spMk id="9" creationId="{642B57A3-6253-FD80-BA86-C5EC45DB1705}"/>
          </ac:spMkLst>
        </pc:spChg>
        <pc:picChg chg="add mod">
          <ac:chgData name="李 適宏" userId="ba70bf4345ae8a18" providerId="Windows Live" clId="Web-{E7DA5099-78A1-408B-84DF-074DE53BB9A0}" dt="2023-08-30T20:39:45.504" v="1795" actId="1076"/>
          <ac:picMkLst>
            <pc:docMk/>
            <pc:sldMk cId="4084616550" sldId="275"/>
            <ac:picMk id="3" creationId="{AF46341E-6136-CD40-DA84-CE90AC9A2A39}"/>
          </ac:picMkLst>
        </pc:picChg>
        <pc:picChg chg="add mod">
          <ac:chgData name="李 適宏" userId="ba70bf4345ae8a18" providerId="Windows Live" clId="Web-{E7DA5099-78A1-408B-84DF-074DE53BB9A0}" dt="2023-08-30T12:49:53.521" v="392" actId="1076"/>
          <ac:picMkLst>
            <pc:docMk/>
            <pc:sldMk cId="4084616550" sldId="275"/>
            <ac:picMk id="4" creationId="{56DD295D-F342-2168-632F-290BF055947C}"/>
          </ac:picMkLst>
        </pc:picChg>
        <pc:picChg chg="del">
          <ac:chgData name="李 適宏" userId="ba70bf4345ae8a18" providerId="Windows Live" clId="Web-{E7DA5099-78A1-408B-84DF-074DE53BB9A0}" dt="2023-08-30T12:45:57.295" v="376"/>
          <ac:picMkLst>
            <pc:docMk/>
            <pc:sldMk cId="4084616550" sldId="275"/>
            <ac:picMk id="10" creationId="{0A853D1A-5AA9-E382-60A2-92187BA88AF4}"/>
          </ac:picMkLst>
        </pc:picChg>
        <pc:picChg chg="del">
          <ac:chgData name="李 適宏" userId="ba70bf4345ae8a18" providerId="Windows Live" clId="Web-{E7DA5099-78A1-408B-84DF-074DE53BB9A0}" dt="2023-08-30T12:45:45.951" v="375"/>
          <ac:picMkLst>
            <pc:docMk/>
            <pc:sldMk cId="4084616550" sldId="275"/>
            <ac:picMk id="11" creationId="{CF88C92D-8DC9-8A55-B97C-4ED72EB2789F}"/>
          </ac:picMkLst>
        </pc:picChg>
        <pc:cxnChg chg="add mod">
          <ac:chgData name="李 適宏" userId="ba70bf4345ae8a18" providerId="Windows Live" clId="Web-{E7DA5099-78A1-408B-84DF-074DE53BB9A0}" dt="2023-08-30T20:48:34.579" v="1892" actId="1076"/>
          <ac:cxnSpMkLst>
            <pc:docMk/>
            <pc:sldMk cId="4084616550" sldId="275"/>
            <ac:cxnSpMk id="6" creationId="{E61B31FE-B5A6-2D60-AF0B-2019933CD9BC}"/>
          </ac:cxnSpMkLst>
        </pc:cxnChg>
        <pc:cxnChg chg="add mod">
          <ac:chgData name="李 適宏" userId="ba70bf4345ae8a18" providerId="Windows Live" clId="Web-{E7DA5099-78A1-408B-84DF-074DE53BB9A0}" dt="2023-08-30T20:48:41.736" v="1895" actId="14100"/>
          <ac:cxnSpMkLst>
            <pc:docMk/>
            <pc:sldMk cId="4084616550" sldId="275"/>
            <ac:cxnSpMk id="10" creationId="{D0AB796D-9176-F1B0-1104-0F80EAC66D6B}"/>
          </ac:cxnSpMkLst>
        </pc:cxnChg>
      </pc:sldChg>
      <pc:sldChg chg="del">
        <pc:chgData name="李 適宏" userId="ba70bf4345ae8a18" providerId="Windows Live" clId="Web-{E7DA5099-78A1-408B-84DF-074DE53BB9A0}" dt="2023-08-30T09:56:24.434" v="46"/>
        <pc:sldMkLst>
          <pc:docMk/>
          <pc:sldMk cId="976314453" sldId="276"/>
        </pc:sldMkLst>
      </pc:sldChg>
      <pc:sldChg chg="addSp delSp modSp add replId">
        <pc:chgData name="李 適宏" userId="ba70bf4345ae8a18" providerId="Windows Live" clId="Web-{E7DA5099-78A1-408B-84DF-074DE53BB9A0}" dt="2023-08-31T07:23:22.926" v="2526"/>
        <pc:sldMkLst>
          <pc:docMk/>
          <pc:sldMk cId="1644202037" sldId="276"/>
        </pc:sldMkLst>
        <pc:spChg chg="add mod">
          <ac:chgData name="李 適宏" userId="ba70bf4345ae8a18" providerId="Windows Live" clId="Web-{E7DA5099-78A1-408B-84DF-074DE53BB9A0}" dt="2023-08-31T07:23:22.926" v="2526"/>
          <ac:spMkLst>
            <pc:docMk/>
            <pc:sldMk cId="1644202037" sldId="276"/>
            <ac:spMk id="3" creationId="{B4A54FD1-341D-5662-D4FA-A44C40142FE9}"/>
          </ac:spMkLst>
        </pc:spChg>
        <pc:spChg chg="mod">
          <ac:chgData name="李 適宏" userId="ba70bf4345ae8a18" providerId="Windows Live" clId="Web-{E7DA5099-78A1-408B-84DF-074DE53BB9A0}" dt="2023-08-30T12:50:11.006" v="397" actId="20577"/>
          <ac:spMkLst>
            <pc:docMk/>
            <pc:sldMk cId="1644202037" sldId="276"/>
            <ac:spMk id="7" creationId="{7B70283C-D4CF-1F44-716D-03B304C2249A}"/>
          </ac:spMkLst>
        </pc:spChg>
        <pc:spChg chg="mod">
          <ac:chgData name="李 適宏" userId="ba70bf4345ae8a18" providerId="Windows Live" clId="Web-{E7DA5099-78A1-408B-84DF-074DE53BB9A0}" dt="2023-08-30T12:50:19.256" v="399" actId="20577"/>
          <ac:spMkLst>
            <pc:docMk/>
            <pc:sldMk cId="1644202037" sldId="276"/>
            <ac:spMk id="9" creationId="{642B57A3-6253-FD80-BA86-C5EC45DB1705}"/>
          </ac:spMkLst>
        </pc:spChg>
        <pc:picChg chg="del">
          <ac:chgData name="李 適宏" userId="ba70bf4345ae8a18" providerId="Windows Live" clId="Web-{E7DA5099-78A1-408B-84DF-074DE53BB9A0}" dt="2023-08-30T12:50:04.318" v="394"/>
          <ac:picMkLst>
            <pc:docMk/>
            <pc:sldMk cId="1644202037" sldId="276"/>
            <ac:picMk id="3" creationId="{AF46341E-6136-CD40-DA84-CE90AC9A2A39}"/>
          </ac:picMkLst>
        </pc:picChg>
        <pc:picChg chg="del">
          <ac:chgData name="李 適宏" userId="ba70bf4345ae8a18" providerId="Windows Live" clId="Web-{E7DA5099-78A1-408B-84DF-074DE53BB9A0}" dt="2023-08-30T12:50:04.959" v="395"/>
          <ac:picMkLst>
            <pc:docMk/>
            <pc:sldMk cId="1644202037" sldId="276"/>
            <ac:picMk id="4" creationId="{56DD295D-F342-2168-632F-290BF055947C}"/>
          </ac:picMkLst>
        </pc:picChg>
        <pc:picChg chg="add mod">
          <ac:chgData name="李 適宏" userId="ba70bf4345ae8a18" providerId="Windows Live" clId="Web-{E7DA5099-78A1-408B-84DF-074DE53BB9A0}" dt="2023-08-30T12:53:10.917" v="402" actId="14100"/>
          <ac:picMkLst>
            <pc:docMk/>
            <pc:sldMk cId="1644202037" sldId="276"/>
            <ac:picMk id="5" creationId="{BD25DD76-FF56-5B83-29AA-A8A5C3CD9172}"/>
          </ac:picMkLst>
        </pc:picChg>
        <pc:picChg chg="add mod">
          <ac:chgData name="李 適宏" userId="ba70bf4345ae8a18" providerId="Windows Live" clId="Web-{E7DA5099-78A1-408B-84DF-074DE53BB9A0}" dt="2023-08-30T12:55:01.170" v="407" actId="1076"/>
          <ac:picMkLst>
            <pc:docMk/>
            <pc:sldMk cId="1644202037" sldId="276"/>
            <ac:picMk id="6" creationId="{586B9764-7AFF-2A7D-C0F9-9F9B3BCED405}"/>
          </ac:picMkLst>
        </pc:picChg>
        <pc:cxnChg chg="add mod">
          <ac:chgData name="李 適宏" userId="ba70bf4345ae8a18" providerId="Windows Live" clId="Web-{E7DA5099-78A1-408B-84DF-074DE53BB9A0}" dt="2023-08-30T20:48:18.360" v="1887" actId="14100"/>
          <ac:cxnSpMkLst>
            <pc:docMk/>
            <pc:sldMk cId="1644202037" sldId="276"/>
            <ac:cxnSpMk id="4" creationId="{1314AD16-A450-867F-CDE8-52C82295DC4A}"/>
          </ac:cxnSpMkLst>
        </pc:cxnChg>
        <pc:cxnChg chg="add mod">
          <ac:chgData name="李 適宏" userId="ba70bf4345ae8a18" providerId="Windows Live" clId="Web-{E7DA5099-78A1-408B-84DF-074DE53BB9A0}" dt="2023-08-30T20:48:25.829" v="1890" actId="14100"/>
          <ac:cxnSpMkLst>
            <pc:docMk/>
            <pc:sldMk cId="1644202037" sldId="276"/>
            <ac:cxnSpMk id="10" creationId="{8707903F-50EE-4843-2377-44DB3DFC00D6}"/>
          </ac:cxnSpMkLst>
        </pc:cxnChg>
      </pc:sldChg>
      <pc:sldChg chg="addSp delSp modSp add replId">
        <pc:chgData name="李 適宏" userId="ba70bf4345ae8a18" providerId="Windows Live" clId="Web-{E7DA5099-78A1-408B-84DF-074DE53BB9A0}" dt="2023-08-31T07:23:22.941" v="2527"/>
        <pc:sldMkLst>
          <pc:docMk/>
          <pc:sldMk cId="1108261142" sldId="277"/>
        </pc:sldMkLst>
        <pc:spChg chg="mod">
          <ac:chgData name="李 適宏" userId="ba70bf4345ae8a18" providerId="Windows Live" clId="Web-{E7DA5099-78A1-408B-84DF-074DE53BB9A0}" dt="2023-08-30T18:46:13.743" v="601" actId="20577"/>
          <ac:spMkLst>
            <pc:docMk/>
            <pc:sldMk cId="1108261142" sldId="277"/>
            <ac:spMk id="2" creationId="{586E7B9E-57DC-CBEB-89A8-BAB4955671D3}"/>
          </ac:spMkLst>
        </pc:spChg>
        <pc:spChg chg="add mod">
          <ac:chgData name="李 適宏" userId="ba70bf4345ae8a18" providerId="Windows Live" clId="Web-{E7DA5099-78A1-408B-84DF-074DE53BB9A0}" dt="2023-08-31T07:23:22.941" v="2527"/>
          <ac:spMkLst>
            <pc:docMk/>
            <pc:sldMk cId="1108261142" sldId="277"/>
            <ac:spMk id="5" creationId="{93E866EE-CA50-DC17-3BDB-3DD0EA87EF37}"/>
          </ac:spMkLst>
        </pc:spChg>
        <pc:spChg chg="mod">
          <ac:chgData name="李 適宏" userId="ba70bf4345ae8a18" providerId="Windows Live" clId="Web-{E7DA5099-78A1-408B-84DF-074DE53BB9A0}" dt="2023-08-30T12:55:26.234" v="413" actId="20577"/>
          <ac:spMkLst>
            <pc:docMk/>
            <pc:sldMk cId="1108261142" sldId="277"/>
            <ac:spMk id="7" creationId="{7B70283C-D4CF-1F44-716D-03B304C2249A}"/>
          </ac:spMkLst>
        </pc:spChg>
        <pc:spChg chg="mod">
          <ac:chgData name="李 適宏" userId="ba70bf4345ae8a18" providerId="Windows Live" clId="Web-{E7DA5099-78A1-408B-84DF-074DE53BB9A0}" dt="2023-08-30T13:00:10.086" v="427" actId="20577"/>
          <ac:spMkLst>
            <pc:docMk/>
            <pc:sldMk cId="1108261142" sldId="277"/>
            <ac:spMk id="9" creationId="{642B57A3-6253-FD80-BA86-C5EC45DB1705}"/>
          </ac:spMkLst>
        </pc:spChg>
        <pc:picChg chg="add mod">
          <ac:chgData name="李 適宏" userId="ba70bf4345ae8a18" providerId="Windows Live" clId="Web-{E7DA5099-78A1-408B-84DF-074DE53BB9A0}" dt="2023-08-30T12:57:04.237" v="420" actId="14100"/>
          <ac:picMkLst>
            <pc:docMk/>
            <pc:sldMk cId="1108261142" sldId="277"/>
            <ac:picMk id="3" creationId="{31790599-A2DE-5C16-3410-92521D5E9D47}"/>
          </ac:picMkLst>
        </pc:picChg>
        <pc:picChg chg="add mod">
          <ac:chgData name="李 適宏" userId="ba70bf4345ae8a18" providerId="Windows Live" clId="Web-{E7DA5099-78A1-408B-84DF-074DE53BB9A0}" dt="2023-08-30T12:59:47.944" v="424" actId="1076"/>
          <ac:picMkLst>
            <pc:docMk/>
            <pc:sldMk cId="1108261142" sldId="277"/>
            <ac:picMk id="4" creationId="{4D1C6ADD-071C-C7E0-64FA-1922A67FE4E8}"/>
          </ac:picMkLst>
        </pc:picChg>
        <pc:picChg chg="del">
          <ac:chgData name="李 適宏" userId="ba70bf4345ae8a18" providerId="Windows Live" clId="Web-{E7DA5099-78A1-408B-84DF-074DE53BB9A0}" dt="2023-08-30T12:55:18.124" v="409"/>
          <ac:picMkLst>
            <pc:docMk/>
            <pc:sldMk cId="1108261142" sldId="277"/>
            <ac:picMk id="5" creationId="{BD25DD76-FF56-5B83-29AA-A8A5C3CD9172}"/>
          </ac:picMkLst>
        </pc:picChg>
        <pc:picChg chg="del">
          <ac:chgData name="李 適宏" userId="ba70bf4345ae8a18" providerId="Windows Live" clId="Web-{E7DA5099-78A1-408B-84DF-074DE53BB9A0}" dt="2023-08-30T12:55:18.687" v="410"/>
          <ac:picMkLst>
            <pc:docMk/>
            <pc:sldMk cId="1108261142" sldId="277"/>
            <ac:picMk id="6" creationId="{586B9764-7AFF-2A7D-C0F9-9F9B3BCED405}"/>
          </ac:picMkLst>
        </pc:picChg>
        <pc:cxnChg chg="add mod">
          <ac:chgData name="李 適宏" userId="ba70bf4345ae8a18" providerId="Windows Live" clId="Web-{E7DA5099-78A1-408B-84DF-074DE53BB9A0}" dt="2023-08-30T20:47:58.094" v="1880" actId="1076"/>
          <ac:cxnSpMkLst>
            <pc:docMk/>
            <pc:sldMk cId="1108261142" sldId="277"/>
            <ac:cxnSpMk id="6" creationId="{92DCA5B9-0901-8CB0-6416-01C86CAB0D16}"/>
          </ac:cxnSpMkLst>
        </pc:cxnChg>
        <pc:cxnChg chg="add mod">
          <ac:chgData name="李 適宏" userId="ba70bf4345ae8a18" providerId="Windows Live" clId="Web-{E7DA5099-78A1-408B-84DF-074DE53BB9A0}" dt="2023-08-30T20:48:09.297" v="1884" actId="14100"/>
          <ac:cxnSpMkLst>
            <pc:docMk/>
            <pc:sldMk cId="1108261142" sldId="277"/>
            <ac:cxnSpMk id="10" creationId="{6C1A636E-AD67-5DA5-AB87-9CC192303540}"/>
          </ac:cxnSpMkLst>
        </pc:cxnChg>
      </pc:sldChg>
      <pc:sldChg chg="del">
        <pc:chgData name="李 適宏" userId="ba70bf4345ae8a18" providerId="Windows Live" clId="Web-{E7DA5099-78A1-408B-84DF-074DE53BB9A0}" dt="2023-08-30T09:56:24.606" v="47"/>
        <pc:sldMkLst>
          <pc:docMk/>
          <pc:sldMk cId="1562261445" sldId="277"/>
        </pc:sldMkLst>
      </pc:sldChg>
      <pc:sldChg chg="addSp delSp modSp add replId">
        <pc:chgData name="李 適宏" userId="ba70bf4345ae8a18" providerId="Windows Live" clId="Web-{E7DA5099-78A1-408B-84DF-074DE53BB9A0}" dt="2023-08-31T07:23:22.957" v="2528"/>
        <pc:sldMkLst>
          <pc:docMk/>
          <pc:sldMk cId="2778347549" sldId="278"/>
        </pc:sldMkLst>
        <pc:spChg chg="mod">
          <ac:chgData name="李 適宏" userId="ba70bf4345ae8a18" providerId="Windows Live" clId="Web-{E7DA5099-78A1-408B-84DF-074DE53BB9A0}" dt="2023-08-30T18:46:21.540" v="603" actId="20577"/>
          <ac:spMkLst>
            <pc:docMk/>
            <pc:sldMk cId="2778347549" sldId="278"/>
            <ac:spMk id="2" creationId="{586E7B9E-57DC-CBEB-89A8-BAB4955671D3}"/>
          </ac:spMkLst>
        </pc:spChg>
        <pc:spChg chg="add mod">
          <ac:chgData name="李 適宏" userId="ba70bf4345ae8a18" providerId="Windows Live" clId="Web-{E7DA5099-78A1-408B-84DF-074DE53BB9A0}" dt="2023-08-31T07:23:22.957" v="2528"/>
          <ac:spMkLst>
            <pc:docMk/>
            <pc:sldMk cId="2778347549" sldId="278"/>
            <ac:spMk id="3" creationId="{5B8EAAD2-E307-242C-3D1C-2124E7695518}"/>
          </ac:spMkLst>
        </pc:spChg>
        <pc:spChg chg="add del mod">
          <ac:chgData name="李 適宏" userId="ba70bf4345ae8a18" providerId="Windows Live" clId="Web-{E7DA5099-78A1-408B-84DF-074DE53BB9A0}" dt="2023-08-30T13:03:10.763" v="446"/>
          <ac:spMkLst>
            <pc:docMk/>
            <pc:sldMk cId="2778347549" sldId="278"/>
            <ac:spMk id="5" creationId="{59F03AF3-C7ED-5FD8-319E-09229F8F672A}"/>
          </ac:spMkLst>
        </pc:spChg>
        <pc:spChg chg="mod">
          <ac:chgData name="李 適宏" userId="ba70bf4345ae8a18" providerId="Windows Live" clId="Web-{E7DA5099-78A1-408B-84DF-074DE53BB9A0}" dt="2023-08-30T13:00:32.946" v="437" actId="20577"/>
          <ac:spMkLst>
            <pc:docMk/>
            <pc:sldMk cId="2778347549" sldId="278"/>
            <ac:spMk id="7" creationId="{7B70283C-D4CF-1F44-716D-03B304C2249A}"/>
          </ac:spMkLst>
        </pc:spChg>
        <pc:spChg chg="mod">
          <ac:chgData name="李 適宏" userId="ba70bf4345ae8a18" providerId="Windows Live" clId="Web-{E7DA5099-78A1-408B-84DF-074DE53BB9A0}" dt="2023-08-30T13:00:39.758" v="440" actId="20577"/>
          <ac:spMkLst>
            <pc:docMk/>
            <pc:sldMk cId="2778347549" sldId="278"/>
            <ac:spMk id="9" creationId="{642B57A3-6253-FD80-BA86-C5EC45DB1705}"/>
          </ac:spMkLst>
        </pc:spChg>
        <pc:picChg chg="del">
          <ac:chgData name="李 適宏" userId="ba70bf4345ae8a18" providerId="Windows Live" clId="Web-{E7DA5099-78A1-408B-84DF-074DE53BB9A0}" dt="2023-08-30T13:00:46.368" v="441"/>
          <ac:picMkLst>
            <pc:docMk/>
            <pc:sldMk cId="2778347549" sldId="278"/>
            <ac:picMk id="3" creationId="{31790599-A2DE-5C16-3410-92521D5E9D47}"/>
          </ac:picMkLst>
        </pc:picChg>
        <pc:picChg chg="del">
          <ac:chgData name="李 適宏" userId="ba70bf4345ae8a18" providerId="Windows Live" clId="Web-{E7DA5099-78A1-408B-84DF-074DE53BB9A0}" dt="2023-08-30T13:00:46.571" v="442"/>
          <ac:picMkLst>
            <pc:docMk/>
            <pc:sldMk cId="2778347549" sldId="278"/>
            <ac:picMk id="4" creationId="{4D1C6ADD-071C-C7E0-64FA-1922A67FE4E8}"/>
          </ac:picMkLst>
        </pc:picChg>
        <pc:picChg chg="add mod">
          <ac:chgData name="李 適宏" userId="ba70bf4345ae8a18" providerId="Windows Live" clId="Web-{E7DA5099-78A1-408B-84DF-074DE53BB9A0}" dt="2023-08-30T13:03:29.560" v="450" actId="1076"/>
          <ac:picMkLst>
            <pc:docMk/>
            <pc:sldMk cId="2778347549" sldId="278"/>
            <ac:picMk id="6" creationId="{5D0A4FC2-3D58-E499-5175-88A846022B55}"/>
          </ac:picMkLst>
        </pc:picChg>
        <pc:picChg chg="add mod">
          <ac:chgData name="李 適宏" userId="ba70bf4345ae8a18" providerId="Windows Live" clId="Web-{E7DA5099-78A1-408B-84DF-074DE53BB9A0}" dt="2023-08-30T13:04:46.906" v="454" actId="1076"/>
          <ac:picMkLst>
            <pc:docMk/>
            <pc:sldMk cId="2778347549" sldId="278"/>
            <ac:picMk id="8" creationId="{176243BC-6B65-BF69-6D42-5D8D52CC3A8F}"/>
          </ac:picMkLst>
        </pc:picChg>
        <pc:cxnChg chg="add mod">
          <ac:chgData name="李 適宏" userId="ba70bf4345ae8a18" providerId="Windows Live" clId="Web-{E7DA5099-78A1-408B-84DF-074DE53BB9A0}" dt="2023-08-30T20:47:35.921" v="1875" actId="14100"/>
          <ac:cxnSpMkLst>
            <pc:docMk/>
            <pc:sldMk cId="2778347549" sldId="278"/>
            <ac:cxnSpMk id="4" creationId="{2F117D60-DB32-F27F-F202-745DE38E991D}"/>
          </ac:cxnSpMkLst>
        </pc:cxnChg>
        <pc:cxnChg chg="add mod">
          <ac:chgData name="李 適宏" userId="ba70bf4345ae8a18" providerId="Windows Live" clId="Web-{E7DA5099-78A1-408B-84DF-074DE53BB9A0}" dt="2023-08-30T20:47:45.656" v="1878" actId="14100"/>
          <ac:cxnSpMkLst>
            <pc:docMk/>
            <pc:sldMk cId="2778347549" sldId="278"/>
            <ac:cxnSpMk id="10" creationId="{BAE26980-54EC-4ADF-5E7C-A0AD63CACEE3}"/>
          </ac:cxnSpMkLst>
        </pc:cxnChg>
      </pc:sldChg>
      <pc:sldChg chg="del">
        <pc:chgData name="李 適宏" userId="ba70bf4345ae8a18" providerId="Windows Live" clId="Web-{E7DA5099-78A1-408B-84DF-074DE53BB9A0}" dt="2023-08-30T09:56:24.434" v="44"/>
        <pc:sldMkLst>
          <pc:docMk/>
          <pc:sldMk cId="1139216738" sldId="279"/>
        </pc:sldMkLst>
      </pc:sldChg>
      <pc:sldChg chg="addSp delSp modSp add replId">
        <pc:chgData name="李 適宏" userId="ba70bf4345ae8a18" providerId="Windows Live" clId="Web-{E7DA5099-78A1-408B-84DF-074DE53BB9A0}" dt="2023-08-31T07:23:22.957" v="2529"/>
        <pc:sldMkLst>
          <pc:docMk/>
          <pc:sldMk cId="2876509648" sldId="279"/>
        </pc:sldMkLst>
        <pc:spChg chg="add mod">
          <ac:chgData name="李 適宏" userId="ba70bf4345ae8a18" providerId="Windows Live" clId="Web-{E7DA5099-78A1-408B-84DF-074DE53BB9A0}" dt="2023-08-31T07:23:22.957" v="2529"/>
          <ac:spMkLst>
            <pc:docMk/>
            <pc:sldMk cId="2876509648" sldId="279"/>
            <ac:spMk id="4" creationId="{2AB043E5-7C75-04A2-0A97-DAC773960FD2}"/>
          </ac:spMkLst>
        </pc:spChg>
        <pc:spChg chg="mod">
          <ac:chgData name="李 適宏" userId="ba70bf4345ae8a18" providerId="Windows Live" clId="Web-{E7DA5099-78A1-408B-84DF-074DE53BB9A0}" dt="2023-08-30T13:20:23.855" v="565" actId="20577"/>
          <ac:spMkLst>
            <pc:docMk/>
            <pc:sldMk cId="2876509648" sldId="279"/>
            <ac:spMk id="7" creationId="{7B70283C-D4CF-1F44-716D-03B304C2249A}"/>
          </ac:spMkLst>
        </pc:spChg>
        <pc:spChg chg="del">
          <ac:chgData name="李 適宏" userId="ba70bf4345ae8a18" providerId="Windows Live" clId="Web-{E7DA5099-78A1-408B-84DF-074DE53BB9A0}" dt="2023-08-30T13:05:16.001" v="462"/>
          <ac:spMkLst>
            <pc:docMk/>
            <pc:sldMk cId="2876509648" sldId="279"/>
            <ac:spMk id="9" creationId="{642B57A3-6253-FD80-BA86-C5EC45DB1705}"/>
          </ac:spMkLst>
        </pc:spChg>
        <pc:spChg chg="add mod">
          <ac:chgData name="李 適宏" userId="ba70bf4345ae8a18" providerId="Windows Live" clId="Web-{E7DA5099-78A1-408B-84DF-074DE53BB9A0}" dt="2023-08-30T19:19:00.638" v="808" actId="20577"/>
          <ac:spMkLst>
            <pc:docMk/>
            <pc:sldMk cId="2876509648" sldId="279"/>
            <ac:spMk id="10" creationId="{57B27060-23DD-C14E-2199-90760FF9DE5F}"/>
          </ac:spMkLst>
        </pc:spChg>
        <pc:spChg chg="add del">
          <ac:chgData name="李 適宏" userId="ba70bf4345ae8a18" providerId="Windows Live" clId="Web-{E7DA5099-78A1-408B-84DF-074DE53BB9A0}" dt="2023-08-30T13:09:33.165" v="485"/>
          <ac:spMkLst>
            <pc:docMk/>
            <pc:sldMk cId="2876509648" sldId="279"/>
            <ac:spMk id="11" creationId="{3DBDFE4C-0451-AF39-1607-FA31B17A58D9}"/>
          </ac:spMkLst>
        </pc:spChg>
        <pc:picChg chg="add mod">
          <ac:chgData name="李 適宏" userId="ba70bf4345ae8a18" providerId="Windows Live" clId="Web-{E7DA5099-78A1-408B-84DF-074DE53BB9A0}" dt="2023-08-30T13:06:39.378" v="467" actId="1076"/>
          <ac:picMkLst>
            <pc:docMk/>
            <pc:sldMk cId="2876509648" sldId="279"/>
            <ac:picMk id="3" creationId="{3AE7C658-6F42-8BFB-3AC0-E0A9B05E94D8}"/>
          </ac:picMkLst>
        </pc:picChg>
        <pc:picChg chg="add del mod">
          <ac:chgData name="李 適宏" userId="ba70bf4345ae8a18" providerId="Windows Live" clId="Web-{E7DA5099-78A1-408B-84DF-074DE53BB9A0}" dt="2023-08-30T13:07:25.536" v="470"/>
          <ac:picMkLst>
            <pc:docMk/>
            <pc:sldMk cId="2876509648" sldId="279"/>
            <ac:picMk id="5" creationId="{32D88D96-F8B6-4AF4-BFC2-0F538B57C691}"/>
          </ac:picMkLst>
        </pc:picChg>
        <pc:picChg chg="del">
          <ac:chgData name="李 適宏" userId="ba70bf4345ae8a18" providerId="Windows Live" clId="Web-{E7DA5099-78A1-408B-84DF-074DE53BB9A0}" dt="2023-08-30T13:04:58.922" v="456"/>
          <ac:picMkLst>
            <pc:docMk/>
            <pc:sldMk cId="2876509648" sldId="279"/>
            <ac:picMk id="6" creationId="{5D0A4FC2-3D58-E499-5175-88A846022B55}"/>
          </ac:picMkLst>
        </pc:picChg>
        <pc:picChg chg="del">
          <ac:chgData name="李 適宏" userId="ba70bf4345ae8a18" providerId="Windows Live" clId="Web-{E7DA5099-78A1-408B-84DF-074DE53BB9A0}" dt="2023-08-30T13:04:59.453" v="457"/>
          <ac:picMkLst>
            <pc:docMk/>
            <pc:sldMk cId="2876509648" sldId="279"/>
            <ac:picMk id="8" creationId="{176243BC-6B65-BF69-6D42-5D8D52CC3A8F}"/>
          </ac:picMkLst>
        </pc:picChg>
        <pc:cxnChg chg="add mod">
          <ac:chgData name="李 適宏" userId="ba70bf4345ae8a18" providerId="Windows Live" clId="Web-{E7DA5099-78A1-408B-84DF-074DE53BB9A0}" dt="2023-08-30T20:47:24.749" v="1872" actId="1076"/>
          <ac:cxnSpMkLst>
            <pc:docMk/>
            <pc:sldMk cId="2876509648" sldId="279"/>
            <ac:cxnSpMk id="5" creationId="{12E06FFC-7339-CACA-18CD-9B3B6B363754}"/>
          </ac:cxnSpMkLst>
        </pc:cxnChg>
      </pc:sldChg>
      <pc:sldChg chg="del">
        <pc:chgData name="李 適宏" userId="ba70bf4345ae8a18" providerId="Windows Live" clId="Web-{E7DA5099-78A1-408B-84DF-074DE53BB9A0}" dt="2023-08-30T09:56:24.434" v="45"/>
        <pc:sldMkLst>
          <pc:docMk/>
          <pc:sldMk cId="2089769532" sldId="280"/>
        </pc:sldMkLst>
      </pc:sldChg>
      <pc:sldChg chg="addSp modSp new ord modNotes">
        <pc:chgData name="李 適宏" userId="ba70bf4345ae8a18" providerId="Windows Live" clId="Web-{E7DA5099-78A1-408B-84DF-074DE53BB9A0}" dt="2023-08-31T07:23:22.988" v="2531"/>
        <pc:sldMkLst>
          <pc:docMk/>
          <pc:sldMk cId="2366481983" sldId="280"/>
        </pc:sldMkLst>
        <pc:spChg chg="mod">
          <ac:chgData name="李 適宏" userId="ba70bf4345ae8a18" providerId="Windows Live" clId="Web-{E7DA5099-78A1-408B-84DF-074DE53BB9A0}" dt="2023-08-30T18:46:01.071" v="600" actId="20577"/>
          <ac:spMkLst>
            <pc:docMk/>
            <pc:sldMk cId="2366481983" sldId="280"/>
            <ac:spMk id="2" creationId="{22B757A1-34EF-296F-C492-509B10CCA717}"/>
          </ac:spMkLst>
        </pc:spChg>
        <pc:spChg chg="mod">
          <ac:chgData name="李 適宏" userId="ba70bf4345ae8a18" providerId="Windows Live" clId="Web-{E7DA5099-78A1-408B-84DF-074DE53BB9A0}" dt="2023-08-30T18:56:33.840" v="713" actId="20577"/>
          <ac:spMkLst>
            <pc:docMk/>
            <pc:sldMk cId="2366481983" sldId="280"/>
            <ac:spMk id="3" creationId="{96577230-7D86-D0B7-608C-4C71188C0301}"/>
          </ac:spMkLst>
        </pc:spChg>
        <pc:spChg chg="add mod">
          <ac:chgData name="李 適宏" userId="ba70bf4345ae8a18" providerId="Windows Live" clId="Web-{E7DA5099-78A1-408B-84DF-074DE53BB9A0}" dt="2023-08-31T07:23:22.988" v="2531"/>
          <ac:spMkLst>
            <pc:docMk/>
            <pc:sldMk cId="2366481983" sldId="280"/>
            <ac:spMk id="4" creationId="{CB31F11B-9FF8-C371-D1BE-7B33E2E6E5ED}"/>
          </ac:spMkLst>
        </pc:spChg>
      </pc:sldChg>
      <pc:sldChg chg="del">
        <pc:chgData name="李 適宏" userId="ba70bf4345ae8a18" providerId="Windows Live" clId="Web-{E7DA5099-78A1-408B-84DF-074DE53BB9A0}" dt="2023-08-30T09:56:24.153" v="43"/>
        <pc:sldMkLst>
          <pc:docMk/>
          <pc:sldMk cId="139360540" sldId="281"/>
        </pc:sldMkLst>
      </pc:sldChg>
      <pc:sldChg chg="addSp delSp modSp new">
        <pc:chgData name="李 適宏" userId="ba70bf4345ae8a18" providerId="Windows Live" clId="Web-{E7DA5099-78A1-408B-84DF-074DE53BB9A0}" dt="2023-08-31T07:26:23.869" v="2559" actId="20577"/>
        <pc:sldMkLst>
          <pc:docMk/>
          <pc:sldMk cId="1250583130" sldId="281"/>
        </pc:sldMkLst>
        <pc:spChg chg="mod">
          <ac:chgData name="李 適宏" userId="ba70bf4345ae8a18" providerId="Windows Live" clId="Web-{E7DA5099-78A1-408B-84DF-074DE53BB9A0}" dt="2023-08-30T18:58:56.954" v="716" actId="20577"/>
          <ac:spMkLst>
            <pc:docMk/>
            <pc:sldMk cId="1250583130" sldId="281"/>
            <ac:spMk id="2" creationId="{274890AF-9A0C-4C2E-42B0-73C0D726D449}"/>
          </ac:spMkLst>
        </pc:spChg>
        <pc:spChg chg="mod">
          <ac:chgData name="李 適宏" userId="ba70bf4345ae8a18" providerId="Windows Live" clId="Web-{E7DA5099-78A1-408B-84DF-074DE53BB9A0}" dt="2023-08-31T07:26:23.869" v="2559" actId="20577"/>
          <ac:spMkLst>
            <pc:docMk/>
            <pc:sldMk cId="1250583130" sldId="281"/>
            <ac:spMk id="3" creationId="{BA75B119-A2A2-860D-8787-7E5292210D0A}"/>
          </ac:spMkLst>
        </pc:spChg>
        <pc:spChg chg="add mod">
          <ac:chgData name="李 適宏" userId="ba70bf4345ae8a18" providerId="Windows Live" clId="Web-{E7DA5099-78A1-408B-84DF-074DE53BB9A0}" dt="2023-08-31T07:23:22.973" v="2530"/>
          <ac:spMkLst>
            <pc:docMk/>
            <pc:sldMk cId="1250583130" sldId="281"/>
            <ac:spMk id="4" creationId="{BEC5296C-9088-BE6D-07E6-1116B6B730E5}"/>
          </ac:spMkLst>
        </pc:spChg>
        <pc:spChg chg="add del mod">
          <ac:chgData name="李 適宏" userId="ba70bf4345ae8a18" providerId="Windows Live" clId="Web-{E7DA5099-78A1-408B-84DF-074DE53BB9A0}" dt="2023-08-30T19:08:19.767" v="778"/>
          <ac:spMkLst>
            <pc:docMk/>
            <pc:sldMk cId="1250583130" sldId="281"/>
            <ac:spMk id="4" creationId="{EEA38AA7-2E29-2FB9-9B1A-5D8280CDC83A}"/>
          </ac:spMkLst>
        </pc:spChg>
        <pc:picChg chg="add mod">
          <ac:chgData name="李 適宏" userId="ba70bf4345ae8a18" providerId="Windows Live" clId="Web-{E7DA5099-78A1-408B-84DF-074DE53BB9A0}" dt="2023-08-30T19:09:04.284" v="785" actId="1076"/>
          <ac:picMkLst>
            <pc:docMk/>
            <pc:sldMk cId="1250583130" sldId="281"/>
            <ac:picMk id="5" creationId="{9A001351-ADAB-5B92-987F-9447F2F50040}"/>
          </ac:picMkLst>
        </pc:picChg>
      </pc:sldChg>
      <pc:sldChg chg="del">
        <pc:chgData name="李 適宏" userId="ba70bf4345ae8a18" providerId="Windows Live" clId="Web-{E7DA5099-78A1-408B-84DF-074DE53BB9A0}" dt="2023-08-30T09:56:24.153" v="41"/>
        <pc:sldMkLst>
          <pc:docMk/>
          <pc:sldMk cId="324218543" sldId="282"/>
        </pc:sldMkLst>
      </pc:sldChg>
      <pc:sldChg chg="addSp modSp new">
        <pc:chgData name="李 適宏" userId="ba70bf4345ae8a18" providerId="Windows Live" clId="Web-{E7DA5099-78A1-408B-84DF-074DE53BB9A0}" dt="2023-08-31T07:23:23.004" v="2532"/>
        <pc:sldMkLst>
          <pc:docMk/>
          <pc:sldMk cId="1129166158" sldId="282"/>
        </pc:sldMkLst>
        <pc:spChg chg="mod">
          <ac:chgData name="李 適宏" userId="ba70bf4345ae8a18" providerId="Windows Live" clId="Web-{E7DA5099-78A1-408B-84DF-074DE53BB9A0}" dt="2023-08-30T19:17:43.543" v="803" actId="20577"/>
          <ac:spMkLst>
            <pc:docMk/>
            <pc:sldMk cId="1129166158" sldId="282"/>
            <ac:spMk id="2" creationId="{B82D5465-6424-897A-20FA-D053DDB15427}"/>
          </ac:spMkLst>
        </pc:spChg>
        <pc:spChg chg="mod">
          <ac:chgData name="李 適宏" userId="ba70bf4345ae8a18" providerId="Windows Live" clId="Web-{E7DA5099-78A1-408B-84DF-074DE53BB9A0}" dt="2023-08-30T19:28:28.793" v="959" actId="20577"/>
          <ac:spMkLst>
            <pc:docMk/>
            <pc:sldMk cId="1129166158" sldId="282"/>
            <ac:spMk id="3" creationId="{C228B281-FB0F-E075-C48B-F53E99703D4A}"/>
          </ac:spMkLst>
        </pc:spChg>
        <pc:spChg chg="add mod">
          <ac:chgData name="李 適宏" userId="ba70bf4345ae8a18" providerId="Windows Live" clId="Web-{E7DA5099-78A1-408B-84DF-074DE53BB9A0}" dt="2023-08-31T07:23:23.004" v="2532"/>
          <ac:spMkLst>
            <pc:docMk/>
            <pc:sldMk cId="1129166158" sldId="282"/>
            <ac:spMk id="4" creationId="{556B5CE7-E875-6066-D67D-C82DF62F6986}"/>
          </ac:spMkLst>
        </pc:spChg>
      </pc:sldChg>
      <pc:sldChg chg="addSp delSp modSp new">
        <pc:chgData name="李 適宏" userId="ba70bf4345ae8a18" providerId="Windows Live" clId="Web-{E7DA5099-78A1-408B-84DF-074DE53BB9A0}" dt="2023-08-31T07:23:23.004" v="2533"/>
        <pc:sldMkLst>
          <pc:docMk/>
          <pc:sldMk cId="2495757006" sldId="283"/>
        </pc:sldMkLst>
        <pc:spChg chg="mod">
          <ac:chgData name="李 適宏" userId="ba70bf4345ae8a18" providerId="Windows Live" clId="Web-{E7DA5099-78A1-408B-84DF-074DE53BB9A0}" dt="2023-08-30T19:30:44.077" v="981" actId="20577"/>
          <ac:spMkLst>
            <pc:docMk/>
            <pc:sldMk cId="2495757006" sldId="283"/>
            <ac:spMk id="2" creationId="{8F6145AE-13C2-819A-454C-6D0420413DB1}"/>
          </ac:spMkLst>
        </pc:spChg>
        <pc:spChg chg="add mod">
          <ac:chgData name="李 適宏" userId="ba70bf4345ae8a18" providerId="Windows Live" clId="Web-{E7DA5099-78A1-408B-84DF-074DE53BB9A0}" dt="2023-08-31T07:23:23.004" v="2533"/>
          <ac:spMkLst>
            <pc:docMk/>
            <pc:sldMk cId="2495757006" sldId="283"/>
            <ac:spMk id="3" creationId="{8F244933-83B6-6CEF-3860-612C80FC75D0}"/>
          </ac:spMkLst>
        </pc:spChg>
        <pc:spChg chg="del">
          <ac:chgData name="李 適宏" userId="ba70bf4345ae8a18" providerId="Windows Live" clId="Web-{E7DA5099-78A1-408B-84DF-074DE53BB9A0}" dt="2023-08-30T19:29:16.419" v="961"/>
          <ac:spMkLst>
            <pc:docMk/>
            <pc:sldMk cId="2495757006" sldId="283"/>
            <ac:spMk id="3" creationId="{B63C4760-BB30-5BC1-84E1-49985E3F0C76}"/>
          </ac:spMkLst>
        </pc:spChg>
        <pc:spChg chg="add mod">
          <ac:chgData name="李 適宏" userId="ba70bf4345ae8a18" providerId="Windows Live" clId="Web-{E7DA5099-78A1-408B-84DF-074DE53BB9A0}" dt="2023-08-30T19:39:03.089" v="1088" actId="20577"/>
          <ac:spMkLst>
            <pc:docMk/>
            <pc:sldMk cId="2495757006" sldId="283"/>
            <ac:spMk id="5" creationId="{6F3CE8F8-1C83-7161-7592-879A01980E90}"/>
          </ac:spMkLst>
        </pc:spChg>
        <pc:picChg chg="add mod ord">
          <ac:chgData name="李 適宏" userId="ba70bf4345ae8a18" providerId="Windows Live" clId="Web-{E7DA5099-78A1-408B-84DF-074DE53BB9A0}" dt="2023-08-30T19:29:20.184" v="962" actId="1076"/>
          <ac:picMkLst>
            <pc:docMk/>
            <pc:sldMk cId="2495757006" sldId="283"/>
            <ac:picMk id="4" creationId="{9405F2E0-7FF5-EA28-9417-F2492CDE6B86}"/>
          </ac:picMkLst>
        </pc:picChg>
      </pc:sldChg>
      <pc:sldChg chg="del">
        <pc:chgData name="李 適宏" userId="ba70bf4345ae8a18" providerId="Windows Live" clId="Web-{E7DA5099-78A1-408B-84DF-074DE53BB9A0}" dt="2023-08-30T09:56:24.059" v="40"/>
        <pc:sldMkLst>
          <pc:docMk/>
          <pc:sldMk cId="4023731045" sldId="283"/>
        </pc:sldMkLst>
      </pc:sldChg>
      <pc:sldChg chg="addSp modSp new">
        <pc:chgData name="李 適宏" userId="ba70bf4345ae8a18" providerId="Windows Live" clId="Web-{E7DA5099-78A1-408B-84DF-074DE53BB9A0}" dt="2023-08-31T07:23:23.020" v="2534"/>
        <pc:sldMkLst>
          <pc:docMk/>
          <pc:sldMk cId="918537606" sldId="284"/>
        </pc:sldMkLst>
        <pc:spChg chg="mod">
          <ac:chgData name="李 適宏" userId="ba70bf4345ae8a18" providerId="Windows Live" clId="Web-{E7DA5099-78A1-408B-84DF-074DE53BB9A0}" dt="2023-08-30T19:40:39.857" v="1091" actId="20577"/>
          <ac:spMkLst>
            <pc:docMk/>
            <pc:sldMk cId="918537606" sldId="284"/>
            <ac:spMk id="2" creationId="{35CB59DA-99AE-1E3F-BE67-E0117A48E919}"/>
          </ac:spMkLst>
        </pc:spChg>
        <pc:spChg chg="mod">
          <ac:chgData name="李 適宏" userId="ba70bf4345ae8a18" providerId="Windows Live" clId="Web-{E7DA5099-78A1-408B-84DF-074DE53BB9A0}" dt="2023-08-30T19:45:21.114" v="1172" actId="20577"/>
          <ac:spMkLst>
            <pc:docMk/>
            <pc:sldMk cId="918537606" sldId="284"/>
            <ac:spMk id="3" creationId="{84ACAE3E-62A4-ED5D-359B-7C704CB5F38B}"/>
          </ac:spMkLst>
        </pc:spChg>
        <pc:spChg chg="add mod">
          <ac:chgData name="李 適宏" userId="ba70bf4345ae8a18" providerId="Windows Live" clId="Web-{E7DA5099-78A1-408B-84DF-074DE53BB9A0}" dt="2023-08-31T07:23:23.020" v="2534"/>
          <ac:spMkLst>
            <pc:docMk/>
            <pc:sldMk cId="918537606" sldId="284"/>
            <ac:spMk id="4" creationId="{8FEB5D2D-D98A-3EF2-7D48-C28E9551B7D3}"/>
          </ac:spMkLst>
        </pc:spChg>
      </pc:sldChg>
      <pc:sldChg chg="del">
        <pc:chgData name="李 適宏" userId="ba70bf4345ae8a18" providerId="Windows Live" clId="Web-{E7DA5099-78A1-408B-84DF-074DE53BB9A0}" dt="2023-08-30T09:56:24.059" v="39"/>
        <pc:sldMkLst>
          <pc:docMk/>
          <pc:sldMk cId="4184696065" sldId="284"/>
        </pc:sldMkLst>
      </pc:sldChg>
      <pc:sldChg chg="del">
        <pc:chgData name="李 適宏" userId="ba70bf4345ae8a18" providerId="Windows Live" clId="Web-{E7DA5099-78A1-408B-84DF-074DE53BB9A0}" dt="2023-08-30T09:56:24.059" v="38"/>
        <pc:sldMkLst>
          <pc:docMk/>
          <pc:sldMk cId="468694768" sldId="285"/>
        </pc:sldMkLst>
      </pc:sldChg>
      <pc:sldChg chg="addSp delSp modSp new">
        <pc:chgData name="李 適宏" userId="ba70bf4345ae8a18" providerId="Windows Live" clId="Web-{E7DA5099-78A1-408B-84DF-074DE53BB9A0}" dt="2023-08-31T07:23:23.051" v="2535"/>
        <pc:sldMkLst>
          <pc:docMk/>
          <pc:sldMk cId="1163189224" sldId="285"/>
        </pc:sldMkLst>
        <pc:spChg chg="mod">
          <ac:chgData name="李 適宏" userId="ba70bf4345ae8a18" providerId="Windows Live" clId="Web-{E7DA5099-78A1-408B-84DF-074DE53BB9A0}" dt="2023-08-30T20:11:24.932" v="1636" actId="20577"/>
          <ac:spMkLst>
            <pc:docMk/>
            <pc:sldMk cId="1163189224" sldId="285"/>
            <ac:spMk id="2" creationId="{E6428363-9E49-B06E-A74D-8935475A42EB}"/>
          </ac:spMkLst>
        </pc:spChg>
        <pc:spChg chg="mod">
          <ac:chgData name="李 適宏" userId="ba70bf4345ae8a18" providerId="Windows Live" clId="Web-{E7DA5099-78A1-408B-84DF-074DE53BB9A0}" dt="2023-08-30T20:17:24.535" v="1772" actId="20577"/>
          <ac:spMkLst>
            <pc:docMk/>
            <pc:sldMk cId="1163189224" sldId="285"/>
            <ac:spMk id="3" creationId="{62FC13A2-4CDE-B7E6-3DA7-925B2F0F99EF}"/>
          </ac:spMkLst>
        </pc:spChg>
        <pc:spChg chg="add mod">
          <ac:chgData name="李 適宏" userId="ba70bf4345ae8a18" providerId="Windows Live" clId="Web-{E7DA5099-78A1-408B-84DF-074DE53BB9A0}" dt="2023-08-31T07:23:23.051" v="2535"/>
          <ac:spMkLst>
            <pc:docMk/>
            <pc:sldMk cId="1163189224" sldId="285"/>
            <ac:spMk id="4" creationId="{27E637F6-D0DE-5D5A-964A-DDBDFBF5EC9A}"/>
          </ac:spMkLst>
        </pc:spChg>
        <pc:graphicFrameChg chg="add mod modGraphic">
          <ac:chgData name="李 適宏" userId="ba70bf4345ae8a18" providerId="Windows Live" clId="Web-{E7DA5099-78A1-408B-84DF-074DE53BB9A0}" dt="2023-08-30T20:38:31.080" v="1790"/>
          <ac:graphicFrameMkLst>
            <pc:docMk/>
            <pc:sldMk cId="1163189224" sldId="285"/>
            <ac:graphicFrameMk id="5" creationId="{FE83D9F6-757B-C76E-8D81-317A44A27283}"/>
          </ac:graphicFrameMkLst>
        </pc:graphicFrameChg>
        <pc:graphicFrameChg chg="add mod modGraphic">
          <ac:chgData name="李 適宏" userId="ba70bf4345ae8a18" providerId="Windows Live" clId="Web-{E7DA5099-78A1-408B-84DF-074DE53BB9A0}" dt="2023-08-30T20:10:53.525" v="1619" actId="1076"/>
          <ac:graphicFrameMkLst>
            <pc:docMk/>
            <pc:sldMk cId="1163189224" sldId="285"/>
            <ac:graphicFrameMk id="6" creationId="{36EA033C-9781-F383-536D-366F5DAD01B7}"/>
          </ac:graphicFrameMkLst>
        </pc:graphicFrameChg>
        <pc:picChg chg="add del mod">
          <ac:chgData name="李 適宏" userId="ba70bf4345ae8a18" providerId="Windows Live" clId="Web-{E7DA5099-78A1-408B-84DF-074DE53BB9A0}" dt="2023-08-30T20:05:45.315" v="1550"/>
          <ac:picMkLst>
            <pc:docMk/>
            <pc:sldMk cId="1163189224" sldId="285"/>
            <ac:picMk id="4" creationId="{D12873D1-A318-A32E-8C30-C7B7A2AB8884}"/>
          </ac:picMkLst>
        </pc:picChg>
        <pc:picChg chg="add del mod">
          <ac:chgData name="李 適宏" userId="ba70bf4345ae8a18" providerId="Windows Live" clId="Web-{E7DA5099-78A1-408B-84DF-074DE53BB9A0}" dt="2023-08-30T20:08:35.038" v="1570"/>
          <ac:picMkLst>
            <pc:docMk/>
            <pc:sldMk cId="1163189224" sldId="285"/>
            <ac:picMk id="7" creationId="{ED8F85C6-24AA-A7DC-2A95-F71EC8413F74}"/>
          </ac:picMkLst>
        </pc:picChg>
        <pc:picChg chg="add mod ord">
          <ac:chgData name="李 適宏" userId="ba70bf4345ae8a18" providerId="Windows Live" clId="Web-{E7DA5099-78A1-408B-84DF-074DE53BB9A0}" dt="2023-08-30T20:10:57.666" v="1620"/>
          <ac:picMkLst>
            <pc:docMk/>
            <pc:sldMk cId="1163189224" sldId="285"/>
            <ac:picMk id="8" creationId="{91E2D868-83DB-C4F8-C4B8-97551ACFF8C1}"/>
          </ac:picMkLst>
        </pc:picChg>
        <pc:cxnChg chg="add mod">
          <ac:chgData name="李 適宏" userId="ba70bf4345ae8a18" providerId="Windows Live" clId="Web-{E7DA5099-78A1-408B-84DF-074DE53BB9A0}" dt="2023-08-30T20:47:04.827" v="1868" actId="1076"/>
          <ac:cxnSpMkLst>
            <pc:docMk/>
            <pc:sldMk cId="1163189224" sldId="285"/>
            <ac:cxnSpMk id="9" creationId="{3403112F-9F7E-C354-EC03-ADECEA6C0B48}"/>
          </ac:cxnSpMkLst>
        </pc:cxnChg>
      </pc:sldChg>
      <pc:sldChg chg="addSp delSp modSp new">
        <pc:chgData name="李 適宏" userId="ba70bf4345ae8a18" providerId="Windows Live" clId="Web-{E7DA5099-78A1-408B-84DF-074DE53BB9A0}" dt="2023-08-31T07:23:23.082" v="2536"/>
        <pc:sldMkLst>
          <pc:docMk/>
          <pc:sldMk cId="1683517903" sldId="286"/>
        </pc:sldMkLst>
        <pc:spChg chg="mod">
          <ac:chgData name="李 適宏" userId="ba70bf4345ae8a18" providerId="Windows Live" clId="Web-{E7DA5099-78A1-408B-84DF-074DE53BB9A0}" dt="2023-08-30T20:37:34.079" v="1785" actId="20577"/>
          <ac:spMkLst>
            <pc:docMk/>
            <pc:sldMk cId="1683517903" sldId="286"/>
            <ac:spMk id="2" creationId="{A004FD11-257D-62CE-D688-723D2E67FB37}"/>
          </ac:spMkLst>
        </pc:spChg>
        <pc:spChg chg="add mod">
          <ac:chgData name="李 適宏" userId="ba70bf4345ae8a18" providerId="Windows Live" clId="Web-{E7DA5099-78A1-408B-84DF-074DE53BB9A0}" dt="2023-08-31T07:23:23.082" v="2536"/>
          <ac:spMkLst>
            <pc:docMk/>
            <pc:sldMk cId="1683517903" sldId="286"/>
            <ac:spMk id="3" creationId="{04EDCC1F-8918-FA2A-0DDD-7497C207A591}"/>
          </ac:spMkLst>
        </pc:spChg>
        <pc:spChg chg="del mod">
          <ac:chgData name="李 適宏" userId="ba70bf4345ae8a18" providerId="Windows Live" clId="Web-{E7DA5099-78A1-408B-84DF-074DE53BB9A0}" dt="2023-08-30T20:41:10.178" v="1800"/>
          <ac:spMkLst>
            <pc:docMk/>
            <pc:sldMk cId="1683517903" sldId="286"/>
            <ac:spMk id="3" creationId="{110FF0CA-2C6B-6141-5925-3FD2B02DF836}"/>
          </ac:spMkLst>
        </pc:spChg>
        <pc:spChg chg="add del mod">
          <ac:chgData name="李 適宏" userId="ba70bf4345ae8a18" providerId="Windows Live" clId="Web-{E7DA5099-78A1-408B-84DF-074DE53BB9A0}" dt="2023-08-30T20:40:41.318" v="1799"/>
          <ac:spMkLst>
            <pc:docMk/>
            <pc:sldMk cId="1683517903" sldId="286"/>
            <ac:spMk id="8" creationId="{F2FAC252-6DA2-3064-430B-73A955F4A344}"/>
          </ac:spMkLst>
        </pc:spChg>
        <pc:spChg chg="add mod">
          <ac:chgData name="李 適宏" userId="ba70bf4345ae8a18" providerId="Windows Live" clId="Web-{E7DA5099-78A1-408B-84DF-074DE53BB9A0}" dt="2023-08-30T20:45:08.246" v="1859" actId="20577"/>
          <ac:spMkLst>
            <pc:docMk/>
            <pc:sldMk cId="1683517903" sldId="286"/>
            <ac:spMk id="10" creationId="{26C2C17A-B174-444A-6239-F4E7F4A8C36E}"/>
          </ac:spMkLst>
        </pc:spChg>
        <pc:graphicFrameChg chg="add">
          <ac:chgData name="李 適宏" userId="ba70bf4345ae8a18" providerId="Windows Live" clId="Web-{E7DA5099-78A1-408B-84DF-074DE53BB9A0}" dt="2023-08-30T20:38:11.909" v="1786"/>
          <ac:graphicFrameMkLst>
            <pc:docMk/>
            <pc:sldMk cId="1683517903" sldId="286"/>
            <ac:graphicFrameMk id="5" creationId="{7E4D3DB7-9B03-0AD2-FBB7-028F48FFDB15}"/>
          </ac:graphicFrameMkLst>
        </pc:graphicFrameChg>
        <pc:graphicFrameChg chg="add mod modGraphic">
          <ac:chgData name="李 適宏" userId="ba70bf4345ae8a18" providerId="Windows Live" clId="Web-{E7DA5099-78A1-408B-84DF-074DE53BB9A0}" dt="2023-08-30T20:38:35.456" v="1792"/>
          <ac:graphicFrameMkLst>
            <pc:docMk/>
            <pc:sldMk cId="1683517903" sldId="286"/>
            <ac:graphicFrameMk id="7" creationId="{51168FDF-8612-72D2-66F0-A18598AF96BB}"/>
          </ac:graphicFrameMkLst>
        </pc:graphicFrameChg>
        <pc:picChg chg="add mod ord">
          <ac:chgData name="李 適宏" userId="ba70bf4345ae8a18" providerId="Windows Live" clId="Web-{E7DA5099-78A1-408B-84DF-074DE53BB9A0}" dt="2023-08-30T20:41:17.178" v="1802" actId="1076"/>
          <ac:picMkLst>
            <pc:docMk/>
            <pc:sldMk cId="1683517903" sldId="286"/>
            <ac:picMk id="9" creationId="{95A40EC2-584F-AB00-080A-2FE4DDD50844}"/>
          </ac:picMkLst>
        </pc:picChg>
      </pc:sldChg>
      <pc:sldChg chg="del">
        <pc:chgData name="李 適宏" userId="ba70bf4345ae8a18" providerId="Windows Live" clId="Web-{E7DA5099-78A1-408B-84DF-074DE53BB9A0}" dt="2023-08-30T09:56:24.059" v="37"/>
        <pc:sldMkLst>
          <pc:docMk/>
          <pc:sldMk cId="3819135115" sldId="286"/>
        </pc:sldMkLst>
      </pc:sldChg>
      <pc:sldChg chg="addSp modSp new">
        <pc:chgData name="李 適宏" userId="ba70bf4345ae8a18" providerId="Windows Live" clId="Web-{E7DA5099-78A1-408B-84DF-074DE53BB9A0}" dt="2023-08-31T07:23:23.082" v="2537"/>
        <pc:sldMkLst>
          <pc:docMk/>
          <pc:sldMk cId="2152916773" sldId="287"/>
        </pc:sldMkLst>
        <pc:spChg chg="mod">
          <ac:chgData name="李 適宏" userId="ba70bf4345ae8a18" providerId="Windows Live" clId="Web-{E7DA5099-78A1-408B-84DF-074DE53BB9A0}" dt="2023-08-31T06:06:23.073" v="1897" actId="20577"/>
          <ac:spMkLst>
            <pc:docMk/>
            <pc:sldMk cId="2152916773" sldId="287"/>
            <ac:spMk id="2" creationId="{3F2412AD-2AFB-13E9-4B13-8527F4C62FF6}"/>
          </ac:spMkLst>
        </pc:spChg>
        <pc:spChg chg="mod">
          <ac:chgData name="李 適宏" userId="ba70bf4345ae8a18" providerId="Windows Live" clId="Web-{E7DA5099-78A1-408B-84DF-074DE53BB9A0}" dt="2023-08-31T06:16:10.512" v="2085" actId="20577"/>
          <ac:spMkLst>
            <pc:docMk/>
            <pc:sldMk cId="2152916773" sldId="287"/>
            <ac:spMk id="3" creationId="{7911B56A-1115-9429-3174-CAF0E5D2CD92}"/>
          </ac:spMkLst>
        </pc:spChg>
        <pc:spChg chg="add mod">
          <ac:chgData name="李 適宏" userId="ba70bf4345ae8a18" providerId="Windows Live" clId="Web-{E7DA5099-78A1-408B-84DF-074DE53BB9A0}" dt="2023-08-31T07:23:23.082" v="2537"/>
          <ac:spMkLst>
            <pc:docMk/>
            <pc:sldMk cId="2152916773" sldId="287"/>
            <ac:spMk id="4" creationId="{A8D934C0-8310-91DC-0CD2-AC8E4FCC94A1}"/>
          </ac:spMkLst>
        </pc:spChg>
      </pc:sldChg>
      <pc:sldChg chg="del">
        <pc:chgData name="李 適宏" userId="ba70bf4345ae8a18" providerId="Windows Live" clId="Web-{E7DA5099-78A1-408B-84DF-074DE53BB9A0}" dt="2023-08-30T09:56:24.153" v="42"/>
        <pc:sldMkLst>
          <pc:docMk/>
          <pc:sldMk cId="2639931187" sldId="287"/>
        </pc:sldMkLst>
      </pc:sldChg>
      <pc:sldChg chg="addSp modSp new ord modNotes">
        <pc:chgData name="李 適宏" userId="ba70bf4345ae8a18" providerId="Windows Live" clId="Web-{E7DA5099-78A1-408B-84DF-074DE53BB9A0}" dt="2023-08-31T07:23:23.098" v="2538"/>
        <pc:sldMkLst>
          <pc:docMk/>
          <pc:sldMk cId="1025841646" sldId="288"/>
        </pc:sldMkLst>
        <pc:spChg chg="mod">
          <ac:chgData name="李 適宏" userId="ba70bf4345ae8a18" providerId="Windows Live" clId="Web-{E7DA5099-78A1-408B-84DF-074DE53BB9A0}" dt="2023-08-31T06:54:09.953" v="2306" actId="20577"/>
          <ac:spMkLst>
            <pc:docMk/>
            <pc:sldMk cId="1025841646" sldId="288"/>
            <ac:spMk id="2" creationId="{EE70504A-5172-8BA8-9C15-0F7B69AAB495}"/>
          </ac:spMkLst>
        </pc:spChg>
        <pc:spChg chg="mod">
          <ac:chgData name="李 適宏" userId="ba70bf4345ae8a18" providerId="Windows Live" clId="Web-{E7DA5099-78A1-408B-84DF-074DE53BB9A0}" dt="2023-08-31T07:09:04.901" v="2464" actId="20577"/>
          <ac:spMkLst>
            <pc:docMk/>
            <pc:sldMk cId="1025841646" sldId="288"/>
            <ac:spMk id="3" creationId="{11ED5AA8-FA66-12B1-7561-3FE447FE851E}"/>
          </ac:spMkLst>
        </pc:spChg>
        <pc:spChg chg="add mod">
          <ac:chgData name="李 適宏" userId="ba70bf4345ae8a18" providerId="Windows Live" clId="Web-{E7DA5099-78A1-408B-84DF-074DE53BB9A0}" dt="2023-08-31T07:23:23.098" v="2538"/>
          <ac:spMkLst>
            <pc:docMk/>
            <pc:sldMk cId="1025841646" sldId="288"/>
            <ac:spMk id="4" creationId="{83137B9D-4706-83CA-963E-BFB51394090C}"/>
          </ac:spMkLst>
        </pc:spChg>
      </pc:sldChg>
      <pc:sldChg chg="addSp modSp new ord">
        <pc:chgData name="李 適宏" userId="ba70bf4345ae8a18" providerId="Windows Live" clId="Web-{E7DA5099-78A1-408B-84DF-074DE53BB9A0}" dt="2023-08-31T07:23:23.113" v="2539"/>
        <pc:sldMkLst>
          <pc:docMk/>
          <pc:sldMk cId="1900478409" sldId="289"/>
        </pc:sldMkLst>
        <pc:spChg chg="mod">
          <ac:chgData name="李 適宏" userId="ba70bf4345ae8a18" providerId="Windows Live" clId="Web-{E7DA5099-78A1-408B-84DF-074DE53BB9A0}" dt="2023-08-31T06:54:14.485" v="2308" actId="20577"/>
          <ac:spMkLst>
            <pc:docMk/>
            <pc:sldMk cId="1900478409" sldId="289"/>
            <ac:spMk id="2" creationId="{08B7EDD0-E380-A8FC-31BE-E3386BA990D3}"/>
          </ac:spMkLst>
        </pc:spChg>
        <pc:spChg chg="mod">
          <ac:chgData name="李 適宏" userId="ba70bf4345ae8a18" providerId="Windows Live" clId="Web-{E7DA5099-78A1-408B-84DF-074DE53BB9A0}" dt="2023-08-31T07:18:44.090" v="2512" actId="20577"/>
          <ac:spMkLst>
            <pc:docMk/>
            <pc:sldMk cId="1900478409" sldId="289"/>
            <ac:spMk id="3" creationId="{2CFE26D1-1383-BF51-E3AF-009ADF969ECE}"/>
          </ac:spMkLst>
        </pc:spChg>
        <pc:spChg chg="add mod">
          <ac:chgData name="李 適宏" userId="ba70bf4345ae8a18" providerId="Windows Live" clId="Web-{E7DA5099-78A1-408B-84DF-074DE53BB9A0}" dt="2023-08-31T07:23:23.113" v="2539"/>
          <ac:spMkLst>
            <pc:docMk/>
            <pc:sldMk cId="1900478409" sldId="289"/>
            <ac:spMk id="4" creationId="{DD52911A-EB32-209A-14C0-E973569B1CF4}"/>
          </ac:spMkLst>
        </pc:spChg>
      </pc:sldChg>
    </pc:docChg>
  </pc:docChgLst>
  <pc:docChgLst>
    <pc:chgData name="李 適宏" userId="ba70bf4345ae8a18" providerId="Windows Live" clId="Web-{F70ECEBF-8AD3-43A7-BF35-843D2F9F26F7}"/>
    <pc:docChg chg="addSld modSld sldOrd">
      <pc:chgData name="李 適宏" userId="ba70bf4345ae8a18" providerId="Windows Live" clId="Web-{F70ECEBF-8AD3-43A7-BF35-843D2F9F26F7}" dt="2023-09-04T05:18:59.643" v="21" actId="20577"/>
      <pc:docMkLst>
        <pc:docMk/>
      </pc:docMkLst>
      <pc:sldChg chg="modSp">
        <pc:chgData name="李 適宏" userId="ba70bf4345ae8a18" providerId="Windows Live" clId="Web-{F70ECEBF-8AD3-43A7-BF35-843D2F9F26F7}" dt="2023-09-04T04:41:07.889" v="4" actId="20577"/>
        <pc:sldMkLst>
          <pc:docMk/>
          <pc:sldMk cId="1250583130" sldId="281"/>
        </pc:sldMkLst>
        <pc:spChg chg="mod">
          <ac:chgData name="李 適宏" userId="ba70bf4345ae8a18" providerId="Windows Live" clId="Web-{F70ECEBF-8AD3-43A7-BF35-843D2F9F26F7}" dt="2023-09-04T04:41:07.889" v="4" actId="20577"/>
          <ac:spMkLst>
            <pc:docMk/>
            <pc:sldMk cId="1250583130" sldId="281"/>
            <ac:spMk id="3" creationId="{BA75B119-A2A2-860D-8787-7E5292210D0A}"/>
          </ac:spMkLst>
        </pc:spChg>
      </pc:sldChg>
      <pc:sldChg chg="ord">
        <pc:chgData name="李 適宏" userId="ba70bf4345ae8a18" providerId="Windows Live" clId="Web-{F70ECEBF-8AD3-43A7-BF35-843D2F9F26F7}" dt="2023-09-04T04:43:08.282" v="6"/>
        <pc:sldMkLst>
          <pc:docMk/>
          <pc:sldMk cId="1129166158" sldId="282"/>
        </pc:sldMkLst>
      </pc:sldChg>
      <pc:sldChg chg="modSp">
        <pc:chgData name="李 適宏" userId="ba70bf4345ae8a18" providerId="Windows Live" clId="Web-{F70ECEBF-8AD3-43A7-BF35-843D2F9F26F7}" dt="2023-09-04T05:15:44.528" v="7" actId="20577"/>
        <pc:sldMkLst>
          <pc:docMk/>
          <pc:sldMk cId="1025841646" sldId="288"/>
        </pc:sldMkLst>
        <pc:spChg chg="mod">
          <ac:chgData name="李 適宏" userId="ba70bf4345ae8a18" providerId="Windows Live" clId="Web-{F70ECEBF-8AD3-43A7-BF35-843D2F9F26F7}" dt="2023-09-04T05:15:44.528" v="7" actId="20577"/>
          <ac:spMkLst>
            <pc:docMk/>
            <pc:sldMk cId="1025841646" sldId="288"/>
            <ac:spMk id="3" creationId="{11ED5AA8-FA66-12B1-7561-3FE447FE851E}"/>
          </ac:spMkLst>
        </pc:spChg>
      </pc:sldChg>
      <pc:sldChg chg="modSp">
        <pc:chgData name="李 適宏" userId="ba70bf4345ae8a18" providerId="Windows Live" clId="Web-{F70ECEBF-8AD3-43A7-BF35-843D2F9F26F7}" dt="2023-09-04T05:18:05.860" v="10" actId="20577"/>
        <pc:sldMkLst>
          <pc:docMk/>
          <pc:sldMk cId="1900478409" sldId="289"/>
        </pc:sldMkLst>
        <pc:spChg chg="mod">
          <ac:chgData name="李 適宏" userId="ba70bf4345ae8a18" providerId="Windows Live" clId="Web-{F70ECEBF-8AD3-43A7-BF35-843D2F9F26F7}" dt="2023-09-04T05:18:05.860" v="10" actId="20577"/>
          <ac:spMkLst>
            <pc:docMk/>
            <pc:sldMk cId="1900478409" sldId="289"/>
            <ac:spMk id="3" creationId="{2CFE26D1-1383-BF51-E3AF-009ADF969ECE}"/>
          </ac:spMkLst>
        </pc:spChg>
      </pc:sldChg>
      <pc:sldChg chg="delSp modSp new">
        <pc:chgData name="李 適宏" userId="ba70bf4345ae8a18" providerId="Windows Live" clId="Web-{F70ECEBF-8AD3-43A7-BF35-843D2F9F26F7}" dt="2023-09-04T05:18:59.643" v="21" actId="20577"/>
        <pc:sldMkLst>
          <pc:docMk/>
          <pc:sldMk cId="4091403356" sldId="290"/>
        </pc:sldMkLst>
        <pc:spChg chg="mod">
          <ac:chgData name="李 適宏" userId="ba70bf4345ae8a18" providerId="Windows Live" clId="Web-{F70ECEBF-8AD3-43A7-BF35-843D2F9F26F7}" dt="2023-09-04T05:18:59.643" v="21" actId="20577"/>
          <ac:spMkLst>
            <pc:docMk/>
            <pc:sldMk cId="4091403356" sldId="290"/>
            <ac:spMk id="2" creationId="{D31554D3-484E-CAD8-6D38-3915C1B95CCB}"/>
          </ac:spMkLst>
        </pc:spChg>
        <pc:spChg chg="del">
          <ac:chgData name="李 適宏" userId="ba70bf4345ae8a18" providerId="Windows Live" clId="Web-{F70ECEBF-8AD3-43A7-BF35-843D2F9F26F7}" dt="2023-09-04T05:18:32.142" v="12"/>
          <ac:spMkLst>
            <pc:docMk/>
            <pc:sldMk cId="4091403356" sldId="290"/>
            <ac:spMk id="3" creationId="{515F0E91-12F2-61B5-248E-07A2EBE351B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F667DF-ECF2-46EC-8446-7B955A747664}" type="datetimeFigureOut">
              <a:rPr lang="zh-TW" altLang="en-US" smtClean="0"/>
              <a:t>2023/12/26</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562F9-E128-4B6E-872C-5F1FFAE33516}" type="slidenum">
              <a:rPr lang="zh-TW" altLang="en-US" smtClean="0"/>
              <a:t>‹#›</a:t>
            </a:fld>
            <a:endParaRPr lang="zh-TW" altLang="en-US"/>
          </a:p>
        </p:txBody>
      </p:sp>
    </p:spTree>
    <p:extLst>
      <p:ext uri="{BB962C8B-B14F-4D97-AF65-F5344CB8AC3E}">
        <p14:creationId xmlns:p14="http://schemas.microsoft.com/office/powerpoint/2010/main" val="3979557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TW" altLang="en-US" dirty="0"/>
          </a:p>
        </p:txBody>
      </p:sp>
      <p:sp>
        <p:nvSpPr>
          <p:cNvPr id="4" name="Slide Number Placeholder 3"/>
          <p:cNvSpPr>
            <a:spLocks noGrp="1"/>
          </p:cNvSpPr>
          <p:nvPr>
            <p:ph type="sldNum" sz="quarter" idx="5"/>
          </p:nvPr>
        </p:nvSpPr>
        <p:spPr/>
        <p:txBody>
          <a:bodyPr/>
          <a:lstStyle/>
          <a:p>
            <a:fld id="{6EB0929B-4ACD-4AAE-9309-95C05ACE2D43}" type="slidenum">
              <a:rPr lang="zh-TW" altLang="en-US" smtClean="0"/>
              <a:t>1</a:t>
            </a:fld>
            <a:endParaRPr lang="zh-TW" altLang="en-US"/>
          </a:p>
        </p:txBody>
      </p:sp>
    </p:spTree>
    <p:extLst>
      <p:ext uri="{BB962C8B-B14F-4D97-AF65-F5344CB8AC3E}">
        <p14:creationId xmlns:p14="http://schemas.microsoft.com/office/powerpoint/2010/main" val="4063933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Palindromic suffixes of a string and the partition (</a:t>
            </a:r>
            <a:r>
              <a:rPr lang="en-US" altLang="zh-TW" dirty="0" err="1"/>
              <a:t>suf</a:t>
            </a:r>
            <a:r>
              <a:rPr lang="en-US" altLang="zh-TW" dirty="0"/>
              <a:t> 1,..., </a:t>
            </a:r>
            <a:r>
              <a:rPr lang="en-US" altLang="zh-TW" dirty="0" err="1"/>
              <a:t>suf</a:t>
            </a:r>
            <a:r>
              <a:rPr lang="en-US" altLang="zh-TW" dirty="0"/>
              <a:t> 5) of their lengths. Three integers s3 = 3, s4 = 5, and s5 = 7 are represented by a single arithmetic progression </a:t>
            </a:r>
            <a:r>
              <a:rPr lang="en-US" altLang="zh-TW" dirty="0" err="1"/>
              <a:t>suf</a:t>
            </a:r>
            <a:r>
              <a:rPr lang="en-US" altLang="zh-TW" dirty="0"/>
              <a:t> 3 since </a:t>
            </a:r>
            <a:r>
              <a:rPr lang="en-US" altLang="zh-TW" dirty="0" err="1"/>
              <a:t>dif</a:t>
            </a:r>
            <a:r>
              <a:rPr lang="en-US" altLang="zh-TW" dirty="0"/>
              <a:t> 3 = </a:t>
            </a:r>
            <a:r>
              <a:rPr lang="en-US" altLang="zh-TW" dirty="0" err="1"/>
              <a:t>dif</a:t>
            </a:r>
            <a:r>
              <a:rPr lang="en-US" altLang="zh-TW" dirty="0"/>
              <a:t> 4 = </a:t>
            </a:r>
            <a:r>
              <a:rPr lang="en-US" altLang="zh-TW" dirty="0" err="1"/>
              <a:t>dif</a:t>
            </a:r>
            <a:r>
              <a:rPr lang="en-US" altLang="zh-TW" dirty="0"/>
              <a:t> 5 = 2. Since s4 is the second smallest term in </a:t>
            </a:r>
            <a:r>
              <a:rPr lang="en-US" altLang="zh-TW" dirty="0" err="1"/>
              <a:t>suf</a:t>
            </a:r>
            <a:r>
              <a:rPr lang="en-US" altLang="zh-TW" dirty="0"/>
              <a:t> 3, </a:t>
            </a:r>
            <a:r>
              <a:rPr lang="en-US" altLang="zh-TW" dirty="0" err="1"/>
              <a:t>suf</a:t>
            </a:r>
            <a:r>
              <a:rPr lang="en-US" altLang="zh-TW" dirty="0"/>
              <a:t> 3,2 = s4.</a:t>
            </a:r>
            <a:endParaRPr lang="zh-TW" altLang="en-US" dirty="0"/>
          </a:p>
        </p:txBody>
      </p:sp>
      <p:sp>
        <p:nvSpPr>
          <p:cNvPr id="4" name="投影片編號版面配置區 3"/>
          <p:cNvSpPr>
            <a:spLocks noGrp="1"/>
          </p:cNvSpPr>
          <p:nvPr>
            <p:ph type="sldNum" sz="quarter" idx="5"/>
          </p:nvPr>
        </p:nvSpPr>
        <p:spPr/>
        <p:txBody>
          <a:bodyPr/>
          <a:lstStyle/>
          <a:p>
            <a:fld id="{D06562F9-E128-4B6E-872C-5F1FFAE33516}" type="slidenum">
              <a:rPr lang="zh-TW" altLang="en-US" smtClean="0"/>
              <a:t>14</a:t>
            </a:fld>
            <a:endParaRPr lang="zh-TW" altLang="en-US"/>
          </a:p>
        </p:txBody>
      </p:sp>
    </p:spTree>
    <p:extLst>
      <p:ext uri="{BB962C8B-B14F-4D97-AF65-F5344CB8AC3E}">
        <p14:creationId xmlns:p14="http://schemas.microsoft.com/office/powerpoint/2010/main" val="2354709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18045-16E7-451C-65FC-B158983ECC6E}"/>
              </a:ext>
            </a:extLst>
          </p:cNvPr>
          <p:cNvSpPr>
            <a:spLocks noGrp="1"/>
          </p:cNvSpPr>
          <p:nvPr>
            <p:ph type="ctrTitle"/>
          </p:nvPr>
        </p:nvSpPr>
        <p:spPr>
          <a:xfrm>
            <a:off x="1524000" y="1122363"/>
            <a:ext cx="9144000" cy="2387600"/>
          </a:xfrm>
        </p:spPr>
        <p:txBody>
          <a:bodyPr anchor="b"/>
          <a:lstStyle>
            <a:lvl1pPr algn="ctr">
              <a:defRPr sz="6000"/>
            </a:lvl1pPr>
          </a:lstStyle>
          <a:p>
            <a:r>
              <a:rPr lang="en-US" altLang="zh-TW"/>
              <a:t>Click to edit Master title style</a:t>
            </a:r>
            <a:endParaRPr lang="zh-TW" altLang="en-US"/>
          </a:p>
        </p:txBody>
      </p:sp>
      <p:sp>
        <p:nvSpPr>
          <p:cNvPr id="3" name="Subtitle 2">
            <a:extLst>
              <a:ext uri="{FF2B5EF4-FFF2-40B4-BE49-F238E27FC236}">
                <a16:creationId xmlns:a16="http://schemas.microsoft.com/office/drawing/2014/main" id="{58AF068A-58AE-8713-2F67-C52F90F862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TW"/>
              <a:t>Click to edit Master subtitle style</a:t>
            </a:r>
            <a:endParaRPr lang="zh-TW" altLang="en-US"/>
          </a:p>
        </p:txBody>
      </p:sp>
      <p:sp>
        <p:nvSpPr>
          <p:cNvPr id="4" name="Date Placeholder 3">
            <a:extLst>
              <a:ext uri="{FF2B5EF4-FFF2-40B4-BE49-F238E27FC236}">
                <a16:creationId xmlns:a16="http://schemas.microsoft.com/office/drawing/2014/main" id="{960BA286-7DBB-ABAF-AE2A-AD9DDE775D11}"/>
              </a:ext>
            </a:extLst>
          </p:cNvPr>
          <p:cNvSpPr>
            <a:spLocks noGrp="1"/>
          </p:cNvSpPr>
          <p:nvPr>
            <p:ph type="dt" sz="half" idx="10"/>
          </p:nvPr>
        </p:nvSpPr>
        <p:spPr/>
        <p:txBody>
          <a:bodyPr/>
          <a:lstStyle/>
          <a:p>
            <a:fld id="{FEEF57D2-7BA1-4DB1-96F5-7A053A222987}" type="datetime1">
              <a:rPr lang="zh-TW" altLang="en-US" smtClean="0"/>
              <a:t>2023/12/26</a:t>
            </a:fld>
            <a:endParaRPr lang="zh-TW" altLang="en-US"/>
          </a:p>
        </p:txBody>
      </p:sp>
      <p:sp>
        <p:nvSpPr>
          <p:cNvPr id="5" name="Footer Placeholder 4">
            <a:extLst>
              <a:ext uri="{FF2B5EF4-FFF2-40B4-BE49-F238E27FC236}">
                <a16:creationId xmlns:a16="http://schemas.microsoft.com/office/drawing/2014/main" id="{136A0D4C-517F-3A75-2138-B35995E6DA6F}"/>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7041CC6E-1A90-9EBF-3395-DCC19E86BE6D}"/>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763099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5D236-5FFE-A036-B937-040C50348880}"/>
              </a:ext>
            </a:extLst>
          </p:cNvPr>
          <p:cNvSpPr>
            <a:spLocks noGrp="1"/>
          </p:cNvSpPr>
          <p:nvPr>
            <p:ph type="title"/>
          </p:nvPr>
        </p:nvSpPr>
        <p:spPr/>
        <p:txBody>
          <a:body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F04EEFD4-29DF-59B4-50ED-3F42FB6C5EE7}"/>
              </a:ext>
            </a:extLst>
          </p:cNvPr>
          <p:cNvSpPr>
            <a:spLocks noGrp="1"/>
          </p:cNvSpPr>
          <p:nvPr>
            <p:ph idx="1"/>
          </p:nvPr>
        </p:nvSpPr>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15825951-765D-8F13-9483-0B7BC83461D7}"/>
              </a:ext>
            </a:extLst>
          </p:cNvPr>
          <p:cNvSpPr>
            <a:spLocks noGrp="1"/>
          </p:cNvSpPr>
          <p:nvPr>
            <p:ph type="dt" sz="half" idx="10"/>
          </p:nvPr>
        </p:nvSpPr>
        <p:spPr/>
        <p:txBody>
          <a:bodyPr/>
          <a:lstStyle/>
          <a:p>
            <a:fld id="{8F380DED-8F7F-4840-95CC-07C169235ABE}" type="datetime1">
              <a:rPr lang="zh-TW" altLang="en-US" smtClean="0"/>
              <a:t>2023/12/26</a:t>
            </a:fld>
            <a:endParaRPr lang="zh-TW" altLang="en-US"/>
          </a:p>
        </p:txBody>
      </p:sp>
      <p:sp>
        <p:nvSpPr>
          <p:cNvPr id="5" name="Footer Placeholder 4">
            <a:extLst>
              <a:ext uri="{FF2B5EF4-FFF2-40B4-BE49-F238E27FC236}">
                <a16:creationId xmlns:a16="http://schemas.microsoft.com/office/drawing/2014/main" id="{753DCF9E-E6A3-995C-A1B7-97A453CBDACD}"/>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DB585ECA-E5DF-198A-D862-E85E0172760A}"/>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1676363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64931-3342-74A5-5F4A-1ACADB362228}"/>
              </a:ext>
            </a:extLst>
          </p:cNvPr>
          <p:cNvSpPr>
            <a:spLocks noGrp="1"/>
          </p:cNvSpPr>
          <p:nvPr>
            <p:ph type="title"/>
          </p:nvPr>
        </p:nvSpPr>
        <p:spPr>
          <a:xfrm>
            <a:off x="831850" y="1709738"/>
            <a:ext cx="10515600" cy="2852737"/>
          </a:xfrm>
        </p:spPr>
        <p:txBody>
          <a:bodyPr anchor="b"/>
          <a:lstStyle>
            <a:lvl1pPr>
              <a:defRPr sz="6000"/>
            </a:lvl1p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1E4ABAD9-77A7-31C2-CE3B-83AB0265A3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TW"/>
              <a:t>Click to edit Master text styles</a:t>
            </a:r>
          </a:p>
        </p:txBody>
      </p:sp>
      <p:sp>
        <p:nvSpPr>
          <p:cNvPr id="4" name="Date Placeholder 3">
            <a:extLst>
              <a:ext uri="{FF2B5EF4-FFF2-40B4-BE49-F238E27FC236}">
                <a16:creationId xmlns:a16="http://schemas.microsoft.com/office/drawing/2014/main" id="{E95B3F41-FADE-64E8-94E5-51E3BAD87B58}"/>
              </a:ext>
            </a:extLst>
          </p:cNvPr>
          <p:cNvSpPr>
            <a:spLocks noGrp="1"/>
          </p:cNvSpPr>
          <p:nvPr>
            <p:ph type="dt" sz="half" idx="10"/>
          </p:nvPr>
        </p:nvSpPr>
        <p:spPr/>
        <p:txBody>
          <a:bodyPr/>
          <a:lstStyle/>
          <a:p>
            <a:fld id="{57565B83-0041-4153-BE6A-AC833F78FF5D}" type="datetime1">
              <a:rPr lang="zh-TW" altLang="en-US" smtClean="0"/>
              <a:t>2023/12/26</a:t>
            </a:fld>
            <a:endParaRPr lang="zh-TW" altLang="en-US"/>
          </a:p>
        </p:txBody>
      </p:sp>
      <p:sp>
        <p:nvSpPr>
          <p:cNvPr id="5" name="Footer Placeholder 4">
            <a:extLst>
              <a:ext uri="{FF2B5EF4-FFF2-40B4-BE49-F238E27FC236}">
                <a16:creationId xmlns:a16="http://schemas.microsoft.com/office/drawing/2014/main" id="{DCCF82AA-63C8-C306-BDDF-A523D9F84AD3}"/>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2F183CF1-15A7-D9A0-AB7D-63A9F3204F7C}"/>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999627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A4541-876E-1323-86BB-134B34EBFE26}"/>
              </a:ext>
            </a:extLst>
          </p:cNvPr>
          <p:cNvSpPr>
            <a:spLocks noGrp="1"/>
          </p:cNvSpPr>
          <p:nvPr>
            <p:ph type="title"/>
          </p:nvPr>
        </p:nvSpPr>
        <p:spPr/>
        <p:txBody>
          <a:body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7C2F7A99-40BB-A978-A62D-456D85CB313F}"/>
              </a:ext>
            </a:extLst>
          </p:cNvPr>
          <p:cNvSpPr>
            <a:spLocks noGrp="1"/>
          </p:cNvSpPr>
          <p:nvPr>
            <p:ph sz="half" idx="1"/>
          </p:nvPr>
        </p:nvSpPr>
        <p:spPr>
          <a:xfrm>
            <a:off x="838200" y="1825625"/>
            <a:ext cx="5181600" cy="435133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Content Placeholder 3">
            <a:extLst>
              <a:ext uri="{FF2B5EF4-FFF2-40B4-BE49-F238E27FC236}">
                <a16:creationId xmlns:a16="http://schemas.microsoft.com/office/drawing/2014/main" id="{0EB6C4AB-2328-C15C-EDBA-A6D9849715E4}"/>
              </a:ext>
            </a:extLst>
          </p:cNvPr>
          <p:cNvSpPr>
            <a:spLocks noGrp="1"/>
          </p:cNvSpPr>
          <p:nvPr>
            <p:ph sz="half" idx="2"/>
          </p:nvPr>
        </p:nvSpPr>
        <p:spPr>
          <a:xfrm>
            <a:off x="6172200" y="1825625"/>
            <a:ext cx="5181600" cy="435133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Date Placeholder 4">
            <a:extLst>
              <a:ext uri="{FF2B5EF4-FFF2-40B4-BE49-F238E27FC236}">
                <a16:creationId xmlns:a16="http://schemas.microsoft.com/office/drawing/2014/main" id="{90785A17-9FA9-28E5-585D-C1967447ECBE}"/>
              </a:ext>
            </a:extLst>
          </p:cNvPr>
          <p:cNvSpPr>
            <a:spLocks noGrp="1"/>
          </p:cNvSpPr>
          <p:nvPr>
            <p:ph type="dt" sz="half" idx="10"/>
          </p:nvPr>
        </p:nvSpPr>
        <p:spPr/>
        <p:txBody>
          <a:bodyPr/>
          <a:lstStyle/>
          <a:p>
            <a:fld id="{46CB9B35-D303-45AC-922E-2C254C3D75FD}" type="datetime1">
              <a:rPr lang="zh-TW" altLang="en-US" smtClean="0"/>
              <a:t>2023/12/26</a:t>
            </a:fld>
            <a:endParaRPr lang="zh-TW" altLang="en-US"/>
          </a:p>
        </p:txBody>
      </p:sp>
      <p:sp>
        <p:nvSpPr>
          <p:cNvPr id="6" name="Footer Placeholder 5">
            <a:extLst>
              <a:ext uri="{FF2B5EF4-FFF2-40B4-BE49-F238E27FC236}">
                <a16:creationId xmlns:a16="http://schemas.microsoft.com/office/drawing/2014/main" id="{E38A8324-6BD6-434F-B46A-42E288600154}"/>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027986F1-3A6D-B41E-CFB4-7417B1F77B02}"/>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1895118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3C63D-C7AF-2A59-F8AD-A038C042ACD5}"/>
              </a:ext>
            </a:extLst>
          </p:cNvPr>
          <p:cNvSpPr>
            <a:spLocks noGrp="1"/>
          </p:cNvSpPr>
          <p:nvPr>
            <p:ph type="title"/>
          </p:nvPr>
        </p:nvSpPr>
        <p:spPr>
          <a:xfrm>
            <a:off x="839788" y="365125"/>
            <a:ext cx="10515600" cy="1325563"/>
          </a:xfrm>
        </p:spPr>
        <p:txBody>
          <a:body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F97C0EB9-FD48-3B5F-2543-5658F7F50A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4" name="Content Placeholder 3">
            <a:extLst>
              <a:ext uri="{FF2B5EF4-FFF2-40B4-BE49-F238E27FC236}">
                <a16:creationId xmlns:a16="http://schemas.microsoft.com/office/drawing/2014/main" id="{455B3736-516F-9579-FACA-DCB21A18E94D}"/>
              </a:ext>
            </a:extLst>
          </p:cNvPr>
          <p:cNvSpPr>
            <a:spLocks noGrp="1"/>
          </p:cNvSpPr>
          <p:nvPr>
            <p:ph sz="half" idx="2"/>
          </p:nvPr>
        </p:nvSpPr>
        <p:spPr>
          <a:xfrm>
            <a:off x="839788" y="2505075"/>
            <a:ext cx="5157787" cy="368458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Text Placeholder 4">
            <a:extLst>
              <a:ext uri="{FF2B5EF4-FFF2-40B4-BE49-F238E27FC236}">
                <a16:creationId xmlns:a16="http://schemas.microsoft.com/office/drawing/2014/main" id="{86B03EA5-7849-E5F4-BF87-F3FC863686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6" name="Content Placeholder 5">
            <a:extLst>
              <a:ext uri="{FF2B5EF4-FFF2-40B4-BE49-F238E27FC236}">
                <a16:creationId xmlns:a16="http://schemas.microsoft.com/office/drawing/2014/main" id="{A531D914-6ED8-D257-6CC2-104C6745C03F}"/>
              </a:ext>
            </a:extLst>
          </p:cNvPr>
          <p:cNvSpPr>
            <a:spLocks noGrp="1"/>
          </p:cNvSpPr>
          <p:nvPr>
            <p:ph sz="quarter" idx="4"/>
          </p:nvPr>
        </p:nvSpPr>
        <p:spPr>
          <a:xfrm>
            <a:off x="6172200" y="2505075"/>
            <a:ext cx="5183188" cy="368458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Date Placeholder 6">
            <a:extLst>
              <a:ext uri="{FF2B5EF4-FFF2-40B4-BE49-F238E27FC236}">
                <a16:creationId xmlns:a16="http://schemas.microsoft.com/office/drawing/2014/main" id="{789A8773-F0F7-3DBC-9C59-CA8EF9CF98D7}"/>
              </a:ext>
            </a:extLst>
          </p:cNvPr>
          <p:cNvSpPr>
            <a:spLocks noGrp="1"/>
          </p:cNvSpPr>
          <p:nvPr>
            <p:ph type="dt" sz="half" idx="10"/>
          </p:nvPr>
        </p:nvSpPr>
        <p:spPr/>
        <p:txBody>
          <a:bodyPr/>
          <a:lstStyle/>
          <a:p>
            <a:fld id="{A3921656-B42B-4D9A-AC54-F81F7BCCBEAE}" type="datetime1">
              <a:rPr lang="zh-TW" altLang="en-US" smtClean="0"/>
              <a:t>2023/12/26</a:t>
            </a:fld>
            <a:endParaRPr lang="zh-TW" altLang="en-US"/>
          </a:p>
        </p:txBody>
      </p:sp>
      <p:sp>
        <p:nvSpPr>
          <p:cNvPr id="8" name="Footer Placeholder 7">
            <a:extLst>
              <a:ext uri="{FF2B5EF4-FFF2-40B4-BE49-F238E27FC236}">
                <a16:creationId xmlns:a16="http://schemas.microsoft.com/office/drawing/2014/main" id="{13D508DB-1C1C-AFC2-2C1A-1DDBC10F88E7}"/>
              </a:ext>
            </a:extLst>
          </p:cNvPr>
          <p:cNvSpPr>
            <a:spLocks noGrp="1"/>
          </p:cNvSpPr>
          <p:nvPr>
            <p:ph type="ftr" sz="quarter" idx="11"/>
          </p:nvPr>
        </p:nvSpPr>
        <p:spPr/>
        <p:txBody>
          <a:bodyPr/>
          <a:lstStyle/>
          <a:p>
            <a:endParaRPr lang="zh-TW" altLang="en-US"/>
          </a:p>
        </p:txBody>
      </p:sp>
      <p:sp>
        <p:nvSpPr>
          <p:cNvPr id="9" name="Slide Number Placeholder 8">
            <a:extLst>
              <a:ext uri="{FF2B5EF4-FFF2-40B4-BE49-F238E27FC236}">
                <a16:creationId xmlns:a16="http://schemas.microsoft.com/office/drawing/2014/main" id="{38C9407E-CED6-F5A6-39DB-82B07C84A9D4}"/>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3595342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28DAB-3374-67D6-5EB1-2C3253F55250}"/>
              </a:ext>
            </a:extLst>
          </p:cNvPr>
          <p:cNvSpPr>
            <a:spLocks noGrp="1"/>
          </p:cNvSpPr>
          <p:nvPr>
            <p:ph type="title"/>
          </p:nvPr>
        </p:nvSpPr>
        <p:spPr/>
        <p:txBody>
          <a:bodyPr/>
          <a:lstStyle/>
          <a:p>
            <a:r>
              <a:rPr lang="en-US" altLang="zh-TW"/>
              <a:t>Click to edit Master title style</a:t>
            </a:r>
            <a:endParaRPr lang="zh-TW" altLang="en-US"/>
          </a:p>
        </p:txBody>
      </p:sp>
      <p:sp>
        <p:nvSpPr>
          <p:cNvPr id="3" name="Date Placeholder 2">
            <a:extLst>
              <a:ext uri="{FF2B5EF4-FFF2-40B4-BE49-F238E27FC236}">
                <a16:creationId xmlns:a16="http://schemas.microsoft.com/office/drawing/2014/main" id="{080D7194-F69E-4DA8-89C4-AE8729BF6621}"/>
              </a:ext>
            </a:extLst>
          </p:cNvPr>
          <p:cNvSpPr>
            <a:spLocks noGrp="1"/>
          </p:cNvSpPr>
          <p:nvPr>
            <p:ph type="dt" sz="half" idx="10"/>
          </p:nvPr>
        </p:nvSpPr>
        <p:spPr/>
        <p:txBody>
          <a:bodyPr/>
          <a:lstStyle/>
          <a:p>
            <a:fld id="{4AD17E9E-DC5F-4981-A278-B964CEDE55F3}" type="datetime1">
              <a:rPr lang="zh-TW" altLang="en-US" smtClean="0"/>
              <a:t>2023/12/26</a:t>
            </a:fld>
            <a:endParaRPr lang="zh-TW" altLang="en-US"/>
          </a:p>
        </p:txBody>
      </p:sp>
      <p:sp>
        <p:nvSpPr>
          <p:cNvPr id="4" name="Footer Placeholder 3">
            <a:extLst>
              <a:ext uri="{FF2B5EF4-FFF2-40B4-BE49-F238E27FC236}">
                <a16:creationId xmlns:a16="http://schemas.microsoft.com/office/drawing/2014/main" id="{268D0780-D9CB-B34D-A2E0-1D14B42F55C0}"/>
              </a:ext>
            </a:extLst>
          </p:cNvPr>
          <p:cNvSpPr>
            <a:spLocks noGrp="1"/>
          </p:cNvSpPr>
          <p:nvPr>
            <p:ph type="ftr" sz="quarter" idx="11"/>
          </p:nvPr>
        </p:nvSpPr>
        <p:spPr/>
        <p:txBody>
          <a:bodyPr/>
          <a:lstStyle/>
          <a:p>
            <a:endParaRPr lang="zh-TW" altLang="en-US"/>
          </a:p>
        </p:txBody>
      </p:sp>
      <p:sp>
        <p:nvSpPr>
          <p:cNvPr id="5" name="Slide Number Placeholder 4">
            <a:extLst>
              <a:ext uri="{FF2B5EF4-FFF2-40B4-BE49-F238E27FC236}">
                <a16:creationId xmlns:a16="http://schemas.microsoft.com/office/drawing/2014/main" id="{4BA4697E-BF8C-08DA-29D6-3B9ACC5CE078}"/>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4210603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7CFF4D-DBD6-E4FB-30B0-3844F2359FC9}"/>
              </a:ext>
            </a:extLst>
          </p:cNvPr>
          <p:cNvSpPr>
            <a:spLocks noGrp="1"/>
          </p:cNvSpPr>
          <p:nvPr>
            <p:ph type="dt" sz="half" idx="10"/>
          </p:nvPr>
        </p:nvSpPr>
        <p:spPr/>
        <p:txBody>
          <a:bodyPr/>
          <a:lstStyle/>
          <a:p>
            <a:fld id="{4B61BA28-29E6-413C-8FC3-1AB2A12C5000}" type="datetime1">
              <a:rPr lang="zh-TW" altLang="en-US" smtClean="0"/>
              <a:t>2023/12/26</a:t>
            </a:fld>
            <a:endParaRPr lang="zh-TW" altLang="en-US"/>
          </a:p>
        </p:txBody>
      </p:sp>
      <p:sp>
        <p:nvSpPr>
          <p:cNvPr id="3" name="Footer Placeholder 2">
            <a:extLst>
              <a:ext uri="{FF2B5EF4-FFF2-40B4-BE49-F238E27FC236}">
                <a16:creationId xmlns:a16="http://schemas.microsoft.com/office/drawing/2014/main" id="{9E53340C-74EA-761B-F592-FD6C446900E6}"/>
              </a:ext>
            </a:extLst>
          </p:cNvPr>
          <p:cNvSpPr>
            <a:spLocks noGrp="1"/>
          </p:cNvSpPr>
          <p:nvPr>
            <p:ph type="ftr" sz="quarter" idx="11"/>
          </p:nvPr>
        </p:nvSpPr>
        <p:spPr/>
        <p:txBody>
          <a:bodyPr/>
          <a:lstStyle/>
          <a:p>
            <a:endParaRPr lang="zh-TW" altLang="en-US"/>
          </a:p>
        </p:txBody>
      </p:sp>
      <p:sp>
        <p:nvSpPr>
          <p:cNvPr id="4" name="Slide Number Placeholder 3">
            <a:extLst>
              <a:ext uri="{FF2B5EF4-FFF2-40B4-BE49-F238E27FC236}">
                <a16:creationId xmlns:a16="http://schemas.microsoft.com/office/drawing/2014/main" id="{0C816107-4110-8028-60EF-14E5F2D11499}"/>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3238812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D5481-AD55-0A04-6A16-2FE5FE1FE5E7}"/>
              </a:ext>
            </a:extLst>
          </p:cNvPr>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F28FA7E5-F55B-C36B-5945-661CDB1EDF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Text Placeholder 3">
            <a:extLst>
              <a:ext uri="{FF2B5EF4-FFF2-40B4-BE49-F238E27FC236}">
                <a16:creationId xmlns:a16="http://schemas.microsoft.com/office/drawing/2014/main" id="{41045507-E0DA-CCE2-C66E-2F29EA6A91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Click to edit Master text styles</a:t>
            </a:r>
          </a:p>
        </p:txBody>
      </p:sp>
      <p:sp>
        <p:nvSpPr>
          <p:cNvPr id="5" name="Date Placeholder 4">
            <a:extLst>
              <a:ext uri="{FF2B5EF4-FFF2-40B4-BE49-F238E27FC236}">
                <a16:creationId xmlns:a16="http://schemas.microsoft.com/office/drawing/2014/main" id="{A3D0A186-4631-35C9-68C0-298149FFEDF5}"/>
              </a:ext>
            </a:extLst>
          </p:cNvPr>
          <p:cNvSpPr>
            <a:spLocks noGrp="1"/>
          </p:cNvSpPr>
          <p:nvPr>
            <p:ph type="dt" sz="half" idx="10"/>
          </p:nvPr>
        </p:nvSpPr>
        <p:spPr/>
        <p:txBody>
          <a:bodyPr/>
          <a:lstStyle/>
          <a:p>
            <a:fld id="{CA35B894-C477-477B-A40C-ABF96CFD8F6D}" type="datetime1">
              <a:rPr lang="zh-TW" altLang="en-US" smtClean="0"/>
              <a:t>2023/12/26</a:t>
            </a:fld>
            <a:endParaRPr lang="zh-TW" altLang="en-US"/>
          </a:p>
        </p:txBody>
      </p:sp>
      <p:sp>
        <p:nvSpPr>
          <p:cNvPr id="6" name="Footer Placeholder 5">
            <a:extLst>
              <a:ext uri="{FF2B5EF4-FFF2-40B4-BE49-F238E27FC236}">
                <a16:creationId xmlns:a16="http://schemas.microsoft.com/office/drawing/2014/main" id="{5C6AC9F0-1D2E-CD0B-A6B8-A8337FE537DD}"/>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CCC73D3E-1C05-2CFF-6405-4771E57F8216}"/>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895450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29362-71C4-6CF9-38E0-C4F81738C538}"/>
              </a:ext>
            </a:extLst>
          </p:cNvPr>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Picture Placeholder 2">
            <a:extLst>
              <a:ext uri="{FF2B5EF4-FFF2-40B4-BE49-F238E27FC236}">
                <a16:creationId xmlns:a16="http://schemas.microsoft.com/office/drawing/2014/main" id="{D930231A-174C-8A04-7F37-326E7B3D7B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Text Placeholder 3">
            <a:extLst>
              <a:ext uri="{FF2B5EF4-FFF2-40B4-BE49-F238E27FC236}">
                <a16:creationId xmlns:a16="http://schemas.microsoft.com/office/drawing/2014/main" id="{1B03C50E-C2ED-00AE-E101-79CFAFB17C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Click to edit Master text styles</a:t>
            </a:r>
          </a:p>
        </p:txBody>
      </p:sp>
      <p:sp>
        <p:nvSpPr>
          <p:cNvPr id="5" name="Date Placeholder 4">
            <a:extLst>
              <a:ext uri="{FF2B5EF4-FFF2-40B4-BE49-F238E27FC236}">
                <a16:creationId xmlns:a16="http://schemas.microsoft.com/office/drawing/2014/main" id="{74E4BE7B-D25D-CFE2-B089-BAA86DCFC27E}"/>
              </a:ext>
            </a:extLst>
          </p:cNvPr>
          <p:cNvSpPr>
            <a:spLocks noGrp="1"/>
          </p:cNvSpPr>
          <p:nvPr>
            <p:ph type="dt" sz="half" idx="10"/>
          </p:nvPr>
        </p:nvSpPr>
        <p:spPr/>
        <p:txBody>
          <a:bodyPr/>
          <a:lstStyle/>
          <a:p>
            <a:fld id="{60B8CEE4-CC87-4EDB-B1A0-E5B550FCFFE6}" type="datetime1">
              <a:rPr lang="zh-TW" altLang="en-US" smtClean="0"/>
              <a:t>2023/12/26</a:t>
            </a:fld>
            <a:endParaRPr lang="zh-TW" altLang="en-US"/>
          </a:p>
        </p:txBody>
      </p:sp>
      <p:sp>
        <p:nvSpPr>
          <p:cNvPr id="6" name="Footer Placeholder 5">
            <a:extLst>
              <a:ext uri="{FF2B5EF4-FFF2-40B4-BE49-F238E27FC236}">
                <a16:creationId xmlns:a16="http://schemas.microsoft.com/office/drawing/2014/main" id="{65D0EA70-9CF5-E2A3-4310-0B5FAE7B7BE1}"/>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AB134B4A-B942-A3BD-6BA9-01E17E554220}"/>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808095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8A6AD-5403-1ACC-D4D1-96B39DD846FD}"/>
              </a:ext>
            </a:extLst>
          </p:cNvPr>
          <p:cNvSpPr>
            <a:spLocks noGrp="1"/>
          </p:cNvSpPr>
          <p:nvPr>
            <p:ph type="title"/>
          </p:nvPr>
        </p:nvSpPr>
        <p:spPr/>
        <p:txBody>
          <a:bodyPr/>
          <a:lstStyle/>
          <a:p>
            <a:r>
              <a:rPr lang="en-US" altLang="zh-TW"/>
              <a:t>Click to edit Master title style</a:t>
            </a:r>
            <a:endParaRPr lang="zh-TW" altLang="en-US"/>
          </a:p>
        </p:txBody>
      </p:sp>
      <p:sp>
        <p:nvSpPr>
          <p:cNvPr id="3" name="Vertical Text Placeholder 2">
            <a:extLst>
              <a:ext uri="{FF2B5EF4-FFF2-40B4-BE49-F238E27FC236}">
                <a16:creationId xmlns:a16="http://schemas.microsoft.com/office/drawing/2014/main" id="{82E60034-6B39-C082-088F-72D19BFE1304}"/>
              </a:ext>
            </a:extLst>
          </p:cNvPr>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19F803D3-C2D4-4034-17A0-8D2928B1269D}"/>
              </a:ext>
            </a:extLst>
          </p:cNvPr>
          <p:cNvSpPr>
            <a:spLocks noGrp="1"/>
          </p:cNvSpPr>
          <p:nvPr>
            <p:ph type="dt" sz="half" idx="10"/>
          </p:nvPr>
        </p:nvSpPr>
        <p:spPr/>
        <p:txBody>
          <a:bodyPr/>
          <a:lstStyle/>
          <a:p>
            <a:fld id="{817EE008-8BE4-416E-B613-24286D41E7D4}" type="datetime1">
              <a:rPr lang="zh-TW" altLang="en-US" smtClean="0"/>
              <a:t>2023/12/26</a:t>
            </a:fld>
            <a:endParaRPr lang="zh-TW" altLang="en-US"/>
          </a:p>
        </p:txBody>
      </p:sp>
      <p:sp>
        <p:nvSpPr>
          <p:cNvPr id="5" name="Footer Placeholder 4">
            <a:extLst>
              <a:ext uri="{FF2B5EF4-FFF2-40B4-BE49-F238E27FC236}">
                <a16:creationId xmlns:a16="http://schemas.microsoft.com/office/drawing/2014/main" id="{3F295024-0915-E154-0CBE-65A94D23019C}"/>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70D7C4D6-1F53-D5A1-0F98-4AF14C84F0CA}"/>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568947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C8714A-61BB-5406-A5DA-BC8910B5CD05}"/>
              </a:ext>
            </a:extLst>
          </p:cNvPr>
          <p:cNvSpPr>
            <a:spLocks noGrp="1"/>
          </p:cNvSpPr>
          <p:nvPr>
            <p:ph type="title" orient="vert"/>
          </p:nvPr>
        </p:nvSpPr>
        <p:spPr>
          <a:xfrm>
            <a:off x="8724900" y="365125"/>
            <a:ext cx="2628900" cy="5811838"/>
          </a:xfrm>
        </p:spPr>
        <p:txBody>
          <a:bodyPr vert="eaVert"/>
          <a:lstStyle/>
          <a:p>
            <a:r>
              <a:rPr lang="en-US" altLang="zh-TW"/>
              <a:t>Click to edit Master title style</a:t>
            </a:r>
            <a:endParaRPr lang="zh-TW" altLang="en-US"/>
          </a:p>
        </p:txBody>
      </p:sp>
      <p:sp>
        <p:nvSpPr>
          <p:cNvPr id="3" name="Vertical Text Placeholder 2">
            <a:extLst>
              <a:ext uri="{FF2B5EF4-FFF2-40B4-BE49-F238E27FC236}">
                <a16:creationId xmlns:a16="http://schemas.microsoft.com/office/drawing/2014/main" id="{F04B0A4F-7A22-6245-0B0A-635765A85459}"/>
              </a:ext>
            </a:extLst>
          </p:cNvPr>
          <p:cNvSpPr>
            <a:spLocks noGrp="1"/>
          </p:cNvSpPr>
          <p:nvPr>
            <p:ph type="body" orient="vert" idx="1"/>
          </p:nvPr>
        </p:nvSpPr>
        <p:spPr>
          <a:xfrm>
            <a:off x="838200" y="365125"/>
            <a:ext cx="7734300" cy="5811838"/>
          </a:xfrm>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08523698-D80C-5B02-26C3-B7E0D02093A0}"/>
              </a:ext>
            </a:extLst>
          </p:cNvPr>
          <p:cNvSpPr>
            <a:spLocks noGrp="1"/>
          </p:cNvSpPr>
          <p:nvPr>
            <p:ph type="dt" sz="half" idx="10"/>
          </p:nvPr>
        </p:nvSpPr>
        <p:spPr/>
        <p:txBody>
          <a:bodyPr/>
          <a:lstStyle/>
          <a:p>
            <a:fld id="{2CDEF28F-6298-4CFF-8665-F90686AB1F2D}" type="datetime1">
              <a:rPr lang="zh-TW" altLang="en-US" smtClean="0"/>
              <a:t>2023/12/26</a:t>
            </a:fld>
            <a:endParaRPr lang="zh-TW" altLang="en-US"/>
          </a:p>
        </p:txBody>
      </p:sp>
      <p:sp>
        <p:nvSpPr>
          <p:cNvPr id="5" name="Footer Placeholder 4">
            <a:extLst>
              <a:ext uri="{FF2B5EF4-FFF2-40B4-BE49-F238E27FC236}">
                <a16:creationId xmlns:a16="http://schemas.microsoft.com/office/drawing/2014/main" id="{46961CDA-4309-2D61-CD40-8DE7FA2E1253}"/>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BE0DEE89-0D64-3A74-3CEA-425D035B8803}"/>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538924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9CB272-2800-21BB-F226-6BCB7515BF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80EA0C83-E1FB-8AAC-CDEA-98C2D15B70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290E59ED-035C-8CC1-CFE9-73EA26D0C3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C9A6DC-91FA-468A-8153-0A164473FE7A}" type="datetime1">
              <a:rPr lang="zh-TW" altLang="en-US" smtClean="0"/>
              <a:t>2023/12/26</a:t>
            </a:fld>
            <a:endParaRPr lang="zh-TW" altLang="en-US"/>
          </a:p>
        </p:txBody>
      </p:sp>
      <p:sp>
        <p:nvSpPr>
          <p:cNvPr id="5" name="Footer Placeholder 4">
            <a:extLst>
              <a:ext uri="{FF2B5EF4-FFF2-40B4-BE49-F238E27FC236}">
                <a16:creationId xmlns:a16="http://schemas.microsoft.com/office/drawing/2014/main" id="{830ED3AA-0139-02CF-DF2C-5E6C9CB6C2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a:extLst>
              <a:ext uri="{FF2B5EF4-FFF2-40B4-BE49-F238E27FC236}">
                <a16:creationId xmlns:a16="http://schemas.microsoft.com/office/drawing/2014/main" id="{2B1D16DD-A0C6-441C-56CA-8F27599A8E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123377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901A9-EC42-0349-C42C-1EF1F72BF040}"/>
              </a:ext>
            </a:extLst>
          </p:cNvPr>
          <p:cNvSpPr>
            <a:spLocks noGrp="1"/>
          </p:cNvSpPr>
          <p:nvPr>
            <p:ph type="ctrTitle"/>
          </p:nvPr>
        </p:nvSpPr>
        <p:spPr>
          <a:xfrm>
            <a:off x="1223962" y="1122363"/>
            <a:ext cx="9744075" cy="2387600"/>
          </a:xfrm>
        </p:spPr>
        <p:txBody>
          <a:bodyPr vert="horz" lIns="91440" tIns="45720" rIns="91440" bIns="45720" rtlCol="0" anchor="ctr">
            <a:noAutofit/>
          </a:bodyPr>
          <a:lstStyle/>
          <a:p>
            <a:r>
              <a:rPr lang="en-US" altLang="zh-TW" sz="4400" dirty="0">
                <a:latin typeface="Times New Roman"/>
                <a:ea typeface="新細明體"/>
                <a:cs typeface="Times New Roman"/>
              </a:rPr>
              <a:t>Finding top-</a:t>
            </a:r>
            <a:r>
              <a:rPr lang="en-US" altLang="zh-TW" sz="4400" i="1" dirty="0">
                <a:latin typeface="Times New Roman"/>
                <a:ea typeface="新細明體"/>
                <a:cs typeface="Times New Roman"/>
              </a:rPr>
              <a:t>k</a:t>
            </a:r>
            <a:r>
              <a:rPr lang="en-US" altLang="zh-TW" sz="4400" dirty="0">
                <a:latin typeface="Times New Roman"/>
                <a:ea typeface="新細明體"/>
                <a:cs typeface="Times New Roman"/>
              </a:rPr>
              <a:t> longest palindromes in substrings</a:t>
            </a:r>
            <a:endParaRPr lang="zh-TW" sz="4400" dirty="0">
              <a:ea typeface="新細明體"/>
              <a:cs typeface="Calibri Light"/>
            </a:endParaRPr>
          </a:p>
        </p:txBody>
      </p:sp>
      <p:sp>
        <p:nvSpPr>
          <p:cNvPr id="3" name="Subtitle 2">
            <a:extLst>
              <a:ext uri="{FF2B5EF4-FFF2-40B4-BE49-F238E27FC236}">
                <a16:creationId xmlns:a16="http://schemas.microsoft.com/office/drawing/2014/main" id="{54DBE6CB-9CF8-48E7-B831-C6B10B6C080F}"/>
              </a:ext>
            </a:extLst>
          </p:cNvPr>
          <p:cNvSpPr>
            <a:spLocks noGrp="1"/>
          </p:cNvSpPr>
          <p:nvPr>
            <p:ph type="subTitle" idx="1"/>
          </p:nvPr>
        </p:nvSpPr>
        <p:spPr>
          <a:xfrm>
            <a:off x="1396767" y="3845319"/>
            <a:ext cx="9398466" cy="1655762"/>
          </a:xfrm>
        </p:spPr>
        <p:txBody>
          <a:bodyPr vert="horz" lIns="91440" tIns="45720" rIns="91440" bIns="45720" rtlCol="0" anchor="t">
            <a:normAutofit/>
          </a:bodyPr>
          <a:lstStyle/>
          <a:p>
            <a:r>
              <a:rPr lang="en-US" dirty="0">
                <a:latin typeface="Times New Roman"/>
                <a:ea typeface="+mn-lt"/>
                <a:cs typeface="+mn-lt"/>
              </a:rPr>
              <a:t>Kazuki </a:t>
            </a:r>
            <a:r>
              <a:rPr lang="en-US" dirty="0" err="1">
                <a:latin typeface="Times New Roman"/>
                <a:ea typeface="+mn-lt"/>
                <a:cs typeface="+mn-lt"/>
              </a:rPr>
              <a:t>Mitani</a:t>
            </a:r>
            <a:r>
              <a:rPr lang="en-US" dirty="0">
                <a:latin typeface="Times New Roman"/>
                <a:ea typeface="+mn-lt"/>
                <a:cs typeface="+mn-lt"/>
              </a:rPr>
              <a:t>, Takuya </a:t>
            </a:r>
            <a:r>
              <a:rPr lang="en-US" dirty="0" err="1">
                <a:latin typeface="Times New Roman"/>
                <a:ea typeface="+mn-lt"/>
                <a:cs typeface="+mn-lt"/>
              </a:rPr>
              <a:t>Mieno</a:t>
            </a:r>
            <a:r>
              <a:rPr lang="en-US" dirty="0">
                <a:latin typeface="Times New Roman"/>
                <a:ea typeface="+mn-lt"/>
                <a:cs typeface="+mn-lt"/>
              </a:rPr>
              <a:t>, Kazuhisa </a:t>
            </a:r>
            <a:r>
              <a:rPr lang="en-US" dirty="0" err="1">
                <a:latin typeface="Times New Roman"/>
                <a:ea typeface="+mn-lt"/>
                <a:cs typeface="+mn-lt"/>
              </a:rPr>
              <a:t>Seto</a:t>
            </a:r>
            <a:r>
              <a:rPr lang="en-US" dirty="0">
                <a:latin typeface="Times New Roman"/>
                <a:ea typeface="+mn-lt"/>
                <a:cs typeface="+mn-lt"/>
              </a:rPr>
              <a:t>, Takashi </a:t>
            </a:r>
            <a:r>
              <a:rPr lang="en-US" dirty="0" err="1">
                <a:latin typeface="Times New Roman"/>
                <a:ea typeface="+mn-lt"/>
                <a:cs typeface="+mn-lt"/>
              </a:rPr>
              <a:t>Horiyama</a:t>
            </a:r>
            <a:endParaRPr lang="en-US" dirty="0">
              <a:latin typeface="Times New Roman"/>
              <a:ea typeface="+mn-lt"/>
              <a:cs typeface="+mn-lt"/>
            </a:endParaRPr>
          </a:p>
          <a:p>
            <a:r>
              <a:rPr lang="en-US" altLang="zh-TW" sz="2000" dirty="0">
                <a:latin typeface="Times New Roman" panose="02020603050405020304" pitchFamily="18" charset="0"/>
                <a:cs typeface="Times New Roman" panose="02020603050405020304" pitchFamily="18" charset="0"/>
              </a:rPr>
              <a:t>Theoretical Computer Science 979 (2023) 114183</a:t>
            </a:r>
            <a:endParaRPr lang="fr-FR" altLang="zh-TW" sz="2500" dirty="0">
              <a:latin typeface="Times New Roman" panose="02020603050405020304" pitchFamily="18" charset="0"/>
              <a:ea typeface="新細明體"/>
              <a:cs typeface="Times New Roman" panose="02020603050405020304" pitchFamily="18" charset="0"/>
            </a:endParaRPr>
          </a:p>
        </p:txBody>
      </p:sp>
      <p:sp>
        <p:nvSpPr>
          <p:cNvPr id="4" name="副標題 2">
            <a:extLst>
              <a:ext uri="{FF2B5EF4-FFF2-40B4-BE49-F238E27FC236}">
                <a16:creationId xmlns:a16="http://schemas.microsoft.com/office/drawing/2014/main" id="{272805CA-C188-EA0E-0232-5E39FC11B582}"/>
              </a:ext>
            </a:extLst>
          </p:cNvPr>
          <p:cNvSpPr txBox="1">
            <a:spLocks/>
          </p:cNvSpPr>
          <p:nvPr/>
        </p:nvSpPr>
        <p:spPr>
          <a:xfrm>
            <a:off x="8322197" y="6002973"/>
            <a:ext cx="3584053" cy="660717"/>
          </a:xfrm>
          <a:prstGeom prst="rect">
            <a:avLst/>
          </a:prstGeom>
        </p:spPr>
        <p:txBody>
          <a:bodyPr vert="horz" lIns="91440" tIns="45720" rIns="91440" bIns="45720" rtlCol="0" anchor="t">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kumimoji="1" lang="en" altLang="zh-TW" dirty="0">
                <a:latin typeface="Times New Roman"/>
                <a:ea typeface="新細明體"/>
                <a:cs typeface="Times New Roman"/>
              </a:rPr>
              <a:t>Presenter: Shih-Hong Li</a:t>
            </a:r>
          </a:p>
          <a:p>
            <a:r>
              <a:rPr kumimoji="1" lang="en" altLang="zh-TW" dirty="0">
                <a:latin typeface="Times New Roman"/>
                <a:ea typeface="新細明體"/>
                <a:cs typeface="Times New Roman"/>
              </a:rPr>
              <a:t>Date: </a:t>
            </a:r>
            <a:r>
              <a:rPr kumimoji="1" lang="en-US" altLang="zh-TW" dirty="0">
                <a:latin typeface="Times New Roman"/>
                <a:ea typeface="新細明體"/>
                <a:cs typeface="Times New Roman"/>
              </a:rPr>
              <a:t>Dec.</a:t>
            </a:r>
            <a:r>
              <a:rPr kumimoji="1" lang="en" altLang="zh-TW" dirty="0">
                <a:latin typeface="Times New Roman"/>
                <a:ea typeface="新細明體"/>
                <a:cs typeface="Times New Roman"/>
              </a:rPr>
              <a:t> </a:t>
            </a:r>
            <a:r>
              <a:rPr kumimoji="1" lang="en-US" altLang="zh-TW" dirty="0">
                <a:latin typeface="Times New Roman"/>
                <a:ea typeface="新細明體"/>
                <a:cs typeface="Times New Roman"/>
              </a:rPr>
              <a:t>26</a:t>
            </a:r>
            <a:r>
              <a:rPr kumimoji="1" lang="en" altLang="zh-TW" dirty="0">
                <a:latin typeface="Times New Roman"/>
                <a:ea typeface="新細明體"/>
                <a:cs typeface="Times New Roman"/>
              </a:rPr>
              <a:t>, 2023</a:t>
            </a:r>
            <a:endParaRPr lang="en" altLang="zh-TW" dirty="0">
              <a:latin typeface="Times New Roman"/>
              <a:ea typeface="新細明體"/>
              <a:cs typeface="Times New Roman"/>
            </a:endParaRPr>
          </a:p>
        </p:txBody>
      </p:sp>
      <p:sp>
        <p:nvSpPr>
          <p:cNvPr id="5" name="Slide Number Placeholder 4">
            <a:extLst>
              <a:ext uri="{FF2B5EF4-FFF2-40B4-BE49-F238E27FC236}">
                <a16:creationId xmlns:a16="http://schemas.microsoft.com/office/drawing/2014/main" id="{A0AAB76B-0FAF-9711-6F27-1F8F6638EBF6}"/>
              </a:ext>
            </a:extLst>
          </p:cNvPr>
          <p:cNvSpPr>
            <a:spLocks noGrp="1"/>
          </p:cNvSpPr>
          <p:nvPr>
            <p:ph type="sldNum" sz="quarter" idx="12"/>
          </p:nvPr>
        </p:nvSpPr>
        <p:spPr/>
        <p:txBody>
          <a:bodyPr/>
          <a:lstStyle/>
          <a:p>
            <a:fld id="{7FE2C478-69CB-4CE2-A453-7F649089E273}" type="slidenum">
              <a:rPr lang="zh-TW" altLang="en-US" smtClean="0"/>
              <a:t>1</a:t>
            </a:fld>
            <a:endParaRPr lang="zh-TW" altLang="en-US" dirty="0"/>
          </a:p>
        </p:txBody>
      </p:sp>
    </p:spTree>
    <p:extLst>
      <p:ext uri="{BB962C8B-B14F-4D97-AF65-F5344CB8AC3E}">
        <p14:creationId xmlns:p14="http://schemas.microsoft.com/office/powerpoint/2010/main" val="20678574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A3735-885C-D762-2A7C-7760F6C51119}"/>
              </a:ext>
            </a:extLst>
          </p:cNvPr>
          <p:cNvSpPr>
            <a:spLocks noGrp="1"/>
          </p:cNvSpPr>
          <p:nvPr>
            <p:ph type="title"/>
          </p:nvPr>
        </p:nvSpPr>
        <p:spPr>
          <a:xfrm>
            <a:off x="838200" y="406866"/>
            <a:ext cx="10515600" cy="1325563"/>
          </a:xfrm>
        </p:spPr>
        <p:txBody>
          <a:bodyPr>
            <a:normAutofit/>
          </a:bodyPr>
          <a:lstStyle/>
          <a:p>
            <a:r>
              <a:rPr kumimoji="1" lang="en-US" altLang="zh-TW" sz="4000" b="1" dirty="0">
                <a:latin typeface="Times New Roman" panose="02020603050405020304" pitchFamily="18" charset="0"/>
                <a:cs typeface="Times New Roman" panose="02020603050405020304" pitchFamily="18" charset="0"/>
              </a:rPr>
              <a:t>Abstract </a:t>
            </a:r>
            <a:endParaRPr kumimoji="1" lang="zh-TW" altLang="en-US"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E60A558-83F5-DC4B-E8C9-3EB0801F3EAE}"/>
              </a:ext>
            </a:extLst>
          </p:cNvPr>
          <p:cNvSpPr>
            <a:spLocks noGrp="1"/>
          </p:cNvSpPr>
          <p:nvPr>
            <p:ph idx="1"/>
          </p:nvPr>
        </p:nvSpPr>
        <p:spPr>
          <a:xfrm>
            <a:off x="838200" y="1602298"/>
            <a:ext cx="10797330" cy="4697834"/>
          </a:xfrm>
        </p:spPr>
        <p:txBody>
          <a:bodyPr vert="horz" lIns="91440" tIns="45720" rIns="91440" bIns="45720" rtlCol="0" anchor="t">
            <a:normAutofit fontScale="92500" lnSpcReduction="20000"/>
          </a:bodyPr>
          <a:lstStyle/>
          <a:p>
            <a:pPr marL="0" indent="0">
              <a:lnSpc>
                <a:spcPct val="110000"/>
              </a:lnSpc>
              <a:buNone/>
            </a:pPr>
            <a:r>
              <a:rPr kumimoji="1" lang="en-US" sz="2600" dirty="0">
                <a:latin typeface="Times New Roman"/>
                <a:ea typeface="+mn-lt"/>
                <a:cs typeface="+mn-lt"/>
              </a:rPr>
              <a:t>Palindromes are strings that read the same forward and backward. Problems of computing palindromic structures in strings have been studied for many years with the motivation of their application to biology. The longest palindrome problem is one of the most important and classical problems regarding palindromic structures, that is, to compute the longest palindrome appearing in a string </a:t>
            </a:r>
            <a:r>
              <a:rPr kumimoji="1" lang="en-US" sz="2600" i="1" dirty="0">
                <a:latin typeface="Times New Roman"/>
                <a:ea typeface="+mn-lt"/>
                <a:cs typeface="+mn-lt"/>
              </a:rPr>
              <a:t>T</a:t>
            </a:r>
            <a:r>
              <a:rPr kumimoji="1" lang="en-US" sz="2600" dirty="0">
                <a:latin typeface="Times New Roman"/>
                <a:ea typeface="+mn-lt"/>
                <a:cs typeface="+mn-lt"/>
              </a:rPr>
              <a:t> of length </a:t>
            </a:r>
            <a:r>
              <a:rPr kumimoji="1" lang="en-US" sz="2600" i="1" dirty="0">
                <a:latin typeface="Times New Roman"/>
                <a:ea typeface="+mn-lt"/>
                <a:cs typeface="+mn-lt"/>
              </a:rPr>
              <a:t>n</a:t>
            </a:r>
            <a:r>
              <a:rPr kumimoji="1" lang="en-US" sz="2600" dirty="0">
                <a:latin typeface="Times New Roman"/>
                <a:ea typeface="+mn-lt"/>
                <a:cs typeface="+mn-lt"/>
              </a:rPr>
              <a:t>. The problem can be solved in O(</a:t>
            </a:r>
            <a:r>
              <a:rPr kumimoji="1" lang="en-US" sz="2600" i="1" dirty="0">
                <a:latin typeface="Times New Roman"/>
                <a:ea typeface="+mn-lt"/>
                <a:cs typeface="+mn-lt"/>
              </a:rPr>
              <a:t>n</a:t>
            </a:r>
            <a:r>
              <a:rPr kumimoji="1" lang="en-US" sz="2600" dirty="0">
                <a:latin typeface="Times New Roman"/>
                <a:ea typeface="+mn-lt"/>
                <a:cs typeface="+mn-lt"/>
              </a:rPr>
              <a:t>) time by the famous algorithm of </a:t>
            </a:r>
            <a:r>
              <a:rPr kumimoji="1" lang="en-US" sz="2600" dirty="0" err="1">
                <a:latin typeface="Times New Roman"/>
                <a:ea typeface="+mn-lt"/>
                <a:cs typeface="+mn-lt"/>
              </a:rPr>
              <a:t>Manacher</a:t>
            </a:r>
            <a:r>
              <a:rPr kumimoji="1" lang="en-US" sz="2600" dirty="0">
                <a:latin typeface="Times New Roman"/>
                <a:ea typeface="+mn-lt"/>
                <a:cs typeface="+mn-lt"/>
              </a:rPr>
              <a:t> (1975). This paper generalizes the longest palindrome problem to the problem of finding the top-</a:t>
            </a:r>
            <a:r>
              <a:rPr kumimoji="1" lang="en-US" sz="2600" i="1" dirty="0">
                <a:latin typeface="Times New Roman"/>
                <a:ea typeface="+mn-lt"/>
                <a:cs typeface="+mn-lt"/>
              </a:rPr>
              <a:t>k</a:t>
            </a:r>
            <a:r>
              <a:rPr kumimoji="1" lang="en-US" sz="2600" dirty="0">
                <a:latin typeface="Times New Roman"/>
                <a:ea typeface="+mn-lt"/>
                <a:cs typeface="+mn-lt"/>
              </a:rPr>
              <a:t> longest palindromes in an arbitrary substring, including the input string </a:t>
            </a:r>
            <a:r>
              <a:rPr kumimoji="1" lang="en-US" sz="2600" i="1" dirty="0">
                <a:latin typeface="Times New Roman"/>
                <a:ea typeface="+mn-lt"/>
                <a:cs typeface="+mn-lt"/>
              </a:rPr>
              <a:t>T</a:t>
            </a:r>
            <a:r>
              <a:rPr kumimoji="1" lang="en-US" sz="2600" dirty="0">
                <a:latin typeface="Times New Roman"/>
                <a:ea typeface="+mn-lt"/>
                <a:cs typeface="+mn-lt"/>
              </a:rPr>
              <a:t> itself. The internal top-</a:t>
            </a:r>
            <a:r>
              <a:rPr kumimoji="1" lang="en-US" sz="2600" i="1" dirty="0">
                <a:latin typeface="Times New Roman"/>
                <a:ea typeface="+mn-lt"/>
                <a:cs typeface="+mn-lt"/>
              </a:rPr>
              <a:t>k</a:t>
            </a:r>
            <a:r>
              <a:rPr kumimoji="1" lang="en-US" sz="2600" dirty="0">
                <a:latin typeface="Times New Roman"/>
                <a:ea typeface="+mn-lt"/>
                <a:cs typeface="+mn-lt"/>
              </a:rPr>
              <a:t> longest palindrome query is, given a substring </a:t>
            </a:r>
            <a:r>
              <a:rPr kumimoji="1" lang="en-US" sz="2600" i="1" dirty="0">
                <a:latin typeface="Times New Roman"/>
                <a:ea typeface="+mn-lt"/>
                <a:cs typeface="+mn-lt"/>
              </a:rPr>
              <a:t>T</a:t>
            </a:r>
            <a:r>
              <a:rPr kumimoji="1" lang="en-US" sz="2600" dirty="0">
                <a:latin typeface="Times New Roman"/>
                <a:ea typeface="+mn-lt"/>
                <a:cs typeface="+mn-lt"/>
              </a:rPr>
              <a:t> [</a:t>
            </a:r>
            <a:r>
              <a:rPr kumimoji="1" lang="en-US" sz="2600" i="1" dirty="0" err="1">
                <a:latin typeface="Times New Roman"/>
                <a:ea typeface="+mn-lt"/>
                <a:cs typeface="+mn-lt"/>
              </a:rPr>
              <a:t>i</a:t>
            </a:r>
            <a:r>
              <a:rPr kumimoji="1" lang="en-US" sz="2600" dirty="0">
                <a:latin typeface="Times New Roman"/>
                <a:ea typeface="+mn-lt"/>
                <a:cs typeface="+mn-lt"/>
              </a:rPr>
              <a:t>.. </a:t>
            </a:r>
            <a:r>
              <a:rPr kumimoji="1" lang="en-US" sz="2600" i="1" dirty="0">
                <a:latin typeface="Times New Roman"/>
                <a:ea typeface="+mn-lt"/>
                <a:cs typeface="+mn-lt"/>
              </a:rPr>
              <a:t>j</a:t>
            </a:r>
            <a:r>
              <a:rPr kumimoji="1" lang="en-US" sz="2600" dirty="0">
                <a:latin typeface="Times New Roman"/>
                <a:ea typeface="+mn-lt"/>
                <a:cs typeface="+mn-lt"/>
              </a:rPr>
              <a:t>] of </a:t>
            </a:r>
            <a:r>
              <a:rPr kumimoji="1" lang="en-US" sz="2600" i="1" dirty="0">
                <a:latin typeface="Times New Roman"/>
                <a:ea typeface="+mn-lt"/>
                <a:cs typeface="+mn-lt"/>
              </a:rPr>
              <a:t>T</a:t>
            </a:r>
            <a:r>
              <a:rPr kumimoji="1" lang="en-US" sz="2600" dirty="0">
                <a:latin typeface="Times New Roman"/>
                <a:ea typeface="+mn-lt"/>
                <a:cs typeface="+mn-lt"/>
              </a:rPr>
              <a:t> and a positive integer </a:t>
            </a:r>
            <a:r>
              <a:rPr kumimoji="1" lang="en-US" sz="2600" i="1" dirty="0">
                <a:latin typeface="Times New Roman"/>
                <a:ea typeface="+mn-lt"/>
                <a:cs typeface="+mn-lt"/>
              </a:rPr>
              <a:t>k</a:t>
            </a:r>
            <a:r>
              <a:rPr kumimoji="1" lang="en-US" sz="2600" dirty="0">
                <a:latin typeface="Times New Roman"/>
                <a:ea typeface="+mn-lt"/>
                <a:cs typeface="+mn-lt"/>
              </a:rPr>
              <a:t> as a query, to compute the top-</a:t>
            </a:r>
            <a:r>
              <a:rPr kumimoji="1" lang="en-US" sz="2600" i="1" dirty="0">
                <a:latin typeface="Times New Roman"/>
                <a:ea typeface="+mn-lt"/>
                <a:cs typeface="+mn-lt"/>
              </a:rPr>
              <a:t>k</a:t>
            </a:r>
            <a:r>
              <a:rPr kumimoji="1" lang="en-US" sz="2600" dirty="0">
                <a:latin typeface="Times New Roman"/>
                <a:ea typeface="+mn-lt"/>
                <a:cs typeface="+mn-lt"/>
              </a:rPr>
              <a:t> longest palindromes appearing in </a:t>
            </a:r>
            <a:r>
              <a:rPr kumimoji="1" lang="en-US" sz="2600" i="1" dirty="0">
                <a:latin typeface="Times New Roman"/>
                <a:ea typeface="+mn-lt"/>
                <a:cs typeface="+mn-lt"/>
              </a:rPr>
              <a:t>T</a:t>
            </a:r>
            <a:r>
              <a:rPr kumimoji="1" lang="en-US" sz="2600" dirty="0">
                <a:latin typeface="Times New Roman"/>
                <a:ea typeface="+mn-lt"/>
                <a:cs typeface="+mn-lt"/>
              </a:rPr>
              <a:t> [</a:t>
            </a:r>
            <a:r>
              <a:rPr kumimoji="1" lang="en-US" sz="2600" i="1" dirty="0" err="1">
                <a:latin typeface="Times New Roman"/>
                <a:ea typeface="+mn-lt"/>
                <a:cs typeface="+mn-lt"/>
              </a:rPr>
              <a:t>i</a:t>
            </a:r>
            <a:r>
              <a:rPr kumimoji="1" lang="en-US" sz="2600" dirty="0">
                <a:latin typeface="Times New Roman"/>
                <a:ea typeface="+mn-lt"/>
                <a:cs typeface="+mn-lt"/>
              </a:rPr>
              <a:t>.. </a:t>
            </a:r>
            <a:r>
              <a:rPr kumimoji="1" lang="en-US" sz="2600" i="1" dirty="0">
                <a:latin typeface="Times New Roman"/>
                <a:ea typeface="+mn-lt"/>
                <a:cs typeface="+mn-lt"/>
              </a:rPr>
              <a:t>j</a:t>
            </a:r>
            <a:r>
              <a:rPr kumimoji="1" lang="en-US" sz="2600" dirty="0">
                <a:latin typeface="Times New Roman"/>
                <a:ea typeface="+mn-lt"/>
                <a:cs typeface="+mn-lt"/>
              </a:rPr>
              <a:t>]. This paper proposes a linear-size data structure that can answer internal top-</a:t>
            </a:r>
            <a:r>
              <a:rPr kumimoji="1" lang="en-US" sz="2600" i="1" dirty="0">
                <a:latin typeface="Times New Roman"/>
                <a:ea typeface="+mn-lt"/>
                <a:cs typeface="+mn-lt"/>
              </a:rPr>
              <a:t>k</a:t>
            </a:r>
            <a:r>
              <a:rPr kumimoji="1" lang="en-US" sz="2600" dirty="0">
                <a:latin typeface="Times New Roman"/>
                <a:ea typeface="+mn-lt"/>
                <a:cs typeface="+mn-lt"/>
              </a:rPr>
              <a:t> longest palindromes query in optimal O(</a:t>
            </a:r>
            <a:r>
              <a:rPr kumimoji="1" lang="en-US" sz="2600" i="1" dirty="0">
                <a:latin typeface="Times New Roman"/>
                <a:ea typeface="+mn-lt"/>
                <a:cs typeface="+mn-lt"/>
              </a:rPr>
              <a:t>k</a:t>
            </a:r>
            <a:r>
              <a:rPr kumimoji="1" lang="en-US" sz="2600" dirty="0">
                <a:latin typeface="Times New Roman"/>
                <a:ea typeface="+mn-lt"/>
                <a:cs typeface="+mn-lt"/>
              </a:rPr>
              <a:t>) time. Also, given the input string T , our data structure can be constructed in O(</a:t>
            </a:r>
            <a:r>
              <a:rPr kumimoji="1" lang="en-US" sz="2600" i="1" dirty="0">
                <a:latin typeface="Times New Roman"/>
                <a:ea typeface="+mn-lt"/>
                <a:cs typeface="+mn-lt"/>
              </a:rPr>
              <a:t>n</a:t>
            </a:r>
            <a:r>
              <a:rPr kumimoji="1" lang="en-US" sz="2600" dirty="0">
                <a:latin typeface="Times New Roman"/>
                <a:ea typeface="+mn-lt"/>
                <a:cs typeface="+mn-lt"/>
              </a:rPr>
              <a:t> </a:t>
            </a:r>
            <a:r>
              <a:rPr kumimoji="1" lang="en-US" sz="2600" dirty="0" err="1">
                <a:latin typeface="Times New Roman"/>
                <a:ea typeface="+mn-lt"/>
                <a:cs typeface="+mn-lt"/>
              </a:rPr>
              <a:t>log</a:t>
            </a:r>
            <a:r>
              <a:rPr kumimoji="1" lang="en-US" sz="2600" i="1" dirty="0" err="1">
                <a:latin typeface="Times New Roman"/>
                <a:ea typeface="+mn-lt"/>
                <a:cs typeface="+mn-lt"/>
              </a:rPr>
              <a:t>n</a:t>
            </a:r>
            <a:r>
              <a:rPr kumimoji="1" lang="en-US" sz="2600" dirty="0">
                <a:latin typeface="Times New Roman"/>
                <a:ea typeface="+mn-lt"/>
                <a:cs typeface="+mn-lt"/>
              </a:rPr>
              <a:t>) time. For </a:t>
            </a:r>
            <a:r>
              <a:rPr kumimoji="1" lang="en-US" sz="2600" i="1" dirty="0">
                <a:latin typeface="Times New Roman"/>
                <a:ea typeface="+mn-lt"/>
                <a:cs typeface="+mn-lt"/>
              </a:rPr>
              <a:t>k</a:t>
            </a:r>
            <a:r>
              <a:rPr kumimoji="1" lang="en-US" sz="2600" dirty="0">
                <a:latin typeface="Times New Roman"/>
                <a:ea typeface="+mn-lt"/>
                <a:cs typeface="+mn-lt"/>
              </a:rPr>
              <a:t> = 1, the construction time is reduced to O(</a:t>
            </a:r>
            <a:r>
              <a:rPr kumimoji="1" lang="en-US" sz="2600" i="1" dirty="0">
                <a:latin typeface="Times New Roman"/>
                <a:ea typeface="+mn-lt"/>
                <a:cs typeface="+mn-lt"/>
              </a:rPr>
              <a:t>n</a:t>
            </a:r>
            <a:r>
              <a:rPr kumimoji="1" lang="en-US" sz="2600" dirty="0">
                <a:latin typeface="Times New Roman"/>
                <a:ea typeface="+mn-lt"/>
                <a:cs typeface="+mn-lt"/>
              </a:rPr>
              <a:t>).</a:t>
            </a:r>
            <a:endParaRPr lang="en-US" altLang="zh-TW" sz="2600" dirty="0">
              <a:ea typeface="Calibri"/>
              <a:cs typeface="Calibri"/>
            </a:endParaRPr>
          </a:p>
        </p:txBody>
      </p:sp>
      <p:sp>
        <p:nvSpPr>
          <p:cNvPr id="4" name="Slide Number Placeholder 3">
            <a:extLst>
              <a:ext uri="{FF2B5EF4-FFF2-40B4-BE49-F238E27FC236}">
                <a16:creationId xmlns:a16="http://schemas.microsoft.com/office/drawing/2014/main" id="{7955E3F4-879A-1E75-AEA8-8BFC5FE9B187}"/>
              </a:ext>
            </a:extLst>
          </p:cNvPr>
          <p:cNvSpPr>
            <a:spLocks noGrp="1"/>
          </p:cNvSpPr>
          <p:nvPr>
            <p:ph type="sldNum" sz="quarter" idx="12"/>
          </p:nvPr>
        </p:nvSpPr>
        <p:spPr/>
        <p:txBody>
          <a:bodyPr/>
          <a:lstStyle/>
          <a:p>
            <a:fld id="{7FE2C478-69CB-4CE2-A453-7F649089E273}" type="slidenum">
              <a:rPr lang="zh-TW" altLang="en-US" smtClean="0"/>
              <a:t>2</a:t>
            </a:fld>
            <a:endParaRPr lang="zh-TW" altLang="en-US" dirty="0"/>
          </a:p>
        </p:txBody>
      </p:sp>
    </p:spTree>
    <p:extLst>
      <p:ext uri="{BB962C8B-B14F-4D97-AF65-F5344CB8AC3E}">
        <p14:creationId xmlns:p14="http://schemas.microsoft.com/office/powerpoint/2010/main" val="3671907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CC9D453-A5A8-6C49-222F-E93FAFC94C63}"/>
              </a:ext>
            </a:extLst>
          </p:cNvPr>
          <p:cNvSpPr>
            <a:spLocks noGrp="1"/>
          </p:cNvSpPr>
          <p:nvPr>
            <p:ph type="title"/>
          </p:nvPr>
        </p:nvSpPr>
        <p:spPr/>
        <p:txBody>
          <a:bodyPr/>
          <a:lstStyle/>
          <a:p>
            <a:r>
              <a:rPr kumimoji="1" lang="en-US" altLang="zh-TW" sz="4400" dirty="0" err="1">
                <a:latin typeface="Times New Roman"/>
                <a:ea typeface="+mn-lt"/>
                <a:cs typeface="+mn-lt"/>
              </a:rPr>
              <a:t>Manacher’s</a:t>
            </a:r>
            <a:r>
              <a:rPr kumimoji="1" lang="en-US" altLang="zh-TW" sz="4400" dirty="0">
                <a:latin typeface="Times New Roman"/>
                <a:ea typeface="+mn-lt"/>
                <a:cs typeface="+mn-lt"/>
              </a:rPr>
              <a:t> algorithm(1/2)</a:t>
            </a:r>
            <a:endParaRPr lang="zh-TW" altLang="en-US" dirty="0"/>
          </a:p>
        </p:txBody>
      </p:sp>
      <p:sp>
        <p:nvSpPr>
          <p:cNvPr id="3" name="內容版面配置區 2">
            <a:extLst>
              <a:ext uri="{FF2B5EF4-FFF2-40B4-BE49-F238E27FC236}">
                <a16:creationId xmlns:a16="http://schemas.microsoft.com/office/drawing/2014/main" id="{5DF00D13-5360-6BB8-FFFA-6367063F06BF}"/>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Let T = abba</a:t>
            </a:r>
          </a:p>
          <a:p>
            <a:r>
              <a:rPr lang="en-US" altLang="zh-TW" dirty="0">
                <a:latin typeface="Times New Roman" panose="02020603050405020304" pitchFamily="18" charset="0"/>
                <a:cs typeface="Times New Roman" panose="02020603050405020304" pitchFamily="18" charset="0"/>
              </a:rPr>
              <a:t>Preprocess</a:t>
            </a:r>
          </a:p>
          <a:p>
            <a:pPr lvl="1"/>
            <a:r>
              <a:rPr lang="en-US" altLang="zh-TW" dirty="0">
                <a:latin typeface="Times New Roman" panose="02020603050405020304" pitchFamily="18" charset="0"/>
                <a:cs typeface="Times New Roman" panose="02020603050405020304" pitchFamily="18" charset="0"/>
              </a:rPr>
              <a:t> T = #a#b#b#a#</a:t>
            </a:r>
          </a:p>
          <a:p>
            <a:pPr lvl="1"/>
            <a:r>
              <a:rPr lang="en-US" altLang="zh-TW" dirty="0">
                <a:latin typeface="Times New Roman" panose="02020603050405020304" pitchFamily="18" charset="0"/>
                <a:cs typeface="Times New Roman" panose="02020603050405020304" pitchFamily="18" charset="0"/>
              </a:rPr>
              <a:t>P[1…2</a:t>
            </a:r>
            <a:r>
              <a:rPr lang="en-US" altLang="zh-TW" i="1" dirty="0">
                <a:latin typeface="Times New Roman" panose="02020603050405020304" pitchFamily="18" charset="0"/>
                <a:cs typeface="Times New Roman" panose="02020603050405020304" pitchFamily="18" charset="0"/>
              </a:rPr>
              <a:t>n</a:t>
            </a:r>
            <a:r>
              <a:rPr lang="en-US" altLang="zh-TW" dirty="0">
                <a:latin typeface="Times New Roman" panose="02020603050405020304" pitchFamily="18" charset="0"/>
                <a:cs typeface="Times New Roman" panose="02020603050405020304" pitchFamily="18" charset="0"/>
              </a:rPr>
              <a:t>-1] = 0</a:t>
            </a:r>
          </a:p>
          <a:p>
            <a:r>
              <a:rPr lang="en-US" altLang="zh-TW" dirty="0">
                <a:latin typeface="Times New Roman" panose="02020603050405020304" pitchFamily="18" charset="0"/>
                <a:cs typeface="Times New Roman" panose="02020603050405020304" pitchFamily="18" charset="0"/>
              </a:rPr>
              <a:t>Time complexity = O(</a:t>
            </a:r>
            <a:r>
              <a:rPr lang="en-US" altLang="zh-TW" i="1" dirty="0">
                <a:latin typeface="Times New Roman" panose="02020603050405020304" pitchFamily="18" charset="0"/>
                <a:cs typeface="Times New Roman" panose="02020603050405020304" pitchFamily="18" charset="0"/>
              </a:rPr>
              <a:t>n</a:t>
            </a:r>
            <a:r>
              <a:rPr lang="en-US" altLang="zh-TW" dirty="0">
                <a:latin typeface="Times New Roman" panose="02020603050405020304" pitchFamily="18" charset="0"/>
                <a:cs typeface="Times New Roman" panose="02020603050405020304" pitchFamily="18" charset="0"/>
              </a:rPr>
              <a:t>)</a:t>
            </a:r>
          </a:p>
          <a:p>
            <a:pPr lvl="1"/>
            <a:endParaRPr lang="en-US" altLang="zh-TW" dirty="0">
              <a:latin typeface="Times New Roman" panose="02020603050405020304" pitchFamily="18" charset="0"/>
              <a:cs typeface="Times New Roman" panose="02020603050405020304" pitchFamily="18" charset="0"/>
            </a:endParaRPr>
          </a:p>
          <a:p>
            <a:pPr lvl="1"/>
            <a:endParaRPr lang="en-US" altLang="zh-TW" dirty="0">
              <a:latin typeface="Times New Roman" panose="02020603050405020304" pitchFamily="18" charset="0"/>
              <a:cs typeface="Times New Roman" panose="02020603050405020304" pitchFamily="18" charset="0"/>
            </a:endParaRPr>
          </a:p>
          <a:p>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A36BF3BC-1FD9-D754-DAAE-DDBB95C0BA20}"/>
              </a:ext>
            </a:extLst>
          </p:cNvPr>
          <p:cNvSpPr>
            <a:spLocks noGrp="1"/>
          </p:cNvSpPr>
          <p:nvPr>
            <p:ph type="sldNum" sz="quarter" idx="12"/>
          </p:nvPr>
        </p:nvSpPr>
        <p:spPr/>
        <p:txBody>
          <a:bodyPr/>
          <a:lstStyle/>
          <a:p>
            <a:fld id="{C497B8E6-CB28-4350-9E62-3F3C29E41FED}" type="slidenum">
              <a:rPr lang="zh-TW" altLang="en-US" smtClean="0"/>
              <a:t>3</a:t>
            </a:fld>
            <a:endParaRPr lang="zh-TW" altLang="en-US"/>
          </a:p>
        </p:txBody>
      </p:sp>
    </p:spTree>
    <p:extLst>
      <p:ext uri="{BB962C8B-B14F-4D97-AF65-F5344CB8AC3E}">
        <p14:creationId xmlns:p14="http://schemas.microsoft.com/office/powerpoint/2010/main" val="4252275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E07C732-0298-18DB-16CB-5CCB476C48C9}"/>
              </a:ext>
            </a:extLst>
          </p:cNvPr>
          <p:cNvSpPr>
            <a:spLocks noGrp="1"/>
          </p:cNvSpPr>
          <p:nvPr>
            <p:ph type="title"/>
          </p:nvPr>
        </p:nvSpPr>
        <p:spPr/>
        <p:txBody>
          <a:bodyPr/>
          <a:lstStyle/>
          <a:p>
            <a:r>
              <a:rPr kumimoji="1" lang="en-US" altLang="zh-TW" sz="4400" dirty="0" err="1">
                <a:latin typeface="Times New Roman"/>
                <a:ea typeface="+mn-lt"/>
                <a:cs typeface="+mn-lt"/>
              </a:rPr>
              <a:t>Manacher’s</a:t>
            </a:r>
            <a:r>
              <a:rPr kumimoji="1" lang="en-US" altLang="zh-TW" sz="4400" dirty="0">
                <a:latin typeface="Times New Roman"/>
                <a:ea typeface="+mn-lt"/>
                <a:cs typeface="+mn-lt"/>
              </a:rPr>
              <a:t> algorithm(2/2)</a:t>
            </a:r>
            <a:endParaRPr lang="zh-TW" altLang="en-US" dirty="0"/>
          </a:p>
        </p:txBody>
      </p:sp>
      <p:sp>
        <p:nvSpPr>
          <p:cNvPr id="3" name="內容版面配置區 2">
            <a:extLst>
              <a:ext uri="{FF2B5EF4-FFF2-40B4-BE49-F238E27FC236}">
                <a16:creationId xmlns:a16="http://schemas.microsoft.com/office/drawing/2014/main" id="{46FA47EF-30BF-E3BF-B4DD-3DA9B36A0633}"/>
              </a:ext>
            </a:extLst>
          </p:cNvPr>
          <p:cNvSpPr>
            <a:spLocks noGrp="1"/>
          </p:cNvSpPr>
          <p:nvPr>
            <p:ph idx="1"/>
          </p:nvPr>
        </p:nvSpPr>
        <p:spPr/>
        <p:txBody>
          <a:bodyPr>
            <a:normAutofit/>
          </a:bodyPr>
          <a:lstStyle/>
          <a:p>
            <a:r>
              <a:rPr lang="en-US" altLang="zh-TW" sz="2400" dirty="0">
                <a:latin typeface="Times New Roman" panose="02020603050405020304" pitchFamily="18" charset="0"/>
                <a:cs typeface="Times New Roman" panose="02020603050405020304" pitchFamily="18" charset="0"/>
              </a:rPr>
              <a:t>T = #a#b#b#a#</a:t>
            </a:r>
          </a:p>
          <a:p>
            <a:r>
              <a:rPr lang="en-US" altLang="zh-TW" sz="2400" dirty="0">
                <a:latin typeface="Times New Roman" panose="02020603050405020304" pitchFamily="18" charset="0"/>
                <a:cs typeface="Times New Roman" panose="02020603050405020304" pitchFamily="18" charset="0"/>
              </a:rPr>
              <a:t>Traverse</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T:</a:t>
            </a:r>
          </a:p>
          <a:p>
            <a:pPr lvl="1"/>
            <a:r>
              <a:rPr lang="en-US" altLang="zh-TW" dirty="0">
                <a:latin typeface="Times New Roman" panose="02020603050405020304" pitchFamily="18" charset="0"/>
                <a:cs typeface="Times New Roman" panose="02020603050405020304" pitchFamily="18" charset="0"/>
              </a:rPr>
              <a:t>Expand centered on position 1 (character ‘#‘)</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longest </a:t>
            </a:r>
            <a:r>
              <a:rPr lang="en-US" altLang="zh-TW" dirty="0" err="1">
                <a:latin typeface="Times New Roman" panose="02020603050405020304" pitchFamily="18" charset="0"/>
                <a:cs typeface="Times New Roman" panose="02020603050405020304" pitchFamily="18" charset="0"/>
              </a:rPr>
              <a:t>palidrom</a:t>
            </a:r>
            <a:r>
              <a:rPr lang="en-US" altLang="zh-TW" dirty="0">
                <a:latin typeface="Times New Roman" panose="02020603050405020304" pitchFamily="18" charset="0"/>
                <a:cs typeface="Times New Roman" panose="02020603050405020304" pitchFamily="18" charset="0"/>
              </a:rPr>
              <a:t> radius </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is 0</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update</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P[1] = 0</a:t>
            </a:r>
          </a:p>
          <a:p>
            <a:pPr lvl="1"/>
            <a:r>
              <a:rPr lang="en-US" altLang="zh-TW" dirty="0">
                <a:latin typeface="Times New Roman" panose="02020603050405020304" pitchFamily="18" charset="0"/>
                <a:cs typeface="Times New Roman" panose="02020603050405020304" pitchFamily="18" charset="0"/>
              </a:rPr>
              <a:t>Expand centered on position 1 (character ‘a‘)</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longest </a:t>
            </a:r>
            <a:r>
              <a:rPr lang="en-US" altLang="zh-TW" dirty="0" err="1">
                <a:latin typeface="Times New Roman" panose="02020603050405020304" pitchFamily="18" charset="0"/>
                <a:cs typeface="Times New Roman" panose="02020603050405020304" pitchFamily="18" charset="0"/>
              </a:rPr>
              <a:t>palidrom</a:t>
            </a:r>
            <a:r>
              <a:rPr lang="en-US" altLang="zh-TW" dirty="0">
                <a:latin typeface="Times New Roman" panose="02020603050405020304" pitchFamily="18" charset="0"/>
                <a:cs typeface="Times New Roman" panose="02020603050405020304" pitchFamily="18" charset="0"/>
              </a:rPr>
              <a:t> radius </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is 1</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update</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P[2] = 1</a:t>
            </a:r>
          </a:p>
          <a:p>
            <a:pPr lvl="1"/>
            <a:r>
              <a:rPr lang="en-US" altLang="zh-TW" dirty="0">
                <a:latin typeface="Times New Roman" panose="02020603050405020304" pitchFamily="18" charset="0"/>
                <a:cs typeface="Times New Roman" panose="02020603050405020304" pitchFamily="18" charset="0"/>
              </a:rPr>
              <a:t>Expand centered on position 1 (character ‘#‘)</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longest </a:t>
            </a:r>
            <a:r>
              <a:rPr lang="en-US" altLang="zh-TW" dirty="0" err="1">
                <a:latin typeface="Times New Roman" panose="02020603050405020304" pitchFamily="18" charset="0"/>
                <a:cs typeface="Times New Roman" panose="02020603050405020304" pitchFamily="18" charset="0"/>
              </a:rPr>
              <a:t>palidrom</a:t>
            </a:r>
            <a:r>
              <a:rPr lang="en-US" altLang="zh-TW" dirty="0">
                <a:latin typeface="Times New Roman" panose="02020603050405020304" pitchFamily="18" charset="0"/>
                <a:cs typeface="Times New Roman" panose="02020603050405020304" pitchFamily="18" charset="0"/>
              </a:rPr>
              <a:t> radius </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is 0</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update</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P[3] = 0</a:t>
            </a:r>
          </a:p>
          <a:p>
            <a:pPr lvl="1"/>
            <a:r>
              <a:rPr lang="en-US" altLang="zh-TW" dirty="0">
                <a:latin typeface="Times New Roman" panose="02020603050405020304" pitchFamily="18" charset="0"/>
                <a:cs typeface="Times New Roman" panose="02020603050405020304" pitchFamily="18" charset="0"/>
              </a:rPr>
              <a:t>Expand centered on position 1 (character ‘b‘)</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longest </a:t>
            </a:r>
            <a:r>
              <a:rPr lang="en-US" altLang="zh-TW" dirty="0" err="1">
                <a:latin typeface="Times New Roman" panose="02020603050405020304" pitchFamily="18" charset="0"/>
                <a:cs typeface="Times New Roman" panose="02020603050405020304" pitchFamily="18" charset="0"/>
              </a:rPr>
              <a:t>palidrom</a:t>
            </a:r>
            <a:r>
              <a:rPr lang="en-US" altLang="zh-TW" dirty="0">
                <a:latin typeface="Times New Roman" panose="02020603050405020304" pitchFamily="18" charset="0"/>
                <a:cs typeface="Times New Roman" panose="02020603050405020304" pitchFamily="18" charset="0"/>
              </a:rPr>
              <a:t> radius </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is 1</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update</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P[4] = 1</a:t>
            </a:r>
          </a:p>
          <a:p>
            <a:pPr lvl="1"/>
            <a:r>
              <a:rPr lang="en-US" altLang="zh-TW" dirty="0">
                <a:latin typeface="Times New Roman" panose="02020603050405020304" pitchFamily="18" charset="0"/>
                <a:cs typeface="Times New Roman" panose="02020603050405020304" pitchFamily="18" charset="0"/>
              </a:rPr>
              <a:t>……..</a:t>
            </a:r>
          </a:p>
          <a:p>
            <a:pPr lvl="1"/>
            <a:endParaRPr lang="en-US" altLang="zh-TW" dirty="0">
              <a:latin typeface="Times New Roman" panose="02020603050405020304" pitchFamily="18" charset="0"/>
              <a:cs typeface="Times New Roman" panose="02020603050405020304" pitchFamily="18" charset="0"/>
            </a:endParaRPr>
          </a:p>
          <a:p>
            <a:endParaRPr lang="zh-TW" altLang="en-US" sz="2400" dirty="0"/>
          </a:p>
        </p:txBody>
      </p:sp>
      <p:sp>
        <p:nvSpPr>
          <p:cNvPr id="4" name="投影片編號版面配置區 3">
            <a:extLst>
              <a:ext uri="{FF2B5EF4-FFF2-40B4-BE49-F238E27FC236}">
                <a16:creationId xmlns:a16="http://schemas.microsoft.com/office/drawing/2014/main" id="{2774FF4F-4531-26A9-5A92-1C1D0D01D81E}"/>
              </a:ext>
            </a:extLst>
          </p:cNvPr>
          <p:cNvSpPr>
            <a:spLocks noGrp="1"/>
          </p:cNvSpPr>
          <p:nvPr>
            <p:ph type="sldNum" sz="quarter" idx="12"/>
          </p:nvPr>
        </p:nvSpPr>
        <p:spPr/>
        <p:txBody>
          <a:bodyPr/>
          <a:lstStyle/>
          <a:p>
            <a:fld id="{C497B8E6-CB28-4350-9E62-3F3C29E41FED}" type="slidenum">
              <a:rPr lang="zh-TW" altLang="en-US" smtClean="0"/>
              <a:t>4</a:t>
            </a:fld>
            <a:endParaRPr lang="zh-TW" altLang="en-US"/>
          </a:p>
        </p:txBody>
      </p:sp>
    </p:spTree>
    <p:extLst>
      <p:ext uri="{BB962C8B-B14F-4D97-AF65-F5344CB8AC3E}">
        <p14:creationId xmlns:p14="http://schemas.microsoft.com/office/powerpoint/2010/main" val="7367145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F65FF77-C990-7A3D-9122-AD12982F2A9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Palindromic trees</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E05704DC-C8B8-CA91-F158-6B49505F4A95}"/>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T = </a:t>
            </a:r>
            <a:r>
              <a:rPr lang="en-US" altLang="zh-TW" dirty="0" err="1">
                <a:latin typeface="Times New Roman" panose="02020603050405020304" pitchFamily="18" charset="0"/>
                <a:cs typeface="Times New Roman" panose="02020603050405020304" pitchFamily="18" charset="0"/>
              </a:rPr>
              <a:t>abaabaabababbb</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a:ea typeface="Calibri"/>
                <a:cs typeface="Calibri"/>
              </a:rPr>
              <a:t>Solid</a:t>
            </a:r>
            <a:r>
              <a:rPr lang="zh-TW" altLang="en-US" dirty="0">
                <a:latin typeface="Times New Roman"/>
                <a:ea typeface="Calibri"/>
                <a:cs typeface="Calibri"/>
              </a:rPr>
              <a:t> Line = Edges</a:t>
            </a:r>
            <a:endParaRPr lang="zh-TW" altLang="zh-TW" dirty="0">
              <a:latin typeface="Times New Roman"/>
              <a:ea typeface="Calibri"/>
              <a:cs typeface="Calibri"/>
            </a:endParaRPr>
          </a:p>
          <a:p>
            <a:r>
              <a:rPr lang="en-US" altLang="zh-TW" dirty="0">
                <a:ea typeface="+mn-lt"/>
                <a:cs typeface="+mn-lt"/>
              </a:rPr>
              <a:t>D</a:t>
            </a:r>
            <a:r>
              <a:rPr lang="zh-TW" altLang="zh-TW" dirty="0">
                <a:ea typeface="+mn-lt"/>
                <a:cs typeface="+mn-lt"/>
              </a:rPr>
              <a:t>ashed </a:t>
            </a:r>
            <a:r>
              <a:rPr lang="en-US" altLang="zh-TW" dirty="0">
                <a:ea typeface="+mn-lt"/>
                <a:cs typeface="+mn-lt"/>
              </a:rPr>
              <a:t>L</a:t>
            </a:r>
            <a:r>
              <a:rPr lang="zh-TW" altLang="zh-TW" dirty="0">
                <a:ea typeface="+mn-lt"/>
                <a:cs typeface="+mn-lt"/>
              </a:rPr>
              <a:t>ine</a:t>
            </a:r>
            <a:r>
              <a:rPr lang="zh-TW" altLang="en-US" dirty="0">
                <a:ea typeface="+mn-lt"/>
                <a:cs typeface="+mn-lt"/>
              </a:rPr>
              <a:t> </a:t>
            </a:r>
            <a:r>
              <a:rPr lang="en-US" altLang="zh-TW" dirty="0">
                <a:ea typeface="+mn-lt"/>
                <a:cs typeface="+mn-lt"/>
              </a:rPr>
              <a:t>=</a:t>
            </a:r>
            <a:r>
              <a:rPr lang="zh-TW" altLang="en-US" dirty="0">
                <a:ea typeface="+mn-lt"/>
                <a:cs typeface="+mn-lt"/>
              </a:rPr>
              <a:t> Suffix Link</a:t>
            </a:r>
            <a:endParaRPr lang="zh-TW" altLang="en-US" dirty="0">
              <a:solidFill>
                <a:srgbClr val="000000"/>
              </a:solidFill>
              <a:latin typeface="Times New Roman"/>
              <a:ea typeface="Calibri"/>
              <a:cs typeface="Calibri"/>
            </a:endParaRPr>
          </a:p>
          <a:p>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44FBDA1A-6CF1-93FE-8E27-DB5E8116B688}"/>
              </a:ext>
            </a:extLst>
          </p:cNvPr>
          <p:cNvSpPr>
            <a:spLocks noGrp="1"/>
          </p:cNvSpPr>
          <p:nvPr>
            <p:ph type="sldNum" sz="quarter" idx="12"/>
          </p:nvPr>
        </p:nvSpPr>
        <p:spPr/>
        <p:txBody>
          <a:bodyPr/>
          <a:lstStyle/>
          <a:p>
            <a:fld id="{C497B8E6-CB28-4350-9E62-3F3C29E41FED}" type="slidenum">
              <a:rPr lang="zh-TW" altLang="en-US" smtClean="0"/>
              <a:t>5</a:t>
            </a:fld>
            <a:endParaRPr lang="zh-TW" altLang="en-US"/>
          </a:p>
        </p:txBody>
      </p:sp>
      <p:pic>
        <p:nvPicPr>
          <p:cNvPr id="8" name="圖片 7">
            <a:extLst>
              <a:ext uri="{FF2B5EF4-FFF2-40B4-BE49-F238E27FC236}">
                <a16:creationId xmlns:a16="http://schemas.microsoft.com/office/drawing/2014/main" id="{3A6EB2CD-9079-1E9D-B654-318647E6FDC9}"/>
              </a:ext>
            </a:extLst>
          </p:cNvPr>
          <p:cNvPicPr>
            <a:picLocks noChangeAspect="1"/>
          </p:cNvPicPr>
          <p:nvPr/>
        </p:nvPicPr>
        <p:blipFill>
          <a:blip r:embed="rId2"/>
          <a:stretch>
            <a:fillRect/>
          </a:stretch>
        </p:blipFill>
        <p:spPr>
          <a:xfrm>
            <a:off x="7400373" y="1357023"/>
            <a:ext cx="3953427" cy="4143953"/>
          </a:xfrm>
          <a:prstGeom prst="rect">
            <a:avLst/>
          </a:prstGeom>
        </p:spPr>
      </p:pic>
    </p:spTree>
    <p:extLst>
      <p:ext uri="{BB962C8B-B14F-4D97-AF65-F5344CB8AC3E}">
        <p14:creationId xmlns:p14="http://schemas.microsoft.com/office/powerpoint/2010/main" val="1255983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EE3327-65EE-0B65-8804-2891618BC212}"/>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Construct tree</a:t>
            </a:r>
            <a:endParaRPr lang="zh-TW" altLang="en-US" dirty="0">
              <a:latin typeface="Times New Roman" panose="02020603050405020304" pitchFamily="18" charset="0"/>
              <a:cs typeface="Times New Roman" panose="02020603050405020304" pitchFamily="18" charset="0"/>
            </a:endParaRPr>
          </a:p>
        </p:txBody>
      </p:sp>
      <p:pic>
        <p:nvPicPr>
          <p:cNvPr id="6" name="內容版面配置區 5" descr="一張含有 圓形, 圖表, 寫生 的圖片&#10;&#10;自動產生的描述">
            <a:extLst>
              <a:ext uri="{FF2B5EF4-FFF2-40B4-BE49-F238E27FC236}">
                <a16:creationId xmlns:a16="http://schemas.microsoft.com/office/drawing/2014/main" id="{A3413BAC-390F-5323-C5CB-976A2EB4FC5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7645" y="3643790"/>
            <a:ext cx="4010025" cy="1552575"/>
          </a:xfrm>
        </p:spPr>
      </p:pic>
      <p:sp>
        <p:nvSpPr>
          <p:cNvPr id="4" name="投影片編號版面配置區 3">
            <a:extLst>
              <a:ext uri="{FF2B5EF4-FFF2-40B4-BE49-F238E27FC236}">
                <a16:creationId xmlns:a16="http://schemas.microsoft.com/office/drawing/2014/main" id="{0919715A-5802-6B80-A284-2AD76DFBB334}"/>
              </a:ext>
            </a:extLst>
          </p:cNvPr>
          <p:cNvSpPr>
            <a:spLocks noGrp="1"/>
          </p:cNvSpPr>
          <p:nvPr>
            <p:ph type="sldNum" sz="quarter" idx="12"/>
          </p:nvPr>
        </p:nvSpPr>
        <p:spPr/>
        <p:txBody>
          <a:bodyPr/>
          <a:lstStyle/>
          <a:p>
            <a:fld id="{C497B8E6-CB28-4350-9E62-3F3C29E41FED}" type="slidenum">
              <a:rPr lang="zh-TW" altLang="en-US" smtClean="0"/>
              <a:t>6</a:t>
            </a:fld>
            <a:endParaRPr lang="zh-TW" altLang="en-US"/>
          </a:p>
        </p:txBody>
      </p:sp>
      <p:sp>
        <p:nvSpPr>
          <p:cNvPr id="7" name="文字方塊 6">
            <a:extLst>
              <a:ext uri="{FF2B5EF4-FFF2-40B4-BE49-F238E27FC236}">
                <a16:creationId xmlns:a16="http://schemas.microsoft.com/office/drawing/2014/main" id="{D5CCABDC-AE3A-1A37-6D56-81769330CECE}"/>
              </a:ext>
            </a:extLst>
          </p:cNvPr>
          <p:cNvSpPr txBox="1"/>
          <p:nvPr/>
        </p:nvSpPr>
        <p:spPr>
          <a:xfrm>
            <a:off x="2694039" y="2409380"/>
            <a:ext cx="917239"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Initial</a:t>
            </a:r>
            <a:endParaRPr lang="zh-TW" altLang="en-US" sz="2400" dirty="0">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9621DE73-CBA0-742E-A24E-B034667065A0}"/>
              </a:ext>
            </a:extLst>
          </p:cNvPr>
          <p:cNvSpPr txBox="1"/>
          <p:nvPr/>
        </p:nvSpPr>
        <p:spPr>
          <a:xfrm>
            <a:off x="8216930" y="2409379"/>
            <a:ext cx="2724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T</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 </a:t>
            </a:r>
            <a:r>
              <a:rPr lang="en-US" altLang="zh-TW" sz="2400" dirty="0" err="1">
                <a:latin typeface="Times New Roman" panose="02020603050405020304" pitchFamily="18" charset="0"/>
                <a:cs typeface="Times New Roman" panose="02020603050405020304" pitchFamily="18" charset="0"/>
              </a:rPr>
              <a:t>abaabaabababb</a:t>
            </a:r>
            <a:r>
              <a:rPr lang="en-US" altLang="zh-TW" sz="2400" dirty="0" err="1">
                <a:solidFill>
                  <a:srgbClr val="FF0000"/>
                </a:solidFill>
                <a:latin typeface="Times New Roman" panose="02020603050405020304" pitchFamily="18" charset="0"/>
                <a:cs typeface="Times New Roman" panose="02020603050405020304" pitchFamily="18" charset="0"/>
              </a:rPr>
              <a:t>b</a:t>
            </a:r>
            <a:endParaRPr lang="en-US" altLang="zh-TW" sz="2400" dirty="0">
              <a:solidFill>
                <a:srgbClr val="FF0000"/>
              </a:solidFill>
              <a:latin typeface="Times New Roman" panose="02020603050405020304" pitchFamily="18" charset="0"/>
              <a:cs typeface="Times New Roman" panose="02020603050405020304" pitchFamily="18" charset="0"/>
            </a:endParaRPr>
          </a:p>
        </p:txBody>
      </p:sp>
      <p:pic>
        <p:nvPicPr>
          <p:cNvPr id="13" name="圖片 12">
            <a:extLst>
              <a:ext uri="{FF2B5EF4-FFF2-40B4-BE49-F238E27FC236}">
                <a16:creationId xmlns:a16="http://schemas.microsoft.com/office/drawing/2014/main" id="{E5CC21FF-2FF3-3065-614C-13D1680D7309}"/>
              </a:ext>
            </a:extLst>
          </p:cNvPr>
          <p:cNvPicPr>
            <a:picLocks noChangeAspect="1"/>
          </p:cNvPicPr>
          <p:nvPr/>
        </p:nvPicPr>
        <p:blipFill>
          <a:blip r:embed="rId3"/>
          <a:stretch>
            <a:fillRect/>
          </a:stretch>
        </p:blipFill>
        <p:spPr>
          <a:xfrm>
            <a:off x="7207202" y="3117398"/>
            <a:ext cx="4744112" cy="3238952"/>
          </a:xfrm>
          <a:prstGeom prst="rect">
            <a:avLst/>
          </a:prstGeom>
        </p:spPr>
      </p:pic>
    </p:spTree>
    <p:extLst>
      <p:ext uri="{BB962C8B-B14F-4D97-AF65-F5344CB8AC3E}">
        <p14:creationId xmlns:p14="http://schemas.microsoft.com/office/powerpoint/2010/main" val="8293697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8C491DE-E6D2-B5BE-0CFB-40267A1B8AB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Construct tree</a:t>
            </a:r>
            <a:endParaRPr lang="zh-TW" altLang="en-US" dirty="0"/>
          </a:p>
        </p:txBody>
      </p:sp>
      <p:sp>
        <p:nvSpPr>
          <p:cNvPr id="4" name="投影片編號版面配置區 3">
            <a:extLst>
              <a:ext uri="{FF2B5EF4-FFF2-40B4-BE49-F238E27FC236}">
                <a16:creationId xmlns:a16="http://schemas.microsoft.com/office/drawing/2014/main" id="{3A219D3E-95C9-5B76-FC2F-07DD78AACE2E}"/>
              </a:ext>
            </a:extLst>
          </p:cNvPr>
          <p:cNvSpPr>
            <a:spLocks noGrp="1"/>
          </p:cNvSpPr>
          <p:nvPr>
            <p:ph type="sldNum" sz="quarter" idx="12"/>
          </p:nvPr>
        </p:nvSpPr>
        <p:spPr/>
        <p:txBody>
          <a:bodyPr/>
          <a:lstStyle/>
          <a:p>
            <a:fld id="{C497B8E6-CB28-4350-9E62-3F3C29E41FED}" type="slidenum">
              <a:rPr lang="zh-TW" altLang="en-US" smtClean="0"/>
              <a:t>7</a:t>
            </a:fld>
            <a:endParaRPr lang="zh-TW" altLang="en-US"/>
          </a:p>
        </p:txBody>
      </p:sp>
      <p:sp>
        <p:nvSpPr>
          <p:cNvPr id="6" name="文字方塊 5">
            <a:extLst>
              <a:ext uri="{FF2B5EF4-FFF2-40B4-BE49-F238E27FC236}">
                <a16:creationId xmlns:a16="http://schemas.microsoft.com/office/drawing/2014/main" id="{DB99900C-D996-B0DE-808F-E549D60A408D}"/>
              </a:ext>
            </a:extLst>
          </p:cNvPr>
          <p:cNvSpPr txBox="1"/>
          <p:nvPr/>
        </p:nvSpPr>
        <p:spPr>
          <a:xfrm>
            <a:off x="7558327" y="1690688"/>
            <a:ext cx="2724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T</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 </a:t>
            </a:r>
            <a:r>
              <a:rPr lang="en-US" altLang="zh-TW" sz="2400" dirty="0" err="1">
                <a:latin typeface="Times New Roman" panose="02020603050405020304" pitchFamily="18" charset="0"/>
                <a:cs typeface="Times New Roman" panose="02020603050405020304" pitchFamily="18" charset="0"/>
              </a:rPr>
              <a:t>abaabaababa</a:t>
            </a:r>
            <a:r>
              <a:rPr lang="en-US" altLang="zh-TW" sz="2400" dirty="0" err="1">
                <a:solidFill>
                  <a:srgbClr val="FF0000"/>
                </a:solidFill>
                <a:latin typeface="Times New Roman" panose="02020603050405020304" pitchFamily="18" charset="0"/>
                <a:cs typeface="Times New Roman" panose="02020603050405020304" pitchFamily="18" charset="0"/>
              </a:rPr>
              <a:t>bbb</a:t>
            </a:r>
            <a:endParaRPr lang="en-US" altLang="zh-TW" sz="2400" dirty="0">
              <a:solidFill>
                <a:srgbClr val="FF0000"/>
              </a:solidFill>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5D6D8183-0A6B-7011-4670-250EC9B5AA71}"/>
              </a:ext>
            </a:extLst>
          </p:cNvPr>
          <p:cNvPicPr>
            <a:picLocks noChangeAspect="1"/>
          </p:cNvPicPr>
          <p:nvPr/>
        </p:nvPicPr>
        <p:blipFill>
          <a:blip r:embed="rId2"/>
          <a:stretch>
            <a:fillRect/>
          </a:stretch>
        </p:blipFill>
        <p:spPr>
          <a:xfrm>
            <a:off x="838200" y="2333990"/>
            <a:ext cx="4877481" cy="3419952"/>
          </a:xfrm>
          <a:prstGeom prst="rect">
            <a:avLst/>
          </a:prstGeom>
        </p:spPr>
      </p:pic>
      <p:sp>
        <p:nvSpPr>
          <p:cNvPr id="9" name="文字方塊 8">
            <a:extLst>
              <a:ext uri="{FF2B5EF4-FFF2-40B4-BE49-F238E27FC236}">
                <a16:creationId xmlns:a16="http://schemas.microsoft.com/office/drawing/2014/main" id="{2556D028-2F83-C33C-0F56-4C1322571907}"/>
              </a:ext>
            </a:extLst>
          </p:cNvPr>
          <p:cNvSpPr txBox="1"/>
          <p:nvPr/>
        </p:nvSpPr>
        <p:spPr>
          <a:xfrm>
            <a:off x="2067011" y="1690688"/>
            <a:ext cx="2724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T</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 </a:t>
            </a:r>
            <a:r>
              <a:rPr lang="en-US" altLang="zh-TW" sz="2400" dirty="0" err="1">
                <a:latin typeface="Times New Roman" panose="02020603050405020304" pitchFamily="18" charset="0"/>
                <a:cs typeface="Times New Roman" panose="02020603050405020304" pitchFamily="18" charset="0"/>
              </a:rPr>
              <a:t>abaabaababab</a:t>
            </a:r>
            <a:r>
              <a:rPr lang="en-US" altLang="zh-TW" sz="2400" dirty="0" err="1">
                <a:solidFill>
                  <a:srgbClr val="FF0000"/>
                </a:solidFill>
                <a:latin typeface="Times New Roman" panose="02020603050405020304" pitchFamily="18" charset="0"/>
                <a:cs typeface="Times New Roman" panose="02020603050405020304" pitchFamily="18" charset="0"/>
              </a:rPr>
              <a:t>bb</a:t>
            </a:r>
            <a:endParaRPr lang="en-US" altLang="zh-TW" sz="2400" dirty="0">
              <a:solidFill>
                <a:srgbClr val="FF0000"/>
              </a:solidFill>
              <a:latin typeface="Times New Roman" panose="02020603050405020304" pitchFamily="18" charset="0"/>
              <a:cs typeface="Times New Roman" panose="02020603050405020304" pitchFamily="18" charset="0"/>
            </a:endParaRPr>
          </a:p>
        </p:txBody>
      </p:sp>
      <p:pic>
        <p:nvPicPr>
          <p:cNvPr id="11" name="圖片 10">
            <a:extLst>
              <a:ext uri="{FF2B5EF4-FFF2-40B4-BE49-F238E27FC236}">
                <a16:creationId xmlns:a16="http://schemas.microsoft.com/office/drawing/2014/main" id="{538FE966-A630-5235-39EB-F4375B62B87A}"/>
              </a:ext>
            </a:extLst>
          </p:cNvPr>
          <p:cNvPicPr>
            <a:picLocks noChangeAspect="1"/>
          </p:cNvPicPr>
          <p:nvPr/>
        </p:nvPicPr>
        <p:blipFill>
          <a:blip r:embed="rId3"/>
          <a:stretch>
            <a:fillRect/>
          </a:stretch>
        </p:blipFill>
        <p:spPr>
          <a:xfrm>
            <a:off x="6886293" y="2053746"/>
            <a:ext cx="4496427" cy="4077269"/>
          </a:xfrm>
          <a:prstGeom prst="rect">
            <a:avLst/>
          </a:prstGeom>
        </p:spPr>
      </p:pic>
    </p:spTree>
    <p:extLst>
      <p:ext uri="{BB962C8B-B14F-4D97-AF65-F5344CB8AC3E}">
        <p14:creationId xmlns:p14="http://schemas.microsoft.com/office/powerpoint/2010/main" val="353940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8C491DE-E6D2-B5BE-0CFB-40267A1B8AB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Construct tree</a:t>
            </a:r>
            <a:endParaRPr lang="zh-TW" altLang="en-US" dirty="0"/>
          </a:p>
        </p:txBody>
      </p:sp>
      <p:sp>
        <p:nvSpPr>
          <p:cNvPr id="4" name="投影片編號版面配置區 3">
            <a:extLst>
              <a:ext uri="{FF2B5EF4-FFF2-40B4-BE49-F238E27FC236}">
                <a16:creationId xmlns:a16="http://schemas.microsoft.com/office/drawing/2014/main" id="{3A219D3E-95C9-5B76-FC2F-07DD78AACE2E}"/>
              </a:ext>
            </a:extLst>
          </p:cNvPr>
          <p:cNvSpPr>
            <a:spLocks noGrp="1"/>
          </p:cNvSpPr>
          <p:nvPr>
            <p:ph type="sldNum" sz="quarter" idx="12"/>
          </p:nvPr>
        </p:nvSpPr>
        <p:spPr/>
        <p:txBody>
          <a:bodyPr/>
          <a:lstStyle/>
          <a:p>
            <a:fld id="{C497B8E6-CB28-4350-9E62-3F3C29E41FED}" type="slidenum">
              <a:rPr lang="zh-TW" altLang="en-US" smtClean="0"/>
              <a:t>8</a:t>
            </a:fld>
            <a:endParaRPr lang="zh-TW" altLang="en-US"/>
          </a:p>
        </p:txBody>
      </p:sp>
      <p:sp>
        <p:nvSpPr>
          <p:cNvPr id="6" name="文字方塊 5">
            <a:extLst>
              <a:ext uri="{FF2B5EF4-FFF2-40B4-BE49-F238E27FC236}">
                <a16:creationId xmlns:a16="http://schemas.microsoft.com/office/drawing/2014/main" id="{DB99900C-D996-B0DE-808F-E549D60A408D}"/>
              </a:ext>
            </a:extLst>
          </p:cNvPr>
          <p:cNvSpPr txBox="1"/>
          <p:nvPr/>
        </p:nvSpPr>
        <p:spPr>
          <a:xfrm>
            <a:off x="7558327" y="1690688"/>
            <a:ext cx="2724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T</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 </a:t>
            </a:r>
            <a:r>
              <a:rPr lang="en-US" altLang="zh-TW" sz="2400" dirty="0" err="1">
                <a:latin typeface="Times New Roman" panose="02020603050405020304" pitchFamily="18" charset="0"/>
                <a:cs typeface="Times New Roman" panose="02020603050405020304" pitchFamily="18" charset="0"/>
              </a:rPr>
              <a:t>abaabaaba</a:t>
            </a:r>
            <a:r>
              <a:rPr lang="en-US" altLang="zh-TW" sz="2400" dirty="0" err="1">
                <a:solidFill>
                  <a:srgbClr val="FF0000"/>
                </a:solidFill>
                <a:latin typeface="Times New Roman" panose="02020603050405020304" pitchFamily="18" charset="0"/>
                <a:cs typeface="Times New Roman" panose="02020603050405020304" pitchFamily="18" charset="0"/>
              </a:rPr>
              <a:t>bab</a:t>
            </a:r>
            <a:r>
              <a:rPr lang="en-US" altLang="zh-TW" sz="2400" dirty="0" err="1">
                <a:latin typeface="Times New Roman" panose="02020603050405020304" pitchFamily="18" charset="0"/>
                <a:cs typeface="Times New Roman" panose="02020603050405020304" pitchFamily="18" charset="0"/>
              </a:rPr>
              <a:t>bb</a:t>
            </a:r>
            <a:endParaRPr lang="en-US" altLang="zh-TW" sz="2400" dirty="0">
              <a:solidFill>
                <a:srgbClr val="FF0000"/>
              </a:solidFill>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2556D028-2F83-C33C-0F56-4C1322571907}"/>
              </a:ext>
            </a:extLst>
          </p:cNvPr>
          <p:cNvSpPr txBox="1"/>
          <p:nvPr/>
        </p:nvSpPr>
        <p:spPr>
          <a:xfrm>
            <a:off x="2067011" y="1690688"/>
            <a:ext cx="2724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T</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 </a:t>
            </a:r>
            <a:r>
              <a:rPr lang="en-US" altLang="zh-TW" sz="2400" dirty="0" err="1">
                <a:latin typeface="Times New Roman" panose="02020603050405020304" pitchFamily="18" charset="0"/>
                <a:cs typeface="Times New Roman" panose="02020603050405020304" pitchFamily="18" charset="0"/>
              </a:rPr>
              <a:t>abaabaabab</a:t>
            </a:r>
            <a:r>
              <a:rPr lang="en-US" altLang="zh-TW" sz="2400" dirty="0" err="1">
                <a:solidFill>
                  <a:srgbClr val="FF0000"/>
                </a:solidFill>
                <a:latin typeface="Times New Roman" panose="02020603050405020304" pitchFamily="18" charset="0"/>
                <a:cs typeface="Times New Roman" panose="02020603050405020304" pitchFamily="18" charset="0"/>
              </a:rPr>
              <a:t>a</a:t>
            </a:r>
            <a:r>
              <a:rPr lang="en-US" altLang="zh-TW" sz="2400" dirty="0" err="1">
                <a:latin typeface="Times New Roman" panose="02020603050405020304" pitchFamily="18" charset="0"/>
                <a:cs typeface="Times New Roman" panose="02020603050405020304" pitchFamily="18" charset="0"/>
              </a:rPr>
              <a:t>bbb</a:t>
            </a:r>
            <a:endParaRPr lang="en-US" altLang="zh-TW" sz="2400"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745CABB3-F405-9AAE-1E71-C9F3ADF15028}"/>
              </a:ext>
            </a:extLst>
          </p:cNvPr>
          <p:cNvPicPr>
            <a:picLocks noChangeAspect="1"/>
          </p:cNvPicPr>
          <p:nvPr/>
        </p:nvPicPr>
        <p:blipFill>
          <a:blip r:embed="rId2"/>
          <a:stretch>
            <a:fillRect/>
          </a:stretch>
        </p:blipFill>
        <p:spPr>
          <a:xfrm>
            <a:off x="626663" y="2291732"/>
            <a:ext cx="5149789" cy="4201143"/>
          </a:xfrm>
          <a:prstGeom prst="rect">
            <a:avLst/>
          </a:prstGeom>
        </p:spPr>
      </p:pic>
      <p:pic>
        <p:nvPicPr>
          <p:cNvPr id="10" name="圖片 9">
            <a:extLst>
              <a:ext uri="{FF2B5EF4-FFF2-40B4-BE49-F238E27FC236}">
                <a16:creationId xmlns:a16="http://schemas.microsoft.com/office/drawing/2014/main" id="{0AFD763C-F1DD-360B-FD4C-67FE1D962EE7}"/>
              </a:ext>
            </a:extLst>
          </p:cNvPr>
          <p:cNvPicPr>
            <a:picLocks noChangeAspect="1"/>
          </p:cNvPicPr>
          <p:nvPr/>
        </p:nvPicPr>
        <p:blipFill>
          <a:blip r:embed="rId3"/>
          <a:stretch>
            <a:fillRect/>
          </a:stretch>
        </p:blipFill>
        <p:spPr>
          <a:xfrm>
            <a:off x="6415550" y="2358416"/>
            <a:ext cx="5563376" cy="4363059"/>
          </a:xfrm>
          <a:prstGeom prst="rect">
            <a:avLst/>
          </a:prstGeom>
        </p:spPr>
      </p:pic>
    </p:spTree>
    <p:extLst>
      <p:ext uri="{BB962C8B-B14F-4D97-AF65-F5344CB8AC3E}">
        <p14:creationId xmlns:p14="http://schemas.microsoft.com/office/powerpoint/2010/main" val="4116079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8C491DE-E6D2-B5BE-0CFB-40267A1B8AB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Construct tree</a:t>
            </a:r>
            <a:endParaRPr lang="zh-TW" altLang="en-US" dirty="0"/>
          </a:p>
        </p:txBody>
      </p:sp>
      <p:sp>
        <p:nvSpPr>
          <p:cNvPr id="4" name="投影片編號版面配置區 3">
            <a:extLst>
              <a:ext uri="{FF2B5EF4-FFF2-40B4-BE49-F238E27FC236}">
                <a16:creationId xmlns:a16="http://schemas.microsoft.com/office/drawing/2014/main" id="{3A219D3E-95C9-5B76-FC2F-07DD78AACE2E}"/>
              </a:ext>
            </a:extLst>
          </p:cNvPr>
          <p:cNvSpPr>
            <a:spLocks noGrp="1"/>
          </p:cNvSpPr>
          <p:nvPr>
            <p:ph type="sldNum" sz="quarter" idx="12"/>
          </p:nvPr>
        </p:nvSpPr>
        <p:spPr/>
        <p:txBody>
          <a:bodyPr/>
          <a:lstStyle/>
          <a:p>
            <a:fld id="{C497B8E6-CB28-4350-9E62-3F3C29E41FED}" type="slidenum">
              <a:rPr lang="zh-TW" altLang="en-US" smtClean="0"/>
              <a:t>9</a:t>
            </a:fld>
            <a:endParaRPr lang="zh-TW" altLang="en-US"/>
          </a:p>
        </p:txBody>
      </p:sp>
      <p:sp>
        <p:nvSpPr>
          <p:cNvPr id="6" name="文字方塊 5">
            <a:extLst>
              <a:ext uri="{FF2B5EF4-FFF2-40B4-BE49-F238E27FC236}">
                <a16:creationId xmlns:a16="http://schemas.microsoft.com/office/drawing/2014/main" id="{DB99900C-D996-B0DE-808F-E549D60A408D}"/>
              </a:ext>
            </a:extLst>
          </p:cNvPr>
          <p:cNvSpPr txBox="1"/>
          <p:nvPr/>
        </p:nvSpPr>
        <p:spPr>
          <a:xfrm>
            <a:off x="7558327" y="1690688"/>
            <a:ext cx="2724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T</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 </a:t>
            </a:r>
            <a:r>
              <a:rPr lang="en-US" altLang="zh-TW" sz="2400" dirty="0" err="1">
                <a:latin typeface="Times New Roman" panose="02020603050405020304" pitchFamily="18" charset="0"/>
                <a:cs typeface="Times New Roman" panose="02020603050405020304" pitchFamily="18" charset="0"/>
              </a:rPr>
              <a:t>abaabaa</a:t>
            </a:r>
            <a:r>
              <a:rPr lang="en-US" altLang="zh-TW" sz="2400" dirty="0" err="1">
                <a:solidFill>
                  <a:srgbClr val="FF0000"/>
                </a:solidFill>
                <a:latin typeface="Times New Roman" panose="02020603050405020304" pitchFamily="18" charset="0"/>
                <a:cs typeface="Times New Roman" panose="02020603050405020304" pitchFamily="18" charset="0"/>
              </a:rPr>
              <a:t>babab</a:t>
            </a:r>
            <a:r>
              <a:rPr lang="en-US" altLang="zh-TW" sz="2400" dirty="0" err="1">
                <a:latin typeface="Times New Roman" panose="02020603050405020304" pitchFamily="18" charset="0"/>
                <a:cs typeface="Times New Roman" panose="02020603050405020304" pitchFamily="18" charset="0"/>
              </a:rPr>
              <a:t>bb</a:t>
            </a:r>
            <a:endParaRPr lang="en-US" altLang="zh-TW" sz="2400" dirty="0">
              <a:solidFill>
                <a:srgbClr val="FF0000"/>
              </a:solidFill>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2556D028-2F83-C33C-0F56-4C1322571907}"/>
              </a:ext>
            </a:extLst>
          </p:cNvPr>
          <p:cNvSpPr txBox="1"/>
          <p:nvPr/>
        </p:nvSpPr>
        <p:spPr>
          <a:xfrm>
            <a:off x="2067011" y="1690688"/>
            <a:ext cx="2724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T</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 </a:t>
            </a:r>
            <a:r>
              <a:rPr lang="en-US" altLang="zh-TW" sz="2400" dirty="0" err="1">
                <a:latin typeface="Times New Roman" panose="02020603050405020304" pitchFamily="18" charset="0"/>
                <a:cs typeface="Times New Roman" panose="02020603050405020304" pitchFamily="18" charset="0"/>
              </a:rPr>
              <a:t>abaabaab</a:t>
            </a:r>
            <a:r>
              <a:rPr lang="en-US" altLang="zh-TW" sz="2400" dirty="0" err="1">
                <a:solidFill>
                  <a:srgbClr val="FF0000"/>
                </a:solidFill>
                <a:latin typeface="Times New Roman" panose="02020603050405020304" pitchFamily="18" charset="0"/>
                <a:cs typeface="Times New Roman" panose="02020603050405020304" pitchFamily="18" charset="0"/>
              </a:rPr>
              <a:t>aba</a:t>
            </a:r>
            <a:r>
              <a:rPr lang="en-US" altLang="zh-TW" sz="2400" dirty="0" err="1">
                <a:latin typeface="Times New Roman" panose="02020603050405020304" pitchFamily="18" charset="0"/>
                <a:cs typeface="Times New Roman" panose="02020603050405020304" pitchFamily="18" charset="0"/>
              </a:rPr>
              <a:t>bbb</a:t>
            </a:r>
            <a:endParaRPr lang="en-US" altLang="zh-TW" sz="2400" dirty="0">
              <a:solidFill>
                <a:srgbClr val="FF0000"/>
              </a:solidFill>
              <a:latin typeface="Times New Roman" panose="02020603050405020304" pitchFamily="18" charset="0"/>
              <a:cs typeface="Times New Roman" panose="02020603050405020304" pitchFamily="18" charset="0"/>
            </a:endParaRPr>
          </a:p>
        </p:txBody>
      </p:sp>
      <p:pic>
        <p:nvPicPr>
          <p:cNvPr id="7" name="圖片 6">
            <a:extLst>
              <a:ext uri="{FF2B5EF4-FFF2-40B4-BE49-F238E27FC236}">
                <a16:creationId xmlns:a16="http://schemas.microsoft.com/office/drawing/2014/main" id="{BEE454C3-B825-8D45-5720-E5D4BAC8980F}"/>
              </a:ext>
            </a:extLst>
          </p:cNvPr>
          <p:cNvPicPr>
            <a:picLocks noChangeAspect="1"/>
          </p:cNvPicPr>
          <p:nvPr/>
        </p:nvPicPr>
        <p:blipFill>
          <a:blip r:embed="rId2"/>
          <a:stretch>
            <a:fillRect/>
          </a:stretch>
        </p:blipFill>
        <p:spPr>
          <a:xfrm>
            <a:off x="732752" y="2204432"/>
            <a:ext cx="5220429" cy="4334480"/>
          </a:xfrm>
          <a:prstGeom prst="rect">
            <a:avLst/>
          </a:prstGeom>
        </p:spPr>
      </p:pic>
      <p:pic>
        <p:nvPicPr>
          <p:cNvPr id="11" name="圖片 10">
            <a:extLst>
              <a:ext uri="{FF2B5EF4-FFF2-40B4-BE49-F238E27FC236}">
                <a16:creationId xmlns:a16="http://schemas.microsoft.com/office/drawing/2014/main" id="{080AA9B8-D49D-5B72-9B6E-4ABE856DAF3C}"/>
              </a:ext>
            </a:extLst>
          </p:cNvPr>
          <p:cNvPicPr>
            <a:picLocks noChangeAspect="1"/>
          </p:cNvPicPr>
          <p:nvPr/>
        </p:nvPicPr>
        <p:blipFill>
          <a:blip r:embed="rId3"/>
          <a:stretch>
            <a:fillRect/>
          </a:stretch>
        </p:blipFill>
        <p:spPr>
          <a:xfrm>
            <a:off x="6533000" y="2191389"/>
            <a:ext cx="5220430" cy="4666611"/>
          </a:xfrm>
          <a:prstGeom prst="rect">
            <a:avLst/>
          </a:prstGeom>
        </p:spPr>
      </p:pic>
    </p:spTree>
    <p:extLst>
      <p:ext uri="{BB962C8B-B14F-4D97-AF65-F5344CB8AC3E}">
        <p14:creationId xmlns:p14="http://schemas.microsoft.com/office/powerpoint/2010/main" val="3450794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8C491DE-E6D2-B5BE-0CFB-40267A1B8AB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Construct tree</a:t>
            </a:r>
            <a:endParaRPr lang="zh-TW" altLang="en-US" dirty="0"/>
          </a:p>
        </p:txBody>
      </p:sp>
      <p:sp>
        <p:nvSpPr>
          <p:cNvPr id="4" name="投影片編號版面配置區 3">
            <a:extLst>
              <a:ext uri="{FF2B5EF4-FFF2-40B4-BE49-F238E27FC236}">
                <a16:creationId xmlns:a16="http://schemas.microsoft.com/office/drawing/2014/main" id="{3A219D3E-95C9-5B76-FC2F-07DD78AACE2E}"/>
              </a:ext>
            </a:extLst>
          </p:cNvPr>
          <p:cNvSpPr>
            <a:spLocks noGrp="1"/>
          </p:cNvSpPr>
          <p:nvPr>
            <p:ph type="sldNum" sz="quarter" idx="12"/>
          </p:nvPr>
        </p:nvSpPr>
        <p:spPr/>
        <p:txBody>
          <a:bodyPr/>
          <a:lstStyle/>
          <a:p>
            <a:fld id="{C497B8E6-CB28-4350-9E62-3F3C29E41FED}" type="slidenum">
              <a:rPr lang="zh-TW" altLang="en-US" smtClean="0"/>
              <a:t>10</a:t>
            </a:fld>
            <a:endParaRPr lang="zh-TW" altLang="en-US"/>
          </a:p>
        </p:txBody>
      </p:sp>
      <p:sp>
        <p:nvSpPr>
          <p:cNvPr id="6" name="文字方塊 5">
            <a:extLst>
              <a:ext uri="{FF2B5EF4-FFF2-40B4-BE49-F238E27FC236}">
                <a16:creationId xmlns:a16="http://schemas.microsoft.com/office/drawing/2014/main" id="{DB99900C-D996-B0DE-808F-E549D60A408D}"/>
              </a:ext>
            </a:extLst>
          </p:cNvPr>
          <p:cNvSpPr txBox="1"/>
          <p:nvPr/>
        </p:nvSpPr>
        <p:spPr>
          <a:xfrm>
            <a:off x="7558327" y="1690688"/>
            <a:ext cx="2724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T</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 </a:t>
            </a:r>
            <a:r>
              <a:rPr lang="en-US" altLang="zh-TW" sz="2400" dirty="0" err="1">
                <a:latin typeface="Times New Roman" panose="02020603050405020304" pitchFamily="18" charset="0"/>
                <a:cs typeface="Times New Roman" panose="02020603050405020304" pitchFamily="18" charset="0"/>
              </a:rPr>
              <a:t>abaab</a:t>
            </a:r>
            <a:r>
              <a:rPr lang="en-US" altLang="zh-TW" sz="2400" dirty="0" err="1">
                <a:solidFill>
                  <a:srgbClr val="FF0000"/>
                </a:solidFill>
                <a:latin typeface="Times New Roman" panose="02020603050405020304" pitchFamily="18" charset="0"/>
                <a:cs typeface="Times New Roman" panose="02020603050405020304" pitchFamily="18" charset="0"/>
              </a:rPr>
              <a:t>aa</a:t>
            </a:r>
            <a:r>
              <a:rPr lang="en-US" altLang="zh-TW" sz="2400" dirty="0" err="1">
                <a:latin typeface="Times New Roman" panose="02020603050405020304" pitchFamily="18" charset="0"/>
                <a:cs typeface="Times New Roman" panose="02020603050405020304" pitchFamily="18" charset="0"/>
              </a:rPr>
              <a:t>bababbb</a:t>
            </a:r>
            <a:endParaRPr lang="en-US" altLang="zh-TW" sz="2400"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2556D028-2F83-C33C-0F56-4C1322571907}"/>
              </a:ext>
            </a:extLst>
          </p:cNvPr>
          <p:cNvSpPr txBox="1"/>
          <p:nvPr/>
        </p:nvSpPr>
        <p:spPr>
          <a:xfrm>
            <a:off x="2067011" y="1690688"/>
            <a:ext cx="2724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T</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 </a:t>
            </a:r>
            <a:r>
              <a:rPr lang="en-US" altLang="zh-TW" sz="2400" dirty="0" err="1">
                <a:latin typeface="Times New Roman" panose="02020603050405020304" pitchFamily="18" charset="0"/>
                <a:cs typeface="Times New Roman" panose="02020603050405020304" pitchFamily="18" charset="0"/>
              </a:rPr>
              <a:t>abaaba</a:t>
            </a:r>
            <a:r>
              <a:rPr lang="en-US" altLang="zh-TW" sz="2400" dirty="0" err="1">
                <a:solidFill>
                  <a:srgbClr val="FF0000"/>
                </a:solidFill>
                <a:latin typeface="Times New Roman" panose="02020603050405020304" pitchFamily="18" charset="0"/>
                <a:cs typeface="Times New Roman" panose="02020603050405020304" pitchFamily="18" charset="0"/>
              </a:rPr>
              <a:t>ababa</a:t>
            </a:r>
            <a:r>
              <a:rPr lang="en-US" altLang="zh-TW" sz="2400" dirty="0" err="1">
                <a:latin typeface="Times New Roman" panose="02020603050405020304" pitchFamily="18" charset="0"/>
                <a:cs typeface="Times New Roman" panose="02020603050405020304" pitchFamily="18" charset="0"/>
              </a:rPr>
              <a:t>bbb</a:t>
            </a:r>
            <a:endParaRPr lang="en-US" altLang="zh-TW" sz="2400" dirty="0">
              <a:solidFill>
                <a:srgbClr val="FF0000"/>
              </a:solidFill>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1DB3DA3D-9465-0E47-7AD5-37B52F1E4A47}"/>
              </a:ext>
            </a:extLst>
          </p:cNvPr>
          <p:cNvPicPr>
            <a:picLocks noChangeAspect="1"/>
          </p:cNvPicPr>
          <p:nvPr/>
        </p:nvPicPr>
        <p:blipFill>
          <a:blip r:embed="rId2"/>
          <a:stretch>
            <a:fillRect/>
          </a:stretch>
        </p:blipFill>
        <p:spPr>
          <a:xfrm>
            <a:off x="1765310" y="2152353"/>
            <a:ext cx="4330690" cy="4248462"/>
          </a:xfrm>
          <a:prstGeom prst="rect">
            <a:avLst/>
          </a:prstGeom>
        </p:spPr>
      </p:pic>
      <p:pic>
        <p:nvPicPr>
          <p:cNvPr id="10" name="圖片 9">
            <a:extLst>
              <a:ext uri="{FF2B5EF4-FFF2-40B4-BE49-F238E27FC236}">
                <a16:creationId xmlns:a16="http://schemas.microsoft.com/office/drawing/2014/main" id="{498D3232-20B0-12EE-7A7B-A7F16E1D5013}"/>
              </a:ext>
            </a:extLst>
          </p:cNvPr>
          <p:cNvPicPr>
            <a:picLocks noChangeAspect="1"/>
          </p:cNvPicPr>
          <p:nvPr/>
        </p:nvPicPr>
        <p:blipFill>
          <a:blip r:embed="rId3"/>
          <a:stretch>
            <a:fillRect/>
          </a:stretch>
        </p:blipFill>
        <p:spPr>
          <a:xfrm>
            <a:off x="6398510" y="2216485"/>
            <a:ext cx="5044289" cy="4120197"/>
          </a:xfrm>
          <a:prstGeom prst="rect">
            <a:avLst/>
          </a:prstGeom>
        </p:spPr>
      </p:pic>
    </p:spTree>
    <p:extLst>
      <p:ext uri="{BB962C8B-B14F-4D97-AF65-F5344CB8AC3E}">
        <p14:creationId xmlns:p14="http://schemas.microsoft.com/office/powerpoint/2010/main" val="505160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8C491DE-E6D2-B5BE-0CFB-40267A1B8AB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Construct tree</a:t>
            </a:r>
            <a:endParaRPr lang="zh-TW" altLang="en-US" dirty="0"/>
          </a:p>
        </p:txBody>
      </p:sp>
      <p:sp>
        <p:nvSpPr>
          <p:cNvPr id="4" name="投影片編號版面配置區 3">
            <a:extLst>
              <a:ext uri="{FF2B5EF4-FFF2-40B4-BE49-F238E27FC236}">
                <a16:creationId xmlns:a16="http://schemas.microsoft.com/office/drawing/2014/main" id="{3A219D3E-95C9-5B76-FC2F-07DD78AACE2E}"/>
              </a:ext>
            </a:extLst>
          </p:cNvPr>
          <p:cNvSpPr>
            <a:spLocks noGrp="1"/>
          </p:cNvSpPr>
          <p:nvPr>
            <p:ph type="sldNum" sz="quarter" idx="12"/>
          </p:nvPr>
        </p:nvSpPr>
        <p:spPr/>
        <p:txBody>
          <a:bodyPr/>
          <a:lstStyle/>
          <a:p>
            <a:fld id="{C497B8E6-CB28-4350-9E62-3F3C29E41FED}" type="slidenum">
              <a:rPr lang="zh-TW" altLang="en-US" smtClean="0"/>
              <a:t>11</a:t>
            </a:fld>
            <a:endParaRPr lang="zh-TW" altLang="en-US"/>
          </a:p>
        </p:txBody>
      </p:sp>
      <p:sp>
        <p:nvSpPr>
          <p:cNvPr id="6" name="文字方塊 5">
            <a:extLst>
              <a:ext uri="{FF2B5EF4-FFF2-40B4-BE49-F238E27FC236}">
                <a16:creationId xmlns:a16="http://schemas.microsoft.com/office/drawing/2014/main" id="{DB99900C-D996-B0DE-808F-E549D60A408D}"/>
              </a:ext>
            </a:extLst>
          </p:cNvPr>
          <p:cNvSpPr txBox="1"/>
          <p:nvPr/>
        </p:nvSpPr>
        <p:spPr>
          <a:xfrm>
            <a:off x="7558327" y="1690688"/>
            <a:ext cx="2724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T</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 </a:t>
            </a:r>
            <a:r>
              <a:rPr lang="en-US" altLang="zh-TW" sz="2400" dirty="0" err="1">
                <a:latin typeface="Times New Roman" panose="02020603050405020304" pitchFamily="18" charset="0"/>
                <a:cs typeface="Times New Roman" panose="02020603050405020304" pitchFamily="18" charset="0"/>
              </a:rPr>
              <a:t>aba</a:t>
            </a:r>
            <a:r>
              <a:rPr lang="en-US" altLang="zh-TW" sz="2400" dirty="0" err="1">
                <a:solidFill>
                  <a:srgbClr val="FF0000"/>
                </a:solidFill>
                <a:latin typeface="Times New Roman" panose="02020603050405020304" pitchFamily="18" charset="0"/>
                <a:cs typeface="Times New Roman" panose="02020603050405020304" pitchFamily="18" charset="0"/>
              </a:rPr>
              <a:t>abaaba</a:t>
            </a:r>
            <a:r>
              <a:rPr lang="en-US" altLang="zh-TW" sz="2400" dirty="0" err="1">
                <a:latin typeface="Times New Roman" panose="02020603050405020304" pitchFamily="18" charset="0"/>
                <a:cs typeface="Times New Roman" panose="02020603050405020304" pitchFamily="18" charset="0"/>
              </a:rPr>
              <a:t>babbb</a:t>
            </a:r>
            <a:endParaRPr lang="en-US" altLang="zh-TW" sz="2400"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2556D028-2F83-C33C-0F56-4C1322571907}"/>
              </a:ext>
            </a:extLst>
          </p:cNvPr>
          <p:cNvSpPr txBox="1"/>
          <p:nvPr/>
        </p:nvSpPr>
        <p:spPr>
          <a:xfrm>
            <a:off x="2067011" y="1690688"/>
            <a:ext cx="2724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T</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 </a:t>
            </a:r>
            <a:r>
              <a:rPr lang="en-US" altLang="zh-TW" sz="2400" dirty="0" err="1">
                <a:latin typeface="Times New Roman" panose="02020603050405020304" pitchFamily="18" charset="0"/>
                <a:cs typeface="Times New Roman" panose="02020603050405020304" pitchFamily="18" charset="0"/>
              </a:rPr>
              <a:t>abaa</a:t>
            </a:r>
            <a:r>
              <a:rPr lang="en-US" altLang="zh-TW" sz="2400" dirty="0" err="1">
                <a:solidFill>
                  <a:srgbClr val="FF0000"/>
                </a:solidFill>
                <a:latin typeface="Times New Roman" panose="02020603050405020304" pitchFamily="18" charset="0"/>
                <a:cs typeface="Times New Roman" panose="02020603050405020304" pitchFamily="18" charset="0"/>
              </a:rPr>
              <a:t>baab</a:t>
            </a:r>
            <a:r>
              <a:rPr lang="en-US" altLang="zh-TW" sz="2400" dirty="0" err="1">
                <a:latin typeface="Times New Roman" panose="02020603050405020304" pitchFamily="18" charset="0"/>
                <a:cs typeface="Times New Roman" panose="02020603050405020304" pitchFamily="18" charset="0"/>
              </a:rPr>
              <a:t>ababbb</a:t>
            </a:r>
            <a:endParaRPr lang="en-US" altLang="zh-TW" sz="2400" dirty="0">
              <a:latin typeface="Times New Roman" panose="02020603050405020304" pitchFamily="18" charset="0"/>
              <a:cs typeface="Times New Roman" panose="02020603050405020304" pitchFamily="18" charset="0"/>
            </a:endParaRPr>
          </a:p>
        </p:txBody>
      </p:sp>
      <p:pic>
        <p:nvPicPr>
          <p:cNvPr id="7" name="圖片 6">
            <a:extLst>
              <a:ext uri="{FF2B5EF4-FFF2-40B4-BE49-F238E27FC236}">
                <a16:creationId xmlns:a16="http://schemas.microsoft.com/office/drawing/2014/main" id="{C22128D6-CBB0-084A-F422-07BC6582808B}"/>
              </a:ext>
            </a:extLst>
          </p:cNvPr>
          <p:cNvPicPr>
            <a:picLocks noChangeAspect="1"/>
          </p:cNvPicPr>
          <p:nvPr/>
        </p:nvPicPr>
        <p:blipFill>
          <a:blip r:embed="rId2"/>
          <a:stretch>
            <a:fillRect/>
          </a:stretch>
        </p:blipFill>
        <p:spPr>
          <a:xfrm>
            <a:off x="785414" y="2062719"/>
            <a:ext cx="5287849" cy="4111939"/>
          </a:xfrm>
          <a:prstGeom prst="rect">
            <a:avLst/>
          </a:prstGeom>
        </p:spPr>
      </p:pic>
      <p:pic>
        <p:nvPicPr>
          <p:cNvPr id="11" name="圖片 10">
            <a:extLst>
              <a:ext uri="{FF2B5EF4-FFF2-40B4-BE49-F238E27FC236}">
                <a16:creationId xmlns:a16="http://schemas.microsoft.com/office/drawing/2014/main" id="{C3B8C913-9210-3642-990B-8BA75CA334F7}"/>
              </a:ext>
            </a:extLst>
          </p:cNvPr>
          <p:cNvPicPr>
            <a:picLocks noChangeAspect="1"/>
          </p:cNvPicPr>
          <p:nvPr/>
        </p:nvPicPr>
        <p:blipFill>
          <a:blip r:embed="rId3"/>
          <a:stretch>
            <a:fillRect/>
          </a:stretch>
        </p:blipFill>
        <p:spPr>
          <a:xfrm>
            <a:off x="6050305" y="2373297"/>
            <a:ext cx="5198830" cy="4111940"/>
          </a:xfrm>
          <a:prstGeom prst="rect">
            <a:avLst/>
          </a:prstGeom>
        </p:spPr>
      </p:pic>
    </p:spTree>
    <p:extLst>
      <p:ext uri="{BB962C8B-B14F-4D97-AF65-F5344CB8AC3E}">
        <p14:creationId xmlns:p14="http://schemas.microsoft.com/office/powerpoint/2010/main" val="1633948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8C491DE-E6D2-B5BE-0CFB-40267A1B8AB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Construct tree</a:t>
            </a:r>
            <a:endParaRPr lang="zh-TW" altLang="en-US" dirty="0"/>
          </a:p>
        </p:txBody>
      </p:sp>
      <p:sp>
        <p:nvSpPr>
          <p:cNvPr id="4" name="投影片編號版面配置區 3">
            <a:extLst>
              <a:ext uri="{FF2B5EF4-FFF2-40B4-BE49-F238E27FC236}">
                <a16:creationId xmlns:a16="http://schemas.microsoft.com/office/drawing/2014/main" id="{3A219D3E-95C9-5B76-FC2F-07DD78AACE2E}"/>
              </a:ext>
            </a:extLst>
          </p:cNvPr>
          <p:cNvSpPr>
            <a:spLocks noGrp="1"/>
          </p:cNvSpPr>
          <p:nvPr>
            <p:ph type="sldNum" sz="quarter" idx="12"/>
          </p:nvPr>
        </p:nvSpPr>
        <p:spPr/>
        <p:txBody>
          <a:bodyPr/>
          <a:lstStyle/>
          <a:p>
            <a:fld id="{C497B8E6-CB28-4350-9E62-3F3C29E41FED}" type="slidenum">
              <a:rPr lang="zh-TW" altLang="en-US" smtClean="0"/>
              <a:t>12</a:t>
            </a:fld>
            <a:endParaRPr lang="zh-TW" altLang="en-US"/>
          </a:p>
        </p:txBody>
      </p:sp>
      <p:sp>
        <p:nvSpPr>
          <p:cNvPr id="6" name="文字方塊 5">
            <a:extLst>
              <a:ext uri="{FF2B5EF4-FFF2-40B4-BE49-F238E27FC236}">
                <a16:creationId xmlns:a16="http://schemas.microsoft.com/office/drawing/2014/main" id="{DB99900C-D996-B0DE-808F-E549D60A408D}"/>
              </a:ext>
            </a:extLst>
          </p:cNvPr>
          <p:cNvSpPr txBox="1"/>
          <p:nvPr/>
        </p:nvSpPr>
        <p:spPr>
          <a:xfrm>
            <a:off x="7558327" y="1690688"/>
            <a:ext cx="2724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T</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 </a:t>
            </a:r>
            <a:r>
              <a:rPr lang="en-US" altLang="zh-TW" sz="2400" dirty="0" err="1">
                <a:latin typeface="Times New Roman" panose="02020603050405020304" pitchFamily="18" charset="0"/>
                <a:cs typeface="Times New Roman" panose="02020603050405020304" pitchFamily="18" charset="0"/>
              </a:rPr>
              <a:t>a</a:t>
            </a:r>
            <a:r>
              <a:rPr lang="en-US" altLang="zh-TW" sz="2400" dirty="0" err="1">
                <a:solidFill>
                  <a:srgbClr val="FF0000"/>
                </a:solidFill>
                <a:latin typeface="Times New Roman" panose="02020603050405020304" pitchFamily="18" charset="0"/>
                <a:cs typeface="Times New Roman" panose="02020603050405020304" pitchFamily="18" charset="0"/>
              </a:rPr>
              <a:t>baabaab</a:t>
            </a:r>
            <a:r>
              <a:rPr lang="en-US" altLang="zh-TW" sz="2400" dirty="0" err="1">
                <a:latin typeface="Times New Roman" panose="02020603050405020304" pitchFamily="18" charset="0"/>
                <a:cs typeface="Times New Roman" panose="02020603050405020304" pitchFamily="18" charset="0"/>
              </a:rPr>
              <a:t>ababbb</a:t>
            </a:r>
            <a:endParaRPr lang="en-US" altLang="zh-TW" sz="2400"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2556D028-2F83-C33C-0F56-4C1322571907}"/>
              </a:ext>
            </a:extLst>
          </p:cNvPr>
          <p:cNvSpPr txBox="1"/>
          <p:nvPr/>
        </p:nvSpPr>
        <p:spPr>
          <a:xfrm>
            <a:off x="2067011" y="1690688"/>
            <a:ext cx="2724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T</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 </a:t>
            </a:r>
            <a:r>
              <a:rPr lang="en-US" altLang="zh-TW" sz="2400" dirty="0" err="1">
                <a:latin typeface="Times New Roman" panose="02020603050405020304" pitchFamily="18" charset="0"/>
                <a:cs typeface="Times New Roman" panose="02020603050405020304" pitchFamily="18" charset="0"/>
              </a:rPr>
              <a:t>ab</a:t>
            </a:r>
            <a:r>
              <a:rPr lang="en-US" altLang="zh-TW" sz="2400" dirty="0" err="1">
                <a:solidFill>
                  <a:srgbClr val="FF0000"/>
                </a:solidFill>
                <a:latin typeface="Times New Roman" panose="02020603050405020304" pitchFamily="18" charset="0"/>
                <a:cs typeface="Times New Roman" panose="02020603050405020304" pitchFamily="18" charset="0"/>
              </a:rPr>
              <a:t>aabaa</a:t>
            </a:r>
            <a:r>
              <a:rPr lang="en-US" altLang="zh-TW" sz="2400" dirty="0" err="1">
                <a:latin typeface="Times New Roman" panose="02020603050405020304" pitchFamily="18" charset="0"/>
                <a:cs typeface="Times New Roman" panose="02020603050405020304" pitchFamily="18" charset="0"/>
              </a:rPr>
              <a:t>bababbb</a:t>
            </a:r>
            <a:endParaRPr lang="en-US" altLang="zh-TW" sz="2400" dirty="0">
              <a:latin typeface="Times New Roman" panose="02020603050405020304" pitchFamily="18" charset="0"/>
              <a:cs typeface="Times New Roman" panose="02020603050405020304" pitchFamily="18" charset="0"/>
            </a:endParaRPr>
          </a:p>
        </p:txBody>
      </p:sp>
      <p:pic>
        <p:nvPicPr>
          <p:cNvPr id="13" name="圖片 12">
            <a:extLst>
              <a:ext uri="{FF2B5EF4-FFF2-40B4-BE49-F238E27FC236}">
                <a16:creationId xmlns:a16="http://schemas.microsoft.com/office/drawing/2014/main" id="{86A8E906-30D5-F80C-8C10-D5DE973E2ADB}"/>
              </a:ext>
            </a:extLst>
          </p:cNvPr>
          <p:cNvPicPr>
            <a:picLocks noChangeAspect="1"/>
          </p:cNvPicPr>
          <p:nvPr/>
        </p:nvPicPr>
        <p:blipFill>
          <a:blip r:embed="rId2"/>
          <a:stretch>
            <a:fillRect/>
          </a:stretch>
        </p:blipFill>
        <p:spPr>
          <a:xfrm>
            <a:off x="1150775" y="2350518"/>
            <a:ext cx="4557127" cy="3686489"/>
          </a:xfrm>
          <a:prstGeom prst="rect">
            <a:avLst/>
          </a:prstGeom>
        </p:spPr>
      </p:pic>
      <p:pic>
        <p:nvPicPr>
          <p:cNvPr id="15" name="圖片 14">
            <a:extLst>
              <a:ext uri="{FF2B5EF4-FFF2-40B4-BE49-F238E27FC236}">
                <a16:creationId xmlns:a16="http://schemas.microsoft.com/office/drawing/2014/main" id="{2A5BDDBE-FDB9-5DA0-5945-A8BBD09171DA}"/>
              </a:ext>
            </a:extLst>
          </p:cNvPr>
          <p:cNvPicPr>
            <a:picLocks noChangeAspect="1"/>
          </p:cNvPicPr>
          <p:nvPr/>
        </p:nvPicPr>
        <p:blipFill>
          <a:blip r:embed="rId3"/>
          <a:stretch>
            <a:fillRect/>
          </a:stretch>
        </p:blipFill>
        <p:spPr>
          <a:xfrm>
            <a:off x="6852511" y="2470065"/>
            <a:ext cx="4931186" cy="4022810"/>
          </a:xfrm>
          <a:prstGeom prst="rect">
            <a:avLst/>
          </a:prstGeom>
        </p:spPr>
      </p:pic>
    </p:spTree>
    <p:extLst>
      <p:ext uri="{BB962C8B-B14F-4D97-AF65-F5344CB8AC3E}">
        <p14:creationId xmlns:p14="http://schemas.microsoft.com/office/powerpoint/2010/main" val="3188242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8C491DE-E6D2-B5BE-0CFB-40267A1B8AB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Construct tree</a:t>
            </a:r>
            <a:endParaRPr lang="zh-TW" altLang="en-US" dirty="0"/>
          </a:p>
        </p:txBody>
      </p:sp>
      <p:sp>
        <p:nvSpPr>
          <p:cNvPr id="4" name="投影片編號版面配置區 3">
            <a:extLst>
              <a:ext uri="{FF2B5EF4-FFF2-40B4-BE49-F238E27FC236}">
                <a16:creationId xmlns:a16="http://schemas.microsoft.com/office/drawing/2014/main" id="{3A219D3E-95C9-5B76-FC2F-07DD78AACE2E}"/>
              </a:ext>
            </a:extLst>
          </p:cNvPr>
          <p:cNvSpPr>
            <a:spLocks noGrp="1"/>
          </p:cNvSpPr>
          <p:nvPr>
            <p:ph type="sldNum" sz="quarter" idx="12"/>
          </p:nvPr>
        </p:nvSpPr>
        <p:spPr/>
        <p:txBody>
          <a:bodyPr/>
          <a:lstStyle/>
          <a:p>
            <a:fld id="{C497B8E6-CB28-4350-9E62-3F3C29E41FED}" type="slidenum">
              <a:rPr lang="zh-TW" altLang="en-US" smtClean="0"/>
              <a:t>13</a:t>
            </a:fld>
            <a:endParaRPr lang="zh-TW" altLang="en-US"/>
          </a:p>
        </p:txBody>
      </p:sp>
      <p:sp>
        <p:nvSpPr>
          <p:cNvPr id="9" name="文字方塊 8">
            <a:extLst>
              <a:ext uri="{FF2B5EF4-FFF2-40B4-BE49-F238E27FC236}">
                <a16:creationId xmlns:a16="http://schemas.microsoft.com/office/drawing/2014/main" id="{2556D028-2F83-C33C-0F56-4C1322571907}"/>
              </a:ext>
            </a:extLst>
          </p:cNvPr>
          <p:cNvSpPr txBox="1"/>
          <p:nvPr/>
        </p:nvSpPr>
        <p:spPr>
          <a:xfrm>
            <a:off x="2067011" y="1690688"/>
            <a:ext cx="272465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T</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 </a:t>
            </a:r>
            <a:r>
              <a:rPr lang="en-US" altLang="zh-TW" sz="2400" dirty="0" err="1">
                <a:solidFill>
                  <a:srgbClr val="FF0000"/>
                </a:solidFill>
                <a:latin typeface="Times New Roman" panose="02020603050405020304" pitchFamily="18" charset="0"/>
                <a:cs typeface="Times New Roman" panose="02020603050405020304" pitchFamily="18" charset="0"/>
              </a:rPr>
              <a:t>abaabaaba</a:t>
            </a:r>
            <a:r>
              <a:rPr lang="en-US" altLang="zh-TW" sz="2400" dirty="0" err="1">
                <a:latin typeface="Times New Roman" panose="02020603050405020304" pitchFamily="18" charset="0"/>
                <a:cs typeface="Times New Roman" panose="02020603050405020304" pitchFamily="18" charset="0"/>
              </a:rPr>
              <a:t>babbb</a:t>
            </a:r>
            <a:endParaRPr lang="en-US" altLang="zh-TW" sz="2400"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07C241DE-6F1F-23B0-72A5-03DB1C9703D5}"/>
              </a:ext>
            </a:extLst>
          </p:cNvPr>
          <p:cNvPicPr>
            <a:picLocks noChangeAspect="1"/>
          </p:cNvPicPr>
          <p:nvPr/>
        </p:nvPicPr>
        <p:blipFill>
          <a:blip r:embed="rId2"/>
          <a:stretch>
            <a:fillRect/>
          </a:stretch>
        </p:blipFill>
        <p:spPr>
          <a:xfrm>
            <a:off x="1465499" y="2152353"/>
            <a:ext cx="4011069" cy="3955187"/>
          </a:xfrm>
          <a:prstGeom prst="rect">
            <a:avLst/>
          </a:prstGeom>
        </p:spPr>
      </p:pic>
      <p:sp>
        <p:nvSpPr>
          <p:cNvPr id="7" name="文字方塊 6">
            <a:extLst>
              <a:ext uri="{FF2B5EF4-FFF2-40B4-BE49-F238E27FC236}">
                <a16:creationId xmlns:a16="http://schemas.microsoft.com/office/drawing/2014/main" id="{206201D3-C8F5-867A-A1E7-14D5C77D494A}"/>
              </a:ext>
            </a:extLst>
          </p:cNvPr>
          <p:cNvSpPr txBox="1"/>
          <p:nvPr/>
        </p:nvSpPr>
        <p:spPr>
          <a:xfrm>
            <a:off x="5968181" y="1799303"/>
            <a:ext cx="5545393" cy="2308324"/>
          </a:xfrm>
          <a:prstGeom prst="rect">
            <a:avLst/>
          </a:prstGeom>
          <a:noFill/>
        </p:spPr>
        <p:txBody>
          <a:bodyPr wrap="square" rtlCol="0">
            <a:spAutoFit/>
          </a:bodyPr>
          <a:lstStyle/>
          <a:p>
            <a:r>
              <a:rPr lang="en-US" altLang="zh-TW" dirty="0" err="1">
                <a:latin typeface="Times New Roman" panose="02020603050405020304" pitchFamily="18" charset="0"/>
                <a:cs typeface="Times New Roman" panose="02020603050405020304" pitchFamily="18" charset="0"/>
              </a:rPr>
              <a:t>LSufPa</a:t>
            </a:r>
            <a:r>
              <a:rPr lang="en-US" altLang="zh-TW" dirty="0">
                <a:latin typeface="Times New Roman" panose="02020603050405020304" pitchFamily="18" charset="0"/>
                <a:cs typeface="Times New Roman" panose="02020603050405020304" pitchFamily="18" charset="0"/>
              </a:rPr>
              <a:t>[1..</a:t>
            </a:r>
            <a:r>
              <a:rPr lang="en-US" altLang="zh-TW" i="1" dirty="0">
                <a:latin typeface="Times New Roman" panose="02020603050405020304" pitchFamily="18" charset="0"/>
                <a:cs typeface="Times New Roman" panose="02020603050405020304" pitchFamily="18" charset="0"/>
              </a:rPr>
              <a:t>n</a:t>
            </a:r>
            <a:r>
              <a:rPr lang="en-US" altLang="zh-TW" dirty="0">
                <a:latin typeface="Times New Roman" panose="02020603050405020304" pitchFamily="18" charset="0"/>
                <a:cs typeface="Times New Roman" panose="02020603050405020304" pitchFamily="18" charset="0"/>
              </a:rPr>
              <a:t>] :</a:t>
            </a:r>
          </a:p>
          <a:p>
            <a:r>
              <a:rPr lang="en-US" altLang="zh-TW" dirty="0">
                <a:latin typeface="Times New Roman" panose="02020603050405020304" pitchFamily="18" charset="0"/>
                <a:cs typeface="Times New Roman" panose="02020603050405020304" pitchFamily="18" charset="0"/>
              </a:rPr>
              <a:t>stores a pointer to the node in </a:t>
            </a:r>
            <a:r>
              <a:rPr lang="en-US" altLang="zh-TW" dirty="0" err="1">
                <a:latin typeface="Times New Roman" panose="02020603050405020304" pitchFamily="18" charset="0"/>
                <a:cs typeface="Times New Roman" panose="02020603050405020304" pitchFamily="18" charset="0"/>
              </a:rPr>
              <a:t>paltree</a:t>
            </a:r>
            <a:r>
              <a:rPr lang="en-US" altLang="zh-TW" dirty="0">
                <a:latin typeface="Times New Roman" panose="02020603050405020304" pitchFamily="18" charset="0"/>
                <a:cs typeface="Times New Roman" panose="02020603050405020304" pitchFamily="18" charset="0"/>
              </a:rPr>
              <a:t>(T) corresponding to the longest palindromic suffix of T [1.. </a:t>
            </a:r>
            <a:r>
              <a:rPr lang="en-US" altLang="zh-TW" i="1" dirty="0">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for each 1 ≤ j ≤ n</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And so as </a:t>
            </a:r>
            <a:r>
              <a:rPr lang="en-US" altLang="zh-TW" dirty="0" err="1">
                <a:latin typeface="Times New Roman" panose="02020603050405020304" pitchFamily="18" charset="0"/>
                <a:cs typeface="Times New Roman" panose="02020603050405020304" pitchFamily="18" charset="0"/>
              </a:rPr>
              <a:t>LSufPa</a:t>
            </a:r>
            <a:r>
              <a:rPr lang="en-US" altLang="zh-TW" dirty="0">
                <a:latin typeface="Times New Roman" panose="02020603050405020304" pitchFamily="18" charset="0"/>
                <a:cs typeface="Times New Roman" panose="02020603050405020304" pitchFamily="18" charset="0"/>
              </a:rPr>
              <a:t>[1..</a:t>
            </a:r>
            <a:r>
              <a:rPr lang="en-US" altLang="zh-TW" i="1" dirty="0">
                <a:latin typeface="Times New Roman" panose="02020603050405020304" pitchFamily="18" charset="0"/>
                <a:cs typeface="Times New Roman" panose="02020603050405020304" pitchFamily="18" charset="0"/>
              </a:rPr>
              <a:t>n</a:t>
            </a:r>
            <a:r>
              <a:rPr lang="en-US" altLang="zh-TW" dirty="0">
                <a:latin typeface="Times New Roman" panose="02020603050405020304" pitchFamily="18" charset="0"/>
                <a:cs typeface="Times New Roman" panose="02020603050405020304" pitchFamily="18" charset="0"/>
              </a:rPr>
              <a:t>](the longest palindromic suffix)</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Time Complexity = O(</a:t>
            </a:r>
            <a:r>
              <a:rPr lang="en-US" altLang="zh-TW" i="1" dirty="0">
                <a:latin typeface="Times New Roman" panose="02020603050405020304" pitchFamily="18" charset="0"/>
                <a:cs typeface="Times New Roman" panose="02020603050405020304" pitchFamily="18" charset="0"/>
              </a:rPr>
              <a:t>n</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9794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677E8F-4619-AD9A-82C1-5752566355CC}"/>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Palindromic suffixes of a string and the partition</a:t>
            </a:r>
            <a:endParaRPr lang="zh-TW" altLang="en-US" dirty="0">
              <a:latin typeface="Times New Roman" panose="02020603050405020304" pitchFamily="18" charset="0"/>
              <a:cs typeface="Times New Roman" panose="02020603050405020304" pitchFamily="18" charset="0"/>
            </a:endParaRPr>
          </a:p>
        </p:txBody>
      </p:sp>
      <p:pic>
        <p:nvPicPr>
          <p:cNvPr id="10" name="內容版面配置區 9">
            <a:extLst>
              <a:ext uri="{FF2B5EF4-FFF2-40B4-BE49-F238E27FC236}">
                <a16:creationId xmlns:a16="http://schemas.microsoft.com/office/drawing/2014/main" id="{F24D89F3-BB39-1302-02D0-4EA83B726B88}"/>
              </a:ext>
            </a:extLst>
          </p:cNvPr>
          <p:cNvPicPr>
            <a:picLocks noGrp="1" noChangeAspect="1"/>
          </p:cNvPicPr>
          <p:nvPr>
            <p:ph idx="1"/>
          </p:nvPr>
        </p:nvPicPr>
        <p:blipFill>
          <a:blip r:embed="rId3"/>
          <a:stretch>
            <a:fillRect/>
          </a:stretch>
        </p:blipFill>
        <p:spPr>
          <a:xfrm>
            <a:off x="2204494" y="2572344"/>
            <a:ext cx="7783011" cy="2857899"/>
          </a:xfrm>
        </p:spPr>
      </p:pic>
      <p:sp>
        <p:nvSpPr>
          <p:cNvPr id="4" name="投影片編號版面配置區 3">
            <a:extLst>
              <a:ext uri="{FF2B5EF4-FFF2-40B4-BE49-F238E27FC236}">
                <a16:creationId xmlns:a16="http://schemas.microsoft.com/office/drawing/2014/main" id="{6DDDF9EC-5508-78C6-409C-5B5B980E4CE1}"/>
              </a:ext>
            </a:extLst>
          </p:cNvPr>
          <p:cNvSpPr>
            <a:spLocks noGrp="1"/>
          </p:cNvSpPr>
          <p:nvPr>
            <p:ph type="sldNum" sz="quarter" idx="12"/>
          </p:nvPr>
        </p:nvSpPr>
        <p:spPr/>
        <p:txBody>
          <a:bodyPr/>
          <a:lstStyle/>
          <a:p>
            <a:fld id="{C497B8E6-CB28-4350-9E62-3F3C29E41FED}" type="slidenum">
              <a:rPr lang="zh-TW" altLang="en-US" smtClean="0"/>
              <a:t>14</a:t>
            </a:fld>
            <a:endParaRPr lang="zh-TW" altLang="en-US"/>
          </a:p>
        </p:txBody>
      </p:sp>
    </p:spTree>
    <p:extLst>
      <p:ext uri="{BB962C8B-B14F-4D97-AF65-F5344CB8AC3E}">
        <p14:creationId xmlns:p14="http://schemas.microsoft.com/office/powerpoint/2010/main" val="9581509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293ED9-8B74-59AB-7DBD-68A2EBCCD26A}"/>
              </a:ext>
            </a:extLst>
          </p:cNvPr>
          <p:cNvSpPr>
            <a:spLocks noGrp="1"/>
          </p:cNvSpPr>
          <p:nvPr>
            <p:ph type="title"/>
          </p:nvPr>
        </p:nvSpPr>
        <p:spPr/>
        <p:txBody>
          <a:bodyPr/>
          <a:lstStyle/>
          <a:p>
            <a:r>
              <a:rPr lang="en-US" altLang="zh-TW" dirty="0" err="1">
                <a:latin typeface="Times New Roman" panose="02020603050405020304" pitchFamily="18" charset="0"/>
                <a:cs typeface="Times New Roman" panose="02020603050405020304" pitchFamily="18" charset="0"/>
              </a:rPr>
              <a:t>Seriestree</a:t>
            </a:r>
            <a:r>
              <a:rPr lang="en-US" altLang="zh-TW" dirty="0">
                <a:latin typeface="Times New Roman" panose="02020603050405020304" pitchFamily="18" charset="0"/>
                <a:cs typeface="Times New Roman" panose="02020603050405020304" pitchFamily="18" charset="0"/>
              </a:rPr>
              <a:t> tree</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60D56E28-0FDF-3CF9-EC7C-01F7A6C59D60}"/>
              </a:ext>
            </a:extLst>
          </p:cNvPr>
          <p:cNvSpPr>
            <a:spLocks noGrp="1"/>
          </p:cNvSpPr>
          <p:nvPr>
            <p:ph type="sldNum" sz="quarter" idx="12"/>
          </p:nvPr>
        </p:nvSpPr>
        <p:spPr/>
        <p:txBody>
          <a:bodyPr/>
          <a:lstStyle/>
          <a:p>
            <a:fld id="{C497B8E6-CB28-4350-9E62-3F3C29E41FED}" type="slidenum">
              <a:rPr lang="zh-TW" altLang="en-US" smtClean="0"/>
              <a:t>15</a:t>
            </a:fld>
            <a:endParaRPr lang="zh-TW" altLang="en-US"/>
          </a:p>
        </p:txBody>
      </p:sp>
      <p:sp>
        <p:nvSpPr>
          <p:cNvPr id="8" name="內容版面配置區 2">
            <a:extLst>
              <a:ext uri="{FF2B5EF4-FFF2-40B4-BE49-F238E27FC236}">
                <a16:creationId xmlns:a16="http://schemas.microsoft.com/office/drawing/2014/main" id="{33D37F78-9A29-FC3C-3D6D-40152AD280CC}"/>
              </a:ext>
            </a:extLst>
          </p:cNvPr>
          <p:cNvSpPr txBox="1">
            <a:spLocks/>
          </p:cNvSpPr>
          <p:nvPr/>
        </p:nvSpPr>
        <p:spPr>
          <a:xfrm>
            <a:off x="838200" y="1825625"/>
            <a:ext cx="6860458"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sz="2400" dirty="0">
                <a:latin typeface="Times New Roman" panose="02020603050405020304" pitchFamily="18" charset="0"/>
                <a:cs typeface="Times New Roman" panose="02020603050405020304" pitchFamily="18" charset="0"/>
              </a:rPr>
              <a:t>E.g. : node (</a:t>
            </a:r>
            <a:r>
              <a:rPr lang="en-US" altLang="zh-TW" sz="2400" dirty="0" err="1">
                <a:latin typeface="Times New Roman" panose="02020603050405020304" pitchFamily="18" charset="0"/>
                <a:cs typeface="Times New Roman" panose="02020603050405020304" pitchFamily="18" charset="0"/>
              </a:rPr>
              <a:t>abaabaaba</a:t>
            </a:r>
            <a:r>
              <a:rPr lang="en-US" altLang="zh-TW" sz="2400" dirty="0">
                <a:latin typeface="Times New Roman" panose="02020603050405020304" pitchFamily="18" charset="0"/>
                <a:cs typeface="Times New Roman" panose="02020603050405020304" pitchFamily="18" charset="0"/>
              </a:rPr>
              <a:t>)</a:t>
            </a:r>
          </a:p>
          <a:p>
            <a:pPr lvl="2"/>
            <a:r>
              <a:rPr lang="en-US" altLang="zh-TW" sz="1600" dirty="0">
                <a:latin typeface="Times New Roman" panose="02020603050405020304" pitchFamily="18" charset="0"/>
                <a:cs typeface="Times New Roman" panose="02020603050405020304" pitchFamily="18" charset="0"/>
              </a:rPr>
              <a:t>| </a:t>
            </a:r>
            <a:r>
              <a:rPr lang="en-US" altLang="zh-TW" sz="1600" dirty="0" err="1">
                <a:latin typeface="Times New Roman" panose="02020603050405020304" pitchFamily="18" charset="0"/>
                <a:cs typeface="Times New Roman" panose="02020603050405020304" pitchFamily="18" charset="0"/>
              </a:rPr>
              <a:t>abaabaaba</a:t>
            </a:r>
            <a:r>
              <a:rPr lang="en-US" altLang="zh-TW" sz="1600" dirty="0">
                <a:latin typeface="Times New Roman" panose="02020603050405020304" pitchFamily="18" charset="0"/>
                <a:cs typeface="Times New Roman" panose="02020603050405020304" pitchFamily="18" charset="0"/>
              </a:rPr>
              <a:t> | - | </a:t>
            </a:r>
            <a:r>
              <a:rPr lang="en-US" altLang="zh-TW" sz="1600" dirty="0" err="1">
                <a:latin typeface="Times New Roman" panose="02020603050405020304" pitchFamily="18" charset="0"/>
                <a:cs typeface="Times New Roman" panose="02020603050405020304" pitchFamily="18" charset="0"/>
              </a:rPr>
              <a:t>abaaba</a:t>
            </a:r>
            <a:r>
              <a:rPr lang="en-US" altLang="zh-TW" sz="1600" dirty="0">
                <a:latin typeface="Times New Roman" panose="02020603050405020304" pitchFamily="18" charset="0"/>
                <a:cs typeface="Times New Roman" panose="02020603050405020304" pitchFamily="18" charset="0"/>
              </a:rPr>
              <a:t> | = 3</a:t>
            </a:r>
          </a:p>
          <a:p>
            <a:pPr lvl="2"/>
            <a:r>
              <a:rPr lang="en-US" altLang="zh-TW" sz="1600" dirty="0">
                <a:latin typeface="Times New Roman" panose="02020603050405020304" pitchFamily="18" charset="0"/>
                <a:cs typeface="Times New Roman" panose="02020603050405020304" pitchFamily="18" charset="0"/>
              </a:rPr>
              <a:t>| </a:t>
            </a:r>
            <a:r>
              <a:rPr lang="en-US" altLang="zh-TW" sz="1600" dirty="0" err="1">
                <a:latin typeface="Times New Roman" panose="02020603050405020304" pitchFamily="18" charset="0"/>
                <a:cs typeface="Times New Roman" panose="02020603050405020304" pitchFamily="18" charset="0"/>
              </a:rPr>
              <a:t>abaaba</a:t>
            </a:r>
            <a:r>
              <a:rPr lang="en-US" altLang="zh-TW" sz="1600" dirty="0">
                <a:latin typeface="Times New Roman" panose="02020603050405020304" pitchFamily="18" charset="0"/>
                <a:cs typeface="Times New Roman" panose="02020603050405020304" pitchFamily="18" charset="0"/>
              </a:rPr>
              <a:t> | - | aba | = 3</a:t>
            </a:r>
          </a:p>
          <a:p>
            <a:pPr lvl="2"/>
            <a:r>
              <a:rPr lang="en-US" altLang="zh-TW" sz="1600" dirty="0">
                <a:latin typeface="Times New Roman" panose="02020603050405020304" pitchFamily="18" charset="0"/>
                <a:cs typeface="Times New Roman" panose="02020603050405020304" pitchFamily="18" charset="0"/>
              </a:rPr>
              <a:t>| aba | -  |a| = 2</a:t>
            </a:r>
          </a:p>
          <a:p>
            <a:r>
              <a:rPr lang="en-US" altLang="zh-TW" sz="2400" dirty="0">
                <a:latin typeface="Times New Roman" panose="02020603050405020304" pitchFamily="18" charset="0"/>
                <a:cs typeface="Times New Roman" panose="02020603050405020304" pitchFamily="18" charset="0"/>
              </a:rPr>
              <a:t>The </a:t>
            </a:r>
            <a:r>
              <a:rPr lang="en-US" altLang="zh-TW" sz="2400" dirty="0" err="1">
                <a:latin typeface="Times New Roman" panose="02020603050405020304" pitchFamily="18" charset="0"/>
                <a:cs typeface="Times New Roman" panose="02020603050405020304" pitchFamily="18" charset="0"/>
              </a:rPr>
              <a:t>serieslink</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abaabaaba</a:t>
            </a:r>
            <a:r>
              <a:rPr lang="en-US" altLang="zh-TW" sz="2400" dirty="0">
                <a:latin typeface="Times New Roman" panose="02020603050405020304" pitchFamily="18" charset="0"/>
                <a:cs typeface="Times New Roman" panose="02020603050405020304" pitchFamily="18" charset="0"/>
              </a:rPr>
              <a:t>) = aba</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Time complexity = O(</a:t>
            </a:r>
            <a:r>
              <a:rPr lang="en-US" altLang="zh-TW" sz="2400" i="1" dirty="0">
                <a:latin typeface="Times New Roman" panose="02020603050405020304" pitchFamily="18" charset="0"/>
                <a:cs typeface="Times New Roman" panose="02020603050405020304" pitchFamily="18" charset="0"/>
              </a:rPr>
              <a:t>n</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pic>
        <p:nvPicPr>
          <p:cNvPr id="9" name="圖片 8">
            <a:extLst>
              <a:ext uri="{FF2B5EF4-FFF2-40B4-BE49-F238E27FC236}">
                <a16:creationId xmlns:a16="http://schemas.microsoft.com/office/drawing/2014/main" id="{6B38F529-7FE1-DB61-9EAD-952FDD4B19EB}"/>
              </a:ext>
            </a:extLst>
          </p:cNvPr>
          <p:cNvPicPr>
            <a:picLocks noChangeAspect="1"/>
          </p:cNvPicPr>
          <p:nvPr/>
        </p:nvPicPr>
        <p:blipFill>
          <a:blip r:embed="rId2"/>
          <a:stretch>
            <a:fillRect/>
          </a:stretch>
        </p:blipFill>
        <p:spPr>
          <a:xfrm>
            <a:off x="7857637" y="500899"/>
            <a:ext cx="3159472" cy="3311735"/>
          </a:xfrm>
          <a:prstGeom prst="rect">
            <a:avLst/>
          </a:prstGeom>
        </p:spPr>
      </p:pic>
      <p:pic>
        <p:nvPicPr>
          <p:cNvPr id="6" name="內容版面配置區 5">
            <a:extLst>
              <a:ext uri="{FF2B5EF4-FFF2-40B4-BE49-F238E27FC236}">
                <a16:creationId xmlns:a16="http://schemas.microsoft.com/office/drawing/2014/main" id="{C727B0DC-2D6A-8F96-72FA-718EA3FDE33B}"/>
              </a:ext>
            </a:extLst>
          </p:cNvPr>
          <p:cNvPicPr>
            <a:picLocks noGrp="1" noChangeAspect="1"/>
          </p:cNvPicPr>
          <p:nvPr>
            <p:ph idx="1"/>
          </p:nvPr>
        </p:nvPicPr>
        <p:blipFill>
          <a:blip r:embed="rId3"/>
          <a:stretch>
            <a:fillRect/>
          </a:stretch>
        </p:blipFill>
        <p:spPr>
          <a:xfrm>
            <a:off x="7857637" y="3441200"/>
            <a:ext cx="3496163" cy="3286584"/>
          </a:xfrm>
        </p:spPr>
      </p:pic>
      <p:sp>
        <p:nvSpPr>
          <p:cNvPr id="10" name="矩形 9">
            <a:extLst>
              <a:ext uri="{FF2B5EF4-FFF2-40B4-BE49-F238E27FC236}">
                <a16:creationId xmlns:a16="http://schemas.microsoft.com/office/drawing/2014/main" id="{62EB2ED2-3045-D9AE-1137-151153487F2F}"/>
              </a:ext>
            </a:extLst>
          </p:cNvPr>
          <p:cNvSpPr/>
          <p:nvPr/>
        </p:nvSpPr>
        <p:spPr>
          <a:xfrm>
            <a:off x="9094839" y="3057832"/>
            <a:ext cx="1130709" cy="383368"/>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6" name="直線單箭頭接點 15">
            <a:extLst>
              <a:ext uri="{FF2B5EF4-FFF2-40B4-BE49-F238E27FC236}">
                <a16:creationId xmlns:a16="http://schemas.microsoft.com/office/drawing/2014/main" id="{B6BA9BCE-B86D-62CF-7A66-3F0DED7E28BC}"/>
              </a:ext>
            </a:extLst>
          </p:cNvPr>
          <p:cNvCxnSpPr>
            <a:cxnSpLocks/>
          </p:cNvCxnSpPr>
          <p:nvPr/>
        </p:nvCxnSpPr>
        <p:spPr>
          <a:xfrm rot="10800000">
            <a:off x="8888361" y="5014452"/>
            <a:ext cx="0" cy="1012722"/>
          </a:xfrm>
          <a:prstGeom prst="straightConnector1">
            <a:avLst/>
          </a:prstGeom>
          <a:ln w="412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58504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B1BE6E-159B-8BCF-BE56-850FA4E68C31}"/>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Monotone-</a:t>
            </a:r>
            <a:r>
              <a:rPr lang="en-US" altLang="zh-TW" dirty="0" err="1">
                <a:latin typeface="Times New Roman" panose="02020603050405020304" pitchFamily="18" charset="0"/>
                <a:cs typeface="Times New Roman" panose="02020603050405020304" pitchFamily="18" charset="0"/>
              </a:rPr>
              <a:t>weightedtree</a:t>
            </a:r>
            <a:endParaRPr lang="zh-TW" altLang="en-US" dirty="0"/>
          </a:p>
        </p:txBody>
      </p:sp>
      <p:pic>
        <p:nvPicPr>
          <p:cNvPr id="6" name="內容版面配置區 5">
            <a:extLst>
              <a:ext uri="{FF2B5EF4-FFF2-40B4-BE49-F238E27FC236}">
                <a16:creationId xmlns:a16="http://schemas.microsoft.com/office/drawing/2014/main" id="{BB5A36E7-A9CE-39B3-EE69-9C046E485BCF}"/>
              </a:ext>
            </a:extLst>
          </p:cNvPr>
          <p:cNvPicPr>
            <a:picLocks noGrp="1" noChangeAspect="1"/>
          </p:cNvPicPr>
          <p:nvPr>
            <p:ph idx="1"/>
          </p:nvPr>
        </p:nvPicPr>
        <p:blipFill>
          <a:blip r:embed="rId2"/>
          <a:stretch>
            <a:fillRect/>
          </a:stretch>
        </p:blipFill>
        <p:spPr>
          <a:xfrm>
            <a:off x="7314636" y="2440679"/>
            <a:ext cx="4039164" cy="2924583"/>
          </a:xfrm>
        </p:spPr>
      </p:pic>
      <p:sp>
        <p:nvSpPr>
          <p:cNvPr id="4" name="投影片編號版面配置區 3">
            <a:extLst>
              <a:ext uri="{FF2B5EF4-FFF2-40B4-BE49-F238E27FC236}">
                <a16:creationId xmlns:a16="http://schemas.microsoft.com/office/drawing/2014/main" id="{EDB167E0-6573-2862-5C26-7076AF8878BC}"/>
              </a:ext>
            </a:extLst>
          </p:cNvPr>
          <p:cNvSpPr>
            <a:spLocks noGrp="1"/>
          </p:cNvSpPr>
          <p:nvPr>
            <p:ph type="sldNum" sz="quarter" idx="12"/>
          </p:nvPr>
        </p:nvSpPr>
        <p:spPr/>
        <p:txBody>
          <a:bodyPr/>
          <a:lstStyle/>
          <a:p>
            <a:fld id="{C497B8E6-CB28-4350-9E62-3F3C29E41FED}" type="slidenum">
              <a:rPr lang="zh-TW" altLang="en-US" smtClean="0"/>
              <a:t>16</a:t>
            </a:fld>
            <a:endParaRPr lang="zh-TW" altLang="en-US"/>
          </a:p>
        </p:txBody>
      </p:sp>
      <p:sp>
        <p:nvSpPr>
          <p:cNvPr id="7" name="內容版面配置區 2">
            <a:extLst>
              <a:ext uri="{FF2B5EF4-FFF2-40B4-BE49-F238E27FC236}">
                <a16:creationId xmlns:a16="http://schemas.microsoft.com/office/drawing/2014/main" id="{96B1038D-007B-06AA-13E1-D9124EEE2DF0}"/>
              </a:ext>
            </a:extLst>
          </p:cNvPr>
          <p:cNvSpPr txBox="1">
            <a:spLocks/>
          </p:cNvSpPr>
          <p:nvPr/>
        </p:nvSpPr>
        <p:spPr>
          <a:xfrm>
            <a:off x="838200" y="1825625"/>
            <a:ext cx="6860458"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sz="2400" dirty="0">
                <a:latin typeface="Times New Roman" panose="02020603050405020304" pitchFamily="18" charset="0"/>
                <a:cs typeface="Times New Roman" panose="02020603050405020304" pitchFamily="18" charset="0"/>
              </a:rPr>
              <a:t>WAQT (</a:t>
            </a:r>
            <a:r>
              <a:rPr lang="en-US" altLang="zh-TW" sz="2400" dirty="0" err="1">
                <a:latin typeface="Times New Roman" panose="02020603050405020304" pitchFamily="18" charset="0"/>
                <a:cs typeface="Times New Roman" panose="02020603050405020304" pitchFamily="18" charset="0"/>
              </a:rPr>
              <a:t>v,k</a:t>
            </a:r>
            <a:r>
              <a:rPr lang="en-US" altLang="zh-TW" sz="2400" dirty="0">
                <a:latin typeface="Times New Roman" panose="02020603050405020304" pitchFamily="18" charset="0"/>
                <a:cs typeface="Times New Roman" panose="02020603050405020304" pitchFamily="18" charset="0"/>
              </a:rPr>
              <a:t>)</a:t>
            </a:r>
          </a:p>
          <a:p>
            <a:r>
              <a:rPr lang="en-US" altLang="zh-TW" sz="2400" dirty="0" err="1">
                <a:latin typeface="Times New Roman" panose="02020603050405020304" pitchFamily="18" charset="0"/>
                <a:cs typeface="Times New Roman" panose="02020603050405020304" pitchFamily="18" charset="0"/>
              </a:rPr>
              <a:t>E.g</a:t>
            </a:r>
            <a:r>
              <a:rPr lang="en-US" altLang="zh-TW" sz="2400" dirty="0">
                <a:latin typeface="Times New Roman" panose="02020603050405020304" pitchFamily="18" charset="0"/>
                <a:cs typeface="Times New Roman" panose="02020603050405020304" pitchFamily="18" charset="0"/>
              </a:rPr>
              <a:t> : WAQT (</a:t>
            </a: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5</a:t>
            </a:r>
            <a:r>
              <a:rPr lang="en-US" altLang="zh-TW" sz="2400" dirty="0">
                <a:latin typeface="Times New Roman" panose="02020603050405020304" pitchFamily="18" charset="0"/>
                <a:cs typeface="Times New Roman" panose="02020603050405020304" pitchFamily="18" charset="0"/>
              </a:rPr>
              <a:t>,6) = </a:t>
            </a:r>
            <a:r>
              <a:rPr lang="en-US" altLang="zh-TW" sz="2400" i="1" dirty="0">
                <a:latin typeface="Times New Roman" panose="02020603050405020304" pitchFamily="18" charset="0"/>
                <a:cs typeface="Times New Roman" panose="02020603050405020304" pitchFamily="18" charset="0"/>
              </a:rPr>
              <a:t>V</a:t>
            </a:r>
            <a:r>
              <a:rPr lang="en-US" altLang="zh-TW" sz="2400" baseline="-25000" dirty="0">
                <a:latin typeface="Times New Roman" panose="02020603050405020304" pitchFamily="18" charset="0"/>
                <a:cs typeface="Times New Roman" panose="02020603050405020304" pitchFamily="18" charset="0"/>
              </a:rPr>
              <a:t>3</a:t>
            </a:r>
          </a:p>
          <a:p>
            <a:endParaRPr lang="en-US" altLang="zh-TW" sz="2400" baseline="-250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The query time : O(loglog </a:t>
            </a:r>
            <a:r>
              <a:rPr lang="en-US" altLang="zh-TW" sz="2400" i="1" dirty="0">
                <a:latin typeface="Times New Roman" panose="02020603050405020304" pitchFamily="18" charset="0"/>
                <a:cs typeface="Times New Roman" panose="02020603050405020304" pitchFamily="18" charset="0"/>
              </a:rPr>
              <a:t>n</a:t>
            </a:r>
            <a:r>
              <a:rPr lang="en-US" altLang="zh-TW" sz="2400" dirty="0">
                <a:latin typeface="Times New Roman" panose="02020603050405020304" pitchFamily="18" charset="0"/>
                <a:cs typeface="Times New Roman" panose="02020603050405020304" pitchFamily="18" charset="0"/>
              </a:rPr>
              <a:t>)</a:t>
            </a:r>
            <a:r>
              <a:rPr lang="en-US" altLang="zh-TW" sz="2400" baseline="-25000" dirty="0">
                <a:latin typeface="Times New Roman" panose="02020603050405020304" pitchFamily="18" charset="0"/>
                <a:cs typeface="Times New Roman" panose="02020603050405020304" pitchFamily="18" charset="0"/>
              </a:rPr>
              <a:t> </a:t>
            </a:r>
            <a:endParaRPr lang="zh-TW" altLang="en-US" sz="2400"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88538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6D5BA318-9EC0-EDA1-1D7C-0E02DDB2DF1E}"/>
              </a:ext>
            </a:extLst>
          </p:cNvPr>
          <p:cNvSpPr>
            <a:spLocks noGrp="1"/>
          </p:cNvSpPr>
          <p:nvPr>
            <p:ph type="sldNum" sz="quarter" idx="12"/>
          </p:nvPr>
        </p:nvSpPr>
        <p:spPr/>
        <p:txBody>
          <a:bodyPr/>
          <a:lstStyle/>
          <a:p>
            <a:fld id="{C497B8E6-CB28-4350-9E62-3F3C29E41FED}" type="slidenum">
              <a:rPr lang="zh-TW" altLang="en-US" smtClean="0"/>
              <a:t>17</a:t>
            </a:fld>
            <a:endParaRPr lang="zh-TW" altLang="en-US"/>
          </a:p>
        </p:txBody>
      </p:sp>
      <p:sp>
        <p:nvSpPr>
          <p:cNvPr id="11" name="標題 1">
            <a:extLst>
              <a:ext uri="{FF2B5EF4-FFF2-40B4-BE49-F238E27FC236}">
                <a16:creationId xmlns:a16="http://schemas.microsoft.com/office/drawing/2014/main" id="{1A08AEC1-483B-1947-001D-49215EE20689}"/>
              </a:ext>
            </a:extLst>
          </p:cNvPr>
          <p:cNvSpPr>
            <a:spLocks noGrp="1"/>
          </p:cNvSpPr>
          <p:nvPr>
            <p:ph type="title"/>
          </p:nvPr>
        </p:nvSpPr>
        <p:spPr>
          <a:xfrm>
            <a:off x="838200" y="365125"/>
            <a:ext cx="10515600" cy="1325563"/>
          </a:xfrm>
        </p:spPr>
        <p:txBody>
          <a:bodyPr/>
          <a:lstStyle/>
          <a:p>
            <a:r>
              <a:rPr lang="en-US" altLang="zh-TW" dirty="0">
                <a:latin typeface="Times New Roman" panose="02020603050405020304" pitchFamily="18" charset="0"/>
                <a:cs typeface="Times New Roman" panose="02020603050405020304" pitchFamily="18" charset="0"/>
              </a:rPr>
              <a:t>The Range Minimal Query (RMQ)</a:t>
            </a:r>
            <a:endParaRPr lang="zh-TW" altLang="en-US" dirty="0">
              <a:latin typeface="Times New Roman" panose="02020603050405020304" pitchFamily="18" charset="0"/>
              <a:cs typeface="Times New Roman" panose="02020603050405020304" pitchFamily="18" charset="0"/>
            </a:endParaRPr>
          </a:p>
        </p:txBody>
      </p:sp>
      <p:sp>
        <p:nvSpPr>
          <p:cNvPr id="12" name="內容版面配置區 2">
            <a:extLst>
              <a:ext uri="{FF2B5EF4-FFF2-40B4-BE49-F238E27FC236}">
                <a16:creationId xmlns:a16="http://schemas.microsoft.com/office/drawing/2014/main" id="{47CB71E0-3A5F-2839-326B-7DFE9DACC0CA}"/>
              </a:ext>
            </a:extLst>
          </p:cNvPr>
          <p:cNvSpPr>
            <a:spLocks noGrp="1"/>
          </p:cNvSpPr>
          <p:nvPr>
            <p:ph idx="1"/>
          </p:nvPr>
        </p:nvSpPr>
        <p:spPr>
          <a:xfrm>
            <a:off x="838200" y="1825625"/>
            <a:ext cx="10515600" cy="4351338"/>
          </a:xfrm>
        </p:spPr>
        <p:txBody>
          <a:bodyPr/>
          <a:lstStyle/>
          <a:p>
            <a:r>
              <a:rPr lang="en-US" altLang="zh-TW" i="1" dirty="0">
                <a:latin typeface="Times New Roman" panose="02020603050405020304" pitchFamily="18" charset="0"/>
                <a:cs typeface="Times New Roman" panose="02020603050405020304" pitchFamily="18" charset="0"/>
              </a:rPr>
              <a:t>A</a:t>
            </a:r>
            <a:r>
              <a:rPr lang="en-US" altLang="zh-TW" dirty="0">
                <a:latin typeface="Times New Roman" panose="02020603050405020304" pitchFamily="18" charset="0"/>
                <a:cs typeface="Times New Roman" panose="02020603050405020304" pitchFamily="18" charset="0"/>
              </a:rPr>
              <a:t> = [1,3,7,4,10,2]</a:t>
            </a:r>
          </a:p>
          <a:p>
            <a:r>
              <a:rPr lang="en-US" altLang="zh-TW" dirty="0" err="1">
                <a:latin typeface="Times New Roman" panose="02020603050405020304" pitchFamily="18" charset="0"/>
                <a:cs typeface="Times New Roman" panose="02020603050405020304" pitchFamily="18" charset="0"/>
              </a:rPr>
              <a:t>RMQ</a:t>
            </a:r>
            <a:r>
              <a:rPr lang="en-US" altLang="zh-TW" baseline="-25000" dirty="0" err="1">
                <a:latin typeface="Times New Roman" panose="02020603050405020304" pitchFamily="18" charset="0"/>
                <a:cs typeface="Times New Roman" panose="02020603050405020304" pitchFamily="18" charset="0"/>
              </a:rPr>
              <a:t>max</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A</a:t>
            </a:r>
            <a:r>
              <a:rPr lang="en-US" altLang="zh-TW" dirty="0">
                <a:latin typeface="Times New Roman" panose="02020603050405020304" pitchFamily="18" charset="0"/>
                <a:cs typeface="Times New Roman" panose="02020603050405020304" pitchFamily="18" charset="0"/>
              </a:rPr>
              <a:t>,1,3)= 7</a:t>
            </a:r>
          </a:p>
          <a:p>
            <a:r>
              <a:rPr lang="en-US" altLang="zh-TW" dirty="0">
                <a:latin typeface="Times New Roman" panose="02020603050405020304" pitchFamily="18" charset="0"/>
                <a:cs typeface="Times New Roman" panose="02020603050405020304" pitchFamily="18" charset="0"/>
              </a:rPr>
              <a:t>Use Cartesian tree of array A :O(1) answering time</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4304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75AC58C-FFC9-FD27-9FD5-2B6627F21CD6}"/>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Internal longest palindrome query</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30C3778-9533-C86D-B6C0-13FB0C75AE41}"/>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Query input : Two indices </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and j with 1 ≤ </a:t>
            </a:r>
            <a:r>
              <a:rPr lang="en-US" altLang="zh-TW" i="1"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 </a:t>
            </a:r>
            <a:r>
              <a:rPr lang="en-US" altLang="zh-TW" i="1" dirty="0">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 ≤ </a:t>
            </a:r>
            <a:r>
              <a:rPr lang="en-US" altLang="zh-TW" i="1" dirty="0">
                <a:latin typeface="Times New Roman" panose="02020603050405020304" pitchFamily="18" charset="0"/>
                <a:cs typeface="Times New Roman" panose="02020603050405020304" pitchFamily="18" charset="0"/>
              </a:rPr>
              <a:t>n</a:t>
            </a:r>
          </a:p>
          <a:p>
            <a:r>
              <a:rPr lang="en-US" altLang="zh-TW" dirty="0">
                <a:latin typeface="Times New Roman" panose="02020603050405020304" pitchFamily="18" charset="0"/>
                <a:cs typeface="Times New Roman" panose="02020603050405020304" pitchFamily="18" charset="0"/>
              </a:rPr>
              <a:t>Query output: The longest palindromic substring in T [</a:t>
            </a:r>
            <a:r>
              <a:rPr lang="en-US" altLang="zh-TW" i="1"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Idea : the longest palindromic substring will </a:t>
            </a:r>
            <a:r>
              <a:rPr lang="en-US" altLang="zh-TW" dirty="0" err="1">
                <a:latin typeface="Times New Roman" panose="02020603050405020304" pitchFamily="18" charset="0"/>
                <a:cs typeface="Times New Roman" panose="02020603050405020304" pitchFamily="18" charset="0"/>
              </a:rPr>
              <a:t>apper</a:t>
            </a:r>
            <a:r>
              <a:rPr lang="en-US" altLang="zh-TW" dirty="0">
                <a:latin typeface="Times New Roman" panose="02020603050405020304" pitchFamily="18" charset="0"/>
                <a:cs typeface="Times New Roman" panose="02020603050405020304" pitchFamily="18" charset="0"/>
              </a:rPr>
              <a:t> at the longest palindromic </a:t>
            </a:r>
            <a:r>
              <a:rPr lang="en-US" altLang="zh-TW" dirty="0" err="1">
                <a:latin typeface="Times New Roman" panose="02020603050405020304" pitchFamily="18" charset="0"/>
                <a:cs typeface="Times New Roman" panose="02020603050405020304" pitchFamily="18" charset="0"/>
              </a:rPr>
              <a:t>prefix,suffix,infix</a:t>
            </a:r>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Internal longest palindrome query = MAX(</a:t>
            </a:r>
            <a:r>
              <a:rPr lang="en-US" altLang="zh-TW" dirty="0" err="1">
                <a:latin typeface="Times New Roman" panose="02020603050405020304" pitchFamily="18" charset="0"/>
                <a:cs typeface="Times New Roman" panose="02020603050405020304" pitchFamily="18" charset="0"/>
              </a:rPr>
              <a:t>prefix,suffix,infix</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15D09AC2-2759-0585-0F8C-E04528EB8A3E}"/>
              </a:ext>
            </a:extLst>
          </p:cNvPr>
          <p:cNvSpPr>
            <a:spLocks noGrp="1"/>
          </p:cNvSpPr>
          <p:nvPr>
            <p:ph type="sldNum" sz="quarter" idx="12"/>
          </p:nvPr>
        </p:nvSpPr>
        <p:spPr/>
        <p:txBody>
          <a:bodyPr/>
          <a:lstStyle/>
          <a:p>
            <a:fld id="{C497B8E6-CB28-4350-9E62-3F3C29E41FED}" type="slidenum">
              <a:rPr lang="zh-TW" altLang="en-US" smtClean="0"/>
              <a:t>18</a:t>
            </a:fld>
            <a:endParaRPr lang="zh-TW" altLang="en-US"/>
          </a:p>
        </p:txBody>
      </p:sp>
    </p:spTree>
    <p:extLst>
      <p:ext uri="{BB962C8B-B14F-4D97-AF65-F5344CB8AC3E}">
        <p14:creationId xmlns:p14="http://schemas.microsoft.com/office/powerpoint/2010/main" val="21689385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BC3F5F-FF5A-6291-8B26-A4602ABE8C49}"/>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Step 1: Obtain the longest palindromic suffix of T [1.. j]</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69094E26-A93D-8220-1A8F-8CF2851874C8}"/>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The longest palindromic suffix v of </a:t>
                </a:r>
                <a:r>
                  <a:rPr lang="en-US" altLang="zh-TW" i="1" dirty="0">
                    <a:latin typeface="Times New Roman" panose="02020603050405020304" pitchFamily="18" charset="0"/>
                    <a:cs typeface="Times New Roman" panose="02020603050405020304" pitchFamily="18" charset="0"/>
                  </a:rPr>
                  <a:t>T</a:t>
                </a:r>
                <a:r>
                  <a:rPr lang="en-US" altLang="zh-TW" dirty="0">
                    <a:latin typeface="Times New Roman" panose="02020603050405020304" pitchFamily="18" charset="0"/>
                    <a:cs typeface="Times New Roman" panose="02020603050405020304" pitchFamily="18" charset="0"/>
                  </a:rPr>
                  <a:t>[1..</a:t>
                </a:r>
                <a:r>
                  <a:rPr lang="en-US" altLang="zh-TW" i="1" dirty="0">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 is stored in </a:t>
                </a:r>
                <a:r>
                  <a:rPr lang="en-US" altLang="zh-TW" dirty="0" err="1">
                    <a:latin typeface="Times New Roman" panose="02020603050405020304" pitchFamily="18" charset="0"/>
                    <a:cs typeface="Times New Roman" panose="02020603050405020304" pitchFamily="18" charset="0"/>
                  </a:rPr>
                  <a:t>LSufPal</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If |</a:t>
                </a:r>
                <a:r>
                  <a:rPr lang="en-US" altLang="zh-TW" i="1" dirty="0">
                    <a:latin typeface="Times New Roman" panose="02020603050405020304" pitchFamily="18" charset="0"/>
                    <a:cs typeface="Times New Roman" panose="02020603050405020304" pitchFamily="18" charset="0"/>
                  </a:rPr>
                  <a:t>v</a:t>
                </a:r>
                <a:r>
                  <a:rPr lang="en-US" altLang="zh-TW" dirty="0">
                    <a:latin typeface="Times New Roman" panose="02020603050405020304" pitchFamily="18" charset="0"/>
                    <a:cs typeface="Times New Roman" panose="02020603050405020304" pitchFamily="18" charset="0"/>
                  </a:rPr>
                  <a:t>|</a:t>
                </a:r>
                <a14:m>
                  <m:oMath xmlns:m="http://schemas.openxmlformats.org/officeDocument/2006/math">
                    <m:r>
                      <a:rPr lang="en-US" altLang="zh-TW" b="0" i="0" smtClean="0">
                        <a:latin typeface="Cambria Math" panose="02040503050406030204" pitchFamily="18" charset="0"/>
                        <a:ea typeface="Cambria Math" panose="02040503050406030204" pitchFamily="18" charset="0"/>
                        <a:cs typeface="Times New Roman" panose="02020603050405020304" pitchFamily="18" charset="0"/>
                      </a:rPr>
                      <m:t> </m:t>
                    </m:r>
                    <m:r>
                      <a:rPr lang="en-US" altLang="zh-TW"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T</a:t>
                </a:r>
                <a:r>
                  <a:rPr lang="en-US" altLang="zh-TW" dirty="0">
                    <a:latin typeface="Times New Roman" panose="02020603050405020304" pitchFamily="18" charset="0"/>
                    <a:cs typeface="Times New Roman" panose="02020603050405020304" pitchFamily="18" charset="0"/>
                  </a:rPr>
                  <a:t>[</a:t>
                </a:r>
                <a:r>
                  <a:rPr lang="en-US" altLang="zh-TW" i="1"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a:t>
                </a:r>
                <a:r>
                  <a:rPr lang="en-US" altLang="zh-TW" i="1" u="sng" dirty="0">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 : answer</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return T[j-|</a:t>
                </a:r>
                <a:r>
                  <a:rPr lang="en-US" altLang="zh-TW" i="1" dirty="0">
                    <a:latin typeface="Times New Roman" panose="02020603050405020304" pitchFamily="18" charset="0"/>
                    <a:cs typeface="Times New Roman" panose="02020603050405020304" pitchFamily="18" charset="0"/>
                  </a:rPr>
                  <a:t>v</a:t>
                </a:r>
                <a:r>
                  <a:rPr lang="en-US" altLang="zh-TW" dirty="0">
                    <a:latin typeface="Times New Roman" panose="02020603050405020304" pitchFamily="18" charset="0"/>
                    <a:cs typeface="Times New Roman" panose="02020603050405020304" pitchFamily="18" charset="0"/>
                  </a:rPr>
                  <a:t>|+1...</a:t>
                </a:r>
                <a:r>
                  <a:rPr lang="en-US" altLang="zh-TW" i="1" dirty="0">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Else: </a:t>
                </a:r>
                <a:r>
                  <a:rPr lang="en-US" altLang="zh-TW" dirty="0" err="1">
                    <a:latin typeface="Times New Roman" panose="02020603050405020304" pitchFamily="18" charset="0"/>
                    <a:cs typeface="Times New Roman" panose="02020603050405020304" pitchFamily="18" charset="0"/>
                  </a:rPr>
                  <a:t>goto</a:t>
                </a:r>
                <a:r>
                  <a:rPr lang="en-US" altLang="zh-TW" dirty="0">
                    <a:latin typeface="Times New Roman" panose="02020603050405020304" pitchFamily="18" charset="0"/>
                    <a:cs typeface="Times New Roman" panose="02020603050405020304" pitchFamily="18" charset="0"/>
                  </a:rPr>
                  <a:t> step 2</a:t>
                </a:r>
                <a:endParaRPr lang="zh-TW" altLang="en-US"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69094E26-A93D-8220-1A8F-8CF2851874C8}"/>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4432B4F1-C182-EB3F-E119-D7561841397F}"/>
              </a:ext>
            </a:extLst>
          </p:cNvPr>
          <p:cNvSpPr>
            <a:spLocks noGrp="1"/>
          </p:cNvSpPr>
          <p:nvPr>
            <p:ph type="sldNum" sz="quarter" idx="12"/>
          </p:nvPr>
        </p:nvSpPr>
        <p:spPr/>
        <p:txBody>
          <a:bodyPr/>
          <a:lstStyle/>
          <a:p>
            <a:fld id="{C497B8E6-CB28-4350-9E62-3F3C29E41FED}" type="slidenum">
              <a:rPr lang="zh-TW" altLang="en-US" smtClean="0"/>
              <a:t>19</a:t>
            </a:fld>
            <a:endParaRPr lang="zh-TW" altLang="en-US"/>
          </a:p>
        </p:txBody>
      </p:sp>
    </p:spTree>
    <p:extLst>
      <p:ext uri="{BB962C8B-B14F-4D97-AF65-F5344CB8AC3E}">
        <p14:creationId xmlns:p14="http://schemas.microsoft.com/office/powerpoint/2010/main" val="7867859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1ABC8A-E0C3-90AE-2597-20B5D3424531}"/>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Step 2: Determine the group to which the desired length belongs</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B57FD79B-4439-A76C-3476-58DFA2FC1EF2}"/>
              </a:ext>
            </a:extLst>
          </p:cNvPr>
          <p:cNvSpPr>
            <a:spLocks noGrp="1"/>
          </p:cNvSpPr>
          <p:nvPr>
            <p:ph type="sldNum" sz="quarter" idx="12"/>
          </p:nvPr>
        </p:nvSpPr>
        <p:spPr/>
        <p:txBody>
          <a:bodyPr/>
          <a:lstStyle/>
          <a:p>
            <a:fld id="{C497B8E6-CB28-4350-9E62-3F3C29E41FED}" type="slidenum">
              <a:rPr lang="zh-TW" altLang="en-US" smtClean="0"/>
              <a:t>20</a:t>
            </a:fld>
            <a:endParaRPr lang="zh-TW" altLang="en-US"/>
          </a:p>
        </p:txBody>
      </p:sp>
      <p:sp>
        <p:nvSpPr>
          <p:cNvPr id="9" name="文字方塊 8">
            <a:extLst>
              <a:ext uri="{FF2B5EF4-FFF2-40B4-BE49-F238E27FC236}">
                <a16:creationId xmlns:a16="http://schemas.microsoft.com/office/drawing/2014/main" id="{552FAA21-45AC-9438-48B2-B38D14EC8ED2}"/>
              </a:ext>
            </a:extLst>
          </p:cNvPr>
          <p:cNvSpPr txBox="1"/>
          <p:nvPr/>
        </p:nvSpPr>
        <p:spPr>
          <a:xfrm>
            <a:off x="838200" y="1897626"/>
            <a:ext cx="10515600" cy="2246769"/>
          </a:xfrm>
          <a:prstGeom prst="rect">
            <a:avLst/>
          </a:prstGeom>
          <a:noFill/>
        </p:spPr>
        <p:txBody>
          <a:bodyPr wrap="square" rtlCol="0">
            <a:spAutoFit/>
          </a:bodyPr>
          <a:lstStyle/>
          <a:p>
            <a:pPr marL="285750" indent="-285750">
              <a:buFont typeface="Arial" panose="020B0604020202020204" pitchFamily="34" charset="0"/>
              <a:buChar char="•"/>
            </a:pPr>
            <a:r>
              <a:rPr lang="en-US" altLang="zh-TW" sz="2800" i="1" dirty="0">
                <a:latin typeface="Times New Roman" panose="02020603050405020304" pitchFamily="18" charset="0"/>
                <a:cs typeface="Times New Roman" panose="02020603050405020304" pitchFamily="18" charset="0"/>
              </a:rPr>
              <a:t>u= </a:t>
            </a:r>
            <a:r>
              <a:rPr lang="en-US" altLang="zh-TW" sz="2800" dirty="0" err="1">
                <a:latin typeface="Times New Roman" panose="02020603050405020304" pitchFamily="18" charset="0"/>
                <a:cs typeface="Times New Roman" panose="02020603050405020304" pitchFamily="18" charset="0"/>
              </a:rPr>
              <a:t>WAQseriestree</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T</a:t>
            </a:r>
            <a:r>
              <a:rPr lang="en-US" altLang="zh-TW" sz="2800" dirty="0">
                <a:latin typeface="Times New Roman" panose="02020603050405020304" pitchFamily="18" charset="0"/>
                <a:cs typeface="Times New Roman" panose="02020603050405020304" pitchFamily="18" charset="0"/>
              </a:rPr>
              <a:t>)(</a:t>
            </a:r>
            <a:r>
              <a:rPr lang="en-US" altLang="zh-TW" sz="2800" i="1" dirty="0">
                <a:latin typeface="Times New Roman" panose="02020603050405020304" pitchFamily="18" charset="0"/>
                <a:cs typeface="Times New Roman" panose="02020603050405020304" pitchFamily="18" charset="0"/>
              </a:rPr>
              <a:t>v</a:t>
            </a:r>
            <a:r>
              <a:rPr lang="en-US" altLang="zh-TW" sz="2800" dirty="0">
                <a:latin typeface="Times New Roman" panose="02020603050405020304" pitchFamily="18" charset="0"/>
                <a:cs typeface="Times New Roman" panose="02020603050405020304" pitchFamily="18" charset="0"/>
              </a:rPr>
              <a:t>, </a:t>
            </a:r>
            <a:r>
              <a:rPr lang="en-US" altLang="zh-TW" sz="2800" i="1" dirty="0">
                <a:latin typeface="Times New Roman" panose="02020603050405020304" pitchFamily="18" charset="0"/>
                <a:cs typeface="Times New Roman" panose="02020603050405020304" pitchFamily="18" charset="0"/>
              </a:rPr>
              <a:t>j</a:t>
            </a:r>
            <a:r>
              <a:rPr lang="en-US" altLang="zh-TW" sz="2800" dirty="0">
                <a:latin typeface="Times New Roman" panose="02020603050405020304" pitchFamily="18" charset="0"/>
                <a:cs typeface="Times New Roman" panose="02020603050405020304" pitchFamily="18" charset="0"/>
              </a:rPr>
              <a:t> − </a:t>
            </a:r>
            <a:r>
              <a:rPr lang="en-US" altLang="zh-TW" sz="2800" i="1" dirty="0" err="1">
                <a:latin typeface="Times New Roman" panose="02020603050405020304" pitchFamily="18" charset="0"/>
                <a:cs typeface="Times New Roman" panose="02020603050405020304" pitchFamily="18" charset="0"/>
              </a:rPr>
              <a:t>i</a:t>
            </a:r>
            <a:r>
              <a:rPr lang="en-US" altLang="zh-TW" sz="28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altLang="zh-TW" sz="2800" dirty="0">
                <a:latin typeface="Times New Roman" panose="02020603050405020304" pitchFamily="18" charset="0"/>
                <a:cs typeface="Times New Roman" panose="02020603050405020304" pitchFamily="18" charset="0"/>
              </a:rPr>
              <a:t>Let </a:t>
            </a:r>
            <a:r>
              <a:rPr lang="en-US" altLang="zh-TW" sz="2800" dirty="0" err="1">
                <a:latin typeface="Times New Roman" panose="02020603050405020304" pitchFamily="18" charset="0"/>
                <a:cs typeface="Times New Roman" panose="02020603050405020304" pitchFamily="18" charset="0"/>
              </a:rPr>
              <a:t>suf</a:t>
            </a:r>
            <a:r>
              <a:rPr lang="en-US" altLang="zh-TW" sz="2800" dirty="0">
                <a:latin typeface="Times New Roman" panose="02020603050405020304" pitchFamily="18" charset="0"/>
                <a:cs typeface="Times New Roman" panose="02020603050405020304" pitchFamily="18" charset="0"/>
              </a:rPr>
              <a:t> </a:t>
            </a:r>
            <a:r>
              <a:rPr lang="en-US" altLang="zh-TW" sz="2800" i="1" baseline="-25000" dirty="0">
                <a:latin typeface="Times New Roman" panose="02020603050405020304" pitchFamily="18" charset="0"/>
                <a:cs typeface="Times New Roman" panose="02020603050405020304" pitchFamily="18" charset="0"/>
              </a:rPr>
              <a:t>α</a:t>
            </a:r>
            <a:r>
              <a:rPr lang="en-US" altLang="zh-TW" sz="2800" dirty="0">
                <a:latin typeface="Times New Roman" panose="02020603050405020304" pitchFamily="18" charset="0"/>
                <a:cs typeface="Times New Roman" panose="02020603050405020304" pitchFamily="18" charset="0"/>
              </a:rPr>
              <a:t> be the group such that |u| ∈ </a:t>
            </a:r>
            <a:r>
              <a:rPr lang="en-US" altLang="zh-TW" sz="2800" dirty="0" err="1">
                <a:latin typeface="Times New Roman" panose="02020603050405020304" pitchFamily="18" charset="0"/>
                <a:cs typeface="Times New Roman" panose="02020603050405020304" pitchFamily="18" charset="0"/>
              </a:rPr>
              <a:t>suf</a:t>
            </a:r>
            <a:r>
              <a:rPr lang="en-US" altLang="zh-TW" sz="2800" dirty="0">
                <a:latin typeface="Times New Roman" panose="02020603050405020304" pitchFamily="18" charset="0"/>
                <a:cs typeface="Times New Roman" panose="02020603050405020304" pitchFamily="18" charset="0"/>
              </a:rPr>
              <a:t> </a:t>
            </a:r>
            <a:r>
              <a:rPr lang="en-US" altLang="zh-TW" sz="2800" baseline="-25000" dirty="0">
                <a:latin typeface="Times New Roman" panose="02020603050405020304" pitchFamily="18" charset="0"/>
                <a:cs typeface="Times New Roman" panose="02020603050405020304" pitchFamily="18" charset="0"/>
              </a:rPr>
              <a:t>α</a:t>
            </a:r>
            <a:r>
              <a:rPr lang="en-US" altLang="zh-TW" sz="2800" dirty="0">
                <a:latin typeface="Times New Roman" panose="02020603050405020304" pitchFamily="18" charset="0"/>
                <a:cs typeface="Times New Roman" panose="02020603050405020304" pitchFamily="18" charset="0"/>
              </a:rPr>
              <a:t>. If the smallest element </a:t>
            </a:r>
          </a:p>
          <a:p>
            <a:r>
              <a:rPr lang="en-US" altLang="zh-TW" sz="2800" dirty="0" err="1">
                <a:latin typeface="Times New Roman" panose="02020603050405020304" pitchFamily="18" charset="0"/>
                <a:cs typeface="Times New Roman" panose="02020603050405020304" pitchFamily="18" charset="0"/>
              </a:rPr>
              <a:t>suf</a:t>
            </a:r>
            <a:r>
              <a:rPr lang="en-US" altLang="zh-TW" sz="2800" dirty="0">
                <a:latin typeface="Times New Roman" panose="02020603050405020304" pitchFamily="18" charset="0"/>
                <a:cs typeface="Times New Roman" panose="02020603050405020304" pitchFamily="18" charset="0"/>
              </a:rPr>
              <a:t> </a:t>
            </a:r>
            <a:r>
              <a:rPr lang="en-US" altLang="zh-TW" sz="2800" i="1" baseline="-25000" dirty="0">
                <a:latin typeface="Times New Roman" panose="02020603050405020304" pitchFamily="18" charset="0"/>
                <a:cs typeface="Times New Roman" panose="02020603050405020304" pitchFamily="18" charset="0"/>
              </a:rPr>
              <a:t>α</a:t>
            </a:r>
            <a:r>
              <a:rPr lang="en-US" altLang="zh-TW" sz="2800" baseline="-25000" dirty="0">
                <a:latin typeface="Times New Roman" panose="02020603050405020304" pitchFamily="18" charset="0"/>
                <a:cs typeface="Times New Roman" panose="02020603050405020304" pitchFamily="18" charset="0"/>
              </a:rPr>
              <a:t>,1 </a:t>
            </a:r>
            <a:r>
              <a:rPr lang="en-US" altLang="zh-TW" sz="2800" dirty="0">
                <a:latin typeface="Times New Roman" panose="02020603050405020304" pitchFamily="18" charset="0"/>
                <a:cs typeface="Times New Roman" panose="02020603050405020304" pitchFamily="18" charset="0"/>
              </a:rPr>
              <a:t>in </a:t>
            </a:r>
            <a:r>
              <a:rPr lang="en-US" altLang="zh-TW" sz="2800" dirty="0" err="1">
                <a:latin typeface="Times New Roman" panose="02020603050405020304" pitchFamily="18" charset="0"/>
                <a:cs typeface="Times New Roman" panose="02020603050405020304" pitchFamily="18" charset="0"/>
              </a:rPr>
              <a:t>suf</a:t>
            </a:r>
            <a:r>
              <a:rPr lang="en-US" altLang="zh-TW" sz="2800" dirty="0">
                <a:latin typeface="Times New Roman" panose="02020603050405020304" pitchFamily="18" charset="0"/>
                <a:cs typeface="Times New Roman" panose="02020603050405020304" pitchFamily="18" charset="0"/>
              </a:rPr>
              <a:t> </a:t>
            </a:r>
            <a:r>
              <a:rPr lang="en-US" altLang="zh-TW" sz="2800" i="1" baseline="-25000" dirty="0">
                <a:latin typeface="Times New Roman" panose="02020603050405020304" pitchFamily="18" charset="0"/>
                <a:cs typeface="Times New Roman" panose="02020603050405020304" pitchFamily="18" charset="0"/>
              </a:rPr>
              <a:t>α</a:t>
            </a:r>
            <a:r>
              <a:rPr lang="en-US" altLang="zh-TW" sz="2800" baseline="-25000"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is at most |T [</a:t>
            </a:r>
            <a:r>
              <a:rPr lang="en-US" altLang="zh-TW" sz="2800" i="1" dirty="0">
                <a:latin typeface="Times New Roman" panose="02020603050405020304" pitchFamily="18" charset="0"/>
                <a:cs typeface="Times New Roman" panose="02020603050405020304" pitchFamily="18" charset="0"/>
              </a:rPr>
              <a:t>i</a:t>
            </a:r>
            <a:r>
              <a:rPr lang="en-US" altLang="zh-TW" sz="2800" dirty="0">
                <a:latin typeface="Times New Roman" panose="02020603050405020304" pitchFamily="18" charset="0"/>
                <a:cs typeface="Times New Roman" panose="02020603050405020304" pitchFamily="18" charset="0"/>
              </a:rPr>
              <a:t>.. </a:t>
            </a:r>
            <a:r>
              <a:rPr lang="en-US" altLang="zh-TW" sz="2800" i="1" dirty="0">
                <a:latin typeface="Times New Roman" panose="02020603050405020304" pitchFamily="18" charset="0"/>
                <a:cs typeface="Times New Roman" panose="02020603050405020304" pitchFamily="18" charset="0"/>
              </a:rPr>
              <a:t>j</a:t>
            </a:r>
            <a:r>
              <a:rPr lang="en-US" altLang="zh-TW" sz="2800" dirty="0">
                <a:latin typeface="Times New Roman" panose="02020603050405020304" pitchFamily="18" charset="0"/>
                <a:cs typeface="Times New Roman" panose="02020603050405020304" pitchFamily="18" charset="0"/>
              </a:rPr>
              <a:t>]|, the length belongs to the same group </a:t>
            </a:r>
            <a:r>
              <a:rPr lang="en-US" altLang="zh-TW" sz="2800" dirty="0" err="1">
                <a:latin typeface="Times New Roman" panose="02020603050405020304" pitchFamily="18" charset="0"/>
                <a:cs typeface="Times New Roman" panose="02020603050405020304" pitchFamily="18" charset="0"/>
              </a:rPr>
              <a:t>suf</a:t>
            </a:r>
            <a:r>
              <a:rPr lang="en-US" altLang="zh-TW" sz="2800" dirty="0">
                <a:latin typeface="Times New Roman" panose="02020603050405020304" pitchFamily="18" charset="0"/>
                <a:cs typeface="Times New Roman" panose="02020603050405020304" pitchFamily="18" charset="0"/>
              </a:rPr>
              <a:t> </a:t>
            </a:r>
            <a:r>
              <a:rPr lang="en-US" altLang="zh-TW" sz="2800" baseline="-25000" dirty="0">
                <a:latin typeface="Times New Roman" panose="02020603050405020304" pitchFamily="18" charset="0"/>
                <a:cs typeface="Times New Roman" panose="02020603050405020304" pitchFamily="18" charset="0"/>
              </a:rPr>
              <a:t>α</a:t>
            </a:r>
            <a:r>
              <a:rPr lang="en-US" altLang="zh-TW" sz="2800" dirty="0">
                <a:latin typeface="Times New Roman" panose="02020603050405020304" pitchFamily="18" charset="0"/>
                <a:cs typeface="Times New Roman" panose="02020603050405020304" pitchFamily="18" charset="0"/>
              </a:rPr>
              <a:t> as |u|. Otherwise, the length </a:t>
            </a:r>
            <a:r>
              <a:rPr lang="en-US" altLang="zh-TW" sz="2800" i="1" dirty="0">
                <a:latin typeface="Times New Roman" panose="02020603050405020304" pitchFamily="18" charset="0"/>
                <a:cs typeface="Times New Roman" panose="02020603050405020304" pitchFamily="18" charset="0"/>
              </a:rPr>
              <a:t>l</a:t>
            </a:r>
            <a:r>
              <a:rPr lang="en-US" altLang="zh-TW" sz="2800" dirty="0">
                <a:latin typeface="Times New Roman" panose="02020603050405020304" pitchFamily="18" charset="0"/>
                <a:cs typeface="Times New Roman" panose="02020603050405020304" pitchFamily="18" charset="0"/>
              </a:rPr>
              <a:t> belongs to the previous group </a:t>
            </a:r>
            <a:r>
              <a:rPr lang="en-US" altLang="zh-TW" sz="2800" dirty="0" err="1">
                <a:latin typeface="Times New Roman" panose="02020603050405020304" pitchFamily="18" charset="0"/>
                <a:cs typeface="Times New Roman" panose="02020603050405020304" pitchFamily="18" charset="0"/>
              </a:rPr>
              <a:t>suf</a:t>
            </a:r>
            <a:r>
              <a:rPr lang="en-US" altLang="zh-TW" sz="2800" baseline="-25000" dirty="0">
                <a:latin typeface="Times New Roman" panose="02020603050405020304" pitchFamily="18" charset="0"/>
                <a:cs typeface="Times New Roman" panose="02020603050405020304" pitchFamily="18" charset="0"/>
              </a:rPr>
              <a:t> α−1</a:t>
            </a:r>
          </a:p>
          <a:p>
            <a:pPr marL="285750" indent="-285750">
              <a:buFont typeface="Arial" panose="020B0604020202020204" pitchFamily="34" charset="0"/>
              <a:buChar char="•"/>
            </a:pPr>
            <a:endParaRPr lang="en-US" altLang="zh-TW"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21222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8A4B320-4FF2-0749-D388-A85B33BA0F3D}"/>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Step 3: Calculate the desired length</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C0132F21-52BF-EF03-DB9C-43B58CEE1374}"/>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Let </a:t>
            </a:r>
            <a:r>
              <a:rPr lang="en-US" altLang="zh-TW" dirty="0" err="1">
                <a:latin typeface="Times New Roman" panose="02020603050405020304" pitchFamily="18" charset="0"/>
                <a:cs typeface="Times New Roman" panose="02020603050405020304" pitchFamily="18" charset="0"/>
              </a:rPr>
              <a:t>suf</a:t>
            </a:r>
            <a:r>
              <a:rPr lang="en-US" altLang="zh-TW" dirty="0">
                <a:latin typeface="Times New Roman" panose="02020603050405020304" pitchFamily="18" charset="0"/>
                <a:cs typeface="Times New Roman" panose="02020603050405020304" pitchFamily="18" charset="0"/>
              </a:rPr>
              <a:t> </a:t>
            </a:r>
            <a:r>
              <a:rPr lang="en-US" altLang="zh-TW" i="1" baseline="-25000" dirty="0">
                <a:latin typeface="Times New Roman" panose="02020603050405020304" pitchFamily="18" charset="0"/>
                <a:cs typeface="Times New Roman" panose="02020603050405020304" pitchFamily="18" charset="0"/>
              </a:rPr>
              <a:t>β</a:t>
            </a:r>
            <a:r>
              <a:rPr lang="en-US" altLang="zh-TW" dirty="0">
                <a:latin typeface="Times New Roman" panose="02020603050405020304" pitchFamily="18" charset="0"/>
                <a:cs typeface="Times New Roman" panose="02020603050405020304" pitchFamily="18" charset="0"/>
              </a:rPr>
              <a:t> be the group to which the length </a:t>
            </a:r>
            <a:r>
              <a:rPr lang="en-US" altLang="zh-TW" i="1" dirty="0">
                <a:latin typeface="Times New Roman" panose="02020603050405020304" pitchFamily="18" charset="0"/>
                <a:cs typeface="Times New Roman" panose="02020603050405020304" pitchFamily="18" charset="0"/>
              </a:rPr>
              <a:t>l</a:t>
            </a:r>
            <a:r>
              <a:rPr lang="en-US" altLang="zh-TW" dirty="0">
                <a:latin typeface="Times New Roman" panose="02020603050405020304" pitchFamily="18" charset="0"/>
                <a:cs typeface="Times New Roman" panose="02020603050405020304" pitchFamily="18" charset="0"/>
              </a:rPr>
              <a:t> belongs, which is determined in Step 2. Since </a:t>
            </a:r>
            <a:r>
              <a:rPr lang="en-US" altLang="zh-TW" dirty="0" err="1">
                <a:latin typeface="Times New Roman" panose="02020603050405020304" pitchFamily="18" charset="0"/>
                <a:cs typeface="Times New Roman" panose="02020603050405020304" pitchFamily="18" charset="0"/>
              </a:rPr>
              <a:t>suf</a:t>
            </a:r>
            <a:r>
              <a:rPr lang="en-US" altLang="zh-TW" dirty="0">
                <a:latin typeface="Times New Roman" panose="02020603050405020304" pitchFamily="18" charset="0"/>
                <a:cs typeface="Times New Roman" panose="02020603050405020304" pitchFamily="18" charset="0"/>
              </a:rPr>
              <a:t> </a:t>
            </a:r>
            <a:r>
              <a:rPr lang="en-US" altLang="zh-TW" i="1" baseline="-25000" dirty="0">
                <a:latin typeface="Times New Roman" panose="02020603050405020304" pitchFamily="18" charset="0"/>
                <a:cs typeface="Times New Roman" panose="02020603050405020304" pitchFamily="18" charset="0"/>
              </a:rPr>
              <a:t>β</a:t>
            </a:r>
            <a:r>
              <a:rPr lang="en-US" altLang="zh-TW" dirty="0">
                <a:latin typeface="Times New Roman" panose="02020603050405020304" pitchFamily="18" charset="0"/>
                <a:cs typeface="Times New Roman" panose="02020603050405020304" pitchFamily="18" charset="0"/>
              </a:rPr>
              <a:t> is an arithmetic progression</a:t>
            </a:r>
          </a:p>
          <a:p>
            <a:r>
              <a:rPr lang="en-US" altLang="zh-TW" dirty="0">
                <a:latin typeface="Times New Roman" panose="02020603050405020304" pitchFamily="18" charset="0"/>
                <a:cs typeface="Times New Roman" panose="02020603050405020304" pitchFamily="18" charset="0"/>
              </a:rPr>
              <a:t>i.e., </a:t>
            </a:r>
            <a:r>
              <a:rPr lang="en-US" altLang="zh-TW" dirty="0" err="1">
                <a:latin typeface="Times New Roman" panose="02020603050405020304" pitchFamily="18" charset="0"/>
                <a:cs typeface="Times New Roman" panose="02020603050405020304" pitchFamily="18" charset="0"/>
              </a:rPr>
              <a:t>suf</a:t>
            </a:r>
            <a:r>
              <a:rPr lang="en-US" altLang="zh-TW" dirty="0">
                <a:latin typeface="Times New Roman" panose="02020603050405020304" pitchFamily="18" charset="0"/>
                <a:cs typeface="Times New Roman" panose="02020603050405020304" pitchFamily="18" charset="0"/>
              </a:rPr>
              <a:t> </a:t>
            </a:r>
            <a:r>
              <a:rPr lang="en-US" altLang="zh-TW" i="1" baseline="-25000" dirty="0">
                <a:latin typeface="Times New Roman" panose="02020603050405020304" pitchFamily="18" charset="0"/>
                <a:cs typeface="Times New Roman" panose="02020603050405020304" pitchFamily="18" charset="0"/>
              </a:rPr>
              <a:t>β</a:t>
            </a:r>
            <a:r>
              <a:rPr lang="en-US" altLang="zh-TW" baseline="-25000" dirty="0">
                <a:latin typeface="Times New Roman" panose="02020603050405020304" pitchFamily="18" charset="0"/>
                <a:cs typeface="Times New Roman" panose="02020603050405020304" pitchFamily="18" charset="0"/>
              </a:rPr>
              <a:t>,</a:t>
            </a:r>
            <a:r>
              <a:rPr lang="en-US" altLang="zh-TW" i="1" baseline="-25000" dirty="0">
                <a:latin typeface="Times New Roman" panose="02020603050405020304" pitchFamily="18" charset="0"/>
                <a:cs typeface="Times New Roman" panose="02020603050405020304" pitchFamily="18" charset="0"/>
              </a:rPr>
              <a:t>γ</a:t>
            </a:r>
            <a:r>
              <a:rPr lang="en-US" altLang="zh-TW" dirty="0">
                <a:latin typeface="Times New Roman" panose="02020603050405020304" pitchFamily="18" charset="0"/>
                <a:cs typeface="Times New Roman" panose="02020603050405020304" pitchFamily="18" charset="0"/>
              </a:rPr>
              <a:t> = </a:t>
            </a:r>
            <a:r>
              <a:rPr lang="en-US" altLang="zh-TW" dirty="0" err="1">
                <a:latin typeface="Times New Roman" panose="02020603050405020304" pitchFamily="18" charset="0"/>
                <a:cs typeface="Times New Roman" panose="02020603050405020304" pitchFamily="18" charset="0"/>
              </a:rPr>
              <a:t>suf</a:t>
            </a:r>
            <a:r>
              <a:rPr lang="en-US" altLang="zh-TW" dirty="0">
                <a:latin typeface="Times New Roman" panose="02020603050405020304" pitchFamily="18" charset="0"/>
                <a:cs typeface="Times New Roman" panose="02020603050405020304" pitchFamily="18" charset="0"/>
              </a:rPr>
              <a:t> </a:t>
            </a:r>
            <a:r>
              <a:rPr lang="en-US" altLang="zh-TW" i="1" baseline="-25000" dirty="0">
                <a:latin typeface="Times New Roman" panose="02020603050405020304" pitchFamily="18" charset="0"/>
                <a:cs typeface="Times New Roman" panose="02020603050405020304" pitchFamily="18" charset="0"/>
              </a:rPr>
              <a:t>β</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 + (</a:t>
            </a:r>
            <a:r>
              <a:rPr lang="en-US" altLang="zh-TW" i="1" dirty="0">
                <a:latin typeface="Times New Roman" panose="02020603050405020304" pitchFamily="18" charset="0"/>
                <a:cs typeface="Times New Roman" panose="02020603050405020304" pitchFamily="18" charset="0"/>
              </a:rPr>
              <a:t>γ </a:t>
            </a:r>
            <a:r>
              <a:rPr lang="en-US" altLang="zh-TW" dirty="0">
                <a:latin typeface="Times New Roman" panose="02020603050405020304" pitchFamily="18" charset="0"/>
                <a:cs typeface="Times New Roman" panose="02020603050405020304" pitchFamily="18" charset="0"/>
              </a:rPr>
              <a:t>− 1)</a:t>
            </a:r>
            <a:r>
              <a:rPr lang="en-US" altLang="zh-TW" dirty="0" err="1">
                <a:latin typeface="Times New Roman" panose="02020603050405020304" pitchFamily="18" charset="0"/>
                <a:cs typeface="Times New Roman" panose="02020603050405020304" pitchFamily="18" charset="0"/>
              </a:rPr>
              <a:t>dif</a:t>
            </a:r>
            <a:r>
              <a:rPr lang="en-US" altLang="zh-TW" dirty="0">
                <a:latin typeface="Times New Roman" panose="02020603050405020304" pitchFamily="18" charset="0"/>
                <a:cs typeface="Times New Roman" panose="02020603050405020304" pitchFamily="18" charset="0"/>
              </a:rPr>
              <a:t> </a:t>
            </a:r>
            <a:r>
              <a:rPr lang="en-US" altLang="zh-TW" i="1" baseline="-25000" dirty="0">
                <a:latin typeface="Times New Roman" panose="02020603050405020304" pitchFamily="18" charset="0"/>
                <a:cs typeface="Times New Roman" panose="02020603050405020304" pitchFamily="18" charset="0"/>
              </a:rPr>
              <a:t>β</a:t>
            </a:r>
            <a:r>
              <a:rPr lang="en-US" altLang="zh-TW" dirty="0">
                <a:latin typeface="Times New Roman" panose="02020603050405020304" pitchFamily="18" charset="0"/>
                <a:cs typeface="Times New Roman" panose="02020603050405020304" pitchFamily="18" charset="0"/>
              </a:rPr>
              <a:t> for 1 ≤ </a:t>
            </a:r>
            <a:r>
              <a:rPr lang="en-US" altLang="zh-TW" i="1" dirty="0">
                <a:latin typeface="Times New Roman" panose="02020603050405020304" pitchFamily="18" charset="0"/>
                <a:cs typeface="Times New Roman" panose="02020603050405020304" pitchFamily="18" charset="0"/>
              </a:rPr>
              <a:t>γ</a:t>
            </a:r>
            <a:r>
              <a:rPr lang="en-US" altLang="zh-TW" dirty="0">
                <a:latin typeface="Times New Roman" panose="02020603050405020304" pitchFamily="18" charset="0"/>
                <a:cs typeface="Times New Roman" panose="02020603050405020304" pitchFamily="18" charset="0"/>
              </a:rPr>
              <a:t> ≤ |</a:t>
            </a:r>
            <a:r>
              <a:rPr lang="en-US" altLang="zh-TW" dirty="0" err="1">
                <a:latin typeface="Times New Roman" panose="02020603050405020304" pitchFamily="18" charset="0"/>
                <a:cs typeface="Times New Roman" panose="02020603050405020304" pitchFamily="18" charset="0"/>
              </a:rPr>
              <a:t>suf</a:t>
            </a:r>
            <a:r>
              <a:rPr lang="en-US" altLang="zh-TW" dirty="0">
                <a:latin typeface="Times New Roman" panose="02020603050405020304" pitchFamily="18" charset="0"/>
                <a:cs typeface="Times New Roman" panose="02020603050405020304" pitchFamily="18" charset="0"/>
              </a:rPr>
              <a:t> </a:t>
            </a:r>
            <a:r>
              <a:rPr lang="en-US" altLang="zh-TW" baseline="-25000" dirty="0">
                <a:latin typeface="Times New Roman" panose="02020603050405020304" pitchFamily="18" charset="0"/>
                <a:cs typeface="Times New Roman" panose="02020603050405020304" pitchFamily="18" charset="0"/>
              </a:rPr>
              <a:t>β</a:t>
            </a:r>
            <a:r>
              <a:rPr lang="en-US" altLang="zh-TW" dirty="0">
                <a:latin typeface="Times New Roman" panose="02020603050405020304" pitchFamily="18" charset="0"/>
                <a:cs typeface="Times New Roman" panose="02020603050405020304" pitchFamily="18" charset="0"/>
              </a:rPr>
              <a:t> |, the desired length  can be computed by using a constant number of arithmetic operations. Then, we return T [j − </a:t>
            </a:r>
            <a:r>
              <a:rPr lang="en-US" altLang="zh-TW" i="1" dirty="0">
                <a:latin typeface="Times New Roman" panose="02020603050405020304" pitchFamily="18" charset="0"/>
                <a:cs typeface="Times New Roman" panose="02020603050405020304" pitchFamily="18" charset="0"/>
              </a:rPr>
              <a:t>l</a:t>
            </a:r>
            <a:r>
              <a:rPr lang="en-US" altLang="zh-TW" dirty="0">
                <a:latin typeface="Times New Roman" panose="02020603050405020304" pitchFamily="18" charset="0"/>
                <a:cs typeface="Times New Roman" panose="02020603050405020304" pitchFamily="18" charset="0"/>
              </a:rPr>
              <a:t>+ 1.. </a:t>
            </a:r>
            <a:r>
              <a:rPr lang="en-US" altLang="zh-TW" i="1" dirty="0">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Compute the longest palindromic prefix of T [</a:t>
            </a:r>
            <a:r>
              <a:rPr lang="en-US" altLang="zh-TW" i="1"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 in a symmetric way using </a:t>
            </a:r>
            <a:r>
              <a:rPr lang="en-US" altLang="zh-TW" dirty="0" err="1">
                <a:latin typeface="Times New Roman" panose="02020603050405020304" pitchFamily="18" charset="0"/>
                <a:cs typeface="Times New Roman" panose="02020603050405020304" pitchFamily="18" charset="0"/>
              </a:rPr>
              <a:t>LPrePal</a:t>
            </a:r>
            <a:r>
              <a:rPr lang="en-US" altLang="zh-TW" dirty="0">
                <a:latin typeface="Times New Roman" panose="02020603050405020304" pitchFamily="18" charset="0"/>
                <a:cs typeface="Times New Roman" panose="02020603050405020304" pitchFamily="18" charset="0"/>
              </a:rPr>
              <a:t> instead of </a:t>
            </a:r>
            <a:r>
              <a:rPr lang="en-US" altLang="zh-TW" dirty="0" err="1">
                <a:latin typeface="Times New Roman" panose="02020603050405020304" pitchFamily="18" charset="0"/>
                <a:cs typeface="Times New Roman" panose="02020603050405020304" pitchFamily="18" charset="0"/>
              </a:rPr>
              <a:t>LSufPal</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B05402F2-29D8-16D7-8327-62AD4F8C126C}"/>
              </a:ext>
            </a:extLst>
          </p:cNvPr>
          <p:cNvSpPr>
            <a:spLocks noGrp="1"/>
          </p:cNvSpPr>
          <p:nvPr>
            <p:ph type="sldNum" sz="quarter" idx="12"/>
          </p:nvPr>
        </p:nvSpPr>
        <p:spPr/>
        <p:txBody>
          <a:bodyPr/>
          <a:lstStyle/>
          <a:p>
            <a:fld id="{C497B8E6-CB28-4350-9E62-3F3C29E41FED}" type="slidenum">
              <a:rPr lang="zh-TW" altLang="en-US" smtClean="0"/>
              <a:t>21</a:t>
            </a:fld>
            <a:endParaRPr lang="zh-TW" altLang="en-US"/>
          </a:p>
        </p:txBody>
      </p:sp>
    </p:spTree>
    <p:extLst>
      <p:ext uri="{BB962C8B-B14F-4D97-AF65-F5344CB8AC3E}">
        <p14:creationId xmlns:p14="http://schemas.microsoft.com/office/powerpoint/2010/main" val="4919263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24143F50-EDDE-6DD6-10B2-0378DEC5DC37}"/>
              </a:ext>
            </a:extLst>
          </p:cNvPr>
          <p:cNvPicPr>
            <a:picLocks noChangeAspect="1"/>
          </p:cNvPicPr>
          <p:nvPr/>
        </p:nvPicPr>
        <p:blipFill rotWithShape="1">
          <a:blip r:embed="rId2"/>
          <a:srcRect l="15311" t="4598" r="2486"/>
          <a:stretch/>
        </p:blipFill>
        <p:spPr>
          <a:xfrm>
            <a:off x="5545393" y="2330245"/>
            <a:ext cx="6617110" cy="4026105"/>
          </a:xfrm>
          <a:prstGeom prst="rect">
            <a:avLst/>
          </a:prstGeom>
        </p:spPr>
      </p:pic>
      <p:sp>
        <p:nvSpPr>
          <p:cNvPr id="2" name="標題 1">
            <a:extLst>
              <a:ext uri="{FF2B5EF4-FFF2-40B4-BE49-F238E27FC236}">
                <a16:creationId xmlns:a16="http://schemas.microsoft.com/office/drawing/2014/main" id="{58CD1AD9-B77A-CD15-BBF2-C667A5B5C38E}"/>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Example</a:t>
            </a:r>
            <a:endParaRPr lang="zh-TW" altLang="en-US" dirty="0">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95F240CE-CA2A-2A5E-120F-2DA8FDED4AFD}"/>
              </a:ext>
            </a:extLst>
          </p:cNvPr>
          <p:cNvSpPr/>
          <p:nvPr/>
        </p:nvSpPr>
        <p:spPr>
          <a:xfrm>
            <a:off x="5545393" y="2330245"/>
            <a:ext cx="4011562" cy="2536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n>
                <a:solidFill>
                  <a:schemeClr val="bg1"/>
                </a:solidFill>
              </a:ln>
              <a:solidFill>
                <a:schemeClr val="bg1"/>
              </a:solidFill>
            </a:endParaRPr>
          </a:p>
        </p:txBody>
      </p:sp>
      <p:sp>
        <p:nvSpPr>
          <p:cNvPr id="3" name="內容版面配置區 2">
            <a:extLst>
              <a:ext uri="{FF2B5EF4-FFF2-40B4-BE49-F238E27FC236}">
                <a16:creationId xmlns:a16="http://schemas.microsoft.com/office/drawing/2014/main" id="{3F75DEF7-12C1-C80B-506E-92E2367DA868}"/>
              </a:ext>
            </a:extLst>
          </p:cNvPr>
          <p:cNvSpPr>
            <a:spLocks noGrp="1"/>
          </p:cNvSpPr>
          <p:nvPr>
            <p:ph idx="1"/>
          </p:nvPr>
        </p:nvSpPr>
        <p:spPr/>
        <p:txBody>
          <a:bodyPr/>
          <a:lstStyle/>
          <a:p>
            <a:r>
              <a:rPr lang="en-US" altLang="zh-TW" i="1" dirty="0"/>
              <a:t>T</a:t>
            </a:r>
            <a:r>
              <a:rPr lang="en-US" altLang="zh-TW" dirty="0"/>
              <a:t>[1..</a:t>
            </a:r>
            <a:r>
              <a:rPr lang="en-US" altLang="zh-TW" i="1" dirty="0"/>
              <a:t>j</a:t>
            </a:r>
            <a:r>
              <a:rPr lang="en-US" altLang="zh-TW" dirty="0"/>
              <a:t>] = </a:t>
            </a:r>
            <a:r>
              <a:rPr lang="en-US" altLang="zh-TW" dirty="0" err="1"/>
              <a:t>abababaabababaabababababababaabababaabababa</a:t>
            </a:r>
            <a:endParaRPr lang="en-US" altLang="zh-TW" dirty="0"/>
          </a:p>
          <a:p>
            <a:r>
              <a:rPr lang="en-US" altLang="zh-TW" dirty="0"/>
              <a:t>Compute the longest palindromic suffix if </a:t>
            </a:r>
            <a:r>
              <a:rPr lang="en-US" altLang="zh-TW" i="1" dirty="0"/>
              <a:t>T</a:t>
            </a:r>
            <a:r>
              <a:rPr lang="en-US" altLang="zh-TW" dirty="0"/>
              <a:t>[</a:t>
            </a:r>
            <a:r>
              <a:rPr lang="en-US" altLang="zh-TW" i="1" dirty="0" err="1"/>
              <a:t>i</a:t>
            </a:r>
            <a:r>
              <a:rPr lang="en-US" altLang="zh-TW" dirty="0"/>
              <a:t>..</a:t>
            </a:r>
            <a:r>
              <a:rPr lang="en-US" altLang="zh-TW" i="1" dirty="0"/>
              <a:t>j</a:t>
            </a:r>
            <a:r>
              <a:rPr lang="en-US" altLang="zh-TW" dirty="0"/>
              <a:t>]</a:t>
            </a:r>
          </a:p>
          <a:p>
            <a:r>
              <a:rPr lang="en-US" altLang="zh-TW" dirty="0"/>
              <a:t>Step 1</a:t>
            </a:r>
            <a:r>
              <a:rPr lang="zh-TW" altLang="en-US" dirty="0"/>
              <a:t> </a:t>
            </a:r>
            <a:r>
              <a:rPr lang="en-US" altLang="zh-TW" dirty="0"/>
              <a:t>: </a:t>
            </a:r>
            <a:r>
              <a:rPr lang="en-US" altLang="zh-TW" i="1" dirty="0"/>
              <a:t>v</a:t>
            </a:r>
            <a:r>
              <a:rPr lang="en-US" altLang="zh-TW" dirty="0"/>
              <a:t>1 is the longest palindromic suffix in </a:t>
            </a:r>
            <a:r>
              <a:rPr lang="en-US" altLang="zh-TW" i="1" dirty="0"/>
              <a:t>T</a:t>
            </a:r>
            <a:r>
              <a:rPr lang="en-US" altLang="zh-TW" dirty="0"/>
              <a:t>[1..</a:t>
            </a:r>
            <a:r>
              <a:rPr lang="en-US" altLang="zh-TW" i="1" dirty="0"/>
              <a:t>j</a:t>
            </a:r>
            <a:r>
              <a:rPr lang="en-US" altLang="zh-TW" dirty="0"/>
              <a:t>]</a:t>
            </a:r>
          </a:p>
          <a:p>
            <a:r>
              <a:rPr lang="en-US" altLang="zh-TW" dirty="0"/>
              <a:t>Step 2 : </a:t>
            </a:r>
            <a:r>
              <a:rPr lang="en-US" altLang="zh-TW" dirty="0" err="1"/>
              <a:t>WAQseriestree</a:t>
            </a:r>
            <a:r>
              <a:rPr lang="en-US" altLang="zh-TW" dirty="0"/>
              <a:t>(T )(</a:t>
            </a:r>
            <a:r>
              <a:rPr lang="en-US" altLang="zh-TW" i="1" dirty="0"/>
              <a:t>v</a:t>
            </a:r>
            <a:r>
              <a:rPr lang="en-US" altLang="zh-TW" dirty="0"/>
              <a:t>1, j − </a:t>
            </a:r>
            <a:r>
              <a:rPr lang="en-US" altLang="zh-TW" dirty="0" err="1"/>
              <a:t>i</a:t>
            </a:r>
            <a:r>
              <a:rPr lang="en-US" altLang="zh-TW" dirty="0"/>
              <a:t>) = suf</a:t>
            </a:r>
            <a:r>
              <a:rPr lang="en-US" altLang="zh-TW" baseline="-25000" dirty="0"/>
              <a:t>3,3</a:t>
            </a:r>
          </a:p>
          <a:p>
            <a:r>
              <a:rPr lang="en-US" altLang="zh-TW" dirty="0"/>
              <a:t>Step 3 : </a:t>
            </a:r>
            <a:r>
              <a:rPr lang="en-US" altLang="zh-TW" dirty="0" err="1">
                <a:latin typeface="Times New Roman" panose="02020603050405020304" pitchFamily="18" charset="0"/>
                <a:cs typeface="Times New Roman" panose="02020603050405020304" pitchFamily="18" charset="0"/>
              </a:rPr>
              <a:t>suf</a:t>
            </a:r>
            <a:r>
              <a:rPr lang="en-US" altLang="zh-TW" dirty="0">
                <a:latin typeface="Times New Roman" panose="02020603050405020304" pitchFamily="18" charset="0"/>
                <a:cs typeface="Times New Roman" panose="02020603050405020304" pitchFamily="18" charset="0"/>
              </a:rPr>
              <a:t> </a:t>
            </a:r>
            <a:r>
              <a:rPr lang="en-US" altLang="zh-TW" baseline="-25000" dirty="0">
                <a:latin typeface="Times New Roman" panose="02020603050405020304" pitchFamily="18" charset="0"/>
                <a:cs typeface="Times New Roman" panose="02020603050405020304" pitchFamily="18" charset="0"/>
              </a:rPr>
              <a:t>3,3</a:t>
            </a:r>
            <a:r>
              <a:rPr lang="en-US" altLang="zh-TW" dirty="0">
                <a:latin typeface="Times New Roman" panose="02020603050405020304" pitchFamily="18" charset="0"/>
                <a:cs typeface="Times New Roman" panose="02020603050405020304" pitchFamily="18" charset="0"/>
              </a:rPr>
              <a:t> = </a:t>
            </a:r>
            <a:r>
              <a:rPr lang="en-US" altLang="zh-TW" dirty="0" err="1">
                <a:latin typeface="Times New Roman" panose="02020603050405020304" pitchFamily="18" charset="0"/>
                <a:cs typeface="Times New Roman" panose="02020603050405020304" pitchFamily="18" charset="0"/>
              </a:rPr>
              <a:t>suf</a:t>
            </a:r>
            <a:r>
              <a:rPr lang="en-US" altLang="zh-TW" dirty="0">
                <a:latin typeface="Times New Roman" panose="02020603050405020304" pitchFamily="18" charset="0"/>
                <a:cs typeface="Times New Roman" panose="02020603050405020304" pitchFamily="18" charset="0"/>
              </a:rPr>
              <a:t> </a:t>
            </a:r>
            <a:r>
              <a:rPr lang="en-US" altLang="zh-TW" baseline="-25000" dirty="0">
                <a:latin typeface="Times New Roman" panose="02020603050405020304" pitchFamily="18" charset="0"/>
                <a:cs typeface="Times New Roman" panose="02020603050405020304" pitchFamily="18" charset="0"/>
              </a:rPr>
              <a:t>3,1</a:t>
            </a:r>
            <a:r>
              <a:rPr lang="en-US" altLang="zh-TW" dirty="0">
                <a:latin typeface="Times New Roman" panose="02020603050405020304" pitchFamily="18" charset="0"/>
                <a:cs typeface="Times New Roman" panose="02020603050405020304" pitchFamily="18" charset="0"/>
              </a:rPr>
              <a:t> + (3</a:t>
            </a:r>
            <a:r>
              <a:rPr lang="en-US" altLang="zh-TW" i="1"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− 1)*2 </a:t>
            </a:r>
          </a:p>
          <a:p>
            <a:r>
              <a:rPr lang="en-US" altLang="zh-TW" dirty="0" err="1">
                <a:latin typeface="Times New Roman" panose="02020603050405020304" pitchFamily="18" charset="0"/>
                <a:cs typeface="Times New Roman" panose="02020603050405020304" pitchFamily="18" charset="0"/>
              </a:rPr>
              <a:t>suf</a:t>
            </a:r>
            <a:r>
              <a:rPr lang="en-US" altLang="zh-TW" dirty="0">
                <a:latin typeface="Times New Roman" panose="02020603050405020304" pitchFamily="18" charset="0"/>
                <a:cs typeface="Times New Roman" panose="02020603050405020304" pitchFamily="18" charset="0"/>
              </a:rPr>
              <a:t> </a:t>
            </a:r>
            <a:r>
              <a:rPr lang="en-US" altLang="zh-TW" baseline="-25000" dirty="0">
                <a:latin typeface="Times New Roman" panose="02020603050405020304" pitchFamily="18" charset="0"/>
                <a:cs typeface="Times New Roman" panose="02020603050405020304" pitchFamily="18" charset="0"/>
              </a:rPr>
              <a:t>3,1</a:t>
            </a:r>
            <a:r>
              <a:rPr lang="en-US" altLang="zh-TW" dirty="0">
                <a:latin typeface="Times New Roman" panose="02020603050405020304" pitchFamily="18" charset="0"/>
                <a:cs typeface="Times New Roman" panose="02020603050405020304" pitchFamily="18" charset="0"/>
              </a:rPr>
              <a:t> is the longest palindromic suffix of </a:t>
            </a:r>
            <a:r>
              <a:rPr lang="en-US" altLang="zh-TW" i="1" dirty="0"/>
              <a:t>T</a:t>
            </a:r>
            <a:r>
              <a:rPr lang="en-US" altLang="zh-TW" dirty="0"/>
              <a:t>[</a:t>
            </a:r>
            <a:r>
              <a:rPr lang="en-US" altLang="zh-TW" i="1" dirty="0" err="1"/>
              <a:t>i</a:t>
            </a:r>
            <a:r>
              <a:rPr lang="en-US" altLang="zh-TW" dirty="0"/>
              <a:t>..</a:t>
            </a:r>
            <a:r>
              <a:rPr lang="en-US" altLang="zh-TW" i="1" dirty="0"/>
              <a:t>j</a:t>
            </a:r>
            <a:r>
              <a:rPr lang="en-US" altLang="zh-TW" dirty="0"/>
              <a:t>]</a:t>
            </a:r>
          </a:p>
          <a:p>
            <a:endParaRPr lang="en-US" altLang="zh-TW" dirty="0"/>
          </a:p>
        </p:txBody>
      </p:sp>
      <p:sp>
        <p:nvSpPr>
          <p:cNvPr id="4" name="投影片編號版面配置區 3">
            <a:extLst>
              <a:ext uri="{FF2B5EF4-FFF2-40B4-BE49-F238E27FC236}">
                <a16:creationId xmlns:a16="http://schemas.microsoft.com/office/drawing/2014/main" id="{B2592DBF-49D0-518C-C159-6273BCBBE596}"/>
              </a:ext>
            </a:extLst>
          </p:cNvPr>
          <p:cNvSpPr>
            <a:spLocks noGrp="1"/>
          </p:cNvSpPr>
          <p:nvPr>
            <p:ph type="sldNum" sz="quarter" idx="12"/>
          </p:nvPr>
        </p:nvSpPr>
        <p:spPr/>
        <p:txBody>
          <a:bodyPr/>
          <a:lstStyle/>
          <a:p>
            <a:fld id="{C497B8E6-CB28-4350-9E62-3F3C29E41FED}" type="slidenum">
              <a:rPr lang="zh-TW" altLang="en-US" smtClean="0"/>
              <a:t>22</a:t>
            </a:fld>
            <a:endParaRPr lang="zh-TW" altLang="en-US"/>
          </a:p>
        </p:txBody>
      </p:sp>
    </p:spTree>
    <p:extLst>
      <p:ext uri="{BB962C8B-B14F-4D97-AF65-F5344CB8AC3E}">
        <p14:creationId xmlns:p14="http://schemas.microsoft.com/office/powerpoint/2010/main" val="17770255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E84B2F4-2020-3AF5-58BB-C340B00F9AB2}"/>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Palindromic infixes</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40712B75-1459-0E40-3FA6-7F4966EA2DC0}"/>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Let </a:t>
            </a:r>
            <a:r>
              <a:rPr lang="en-US" altLang="zh-TW" i="1" dirty="0">
                <a:latin typeface="Times New Roman" panose="02020603050405020304" pitchFamily="18" charset="0"/>
                <a:cs typeface="Times New Roman" panose="02020603050405020304" pitchFamily="18" charset="0"/>
              </a:rPr>
              <a:t>w</a:t>
            </a:r>
            <a:r>
              <a:rPr lang="en-US" altLang="zh-TW" dirty="0">
                <a:latin typeface="Times New Roman" panose="02020603050405020304" pitchFamily="18" charset="0"/>
                <a:cs typeface="Times New Roman" panose="02020603050405020304" pitchFamily="18" charset="0"/>
              </a:rPr>
              <a:t> be a palindromic substring of T </a:t>
            </a:r>
          </a:p>
          <a:p>
            <a:r>
              <a:rPr lang="en-US" altLang="zh-TW" dirty="0">
                <a:latin typeface="Times New Roman" panose="02020603050405020304" pitchFamily="18" charset="0"/>
                <a:cs typeface="Times New Roman" panose="02020603050405020304" pitchFamily="18" charset="0"/>
              </a:rPr>
              <a:t>Let </a:t>
            </a:r>
            <a:r>
              <a:rPr lang="en-US" altLang="zh-TW" i="1" dirty="0">
                <a:latin typeface="Times New Roman" panose="02020603050405020304" pitchFamily="18" charset="0"/>
                <a:cs typeface="Times New Roman" panose="02020603050405020304" pitchFamily="18" charset="0"/>
              </a:rPr>
              <a:t>c</a:t>
            </a:r>
            <a:r>
              <a:rPr lang="en-US" altLang="zh-TW" dirty="0">
                <a:latin typeface="Times New Roman" panose="02020603050405020304" pitchFamily="18" charset="0"/>
                <a:cs typeface="Times New Roman" panose="02020603050405020304" pitchFamily="18" charset="0"/>
              </a:rPr>
              <a:t> be the center of </a:t>
            </a:r>
            <a:r>
              <a:rPr lang="en-US" altLang="zh-TW" i="1" dirty="0">
                <a:latin typeface="Times New Roman" panose="02020603050405020304" pitchFamily="18" charset="0"/>
                <a:cs typeface="Times New Roman" panose="02020603050405020304" pitchFamily="18" charset="0"/>
              </a:rPr>
              <a:t>w</a:t>
            </a:r>
          </a:p>
          <a:p>
            <a:r>
              <a:rPr lang="en-US" altLang="zh-TW" dirty="0">
                <a:latin typeface="Times New Roman" panose="02020603050405020304" pitchFamily="18" charset="0"/>
                <a:cs typeface="Times New Roman" panose="02020603050405020304" pitchFamily="18" charset="0"/>
              </a:rPr>
              <a:t>The longest Palindromic infixes center must be located at (</a:t>
            </a:r>
            <a:r>
              <a:rPr lang="en-US" altLang="zh-TW" i="1" dirty="0" err="1">
                <a:latin typeface="Times New Roman" panose="02020603050405020304" pitchFamily="18" charset="0"/>
                <a:cs typeface="Times New Roman" panose="02020603050405020304" pitchFamily="18" charset="0"/>
              </a:rPr>
              <a:t>i</a:t>
            </a:r>
            <a:r>
              <a:rPr lang="en-US" altLang="zh-TW" dirty="0" err="1">
                <a:latin typeface="Times New Roman" panose="02020603050405020304" pitchFamily="18" charset="0"/>
                <a:cs typeface="Times New Roman" panose="02020603050405020304" pitchFamily="18" charset="0"/>
              </a:rPr>
              <a:t>+</a:t>
            </a:r>
            <a:r>
              <a:rPr lang="en-US" altLang="zh-TW" i="1" dirty="0" err="1">
                <a:latin typeface="Times New Roman" panose="02020603050405020304" pitchFamily="18" charset="0"/>
                <a:cs typeface="Times New Roman" panose="02020603050405020304" pitchFamily="18" charset="0"/>
              </a:rPr>
              <a:t>t</a:t>
            </a:r>
            <a:r>
              <a:rPr lang="en-US" altLang="zh-TW" dirty="0">
                <a:latin typeface="Times New Roman" panose="02020603050405020304" pitchFamily="18" charset="0"/>
                <a:cs typeface="Times New Roman" panose="02020603050405020304" pitchFamily="18" charset="0"/>
              </a:rPr>
              <a:t>)/2&lt;c&lt;(</a:t>
            </a:r>
            <a:r>
              <a:rPr lang="en-US" altLang="zh-TW" i="1" dirty="0" err="1">
                <a:latin typeface="Times New Roman" panose="02020603050405020304" pitchFamily="18" charset="0"/>
                <a:cs typeface="Times New Roman" panose="02020603050405020304" pitchFamily="18" charset="0"/>
              </a:rPr>
              <a:t>s</a:t>
            </a:r>
            <a:r>
              <a:rPr lang="en-US" altLang="zh-TW" dirty="0" err="1">
                <a:latin typeface="Times New Roman" panose="02020603050405020304" pitchFamily="18" charset="0"/>
                <a:cs typeface="Times New Roman" panose="02020603050405020304" pitchFamily="18" charset="0"/>
              </a:rPr>
              <a:t>+</a:t>
            </a:r>
            <a:r>
              <a:rPr lang="en-US" altLang="zh-TW" i="1" dirty="0" err="1">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)/2</a:t>
            </a:r>
          </a:p>
          <a:p>
            <a:r>
              <a:rPr lang="en-US" altLang="zh-TW" dirty="0">
                <a:latin typeface="Times New Roman" panose="02020603050405020304" pitchFamily="18" charset="0"/>
                <a:cs typeface="Times New Roman" panose="02020603050405020304" pitchFamily="18" charset="0"/>
              </a:rPr>
              <a:t>MP[1..2</a:t>
            </a:r>
            <a:r>
              <a:rPr lang="en-US" altLang="zh-TW" i="1" dirty="0">
                <a:latin typeface="Times New Roman" panose="02020603050405020304" pitchFamily="18" charset="0"/>
                <a:cs typeface="Times New Roman" panose="02020603050405020304" pitchFamily="18" charset="0"/>
              </a:rPr>
              <a:t>c</a:t>
            </a:r>
            <a:r>
              <a:rPr lang="en-US" altLang="zh-TW" dirty="0">
                <a:latin typeface="Times New Roman" panose="02020603050405020304" pitchFamily="18" charset="0"/>
                <a:cs typeface="Times New Roman" panose="02020603050405020304" pitchFamily="18" charset="0"/>
              </a:rPr>
              <a:t>-1] : stores the length of the maximal palindrome whose center is </a:t>
            </a:r>
            <a:r>
              <a:rPr lang="en-US" altLang="zh-TW" i="1" dirty="0">
                <a:latin typeface="Times New Roman" panose="02020603050405020304" pitchFamily="18" charset="0"/>
                <a:cs typeface="Times New Roman" panose="02020603050405020304" pitchFamily="18" charset="0"/>
              </a:rPr>
              <a:t>c</a:t>
            </a:r>
          </a:p>
          <a:p>
            <a:r>
              <a:rPr lang="en-US" altLang="zh-TW" dirty="0">
                <a:latin typeface="Times New Roman" panose="02020603050405020304" pitchFamily="18" charset="0"/>
                <a:cs typeface="Times New Roman" panose="02020603050405020304" pitchFamily="18" charset="0"/>
              </a:rPr>
              <a:t>By using </a:t>
            </a:r>
            <a:r>
              <a:rPr lang="en-US" altLang="zh-TW" dirty="0" err="1">
                <a:latin typeface="Times New Roman" panose="02020603050405020304" pitchFamily="18" charset="0"/>
                <a:cs typeface="Times New Roman" panose="02020603050405020304" pitchFamily="18" charset="0"/>
              </a:rPr>
              <a:t>Manacher’s</a:t>
            </a:r>
            <a:r>
              <a:rPr lang="en-US" altLang="zh-TW" dirty="0">
                <a:latin typeface="Times New Roman" panose="02020603050405020304" pitchFamily="18" charset="0"/>
                <a:cs typeface="Times New Roman" panose="02020603050405020304" pitchFamily="18" charset="0"/>
              </a:rPr>
              <a:t> algorithm construct MP in O(</a:t>
            </a:r>
            <a:r>
              <a:rPr lang="en-US" altLang="zh-TW" i="1" dirty="0">
                <a:latin typeface="Times New Roman" panose="02020603050405020304" pitchFamily="18" charset="0"/>
                <a:cs typeface="Times New Roman" panose="02020603050405020304" pitchFamily="18" charset="0"/>
              </a:rPr>
              <a:t>n</a:t>
            </a:r>
            <a:r>
              <a:rPr lang="en-US" altLang="zh-TW" dirty="0">
                <a:latin typeface="Times New Roman" panose="02020603050405020304" pitchFamily="18" charset="0"/>
                <a:cs typeface="Times New Roman" panose="02020603050405020304" pitchFamily="18" charset="0"/>
              </a:rPr>
              <a:t>)</a:t>
            </a:r>
          </a:p>
          <a:p>
            <a:endParaRPr lang="en-US" altLang="zh-TW"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69855ACD-FD7A-363C-5822-F9FB459A8D7B}"/>
              </a:ext>
            </a:extLst>
          </p:cNvPr>
          <p:cNvSpPr>
            <a:spLocks noGrp="1"/>
          </p:cNvSpPr>
          <p:nvPr>
            <p:ph type="sldNum" sz="quarter" idx="12"/>
          </p:nvPr>
        </p:nvSpPr>
        <p:spPr/>
        <p:txBody>
          <a:bodyPr/>
          <a:lstStyle/>
          <a:p>
            <a:fld id="{C497B8E6-CB28-4350-9E62-3F3C29E41FED}" type="slidenum">
              <a:rPr lang="zh-TW" altLang="en-US" smtClean="0"/>
              <a:t>23</a:t>
            </a:fld>
            <a:endParaRPr lang="zh-TW" altLang="en-US"/>
          </a:p>
        </p:txBody>
      </p:sp>
    </p:spTree>
    <p:extLst>
      <p:ext uri="{BB962C8B-B14F-4D97-AF65-F5344CB8AC3E}">
        <p14:creationId xmlns:p14="http://schemas.microsoft.com/office/powerpoint/2010/main" val="25985840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8FE6FD7-0E2F-7EC0-1D4C-A9B8CD9E6C9F}"/>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Palindromic infixes</a:t>
            </a:r>
            <a:endParaRPr lang="zh-TW" altLang="en-US" dirty="0"/>
          </a:p>
        </p:txBody>
      </p:sp>
      <p:sp>
        <p:nvSpPr>
          <p:cNvPr id="3" name="內容版面配置區 2">
            <a:extLst>
              <a:ext uri="{FF2B5EF4-FFF2-40B4-BE49-F238E27FC236}">
                <a16:creationId xmlns:a16="http://schemas.microsoft.com/office/drawing/2014/main" id="{30B92376-591A-6EF8-311D-B05635566FF2}"/>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The longest palindromic suffix : T[</a:t>
            </a:r>
            <a:r>
              <a:rPr lang="en-US" altLang="zh-TW" i="1" dirty="0" err="1">
                <a:latin typeface="Times New Roman" panose="02020603050405020304" pitchFamily="18" charset="0"/>
                <a:cs typeface="Times New Roman" panose="02020603050405020304" pitchFamily="18" charset="0"/>
              </a:rPr>
              <a:t>s</a:t>
            </a:r>
            <a:r>
              <a:rPr lang="en-US" altLang="zh-TW" dirty="0" err="1">
                <a:latin typeface="Times New Roman" panose="02020603050405020304" pitchFamily="18" charset="0"/>
                <a:cs typeface="Times New Roman" panose="02020603050405020304" pitchFamily="18" charset="0"/>
              </a:rPr>
              <a:t>..</a:t>
            </a:r>
            <a:r>
              <a:rPr lang="en-US" altLang="zh-TW" i="1" dirty="0" err="1">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The longest palindromic prefix : T[</a:t>
            </a:r>
            <a:r>
              <a:rPr lang="en-US" altLang="zh-TW" i="1"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t</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The Center of the longest Palindromic infixes is in (</a:t>
            </a:r>
            <a:r>
              <a:rPr lang="en-US" altLang="zh-TW" i="1" dirty="0" err="1">
                <a:latin typeface="Times New Roman" panose="02020603050405020304" pitchFamily="18" charset="0"/>
                <a:cs typeface="Times New Roman" panose="02020603050405020304" pitchFamily="18" charset="0"/>
              </a:rPr>
              <a:t>i</a:t>
            </a:r>
            <a:r>
              <a:rPr lang="en-US" altLang="zh-TW" dirty="0" err="1">
                <a:latin typeface="Times New Roman" panose="02020603050405020304" pitchFamily="18" charset="0"/>
                <a:cs typeface="Times New Roman" panose="02020603050405020304" pitchFamily="18" charset="0"/>
              </a:rPr>
              <a:t>+</a:t>
            </a:r>
            <a:r>
              <a:rPr lang="en-US" altLang="zh-TW" i="1" dirty="0" err="1">
                <a:latin typeface="Times New Roman" panose="02020603050405020304" pitchFamily="18" charset="0"/>
                <a:cs typeface="Times New Roman" panose="02020603050405020304" pitchFamily="18" charset="0"/>
              </a:rPr>
              <a:t>t</a:t>
            </a:r>
            <a:r>
              <a:rPr lang="en-US" altLang="zh-TW" dirty="0">
                <a:latin typeface="Times New Roman" panose="02020603050405020304" pitchFamily="18" charset="0"/>
                <a:cs typeface="Times New Roman" panose="02020603050405020304" pitchFamily="18" charset="0"/>
              </a:rPr>
              <a:t>)/2&lt;c&lt;(</a:t>
            </a:r>
            <a:r>
              <a:rPr lang="en-US" altLang="zh-TW" i="1" dirty="0" err="1">
                <a:latin typeface="Times New Roman" panose="02020603050405020304" pitchFamily="18" charset="0"/>
                <a:cs typeface="Times New Roman" panose="02020603050405020304" pitchFamily="18" charset="0"/>
              </a:rPr>
              <a:t>s</a:t>
            </a:r>
            <a:r>
              <a:rPr lang="en-US" altLang="zh-TW" dirty="0" err="1">
                <a:latin typeface="Times New Roman" panose="02020603050405020304" pitchFamily="18" charset="0"/>
                <a:cs typeface="Times New Roman" panose="02020603050405020304" pitchFamily="18" charset="0"/>
              </a:rPr>
              <a:t>+</a:t>
            </a:r>
            <a:r>
              <a:rPr lang="en-US" altLang="zh-TW" i="1" dirty="0" err="1">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)/2</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Palindromic infixes = MP[RMQMP(</a:t>
            </a:r>
            <a:r>
              <a:rPr lang="en-US" altLang="zh-TW" i="1"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 </a:t>
            </a:r>
            <a:r>
              <a:rPr lang="en-US" altLang="zh-TW" i="1" dirty="0">
                <a:latin typeface="Times New Roman" panose="02020603050405020304" pitchFamily="18" charset="0"/>
                <a:cs typeface="Times New Roman" panose="02020603050405020304" pitchFamily="18" charset="0"/>
              </a:rPr>
              <a:t>t</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s</a:t>
            </a:r>
            <a:r>
              <a:rPr lang="en-US" altLang="zh-TW" dirty="0">
                <a:latin typeface="Times New Roman" panose="02020603050405020304" pitchFamily="18" charset="0"/>
                <a:cs typeface="Times New Roman" panose="02020603050405020304" pitchFamily="18" charset="0"/>
              </a:rPr>
              <a:t> + </a:t>
            </a:r>
            <a:r>
              <a:rPr lang="en-US" altLang="zh-TW" i="1" dirty="0">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 − 2)]</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Time complexity : O(</a:t>
            </a:r>
            <a:r>
              <a:rPr lang="en-US" altLang="zh-TW" i="1" dirty="0">
                <a:latin typeface="Times New Roman" panose="02020603050405020304" pitchFamily="18" charset="0"/>
                <a:cs typeface="Times New Roman" panose="02020603050405020304" pitchFamily="18" charset="0"/>
              </a:rPr>
              <a:t>n</a:t>
            </a:r>
            <a:r>
              <a:rPr lang="en-US" altLang="zh-TW" dirty="0">
                <a:latin typeface="Times New Roman" panose="02020603050405020304" pitchFamily="18" charset="0"/>
                <a:cs typeface="Times New Roman" panose="02020603050405020304" pitchFamily="18" charset="0"/>
              </a:rPr>
              <a:t>)</a:t>
            </a: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zh-TW" altLang="en-US" dirty="0">
              <a:latin typeface="Times New Roman" panose="02020603050405020304" pitchFamily="18" charset="0"/>
              <a:cs typeface="Times New Roman" panose="02020603050405020304" pitchFamily="18" charset="0"/>
            </a:endParaRPr>
          </a:p>
          <a:p>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92D7257-66F8-17D6-A749-10ED35B39263}"/>
              </a:ext>
            </a:extLst>
          </p:cNvPr>
          <p:cNvSpPr>
            <a:spLocks noGrp="1"/>
          </p:cNvSpPr>
          <p:nvPr>
            <p:ph type="sldNum" sz="quarter" idx="12"/>
          </p:nvPr>
        </p:nvSpPr>
        <p:spPr/>
        <p:txBody>
          <a:bodyPr/>
          <a:lstStyle/>
          <a:p>
            <a:fld id="{C497B8E6-CB28-4350-9E62-3F3C29E41FED}" type="slidenum">
              <a:rPr lang="zh-TW" altLang="en-US" smtClean="0"/>
              <a:t>24</a:t>
            </a:fld>
            <a:endParaRPr lang="zh-TW" altLang="en-US"/>
          </a:p>
        </p:txBody>
      </p:sp>
    </p:spTree>
    <p:extLst>
      <p:ext uri="{BB962C8B-B14F-4D97-AF65-F5344CB8AC3E}">
        <p14:creationId xmlns:p14="http://schemas.microsoft.com/office/powerpoint/2010/main" val="7556290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9B9820A-2ECE-4975-93CE-D1A4EE703ED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Top-k longest palindromes problem</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30C11A96-A9E6-EB9D-C7A0-E9A4C85F37B1}"/>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A maximal palindrome in T</a:t>
            </a:r>
          </a:p>
          <a:p>
            <a:r>
              <a:rPr lang="en-US" altLang="zh-TW" dirty="0">
                <a:latin typeface="Times New Roman" panose="02020603050405020304" pitchFamily="18" charset="0"/>
                <a:cs typeface="Times New Roman" panose="02020603050405020304" pitchFamily="18" charset="0"/>
              </a:rPr>
              <a:t>the shrink of the </a:t>
            </a:r>
            <a:r>
              <a:rPr lang="en-US" altLang="zh-TW" i="1" dirty="0">
                <a:latin typeface="Times New Roman" panose="02020603050405020304" pitchFamily="18" charset="0"/>
                <a:cs typeface="Times New Roman" panose="02020603050405020304" pitchFamily="18" charset="0"/>
              </a:rPr>
              <a:t>q</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th</a:t>
            </a:r>
            <a:r>
              <a:rPr lang="en-US" altLang="zh-TW" dirty="0">
                <a:latin typeface="Times New Roman" panose="02020603050405020304" pitchFamily="18" charset="0"/>
                <a:cs typeface="Times New Roman" panose="02020603050405020304" pitchFamily="18" charset="0"/>
              </a:rPr>
              <a:t> longest palindrome for some q with 1 ≤ </a:t>
            </a:r>
            <a:r>
              <a:rPr lang="en-US" altLang="zh-TW" i="1" dirty="0">
                <a:latin typeface="Times New Roman" panose="02020603050405020304" pitchFamily="18" charset="0"/>
                <a:cs typeface="Times New Roman" panose="02020603050405020304" pitchFamily="18" charset="0"/>
              </a:rPr>
              <a:t>q</a:t>
            </a:r>
            <a:r>
              <a:rPr lang="en-US" altLang="zh-TW" dirty="0">
                <a:latin typeface="Times New Roman" panose="02020603050405020304" pitchFamily="18" charset="0"/>
                <a:cs typeface="Times New Roman" panose="02020603050405020304" pitchFamily="18" charset="0"/>
              </a:rPr>
              <a:t> ≤ </a:t>
            </a:r>
            <a:r>
              <a:rPr lang="en-US" altLang="zh-TW" i="1" dirty="0">
                <a:latin typeface="Times New Roman" panose="02020603050405020304" pitchFamily="18" charset="0"/>
                <a:cs typeface="Times New Roman" panose="02020603050405020304" pitchFamily="18" charset="0"/>
              </a:rPr>
              <a:t>r</a:t>
            </a:r>
            <a:r>
              <a:rPr lang="en-US" altLang="zh-TW" dirty="0">
                <a:latin typeface="Times New Roman" panose="02020603050405020304" pitchFamily="18" charset="0"/>
                <a:cs typeface="Times New Roman" panose="02020603050405020304" pitchFamily="18" charset="0"/>
              </a:rPr>
              <a:t> − 1</a:t>
            </a:r>
          </a:p>
          <a:p>
            <a:r>
              <a:rPr lang="en-US" altLang="zh-TW" dirty="0">
                <a:latin typeface="Times New Roman" panose="02020603050405020304" pitchFamily="18" charset="0"/>
                <a:cs typeface="Times New Roman" panose="02020603050405020304" pitchFamily="18" charset="0"/>
              </a:rPr>
              <a:t>By using </a:t>
            </a:r>
            <a:r>
              <a:rPr lang="en-US" altLang="zh-TW" dirty="0" err="1">
                <a:latin typeface="Times New Roman" panose="02020603050405020304" pitchFamily="18" charset="0"/>
                <a:cs typeface="Times New Roman" panose="02020603050405020304" pitchFamily="18" charset="0"/>
              </a:rPr>
              <a:t>Manacher’s</a:t>
            </a:r>
            <a:r>
              <a:rPr lang="en-US" altLang="zh-TW" dirty="0">
                <a:latin typeface="Times New Roman" panose="02020603050405020304" pitchFamily="18" charset="0"/>
                <a:cs typeface="Times New Roman" panose="02020603050405020304" pitchFamily="18" charset="0"/>
              </a:rPr>
              <a:t> algorithm construct M[1..2</a:t>
            </a:r>
            <a:r>
              <a:rPr lang="en-US" altLang="zh-TW" i="1" dirty="0">
                <a:latin typeface="Times New Roman" panose="02020603050405020304" pitchFamily="18" charset="0"/>
                <a:cs typeface="Times New Roman" panose="02020603050405020304" pitchFamily="18" charset="0"/>
              </a:rPr>
              <a:t>n</a:t>
            </a:r>
            <a:r>
              <a:rPr lang="en-US" altLang="zh-TW" dirty="0">
                <a:latin typeface="Times New Roman" panose="02020603050405020304" pitchFamily="18" charset="0"/>
                <a:cs typeface="Times New Roman" panose="02020603050405020304" pitchFamily="18" charset="0"/>
              </a:rPr>
              <a:t>-1] in O(</a:t>
            </a:r>
            <a:r>
              <a:rPr lang="en-US" altLang="zh-TW" i="1" dirty="0">
                <a:latin typeface="Times New Roman" panose="02020603050405020304" pitchFamily="18" charset="0"/>
                <a:cs typeface="Times New Roman" panose="02020603050405020304" pitchFamily="18" charset="0"/>
              </a:rPr>
              <a:t>n</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M[</a:t>
            </a:r>
            <a:r>
              <a:rPr lang="en-US" altLang="zh-TW" i="1" dirty="0">
                <a:latin typeface="Times New Roman" panose="02020603050405020304" pitchFamily="18" charset="0"/>
                <a:cs typeface="Times New Roman" panose="02020603050405020304" pitchFamily="18" charset="0"/>
              </a:rPr>
              <a:t>p</a:t>
            </a:r>
            <a:r>
              <a:rPr lang="en-US" altLang="zh-TW" dirty="0">
                <a:latin typeface="Times New Roman" panose="02020603050405020304" pitchFamily="18" charset="0"/>
                <a:cs typeface="Times New Roman" panose="02020603050405020304" pitchFamily="18" charset="0"/>
              </a:rPr>
              <a:t>]: stores the </a:t>
            </a:r>
            <a:r>
              <a:rPr lang="en-US" altLang="zh-TW" i="1" dirty="0">
                <a:latin typeface="Times New Roman" panose="02020603050405020304" pitchFamily="18" charset="0"/>
                <a:cs typeface="Times New Roman" panose="02020603050405020304" pitchFamily="18" charset="0"/>
              </a:rPr>
              <a:t>p</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th</a:t>
            </a:r>
            <a:r>
              <a:rPr lang="en-US" altLang="zh-TW" dirty="0">
                <a:latin typeface="Times New Roman" panose="02020603050405020304" pitchFamily="18" charset="0"/>
                <a:cs typeface="Times New Roman" panose="02020603050405020304" pitchFamily="18" charset="0"/>
              </a:rPr>
              <a:t> longest maximal palindrome in T</a:t>
            </a:r>
          </a:p>
          <a:p>
            <a:r>
              <a:rPr lang="en-US" altLang="zh-TW" dirty="0">
                <a:latin typeface="Times New Roman" panose="02020603050405020304" pitchFamily="18" charset="0"/>
                <a:cs typeface="Times New Roman" panose="02020603050405020304" pitchFamily="18" charset="0"/>
              </a:rPr>
              <a:t>R[1..n] : R[</a:t>
            </a:r>
            <a:r>
              <a:rPr lang="en-US" altLang="zh-TW" i="1" dirty="0">
                <a:latin typeface="Times New Roman" panose="02020603050405020304" pitchFamily="18" charset="0"/>
                <a:cs typeface="Times New Roman" panose="02020603050405020304" pitchFamily="18" charset="0"/>
              </a:rPr>
              <a:t>l</a:t>
            </a:r>
            <a:r>
              <a:rPr lang="en-US" altLang="zh-TW" dirty="0">
                <a:latin typeface="Times New Roman" panose="02020603050405020304" pitchFamily="18" charset="0"/>
                <a:cs typeface="Times New Roman" panose="02020603050405020304" pitchFamily="18" charset="0"/>
              </a:rPr>
              <a:t>] stores the set of palindromes of length </a:t>
            </a:r>
            <a:r>
              <a:rPr lang="en-US" altLang="zh-TW" i="1" dirty="0">
                <a:latin typeface="Times New Roman" panose="02020603050405020304" pitchFamily="18" charset="0"/>
                <a:cs typeface="Times New Roman" panose="02020603050405020304" pitchFamily="18" charset="0"/>
              </a:rPr>
              <a:t>l</a:t>
            </a:r>
          </a:p>
        </p:txBody>
      </p:sp>
      <p:sp>
        <p:nvSpPr>
          <p:cNvPr id="4" name="投影片編號版面配置區 3">
            <a:extLst>
              <a:ext uri="{FF2B5EF4-FFF2-40B4-BE49-F238E27FC236}">
                <a16:creationId xmlns:a16="http://schemas.microsoft.com/office/drawing/2014/main" id="{AE9CA38A-59C1-1CAA-7271-515B67C9D4F2}"/>
              </a:ext>
            </a:extLst>
          </p:cNvPr>
          <p:cNvSpPr>
            <a:spLocks noGrp="1"/>
          </p:cNvSpPr>
          <p:nvPr>
            <p:ph type="sldNum" sz="quarter" idx="12"/>
          </p:nvPr>
        </p:nvSpPr>
        <p:spPr/>
        <p:txBody>
          <a:bodyPr/>
          <a:lstStyle/>
          <a:p>
            <a:fld id="{C497B8E6-CB28-4350-9E62-3F3C29E41FED}" type="slidenum">
              <a:rPr lang="zh-TW" altLang="en-US" smtClean="0"/>
              <a:t>25</a:t>
            </a:fld>
            <a:endParaRPr lang="zh-TW" altLang="en-US"/>
          </a:p>
        </p:txBody>
      </p:sp>
    </p:spTree>
    <p:extLst>
      <p:ext uri="{BB962C8B-B14F-4D97-AF65-F5344CB8AC3E}">
        <p14:creationId xmlns:p14="http://schemas.microsoft.com/office/powerpoint/2010/main" val="3744015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5AF4BD3-5E22-C477-E31F-D5D551B3E14D}"/>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Top-k longest palindromes problem</a:t>
            </a:r>
            <a:endParaRPr lang="zh-TW" altLang="en-US" dirty="0"/>
          </a:p>
        </p:txBody>
      </p:sp>
      <p:sp>
        <p:nvSpPr>
          <p:cNvPr id="3" name="內容版面配置區 2">
            <a:extLst>
              <a:ext uri="{FF2B5EF4-FFF2-40B4-BE49-F238E27FC236}">
                <a16:creationId xmlns:a16="http://schemas.microsoft.com/office/drawing/2014/main" id="{EA46B949-BBB9-E01D-E639-0A65D7F66F45}"/>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E.g. :</a:t>
            </a:r>
          </a:p>
          <a:p>
            <a:pPr marL="0" indent="0">
              <a:buNone/>
            </a:pPr>
            <a:r>
              <a:rPr lang="en-US" altLang="zh-TW" dirty="0">
                <a:latin typeface="Times New Roman" panose="02020603050405020304" pitchFamily="18" charset="0"/>
                <a:cs typeface="Times New Roman" panose="02020603050405020304" pitchFamily="18" charset="0"/>
              </a:rPr>
              <a:t>The longest palindrome is </a:t>
            </a:r>
            <a:r>
              <a:rPr lang="en-US" altLang="zh-TW" i="1" dirty="0">
                <a:latin typeface="Times New Roman" panose="02020603050405020304" pitchFamily="18" charset="0"/>
                <a:cs typeface="Times New Roman" panose="02020603050405020304" pitchFamily="18" charset="0"/>
              </a:rPr>
              <a:t>M</a:t>
            </a:r>
            <a:r>
              <a:rPr lang="en-US" altLang="zh-TW" dirty="0">
                <a:latin typeface="Times New Roman" panose="02020603050405020304" pitchFamily="18" charset="0"/>
                <a:cs typeface="Times New Roman" panose="02020603050405020304" pitchFamily="18" charset="0"/>
              </a:rPr>
              <a:t>[1]=[</a:t>
            </a:r>
            <a:r>
              <a:rPr lang="en-US" altLang="zh-TW" i="1" dirty="0" err="1">
                <a:latin typeface="Times New Roman" panose="02020603050405020304" pitchFamily="18" charset="0"/>
                <a:cs typeface="Times New Roman" panose="02020603050405020304" pitchFamily="18" charset="0"/>
              </a:rPr>
              <a:t>s</a:t>
            </a:r>
            <a:r>
              <a:rPr lang="en-US" altLang="zh-TW" dirty="0" err="1">
                <a:latin typeface="Times New Roman" panose="02020603050405020304" pitchFamily="18" charset="0"/>
                <a:cs typeface="Times New Roman" panose="02020603050405020304" pitchFamily="18" charset="0"/>
              </a:rPr>
              <a:t>,</a:t>
            </a:r>
            <a:r>
              <a:rPr lang="en-US" altLang="zh-TW" i="1" dirty="0" err="1">
                <a:latin typeface="Times New Roman" panose="02020603050405020304" pitchFamily="18" charset="0"/>
                <a:cs typeface="Times New Roman" panose="02020603050405020304" pitchFamily="18" charset="0"/>
              </a:rPr>
              <a:t>t</a:t>
            </a:r>
            <a:r>
              <a:rPr lang="en-US" altLang="zh-TW" dirty="0">
                <a:latin typeface="Times New Roman" panose="02020603050405020304" pitchFamily="18" charset="0"/>
                <a:cs typeface="Times New Roman" panose="02020603050405020304" pitchFamily="18" charset="0"/>
              </a:rPr>
              <a:t>] , than update </a:t>
            </a:r>
            <a:r>
              <a:rPr lang="en-US" altLang="zh-TW" i="1" dirty="0">
                <a:latin typeface="Times New Roman" panose="02020603050405020304" pitchFamily="18" charset="0"/>
                <a:cs typeface="Times New Roman" panose="02020603050405020304" pitchFamily="18" charset="0"/>
              </a:rPr>
              <a:t>R</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t</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s</a:t>
            </a:r>
            <a:r>
              <a:rPr lang="en-US" altLang="zh-TW" dirty="0">
                <a:latin typeface="Times New Roman" panose="02020603050405020304" pitchFamily="18" charset="0"/>
                <a:cs typeface="Times New Roman" panose="02020603050405020304" pitchFamily="18" charset="0"/>
              </a:rPr>
              <a:t>+1] ={[</a:t>
            </a:r>
            <a:r>
              <a:rPr lang="en-US" altLang="zh-TW" dirty="0" err="1">
                <a:latin typeface="Times New Roman" panose="02020603050405020304" pitchFamily="18" charset="0"/>
                <a:cs typeface="Times New Roman" panose="02020603050405020304" pitchFamily="18" charset="0"/>
              </a:rPr>
              <a:t>s,t</a:t>
            </a:r>
            <a:r>
              <a:rPr lang="en-US" altLang="zh-TW" dirty="0">
                <a:latin typeface="Times New Roman" panose="02020603050405020304" pitchFamily="18" charset="0"/>
                <a:cs typeface="Times New Roman" panose="02020603050405020304" pitchFamily="18" charset="0"/>
              </a:rPr>
              <a:t>]}</a:t>
            </a:r>
          </a:p>
          <a:p>
            <a:pPr marL="0" indent="0">
              <a:buNone/>
            </a:pPr>
            <a:r>
              <a:rPr lang="en-US" altLang="zh-TW" dirty="0">
                <a:latin typeface="Times New Roman" panose="02020603050405020304" pitchFamily="18" charset="0"/>
                <a:cs typeface="Times New Roman" panose="02020603050405020304" pitchFamily="18" charset="0"/>
              </a:rPr>
              <a:t>then </a:t>
            </a:r>
            <a:r>
              <a:rPr lang="en-US" altLang="zh-TW" dirty="0" err="1">
                <a:latin typeface="Times New Roman" panose="02020603050405020304" pitchFamily="18" charset="0"/>
                <a:cs typeface="Times New Roman" panose="02020603050405020304" pitchFamily="18" charset="0"/>
              </a:rPr>
              <a:t>second,third</a:t>
            </a:r>
            <a:r>
              <a:rPr lang="en-US" altLang="zh-TW" dirty="0">
                <a:latin typeface="Times New Roman" panose="02020603050405020304" pitchFamily="18" charset="0"/>
                <a:cs typeface="Times New Roman" panose="02020603050405020304" pitchFamily="18" charset="0"/>
              </a:rPr>
              <a:t>…. : the length r of the r-</a:t>
            </a:r>
            <a:r>
              <a:rPr lang="en-US" altLang="zh-TW" dirty="0" err="1">
                <a:latin typeface="Times New Roman" panose="02020603050405020304" pitchFamily="18" charset="0"/>
                <a:cs typeface="Times New Roman" panose="02020603050405020304" pitchFamily="18" charset="0"/>
              </a:rPr>
              <a:t>th</a:t>
            </a:r>
            <a:r>
              <a:rPr lang="en-US" altLang="zh-TW" dirty="0">
                <a:latin typeface="Times New Roman" panose="02020603050405020304" pitchFamily="18" charset="0"/>
                <a:cs typeface="Times New Roman" panose="02020603050405020304" pitchFamily="18" charset="0"/>
              </a:rPr>
              <a:t> longest palindrome is in {</a:t>
            </a:r>
            <a:r>
              <a:rPr lang="en-US" altLang="zh-TW" i="1" dirty="0">
                <a:latin typeface="Times New Roman" panose="02020603050405020304" pitchFamily="18" charset="0"/>
                <a:cs typeface="Times New Roman" panose="02020603050405020304" pitchFamily="18" charset="0"/>
              </a:rPr>
              <a:t>R</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l</a:t>
            </a:r>
            <a:r>
              <a:rPr lang="en-US" altLang="zh-TW" i="1" baseline="-25000" dirty="0">
                <a:latin typeface="Times New Roman" panose="02020603050405020304" pitchFamily="18" charset="0"/>
                <a:cs typeface="Times New Roman" panose="02020603050405020304" pitchFamily="18" charset="0"/>
              </a:rPr>
              <a:t>r</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R</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l</a:t>
            </a:r>
            <a:r>
              <a:rPr lang="en-US" altLang="zh-TW" i="1" baseline="-25000" dirty="0">
                <a:latin typeface="Times New Roman" panose="02020603050405020304" pitchFamily="18" charset="0"/>
                <a:cs typeface="Times New Roman" panose="02020603050405020304" pitchFamily="18" charset="0"/>
              </a:rPr>
              <a:t>r</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 −1], </a:t>
            </a:r>
            <a:r>
              <a:rPr lang="en-US" altLang="zh-TW" i="1" dirty="0">
                <a:latin typeface="Times New Roman" panose="02020603050405020304" pitchFamily="18" charset="0"/>
                <a:cs typeface="Times New Roman" panose="02020603050405020304" pitchFamily="18" charset="0"/>
              </a:rPr>
              <a:t>R</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l</a:t>
            </a:r>
            <a:r>
              <a:rPr lang="en-US" altLang="zh-TW" i="1" baseline="-25000" dirty="0">
                <a:latin typeface="Times New Roman" panose="02020603050405020304" pitchFamily="18" charset="0"/>
                <a:cs typeface="Times New Roman" panose="02020603050405020304" pitchFamily="18" charset="0"/>
              </a:rPr>
              <a:t>r</a:t>
            </a:r>
            <a:r>
              <a:rPr lang="en-US" altLang="zh-TW" baseline="-25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 −2]}</a:t>
            </a: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Time complexity : </a:t>
            </a:r>
          </a:p>
          <a:p>
            <a:pPr lvl="1"/>
            <a:r>
              <a:rPr lang="en-US" altLang="zh-TW" dirty="0" err="1">
                <a:latin typeface="Times New Roman" panose="02020603050405020304" pitchFamily="18" charset="0"/>
                <a:cs typeface="Times New Roman" panose="02020603050405020304" pitchFamily="18" charset="0"/>
              </a:rPr>
              <a:t>Manacher’s</a:t>
            </a:r>
            <a:r>
              <a:rPr lang="en-US" altLang="zh-TW" dirty="0">
                <a:latin typeface="Times New Roman" panose="02020603050405020304" pitchFamily="18" charset="0"/>
                <a:cs typeface="Times New Roman" panose="02020603050405020304" pitchFamily="18" charset="0"/>
              </a:rPr>
              <a:t> algorithm construct M[1..2</a:t>
            </a:r>
            <a:r>
              <a:rPr lang="en-US" altLang="zh-TW" i="1" dirty="0">
                <a:latin typeface="Times New Roman" panose="02020603050405020304" pitchFamily="18" charset="0"/>
                <a:cs typeface="Times New Roman" panose="02020603050405020304" pitchFamily="18" charset="0"/>
              </a:rPr>
              <a:t>n</a:t>
            </a:r>
            <a:r>
              <a:rPr lang="en-US" altLang="zh-TW" dirty="0">
                <a:latin typeface="Times New Roman" panose="02020603050405020304" pitchFamily="18" charset="0"/>
                <a:cs typeface="Times New Roman" panose="02020603050405020304" pitchFamily="18" charset="0"/>
              </a:rPr>
              <a:t>-1] : O(</a:t>
            </a:r>
            <a:r>
              <a:rPr lang="en-US" altLang="zh-TW" i="1" dirty="0">
                <a:latin typeface="Times New Roman" panose="02020603050405020304" pitchFamily="18" charset="0"/>
                <a:cs typeface="Times New Roman" panose="02020603050405020304" pitchFamily="18" charset="0"/>
              </a:rPr>
              <a:t>n</a:t>
            </a:r>
            <a:r>
              <a:rPr lang="en-US" altLang="zh-TW" dirty="0">
                <a:latin typeface="Times New Roman" panose="02020603050405020304" pitchFamily="18" charset="0"/>
                <a:cs typeface="Times New Roman" panose="02020603050405020304" pitchFamily="18" charset="0"/>
              </a:rPr>
              <a:t>)</a:t>
            </a:r>
          </a:p>
          <a:p>
            <a:pPr lvl="1"/>
            <a:r>
              <a:rPr lang="en-US" altLang="zh-TW" dirty="0">
                <a:latin typeface="Times New Roman" panose="02020603050405020304" pitchFamily="18" charset="0"/>
                <a:cs typeface="Times New Roman" panose="02020603050405020304" pitchFamily="18" charset="0"/>
              </a:rPr>
              <a:t>Answering Top-k palindromes : O(</a:t>
            </a:r>
            <a:r>
              <a:rPr lang="en-US" altLang="zh-TW" i="1" dirty="0">
                <a:latin typeface="Times New Roman" panose="02020603050405020304" pitchFamily="18" charset="0"/>
                <a:cs typeface="Times New Roman" panose="02020603050405020304" pitchFamily="18" charset="0"/>
              </a:rPr>
              <a:t>k</a:t>
            </a:r>
            <a:r>
              <a:rPr lang="en-US" altLang="zh-TW" dirty="0">
                <a:latin typeface="Times New Roman" panose="02020603050405020304" pitchFamily="18" charset="0"/>
                <a:cs typeface="Times New Roman" panose="02020603050405020304" pitchFamily="18" charset="0"/>
              </a:rPr>
              <a:t>)</a:t>
            </a:r>
          </a:p>
          <a:p>
            <a:pPr lvl="1"/>
            <a:r>
              <a:rPr lang="en-US" altLang="zh-TW" dirty="0">
                <a:latin typeface="Times New Roman" panose="02020603050405020304" pitchFamily="18" charset="0"/>
                <a:cs typeface="Times New Roman" panose="02020603050405020304" pitchFamily="18" charset="0"/>
              </a:rPr>
              <a:t>Total : O(</a:t>
            </a:r>
            <a:r>
              <a:rPr lang="en-US" altLang="zh-TW" i="1" dirty="0" err="1">
                <a:latin typeface="Times New Roman" panose="02020603050405020304" pitchFamily="18" charset="0"/>
                <a:cs typeface="Times New Roman" panose="02020603050405020304" pitchFamily="18" charset="0"/>
              </a:rPr>
              <a:t>n+k</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6703D4A4-6E7A-8AC1-2276-8F4BAE846B53}"/>
              </a:ext>
            </a:extLst>
          </p:cNvPr>
          <p:cNvSpPr>
            <a:spLocks noGrp="1"/>
          </p:cNvSpPr>
          <p:nvPr>
            <p:ph type="sldNum" sz="quarter" idx="12"/>
          </p:nvPr>
        </p:nvSpPr>
        <p:spPr/>
        <p:txBody>
          <a:bodyPr/>
          <a:lstStyle/>
          <a:p>
            <a:fld id="{C497B8E6-CB28-4350-9E62-3F3C29E41FED}" type="slidenum">
              <a:rPr lang="zh-TW" altLang="en-US" smtClean="0"/>
              <a:t>26</a:t>
            </a:fld>
            <a:endParaRPr lang="zh-TW" altLang="en-US"/>
          </a:p>
        </p:txBody>
      </p:sp>
    </p:spTree>
    <p:extLst>
      <p:ext uri="{BB962C8B-B14F-4D97-AF65-F5344CB8AC3E}">
        <p14:creationId xmlns:p14="http://schemas.microsoft.com/office/powerpoint/2010/main" val="23996523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A01B2E-A19B-9ACC-F9C4-298DE598FD22}"/>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Internal Top-k longest palindromes query</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A9FAE6F6-2FC8-F1F8-1803-CD494A2FF318}"/>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Query input: An interval [</a:t>
            </a:r>
            <a:r>
              <a:rPr lang="en-US" altLang="zh-TW" i="1"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 and an integer </a:t>
            </a:r>
            <a:r>
              <a:rPr lang="en-US" altLang="zh-TW" i="1" dirty="0">
                <a:latin typeface="Times New Roman" panose="02020603050405020304" pitchFamily="18" charset="0"/>
                <a:cs typeface="Times New Roman" panose="02020603050405020304" pitchFamily="18" charset="0"/>
              </a:rPr>
              <a:t>k</a:t>
            </a:r>
          </a:p>
          <a:p>
            <a:r>
              <a:rPr lang="en-US" altLang="zh-TW" dirty="0">
                <a:latin typeface="Times New Roman" panose="02020603050405020304" pitchFamily="18" charset="0"/>
                <a:cs typeface="Times New Roman" panose="02020603050405020304" pitchFamily="18" charset="0"/>
              </a:rPr>
              <a:t>Query output: An array </a:t>
            </a:r>
            <a:r>
              <a:rPr lang="en-US" altLang="zh-TW" dirty="0" err="1">
                <a:latin typeface="Times New Roman" panose="02020603050405020304" pitchFamily="18" charset="0"/>
                <a:cs typeface="Times New Roman" panose="02020603050405020304" pitchFamily="18" charset="0"/>
              </a:rPr>
              <a:t>TopLPalT</a:t>
            </a:r>
            <a:r>
              <a:rPr lang="en-US" altLang="zh-TW" dirty="0">
                <a:latin typeface="Times New Roman" panose="02020603050405020304" pitchFamily="18" charset="0"/>
                <a:cs typeface="Times New Roman" panose="02020603050405020304" pitchFamily="18" charset="0"/>
              </a:rPr>
              <a:t> ([</a:t>
            </a:r>
            <a:r>
              <a:rPr lang="en-US" altLang="zh-TW" i="1"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k</a:t>
            </a:r>
            <a:r>
              <a:rPr lang="en-US" altLang="zh-TW" dirty="0">
                <a:latin typeface="Times New Roman" panose="02020603050405020304" pitchFamily="18" charset="0"/>
                <a:cs typeface="Times New Roman" panose="02020603050405020304" pitchFamily="18" charset="0"/>
              </a:rPr>
              <a:t>)</a:t>
            </a:r>
          </a:p>
          <a:p>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F915E6B3-D697-FA21-8F85-D40C81C8FF16}"/>
              </a:ext>
            </a:extLst>
          </p:cNvPr>
          <p:cNvSpPr>
            <a:spLocks noGrp="1"/>
          </p:cNvSpPr>
          <p:nvPr>
            <p:ph type="sldNum" sz="quarter" idx="12"/>
          </p:nvPr>
        </p:nvSpPr>
        <p:spPr/>
        <p:txBody>
          <a:bodyPr/>
          <a:lstStyle/>
          <a:p>
            <a:fld id="{C497B8E6-CB28-4350-9E62-3F3C29E41FED}" type="slidenum">
              <a:rPr lang="zh-TW" altLang="en-US" smtClean="0"/>
              <a:t>27</a:t>
            </a:fld>
            <a:endParaRPr lang="zh-TW" altLang="en-US"/>
          </a:p>
        </p:txBody>
      </p:sp>
    </p:spTree>
    <p:extLst>
      <p:ext uri="{BB962C8B-B14F-4D97-AF65-F5344CB8AC3E}">
        <p14:creationId xmlns:p14="http://schemas.microsoft.com/office/powerpoint/2010/main" val="31467811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6BFAC2E-91D8-1ACC-C730-AB6BA507B79F}"/>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The </a:t>
            </a:r>
            <a:r>
              <a:rPr lang="en-US" altLang="zh-TW" i="1" dirty="0">
                <a:latin typeface="Times New Roman" panose="02020603050405020304" pitchFamily="18" charset="0"/>
                <a:cs typeface="Times New Roman" panose="02020603050405020304" pitchFamily="18" charset="0"/>
              </a:rPr>
              <a:t>r</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th</a:t>
            </a:r>
            <a:r>
              <a:rPr lang="en-US" altLang="zh-TW" dirty="0">
                <a:latin typeface="Times New Roman" panose="02020603050405020304" pitchFamily="18" charset="0"/>
                <a:cs typeface="Times New Roman" panose="02020603050405020304" pitchFamily="18" charset="0"/>
              </a:rPr>
              <a:t> longest palindrome in a string T[</a:t>
            </a:r>
            <a:r>
              <a:rPr lang="en-US" altLang="zh-TW" i="1"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j</a:t>
            </a:r>
            <a:r>
              <a:rPr lang="en-US" altLang="zh-TW" dirty="0">
                <a:latin typeface="Times New Roman" panose="02020603050405020304" pitchFamily="18" charset="0"/>
                <a:cs typeface="Times New Roman" panose="02020603050405020304" pitchFamily="18" charset="0"/>
              </a:rPr>
              <a:t>] is one of the followings</a:t>
            </a:r>
            <a:endParaRPr lang="zh-TW" altLang="en-US" dirty="0">
              <a:latin typeface="Times New Roman" panose="02020603050405020304" pitchFamily="18" charset="0"/>
              <a:cs typeface="Times New Roman" panose="02020603050405020304" pitchFamily="18" charset="0"/>
            </a:endParaRPr>
          </a:p>
        </p:txBody>
      </p:sp>
      <p:pic>
        <p:nvPicPr>
          <p:cNvPr id="6" name="內容版面配置區 5">
            <a:extLst>
              <a:ext uri="{FF2B5EF4-FFF2-40B4-BE49-F238E27FC236}">
                <a16:creationId xmlns:a16="http://schemas.microsoft.com/office/drawing/2014/main" id="{D5779D44-09DF-5F94-B6CE-9EF94F9100AA}"/>
              </a:ext>
            </a:extLst>
          </p:cNvPr>
          <p:cNvPicPr>
            <a:picLocks noGrp="1" noChangeAspect="1"/>
          </p:cNvPicPr>
          <p:nvPr>
            <p:ph idx="1"/>
          </p:nvPr>
        </p:nvPicPr>
        <p:blipFill>
          <a:blip r:embed="rId2"/>
          <a:stretch>
            <a:fillRect/>
          </a:stretch>
        </p:blipFill>
        <p:spPr>
          <a:xfrm>
            <a:off x="2620029" y="1825625"/>
            <a:ext cx="6951941" cy="4351338"/>
          </a:xfrm>
        </p:spPr>
      </p:pic>
      <p:sp>
        <p:nvSpPr>
          <p:cNvPr id="4" name="投影片編號版面配置區 3">
            <a:extLst>
              <a:ext uri="{FF2B5EF4-FFF2-40B4-BE49-F238E27FC236}">
                <a16:creationId xmlns:a16="http://schemas.microsoft.com/office/drawing/2014/main" id="{5016E1F3-5113-D9F3-6E29-E733FA6FFA35}"/>
              </a:ext>
            </a:extLst>
          </p:cNvPr>
          <p:cNvSpPr>
            <a:spLocks noGrp="1"/>
          </p:cNvSpPr>
          <p:nvPr>
            <p:ph type="sldNum" sz="quarter" idx="12"/>
          </p:nvPr>
        </p:nvSpPr>
        <p:spPr/>
        <p:txBody>
          <a:bodyPr/>
          <a:lstStyle/>
          <a:p>
            <a:fld id="{C497B8E6-CB28-4350-9E62-3F3C29E41FED}" type="slidenum">
              <a:rPr lang="zh-TW" altLang="en-US" smtClean="0"/>
              <a:t>28</a:t>
            </a:fld>
            <a:endParaRPr lang="zh-TW" altLang="en-US"/>
          </a:p>
        </p:txBody>
      </p:sp>
    </p:spTree>
    <p:extLst>
      <p:ext uri="{BB962C8B-B14F-4D97-AF65-F5344CB8AC3E}">
        <p14:creationId xmlns:p14="http://schemas.microsoft.com/office/powerpoint/2010/main" val="14307465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4DFC283-469F-F0D5-FE00-528274BAAA79}"/>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Example</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042B92A-55C0-626B-059A-2CAE670302BE}"/>
              </a:ext>
            </a:extLst>
          </p:cNvPr>
          <p:cNvSpPr>
            <a:spLocks noGrp="1"/>
          </p:cNvSpPr>
          <p:nvPr>
            <p:ph idx="1"/>
          </p:nvPr>
        </p:nvSpPr>
        <p:spPr/>
        <p:txBody>
          <a:bodyPr/>
          <a:lstStyle/>
          <a:p>
            <a:r>
              <a:rPr lang="en-US" altLang="zh-TW" dirty="0" err="1">
                <a:latin typeface="Times New Roman" panose="02020603050405020304" pitchFamily="18" charset="0"/>
                <a:cs typeface="Times New Roman" panose="02020603050405020304" pitchFamily="18" charset="0"/>
              </a:rPr>
              <a:t>TopLPalT</a:t>
            </a:r>
            <a:r>
              <a:rPr lang="en-US" altLang="zh-TW" dirty="0">
                <a:latin typeface="Times New Roman" panose="02020603050405020304" pitchFamily="18" charset="0"/>
                <a:cs typeface="Times New Roman" panose="02020603050405020304" pitchFamily="18" charset="0"/>
              </a:rPr>
              <a:t> ([3, 10],5),given a string T = </a:t>
            </a:r>
            <a:r>
              <a:rPr lang="en-US" altLang="zh-TW" dirty="0" err="1">
                <a:latin typeface="Times New Roman" panose="02020603050405020304" pitchFamily="18" charset="0"/>
                <a:cs typeface="Times New Roman" panose="02020603050405020304" pitchFamily="18" charset="0"/>
              </a:rPr>
              <a:t>abababaabbaba</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Preprocess:</a:t>
            </a:r>
          </a:p>
          <a:p>
            <a:pPr lvl="1"/>
            <a:r>
              <a:rPr lang="en-US" altLang="zh-TW" dirty="0">
                <a:latin typeface="Times New Roman" panose="02020603050405020304" pitchFamily="18" charset="0"/>
                <a:cs typeface="Times New Roman" panose="02020603050405020304" pitchFamily="18" charset="0"/>
              </a:rPr>
              <a:t>M[1..27] </a:t>
            </a:r>
          </a:p>
          <a:p>
            <a:pPr lvl="1"/>
            <a:endParaRPr lang="en-US" altLang="zh-TW" dirty="0">
              <a:latin typeface="Times New Roman" panose="02020603050405020304" pitchFamily="18" charset="0"/>
              <a:cs typeface="Times New Roman" panose="02020603050405020304" pitchFamily="18" charset="0"/>
            </a:endParaRPr>
          </a:p>
          <a:p>
            <a:pPr marL="457200" lvl="1" indent="0">
              <a:buNone/>
            </a:pPr>
            <a:endParaRPr lang="en-US" altLang="zh-TW" dirty="0">
              <a:latin typeface="Times New Roman" panose="02020603050405020304" pitchFamily="18" charset="0"/>
              <a:cs typeface="Times New Roman" panose="02020603050405020304" pitchFamily="18" charset="0"/>
            </a:endParaRPr>
          </a:p>
          <a:p>
            <a:pPr lvl="1"/>
            <a:endParaRPr lang="en-US" altLang="zh-TW" dirty="0">
              <a:latin typeface="Times New Roman" panose="02020603050405020304" pitchFamily="18" charset="0"/>
              <a:cs typeface="Times New Roman" panose="02020603050405020304" pitchFamily="18" charset="0"/>
            </a:endParaRPr>
          </a:p>
          <a:p>
            <a:pPr lvl="1"/>
            <a:endParaRPr lang="en-US" altLang="zh-TW" dirty="0">
              <a:latin typeface="Times New Roman" panose="02020603050405020304" pitchFamily="18" charset="0"/>
              <a:cs typeface="Times New Roman" panose="02020603050405020304" pitchFamily="18" charset="0"/>
            </a:endParaRPr>
          </a:p>
          <a:p>
            <a:pPr lvl="1"/>
            <a:r>
              <a:rPr lang="en-US" altLang="zh-TW" dirty="0">
                <a:latin typeface="Times New Roman" panose="02020603050405020304" pitchFamily="18" charset="0"/>
                <a:cs typeface="Times New Roman" panose="02020603050405020304" pitchFamily="18" charset="0"/>
              </a:rPr>
              <a:t>R[1..13]</a:t>
            </a:r>
          </a:p>
          <a:p>
            <a:pPr lvl="1"/>
            <a:endParaRPr lang="en-US" altLang="zh-TW" dirty="0">
              <a:latin typeface="Times New Roman" panose="02020603050405020304" pitchFamily="18" charset="0"/>
              <a:cs typeface="Times New Roman" panose="02020603050405020304" pitchFamily="18" charset="0"/>
            </a:endParaRPr>
          </a:p>
          <a:p>
            <a:pPr lvl="1"/>
            <a:endParaRPr lang="en-US" altLang="zh-TW" dirty="0">
              <a:latin typeface="Times New Roman" panose="02020603050405020304" pitchFamily="18" charset="0"/>
              <a:cs typeface="Times New Roman" panose="02020603050405020304" pitchFamily="18" charset="0"/>
            </a:endParaRPr>
          </a:p>
          <a:p>
            <a:pPr lvl="1"/>
            <a:endParaRPr lang="en-US" altLang="zh-TW" dirty="0">
              <a:latin typeface="Times New Roman" panose="02020603050405020304" pitchFamily="18" charset="0"/>
              <a:cs typeface="Times New Roman" panose="02020603050405020304" pitchFamily="18" charset="0"/>
            </a:endParaRPr>
          </a:p>
          <a:p>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41B936D9-68FF-EB22-A49F-EAF2C8C41275}"/>
              </a:ext>
            </a:extLst>
          </p:cNvPr>
          <p:cNvSpPr>
            <a:spLocks noGrp="1"/>
          </p:cNvSpPr>
          <p:nvPr>
            <p:ph type="sldNum" sz="quarter" idx="12"/>
          </p:nvPr>
        </p:nvSpPr>
        <p:spPr/>
        <p:txBody>
          <a:bodyPr/>
          <a:lstStyle/>
          <a:p>
            <a:fld id="{C497B8E6-CB28-4350-9E62-3F3C29E41FED}" type="slidenum">
              <a:rPr lang="zh-TW" altLang="en-US" smtClean="0"/>
              <a:t>29</a:t>
            </a:fld>
            <a:endParaRPr lang="zh-TW" altLang="en-US"/>
          </a:p>
        </p:txBody>
      </p:sp>
      <p:graphicFrame>
        <p:nvGraphicFramePr>
          <p:cNvPr id="5" name="表格 4">
            <a:extLst>
              <a:ext uri="{FF2B5EF4-FFF2-40B4-BE49-F238E27FC236}">
                <a16:creationId xmlns:a16="http://schemas.microsoft.com/office/drawing/2014/main" id="{9D1D3FF7-83A9-9B8B-515F-B2198E7150C0}"/>
              </a:ext>
            </a:extLst>
          </p:cNvPr>
          <p:cNvGraphicFramePr>
            <a:graphicFrameLocks noGrp="1"/>
          </p:cNvGraphicFramePr>
          <p:nvPr>
            <p:extLst>
              <p:ext uri="{D42A27DB-BD31-4B8C-83A1-F6EECF244321}">
                <p14:modId xmlns:p14="http://schemas.microsoft.com/office/powerpoint/2010/main" val="2486949201"/>
              </p:ext>
            </p:extLst>
          </p:nvPr>
        </p:nvGraphicFramePr>
        <p:xfrm>
          <a:off x="1579718" y="3264694"/>
          <a:ext cx="9324260" cy="1376680"/>
        </p:xfrm>
        <a:graphic>
          <a:graphicData uri="http://schemas.openxmlformats.org/drawingml/2006/table">
            <a:tbl>
              <a:tblPr firstRow="1" bandRow="1">
                <a:tableStyleId>{5C22544A-7EE6-4342-B048-85BDC9FD1C3A}</a:tableStyleId>
              </a:tblPr>
              <a:tblGrid>
                <a:gridCol w="345343">
                  <a:extLst>
                    <a:ext uri="{9D8B030D-6E8A-4147-A177-3AD203B41FA5}">
                      <a16:colId xmlns:a16="http://schemas.microsoft.com/office/drawing/2014/main" val="2223085824"/>
                    </a:ext>
                  </a:extLst>
                </a:gridCol>
                <a:gridCol w="345343">
                  <a:extLst>
                    <a:ext uri="{9D8B030D-6E8A-4147-A177-3AD203B41FA5}">
                      <a16:colId xmlns:a16="http://schemas.microsoft.com/office/drawing/2014/main" val="4059696671"/>
                    </a:ext>
                  </a:extLst>
                </a:gridCol>
                <a:gridCol w="345343">
                  <a:extLst>
                    <a:ext uri="{9D8B030D-6E8A-4147-A177-3AD203B41FA5}">
                      <a16:colId xmlns:a16="http://schemas.microsoft.com/office/drawing/2014/main" val="2800504154"/>
                    </a:ext>
                  </a:extLst>
                </a:gridCol>
                <a:gridCol w="345343">
                  <a:extLst>
                    <a:ext uri="{9D8B030D-6E8A-4147-A177-3AD203B41FA5}">
                      <a16:colId xmlns:a16="http://schemas.microsoft.com/office/drawing/2014/main" val="194542399"/>
                    </a:ext>
                  </a:extLst>
                </a:gridCol>
                <a:gridCol w="345343">
                  <a:extLst>
                    <a:ext uri="{9D8B030D-6E8A-4147-A177-3AD203B41FA5}">
                      <a16:colId xmlns:a16="http://schemas.microsoft.com/office/drawing/2014/main" val="2731879153"/>
                    </a:ext>
                  </a:extLst>
                </a:gridCol>
                <a:gridCol w="345343">
                  <a:extLst>
                    <a:ext uri="{9D8B030D-6E8A-4147-A177-3AD203B41FA5}">
                      <a16:colId xmlns:a16="http://schemas.microsoft.com/office/drawing/2014/main" val="1578707880"/>
                    </a:ext>
                  </a:extLst>
                </a:gridCol>
                <a:gridCol w="345343">
                  <a:extLst>
                    <a:ext uri="{9D8B030D-6E8A-4147-A177-3AD203B41FA5}">
                      <a16:colId xmlns:a16="http://schemas.microsoft.com/office/drawing/2014/main" val="1520875604"/>
                    </a:ext>
                  </a:extLst>
                </a:gridCol>
                <a:gridCol w="238934">
                  <a:extLst>
                    <a:ext uri="{9D8B030D-6E8A-4147-A177-3AD203B41FA5}">
                      <a16:colId xmlns:a16="http://schemas.microsoft.com/office/drawing/2014/main" val="1987315926"/>
                    </a:ext>
                  </a:extLst>
                </a:gridCol>
                <a:gridCol w="451751">
                  <a:extLst>
                    <a:ext uri="{9D8B030D-6E8A-4147-A177-3AD203B41FA5}">
                      <a16:colId xmlns:a16="http://schemas.microsoft.com/office/drawing/2014/main" val="3893250370"/>
                    </a:ext>
                  </a:extLst>
                </a:gridCol>
                <a:gridCol w="345343">
                  <a:extLst>
                    <a:ext uri="{9D8B030D-6E8A-4147-A177-3AD203B41FA5}">
                      <a16:colId xmlns:a16="http://schemas.microsoft.com/office/drawing/2014/main" val="3048055931"/>
                    </a:ext>
                  </a:extLst>
                </a:gridCol>
                <a:gridCol w="345343">
                  <a:extLst>
                    <a:ext uri="{9D8B030D-6E8A-4147-A177-3AD203B41FA5}">
                      <a16:colId xmlns:a16="http://schemas.microsoft.com/office/drawing/2014/main" val="2456759845"/>
                    </a:ext>
                  </a:extLst>
                </a:gridCol>
                <a:gridCol w="345343">
                  <a:extLst>
                    <a:ext uri="{9D8B030D-6E8A-4147-A177-3AD203B41FA5}">
                      <a16:colId xmlns:a16="http://schemas.microsoft.com/office/drawing/2014/main" val="2796542824"/>
                    </a:ext>
                  </a:extLst>
                </a:gridCol>
                <a:gridCol w="345343">
                  <a:extLst>
                    <a:ext uri="{9D8B030D-6E8A-4147-A177-3AD203B41FA5}">
                      <a16:colId xmlns:a16="http://schemas.microsoft.com/office/drawing/2014/main" val="3709085848"/>
                    </a:ext>
                  </a:extLst>
                </a:gridCol>
                <a:gridCol w="345343">
                  <a:extLst>
                    <a:ext uri="{9D8B030D-6E8A-4147-A177-3AD203B41FA5}">
                      <a16:colId xmlns:a16="http://schemas.microsoft.com/office/drawing/2014/main" val="1532698491"/>
                    </a:ext>
                  </a:extLst>
                </a:gridCol>
                <a:gridCol w="345343">
                  <a:extLst>
                    <a:ext uri="{9D8B030D-6E8A-4147-A177-3AD203B41FA5}">
                      <a16:colId xmlns:a16="http://schemas.microsoft.com/office/drawing/2014/main" val="3532193706"/>
                    </a:ext>
                  </a:extLst>
                </a:gridCol>
                <a:gridCol w="345343">
                  <a:extLst>
                    <a:ext uri="{9D8B030D-6E8A-4147-A177-3AD203B41FA5}">
                      <a16:colId xmlns:a16="http://schemas.microsoft.com/office/drawing/2014/main" val="3239029"/>
                    </a:ext>
                  </a:extLst>
                </a:gridCol>
                <a:gridCol w="345343">
                  <a:extLst>
                    <a:ext uri="{9D8B030D-6E8A-4147-A177-3AD203B41FA5}">
                      <a16:colId xmlns:a16="http://schemas.microsoft.com/office/drawing/2014/main" val="3931432891"/>
                    </a:ext>
                  </a:extLst>
                </a:gridCol>
                <a:gridCol w="345343">
                  <a:extLst>
                    <a:ext uri="{9D8B030D-6E8A-4147-A177-3AD203B41FA5}">
                      <a16:colId xmlns:a16="http://schemas.microsoft.com/office/drawing/2014/main" val="3075631709"/>
                    </a:ext>
                  </a:extLst>
                </a:gridCol>
                <a:gridCol w="345343">
                  <a:extLst>
                    <a:ext uri="{9D8B030D-6E8A-4147-A177-3AD203B41FA5}">
                      <a16:colId xmlns:a16="http://schemas.microsoft.com/office/drawing/2014/main" val="2869413613"/>
                    </a:ext>
                  </a:extLst>
                </a:gridCol>
                <a:gridCol w="345343">
                  <a:extLst>
                    <a:ext uri="{9D8B030D-6E8A-4147-A177-3AD203B41FA5}">
                      <a16:colId xmlns:a16="http://schemas.microsoft.com/office/drawing/2014/main" val="2641694716"/>
                    </a:ext>
                  </a:extLst>
                </a:gridCol>
                <a:gridCol w="345343">
                  <a:extLst>
                    <a:ext uri="{9D8B030D-6E8A-4147-A177-3AD203B41FA5}">
                      <a16:colId xmlns:a16="http://schemas.microsoft.com/office/drawing/2014/main" val="633628090"/>
                    </a:ext>
                  </a:extLst>
                </a:gridCol>
                <a:gridCol w="345343">
                  <a:extLst>
                    <a:ext uri="{9D8B030D-6E8A-4147-A177-3AD203B41FA5}">
                      <a16:colId xmlns:a16="http://schemas.microsoft.com/office/drawing/2014/main" val="1557791846"/>
                    </a:ext>
                  </a:extLst>
                </a:gridCol>
                <a:gridCol w="345343">
                  <a:extLst>
                    <a:ext uri="{9D8B030D-6E8A-4147-A177-3AD203B41FA5}">
                      <a16:colId xmlns:a16="http://schemas.microsoft.com/office/drawing/2014/main" val="957632516"/>
                    </a:ext>
                  </a:extLst>
                </a:gridCol>
                <a:gridCol w="345343">
                  <a:extLst>
                    <a:ext uri="{9D8B030D-6E8A-4147-A177-3AD203B41FA5}">
                      <a16:colId xmlns:a16="http://schemas.microsoft.com/office/drawing/2014/main" val="4030379330"/>
                    </a:ext>
                  </a:extLst>
                </a:gridCol>
                <a:gridCol w="345343">
                  <a:extLst>
                    <a:ext uri="{9D8B030D-6E8A-4147-A177-3AD203B41FA5}">
                      <a16:colId xmlns:a16="http://schemas.microsoft.com/office/drawing/2014/main" val="391768207"/>
                    </a:ext>
                  </a:extLst>
                </a:gridCol>
                <a:gridCol w="345343">
                  <a:extLst>
                    <a:ext uri="{9D8B030D-6E8A-4147-A177-3AD203B41FA5}">
                      <a16:colId xmlns:a16="http://schemas.microsoft.com/office/drawing/2014/main" val="570394423"/>
                    </a:ext>
                  </a:extLst>
                </a:gridCol>
                <a:gridCol w="345343">
                  <a:extLst>
                    <a:ext uri="{9D8B030D-6E8A-4147-A177-3AD203B41FA5}">
                      <a16:colId xmlns:a16="http://schemas.microsoft.com/office/drawing/2014/main" val="1947467485"/>
                    </a:ext>
                  </a:extLst>
                </a:gridCol>
              </a:tblGrid>
              <a:tr h="0">
                <a:tc>
                  <a:txBody>
                    <a:bodyPr/>
                    <a:lstStyle/>
                    <a:p>
                      <a:pPr algn="ctr"/>
                      <a:r>
                        <a:rPr lang="en-US" altLang="zh-TW" dirty="0">
                          <a:latin typeface="Times New Roman" panose="02020603050405020304" pitchFamily="18" charset="0"/>
                          <a:cs typeface="Times New Roman" panose="02020603050405020304" pitchFamily="18" charset="0"/>
                        </a:rPr>
                        <a:t>1</a:t>
                      </a:r>
                    </a:p>
                  </a:txBody>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8</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9</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11</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13</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14</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15</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16</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17</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18</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19</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20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21</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22</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23</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24</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25</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26</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27</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51554724"/>
                  </a:ext>
                </a:extLst>
              </a:tr>
              <a:tr h="0">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83484667"/>
                  </a:ext>
                </a:extLst>
              </a:tr>
              <a:tr h="370840">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6059274"/>
                  </a:ext>
                </a:extLst>
              </a:tr>
            </a:tbl>
          </a:graphicData>
        </a:graphic>
      </p:graphicFrame>
      <p:graphicFrame>
        <p:nvGraphicFramePr>
          <p:cNvPr id="7" name="表格 6">
            <a:extLst>
              <a:ext uri="{FF2B5EF4-FFF2-40B4-BE49-F238E27FC236}">
                <a16:creationId xmlns:a16="http://schemas.microsoft.com/office/drawing/2014/main" id="{3A8C1D58-9338-73B7-DA60-D3427B7A4D18}"/>
              </a:ext>
            </a:extLst>
          </p:cNvPr>
          <p:cNvGraphicFramePr>
            <a:graphicFrameLocks noGrp="1"/>
          </p:cNvGraphicFramePr>
          <p:nvPr>
            <p:extLst>
              <p:ext uri="{D42A27DB-BD31-4B8C-83A1-F6EECF244321}">
                <p14:modId xmlns:p14="http://schemas.microsoft.com/office/powerpoint/2010/main" val="2402452345"/>
              </p:ext>
            </p:extLst>
          </p:nvPr>
        </p:nvGraphicFramePr>
        <p:xfrm>
          <a:off x="2673559" y="4801235"/>
          <a:ext cx="9550397" cy="1748188"/>
        </p:xfrm>
        <a:graphic>
          <a:graphicData uri="http://schemas.openxmlformats.org/drawingml/2006/table">
            <a:tbl>
              <a:tblPr firstRow="1" bandRow="1">
                <a:tableStyleId>{5C22544A-7EE6-4342-B048-85BDC9FD1C3A}</a:tableStyleId>
              </a:tblPr>
              <a:tblGrid>
                <a:gridCol w="944712">
                  <a:extLst>
                    <a:ext uri="{9D8B030D-6E8A-4147-A177-3AD203B41FA5}">
                      <a16:colId xmlns:a16="http://schemas.microsoft.com/office/drawing/2014/main" val="3814448281"/>
                    </a:ext>
                  </a:extLst>
                </a:gridCol>
                <a:gridCol w="524580">
                  <a:extLst>
                    <a:ext uri="{9D8B030D-6E8A-4147-A177-3AD203B41FA5}">
                      <a16:colId xmlns:a16="http://schemas.microsoft.com/office/drawing/2014/main" val="2080446912"/>
                    </a:ext>
                  </a:extLst>
                </a:gridCol>
                <a:gridCol w="1284555">
                  <a:extLst>
                    <a:ext uri="{9D8B030D-6E8A-4147-A177-3AD203B41FA5}">
                      <a16:colId xmlns:a16="http://schemas.microsoft.com/office/drawing/2014/main" val="505291295"/>
                    </a:ext>
                  </a:extLst>
                </a:gridCol>
                <a:gridCol w="845575">
                  <a:extLst>
                    <a:ext uri="{9D8B030D-6E8A-4147-A177-3AD203B41FA5}">
                      <a16:colId xmlns:a16="http://schemas.microsoft.com/office/drawing/2014/main" val="1932231979"/>
                    </a:ext>
                  </a:extLst>
                </a:gridCol>
                <a:gridCol w="658761">
                  <a:extLst>
                    <a:ext uri="{9D8B030D-6E8A-4147-A177-3AD203B41FA5}">
                      <a16:colId xmlns:a16="http://schemas.microsoft.com/office/drawing/2014/main" val="822648264"/>
                    </a:ext>
                  </a:extLst>
                </a:gridCol>
                <a:gridCol w="816077">
                  <a:extLst>
                    <a:ext uri="{9D8B030D-6E8A-4147-A177-3AD203B41FA5}">
                      <a16:colId xmlns:a16="http://schemas.microsoft.com/office/drawing/2014/main" val="785088132"/>
                    </a:ext>
                  </a:extLst>
                </a:gridCol>
                <a:gridCol w="943897">
                  <a:extLst>
                    <a:ext uri="{9D8B030D-6E8A-4147-A177-3AD203B41FA5}">
                      <a16:colId xmlns:a16="http://schemas.microsoft.com/office/drawing/2014/main" val="2692774649"/>
                    </a:ext>
                  </a:extLst>
                </a:gridCol>
                <a:gridCol w="550607">
                  <a:extLst>
                    <a:ext uri="{9D8B030D-6E8A-4147-A177-3AD203B41FA5}">
                      <a16:colId xmlns:a16="http://schemas.microsoft.com/office/drawing/2014/main" val="379275636"/>
                    </a:ext>
                  </a:extLst>
                </a:gridCol>
                <a:gridCol w="462116">
                  <a:extLst>
                    <a:ext uri="{9D8B030D-6E8A-4147-A177-3AD203B41FA5}">
                      <a16:colId xmlns:a16="http://schemas.microsoft.com/office/drawing/2014/main" val="1082493817"/>
                    </a:ext>
                  </a:extLst>
                </a:gridCol>
                <a:gridCol w="560438">
                  <a:extLst>
                    <a:ext uri="{9D8B030D-6E8A-4147-A177-3AD203B41FA5}">
                      <a16:colId xmlns:a16="http://schemas.microsoft.com/office/drawing/2014/main" val="2378250643"/>
                    </a:ext>
                  </a:extLst>
                </a:gridCol>
                <a:gridCol w="489787">
                  <a:extLst>
                    <a:ext uri="{9D8B030D-6E8A-4147-A177-3AD203B41FA5}">
                      <a16:colId xmlns:a16="http://schemas.microsoft.com/office/drawing/2014/main" val="2920592086"/>
                    </a:ext>
                  </a:extLst>
                </a:gridCol>
                <a:gridCol w="734646">
                  <a:extLst>
                    <a:ext uri="{9D8B030D-6E8A-4147-A177-3AD203B41FA5}">
                      <a16:colId xmlns:a16="http://schemas.microsoft.com/office/drawing/2014/main" val="1419307605"/>
                    </a:ext>
                  </a:extLst>
                </a:gridCol>
                <a:gridCol w="734646">
                  <a:extLst>
                    <a:ext uri="{9D8B030D-6E8A-4147-A177-3AD203B41FA5}">
                      <a16:colId xmlns:a16="http://schemas.microsoft.com/office/drawing/2014/main" val="4054508613"/>
                    </a:ext>
                  </a:extLst>
                </a:gridCol>
              </a:tblGrid>
              <a:tr h="317166">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5</a:t>
                      </a:r>
                      <a:endParaRPr lang="zh-TW" altLang="en-US" dirty="0"/>
                    </a:p>
                  </a:txBody>
                  <a:tcPr/>
                </a:tc>
                <a:tc>
                  <a:txBody>
                    <a:bodyPr/>
                    <a:lstStyle/>
                    <a:p>
                      <a:r>
                        <a:rPr lang="en-US" altLang="zh-TW" dirty="0"/>
                        <a:t>6</a:t>
                      </a:r>
                      <a:endParaRPr lang="zh-TW" altLang="en-US" dirty="0"/>
                    </a:p>
                  </a:txBody>
                  <a:tcPr/>
                </a:tc>
                <a:tc>
                  <a:txBody>
                    <a:bodyPr/>
                    <a:lstStyle/>
                    <a:p>
                      <a:r>
                        <a:rPr lang="en-US" altLang="zh-TW" dirty="0"/>
                        <a:t>7</a:t>
                      </a:r>
                      <a:endParaRPr lang="zh-TW" altLang="en-US" dirty="0"/>
                    </a:p>
                  </a:txBody>
                  <a:tcPr/>
                </a:tc>
                <a:tc>
                  <a:txBody>
                    <a:bodyPr/>
                    <a:lstStyle/>
                    <a:p>
                      <a:r>
                        <a:rPr lang="en-US" altLang="zh-TW" dirty="0"/>
                        <a:t>8</a:t>
                      </a:r>
                      <a:endParaRPr lang="zh-TW" altLang="en-US" dirty="0"/>
                    </a:p>
                  </a:txBody>
                  <a:tcPr/>
                </a:tc>
                <a:tc>
                  <a:txBody>
                    <a:bodyPr/>
                    <a:lstStyle/>
                    <a:p>
                      <a:r>
                        <a:rPr lang="en-US" altLang="zh-TW" dirty="0"/>
                        <a:t>9</a:t>
                      </a:r>
                      <a:endParaRPr lang="zh-TW" altLang="en-US" dirty="0"/>
                    </a:p>
                  </a:txBody>
                  <a:tcPr/>
                </a:tc>
                <a:tc>
                  <a:txBody>
                    <a:bodyPr/>
                    <a:lstStyle/>
                    <a:p>
                      <a:r>
                        <a:rPr lang="en-US" altLang="zh-TW" dirty="0"/>
                        <a:t>10</a:t>
                      </a:r>
                      <a:endParaRPr lang="zh-TW" altLang="en-US" dirty="0"/>
                    </a:p>
                  </a:txBody>
                  <a:tcPr/>
                </a:tc>
                <a:tc>
                  <a:txBody>
                    <a:bodyPr/>
                    <a:lstStyle/>
                    <a:p>
                      <a:r>
                        <a:rPr lang="en-US" altLang="zh-TW" dirty="0"/>
                        <a:t>11</a:t>
                      </a:r>
                      <a:endParaRPr lang="zh-TW" altLang="en-US" dirty="0"/>
                    </a:p>
                  </a:txBody>
                  <a:tcPr/>
                </a:tc>
                <a:tc>
                  <a:txBody>
                    <a:bodyPr/>
                    <a:lstStyle/>
                    <a:p>
                      <a:r>
                        <a:rPr lang="en-US" altLang="zh-TW" dirty="0"/>
                        <a:t>12</a:t>
                      </a:r>
                      <a:endParaRPr lang="zh-TW" altLang="en-US" dirty="0"/>
                    </a:p>
                  </a:txBody>
                  <a:tcPr/>
                </a:tc>
                <a:tc>
                  <a:txBody>
                    <a:bodyPr/>
                    <a:lstStyle/>
                    <a:p>
                      <a:r>
                        <a:rPr lang="en-US" altLang="zh-TW" dirty="0"/>
                        <a:t>13</a:t>
                      </a:r>
                      <a:endParaRPr lang="zh-TW" altLang="en-US" dirty="0"/>
                    </a:p>
                  </a:txBody>
                  <a:tcPr/>
                </a:tc>
                <a:extLst>
                  <a:ext uri="{0D108BD9-81ED-4DB2-BD59-A6C34878D82A}">
                    <a16:rowId xmlns:a16="http://schemas.microsoft.com/office/drawing/2014/main" val="3201966507"/>
                  </a:ext>
                </a:extLst>
              </a:tr>
              <a:tr h="317166">
                <a:tc>
                  <a:txBody>
                    <a:bodyPr/>
                    <a:lstStyle/>
                    <a:p>
                      <a:r>
                        <a:rPr lang="en-US" altLang="zh-TW" dirty="0"/>
                        <a:t>[1][7]</a:t>
                      </a:r>
                      <a:endParaRPr lang="zh-TW" altLang="en-US" dirty="0"/>
                    </a:p>
                  </a:txBody>
                  <a:tcPr/>
                </a:tc>
                <a:tc>
                  <a:txBody>
                    <a:bodyPr/>
                    <a:lstStyle/>
                    <a:p>
                      <a:r>
                        <a:rPr lang="en-US" altLang="zh-TW" dirty="0"/>
                        <a:t>Nil</a:t>
                      </a:r>
                      <a:endParaRPr lang="zh-TW" altLang="en-US" dirty="0"/>
                    </a:p>
                  </a:txBody>
                  <a:tcPr/>
                </a:tc>
                <a:tc>
                  <a:txBody>
                    <a:bodyPr/>
                    <a:lstStyle/>
                    <a:p>
                      <a:r>
                        <a:rPr lang="en-US" altLang="zh-TW" dirty="0"/>
                        <a:t>[1..3]</a:t>
                      </a:r>
                      <a:endParaRPr lang="zh-TW" altLang="en-US" dirty="0"/>
                    </a:p>
                  </a:txBody>
                  <a:tcPr/>
                </a:tc>
                <a:tc>
                  <a:txBody>
                    <a:bodyPr/>
                    <a:lstStyle/>
                    <a:p>
                      <a:r>
                        <a:rPr lang="en-US" altLang="zh-TW" dirty="0"/>
                        <a:t>[6..9]</a:t>
                      </a:r>
                      <a:endParaRPr lang="zh-TW" altLang="en-US" dirty="0"/>
                    </a:p>
                  </a:txBody>
                  <a:tcPr/>
                </a:tc>
                <a:tc>
                  <a:txBody>
                    <a:bodyPr/>
                    <a:lstStyle/>
                    <a:p>
                      <a:r>
                        <a:rPr lang="en-US" altLang="zh-TW" dirty="0"/>
                        <a:t>[3..7]</a:t>
                      </a:r>
                      <a:endParaRPr lang="zh-TW" altLang="en-US" dirty="0"/>
                    </a:p>
                  </a:txBody>
                  <a:tcPr/>
                </a:tc>
                <a:tc>
                  <a:txBody>
                    <a:bodyPr/>
                    <a:lstStyle/>
                    <a:p>
                      <a:r>
                        <a:rPr lang="en-US" altLang="zh-TW" dirty="0"/>
                        <a:t>Nil</a:t>
                      </a:r>
                      <a:endParaRPr lang="zh-TW" altLang="en-US" dirty="0"/>
                    </a:p>
                  </a:txBody>
                  <a:tcPr/>
                </a:tc>
                <a:tc>
                  <a:txBody>
                    <a:bodyPr/>
                    <a:lstStyle/>
                    <a:p>
                      <a:r>
                        <a:rPr lang="en-US" altLang="zh-TW" dirty="0"/>
                        <a:t>[1..7]</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Nil</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Nil</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Nil</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Nil</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Nil</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Nil</a:t>
                      </a:r>
                      <a:endParaRPr lang="zh-TW" altLang="en-US" dirty="0"/>
                    </a:p>
                  </a:txBody>
                  <a:tcPr/>
                </a:tc>
                <a:extLst>
                  <a:ext uri="{0D108BD9-81ED-4DB2-BD59-A6C34878D82A}">
                    <a16:rowId xmlns:a16="http://schemas.microsoft.com/office/drawing/2014/main" val="2863414358"/>
                  </a:ext>
                </a:extLst>
              </a:tr>
              <a:tr h="1016668">
                <a:tc>
                  <a:txBody>
                    <a:bodyPr/>
                    <a:lstStyle/>
                    <a:p>
                      <a:r>
                        <a:rPr lang="en-US" altLang="zh-TW" dirty="0"/>
                        <a:t>[8][9]</a:t>
                      </a:r>
                    </a:p>
                    <a:p>
                      <a:r>
                        <a:rPr lang="en-US" altLang="zh-TW" dirty="0"/>
                        <a:t>[10][13]</a:t>
                      </a:r>
                      <a:endParaRPr lang="zh-TW" altLang="en-US" dirty="0"/>
                    </a:p>
                  </a:txBody>
                  <a:tcPr/>
                </a:tc>
                <a:tc>
                  <a:txBody>
                    <a:bodyPr/>
                    <a:lstStyle/>
                    <a:p>
                      <a:endParaRPr lang="zh-TW" altLang="en-US" dirty="0"/>
                    </a:p>
                  </a:txBody>
                  <a:tcPr/>
                </a:tc>
                <a:tc>
                  <a:txBody>
                    <a:bodyPr/>
                    <a:lstStyle/>
                    <a:p>
                      <a:r>
                        <a:rPr lang="en-US" altLang="zh-TW" dirty="0"/>
                        <a:t>[5..7]</a:t>
                      </a:r>
                    </a:p>
                    <a:p>
                      <a:r>
                        <a:rPr lang="en-US" altLang="zh-TW" dirty="0"/>
                        <a:t>[10..12]</a:t>
                      </a:r>
                    </a:p>
                    <a:p>
                      <a:r>
                        <a:rPr lang="en-US" altLang="zh-TW" dirty="0"/>
                        <a:t>[11..13]</a:t>
                      </a:r>
                      <a:endParaRPr lang="zh-TW" altLang="en-US" dirty="0"/>
                    </a:p>
                  </a:txBody>
                  <a:tcPr/>
                </a:tc>
                <a:tc>
                  <a:txBody>
                    <a:bodyPr/>
                    <a:lstStyle/>
                    <a:p>
                      <a:r>
                        <a:rPr lang="en-US" altLang="zh-TW" dirty="0"/>
                        <a:t>[8..11]</a:t>
                      </a:r>
                      <a:endParaRPr lang="zh-TW" altLang="en-US" dirty="0"/>
                    </a:p>
                  </a:txBody>
                  <a:tcPr/>
                </a:tc>
                <a:tc>
                  <a:txBody>
                    <a:bodyPr/>
                    <a:lstStyle/>
                    <a:p>
                      <a:endParaRPr lang="zh-TW" altLang="en-US" dirty="0"/>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4082977461"/>
                  </a:ext>
                </a:extLst>
              </a:tr>
            </a:tbl>
          </a:graphicData>
        </a:graphic>
      </p:graphicFrame>
    </p:spTree>
    <p:extLst>
      <p:ext uri="{BB962C8B-B14F-4D97-AF65-F5344CB8AC3E}">
        <p14:creationId xmlns:p14="http://schemas.microsoft.com/office/powerpoint/2010/main" val="1663646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57B2BCC-2376-EAEF-387C-3704FA2CC49B}"/>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Example</a:t>
            </a:r>
            <a:endParaRPr lang="zh-TW" altLang="en-US" dirty="0"/>
          </a:p>
        </p:txBody>
      </p:sp>
      <p:sp>
        <p:nvSpPr>
          <p:cNvPr id="3" name="內容版面配置區 2">
            <a:extLst>
              <a:ext uri="{FF2B5EF4-FFF2-40B4-BE49-F238E27FC236}">
                <a16:creationId xmlns:a16="http://schemas.microsoft.com/office/drawing/2014/main" id="{C1056383-1A61-B36D-575E-F76E68448025}"/>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Find the first palindrome : like Internal longest palindrome query</a:t>
            </a:r>
          </a:p>
          <a:p>
            <a:pPr lvl="1"/>
            <a:r>
              <a:rPr lang="en-US" altLang="zh-TW" dirty="0">
                <a:latin typeface="Times New Roman" panose="02020603050405020304" pitchFamily="18" charset="0"/>
                <a:cs typeface="Times New Roman" panose="02020603050405020304" pitchFamily="18" charset="0"/>
              </a:rPr>
              <a:t>Longest palindrome prefix  = T[3..7]</a:t>
            </a:r>
          </a:p>
          <a:p>
            <a:pPr lvl="1"/>
            <a:r>
              <a:rPr lang="en-US" altLang="zh-TW" dirty="0">
                <a:latin typeface="Times New Roman" panose="02020603050405020304" pitchFamily="18" charset="0"/>
                <a:cs typeface="Times New Roman" panose="02020603050405020304" pitchFamily="18" charset="0"/>
              </a:rPr>
              <a:t>Longest palindrome suffix  = T[9..10]</a:t>
            </a:r>
          </a:p>
          <a:p>
            <a:pPr lvl="1"/>
            <a:r>
              <a:rPr lang="en-US" altLang="zh-TW" dirty="0">
                <a:latin typeface="Times New Roman" panose="02020603050405020304" pitchFamily="18" charset="0"/>
                <a:cs typeface="Times New Roman" panose="02020603050405020304" pitchFamily="18" charset="0"/>
              </a:rPr>
              <a:t>Longest palindrome infix  = M[RMQM(3+ 7, 9 + 10 − 2)] = M[RMQM(10,17)]  =T[3..7]</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but c=5 not satisfy</a:t>
            </a:r>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next[6..9] satisfy</a:t>
            </a:r>
          </a:p>
          <a:p>
            <a:pPr lvl="1"/>
            <a:r>
              <a:rPr lang="en-US" altLang="zh-TW" dirty="0">
                <a:latin typeface="Times New Roman" panose="02020603050405020304" pitchFamily="18" charset="0"/>
                <a:cs typeface="Times New Roman" panose="02020603050405020304" pitchFamily="18" charset="0"/>
              </a:rPr>
              <a:t>MAX(| T[3..7] |,| T[9..10] |,| T[6..9] |) = T[3..7] </a:t>
            </a:r>
          </a:p>
          <a:p>
            <a:pPr lvl="1"/>
            <a:r>
              <a:rPr lang="en-US" altLang="zh-TW" dirty="0">
                <a:latin typeface="Times New Roman" panose="02020603050405020304" pitchFamily="18" charset="0"/>
                <a:cs typeface="Times New Roman" panose="02020603050405020304" pitchFamily="18" charset="0"/>
              </a:rPr>
              <a:t>Update R[5]={[3..7]}</a:t>
            </a:r>
          </a:p>
        </p:txBody>
      </p:sp>
      <p:sp>
        <p:nvSpPr>
          <p:cNvPr id="4" name="投影片編號版面配置區 3">
            <a:extLst>
              <a:ext uri="{FF2B5EF4-FFF2-40B4-BE49-F238E27FC236}">
                <a16:creationId xmlns:a16="http://schemas.microsoft.com/office/drawing/2014/main" id="{D6823F35-0D13-1B01-4483-B17B2B5AC808}"/>
              </a:ext>
            </a:extLst>
          </p:cNvPr>
          <p:cNvSpPr>
            <a:spLocks noGrp="1"/>
          </p:cNvSpPr>
          <p:nvPr>
            <p:ph type="sldNum" sz="quarter" idx="12"/>
          </p:nvPr>
        </p:nvSpPr>
        <p:spPr/>
        <p:txBody>
          <a:bodyPr/>
          <a:lstStyle/>
          <a:p>
            <a:fld id="{C497B8E6-CB28-4350-9E62-3F3C29E41FED}" type="slidenum">
              <a:rPr lang="zh-TW" altLang="en-US" smtClean="0"/>
              <a:t>30</a:t>
            </a:fld>
            <a:endParaRPr lang="zh-TW" altLang="en-US"/>
          </a:p>
        </p:txBody>
      </p:sp>
      <p:graphicFrame>
        <p:nvGraphicFramePr>
          <p:cNvPr id="5" name="表格 4">
            <a:extLst>
              <a:ext uri="{FF2B5EF4-FFF2-40B4-BE49-F238E27FC236}">
                <a16:creationId xmlns:a16="http://schemas.microsoft.com/office/drawing/2014/main" id="{FD481A5C-596E-D6BA-733A-5CA4A46290B6}"/>
              </a:ext>
            </a:extLst>
          </p:cNvPr>
          <p:cNvGraphicFramePr>
            <a:graphicFrameLocks noGrp="1"/>
          </p:cNvGraphicFramePr>
          <p:nvPr>
            <p:extLst>
              <p:ext uri="{D42A27DB-BD31-4B8C-83A1-F6EECF244321}">
                <p14:modId xmlns:p14="http://schemas.microsoft.com/office/powerpoint/2010/main" val="524214395"/>
              </p:ext>
            </p:extLst>
          </p:nvPr>
        </p:nvGraphicFramePr>
        <p:xfrm>
          <a:off x="277761" y="4704715"/>
          <a:ext cx="10704877" cy="2016760"/>
        </p:xfrm>
        <a:graphic>
          <a:graphicData uri="http://schemas.openxmlformats.org/drawingml/2006/table">
            <a:tbl>
              <a:tblPr firstRow="1" bandRow="1">
                <a:tableStyleId>{5C22544A-7EE6-4342-B048-85BDC9FD1C3A}</a:tableStyleId>
              </a:tblPr>
              <a:tblGrid>
                <a:gridCol w="396477">
                  <a:extLst>
                    <a:ext uri="{9D8B030D-6E8A-4147-A177-3AD203B41FA5}">
                      <a16:colId xmlns:a16="http://schemas.microsoft.com/office/drawing/2014/main" val="2223085824"/>
                    </a:ext>
                  </a:extLst>
                </a:gridCol>
                <a:gridCol w="396477">
                  <a:extLst>
                    <a:ext uri="{9D8B030D-6E8A-4147-A177-3AD203B41FA5}">
                      <a16:colId xmlns:a16="http://schemas.microsoft.com/office/drawing/2014/main" val="4059696671"/>
                    </a:ext>
                  </a:extLst>
                </a:gridCol>
                <a:gridCol w="396477">
                  <a:extLst>
                    <a:ext uri="{9D8B030D-6E8A-4147-A177-3AD203B41FA5}">
                      <a16:colId xmlns:a16="http://schemas.microsoft.com/office/drawing/2014/main" val="2800504154"/>
                    </a:ext>
                  </a:extLst>
                </a:gridCol>
                <a:gridCol w="396477">
                  <a:extLst>
                    <a:ext uri="{9D8B030D-6E8A-4147-A177-3AD203B41FA5}">
                      <a16:colId xmlns:a16="http://schemas.microsoft.com/office/drawing/2014/main" val="194542399"/>
                    </a:ext>
                  </a:extLst>
                </a:gridCol>
                <a:gridCol w="396477">
                  <a:extLst>
                    <a:ext uri="{9D8B030D-6E8A-4147-A177-3AD203B41FA5}">
                      <a16:colId xmlns:a16="http://schemas.microsoft.com/office/drawing/2014/main" val="2731879153"/>
                    </a:ext>
                  </a:extLst>
                </a:gridCol>
                <a:gridCol w="396477">
                  <a:extLst>
                    <a:ext uri="{9D8B030D-6E8A-4147-A177-3AD203B41FA5}">
                      <a16:colId xmlns:a16="http://schemas.microsoft.com/office/drawing/2014/main" val="1578707880"/>
                    </a:ext>
                  </a:extLst>
                </a:gridCol>
                <a:gridCol w="396477">
                  <a:extLst>
                    <a:ext uri="{9D8B030D-6E8A-4147-A177-3AD203B41FA5}">
                      <a16:colId xmlns:a16="http://schemas.microsoft.com/office/drawing/2014/main" val="1520875604"/>
                    </a:ext>
                  </a:extLst>
                </a:gridCol>
                <a:gridCol w="274312">
                  <a:extLst>
                    <a:ext uri="{9D8B030D-6E8A-4147-A177-3AD203B41FA5}">
                      <a16:colId xmlns:a16="http://schemas.microsoft.com/office/drawing/2014/main" val="1987315926"/>
                    </a:ext>
                  </a:extLst>
                </a:gridCol>
                <a:gridCol w="518640">
                  <a:extLst>
                    <a:ext uri="{9D8B030D-6E8A-4147-A177-3AD203B41FA5}">
                      <a16:colId xmlns:a16="http://schemas.microsoft.com/office/drawing/2014/main" val="3893250370"/>
                    </a:ext>
                  </a:extLst>
                </a:gridCol>
                <a:gridCol w="396477">
                  <a:extLst>
                    <a:ext uri="{9D8B030D-6E8A-4147-A177-3AD203B41FA5}">
                      <a16:colId xmlns:a16="http://schemas.microsoft.com/office/drawing/2014/main" val="3048055931"/>
                    </a:ext>
                  </a:extLst>
                </a:gridCol>
                <a:gridCol w="396477">
                  <a:extLst>
                    <a:ext uri="{9D8B030D-6E8A-4147-A177-3AD203B41FA5}">
                      <a16:colId xmlns:a16="http://schemas.microsoft.com/office/drawing/2014/main" val="2456759845"/>
                    </a:ext>
                  </a:extLst>
                </a:gridCol>
                <a:gridCol w="396477">
                  <a:extLst>
                    <a:ext uri="{9D8B030D-6E8A-4147-A177-3AD203B41FA5}">
                      <a16:colId xmlns:a16="http://schemas.microsoft.com/office/drawing/2014/main" val="2796542824"/>
                    </a:ext>
                  </a:extLst>
                </a:gridCol>
                <a:gridCol w="396477">
                  <a:extLst>
                    <a:ext uri="{9D8B030D-6E8A-4147-A177-3AD203B41FA5}">
                      <a16:colId xmlns:a16="http://schemas.microsoft.com/office/drawing/2014/main" val="3709085848"/>
                    </a:ext>
                  </a:extLst>
                </a:gridCol>
                <a:gridCol w="396477">
                  <a:extLst>
                    <a:ext uri="{9D8B030D-6E8A-4147-A177-3AD203B41FA5}">
                      <a16:colId xmlns:a16="http://schemas.microsoft.com/office/drawing/2014/main" val="1532698491"/>
                    </a:ext>
                  </a:extLst>
                </a:gridCol>
                <a:gridCol w="396477">
                  <a:extLst>
                    <a:ext uri="{9D8B030D-6E8A-4147-A177-3AD203B41FA5}">
                      <a16:colId xmlns:a16="http://schemas.microsoft.com/office/drawing/2014/main" val="3532193706"/>
                    </a:ext>
                  </a:extLst>
                </a:gridCol>
                <a:gridCol w="396477">
                  <a:extLst>
                    <a:ext uri="{9D8B030D-6E8A-4147-A177-3AD203B41FA5}">
                      <a16:colId xmlns:a16="http://schemas.microsoft.com/office/drawing/2014/main" val="3239029"/>
                    </a:ext>
                  </a:extLst>
                </a:gridCol>
                <a:gridCol w="396477">
                  <a:extLst>
                    <a:ext uri="{9D8B030D-6E8A-4147-A177-3AD203B41FA5}">
                      <a16:colId xmlns:a16="http://schemas.microsoft.com/office/drawing/2014/main" val="3931432891"/>
                    </a:ext>
                  </a:extLst>
                </a:gridCol>
                <a:gridCol w="396477">
                  <a:extLst>
                    <a:ext uri="{9D8B030D-6E8A-4147-A177-3AD203B41FA5}">
                      <a16:colId xmlns:a16="http://schemas.microsoft.com/office/drawing/2014/main" val="3075631709"/>
                    </a:ext>
                  </a:extLst>
                </a:gridCol>
                <a:gridCol w="396477">
                  <a:extLst>
                    <a:ext uri="{9D8B030D-6E8A-4147-A177-3AD203B41FA5}">
                      <a16:colId xmlns:a16="http://schemas.microsoft.com/office/drawing/2014/main" val="2869413613"/>
                    </a:ext>
                  </a:extLst>
                </a:gridCol>
                <a:gridCol w="396477">
                  <a:extLst>
                    <a:ext uri="{9D8B030D-6E8A-4147-A177-3AD203B41FA5}">
                      <a16:colId xmlns:a16="http://schemas.microsoft.com/office/drawing/2014/main" val="2641694716"/>
                    </a:ext>
                  </a:extLst>
                </a:gridCol>
                <a:gridCol w="396477">
                  <a:extLst>
                    <a:ext uri="{9D8B030D-6E8A-4147-A177-3AD203B41FA5}">
                      <a16:colId xmlns:a16="http://schemas.microsoft.com/office/drawing/2014/main" val="633628090"/>
                    </a:ext>
                  </a:extLst>
                </a:gridCol>
                <a:gridCol w="396477">
                  <a:extLst>
                    <a:ext uri="{9D8B030D-6E8A-4147-A177-3AD203B41FA5}">
                      <a16:colId xmlns:a16="http://schemas.microsoft.com/office/drawing/2014/main" val="1557791846"/>
                    </a:ext>
                  </a:extLst>
                </a:gridCol>
                <a:gridCol w="396477">
                  <a:extLst>
                    <a:ext uri="{9D8B030D-6E8A-4147-A177-3AD203B41FA5}">
                      <a16:colId xmlns:a16="http://schemas.microsoft.com/office/drawing/2014/main" val="957632516"/>
                    </a:ext>
                  </a:extLst>
                </a:gridCol>
                <a:gridCol w="396477">
                  <a:extLst>
                    <a:ext uri="{9D8B030D-6E8A-4147-A177-3AD203B41FA5}">
                      <a16:colId xmlns:a16="http://schemas.microsoft.com/office/drawing/2014/main" val="4030379330"/>
                    </a:ext>
                  </a:extLst>
                </a:gridCol>
                <a:gridCol w="396477">
                  <a:extLst>
                    <a:ext uri="{9D8B030D-6E8A-4147-A177-3AD203B41FA5}">
                      <a16:colId xmlns:a16="http://schemas.microsoft.com/office/drawing/2014/main" val="391768207"/>
                    </a:ext>
                  </a:extLst>
                </a:gridCol>
                <a:gridCol w="396477">
                  <a:extLst>
                    <a:ext uri="{9D8B030D-6E8A-4147-A177-3AD203B41FA5}">
                      <a16:colId xmlns:a16="http://schemas.microsoft.com/office/drawing/2014/main" val="570394423"/>
                    </a:ext>
                  </a:extLst>
                </a:gridCol>
                <a:gridCol w="396477">
                  <a:extLst>
                    <a:ext uri="{9D8B030D-6E8A-4147-A177-3AD203B41FA5}">
                      <a16:colId xmlns:a16="http://schemas.microsoft.com/office/drawing/2014/main" val="1947467485"/>
                    </a:ext>
                  </a:extLst>
                </a:gridCol>
              </a:tblGrid>
              <a:tr h="0">
                <a:tc>
                  <a:txBody>
                    <a:bodyPr/>
                    <a:lstStyle/>
                    <a:p>
                      <a:pPr algn="ctr"/>
                      <a:r>
                        <a:rPr lang="en-US" altLang="zh-TW" dirty="0">
                          <a:latin typeface="Times New Roman" panose="02020603050405020304" pitchFamily="18" charset="0"/>
                          <a:cs typeface="Times New Roman" panose="02020603050405020304" pitchFamily="18" charset="0"/>
                        </a:rPr>
                        <a:t>1</a:t>
                      </a:r>
                    </a:p>
                  </a:txBody>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8</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9</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10</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11</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12</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13</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14</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15</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16</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17</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18</a:t>
                      </a:r>
                      <a:endParaRPr lang="zh-TW" altLang="en-US"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19</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20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21</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22</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23</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24</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25</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26</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27</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51554724"/>
                  </a:ext>
                </a:extLst>
              </a:tr>
              <a:tr h="0">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a</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b</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a</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a</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b</a:t>
                      </a:r>
                      <a:endParaRPr lang="zh-TW" altLang="en-US"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83484667"/>
                  </a:ext>
                </a:extLst>
              </a:tr>
              <a:tr h="370840">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5</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0</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3</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0</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1</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4</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1</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0</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6059274"/>
                  </a:ext>
                </a:extLst>
              </a:tr>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5</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6</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7</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8</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9</a:t>
                      </a:r>
                      <a:endParaRPr lang="zh-TW" altLang="en-US"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11</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13</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45004317"/>
                  </a:ext>
                </a:extLst>
              </a:tr>
            </a:tbl>
          </a:graphicData>
        </a:graphic>
      </p:graphicFrame>
    </p:spTree>
    <p:extLst>
      <p:ext uri="{BB962C8B-B14F-4D97-AF65-F5344CB8AC3E}">
        <p14:creationId xmlns:p14="http://schemas.microsoft.com/office/powerpoint/2010/main" val="41277760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6DA03330-CD79-CD39-182B-EFF980D38A2A}"/>
              </a:ext>
            </a:extLst>
          </p:cNvPr>
          <p:cNvGraphicFramePr>
            <a:graphicFrameLocks noGrp="1"/>
          </p:cNvGraphicFramePr>
          <p:nvPr>
            <p:extLst>
              <p:ext uri="{D42A27DB-BD31-4B8C-83A1-F6EECF244321}">
                <p14:modId xmlns:p14="http://schemas.microsoft.com/office/powerpoint/2010/main" val="1769301411"/>
              </p:ext>
            </p:extLst>
          </p:nvPr>
        </p:nvGraphicFramePr>
        <p:xfrm>
          <a:off x="916858" y="4704715"/>
          <a:ext cx="10704877" cy="2016760"/>
        </p:xfrm>
        <a:graphic>
          <a:graphicData uri="http://schemas.openxmlformats.org/drawingml/2006/table">
            <a:tbl>
              <a:tblPr firstRow="1" bandRow="1">
                <a:tableStyleId>{5C22544A-7EE6-4342-B048-85BDC9FD1C3A}</a:tableStyleId>
              </a:tblPr>
              <a:tblGrid>
                <a:gridCol w="396477">
                  <a:extLst>
                    <a:ext uri="{9D8B030D-6E8A-4147-A177-3AD203B41FA5}">
                      <a16:colId xmlns:a16="http://schemas.microsoft.com/office/drawing/2014/main" val="2223085824"/>
                    </a:ext>
                  </a:extLst>
                </a:gridCol>
                <a:gridCol w="396477">
                  <a:extLst>
                    <a:ext uri="{9D8B030D-6E8A-4147-A177-3AD203B41FA5}">
                      <a16:colId xmlns:a16="http://schemas.microsoft.com/office/drawing/2014/main" val="4059696671"/>
                    </a:ext>
                  </a:extLst>
                </a:gridCol>
                <a:gridCol w="396477">
                  <a:extLst>
                    <a:ext uri="{9D8B030D-6E8A-4147-A177-3AD203B41FA5}">
                      <a16:colId xmlns:a16="http://schemas.microsoft.com/office/drawing/2014/main" val="2800504154"/>
                    </a:ext>
                  </a:extLst>
                </a:gridCol>
                <a:gridCol w="396477">
                  <a:extLst>
                    <a:ext uri="{9D8B030D-6E8A-4147-A177-3AD203B41FA5}">
                      <a16:colId xmlns:a16="http://schemas.microsoft.com/office/drawing/2014/main" val="194542399"/>
                    </a:ext>
                  </a:extLst>
                </a:gridCol>
                <a:gridCol w="396477">
                  <a:extLst>
                    <a:ext uri="{9D8B030D-6E8A-4147-A177-3AD203B41FA5}">
                      <a16:colId xmlns:a16="http://schemas.microsoft.com/office/drawing/2014/main" val="2731879153"/>
                    </a:ext>
                  </a:extLst>
                </a:gridCol>
                <a:gridCol w="396477">
                  <a:extLst>
                    <a:ext uri="{9D8B030D-6E8A-4147-A177-3AD203B41FA5}">
                      <a16:colId xmlns:a16="http://schemas.microsoft.com/office/drawing/2014/main" val="1578707880"/>
                    </a:ext>
                  </a:extLst>
                </a:gridCol>
                <a:gridCol w="396477">
                  <a:extLst>
                    <a:ext uri="{9D8B030D-6E8A-4147-A177-3AD203B41FA5}">
                      <a16:colId xmlns:a16="http://schemas.microsoft.com/office/drawing/2014/main" val="1520875604"/>
                    </a:ext>
                  </a:extLst>
                </a:gridCol>
                <a:gridCol w="274312">
                  <a:extLst>
                    <a:ext uri="{9D8B030D-6E8A-4147-A177-3AD203B41FA5}">
                      <a16:colId xmlns:a16="http://schemas.microsoft.com/office/drawing/2014/main" val="1987315926"/>
                    </a:ext>
                  </a:extLst>
                </a:gridCol>
                <a:gridCol w="518640">
                  <a:extLst>
                    <a:ext uri="{9D8B030D-6E8A-4147-A177-3AD203B41FA5}">
                      <a16:colId xmlns:a16="http://schemas.microsoft.com/office/drawing/2014/main" val="3893250370"/>
                    </a:ext>
                  </a:extLst>
                </a:gridCol>
                <a:gridCol w="396477">
                  <a:extLst>
                    <a:ext uri="{9D8B030D-6E8A-4147-A177-3AD203B41FA5}">
                      <a16:colId xmlns:a16="http://schemas.microsoft.com/office/drawing/2014/main" val="3048055931"/>
                    </a:ext>
                  </a:extLst>
                </a:gridCol>
                <a:gridCol w="396477">
                  <a:extLst>
                    <a:ext uri="{9D8B030D-6E8A-4147-A177-3AD203B41FA5}">
                      <a16:colId xmlns:a16="http://schemas.microsoft.com/office/drawing/2014/main" val="2456759845"/>
                    </a:ext>
                  </a:extLst>
                </a:gridCol>
                <a:gridCol w="396477">
                  <a:extLst>
                    <a:ext uri="{9D8B030D-6E8A-4147-A177-3AD203B41FA5}">
                      <a16:colId xmlns:a16="http://schemas.microsoft.com/office/drawing/2014/main" val="2796542824"/>
                    </a:ext>
                  </a:extLst>
                </a:gridCol>
                <a:gridCol w="396477">
                  <a:extLst>
                    <a:ext uri="{9D8B030D-6E8A-4147-A177-3AD203B41FA5}">
                      <a16:colId xmlns:a16="http://schemas.microsoft.com/office/drawing/2014/main" val="3709085848"/>
                    </a:ext>
                  </a:extLst>
                </a:gridCol>
                <a:gridCol w="396477">
                  <a:extLst>
                    <a:ext uri="{9D8B030D-6E8A-4147-A177-3AD203B41FA5}">
                      <a16:colId xmlns:a16="http://schemas.microsoft.com/office/drawing/2014/main" val="1532698491"/>
                    </a:ext>
                  </a:extLst>
                </a:gridCol>
                <a:gridCol w="396477">
                  <a:extLst>
                    <a:ext uri="{9D8B030D-6E8A-4147-A177-3AD203B41FA5}">
                      <a16:colId xmlns:a16="http://schemas.microsoft.com/office/drawing/2014/main" val="3532193706"/>
                    </a:ext>
                  </a:extLst>
                </a:gridCol>
                <a:gridCol w="396477">
                  <a:extLst>
                    <a:ext uri="{9D8B030D-6E8A-4147-A177-3AD203B41FA5}">
                      <a16:colId xmlns:a16="http://schemas.microsoft.com/office/drawing/2014/main" val="3239029"/>
                    </a:ext>
                  </a:extLst>
                </a:gridCol>
                <a:gridCol w="396477">
                  <a:extLst>
                    <a:ext uri="{9D8B030D-6E8A-4147-A177-3AD203B41FA5}">
                      <a16:colId xmlns:a16="http://schemas.microsoft.com/office/drawing/2014/main" val="3931432891"/>
                    </a:ext>
                  </a:extLst>
                </a:gridCol>
                <a:gridCol w="396477">
                  <a:extLst>
                    <a:ext uri="{9D8B030D-6E8A-4147-A177-3AD203B41FA5}">
                      <a16:colId xmlns:a16="http://schemas.microsoft.com/office/drawing/2014/main" val="3075631709"/>
                    </a:ext>
                  </a:extLst>
                </a:gridCol>
                <a:gridCol w="396477">
                  <a:extLst>
                    <a:ext uri="{9D8B030D-6E8A-4147-A177-3AD203B41FA5}">
                      <a16:colId xmlns:a16="http://schemas.microsoft.com/office/drawing/2014/main" val="2869413613"/>
                    </a:ext>
                  </a:extLst>
                </a:gridCol>
                <a:gridCol w="396477">
                  <a:extLst>
                    <a:ext uri="{9D8B030D-6E8A-4147-A177-3AD203B41FA5}">
                      <a16:colId xmlns:a16="http://schemas.microsoft.com/office/drawing/2014/main" val="2641694716"/>
                    </a:ext>
                  </a:extLst>
                </a:gridCol>
                <a:gridCol w="396477">
                  <a:extLst>
                    <a:ext uri="{9D8B030D-6E8A-4147-A177-3AD203B41FA5}">
                      <a16:colId xmlns:a16="http://schemas.microsoft.com/office/drawing/2014/main" val="633628090"/>
                    </a:ext>
                  </a:extLst>
                </a:gridCol>
                <a:gridCol w="396477">
                  <a:extLst>
                    <a:ext uri="{9D8B030D-6E8A-4147-A177-3AD203B41FA5}">
                      <a16:colId xmlns:a16="http://schemas.microsoft.com/office/drawing/2014/main" val="1557791846"/>
                    </a:ext>
                  </a:extLst>
                </a:gridCol>
                <a:gridCol w="396477">
                  <a:extLst>
                    <a:ext uri="{9D8B030D-6E8A-4147-A177-3AD203B41FA5}">
                      <a16:colId xmlns:a16="http://schemas.microsoft.com/office/drawing/2014/main" val="957632516"/>
                    </a:ext>
                  </a:extLst>
                </a:gridCol>
                <a:gridCol w="396477">
                  <a:extLst>
                    <a:ext uri="{9D8B030D-6E8A-4147-A177-3AD203B41FA5}">
                      <a16:colId xmlns:a16="http://schemas.microsoft.com/office/drawing/2014/main" val="4030379330"/>
                    </a:ext>
                  </a:extLst>
                </a:gridCol>
                <a:gridCol w="396477">
                  <a:extLst>
                    <a:ext uri="{9D8B030D-6E8A-4147-A177-3AD203B41FA5}">
                      <a16:colId xmlns:a16="http://schemas.microsoft.com/office/drawing/2014/main" val="391768207"/>
                    </a:ext>
                  </a:extLst>
                </a:gridCol>
                <a:gridCol w="396477">
                  <a:extLst>
                    <a:ext uri="{9D8B030D-6E8A-4147-A177-3AD203B41FA5}">
                      <a16:colId xmlns:a16="http://schemas.microsoft.com/office/drawing/2014/main" val="570394423"/>
                    </a:ext>
                  </a:extLst>
                </a:gridCol>
                <a:gridCol w="396477">
                  <a:extLst>
                    <a:ext uri="{9D8B030D-6E8A-4147-A177-3AD203B41FA5}">
                      <a16:colId xmlns:a16="http://schemas.microsoft.com/office/drawing/2014/main" val="1947467485"/>
                    </a:ext>
                  </a:extLst>
                </a:gridCol>
              </a:tblGrid>
              <a:tr h="0">
                <a:tc>
                  <a:txBody>
                    <a:bodyPr/>
                    <a:lstStyle/>
                    <a:p>
                      <a:pPr algn="ctr"/>
                      <a:r>
                        <a:rPr lang="en-US" altLang="zh-TW" dirty="0">
                          <a:latin typeface="Times New Roman" panose="02020603050405020304" pitchFamily="18" charset="0"/>
                          <a:cs typeface="Times New Roman" panose="02020603050405020304" pitchFamily="18" charset="0"/>
                        </a:rPr>
                        <a:t>1</a:t>
                      </a:r>
                    </a:p>
                  </a:txBody>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8</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9</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10</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11</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12</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13</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14</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15</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16</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17</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18</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19</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20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21</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22</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23</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24</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25</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26</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27</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51554724"/>
                  </a:ext>
                </a:extLst>
              </a:tr>
              <a:tr h="0">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a</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b</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a</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a</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b</a:t>
                      </a:r>
                      <a:endParaRPr lang="zh-TW" altLang="en-US"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83484667"/>
                  </a:ext>
                </a:extLst>
              </a:tr>
              <a:tr h="370840">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5</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0</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92D050"/>
                          </a:solidFill>
                          <a:latin typeface="Times New Roman" panose="02020603050405020304" pitchFamily="18" charset="0"/>
                          <a:cs typeface="Times New Roman" panose="02020603050405020304" pitchFamily="18" charset="0"/>
                        </a:rPr>
                        <a:t>0</a:t>
                      </a:r>
                      <a:endParaRPr lang="zh-TW" altLang="en-US" dirty="0">
                        <a:solidFill>
                          <a:srgbClr val="92D05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0</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1</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92D050"/>
                          </a:solidFill>
                          <a:latin typeface="Times New Roman" panose="02020603050405020304" pitchFamily="18" charset="0"/>
                          <a:cs typeface="Times New Roman" panose="02020603050405020304" pitchFamily="18" charset="0"/>
                        </a:rPr>
                        <a:t>4</a:t>
                      </a:r>
                      <a:endParaRPr lang="zh-TW" altLang="en-US" dirty="0">
                        <a:solidFill>
                          <a:srgbClr val="92D05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1</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0</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1</a:t>
                      </a:r>
                      <a:endParaRPr lang="zh-TW" altLang="en-US"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6059274"/>
                  </a:ext>
                </a:extLst>
              </a:tr>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5</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6</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7</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rgbClr val="FF0000"/>
                          </a:solidFill>
                          <a:latin typeface="Times New Roman" panose="02020603050405020304" pitchFamily="18" charset="0"/>
                          <a:cs typeface="Times New Roman" panose="02020603050405020304" pitchFamily="18" charset="0"/>
                        </a:rPr>
                        <a:t>8</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9</a:t>
                      </a:r>
                      <a:endParaRPr lang="zh-TW" altLang="en-US"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10</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11</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TW" dirty="0">
                          <a:latin typeface="Times New Roman" panose="02020603050405020304" pitchFamily="18" charset="0"/>
                          <a:cs typeface="Times New Roman" panose="02020603050405020304" pitchFamily="18" charset="0"/>
                        </a:rPr>
                        <a:t>13</a:t>
                      </a:r>
                      <a:endParaRPr lang="zh-TW" altLang="en-US" dirty="0">
                        <a:latin typeface="Times New Roman" panose="02020603050405020304" pitchFamily="18" charset="0"/>
                        <a:cs typeface="Times New Roman" panose="02020603050405020304" pitchFamily="18" charset="0"/>
                      </a:endParaRPr>
                    </a:p>
                  </a:txBody>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45004317"/>
                  </a:ext>
                </a:extLst>
              </a:tr>
            </a:tbl>
          </a:graphicData>
        </a:graphic>
      </p:graphicFrame>
      <p:sp>
        <p:nvSpPr>
          <p:cNvPr id="2" name="標題 1">
            <a:extLst>
              <a:ext uri="{FF2B5EF4-FFF2-40B4-BE49-F238E27FC236}">
                <a16:creationId xmlns:a16="http://schemas.microsoft.com/office/drawing/2014/main" id="{74EFD675-0964-475B-0003-7CC21DF886D0}"/>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Example</a:t>
            </a:r>
            <a:endParaRPr lang="zh-TW" altLang="en-US" dirty="0"/>
          </a:p>
        </p:txBody>
      </p:sp>
      <p:sp>
        <p:nvSpPr>
          <p:cNvPr id="3" name="內容版面配置區 2">
            <a:extLst>
              <a:ext uri="{FF2B5EF4-FFF2-40B4-BE49-F238E27FC236}">
                <a16:creationId xmlns:a16="http://schemas.microsoft.com/office/drawing/2014/main" id="{01B58194-B44D-9AE8-B938-8CCC50E423EA}"/>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The second-longest palindrome is in :</a:t>
            </a:r>
          </a:p>
          <a:p>
            <a:pPr lvl="1"/>
            <a:r>
              <a:rPr lang="en-US" altLang="zh-TW" dirty="0">
                <a:latin typeface="Times New Roman" panose="02020603050405020304" pitchFamily="18" charset="0"/>
                <a:cs typeface="Times New Roman" panose="02020603050405020304" pitchFamily="18" charset="0"/>
              </a:rPr>
              <a:t>Longest palindrome infix = T[6..9]</a:t>
            </a:r>
          </a:p>
          <a:p>
            <a:pPr lvl="1"/>
            <a:r>
              <a:rPr lang="en-US" altLang="zh-TW" dirty="0">
                <a:latin typeface="Times New Roman" panose="02020603050405020304" pitchFamily="18" charset="0"/>
                <a:cs typeface="Times New Roman" panose="02020603050405020304" pitchFamily="18" charset="0"/>
              </a:rPr>
              <a:t>Longest palindrome suffix  = T[9..10]</a:t>
            </a:r>
          </a:p>
          <a:p>
            <a:pPr lvl="1"/>
            <a:r>
              <a:rPr lang="en-US" altLang="zh-TW" dirty="0">
                <a:latin typeface="Times New Roman" panose="02020603050405020304" pitchFamily="18" charset="0"/>
                <a:cs typeface="Times New Roman" panose="02020603050405020304" pitchFamily="18" charset="0"/>
              </a:rPr>
              <a:t>Shrink of Longest palindrome prefix = T[4..6]</a:t>
            </a:r>
          </a:p>
          <a:p>
            <a:r>
              <a:rPr lang="en-US" altLang="zh-TW" dirty="0">
                <a:latin typeface="Times New Roman" panose="02020603050405020304" pitchFamily="18" charset="0"/>
                <a:cs typeface="Times New Roman" panose="02020603050405020304" pitchFamily="18" charset="0"/>
              </a:rPr>
              <a:t>Update R[4] = {[6..9]}</a:t>
            </a:r>
          </a:p>
          <a:p>
            <a:r>
              <a:rPr lang="en-US" altLang="zh-TW" dirty="0">
                <a:latin typeface="Times New Roman" panose="02020603050405020304" pitchFamily="18" charset="0"/>
                <a:cs typeface="Times New Roman" panose="02020603050405020304" pitchFamily="18" charset="0"/>
              </a:rPr>
              <a:t>The second Longest palindrome infix =</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T[5..7]</a:t>
            </a:r>
          </a:p>
          <a:p>
            <a:pPr lvl="1"/>
            <a:endParaRPr lang="en-US" altLang="zh-TW" dirty="0">
              <a:latin typeface="Times New Roman" panose="02020603050405020304" pitchFamily="18" charset="0"/>
              <a:cs typeface="Times New Roman" panose="02020603050405020304" pitchFamily="18" charset="0"/>
            </a:endParaRPr>
          </a:p>
          <a:p>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390A1781-5C4A-B797-A74A-F49289CC4EC2}"/>
              </a:ext>
            </a:extLst>
          </p:cNvPr>
          <p:cNvSpPr>
            <a:spLocks noGrp="1"/>
          </p:cNvSpPr>
          <p:nvPr>
            <p:ph type="sldNum" sz="quarter" idx="12"/>
          </p:nvPr>
        </p:nvSpPr>
        <p:spPr/>
        <p:txBody>
          <a:bodyPr/>
          <a:lstStyle/>
          <a:p>
            <a:fld id="{C497B8E6-CB28-4350-9E62-3F3C29E41FED}" type="slidenum">
              <a:rPr lang="zh-TW" altLang="en-US" smtClean="0"/>
              <a:t>31</a:t>
            </a:fld>
            <a:endParaRPr lang="zh-TW" altLang="en-US"/>
          </a:p>
        </p:txBody>
      </p:sp>
    </p:spTree>
    <p:extLst>
      <p:ext uri="{BB962C8B-B14F-4D97-AF65-F5344CB8AC3E}">
        <p14:creationId xmlns:p14="http://schemas.microsoft.com/office/powerpoint/2010/main" val="37952456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B2E4246-122C-F364-F0FB-519BF6CECC6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Example</a:t>
            </a:r>
            <a:endParaRPr lang="zh-TW" altLang="en-US" dirty="0"/>
          </a:p>
        </p:txBody>
      </p:sp>
      <p:sp>
        <p:nvSpPr>
          <p:cNvPr id="3" name="內容版面配置區 2">
            <a:extLst>
              <a:ext uri="{FF2B5EF4-FFF2-40B4-BE49-F238E27FC236}">
                <a16:creationId xmlns:a16="http://schemas.microsoft.com/office/drawing/2014/main" id="{3E30EBE9-9BFE-2AF1-47C2-93C43049E6B3}"/>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The third</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longest palindrome</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is</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in:</a:t>
            </a:r>
          </a:p>
          <a:p>
            <a:pPr lvl="1"/>
            <a:r>
              <a:rPr lang="en-US" altLang="zh-TW" dirty="0">
                <a:latin typeface="Times New Roman" panose="02020603050405020304" pitchFamily="18" charset="0"/>
                <a:cs typeface="Times New Roman" panose="02020603050405020304" pitchFamily="18" charset="0"/>
              </a:rPr>
              <a:t>The second Longest palindrome infix =</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T[5..7]</a:t>
            </a:r>
          </a:p>
          <a:p>
            <a:pPr lvl="1"/>
            <a:r>
              <a:rPr lang="en-US" altLang="zh-TW" dirty="0">
                <a:latin typeface="Times New Roman" panose="02020603050405020304" pitchFamily="18" charset="0"/>
                <a:cs typeface="Times New Roman" panose="02020603050405020304" pitchFamily="18" charset="0"/>
              </a:rPr>
              <a:t>Longest palindrome suffix  = T[9..10]</a:t>
            </a:r>
          </a:p>
          <a:p>
            <a:pPr lvl="1"/>
            <a:r>
              <a:rPr lang="en-US" altLang="zh-TW" dirty="0">
                <a:latin typeface="Times New Roman" panose="02020603050405020304" pitchFamily="18" charset="0"/>
                <a:cs typeface="Times New Roman" panose="02020603050405020304" pitchFamily="18" charset="0"/>
              </a:rPr>
              <a:t>Shrink of Longest palindrome prefix = T[4..6]</a:t>
            </a:r>
          </a:p>
          <a:p>
            <a:r>
              <a:rPr lang="en-US" altLang="zh-TW" dirty="0">
                <a:latin typeface="Times New Roman" panose="02020603050405020304" pitchFamily="18" charset="0"/>
                <a:cs typeface="Times New Roman" panose="02020603050405020304" pitchFamily="18" charset="0"/>
              </a:rPr>
              <a:t>T[5..7] and T[4..6] both length 3</a:t>
            </a:r>
          </a:p>
          <a:p>
            <a:r>
              <a:rPr lang="en-US" altLang="zh-TW" dirty="0">
                <a:latin typeface="Times New Roman" panose="02020603050405020304" pitchFamily="18" charset="0"/>
                <a:cs typeface="Times New Roman" panose="02020603050405020304" pitchFamily="18" charset="0"/>
              </a:rPr>
              <a:t>Since infix is a palindromic substring of LPP</a:t>
            </a:r>
            <a:r>
              <a:rPr lang="en-US" altLang="zh-TW" baseline="-25000" dirty="0">
                <a:latin typeface="Times New Roman" panose="02020603050405020304" pitchFamily="18" charset="0"/>
                <a:cs typeface="Times New Roman" panose="02020603050405020304" pitchFamily="18" charset="0"/>
              </a:rPr>
              <a:t>3,10</a:t>
            </a:r>
            <a:r>
              <a:rPr lang="en-US" altLang="zh-TW" dirty="0">
                <a:latin typeface="Times New Roman" panose="02020603050405020304" pitchFamily="18" charset="0"/>
                <a:cs typeface="Times New Roman" panose="02020603050405020304" pitchFamily="18" charset="0"/>
              </a:rPr>
              <a:t> that has been choice the mirror T[3..5] also a </a:t>
            </a:r>
            <a:r>
              <a:rPr lang="en-US" altLang="zh-TW" dirty="0" err="1">
                <a:latin typeface="Times New Roman" panose="02020603050405020304" pitchFamily="18" charset="0"/>
                <a:cs typeface="Times New Roman" panose="02020603050405020304" pitchFamily="18" charset="0"/>
              </a:rPr>
              <a:t>palidrom</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Update P[3] = {[3..5],[5..7],[4..6]}</a:t>
            </a:r>
          </a:p>
          <a:p>
            <a:r>
              <a:rPr lang="en-US" altLang="zh-TW" dirty="0">
                <a:latin typeface="Times New Roman" panose="02020603050405020304" pitchFamily="18" charset="0"/>
                <a:cs typeface="Times New Roman" panose="02020603050405020304" pitchFamily="18" charset="0"/>
              </a:rPr>
              <a:t>New Longest palindrome prefix  = T[4..6]</a:t>
            </a:r>
          </a:p>
          <a:p>
            <a:pPr lvl="1"/>
            <a:endParaRPr lang="en-US" altLang="zh-TW" dirty="0">
              <a:latin typeface="Times New Roman" panose="02020603050405020304" pitchFamily="18" charset="0"/>
              <a:cs typeface="Times New Roman" panose="02020603050405020304" pitchFamily="18" charset="0"/>
            </a:endParaRPr>
          </a:p>
          <a:p>
            <a:pPr lvl="1"/>
            <a:endParaRPr lang="en-US" altLang="zh-TW" dirty="0">
              <a:latin typeface="Times New Roman" panose="02020603050405020304" pitchFamily="18" charset="0"/>
              <a:cs typeface="Times New Roman" panose="02020603050405020304" pitchFamily="18" charset="0"/>
            </a:endParaRPr>
          </a:p>
          <a:p>
            <a:pPr lvl="1"/>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7394CE74-99EA-C1C3-8325-C494F22E4810}"/>
              </a:ext>
            </a:extLst>
          </p:cNvPr>
          <p:cNvSpPr>
            <a:spLocks noGrp="1"/>
          </p:cNvSpPr>
          <p:nvPr>
            <p:ph type="sldNum" sz="quarter" idx="12"/>
          </p:nvPr>
        </p:nvSpPr>
        <p:spPr/>
        <p:txBody>
          <a:bodyPr/>
          <a:lstStyle/>
          <a:p>
            <a:fld id="{C497B8E6-CB28-4350-9E62-3F3C29E41FED}" type="slidenum">
              <a:rPr lang="zh-TW" altLang="en-US" smtClean="0"/>
              <a:t>32</a:t>
            </a:fld>
            <a:endParaRPr lang="zh-TW" altLang="en-US"/>
          </a:p>
        </p:txBody>
      </p:sp>
    </p:spTree>
    <p:extLst>
      <p:ext uri="{BB962C8B-B14F-4D97-AF65-F5344CB8AC3E}">
        <p14:creationId xmlns:p14="http://schemas.microsoft.com/office/powerpoint/2010/main" val="29492276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0EAD67-2CB9-9212-E75A-57535BA5D14F}"/>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Example</a:t>
            </a:r>
            <a:endParaRPr lang="zh-TW" altLang="en-US" dirty="0"/>
          </a:p>
        </p:txBody>
      </p:sp>
      <p:sp>
        <p:nvSpPr>
          <p:cNvPr id="3" name="內容版面配置區 2">
            <a:extLst>
              <a:ext uri="{FF2B5EF4-FFF2-40B4-BE49-F238E27FC236}">
                <a16:creationId xmlns:a16="http://schemas.microsoft.com/office/drawing/2014/main" id="{E9803D4B-6A15-7FC7-156C-F5E4F2FC2D3A}"/>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The top-5 </a:t>
            </a:r>
            <a:r>
              <a:rPr lang="en-US" altLang="zh-TW" dirty="0" err="1">
                <a:latin typeface="Times New Roman" panose="02020603050405020304" pitchFamily="18" charset="0"/>
                <a:cs typeface="Times New Roman" panose="02020603050405020304" pitchFamily="18" charset="0"/>
              </a:rPr>
              <a:t>palidroms</a:t>
            </a:r>
            <a:r>
              <a:rPr lang="en-US" altLang="zh-TW" dirty="0">
                <a:latin typeface="Times New Roman" panose="02020603050405020304" pitchFamily="18" charset="0"/>
                <a:cs typeface="Times New Roman" panose="02020603050405020304" pitchFamily="18" charset="0"/>
              </a:rPr>
              <a:t> R={[3, 7],[6, 9],[5, 7],[4, 6],[3, 5]}</a:t>
            </a: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Tome complexity :</a:t>
            </a:r>
          </a:p>
          <a:p>
            <a:pPr lvl="1"/>
            <a:r>
              <a:rPr lang="en-US" altLang="zh-TW" dirty="0">
                <a:latin typeface="Times New Roman" panose="02020603050405020304" pitchFamily="18" charset="0"/>
                <a:cs typeface="Times New Roman" panose="02020603050405020304" pitchFamily="18" charset="0"/>
              </a:rPr>
              <a:t>construct a data structure : O(</a:t>
            </a:r>
            <a:r>
              <a:rPr lang="en-US" altLang="zh-TW" i="1" dirty="0">
                <a:latin typeface="Times New Roman" panose="02020603050405020304" pitchFamily="18" charset="0"/>
                <a:cs typeface="Times New Roman" panose="02020603050405020304" pitchFamily="18" charset="0"/>
              </a:rPr>
              <a:t>n</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log</a:t>
            </a:r>
            <a:r>
              <a:rPr lang="en-US" altLang="zh-TW" i="1" dirty="0" err="1">
                <a:latin typeface="Times New Roman" panose="02020603050405020304" pitchFamily="18" charset="0"/>
                <a:cs typeface="Times New Roman" panose="02020603050405020304" pitchFamily="18" charset="0"/>
              </a:rPr>
              <a:t>n</a:t>
            </a:r>
            <a:r>
              <a:rPr lang="en-US" altLang="zh-TW" dirty="0">
                <a:latin typeface="Times New Roman" panose="02020603050405020304" pitchFamily="18" charset="0"/>
                <a:cs typeface="Times New Roman" panose="02020603050405020304" pitchFamily="18" charset="0"/>
              </a:rPr>
              <a:t>)</a:t>
            </a:r>
          </a:p>
          <a:p>
            <a:pPr lvl="1"/>
            <a:r>
              <a:rPr lang="en-US" altLang="zh-TW" dirty="0">
                <a:latin typeface="Times New Roman" panose="02020603050405020304" pitchFamily="18" charset="0"/>
                <a:cs typeface="Times New Roman" panose="02020603050405020304" pitchFamily="18" charset="0"/>
              </a:rPr>
              <a:t>Answer the any </a:t>
            </a:r>
            <a:r>
              <a:rPr lang="en-US" altLang="zh-TW" dirty="0" err="1">
                <a:latin typeface="Times New Roman" panose="02020603050405020304" pitchFamily="18" charset="0"/>
                <a:cs typeface="Times New Roman" panose="02020603050405020304" pitchFamily="18" charset="0"/>
              </a:rPr>
              <a:t>interal</a:t>
            </a:r>
            <a:r>
              <a:rPr lang="en-US" altLang="zh-TW" dirty="0">
                <a:latin typeface="Times New Roman" panose="02020603050405020304" pitchFamily="18" charset="0"/>
                <a:cs typeface="Times New Roman" panose="02020603050405020304" pitchFamily="18" charset="0"/>
              </a:rPr>
              <a:t> top-k longest palindrome query : O(k) time</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3387A86A-B2CA-4740-A7FB-1094C125B130}"/>
              </a:ext>
            </a:extLst>
          </p:cNvPr>
          <p:cNvSpPr>
            <a:spLocks noGrp="1"/>
          </p:cNvSpPr>
          <p:nvPr>
            <p:ph type="sldNum" sz="quarter" idx="12"/>
          </p:nvPr>
        </p:nvSpPr>
        <p:spPr/>
        <p:txBody>
          <a:bodyPr/>
          <a:lstStyle/>
          <a:p>
            <a:fld id="{C497B8E6-CB28-4350-9E62-3F3C29E41FED}" type="slidenum">
              <a:rPr lang="zh-TW" altLang="en-US" smtClean="0"/>
              <a:t>33</a:t>
            </a:fld>
            <a:endParaRPr lang="zh-TW" altLang="en-US"/>
          </a:p>
        </p:txBody>
      </p:sp>
      <p:graphicFrame>
        <p:nvGraphicFramePr>
          <p:cNvPr id="6" name="表格 5">
            <a:extLst>
              <a:ext uri="{FF2B5EF4-FFF2-40B4-BE49-F238E27FC236}">
                <a16:creationId xmlns:a16="http://schemas.microsoft.com/office/drawing/2014/main" id="{4E701053-53E5-2AFB-48DC-8F20E9AF3B76}"/>
              </a:ext>
            </a:extLst>
          </p:cNvPr>
          <p:cNvGraphicFramePr>
            <a:graphicFrameLocks noGrp="1"/>
          </p:cNvGraphicFramePr>
          <p:nvPr>
            <p:extLst>
              <p:ext uri="{D42A27DB-BD31-4B8C-83A1-F6EECF244321}">
                <p14:modId xmlns:p14="http://schemas.microsoft.com/office/powerpoint/2010/main" val="3740719162"/>
              </p:ext>
            </p:extLst>
          </p:nvPr>
        </p:nvGraphicFramePr>
        <p:xfrm>
          <a:off x="1120063" y="2508745"/>
          <a:ext cx="9233305" cy="1691261"/>
        </p:xfrm>
        <a:graphic>
          <a:graphicData uri="http://schemas.openxmlformats.org/drawingml/2006/table">
            <a:tbl>
              <a:tblPr firstRow="1" bandRow="1">
                <a:tableStyleId>{5C22544A-7EE6-4342-B048-85BDC9FD1C3A}</a:tableStyleId>
              </a:tblPr>
              <a:tblGrid>
                <a:gridCol w="913346">
                  <a:extLst>
                    <a:ext uri="{9D8B030D-6E8A-4147-A177-3AD203B41FA5}">
                      <a16:colId xmlns:a16="http://schemas.microsoft.com/office/drawing/2014/main" val="3814448281"/>
                    </a:ext>
                  </a:extLst>
                </a:gridCol>
                <a:gridCol w="507163">
                  <a:extLst>
                    <a:ext uri="{9D8B030D-6E8A-4147-A177-3AD203B41FA5}">
                      <a16:colId xmlns:a16="http://schemas.microsoft.com/office/drawing/2014/main" val="2080446912"/>
                    </a:ext>
                  </a:extLst>
                </a:gridCol>
                <a:gridCol w="1241905">
                  <a:extLst>
                    <a:ext uri="{9D8B030D-6E8A-4147-A177-3AD203B41FA5}">
                      <a16:colId xmlns:a16="http://schemas.microsoft.com/office/drawing/2014/main" val="505291295"/>
                    </a:ext>
                  </a:extLst>
                </a:gridCol>
                <a:gridCol w="817500">
                  <a:extLst>
                    <a:ext uri="{9D8B030D-6E8A-4147-A177-3AD203B41FA5}">
                      <a16:colId xmlns:a16="http://schemas.microsoft.com/office/drawing/2014/main" val="1932231979"/>
                    </a:ext>
                  </a:extLst>
                </a:gridCol>
                <a:gridCol w="636889">
                  <a:extLst>
                    <a:ext uri="{9D8B030D-6E8A-4147-A177-3AD203B41FA5}">
                      <a16:colId xmlns:a16="http://schemas.microsoft.com/office/drawing/2014/main" val="822648264"/>
                    </a:ext>
                  </a:extLst>
                </a:gridCol>
                <a:gridCol w="788982">
                  <a:extLst>
                    <a:ext uri="{9D8B030D-6E8A-4147-A177-3AD203B41FA5}">
                      <a16:colId xmlns:a16="http://schemas.microsoft.com/office/drawing/2014/main" val="785088132"/>
                    </a:ext>
                  </a:extLst>
                </a:gridCol>
                <a:gridCol w="912558">
                  <a:extLst>
                    <a:ext uri="{9D8B030D-6E8A-4147-A177-3AD203B41FA5}">
                      <a16:colId xmlns:a16="http://schemas.microsoft.com/office/drawing/2014/main" val="2692774649"/>
                    </a:ext>
                  </a:extLst>
                </a:gridCol>
                <a:gridCol w="532326">
                  <a:extLst>
                    <a:ext uri="{9D8B030D-6E8A-4147-A177-3AD203B41FA5}">
                      <a16:colId xmlns:a16="http://schemas.microsoft.com/office/drawing/2014/main" val="379275636"/>
                    </a:ext>
                  </a:extLst>
                </a:gridCol>
                <a:gridCol w="446773">
                  <a:extLst>
                    <a:ext uri="{9D8B030D-6E8A-4147-A177-3AD203B41FA5}">
                      <a16:colId xmlns:a16="http://schemas.microsoft.com/office/drawing/2014/main" val="1082493817"/>
                    </a:ext>
                  </a:extLst>
                </a:gridCol>
                <a:gridCol w="541830">
                  <a:extLst>
                    <a:ext uri="{9D8B030D-6E8A-4147-A177-3AD203B41FA5}">
                      <a16:colId xmlns:a16="http://schemas.microsoft.com/office/drawing/2014/main" val="2378250643"/>
                    </a:ext>
                  </a:extLst>
                </a:gridCol>
                <a:gridCol w="473525">
                  <a:extLst>
                    <a:ext uri="{9D8B030D-6E8A-4147-A177-3AD203B41FA5}">
                      <a16:colId xmlns:a16="http://schemas.microsoft.com/office/drawing/2014/main" val="2920592086"/>
                    </a:ext>
                  </a:extLst>
                </a:gridCol>
                <a:gridCol w="710254">
                  <a:extLst>
                    <a:ext uri="{9D8B030D-6E8A-4147-A177-3AD203B41FA5}">
                      <a16:colId xmlns:a16="http://schemas.microsoft.com/office/drawing/2014/main" val="1419307605"/>
                    </a:ext>
                  </a:extLst>
                </a:gridCol>
                <a:gridCol w="710254">
                  <a:extLst>
                    <a:ext uri="{9D8B030D-6E8A-4147-A177-3AD203B41FA5}">
                      <a16:colId xmlns:a16="http://schemas.microsoft.com/office/drawing/2014/main" val="4054508613"/>
                    </a:ext>
                  </a:extLst>
                </a:gridCol>
              </a:tblGrid>
              <a:tr h="345280">
                <a:tc>
                  <a:txBody>
                    <a:bodyPr/>
                    <a:lstStyle/>
                    <a:p>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tc>
                  <a:txBody>
                    <a:bodyPr/>
                    <a:lstStyle/>
                    <a:p>
                      <a:r>
                        <a:rPr lang="en-US" altLang="zh-TW" dirty="0"/>
                        <a:t>4</a:t>
                      </a:r>
                      <a:endParaRPr lang="zh-TW" altLang="en-US" dirty="0"/>
                    </a:p>
                  </a:txBody>
                  <a:tcPr/>
                </a:tc>
                <a:tc>
                  <a:txBody>
                    <a:bodyPr/>
                    <a:lstStyle/>
                    <a:p>
                      <a:r>
                        <a:rPr lang="en-US" altLang="zh-TW" dirty="0"/>
                        <a:t>5</a:t>
                      </a:r>
                      <a:endParaRPr lang="zh-TW" altLang="en-US" dirty="0"/>
                    </a:p>
                  </a:txBody>
                  <a:tcPr/>
                </a:tc>
                <a:tc>
                  <a:txBody>
                    <a:bodyPr/>
                    <a:lstStyle/>
                    <a:p>
                      <a:r>
                        <a:rPr lang="en-US" altLang="zh-TW" dirty="0"/>
                        <a:t>6</a:t>
                      </a:r>
                      <a:endParaRPr lang="zh-TW" altLang="en-US" dirty="0"/>
                    </a:p>
                  </a:txBody>
                  <a:tcPr/>
                </a:tc>
                <a:tc>
                  <a:txBody>
                    <a:bodyPr/>
                    <a:lstStyle/>
                    <a:p>
                      <a:r>
                        <a:rPr lang="en-US" altLang="zh-TW" dirty="0"/>
                        <a:t>7</a:t>
                      </a:r>
                      <a:endParaRPr lang="zh-TW" altLang="en-US" dirty="0"/>
                    </a:p>
                  </a:txBody>
                  <a:tcPr/>
                </a:tc>
                <a:tc>
                  <a:txBody>
                    <a:bodyPr/>
                    <a:lstStyle/>
                    <a:p>
                      <a:r>
                        <a:rPr lang="en-US" altLang="zh-TW" dirty="0"/>
                        <a:t>8</a:t>
                      </a:r>
                      <a:endParaRPr lang="zh-TW" altLang="en-US" dirty="0"/>
                    </a:p>
                  </a:txBody>
                  <a:tcPr/>
                </a:tc>
                <a:tc>
                  <a:txBody>
                    <a:bodyPr/>
                    <a:lstStyle/>
                    <a:p>
                      <a:r>
                        <a:rPr lang="en-US" altLang="zh-TW" dirty="0"/>
                        <a:t>9</a:t>
                      </a:r>
                      <a:endParaRPr lang="zh-TW" altLang="en-US" dirty="0"/>
                    </a:p>
                  </a:txBody>
                  <a:tcPr/>
                </a:tc>
                <a:tc>
                  <a:txBody>
                    <a:bodyPr/>
                    <a:lstStyle/>
                    <a:p>
                      <a:r>
                        <a:rPr lang="en-US" altLang="zh-TW" dirty="0"/>
                        <a:t>10</a:t>
                      </a:r>
                      <a:endParaRPr lang="zh-TW" altLang="en-US" dirty="0"/>
                    </a:p>
                  </a:txBody>
                  <a:tcPr/>
                </a:tc>
                <a:tc>
                  <a:txBody>
                    <a:bodyPr/>
                    <a:lstStyle/>
                    <a:p>
                      <a:r>
                        <a:rPr lang="en-US" altLang="zh-TW" dirty="0"/>
                        <a:t>11</a:t>
                      </a:r>
                      <a:endParaRPr lang="zh-TW" altLang="en-US" dirty="0"/>
                    </a:p>
                  </a:txBody>
                  <a:tcPr/>
                </a:tc>
                <a:tc>
                  <a:txBody>
                    <a:bodyPr/>
                    <a:lstStyle/>
                    <a:p>
                      <a:r>
                        <a:rPr lang="en-US" altLang="zh-TW" dirty="0"/>
                        <a:t>12</a:t>
                      </a:r>
                      <a:endParaRPr lang="zh-TW" altLang="en-US" dirty="0"/>
                    </a:p>
                  </a:txBody>
                  <a:tcPr/>
                </a:tc>
                <a:tc>
                  <a:txBody>
                    <a:bodyPr/>
                    <a:lstStyle/>
                    <a:p>
                      <a:r>
                        <a:rPr lang="en-US" altLang="zh-TW" dirty="0"/>
                        <a:t>13</a:t>
                      </a:r>
                      <a:endParaRPr lang="zh-TW" altLang="en-US" dirty="0"/>
                    </a:p>
                  </a:txBody>
                  <a:tcPr/>
                </a:tc>
                <a:extLst>
                  <a:ext uri="{0D108BD9-81ED-4DB2-BD59-A6C34878D82A}">
                    <a16:rowId xmlns:a16="http://schemas.microsoft.com/office/drawing/2014/main" val="3201966507"/>
                  </a:ext>
                </a:extLst>
              </a:tr>
              <a:tr h="345280">
                <a:tc>
                  <a:txBody>
                    <a:bodyPr/>
                    <a:lstStyle/>
                    <a:p>
                      <a:r>
                        <a:rPr lang="en-US" altLang="zh-TW" dirty="0"/>
                        <a:t>[1][7]</a:t>
                      </a:r>
                      <a:endParaRPr lang="zh-TW" altLang="en-US" dirty="0"/>
                    </a:p>
                  </a:txBody>
                  <a:tcPr/>
                </a:tc>
                <a:tc>
                  <a:txBody>
                    <a:bodyPr/>
                    <a:lstStyle/>
                    <a:p>
                      <a:r>
                        <a:rPr lang="en-US" altLang="zh-TW" dirty="0"/>
                        <a:t>Nil</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[5..7]</a:t>
                      </a:r>
                    </a:p>
                  </a:txBody>
                  <a:tcPr/>
                </a:tc>
                <a:tc>
                  <a:txBody>
                    <a:bodyPr/>
                    <a:lstStyle/>
                    <a:p>
                      <a:r>
                        <a:rPr lang="en-US" altLang="zh-TW" dirty="0"/>
                        <a:t>[6..9]</a:t>
                      </a:r>
                      <a:endParaRPr lang="zh-TW" altLang="en-US" dirty="0"/>
                    </a:p>
                  </a:txBody>
                  <a:tcPr/>
                </a:tc>
                <a:tc>
                  <a:txBody>
                    <a:bodyPr/>
                    <a:lstStyle/>
                    <a:p>
                      <a:r>
                        <a:rPr lang="en-US" altLang="zh-TW" dirty="0"/>
                        <a:t>[3..7]</a:t>
                      </a:r>
                      <a:endParaRPr lang="zh-TW" altLang="en-US" dirty="0"/>
                    </a:p>
                  </a:txBody>
                  <a:tcPr/>
                </a:tc>
                <a:tc>
                  <a:txBody>
                    <a:bodyPr/>
                    <a:lstStyle/>
                    <a:p>
                      <a:r>
                        <a:rPr lang="en-US" altLang="zh-TW" dirty="0"/>
                        <a:t>Nil</a:t>
                      </a:r>
                      <a:endParaRPr lang="zh-TW" altLang="en-US" dirty="0"/>
                    </a:p>
                  </a:txBody>
                  <a:tcPr/>
                </a:tc>
                <a:tc>
                  <a:txBody>
                    <a:bodyPr/>
                    <a:lstStyle/>
                    <a:p>
                      <a:r>
                        <a:rPr lang="en-US" altLang="zh-TW" dirty="0"/>
                        <a:t>[1..7]</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Nil</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Nil</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Nil</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Nil</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Nil</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Nil</a:t>
                      </a:r>
                      <a:endParaRPr lang="zh-TW" altLang="en-US" dirty="0"/>
                    </a:p>
                  </a:txBody>
                  <a:tcPr/>
                </a:tc>
                <a:extLst>
                  <a:ext uri="{0D108BD9-81ED-4DB2-BD59-A6C34878D82A}">
                    <a16:rowId xmlns:a16="http://schemas.microsoft.com/office/drawing/2014/main" val="2863414358"/>
                  </a:ext>
                </a:extLst>
              </a:tr>
              <a:tr h="959741">
                <a:tc>
                  <a:txBody>
                    <a:bodyPr/>
                    <a:lstStyle/>
                    <a:p>
                      <a:r>
                        <a:rPr lang="en-US" altLang="zh-TW" dirty="0"/>
                        <a:t>[8][9]</a:t>
                      </a:r>
                    </a:p>
                    <a:p>
                      <a:r>
                        <a:rPr lang="en-US" altLang="zh-TW" dirty="0"/>
                        <a:t>[10][13]</a:t>
                      </a:r>
                      <a:endParaRPr lang="zh-TW" altLang="en-US" dirty="0"/>
                    </a:p>
                  </a:txBody>
                  <a:tcPr/>
                </a:tc>
                <a:tc>
                  <a:txBody>
                    <a:bodyPr/>
                    <a:lstStyle/>
                    <a:p>
                      <a:endParaRPr lang="zh-TW" altLang="en-US" dirty="0"/>
                    </a:p>
                  </a:txBody>
                  <a:tcPr/>
                </a:tc>
                <a:tc>
                  <a:txBody>
                    <a:bodyPr/>
                    <a:lstStyle/>
                    <a:p>
                      <a:r>
                        <a:rPr lang="en-US" altLang="zh-TW" dirty="0"/>
                        <a:t>[4..6]</a:t>
                      </a:r>
                    </a:p>
                    <a:p>
                      <a:r>
                        <a:rPr lang="en-US" altLang="zh-TW" dirty="0"/>
                        <a:t>[3..5]</a:t>
                      </a:r>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4082977461"/>
                  </a:ext>
                </a:extLst>
              </a:tr>
            </a:tbl>
          </a:graphicData>
        </a:graphic>
      </p:graphicFrame>
    </p:spTree>
    <p:extLst>
      <p:ext uri="{BB962C8B-B14F-4D97-AF65-F5344CB8AC3E}">
        <p14:creationId xmlns:p14="http://schemas.microsoft.com/office/powerpoint/2010/main" val="18312050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1554D3-484E-CAD8-6D38-3915C1B95CCB}"/>
              </a:ext>
            </a:extLst>
          </p:cNvPr>
          <p:cNvSpPr>
            <a:spLocks noGrp="1"/>
          </p:cNvSpPr>
          <p:nvPr>
            <p:ph type="title"/>
          </p:nvPr>
        </p:nvSpPr>
        <p:spPr>
          <a:xfrm>
            <a:off x="838200" y="2622189"/>
            <a:ext cx="10515600" cy="1325563"/>
          </a:xfrm>
        </p:spPr>
        <p:txBody>
          <a:bodyPr/>
          <a:lstStyle/>
          <a:p>
            <a:pPr algn="ctr"/>
            <a:r>
              <a:rPr lang="zh-TW" altLang="en-US">
                <a:latin typeface="Times New Roman"/>
                <a:ea typeface="新細明體"/>
                <a:cs typeface="Calibri Light"/>
              </a:rPr>
              <a:t>Thanks</a:t>
            </a:r>
            <a:endParaRPr lang="zh-TW" altLang="en-US">
              <a:latin typeface="Times New Roman"/>
              <a:cs typeface="Calibri Light" panose="020F0302020204030204"/>
            </a:endParaRPr>
          </a:p>
        </p:txBody>
      </p:sp>
      <p:sp>
        <p:nvSpPr>
          <p:cNvPr id="3" name="投影片編號版面配置區 2">
            <a:extLst>
              <a:ext uri="{FF2B5EF4-FFF2-40B4-BE49-F238E27FC236}">
                <a16:creationId xmlns:a16="http://schemas.microsoft.com/office/drawing/2014/main" id="{4D73BD2C-184A-508C-EF35-E45479D97F2A}"/>
              </a:ext>
            </a:extLst>
          </p:cNvPr>
          <p:cNvSpPr>
            <a:spLocks noGrp="1"/>
          </p:cNvSpPr>
          <p:nvPr>
            <p:ph type="sldNum" sz="quarter" idx="12"/>
          </p:nvPr>
        </p:nvSpPr>
        <p:spPr/>
        <p:txBody>
          <a:bodyPr/>
          <a:lstStyle/>
          <a:p>
            <a:fld id="{C497B8E6-CB28-4350-9E62-3F3C29E41FED}" type="slidenum">
              <a:rPr lang="zh-TW" altLang="en-US" smtClean="0"/>
              <a:t>34</a:t>
            </a:fld>
            <a:endParaRPr lang="zh-TW" altLang="en-US"/>
          </a:p>
        </p:txBody>
      </p:sp>
    </p:spTree>
    <p:extLst>
      <p:ext uri="{BB962C8B-B14F-4D97-AF65-F5344CB8AC3E}">
        <p14:creationId xmlns:p14="http://schemas.microsoft.com/office/powerpoint/2010/main" val="40914033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10914</TotalTime>
  <Words>2325</Words>
  <Application>Microsoft Office PowerPoint</Application>
  <PresentationFormat>寬螢幕</PresentationFormat>
  <Paragraphs>549</Paragraphs>
  <Slides>34</Slides>
  <Notes>2</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34</vt:i4>
      </vt:variant>
    </vt:vector>
  </HeadingPairs>
  <TitlesOfParts>
    <vt:vector size="40" baseType="lpstr">
      <vt:lpstr>Arial</vt:lpstr>
      <vt:lpstr>Calibri</vt:lpstr>
      <vt:lpstr>Calibri Light</vt:lpstr>
      <vt:lpstr>Cambria Math</vt:lpstr>
      <vt:lpstr>Times New Roman</vt:lpstr>
      <vt:lpstr>Office Theme</vt:lpstr>
      <vt:lpstr>Finding top-k longest palindromes in substrings</vt:lpstr>
      <vt:lpstr>Abstract </vt:lpstr>
      <vt:lpstr>Manacher’s algorithm(1/2)</vt:lpstr>
      <vt:lpstr>Manacher’s algorithm(2/2)</vt:lpstr>
      <vt:lpstr>Palindromic trees</vt:lpstr>
      <vt:lpstr>Construct tree</vt:lpstr>
      <vt:lpstr>Construct tree</vt:lpstr>
      <vt:lpstr>Construct tree</vt:lpstr>
      <vt:lpstr>Construct tree</vt:lpstr>
      <vt:lpstr>Construct tree</vt:lpstr>
      <vt:lpstr>Construct tree</vt:lpstr>
      <vt:lpstr>Construct tree</vt:lpstr>
      <vt:lpstr>Construct tree</vt:lpstr>
      <vt:lpstr>Palindromic suffixes of a string and the partition</vt:lpstr>
      <vt:lpstr>Seriestree tree</vt:lpstr>
      <vt:lpstr>Monotone-weightedtree</vt:lpstr>
      <vt:lpstr>The Range Minimal Query (RMQ)</vt:lpstr>
      <vt:lpstr>Internal longest palindrome query</vt:lpstr>
      <vt:lpstr>Step 1: Obtain the longest palindromic suffix of T [1.. j]</vt:lpstr>
      <vt:lpstr>Step 2: Determine the group to which the desired length belongs</vt:lpstr>
      <vt:lpstr>Step 3: Calculate the desired length</vt:lpstr>
      <vt:lpstr>Example</vt:lpstr>
      <vt:lpstr>Palindromic infixes</vt:lpstr>
      <vt:lpstr>Palindromic infixes</vt:lpstr>
      <vt:lpstr>Top-k longest palindromes problem</vt:lpstr>
      <vt:lpstr>Top-k longest palindromes problem</vt:lpstr>
      <vt:lpstr>Internal Top-k longest palindromes query</vt:lpstr>
      <vt:lpstr>The r-th longest palindrome in a string T[i.. j] is one of the followings</vt:lpstr>
      <vt:lpstr>Example</vt:lpstr>
      <vt:lpstr>Example</vt:lpstr>
      <vt:lpstr>Example</vt:lpstr>
      <vt:lpstr>Example</vt:lpstr>
      <vt:lpstr>Example</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Substring Inclusion Constraint Longest Common Subsequence Problem Can Be Solved in Quadratic Time</dc:title>
  <dc:creator>Wen Wen Liao</dc:creator>
  <cp:lastModifiedBy>pplab</cp:lastModifiedBy>
  <cp:revision>1023</cp:revision>
  <dcterms:created xsi:type="dcterms:W3CDTF">2022-10-11T15:33:00Z</dcterms:created>
  <dcterms:modified xsi:type="dcterms:W3CDTF">2023-12-26T11:56:57Z</dcterms:modified>
</cp:coreProperties>
</file>