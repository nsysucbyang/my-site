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92" r:id="rId4"/>
    <p:sldId id="264" r:id="rId5"/>
    <p:sldId id="279" r:id="rId6"/>
    <p:sldId id="258" r:id="rId7"/>
    <p:sldId id="296" r:id="rId8"/>
    <p:sldId id="297" r:id="rId9"/>
    <p:sldId id="282" r:id="rId10"/>
    <p:sldId id="294" r:id="rId11"/>
    <p:sldId id="295" r:id="rId12"/>
    <p:sldId id="293" r:id="rId13"/>
    <p:sldId id="270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FFA43B8-FD04-4FCC-A9F6-69C7CB7CE5E8}">
          <p14:sldIdLst>
            <p14:sldId id="256"/>
            <p14:sldId id="257"/>
            <p14:sldId id="292"/>
            <p14:sldId id="264"/>
            <p14:sldId id="279"/>
            <p14:sldId id="258"/>
            <p14:sldId id="296"/>
            <p14:sldId id="297"/>
            <p14:sldId id="282"/>
            <p14:sldId id="294"/>
            <p14:sldId id="295"/>
            <p14:sldId id="293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沈之承" initials="沈之承" lastIdx="4" clrIdx="0">
    <p:extLst>
      <p:ext uri="{19B8F6BF-5375-455C-9EA6-DF929625EA0E}">
        <p15:presenceInfo xmlns:p15="http://schemas.microsoft.com/office/powerpoint/2012/main" userId="25d5769b3392efd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F0AB6-1C48-4BDE-B684-EEF6A9FF355C}" v="12" dt="2023-04-09T10:18:43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之承 沈" userId="25d5769b3392efdc" providerId="LiveId" clId="{589F0AB6-1C48-4BDE-B684-EEF6A9FF355C}"/>
    <pc:docChg chg="undo custSel addSld delSld modSld sldOrd modSection">
      <pc:chgData name="之承 沈" userId="25d5769b3392efdc" providerId="LiveId" clId="{589F0AB6-1C48-4BDE-B684-EEF6A9FF355C}" dt="2023-04-09T10:38:48.860" v="1617" actId="2711"/>
      <pc:docMkLst>
        <pc:docMk/>
      </pc:docMkLst>
      <pc:sldChg chg="modSp mod">
        <pc:chgData name="之承 沈" userId="25d5769b3392efdc" providerId="LiveId" clId="{589F0AB6-1C48-4BDE-B684-EEF6A9FF355C}" dt="2023-04-09T10:27:57.778" v="1329" actId="2711"/>
        <pc:sldMkLst>
          <pc:docMk/>
          <pc:sldMk cId="3512438627" sldId="256"/>
        </pc:sldMkLst>
        <pc:spChg chg="mod">
          <ac:chgData name="之承 沈" userId="25d5769b3392efdc" providerId="LiveId" clId="{589F0AB6-1C48-4BDE-B684-EEF6A9FF355C}" dt="2023-04-09T09:37:46.798" v="18" actId="27636"/>
          <ac:spMkLst>
            <pc:docMk/>
            <pc:sldMk cId="3512438627" sldId="256"/>
            <ac:spMk id="2" creationId="{00000000-0000-0000-0000-000000000000}"/>
          </ac:spMkLst>
        </pc:spChg>
        <pc:spChg chg="mod">
          <ac:chgData name="之承 沈" userId="25d5769b3392efdc" providerId="LiveId" clId="{589F0AB6-1C48-4BDE-B684-EEF6A9FF355C}" dt="2023-04-09T09:40:38.394" v="50" actId="20577"/>
          <ac:spMkLst>
            <pc:docMk/>
            <pc:sldMk cId="3512438627" sldId="256"/>
            <ac:spMk id="3" creationId="{00000000-0000-0000-0000-000000000000}"/>
          </ac:spMkLst>
        </pc:spChg>
        <pc:spChg chg="mod">
          <ac:chgData name="之承 沈" userId="25d5769b3392efdc" providerId="LiveId" clId="{589F0AB6-1C48-4BDE-B684-EEF6A9FF355C}" dt="2023-04-09T10:27:57.778" v="1329" actId="2711"/>
          <ac:spMkLst>
            <pc:docMk/>
            <pc:sldMk cId="3512438627" sldId="256"/>
            <ac:spMk id="5" creationId="{00000000-0000-0000-0000-000000000000}"/>
          </ac:spMkLst>
        </pc:spChg>
      </pc:sldChg>
      <pc:sldChg chg="modSp mod">
        <pc:chgData name="之承 沈" userId="25d5769b3392efdc" providerId="LiveId" clId="{589F0AB6-1C48-4BDE-B684-EEF6A9FF355C}" dt="2023-04-09T09:42:02.445" v="69" actId="20577"/>
        <pc:sldMkLst>
          <pc:docMk/>
          <pc:sldMk cId="1605372829" sldId="257"/>
        </pc:sldMkLst>
        <pc:spChg chg="mod">
          <ac:chgData name="之承 沈" userId="25d5769b3392efdc" providerId="LiveId" clId="{589F0AB6-1C48-4BDE-B684-EEF6A9FF355C}" dt="2023-04-09T09:42:02.445" v="69" actId="20577"/>
          <ac:spMkLst>
            <pc:docMk/>
            <pc:sldMk cId="1605372829" sldId="257"/>
            <ac:spMk id="3" creationId="{00000000-0000-0000-0000-000000000000}"/>
          </ac:spMkLst>
        </pc:spChg>
      </pc:sldChg>
      <pc:sldChg chg="addSp delSp modSp mod modClrScheme chgLayout">
        <pc:chgData name="之承 沈" userId="25d5769b3392efdc" providerId="LiveId" clId="{589F0AB6-1C48-4BDE-B684-EEF6A9FF355C}" dt="2023-04-09T09:46:43.920" v="250" actId="20577"/>
        <pc:sldMkLst>
          <pc:docMk/>
          <pc:sldMk cId="2912625084" sldId="258"/>
        </pc:sldMkLst>
        <pc:spChg chg="mod ord">
          <ac:chgData name="之承 沈" userId="25d5769b3392efdc" providerId="LiveId" clId="{589F0AB6-1C48-4BDE-B684-EEF6A9FF355C}" dt="2023-04-09T09:46:43.920" v="250" actId="20577"/>
          <ac:spMkLst>
            <pc:docMk/>
            <pc:sldMk cId="2912625084" sldId="258"/>
            <ac:spMk id="2" creationId="{00000000-0000-0000-0000-000000000000}"/>
          </ac:spMkLst>
        </pc:spChg>
        <pc:spChg chg="mod ord">
          <ac:chgData name="之承 沈" userId="25d5769b3392efdc" providerId="LiveId" clId="{589F0AB6-1C48-4BDE-B684-EEF6A9FF355C}" dt="2023-04-09T09:44:19.575" v="101" actId="700"/>
          <ac:spMkLst>
            <pc:docMk/>
            <pc:sldMk cId="2912625084" sldId="258"/>
            <ac:spMk id="3" creationId="{BF88251A-915D-E2AC-1555-7885C6E845C8}"/>
          </ac:spMkLst>
        </pc:spChg>
        <pc:spChg chg="del">
          <ac:chgData name="之承 沈" userId="25d5769b3392efdc" providerId="LiveId" clId="{589F0AB6-1C48-4BDE-B684-EEF6A9FF355C}" dt="2023-04-09T09:44:14.011" v="100" actId="21"/>
          <ac:spMkLst>
            <pc:docMk/>
            <pc:sldMk cId="2912625084" sldId="258"/>
            <ac:spMk id="5" creationId="{00000000-0000-0000-0000-000000000000}"/>
          </ac:spMkLst>
        </pc:spChg>
        <pc:spChg chg="add del mod ord">
          <ac:chgData name="之承 沈" userId="25d5769b3392efdc" providerId="LiveId" clId="{589F0AB6-1C48-4BDE-B684-EEF6A9FF355C}" dt="2023-04-09T09:44:08.635" v="99" actId="700"/>
          <ac:spMkLst>
            <pc:docMk/>
            <pc:sldMk cId="2912625084" sldId="258"/>
            <ac:spMk id="8" creationId="{4E3EC1DE-D025-3469-B0F6-39E98A39EB5E}"/>
          </ac:spMkLst>
        </pc:spChg>
        <pc:spChg chg="add del mod ord">
          <ac:chgData name="之承 沈" userId="25d5769b3392efdc" providerId="LiveId" clId="{589F0AB6-1C48-4BDE-B684-EEF6A9FF355C}" dt="2023-04-09T09:44:19.575" v="101" actId="700"/>
          <ac:spMkLst>
            <pc:docMk/>
            <pc:sldMk cId="2912625084" sldId="258"/>
            <ac:spMk id="9" creationId="{07EDAFBD-3BCA-E250-1678-0FB3882005F5}"/>
          </ac:spMkLst>
        </pc:spChg>
        <pc:spChg chg="add mod ord">
          <ac:chgData name="之承 沈" userId="25d5769b3392efdc" providerId="LiveId" clId="{589F0AB6-1C48-4BDE-B684-EEF6A9FF355C}" dt="2023-04-09T09:46:25.226" v="247" actId="20577"/>
          <ac:spMkLst>
            <pc:docMk/>
            <pc:sldMk cId="2912625084" sldId="258"/>
            <ac:spMk id="10" creationId="{CA02FA8E-9D01-91B8-83E5-5FED178A01F9}"/>
          </ac:spMkLst>
        </pc:spChg>
        <pc:picChg chg="del">
          <ac:chgData name="之承 沈" userId="25d5769b3392efdc" providerId="LiveId" clId="{589F0AB6-1C48-4BDE-B684-EEF6A9FF355C}" dt="2023-04-09T09:42:45.938" v="72" actId="21"/>
          <ac:picMkLst>
            <pc:docMk/>
            <pc:sldMk cId="2912625084" sldId="258"/>
            <ac:picMk id="4" creationId="{00000000-0000-0000-0000-000000000000}"/>
          </ac:picMkLst>
        </pc:picChg>
        <pc:picChg chg="add del mod">
          <ac:chgData name="之承 沈" userId="25d5769b3392efdc" providerId="LiveId" clId="{589F0AB6-1C48-4BDE-B684-EEF6A9FF355C}" dt="2023-04-09T09:42:44.166" v="71" actId="21"/>
          <ac:picMkLst>
            <pc:docMk/>
            <pc:sldMk cId="2912625084" sldId="258"/>
            <ac:picMk id="6" creationId="{74247CA6-1C8A-BAF2-3A3E-A66EE4FF42E2}"/>
          </ac:picMkLst>
        </pc:picChg>
      </pc:sldChg>
      <pc:sldChg chg="addSp delSp modSp mod chgLayout">
        <pc:chgData name="之承 沈" userId="25d5769b3392efdc" providerId="LiveId" clId="{589F0AB6-1C48-4BDE-B684-EEF6A9FF355C}" dt="2023-04-09T10:28:42.280" v="1333" actId="2711"/>
        <pc:sldMkLst>
          <pc:docMk/>
          <pc:sldMk cId="2792763757" sldId="260"/>
        </pc:sldMkLst>
        <pc:spChg chg="mod ord">
          <ac:chgData name="之承 沈" userId="25d5769b3392efdc" providerId="LiveId" clId="{589F0AB6-1C48-4BDE-B684-EEF6A9FF355C}" dt="2023-04-09T10:28:35.890" v="1332" actId="1076"/>
          <ac:spMkLst>
            <pc:docMk/>
            <pc:sldMk cId="2792763757" sldId="260"/>
            <ac:spMk id="2" creationId="{00000000-0000-0000-0000-000000000000}"/>
          </ac:spMkLst>
        </pc:spChg>
        <pc:spChg chg="mod ord">
          <ac:chgData name="之承 沈" userId="25d5769b3392efdc" providerId="LiveId" clId="{589F0AB6-1C48-4BDE-B684-EEF6A9FF355C}" dt="2023-04-09T09:53:39.287" v="423" actId="700"/>
          <ac:spMkLst>
            <pc:docMk/>
            <pc:sldMk cId="2792763757" sldId="260"/>
            <ac:spMk id="3" creationId="{A149A6C6-EEC3-9C43-49F0-583072161525}"/>
          </ac:spMkLst>
        </pc:spChg>
        <pc:spChg chg="add del mod">
          <ac:chgData name="之承 沈" userId="25d5769b3392efdc" providerId="LiveId" clId="{589F0AB6-1C48-4BDE-B684-EEF6A9FF355C}" dt="2023-04-09T09:53:39.287" v="423" actId="700"/>
          <ac:spMkLst>
            <pc:docMk/>
            <pc:sldMk cId="2792763757" sldId="260"/>
            <ac:spMk id="6" creationId="{EB4AB485-A294-74E2-5396-E68BC36FBA91}"/>
          </ac:spMkLst>
        </pc:spChg>
        <pc:spChg chg="del">
          <ac:chgData name="之承 沈" userId="25d5769b3392efdc" providerId="LiveId" clId="{589F0AB6-1C48-4BDE-B684-EEF6A9FF355C}" dt="2023-04-09T09:53:43.031" v="424" actId="21"/>
          <ac:spMkLst>
            <pc:docMk/>
            <pc:sldMk cId="2792763757" sldId="260"/>
            <ac:spMk id="7" creationId="{00000000-0000-0000-0000-000000000000}"/>
          </ac:spMkLst>
        </pc:spChg>
        <pc:spChg chg="add mod ord">
          <ac:chgData name="之承 沈" userId="25d5769b3392efdc" providerId="LiveId" clId="{589F0AB6-1C48-4BDE-B684-EEF6A9FF355C}" dt="2023-04-09T10:28:42.280" v="1333" actId="2711"/>
          <ac:spMkLst>
            <pc:docMk/>
            <pc:sldMk cId="2792763757" sldId="260"/>
            <ac:spMk id="8" creationId="{C827F5D3-66E4-4895-0806-F3AA1E773349}"/>
          </ac:spMkLst>
        </pc:spChg>
        <pc:picChg chg="del mod ord">
          <ac:chgData name="之承 沈" userId="25d5769b3392efdc" providerId="LiveId" clId="{589F0AB6-1C48-4BDE-B684-EEF6A9FF355C}" dt="2023-04-09T09:53:32.643" v="422" actId="478"/>
          <ac:picMkLst>
            <pc:docMk/>
            <pc:sldMk cId="2792763757" sldId="260"/>
            <ac:picMk id="5" creationId="{00000000-0000-0000-0000-000000000000}"/>
          </ac:picMkLst>
        </pc:picChg>
      </pc:sldChg>
      <pc:sldChg chg="addSp delSp modSp mod modClrScheme chgLayout">
        <pc:chgData name="之承 沈" userId="25d5769b3392efdc" providerId="LiveId" clId="{589F0AB6-1C48-4BDE-B684-EEF6A9FF355C}" dt="2023-04-09T10:28:30.909" v="1330" actId="2711"/>
        <pc:sldMkLst>
          <pc:docMk/>
          <pc:sldMk cId="2485500826" sldId="261"/>
        </pc:sldMkLst>
        <pc:spChg chg="del mod">
          <ac:chgData name="之承 沈" userId="25d5769b3392efdc" providerId="LiveId" clId="{589F0AB6-1C48-4BDE-B684-EEF6A9FF355C}" dt="2023-04-09T09:48:03.600" v="273" actId="700"/>
          <ac:spMkLst>
            <pc:docMk/>
            <pc:sldMk cId="2485500826" sldId="261"/>
            <ac:spMk id="2" creationId="{00000000-0000-0000-0000-000000000000}"/>
          </ac:spMkLst>
        </pc:spChg>
        <pc:spChg chg="del mod">
          <ac:chgData name="之承 沈" userId="25d5769b3392efdc" providerId="LiveId" clId="{589F0AB6-1C48-4BDE-B684-EEF6A9FF355C}" dt="2023-04-09T09:48:03.600" v="273" actId="700"/>
          <ac:spMkLst>
            <pc:docMk/>
            <pc:sldMk cId="2485500826" sldId="261"/>
            <ac:spMk id="3" creationId="{00000000-0000-0000-0000-000000000000}"/>
          </ac:spMkLst>
        </pc:spChg>
        <pc:spChg chg="del mod">
          <ac:chgData name="之承 沈" userId="25d5769b3392efdc" providerId="LiveId" clId="{589F0AB6-1C48-4BDE-B684-EEF6A9FF355C}" dt="2023-04-09T09:47:59.277" v="272"/>
          <ac:spMkLst>
            <pc:docMk/>
            <pc:sldMk cId="2485500826" sldId="261"/>
            <ac:spMk id="4" creationId="{00000000-0000-0000-0000-000000000000}"/>
          </ac:spMkLst>
        </pc:spChg>
        <pc:spChg chg="mod ord">
          <ac:chgData name="之承 沈" userId="25d5769b3392efdc" providerId="LiveId" clId="{589F0AB6-1C48-4BDE-B684-EEF6A9FF355C}" dt="2023-04-09T09:51:14.060" v="414" actId="700"/>
          <ac:spMkLst>
            <pc:docMk/>
            <pc:sldMk cId="2485500826" sldId="261"/>
            <ac:spMk id="5" creationId="{54A9DBD1-448A-653C-DE70-9F866DE44467}"/>
          </ac:spMkLst>
        </pc:spChg>
        <pc:spChg chg="add mod ord">
          <ac:chgData name="之承 沈" userId="25d5769b3392efdc" providerId="LiveId" clId="{589F0AB6-1C48-4BDE-B684-EEF6A9FF355C}" dt="2023-04-09T09:51:14.060" v="414" actId="700"/>
          <ac:spMkLst>
            <pc:docMk/>
            <pc:sldMk cId="2485500826" sldId="261"/>
            <ac:spMk id="6" creationId="{D3917CD5-93EF-1F03-09A3-B48376980E2A}"/>
          </ac:spMkLst>
        </pc:spChg>
        <pc:spChg chg="add mod ord">
          <ac:chgData name="之承 沈" userId="25d5769b3392efdc" providerId="LiveId" clId="{589F0AB6-1C48-4BDE-B684-EEF6A9FF355C}" dt="2023-04-09T10:28:30.909" v="1330" actId="2711"/>
          <ac:spMkLst>
            <pc:docMk/>
            <pc:sldMk cId="2485500826" sldId="261"/>
            <ac:spMk id="7" creationId="{8FC9F4A8-A684-3219-F051-5110825CB4DC}"/>
          </ac:spMkLst>
        </pc:spChg>
        <pc:spChg chg="add del mod ord">
          <ac:chgData name="之承 沈" userId="25d5769b3392efdc" providerId="LiveId" clId="{589F0AB6-1C48-4BDE-B684-EEF6A9FF355C}" dt="2023-04-09T09:52:21.409" v="415" actId="931"/>
          <ac:spMkLst>
            <pc:docMk/>
            <pc:sldMk cId="2485500826" sldId="261"/>
            <ac:spMk id="8" creationId="{89E39DA9-D55D-8239-7162-7EB5CFC91126}"/>
          </ac:spMkLst>
        </pc:spChg>
        <pc:picChg chg="add mod">
          <ac:chgData name="之承 沈" userId="25d5769b3392efdc" providerId="LiveId" clId="{589F0AB6-1C48-4BDE-B684-EEF6A9FF355C}" dt="2023-04-09T09:52:35.434" v="420" actId="14100"/>
          <ac:picMkLst>
            <pc:docMk/>
            <pc:sldMk cId="2485500826" sldId="261"/>
            <ac:picMk id="10" creationId="{0CA92268-BC9C-8F96-01C8-DB6BF7034F7C}"/>
          </ac:picMkLst>
        </pc:picChg>
      </pc:sldChg>
      <pc:sldChg chg="modSp del mod ord">
        <pc:chgData name="之承 沈" userId="25d5769b3392efdc" providerId="LiveId" clId="{589F0AB6-1C48-4BDE-B684-EEF6A9FF355C}" dt="2023-04-09T09:57:53.869" v="577" actId="2696"/>
        <pc:sldMkLst>
          <pc:docMk/>
          <pc:sldMk cId="1685615187" sldId="262"/>
        </pc:sldMkLst>
        <pc:spChg chg="mod">
          <ac:chgData name="之承 沈" userId="25d5769b3392efdc" providerId="LiveId" clId="{589F0AB6-1C48-4BDE-B684-EEF6A9FF355C}" dt="2023-04-09T09:57:01.098" v="533" actId="20577"/>
          <ac:spMkLst>
            <pc:docMk/>
            <pc:sldMk cId="1685615187" sldId="262"/>
            <ac:spMk id="3" creationId="{00000000-0000-0000-0000-000000000000}"/>
          </ac:spMkLst>
        </pc:spChg>
      </pc:sldChg>
      <pc:sldChg chg="addSp delSp modSp mod modClrScheme chgLayout">
        <pc:chgData name="之承 沈" userId="25d5769b3392efdc" providerId="LiveId" clId="{589F0AB6-1C48-4BDE-B684-EEF6A9FF355C}" dt="2023-04-09T10:29:30.497" v="1339" actId="2711"/>
        <pc:sldMkLst>
          <pc:docMk/>
          <pc:sldMk cId="1658856297" sldId="263"/>
        </pc:sldMkLst>
        <pc:spChg chg="mod ord">
          <ac:chgData name="之承 沈" userId="25d5769b3392efdc" providerId="LiveId" clId="{589F0AB6-1C48-4BDE-B684-EEF6A9FF355C}" dt="2023-04-09T10:00:17.090" v="654" actId="700"/>
          <ac:spMkLst>
            <pc:docMk/>
            <pc:sldMk cId="1658856297" sldId="263"/>
            <ac:spMk id="2" creationId="{00000000-0000-0000-0000-000000000000}"/>
          </ac:spMkLst>
        </pc:spChg>
        <pc:spChg chg="del mod ord">
          <ac:chgData name="之承 沈" userId="25d5769b3392efdc" providerId="LiveId" clId="{589F0AB6-1C48-4BDE-B684-EEF6A9FF355C}" dt="2023-04-09T10:00:17.090" v="654" actId="700"/>
          <ac:spMkLst>
            <pc:docMk/>
            <pc:sldMk cId="1658856297" sldId="263"/>
            <ac:spMk id="3" creationId="{00000000-0000-0000-0000-000000000000}"/>
          </ac:spMkLst>
        </pc:spChg>
        <pc:spChg chg="mod ord">
          <ac:chgData name="之承 沈" userId="25d5769b3392efdc" providerId="LiveId" clId="{589F0AB6-1C48-4BDE-B684-EEF6A9FF355C}" dt="2023-04-09T10:00:17.090" v="654" actId="700"/>
          <ac:spMkLst>
            <pc:docMk/>
            <pc:sldMk cId="1658856297" sldId="263"/>
            <ac:spMk id="4" creationId="{29B6BE74-9694-0D20-2FFA-027174B2BEDB}"/>
          </ac:spMkLst>
        </pc:spChg>
        <pc:spChg chg="add mod ord">
          <ac:chgData name="之承 沈" userId="25d5769b3392efdc" providerId="LiveId" clId="{589F0AB6-1C48-4BDE-B684-EEF6A9FF355C}" dt="2023-04-09T10:29:30.497" v="1339" actId="2711"/>
          <ac:spMkLst>
            <pc:docMk/>
            <pc:sldMk cId="1658856297" sldId="263"/>
            <ac:spMk id="5" creationId="{8BA263EA-B73D-1A47-F48D-072B914122A3}"/>
          </ac:spMkLst>
        </pc:spChg>
        <pc:spChg chg="add del mod ord">
          <ac:chgData name="之承 沈" userId="25d5769b3392efdc" providerId="LiveId" clId="{589F0AB6-1C48-4BDE-B684-EEF6A9FF355C}" dt="2023-04-09T10:02:18.622" v="724" actId="931"/>
          <ac:spMkLst>
            <pc:docMk/>
            <pc:sldMk cId="1658856297" sldId="263"/>
            <ac:spMk id="6" creationId="{6BE07C45-1955-E8FD-F2BE-6BA6AAD7F8A6}"/>
          </ac:spMkLst>
        </pc:spChg>
        <pc:picChg chg="add mod">
          <ac:chgData name="之承 沈" userId="25d5769b3392efdc" providerId="LiveId" clId="{589F0AB6-1C48-4BDE-B684-EEF6A9FF355C}" dt="2023-04-09T10:02:23.262" v="727" actId="14100"/>
          <ac:picMkLst>
            <pc:docMk/>
            <pc:sldMk cId="1658856297" sldId="263"/>
            <ac:picMk id="8" creationId="{F2F087E6-920C-091E-AA84-C15EDB3611E2}"/>
          </ac:picMkLst>
        </pc:picChg>
      </pc:sldChg>
      <pc:sldChg chg="modSp new mod">
        <pc:chgData name="之承 沈" userId="25d5769b3392efdc" providerId="LiveId" clId="{589F0AB6-1C48-4BDE-B684-EEF6A9FF355C}" dt="2023-04-09T09:47:36.485" v="257" actId="207"/>
        <pc:sldMkLst>
          <pc:docMk/>
          <pc:sldMk cId="1381471172" sldId="264"/>
        </pc:sldMkLst>
        <pc:spChg chg="mod">
          <ac:chgData name="之承 沈" userId="25d5769b3392efdc" providerId="LiveId" clId="{589F0AB6-1C48-4BDE-B684-EEF6A9FF355C}" dt="2023-04-09T09:46:48.569" v="251"/>
          <ac:spMkLst>
            <pc:docMk/>
            <pc:sldMk cId="1381471172" sldId="264"/>
            <ac:spMk id="2" creationId="{68FE7BF9-93F3-8278-68CF-5573FEF38F9A}"/>
          </ac:spMkLst>
        </pc:spChg>
        <pc:spChg chg="mod">
          <ac:chgData name="之承 沈" userId="25d5769b3392efdc" providerId="LiveId" clId="{589F0AB6-1C48-4BDE-B684-EEF6A9FF355C}" dt="2023-04-09T09:47:36.485" v="257" actId="207"/>
          <ac:spMkLst>
            <pc:docMk/>
            <pc:sldMk cId="1381471172" sldId="264"/>
            <ac:spMk id="3" creationId="{02EED883-79F8-D733-5ACD-C004CCB81197}"/>
          </ac:spMkLst>
        </pc:spChg>
      </pc:sldChg>
      <pc:sldChg chg="addSp delSp modSp new mod modClrScheme chgLayout">
        <pc:chgData name="之承 沈" userId="25d5769b3392efdc" providerId="LiveId" clId="{589F0AB6-1C48-4BDE-B684-EEF6A9FF355C}" dt="2023-04-09T10:29:45.326" v="1341" actId="2711"/>
        <pc:sldMkLst>
          <pc:docMk/>
          <pc:sldMk cId="1085537385" sldId="265"/>
        </pc:sldMkLst>
        <pc:spChg chg="del mod ord">
          <ac:chgData name="之承 沈" userId="25d5769b3392efdc" providerId="LiveId" clId="{589F0AB6-1C48-4BDE-B684-EEF6A9FF355C}" dt="2023-04-09T10:03:14.746" v="733" actId="700"/>
          <ac:spMkLst>
            <pc:docMk/>
            <pc:sldMk cId="1085537385" sldId="265"/>
            <ac:spMk id="2" creationId="{3EA84B7C-FA13-F796-1F77-ACEA74BBB186}"/>
          </ac:spMkLst>
        </pc:spChg>
        <pc:spChg chg="del mod ord">
          <ac:chgData name="之承 沈" userId="25d5769b3392efdc" providerId="LiveId" clId="{589F0AB6-1C48-4BDE-B684-EEF6A9FF355C}" dt="2023-04-09T10:03:14.746" v="733" actId="700"/>
          <ac:spMkLst>
            <pc:docMk/>
            <pc:sldMk cId="1085537385" sldId="265"/>
            <ac:spMk id="3" creationId="{1285256A-52A4-4B63-56DB-8502FEF0C926}"/>
          </ac:spMkLst>
        </pc:spChg>
        <pc:spChg chg="del">
          <ac:chgData name="之承 沈" userId="25d5769b3392efdc" providerId="LiveId" clId="{589F0AB6-1C48-4BDE-B684-EEF6A9FF355C}" dt="2023-04-09T10:03:14.746" v="733" actId="700"/>
          <ac:spMkLst>
            <pc:docMk/>
            <pc:sldMk cId="1085537385" sldId="265"/>
            <ac:spMk id="4" creationId="{E9D0F177-BE91-5B58-D86E-3E759AAFF9D2}"/>
          </ac:spMkLst>
        </pc:spChg>
        <pc:spChg chg="mod ord">
          <ac:chgData name="之承 沈" userId="25d5769b3392efdc" providerId="LiveId" clId="{589F0AB6-1C48-4BDE-B684-EEF6A9FF355C}" dt="2023-04-09T10:03:14.746" v="733" actId="700"/>
          <ac:spMkLst>
            <pc:docMk/>
            <pc:sldMk cId="1085537385" sldId="265"/>
            <ac:spMk id="5" creationId="{F5043C9B-8625-F166-A4D7-DF84C70C57D3}"/>
          </ac:spMkLst>
        </pc:spChg>
        <pc:spChg chg="add mod ord">
          <ac:chgData name="之承 沈" userId="25d5769b3392efdc" providerId="LiveId" clId="{589F0AB6-1C48-4BDE-B684-EEF6A9FF355C}" dt="2023-04-09T10:03:29.027" v="750" actId="20577"/>
          <ac:spMkLst>
            <pc:docMk/>
            <pc:sldMk cId="1085537385" sldId="265"/>
            <ac:spMk id="6" creationId="{7F2F0DC4-B714-0DEB-92A1-D3BA63B6FD3D}"/>
          </ac:spMkLst>
        </pc:spChg>
        <pc:spChg chg="add mod ord">
          <ac:chgData name="之承 沈" userId="25d5769b3392efdc" providerId="LiveId" clId="{589F0AB6-1C48-4BDE-B684-EEF6A9FF355C}" dt="2023-04-09T10:29:45.326" v="1341" actId="2711"/>
          <ac:spMkLst>
            <pc:docMk/>
            <pc:sldMk cId="1085537385" sldId="265"/>
            <ac:spMk id="7" creationId="{FC435CBA-5D56-D55A-7028-81BD8DA6A0F3}"/>
          </ac:spMkLst>
        </pc:spChg>
      </pc:sldChg>
      <pc:sldChg chg="addSp delSp modSp new mod modClrScheme chgLayout">
        <pc:chgData name="之承 沈" userId="25d5769b3392efdc" providerId="LiveId" clId="{589F0AB6-1C48-4BDE-B684-EEF6A9FF355C}" dt="2023-04-09T10:30:04.270" v="1343" actId="2711"/>
        <pc:sldMkLst>
          <pc:docMk/>
          <pc:sldMk cId="3188520808" sldId="266"/>
        </pc:sldMkLst>
        <pc:spChg chg="mod ord">
          <ac:chgData name="之承 沈" userId="25d5769b3392efdc" providerId="LiveId" clId="{589F0AB6-1C48-4BDE-B684-EEF6A9FF355C}" dt="2023-04-09T10:18:16.752" v="1127" actId="700"/>
          <ac:spMkLst>
            <pc:docMk/>
            <pc:sldMk cId="3188520808" sldId="266"/>
            <ac:spMk id="2" creationId="{D9244957-E392-096E-7E22-B396F3D24E3A}"/>
          </ac:spMkLst>
        </pc:spChg>
        <pc:spChg chg="del mod ord">
          <ac:chgData name="之承 沈" userId="25d5769b3392efdc" providerId="LiveId" clId="{589F0AB6-1C48-4BDE-B684-EEF6A9FF355C}" dt="2023-04-09T10:04:35.611" v="793" actId="700"/>
          <ac:spMkLst>
            <pc:docMk/>
            <pc:sldMk cId="3188520808" sldId="266"/>
            <ac:spMk id="3" creationId="{2A4A546B-47CB-A63D-24F9-00114D8750AC}"/>
          </ac:spMkLst>
        </pc:spChg>
        <pc:spChg chg="mod ord">
          <ac:chgData name="之承 沈" userId="25d5769b3392efdc" providerId="LiveId" clId="{589F0AB6-1C48-4BDE-B684-EEF6A9FF355C}" dt="2023-04-09T10:18:16.752" v="1127" actId="700"/>
          <ac:spMkLst>
            <pc:docMk/>
            <pc:sldMk cId="3188520808" sldId="266"/>
            <ac:spMk id="4" creationId="{D82FF576-74CA-B709-A6D3-CBC587D4D728}"/>
          </ac:spMkLst>
        </pc:spChg>
        <pc:spChg chg="add mod ord">
          <ac:chgData name="之承 沈" userId="25d5769b3392efdc" providerId="LiveId" clId="{589F0AB6-1C48-4BDE-B684-EEF6A9FF355C}" dt="2023-04-09T10:30:04.270" v="1343" actId="2711"/>
          <ac:spMkLst>
            <pc:docMk/>
            <pc:sldMk cId="3188520808" sldId="266"/>
            <ac:spMk id="5" creationId="{84AA154F-8A21-0EE9-1C1B-7A716A16B440}"/>
          </ac:spMkLst>
        </pc:spChg>
        <pc:spChg chg="add del mod ord">
          <ac:chgData name="之承 沈" userId="25d5769b3392efdc" providerId="LiveId" clId="{589F0AB6-1C48-4BDE-B684-EEF6A9FF355C}" dt="2023-04-09T10:05:34.277" v="796" actId="931"/>
          <ac:spMkLst>
            <pc:docMk/>
            <pc:sldMk cId="3188520808" sldId="266"/>
            <ac:spMk id="6" creationId="{651C4EDD-8EDA-41EA-FF66-35AB8F9DD640}"/>
          </ac:spMkLst>
        </pc:spChg>
        <pc:spChg chg="add del mod">
          <ac:chgData name="之承 沈" userId="25d5769b3392efdc" providerId="LiveId" clId="{589F0AB6-1C48-4BDE-B684-EEF6A9FF355C}" dt="2023-04-09T10:18:16.752" v="1127" actId="700"/>
          <ac:spMkLst>
            <pc:docMk/>
            <pc:sldMk cId="3188520808" sldId="266"/>
            <ac:spMk id="10" creationId="{DA927EAF-4945-DD56-B9D2-AA30BE77B2AC}"/>
          </ac:spMkLst>
        </pc:spChg>
        <pc:picChg chg="add del mod">
          <ac:chgData name="之承 沈" userId="25d5769b3392efdc" providerId="LiveId" clId="{589F0AB6-1C48-4BDE-B684-EEF6A9FF355C}" dt="2023-04-09T10:18:12.707" v="1126" actId="21"/>
          <ac:picMkLst>
            <pc:docMk/>
            <pc:sldMk cId="3188520808" sldId="266"/>
            <ac:picMk id="8" creationId="{0E48A770-8710-82E0-B391-93027C4EC8B4}"/>
          </ac:picMkLst>
        </pc:picChg>
      </pc:sldChg>
      <pc:sldChg chg="modSp new mod">
        <pc:chgData name="之承 沈" userId="25d5769b3392efdc" providerId="LiveId" clId="{589F0AB6-1C48-4BDE-B684-EEF6A9FF355C}" dt="2023-04-09T10:38:48.860" v="1617" actId="2711"/>
        <pc:sldMkLst>
          <pc:docMk/>
          <pc:sldMk cId="3821251681" sldId="267"/>
        </pc:sldMkLst>
        <pc:spChg chg="mod">
          <ac:chgData name="之承 沈" userId="25d5769b3392efdc" providerId="LiveId" clId="{589F0AB6-1C48-4BDE-B684-EEF6A9FF355C}" dt="2023-04-09T10:08:11.297" v="875"/>
          <ac:spMkLst>
            <pc:docMk/>
            <pc:sldMk cId="3821251681" sldId="267"/>
            <ac:spMk id="2" creationId="{37FDEC3E-729B-1821-1A52-69D53C73D17E}"/>
          </ac:spMkLst>
        </pc:spChg>
        <pc:spChg chg="mod">
          <ac:chgData name="之承 沈" userId="25d5769b3392efdc" providerId="LiveId" clId="{589F0AB6-1C48-4BDE-B684-EEF6A9FF355C}" dt="2023-04-09T10:38:48.860" v="1617" actId="2711"/>
          <ac:spMkLst>
            <pc:docMk/>
            <pc:sldMk cId="3821251681" sldId="267"/>
            <ac:spMk id="3" creationId="{A5C31549-B20F-3290-8255-3B3526020C34}"/>
          </ac:spMkLst>
        </pc:spChg>
      </pc:sldChg>
      <pc:sldChg chg="new del">
        <pc:chgData name="之承 沈" userId="25d5769b3392efdc" providerId="LiveId" clId="{589F0AB6-1C48-4BDE-B684-EEF6A9FF355C}" dt="2023-04-09T10:06:10.110" v="803" actId="2696"/>
        <pc:sldMkLst>
          <pc:docMk/>
          <pc:sldMk cId="4029865779" sldId="267"/>
        </pc:sldMkLst>
      </pc:sldChg>
      <pc:sldChg chg="addSp delSp modSp new mod modClrScheme chgLayout">
        <pc:chgData name="之承 沈" userId="25d5769b3392efdc" providerId="LiveId" clId="{589F0AB6-1C48-4BDE-B684-EEF6A9FF355C}" dt="2023-04-09T10:38:33.506" v="1616" actId="2711"/>
        <pc:sldMkLst>
          <pc:docMk/>
          <pc:sldMk cId="3931793295" sldId="268"/>
        </pc:sldMkLst>
        <pc:spChg chg="del mod ord">
          <ac:chgData name="之承 沈" userId="25d5769b3392efdc" providerId="LiveId" clId="{589F0AB6-1C48-4BDE-B684-EEF6A9FF355C}" dt="2023-04-09T10:11:48.150" v="982" actId="700"/>
          <ac:spMkLst>
            <pc:docMk/>
            <pc:sldMk cId="3931793295" sldId="268"/>
            <ac:spMk id="2" creationId="{D0D005AD-FD57-6B9E-A633-EFD2450C72F6}"/>
          </ac:spMkLst>
        </pc:spChg>
        <pc:spChg chg="del mod ord">
          <ac:chgData name="之承 沈" userId="25d5769b3392efdc" providerId="LiveId" clId="{589F0AB6-1C48-4BDE-B684-EEF6A9FF355C}" dt="2023-04-09T10:11:48.150" v="982" actId="700"/>
          <ac:spMkLst>
            <pc:docMk/>
            <pc:sldMk cId="3931793295" sldId="268"/>
            <ac:spMk id="3" creationId="{215F49E4-58EA-A8B8-153A-EC4FD57562A8}"/>
          </ac:spMkLst>
        </pc:spChg>
        <pc:spChg chg="del">
          <ac:chgData name="之承 沈" userId="25d5769b3392efdc" providerId="LiveId" clId="{589F0AB6-1C48-4BDE-B684-EEF6A9FF355C}" dt="2023-04-09T10:11:48.150" v="982" actId="700"/>
          <ac:spMkLst>
            <pc:docMk/>
            <pc:sldMk cId="3931793295" sldId="268"/>
            <ac:spMk id="4" creationId="{3275CEC3-90D7-82BF-1D66-CD69950E2EC5}"/>
          </ac:spMkLst>
        </pc:spChg>
        <pc:spChg chg="mod ord">
          <ac:chgData name="之承 沈" userId="25d5769b3392efdc" providerId="LiveId" clId="{589F0AB6-1C48-4BDE-B684-EEF6A9FF355C}" dt="2023-04-09T10:11:48.150" v="982" actId="700"/>
          <ac:spMkLst>
            <pc:docMk/>
            <pc:sldMk cId="3931793295" sldId="268"/>
            <ac:spMk id="5" creationId="{E3D96E6E-6B25-0D6C-1B76-11535059E08C}"/>
          </ac:spMkLst>
        </pc:spChg>
        <pc:spChg chg="add mod ord">
          <ac:chgData name="之承 沈" userId="25d5769b3392efdc" providerId="LiveId" clId="{589F0AB6-1C48-4BDE-B684-EEF6A9FF355C}" dt="2023-04-09T10:12:14.515" v="999" actId="20577"/>
          <ac:spMkLst>
            <pc:docMk/>
            <pc:sldMk cId="3931793295" sldId="268"/>
            <ac:spMk id="6" creationId="{BEAD591D-7B73-6D78-0209-A7072317E4C2}"/>
          </ac:spMkLst>
        </pc:spChg>
        <pc:spChg chg="add mod ord">
          <ac:chgData name="之承 沈" userId="25d5769b3392efdc" providerId="LiveId" clId="{589F0AB6-1C48-4BDE-B684-EEF6A9FF355C}" dt="2023-04-09T10:38:33.506" v="1616" actId="2711"/>
          <ac:spMkLst>
            <pc:docMk/>
            <pc:sldMk cId="3931793295" sldId="268"/>
            <ac:spMk id="7" creationId="{7EDE0136-36A1-B65C-488A-63E8F5E946BE}"/>
          </ac:spMkLst>
        </pc:spChg>
      </pc:sldChg>
      <pc:sldChg chg="addSp delSp modSp new mod modClrScheme chgLayout">
        <pc:chgData name="之承 沈" userId="25d5769b3392efdc" providerId="LiveId" clId="{589F0AB6-1C48-4BDE-B684-EEF6A9FF355C}" dt="2023-04-09T10:37:45.555" v="1615" actId="20577"/>
        <pc:sldMkLst>
          <pc:docMk/>
          <pc:sldMk cId="1583654892" sldId="269"/>
        </pc:sldMkLst>
        <pc:spChg chg="mod ord">
          <ac:chgData name="之承 沈" userId="25d5769b3392efdc" providerId="LiveId" clId="{589F0AB6-1C48-4BDE-B684-EEF6A9FF355C}" dt="2023-04-09T10:18:38.475" v="1131" actId="700"/>
          <ac:spMkLst>
            <pc:docMk/>
            <pc:sldMk cId="1583654892" sldId="269"/>
            <ac:spMk id="2" creationId="{D1AC734D-8FAA-BF6C-2DC4-417DE482FC7A}"/>
          </ac:spMkLst>
        </pc:spChg>
        <pc:spChg chg="del mod ord">
          <ac:chgData name="之承 沈" userId="25d5769b3392efdc" providerId="LiveId" clId="{589F0AB6-1C48-4BDE-B684-EEF6A9FF355C}" dt="2023-04-09T10:18:38.475" v="1131" actId="700"/>
          <ac:spMkLst>
            <pc:docMk/>
            <pc:sldMk cId="1583654892" sldId="269"/>
            <ac:spMk id="3" creationId="{8823D94E-EACE-7FA4-894B-3C62E44B4964}"/>
          </ac:spMkLst>
        </pc:spChg>
        <pc:spChg chg="mod ord">
          <ac:chgData name="之承 沈" userId="25d5769b3392efdc" providerId="LiveId" clId="{589F0AB6-1C48-4BDE-B684-EEF6A9FF355C}" dt="2023-04-09T10:18:38.475" v="1131" actId="700"/>
          <ac:spMkLst>
            <pc:docMk/>
            <pc:sldMk cId="1583654892" sldId="269"/>
            <ac:spMk id="4" creationId="{CEC09D99-D7B0-DAA7-08C4-3BAD075E8CD9}"/>
          </ac:spMkLst>
        </pc:spChg>
        <pc:spChg chg="add mod ord">
          <ac:chgData name="之承 沈" userId="25d5769b3392efdc" providerId="LiveId" clId="{589F0AB6-1C48-4BDE-B684-EEF6A9FF355C}" dt="2023-04-09T10:37:45.555" v="1615" actId="20577"/>
          <ac:spMkLst>
            <pc:docMk/>
            <pc:sldMk cId="1583654892" sldId="269"/>
            <ac:spMk id="5" creationId="{A6B7F4BE-C838-AD1F-33F6-BEB9A7021804}"/>
          </ac:spMkLst>
        </pc:spChg>
        <pc:spChg chg="add del mod ord">
          <ac:chgData name="之承 沈" userId="25d5769b3392efdc" providerId="LiveId" clId="{589F0AB6-1C48-4BDE-B684-EEF6A9FF355C}" dt="2023-04-09T10:18:43.856" v="1132" actId="931"/>
          <ac:spMkLst>
            <pc:docMk/>
            <pc:sldMk cId="1583654892" sldId="269"/>
            <ac:spMk id="6" creationId="{5839B7D7-BDD6-432A-859B-51EDBE245ADE}"/>
          </ac:spMkLst>
        </pc:spChg>
        <pc:picChg chg="add mod">
          <ac:chgData name="之承 沈" userId="25d5769b3392efdc" providerId="LiveId" clId="{589F0AB6-1C48-4BDE-B684-EEF6A9FF355C}" dt="2023-04-09T10:18:54.858" v="1137" actId="14100"/>
          <ac:picMkLst>
            <pc:docMk/>
            <pc:sldMk cId="1583654892" sldId="269"/>
            <ac:picMk id="8" creationId="{919B6526-7DA3-7137-0A19-DF32DBD87832}"/>
          </ac:picMkLst>
        </pc:picChg>
      </pc:sldChg>
      <pc:sldChg chg="addSp delSp modSp new mod modClrScheme chgLayout">
        <pc:chgData name="之承 沈" userId="25d5769b3392efdc" providerId="LiveId" clId="{589F0AB6-1C48-4BDE-B684-EEF6A9FF355C}" dt="2023-04-09T10:30:18.857" v="1345" actId="2711"/>
        <pc:sldMkLst>
          <pc:docMk/>
          <pc:sldMk cId="3334228006" sldId="270"/>
        </pc:sldMkLst>
        <pc:spChg chg="del mod ord">
          <ac:chgData name="之承 沈" userId="25d5769b3392efdc" providerId="LiveId" clId="{589F0AB6-1C48-4BDE-B684-EEF6A9FF355C}" dt="2023-04-09T10:21:49.567" v="1147" actId="700"/>
          <ac:spMkLst>
            <pc:docMk/>
            <pc:sldMk cId="3334228006" sldId="270"/>
            <ac:spMk id="2" creationId="{96ADE525-49EC-5A17-5E36-5E8F5299C89F}"/>
          </ac:spMkLst>
        </pc:spChg>
        <pc:spChg chg="del mod ord">
          <ac:chgData name="之承 沈" userId="25d5769b3392efdc" providerId="LiveId" clId="{589F0AB6-1C48-4BDE-B684-EEF6A9FF355C}" dt="2023-04-09T10:21:49.567" v="1147" actId="700"/>
          <ac:spMkLst>
            <pc:docMk/>
            <pc:sldMk cId="3334228006" sldId="270"/>
            <ac:spMk id="3" creationId="{25DB6086-1B0B-D642-13C7-DFAD8B6619DA}"/>
          </ac:spMkLst>
        </pc:spChg>
        <pc:spChg chg="del">
          <ac:chgData name="之承 沈" userId="25d5769b3392efdc" providerId="LiveId" clId="{589F0AB6-1C48-4BDE-B684-EEF6A9FF355C}" dt="2023-04-09T10:21:49.567" v="1147" actId="700"/>
          <ac:spMkLst>
            <pc:docMk/>
            <pc:sldMk cId="3334228006" sldId="270"/>
            <ac:spMk id="4" creationId="{9FDE0E1F-21E8-0CC2-3C14-C2FB6B89FC99}"/>
          </ac:spMkLst>
        </pc:spChg>
        <pc:spChg chg="mod ord">
          <ac:chgData name="之承 沈" userId="25d5769b3392efdc" providerId="LiveId" clId="{589F0AB6-1C48-4BDE-B684-EEF6A9FF355C}" dt="2023-04-09T10:21:49.567" v="1147" actId="700"/>
          <ac:spMkLst>
            <pc:docMk/>
            <pc:sldMk cId="3334228006" sldId="270"/>
            <ac:spMk id="5" creationId="{9213F358-0A60-7297-9FA9-EAA8D3D869E8}"/>
          </ac:spMkLst>
        </pc:spChg>
        <pc:spChg chg="add mod ord">
          <ac:chgData name="之承 沈" userId="25d5769b3392efdc" providerId="LiveId" clId="{589F0AB6-1C48-4BDE-B684-EEF6A9FF355C}" dt="2023-04-09T10:30:18.857" v="1345" actId="2711"/>
          <ac:spMkLst>
            <pc:docMk/>
            <pc:sldMk cId="3334228006" sldId="270"/>
            <ac:spMk id="6" creationId="{B13900E8-C1DB-1602-9427-3DC6EC129266}"/>
          </ac:spMkLst>
        </pc:spChg>
        <pc:spChg chg="add mod ord">
          <ac:chgData name="之承 沈" userId="25d5769b3392efdc" providerId="LiveId" clId="{589F0AB6-1C48-4BDE-B684-EEF6A9FF355C}" dt="2023-04-09T10:22:00.832" v="1163" actId="5793"/>
          <ac:spMkLst>
            <pc:docMk/>
            <pc:sldMk cId="3334228006" sldId="270"/>
            <ac:spMk id="7" creationId="{993354DE-5A28-A2DC-F419-0944339631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A3975-176E-4B66-BF68-D39383FEE0CD}" type="datetimeFigureOut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A774E-7286-49E7-9222-44A0C947E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339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1EC9-AAAC-47AF-A269-4996676D2364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651C-9FA2-4571-9452-2BE0AB97197A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136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8D05-7482-4E99-B8CE-EE33F4A29F3D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08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CFA7-86F6-4CD0-9E10-528996B7EEFC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7867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7897-B5D3-4272-A111-9B67B2004AE3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071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75D5-D81D-4E76-8635-CACEBFB0A4E2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598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1696-61E9-4315-9D82-A1103AA15E6B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31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9A86-719E-4BEB-B2E5-670E55BCE468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365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194D2-5330-480E-932A-F100762F2B18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892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62DE-3ADF-44AC-92E9-37AE854E0474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39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38F7-1F20-4913-9A49-9E1DDEFB906E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240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724B6-616C-4F91-8481-3827A741704A}" type="datetime1">
              <a:rPr lang="zh-TW" altLang="en-US" smtClean="0"/>
              <a:t>2023/7/24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30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substring inclusion constraint longest common subsequence problem can be solved in quadratic time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Rashed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Sohel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Rahman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Discrete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17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2012, pp.67-73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539842" y="5349875"/>
            <a:ext cx="35759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-Cheng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July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684D1F-1D53-AA32-37B0-EFB56462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243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study some variants of the Constrained Longest Common Subsequence (CLCS) problem, namely, the substring inclusion CLCS (Substring-IC-CLCS) problem and a generalized version thereof. In the Substring-IC-CLCS problem, we are to find a longest common subsequence (LCS) of two given strings containing a third constraint string (given) as a substring. Previous solution to this problem runs in cubic time,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time, where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 are the length of the 3 input strings. In this paper, we present simple O(nm) time algorithms to solve the Substring-IC-CLCS problem.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1D7D98-1D13-99BC-E0FA-EA6F5E51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537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study the Generalized Substring-IC-LCS problem where we are given two strings of length n and m respectively and an ordered list of p strings and the goal is to find an LCS containing each of them as a substring in the order they appear in the list. We present an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algorithm for this generalized version of the problem.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605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FE7BF9-93F3-8278-68CF-5573FEF3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838200" y="180884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= aatgcctga</a:t>
            </a:r>
          </a:p>
          <a:p>
            <a:pPr marL="0" indent="0">
              <a:buNone/>
            </a:pP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= cgatctgga</a:t>
            </a:r>
          </a:p>
          <a:p>
            <a:pPr marL="0" indent="0">
              <a:buNone/>
            </a:pP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= ac</a:t>
            </a:r>
          </a:p>
          <a:p>
            <a:pPr marL="0" indent="0">
              <a:buNone/>
            </a:pPr>
            <a:endParaRPr lang="pt-BR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atctga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Substring-IC-LCS(X,Y)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actga</a:t>
            </a:r>
            <a:endParaRPr lang="pt-BR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58C07E-EFB8-FE64-D8BF-8E419AD2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4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aatgcctga</a:t>
            </a:r>
          </a:p>
          <a:p>
            <a:pPr marL="0" indent="0">
              <a:buNone/>
            </a:pP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cgatctgga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 = {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at,cg,ga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atctga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Substring-IC-LCS(X,Y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atcga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458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F88251A-915D-E2AC-1555-7885C6E8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substring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出現在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的位置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aatgcctga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at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cg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S[8] = 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615235"/>
              </p:ext>
            </p:extLst>
          </p:nvPr>
        </p:nvGraphicFramePr>
        <p:xfrm>
          <a:off x="3315515" y="3259614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42917225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9040901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49572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229085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9109815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8749712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7345863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01276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475724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68931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508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424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995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r>
                        <a:rPr lang="en-US" altLang="zh-TW" baseline="-25000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490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62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47" y="2261193"/>
            <a:ext cx="10880970" cy="981562"/>
          </a:xfrm>
        </p:spPr>
      </p:pic>
    </p:spTree>
    <p:extLst>
      <p:ext uri="{BB962C8B-B14F-4D97-AF65-F5344CB8AC3E}">
        <p14:creationId xmlns:p14="http://schemas.microsoft.com/office/powerpoint/2010/main" val="912607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332140"/>
            <a:ext cx="9720463" cy="3405930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11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內容版面配置區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3666269"/>
              </p:ext>
            </p:extLst>
          </p:nvPr>
        </p:nvGraphicFramePr>
        <p:xfrm>
          <a:off x="175471" y="2698115"/>
          <a:ext cx="4505589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99">
                  <a:extLst>
                    <a:ext uri="{9D8B030D-6E8A-4147-A177-3AD203B41FA5}">
                      <a16:colId xmlns:a16="http://schemas.microsoft.com/office/drawing/2014/main" val="339674725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81755713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02555840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17190131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79954831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58677221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546557270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34635886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25039458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3618075275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228021133"/>
                    </a:ext>
                  </a:extLst>
                </a:gridCol>
              </a:tblGrid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97662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6023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04032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54895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1720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05386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54722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6757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392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89056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193174"/>
                  </a:ext>
                </a:extLst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75471" y="2174895"/>
            <a:ext cx="882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980615" y="2174895"/>
            <a:ext cx="2477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43949" y="1400961"/>
            <a:ext cx="3305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= at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Substring-IC-LCS(X,Y)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atctga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= -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36850"/>
              </p:ext>
            </p:extLst>
          </p:nvPr>
        </p:nvGraphicFramePr>
        <p:xfrm>
          <a:off x="6216768" y="701350"/>
          <a:ext cx="5224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448">
                  <a:extLst>
                    <a:ext uri="{9D8B030D-6E8A-4147-A177-3AD203B41FA5}">
                      <a16:colId xmlns:a16="http://schemas.microsoft.com/office/drawing/2014/main" val="4215188325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3792328675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006979511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147666704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1047770252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489956810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086017101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262125874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721301710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79739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70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S</a:t>
                      </a:r>
                      <a:r>
                        <a:rPr lang="en-US" altLang="zh-TW" baseline="-25000" dirty="0" err="1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724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S</a:t>
                      </a:r>
                      <a:r>
                        <a:rPr lang="en-US" altLang="zh-TW" baseline="-25000" dirty="0" err="1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33096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9872507" y="2698115"/>
            <a:ext cx="31374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= </a:t>
            </a:r>
            <a:r>
              <a:rPr lang="en-US" altLang="zh-TW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= </a:t>
            </a:r>
            <a:r>
              <a:rPr lang="en-US" altLang="zh-TW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[3,4] =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LCS[</a:t>
            </a:r>
            <a:r>
              <a:rPr lang="en-US" altLang="zh-TW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-1, </a:t>
            </a:r>
            <a:r>
              <a:rPr lang="en-US" altLang="zh-TW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-1] + 2 =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LCS[1,2] + 2 = 0 + 2 = 2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18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5687388"/>
              </p:ext>
            </p:extLst>
          </p:nvPr>
        </p:nvGraphicFramePr>
        <p:xfrm>
          <a:off x="5065334" y="2680506"/>
          <a:ext cx="4505589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99">
                  <a:extLst>
                    <a:ext uri="{9D8B030D-6E8A-4147-A177-3AD203B41FA5}">
                      <a16:colId xmlns:a16="http://schemas.microsoft.com/office/drawing/2014/main" val="339674725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81755713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02555840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17190131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79954831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58677221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546557270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34635886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25039458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3618075275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228021133"/>
                    </a:ext>
                  </a:extLst>
                </a:gridCol>
              </a:tblGrid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97662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N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6023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04032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54895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1720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05386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54722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6757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392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89056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193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58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75026" y="2339680"/>
            <a:ext cx="2477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43949" y="1400961"/>
            <a:ext cx="3305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= {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at,cg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Substring-IC-LCS(X,Y)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atcga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= -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781654"/>
              </p:ext>
            </p:extLst>
          </p:nvPr>
        </p:nvGraphicFramePr>
        <p:xfrm>
          <a:off x="6958683" y="1330421"/>
          <a:ext cx="52244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448">
                  <a:extLst>
                    <a:ext uri="{9D8B030D-6E8A-4147-A177-3AD203B41FA5}">
                      <a16:colId xmlns:a16="http://schemas.microsoft.com/office/drawing/2014/main" val="4215188325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3792328675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006979511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147666704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1047770252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489956810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086017101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262125874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721301710"/>
                    </a:ext>
                  </a:extLst>
                </a:gridCol>
                <a:gridCol w="522448">
                  <a:extLst>
                    <a:ext uri="{9D8B030D-6E8A-4147-A177-3AD203B41FA5}">
                      <a16:colId xmlns:a16="http://schemas.microsoft.com/office/drawing/2014/main" val="279739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70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S</a:t>
                      </a:r>
                      <a:r>
                        <a:rPr lang="en-US" altLang="zh-TW" baseline="-25000" dirty="0" err="1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724671"/>
                  </a:ext>
                </a:extLst>
              </a:tr>
              <a:tr h="353985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S</a:t>
                      </a:r>
                      <a:r>
                        <a:rPr lang="en-US" altLang="zh-TW" baseline="-25000" dirty="0" err="1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33096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9872507" y="2698115"/>
            <a:ext cx="31374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[8]=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= 1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[8,2] =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[6-1,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-1] + 2 =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[5,1] + 2 = N + 2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N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[8]= 6</a:t>
            </a:r>
          </a:p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[8,7]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[6-1,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5-1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+ 2 =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[5,4]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2153158"/>
              </p:ext>
            </p:extLst>
          </p:nvPr>
        </p:nvGraphicFramePr>
        <p:xfrm>
          <a:off x="407914" y="2834640"/>
          <a:ext cx="4505589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99">
                  <a:extLst>
                    <a:ext uri="{9D8B030D-6E8A-4147-A177-3AD203B41FA5}">
                      <a16:colId xmlns:a16="http://schemas.microsoft.com/office/drawing/2014/main" val="339674725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81755713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02555840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17190131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79954831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58677221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546557270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34635886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25039458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3618075275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228021133"/>
                    </a:ext>
                  </a:extLst>
                </a:gridCol>
              </a:tblGrid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97662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N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6023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04032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54895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1720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05386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54722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6757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392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89056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193174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191787"/>
              </p:ext>
            </p:extLst>
          </p:nvPr>
        </p:nvGraphicFramePr>
        <p:xfrm>
          <a:off x="5140210" y="2834640"/>
          <a:ext cx="4505589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99">
                  <a:extLst>
                    <a:ext uri="{9D8B030D-6E8A-4147-A177-3AD203B41FA5}">
                      <a16:colId xmlns:a16="http://schemas.microsoft.com/office/drawing/2014/main" val="339674725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81755713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02555840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17190131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79954831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58677221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546557270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34635886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25039458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3618075275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228021133"/>
                    </a:ext>
                  </a:extLst>
                </a:gridCol>
              </a:tblGrid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97662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N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6023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04032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54895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1720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05386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54722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6757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392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89056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193174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5023097" y="2274512"/>
            <a:ext cx="2477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71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75026" y="2339680"/>
            <a:ext cx="2477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43949" y="1400961"/>
            <a:ext cx="3305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= {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at,cg,ga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Substring-IC-LCS(X,Y)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atcga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= -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800151"/>
              </p:ext>
            </p:extLst>
          </p:nvPr>
        </p:nvGraphicFramePr>
        <p:xfrm>
          <a:off x="6426410" y="1267809"/>
          <a:ext cx="576559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559">
                  <a:extLst>
                    <a:ext uri="{9D8B030D-6E8A-4147-A177-3AD203B41FA5}">
                      <a16:colId xmlns:a16="http://schemas.microsoft.com/office/drawing/2014/main" val="4215188325"/>
                    </a:ext>
                  </a:extLst>
                </a:gridCol>
                <a:gridCol w="576559">
                  <a:extLst>
                    <a:ext uri="{9D8B030D-6E8A-4147-A177-3AD203B41FA5}">
                      <a16:colId xmlns:a16="http://schemas.microsoft.com/office/drawing/2014/main" val="3792328675"/>
                    </a:ext>
                  </a:extLst>
                </a:gridCol>
                <a:gridCol w="576559">
                  <a:extLst>
                    <a:ext uri="{9D8B030D-6E8A-4147-A177-3AD203B41FA5}">
                      <a16:colId xmlns:a16="http://schemas.microsoft.com/office/drawing/2014/main" val="2006979511"/>
                    </a:ext>
                  </a:extLst>
                </a:gridCol>
                <a:gridCol w="576559">
                  <a:extLst>
                    <a:ext uri="{9D8B030D-6E8A-4147-A177-3AD203B41FA5}">
                      <a16:colId xmlns:a16="http://schemas.microsoft.com/office/drawing/2014/main" val="2147666704"/>
                    </a:ext>
                  </a:extLst>
                </a:gridCol>
                <a:gridCol w="576559">
                  <a:extLst>
                    <a:ext uri="{9D8B030D-6E8A-4147-A177-3AD203B41FA5}">
                      <a16:colId xmlns:a16="http://schemas.microsoft.com/office/drawing/2014/main" val="1047770252"/>
                    </a:ext>
                  </a:extLst>
                </a:gridCol>
                <a:gridCol w="576559">
                  <a:extLst>
                    <a:ext uri="{9D8B030D-6E8A-4147-A177-3AD203B41FA5}">
                      <a16:colId xmlns:a16="http://schemas.microsoft.com/office/drawing/2014/main" val="489956810"/>
                    </a:ext>
                  </a:extLst>
                </a:gridCol>
                <a:gridCol w="576559">
                  <a:extLst>
                    <a:ext uri="{9D8B030D-6E8A-4147-A177-3AD203B41FA5}">
                      <a16:colId xmlns:a16="http://schemas.microsoft.com/office/drawing/2014/main" val="2086017101"/>
                    </a:ext>
                  </a:extLst>
                </a:gridCol>
                <a:gridCol w="576559">
                  <a:extLst>
                    <a:ext uri="{9D8B030D-6E8A-4147-A177-3AD203B41FA5}">
                      <a16:colId xmlns:a16="http://schemas.microsoft.com/office/drawing/2014/main" val="2262125874"/>
                    </a:ext>
                  </a:extLst>
                </a:gridCol>
                <a:gridCol w="576559">
                  <a:extLst>
                    <a:ext uri="{9D8B030D-6E8A-4147-A177-3AD203B41FA5}">
                      <a16:colId xmlns:a16="http://schemas.microsoft.com/office/drawing/2014/main" val="2721301710"/>
                    </a:ext>
                  </a:extLst>
                </a:gridCol>
                <a:gridCol w="576559">
                  <a:extLst>
                    <a:ext uri="{9D8B030D-6E8A-4147-A177-3AD203B41FA5}">
                      <a16:colId xmlns:a16="http://schemas.microsoft.com/office/drawing/2014/main" val="279739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70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1400" baseline="0" dirty="0" err="1" smtClean="0"/>
                        <a:t>NOV</a:t>
                      </a:r>
                      <a:r>
                        <a:rPr lang="en-US" altLang="zh-TW" sz="1400" baseline="-25000" dirty="0" err="1" smtClean="0"/>
                        <a:t>x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724671"/>
                  </a:ext>
                </a:extLst>
              </a:tr>
              <a:tr h="353985">
                <a:tc>
                  <a:txBody>
                    <a:bodyPr/>
                    <a:lstStyle/>
                    <a:p>
                      <a:r>
                        <a:rPr lang="en-US" altLang="zh-TW" sz="1400" baseline="0" dirty="0" err="1" smtClean="0"/>
                        <a:t>NOV</a:t>
                      </a:r>
                      <a:r>
                        <a:rPr lang="en-US" altLang="zh-TW" sz="1400" baseline="-25000" dirty="0" err="1" smtClean="0"/>
                        <a:t>y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33096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9872507" y="2698115"/>
            <a:ext cx="31374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[9]= 9</a:t>
            </a:r>
          </a:p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[9] = 8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[9,9] =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[9-1, 8-1] + 1 =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[8,7] + 1 = 4 + 1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13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3015135"/>
              </p:ext>
            </p:extLst>
          </p:nvPr>
        </p:nvGraphicFramePr>
        <p:xfrm>
          <a:off x="5140210" y="2834640"/>
          <a:ext cx="4505589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99">
                  <a:extLst>
                    <a:ext uri="{9D8B030D-6E8A-4147-A177-3AD203B41FA5}">
                      <a16:colId xmlns:a16="http://schemas.microsoft.com/office/drawing/2014/main" val="339674725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81755713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02555840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17190131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79954831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58677221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546557270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34635886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25039458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3618075275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228021133"/>
                    </a:ext>
                  </a:extLst>
                </a:gridCol>
              </a:tblGrid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97662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N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6023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04032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54895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1720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05386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54722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6757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392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89056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193174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5023097" y="2274512"/>
            <a:ext cx="2477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4745013"/>
              </p:ext>
            </p:extLst>
          </p:nvPr>
        </p:nvGraphicFramePr>
        <p:xfrm>
          <a:off x="407913" y="2834517"/>
          <a:ext cx="4505589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99">
                  <a:extLst>
                    <a:ext uri="{9D8B030D-6E8A-4147-A177-3AD203B41FA5}">
                      <a16:colId xmlns:a16="http://schemas.microsoft.com/office/drawing/2014/main" val="339674725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81755713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02555840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17190131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79954831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58677221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546557270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2346358867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1250394583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3618075275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4228021133"/>
                    </a:ext>
                  </a:extLst>
                </a:gridCol>
              </a:tblGrid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97662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N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6023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04032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548955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1720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05386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54722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67578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39216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890567"/>
                  </a:ext>
                </a:extLst>
              </a:tr>
              <a:tr h="3326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193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19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,NOV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,NOV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O(n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O(n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LCS(X,Y) = O(n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LCS = O(n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p), p is the number of constraint string.</a:t>
            </a:r>
            <a:endParaRPr lang="en-US" altLang="zh-TW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49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13900E8-C1DB-1602-9427-3DC6EC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Thanks~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993354DE-5A28-A2DC-F419-094433963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13F358-0A60-7297-9FA9-EAA8D3D8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22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3334</TotalTime>
  <Words>1329</Words>
  <Application>Microsoft Office PowerPoint</Application>
  <PresentationFormat>寬螢幕</PresentationFormat>
  <Paragraphs>936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Symbol</vt:lpstr>
      <vt:lpstr>Times New Roman</vt:lpstr>
      <vt:lpstr>Office 佈景主題</vt:lpstr>
      <vt:lpstr>The substring inclusion constraint longest common subsequence problem can be solved in quadratic time</vt:lpstr>
      <vt:lpstr>Abstract</vt:lpstr>
      <vt:lpstr>Abstract</vt:lpstr>
      <vt:lpstr>Substring-IC-LCS</vt:lpstr>
      <vt:lpstr>Generalized Substring-IC-LCS</vt:lpstr>
      <vt:lpstr>PowerPoint 簡報</vt:lpstr>
      <vt:lpstr>PowerPoint 簡報</vt:lpstr>
      <vt:lpstr>PowerPoint 簡報</vt:lpstr>
      <vt:lpstr>Substring-IC-LCS</vt:lpstr>
      <vt:lpstr>Generalized Substring-IC-LCS</vt:lpstr>
      <vt:lpstr>Generalized Substring-IC-LCS</vt:lpstr>
      <vt:lpstr>Time Complexity</vt:lpstr>
      <vt:lpstr>Thanks~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Longest Increasing Subsequences in Sliding Windows</dc:title>
  <dc:creator>沈之承</dc:creator>
  <cp:lastModifiedBy>沈之承</cp:lastModifiedBy>
  <cp:revision>108</cp:revision>
  <dcterms:created xsi:type="dcterms:W3CDTF">2023-03-06T07:11:02Z</dcterms:created>
  <dcterms:modified xsi:type="dcterms:W3CDTF">2023-07-25T06:23:03Z</dcterms:modified>
</cp:coreProperties>
</file>