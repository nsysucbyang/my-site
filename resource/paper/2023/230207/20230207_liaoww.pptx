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77" r:id="rId4"/>
    <p:sldId id="281" r:id="rId5"/>
    <p:sldId id="290" r:id="rId6"/>
    <p:sldId id="293" r:id="rId7"/>
    <p:sldId id="294" r:id="rId8"/>
    <p:sldId id="288" r:id="rId9"/>
    <p:sldId id="289" r:id="rId10"/>
    <p:sldId id="292" r:id="rId11"/>
    <p:sldId id="291" r:id="rId12"/>
    <p:sldId id="269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57" autoAdjust="0"/>
  </p:normalViewPr>
  <p:slideViewPr>
    <p:cSldViewPr snapToGrid="0">
      <p:cViewPr varScale="1">
        <p:scale>
          <a:sx n="110" d="100"/>
          <a:sy n="110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2023/2/7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9728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2381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1627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2079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1614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3911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2351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6639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8706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422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D569-BD2D-4D1C-B67A-2A5601E6B3E3}" type="datetime1">
              <a:rPr lang="zh-TW" altLang="en-US" smtClean="0"/>
              <a:t>2023/2/7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9AF4-0F76-4C66-B441-D1B2D7ED3BEC}" type="datetime1">
              <a:rPr lang="zh-TW" altLang="en-US" smtClean="0"/>
              <a:t>2023/2/7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6C79-1DF6-49C7-8CD7-FD6F5B614111}" type="datetime1">
              <a:rPr lang="zh-TW" altLang="en-US" smtClean="0"/>
              <a:t>2023/2/7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13F3-84C2-4D70-A0DE-40780363C9EE}" type="datetime1">
              <a:rPr lang="zh-TW" altLang="en-US" smtClean="0"/>
              <a:t>2023/2/7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A993-B73B-4E0A-AC46-BDD6B2FA04A9}" type="datetime1">
              <a:rPr lang="zh-TW" altLang="en-US" smtClean="0"/>
              <a:t>2023/2/7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ADAD-A8C5-4E4F-97C2-B2F188A7EEC4}" type="datetime1">
              <a:rPr lang="zh-TW" altLang="en-US" smtClean="0"/>
              <a:t>2023/2/7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DE65-CDBA-47B3-8C63-EAD937C328D1}" type="datetime1">
              <a:rPr lang="zh-TW" altLang="en-US" smtClean="0"/>
              <a:t>2023/2/7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9CB4A-921C-4216-9056-986295B6B351}" type="datetime1">
              <a:rPr lang="zh-TW" altLang="en-US" smtClean="0"/>
              <a:t>2023/2/7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2F44B-5705-4772-8785-D8AAB7BCD3BF}" type="datetime1">
              <a:rPr lang="zh-TW" altLang="en-US" smtClean="0"/>
              <a:t>2023/2/7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920-BF4E-4A34-B8B5-5D2BB9836F35}" type="datetime1">
              <a:rPr lang="zh-TW" altLang="en-US" smtClean="0"/>
              <a:t>2023/2/7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23D5-CB9E-42C4-A443-74EE43A78F1A}" type="datetime1">
              <a:rPr lang="zh-TW" altLang="en-US" smtClean="0"/>
              <a:t>2023/2/7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CDBA5-E58B-4CB2-961D-91717090BBCB}" type="datetime1">
              <a:rPr lang="zh-TW" altLang="en-US" smtClean="0"/>
              <a:t>2023/2/7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01A9-EC42-0349-C42C-1EF1F72BF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3962" y="1122363"/>
            <a:ext cx="9966552" cy="2387600"/>
          </a:xfrm>
        </p:spPr>
        <p:txBody>
          <a:bodyPr>
            <a:noAutofit/>
          </a:bodyPr>
          <a:lstStyle/>
          <a:p>
            <a:r>
              <a:rPr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</a:t>
            </a:r>
            <a:br>
              <a:rPr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algorithms</a:t>
            </a:r>
            <a:endParaRPr lang="zh-TW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9553" y="3863340"/>
            <a:ext cx="9715370" cy="1655762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Yoshifumi Sakai</a:t>
            </a:r>
          </a:p>
          <a:p>
            <a:pPr algn="ctr"/>
            <a:r>
              <a:rPr lang="fr-FR" altLang="zh-TW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Theoretical</a:t>
            </a:r>
            <a:r>
              <a:rPr lang="fr-FR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Science, Volume 793, </a:t>
            </a:r>
            <a:r>
              <a:rPr lang="fr-FR" altLang="zh-TW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November</a:t>
            </a:r>
            <a:r>
              <a:rPr lang="fr-FR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2019, pp. 132-139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Wen-Wen Liao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Feb. 7,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A558-83F5-DC4B-E8C9-3EB0801F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298"/>
            <a:ext cx="10797330" cy="469783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common subsequence of two strings is maximal if inserting any character into it no longer yields a common subsequence. The present article proposes a (sub)</a:t>
            </a:r>
            <a:r>
              <a:rPr kumimoji="1"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linearithmic</a:t>
            </a:r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-time, linear-space algorithm for finding a maximal common subsequence of two strings and a linear-time algorithm for determining if a common subsequence of two strings is maximal.</a:t>
            </a:r>
            <a:endParaRPr kumimoji="1"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MCS (Maximal common subsequence)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aadbcbbda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addababc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MCS = {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adbc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adda,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adbb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aa, …}</a:t>
            </a:r>
            <a:endParaRPr kumimoji="1" lang="pt-B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ad is not MCS</a:t>
            </a:r>
          </a:p>
          <a:p>
            <a:pPr lvl="1"/>
            <a:endParaRPr kumimoji="1"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26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finding an MCS</a:t>
            </a:r>
            <a:endParaRPr kumimoji="1" lang="zh-TW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4F8821-12F9-FA03-7B94-2956A7A4B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B3FE122-2864-6721-90AD-686BA2D4530F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eeeaeecebebcd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fafffaffbddcfa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ε (empty sequence)</a:t>
            </a:r>
          </a:p>
        </p:txBody>
      </p:sp>
    </p:spTree>
    <p:extLst>
      <p:ext uri="{BB962C8B-B14F-4D97-AF65-F5344CB8AC3E}">
        <p14:creationId xmlns:p14="http://schemas.microsoft.com/office/powerpoint/2010/main" val="13936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finding an MCS</a:t>
            </a:r>
            <a:endParaRPr kumimoji="1" lang="zh-TW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20E561-EDCF-EB85-4CF9-7FC5E9444D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4153" b="76548"/>
          <a:stretch/>
        </p:blipFill>
        <p:spPr>
          <a:xfrm>
            <a:off x="838200" y="1967305"/>
            <a:ext cx="4988236" cy="132556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4F8821-12F9-FA03-7B94-2956A7A4B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19711-F26B-AA2D-4C6F-3467581563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052" r="44153" b="49603"/>
          <a:stretch/>
        </p:blipFill>
        <p:spPr>
          <a:xfrm>
            <a:off x="838200" y="4093859"/>
            <a:ext cx="4988236" cy="1432560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011375-5E34-A819-037D-09D14E06A1A3}"/>
              </a:ext>
            </a:extLst>
          </p:cNvPr>
          <p:cNvSpPr txBox="1">
            <a:spLocks/>
          </p:cNvSpPr>
          <p:nvPr/>
        </p:nvSpPr>
        <p:spPr>
          <a:xfrm>
            <a:off x="6524492" y="2214361"/>
            <a:ext cx="4988237" cy="994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ε </a:t>
            </a: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X[4] = Y[2]      =&gt;W = a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49D57DB-7C95-BAC8-AD95-5B86C9715062}"/>
              </a:ext>
            </a:extLst>
          </p:cNvPr>
          <p:cNvSpPr txBox="1">
            <a:spLocks/>
          </p:cNvSpPr>
          <p:nvPr/>
        </p:nvSpPr>
        <p:spPr>
          <a:xfrm>
            <a:off x="6524492" y="4286924"/>
            <a:ext cx="4988238" cy="994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a </a:t>
            </a: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X[7] = Y[12]      =&gt;W = ac</a:t>
            </a:r>
          </a:p>
        </p:txBody>
      </p:sp>
    </p:spTree>
    <p:extLst>
      <p:ext uri="{BB962C8B-B14F-4D97-AF65-F5344CB8AC3E}">
        <p14:creationId xmlns:p14="http://schemas.microsoft.com/office/powerpoint/2010/main" val="375453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finding an MCS</a:t>
            </a:r>
            <a:endParaRPr kumimoji="1" lang="zh-TW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20E561-EDCF-EB85-4CF9-7FC5E9444D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748" r="45709" b="25568"/>
          <a:stretch/>
        </p:blipFill>
        <p:spPr>
          <a:xfrm>
            <a:off x="838200" y="1948087"/>
            <a:ext cx="4801886" cy="13255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4F8821-12F9-FA03-7B94-2956A7A4B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A67D05-4B73-50DA-7251-7F22FA9AD7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374" r="45709"/>
          <a:stretch/>
        </p:blipFill>
        <p:spPr>
          <a:xfrm>
            <a:off x="838200" y="4074066"/>
            <a:ext cx="4801886" cy="137829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B460B-6612-AEDC-DF61-7B117B8CA38B}"/>
              </a:ext>
            </a:extLst>
          </p:cNvPr>
          <p:cNvSpPr txBox="1">
            <a:spLocks/>
          </p:cNvSpPr>
          <p:nvPr/>
        </p:nvSpPr>
        <p:spPr>
          <a:xfrm>
            <a:off x="6524492" y="2214361"/>
            <a:ext cx="4988237" cy="1325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ac</a:t>
            </a: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X[8, 13] and Y[13, 14] are disjoint</a:t>
            </a: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is the last element of the output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CA36204-92AE-07E7-1CEB-46D342A0A792}"/>
              </a:ext>
            </a:extLst>
          </p:cNvPr>
          <p:cNvSpPr txBox="1">
            <a:spLocks/>
          </p:cNvSpPr>
          <p:nvPr/>
        </p:nvSpPr>
        <p:spPr>
          <a:xfrm>
            <a:off x="6524492" y="4286924"/>
            <a:ext cx="4988238" cy="994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|X| = 11, |Y| = 11, W = a </a:t>
            </a: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X[9] = Y[9]      =&gt;W = ab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FF12DE-A4C7-099E-338B-1E7C3A863D01}"/>
              </a:ext>
            </a:extLst>
          </p:cNvPr>
          <p:cNvCxnSpPr/>
          <p:nvPr/>
        </p:nvCxnSpPr>
        <p:spPr>
          <a:xfrm>
            <a:off x="2211978" y="5093221"/>
            <a:ext cx="0" cy="431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7A1C7ED-3964-8690-04D2-C28C03B07B6C}"/>
              </a:ext>
            </a:extLst>
          </p:cNvPr>
          <p:cNvSpPr txBox="1"/>
          <p:nvPr/>
        </p:nvSpPr>
        <p:spPr>
          <a:xfrm>
            <a:off x="1410789" y="5524942"/>
            <a:ext cx="1991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in stage(b)</a:t>
            </a:r>
            <a:endParaRPr kumimoji="1"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finding an MCS</a:t>
            </a:r>
            <a:endParaRPr kumimoji="1" lang="zh-TW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20E561-EDCF-EB85-4CF9-7FC5E9444D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625" b="28714"/>
          <a:stretch/>
        </p:blipFill>
        <p:spPr>
          <a:xfrm>
            <a:off x="838200" y="1690688"/>
            <a:ext cx="4181417" cy="425061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4F8821-12F9-FA03-7B94-2956A7A4B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206B776-A300-CCBC-6881-7DE00F99B22D}"/>
              </a:ext>
            </a:extLst>
          </p:cNvPr>
          <p:cNvSpPr txBox="1">
            <a:spLocks/>
          </p:cNvSpPr>
          <p:nvPr/>
        </p:nvSpPr>
        <p:spPr>
          <a:xfrm>
            <a:off x="5958435" y="1827652"/>
            <a:ext cx="4988238" cy="1325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a</a:t>
            </a: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X[10, 11] and Y[10, 11] are disjoint</a:t>
            </a: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is the second last element of the output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2A95FEB-8FF8-B48F-F0FD-F9F857DCC7FD}"/>
              </a:ext>
            </a:extLst>
          </p:cNvPr>
          <p:cNvSpPr txBox="1">
            <a:spLocks/>
          </p:cNvSpPr>
          <p:nvPr/>
        </p:nvSpPr>
        <p:spPr>
          <a:xfrm>
            <a:off x="5958435" y="3455126"/>
            <a:ext cx="4988238" cy="9941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|X| = 10, |Y| = 8, W = a</a:t>
            </a: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X[5, 10] and Y[3, 8] are disjoint</a:t>
            </a: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is the third last element of the output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1EBC89F-B5F2-E01E-6B53-7DDFCAB6BA77}"/>
              </a:ext>
            </a:extLst>
          </p:cNvPr>
          <p:cNvSpPr txBox="1">
            <a:spLocks/>
          </p:cNvSpPr>
          <p:nvPr/>
        </p:nvSpPr>
        <p:spPr>
          <a:xfrm>
            <a:off x="5958435" y="4893824"/>
            <a:ext cx="4988238" cy="9941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|X| = 3, |Y| = 4, W = ε</a:t>
            </a: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X[1, 3] and Y[1, 5] are disjoint</a:t>
            </a: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 output       =&gt;MCS = </a:t>
            </a:r>
            <a:r>
              <a:rPr kumimoji="1"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059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finding a constrained MCS</a:t>
            </a:r>
            <a:endParaRPr kumimoji="1" lang="zh-TW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4DE8576-3E0C-2E0A-3469-64029F9CB805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initializes W to an arbitrary common subsequence, instead of ε</a:t>
            </a:r>
          </a:p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eeeaeecebebcd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fafffaffbddcfa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ab</a:t>
            </a:r>
          </a:p>
          <a:p>
            <a:endParaRPr kumimoji="1"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6D134-9CA1-DD91-F4C4-C42D9BB85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237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09366" cy="1325563"/>
          </a:xfrm>
        </p:spPr>
        <p:txBody>
          <a:bodyPr>
            <a:noAutofit/>
          </a:bodyPr>
          <a:lstStyle/>
          <a:p>
            <a:r>
              <a:rPr kumimoji="1" lang="en-US" altLang="zh-TW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determining if a common subsequence is maximal</a:t>
            </a:r>
            <a:endParaRPr kumimoji="1" lang="zh-TW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0F4D3-42DA-4B94-CBB2-9D3FE5FA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EA55AF61-B4FD-F1FE-1C6D-0945E2FA85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kumimoji="1" lang="en-US" altLang="zh-TW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kumimoji="1" lang="zh-TW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字母</a:t>
                </a:r>
                <a:r>
                  <a:rPr kumimoji="1" lang="en-US" altLang="zh-TW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zh-TW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</a:t>
                </a:r>
                <a:r>
                  <a:rPr kumimoji="1" lang="en-US" altLang="zh-TW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kumimoji="1" lang="zh-TW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中第</a:t>
                </a:r>
                <a:r>
                  <a:rPr kumimoji="1" lang="en-US" altLang="zh-TW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kumimoji="1" lang="zh-TW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個</a:t>
                </a:r>
                <a:r>
                  <a:rPr kumimoji="1" lang="en-US" altLang="zh-TW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index</a:t>
                </a:r>
                <a:r>
                  <a:rPr kumimoji="1" lang="zh-TW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之後出現的第</a:t>
                </a:r>
                <a:r>
                  <a:rPr kumimoji="1" lang="en-US" altLang="zh-TW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kumimoji="1" lang="zh-TW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個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位置</a:t>
                </a:r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EA55AF61-B4FD-F1FE-1C6D-0945E2FA8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3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69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09366" cy="1325563"/>
          </a:xfrm>
        </p:spPr>
        <p:txBody>
          <a:bodyPr>
            <a:noAutofit/>
          </a:bodyPr>
          <a:lstStyle/>
          <a:p>
            <a:r>
              <a:rPr kumimoji="1" lang="en-US" altLang="zh-TW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determining if a common subsequence is maximal</a:t>
            </a:r>
            <a:endParaRPr kumimoji="1" lang="zh-TW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B0DE0-0BCC-5D64-3EF5-DFF569E384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3575"/>
          <a:stretch/>
        </p:blipFill>
        <p:spPr>
          <a:xfrm>
            <a:off x="691243" y="1848554"/>
            <a:ext cx="4953000" cy="164358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0F4D3-42DA-4B94-CBB2-9D3FE5FA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244EB7-60F0-674D-B2E6-AF3A9E8B37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68" b="49342"/>
          <a:stretch/>
        </p:blipFill>
        <p:spPr>
          <a:xfrm>
            <a:off x="691243" y="4133627"/>
            <a:ext cx="4952999" cy="14796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C94F9A0-84C5-745B-9947-68E510E3B7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36920" y="1927086"/>
                <a:ext cx="5292634" cy="20096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|X|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13, |Y| = 12, |W| = 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11, 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11, 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|X|,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11, 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|X|,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11, 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|X|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kumimoji="1" lang="zh-TW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|Y|,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8, 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C94F9A0-84C5-745B-9947-68E510E3B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920" y="1927086"/>
                <a:ext cx="5292634" cy="2009650"/>
              </a:xfrm>
              <a:prstGeom prst="rect">
                <a:avLst/>
              </a:prstGeom>
              <a:blipFill>
                <a:blip r:embed="rId4"/>
                <a:stretch>
                  <a:fillRect l="-1037" t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654510C4-3045-FC65-2631-2D452388FF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36919" y="3936736"/>
                <a:ext cx="5292634" cy="20096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|X|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10, |Y| = 10, |W| = 2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|X|,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|X|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kumimoji="1" lang="zh-TW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|Y|,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5, 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|Y|,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</a:t>
                </a:r>
              </a:p>
            </p:txBody>
          </p:sp>
        </mc:Choice>
        <mc:Fallback xmlns="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654510C4-3045-FC65-2631-2D452388F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919" y="3936736"/>
                <a:ext cx="5292634" cy="2009650"/>
              </a:xfrm>
              <a:prstGeom prst="rect">
                <a:avLst/>
              </a:prstGeom>
              <a:blipFill>
                <a:blip r:embed="rId5"/>
                <a:stretch>
                  <a:fillRect l="-921" t="-33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 13">
            <a:extLst>
              <a:ext uri="{FF2B5EF4-FFF2-40B4-BE49-F238E27FC236}">
                <a16:creationId xmlns:a16="http://schemas.microsoft.com/office/drawing/2014/main" id="{118AB4DE-A009-02B6-9537-DCC3A839AD53}"/>
              </a:ext>
            </a:extLst>
          </p:cNvPr>
          <p:cNvSpPr/>
          <p:nvPr/>
        </p:nvSpPr>
        <p:spPr>
          <a:xfrm rot="2142454">
            <a:off x="7733883" y="3310616"/>
            <a:ext cx="2503260" cy="267362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CAE26A-85BC-5473-F68E-384FBBEBE4FE}"/>
              </a:ext>
            </a:extLst>
          </p:cNvPr>
          <p:cNvCxnSpPr>
            <a:cxnSpLocks/>
          </p:cNvCxnSpPr>
          <p:nvPr/>
        </p:nvCxnSpPr>
        <p:spPr>
          <a:xfrm flipH="1">
            <a:off x="9912530" y="5360521"/>
            <a:ext cx="91491" cy="117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45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09366" cy="1325563"/>
          </a:xfrm>
        </p:spPr>
        <p:txBody>
          <a:bodyPr>
            <a:noAutofit/>
          </a:bodyPr>
          <a:lstStyle/>
          <a:p>
            <a:r>
              <a:rPr kumimoji="1" lang="en-US" altLang="zh-TW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determining if a common subsequence is maximal</a:t>
            </a:r>
            <a:endParaRPr kumimoji="1" lang="zh-TW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B0DE0-0BCC-5D64-3EF5-DFF569E384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814" r="24006" b="25185"/>
          <a:stretch/>
        </p:blipFill>
        <p:spPr>
          <a:xfrm>
            <a:off x="986246" y="2063933"/>
            <a:ext cx="3803469" cy="144562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0F4D3-42DA-4B94-CBB2-9D3FE5FA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11</a:t>
            </a:fld>
            <a:endParaRPr lang="zh-TW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BBF9CC-0DA5-29A6-6E22-3CE7E63787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6269" r="24006"/>
          <a:stretch/>
        </p:blipFill>
        <p:spPr>
          <a:xfrm>
            <a:off x="986245" y="4127862"/>
            <a:ext cx="3803469" cy="14915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93CD3988-F07C-AB61-57E5-F5610918A4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36920" y="1927086"/>
                <a:ext cx="5292634" cy="20096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|X|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8, |Y| = 3, |W| =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|X|, 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|X|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kumimoji="1" lang="zh-TW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|Y|,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|Y|, 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|Y|,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</a:t>
                </a:r>
              </a:p>
            </p:txBody>
          </p:sp>
        </mc:Choice>
        <mc:Fallback xmlns="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93CD3988-F07C-AB61-57E5-F5610918A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920" y="1927086"/>
                <a:ext cx="5292634" cy="2009650"/>
              </a:xfrm>
              <a:prstGeom prst="rect">
                <a:avLst/>
              </a:prstGeom>
              <a:blipFill>
                <a:blip r:embed="rId4"/>
                <a:stretch>
                  <a:fillRect l="-1037" t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0E50F56D-50DC-5F4D-3B59-F0AEE3CD9F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36919" y="3936736"/>
                <a:ext cx="5292634" cy="20096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|X|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6, |Y| = 1, |W| = 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|X|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kumimoji="1" lang="zh-TW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|Y|,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|Y|,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|Y|,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𝑛𝑒𝑥𝑡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</a:p>
            </p:txBody>
          </p:sp>
        </mc:Choice>
        <mc:Fallback xmlns="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0E50F56D-50DC-5F4D-3B59-F0AEE3CD9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919" y="3936736"/>
                <a:ext cx="5292634" cy="2009650"/>
              </a:xfrm>
              <a:prstGeom prst="rect">
                <a:avLst/>
              </a:prstGeom>
              <a:blipFill>
                <a:blip r:embed="rId5"/>
                <a:stretch>
                  <a:fillRect l="-921" t="-33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22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E32A-8416-A57A-A55B-17B6957E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049979-F5A7-6534-10C1-F736244053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findMCS, 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findCMCS</a:t>
                </a:r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ad>
                      <m:radPr>
                        <m:degHide m:val="on"/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𝑙𝑜𝑔𝑛</m:t>
                            </m:r>
                          </m:num>
                          <m:den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𝑙𝑜𝑔𝑙𝑜𝑔𝑛</m:t>
                            </m:r>
                          </m:den>
                        </m:f>
                      </m:e>
                    </m:rad>
                    <m:r>
                      <a:rPr kumimoji="1"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complexity: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kumimoji="1"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given common subsequence is maximal (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ifMCS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1"/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049979-F5A7-6534-10C1-F73624405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1E5CC-1099-B1E7-5DBB-2AD99AD3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459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2749</TotalTime>
  <Words>719</Words>
  <Application>Microsoft Office PowerPoint</Application>
  <PresentationFormat>寬螢幕</PresentationFormat>
  <Paragraphs>91</Paragraphs>
  <Slides>12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Office Theme</vt:lpstr>
      <vt:lpstr>Maximal common  subsequence algorithms</vt:lpstr>
      <vt:lpstr>Abstract </vt:lpstr>
      <vt:lpstr>MCS (Maximal common subsequence)</vt:lpstr>
      <vt:lpstr>Algorithm for finding an MCS</vt:lpstr>
      <vt:lpstr>Algorithm for finding an MCS</vt:lpstr>
      <vt:lpstr>Algorithm for finding an MCS</vt:lpstr>
      <vt:lpstr>Algorithm for finding an MCS</vt:lpstr>
      <vt:lpstr>Algorithm for finding a constrained MCS</vt:lpstr>
      <vt:lpstr>Algorithm for determining if a common subsequence is maximal</vt:lpstr>
      <vt:lpstr>Algorithm for determining if a common subsequence is maximal</vt:lpstr>
      <vt:lpstr>Algorithm for determining if a common subsequence is maximal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Wen Wen Liao</cp:lastModifiedBy>
  <cp:revision>72</cp:revision>
  <dcterms:created xsi:type="dcterms:W3CDTF">2022-10-11T15:33:00Z</dcterms:created>
  <dcterms:modified xsi:type="dcterms:W3CDTF">2023-02-07T06:04:12Z</dcterms:modified>
</cp:coreProperties>
</file>