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8" r:id="rId3"/>
    <p:sldId id="266" r:id="rId4"/>
    <p:sldId id="271" r:id="rId5"/>
    <p:sldId id="272" r:id="rId6"/>
    <p:sldId id="274" r:id="rId7"/>
    <p:sldId id="273" r:id="rId8"/>
    <p:sldId id="275" r:id="rId9"/>
    <p:sldId id="276"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EAB7EE-1199-4204-9F72-489E3A7794D6}" v="13" dt="2023-02-04T15:05:04.785"/>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57" autoAdjust="0"/>
    <p:restoredTop sz="77647" autoAdjust="0"/>
  </p:normalViewPr>
  <p:slideViewPr>
    <p:cSldViewPr snapToGrid="0">
      <p:cViewPr varScale="1">
        <p:scale>
          <a:sx n="54" d="100"/>
          <a:sy n="54" d="100"/>
        </p:scale>
        <p:origin x="1602"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志軒 簡" userId="5f287045bdc9c0f2" providerId="LiveId" clId="{C5EAB7EE-1199-4204-9F72-489E3A7794D6}"/>
    <pc:docChg chg="undo custSel addSld delSld modSld">
      <pc:chgData name="志軒 簡" userId="5f287045bdc9c0f2" providerId="LiveId" clId="{C5EAB7EE-1199-4204-9F72-489E3A7794D6}" dt="2023-02-04T15:20:06.085" v="723" actId="20577"/>
      <pc:docMkLst>
        <pc:docMk/>
      </pc:docMkLst>
      <pc:sldChg chg="modSp mod">
        <pc:chgData name="志軒 簡" userId="5f287045bdc9c0f2" providerId="LiveId" clId="{C5EAB7EE-1199-4204-9F72-489E3A7794D6}" dt="2023-02-04T13:39:51.245" v="89" actId="20577"/>
        <pc:sldMkLst>
          <pc:docMk/>
          <pc:sldMk cId="1385021277" sldId="256"/>
        </pc:sldMkLst>
        <pc:spChg chg="mod">
          <ac:chgData name="志軒 簡" userId="5f287045bdc9c0f2" providerId="LiveId" clId="{C5EAB7EE-1199-4204-9F72-489E3A7794D6}" dt="2023-02-04T13:24:43.951" v="0"/>
          <ac:spMkLst>
            <pc:docMk/>
            <pc:sldMk cId="1385021277" sldId="256"/>
            <ac:spMk id="2" creationId="{D07390EC-3505-4614-AC8B-E5220F3B9165}"/>
          </ac:spMkLst>
        </pc:spChg>
        <pc:spChg chg="mod">
          <ac:chgData name="志軒 簡" userId="5f287045bdc9c0f2" providerId="LiveId" clId="{C5EAB7EE-1199-4204-9F72-489E3A7794D6}" dt="2023-02-04T13:36:30.213" v="63" actId="20577"/>
          <ac:spMkLst>
            <pc:docMk/>
            <pc:sldMk cId="1385021277" sldId="256"/>
            <ac:spMk id="3" creationId="{6C88D9F7-F986-E365-FDC2-C6659A6332D8}"/>
          </ac:spMkLst>
        </pc:spChg>
        <pc:spChg chg="mod">
          <ac:chgData name="志軒 簡" userId="5f287045bdc9c0f2" providerId="LiveId" clId="{C5EAB7EE-1199-4204-9F72-489E3A7794D6}" dt="2023-02-04T13:39:51.245" v="89" actId="20577"/>
          <ac:spMkLst>
            <pc:docMk/>
            <pc:sldMk cId="1385021277" sldId="256"/>
            <ac:spMk id="4" creationId="{B0B04478-59CB-DCC3-9EC8-DF5AE437110D}"/>
          </ac:spMkLst>
        </pc:spChg>
      </pc:sldChg>
      <pc:sldChg chg="modSp mod">
        <pc:chgData name="志軒 簡" userId="5f287045bdc9c0f2" providerId="LiveId" clId="{C5EAB7EE-1199-4204-9F72-489E3A7794D6}" dt="2023-02-04T13:41:47.004" v="115" actId="255"/>
        <pc:sldMkLst>
          <pc:docMk/>
          <pc:sldMk cId="3121739123" sldId="258"/>
        </pc:sldMkLst>
        <pc:spChg chg="mod">
          <ac:chgData name="志軒 簡" userId="5f287045bdc9c0f2" providerId="LiveId" clId="{C5EAB7EE-1199-4204-9F72-489E3A7794D6}" dt="2023-02-04T13:41:47.004" v="115" actId="255"/>
          <ac:spMkLst>
            <pc:docMk/>
            <pc:sldMk cId="3121739123" sldId="258"/>
            <ac:spMk id="3" creationId="{AD20B566-6CC0-DA0E-6E4E-CF625178FFC2}"/>
          </ac:spMkLst>
        </pc:spChg>
      </pc:sldChg>
      <pc:sldChg chg="del">
        <pc:chgData name="志軒 簡" userId="5f287045bdc9c0f2" providerId="LiveId" clId="{C5EAB7EE-1199-4204-9F72-489E3A7794D6}" dt="2023-02-04T15:06:24.290" v="535" actId="2696"/>
        <pc:sldMkLst>
          <pc:docMk/>
          <pc:sldMk cId="3817648979" sldId="259"/>
        </pc:sldMkLst>
      </pc:sldChg>
      <pc:sldChg chg="del">
        <pc:chgData name="志軒 簡" userId="5f287045bdc9c0f2" providerId="LiveId" clId="{C5EAB7EE-1199-4204-9F72-489E3A7794D6}" dt="2023-02-04T15:06:36.369" v="541" actId="2696"/>
        <pc:sldMkLst>
          <pc:docMk/>
          <pc:sldMk cId="580562122" sldId="263"/>
        </pc:sldMkLst>
      </pc:sldChg>
      <pc:sldChg chg="del">
        <pc:chgData name="志軒 簡" userId="5f287045bdc9c0f2" providerId="LiveId" clId="{C5EAB7EE-1199-4204-9F72-489E3A7794D6}" dt="2023-02-04T15:06:26.235" v="536" actId="2696"/>
        <pc:sldMkLst>
          <pc:docMk/>
          <pc:sldMk cId="2504907974" sldId="264"/>
        </pc:sldMkLst>
      </pc:sldChg>
      <pc:sldChg chg="del">
        <pc:chgData name="志軒 簡" userId="5f287045bdc9c0f2" providerId="LiveId" clId="{C5EAB7EE-1199-4204-9F72-489E3A7794D6}" dt="2023-02-04T15:06:34.064" v="540" actId="2696"/>
        <pc:sldMkLst>
          <pc:docMk/>
          <pc:sldMk cId="34301090" sldId="265"/>
        </pc:sldMkLst>
      </pc:sldChg>
      <pc:sldChg chg="modSp mod">
        <pc:chgData name="志軒 簡" userId="5f287045bdc9c0f2" providerId="LiveId" clId="{C5EAB7EE-1199-4204-9F72-489E3A7794D6}" dt="2023-02-04T13:42:51.887" v="131" actId="20577"/>
        <pc:sldMkLst>
          <pc:docMk/>
          <pc:sldMk cId="2282206327" sldId="266"/>
        </pc:sldMkLst>
        <pc:spChg chg="mod">
          <ac:chgData name="志軒 簡" userId="5f287045bdc9c0f2" providerId="LiveId" clId="{C5EAB7EE-1199-4204-9F72-489E3A7794D6}" dt="2023-02-04T13:42:51.887" v="131" actId="20577"/>
          <ac:spMkLst>
            <pc:docMk/>
            <pc:sldMk cId="2282206327" sldId="266"/>
            <ac:spMk id="3" creationId="{AD20B566-6CC0-DA0E-6E4E-CF625178FFC2}"/>
          </ac:spMkLst>
        </pc:spChg>
      </pc:sldChg>
      <pc:sldChg chg="del">
        <pc:chgData name="志軒 簡" userId="5f287045bdc9c0f2" providerId="LiveId" clId="{C5EAB7EE-1199-4204-9F72-489E3A7794D6}" dt="2023-02-04T15:06:21.549" v="534" actId="2696"/>
        <pc:sldMkLst>
          <pc:docMk/>
          <pc:sldMk cId="4058994593" sldId="267"/>
        </pc:sldMkLst>
      </pc:sldChg>
      <pc:sldChg chg="del">
        <pc:chgData name="志軒 簡" userId="5f287045bdc9c0f2" providerId="LiveId" clId="{C5EAB7EE-1199-4204-9F72-489E3A7794D6}" dt="2023-02-04T15:06:28.265" v="537" actId="2696"/>
        <pc:sldMkLst>
          <pc:docMk/>
          <pc:sldMk cId="3612788729" sldId="268"/>
        </pc:sldMkLst>
      </pc:sldChg>
      <pc:sldChg chg="del">
        <pc:chgData name="志軒 簡" userId="5f287045bdc9c0f2" providerId="LiveId" clId="{C5EAB7EE-1199-4204-9F72-489E3A7794D6}" dt="2023-02-04T15:06:30.313" v="538" actId="2696"/>
        <pc:sldMkLst>
          <pc:docMk/>
          <pc:sldMk cId="1961067932" sldId="269"/>
        </pc:sldMkLst>
      </pc:sldChg>
      <pc:sldChg chg="del">
        <pc:chgData name="志軒 簡" userId="5f287045bdc9c0f2" providerId="LiveId" clId="{C5EAB7EE-1199-4204-9F72-489E3A7794D6}" dt="2023-02-04T15:06:32.250" v="539" actId="2696"/>
        <pc:sldMkLst>
          <pc:docMk/>
          <pc:sldMk cId="4291475252" sldId="270"/>
        </pc:sldMkLst>
      </pc:sldChg>
      <pc:sldChg chg="modSp add mod">
        <pc:chgData name="志軒 簡" userId="5f287045bdc9c0f2" providerId="LiveId" clId="{C5EAB7EE-1199-4204-9F72-489E3A7794D6}" dt="2023-02-04T13:44:01.156" v="145" actId="20577"/>
        <pc:sldMkLst>
          <pc:docMk/>
          <pc:sldMk cId="2785058486" sldId="271"/>
        </pc:sldMkLst>
        <pc:spChg chg="mod">
          <ac:chgData name="志軒 簡" userId="5f287045bdc9c0f2" providerId="LiveId" clId="{C5EAB7EE-1199-4204-9F72-489E3A7794D6}" dt="2023-02-04T13:44:01.156" v="145" actId="20577"/>
          <ac:spMkLst>
            <pc:docMk/>
            <pc:sldMk cId="2785058486" sldId="271"/>
            <ac:spMk id="3" creationId="{AD20B566-6CC0-DA0E-6E4E-CF625178FFC2}"/>
          </ac:spMkLst>
        </pc:spChg>
      </pc:sldChg>
      <pc:sldChg chg="addSp delSp modSp new mod">
        <pc:chgData name="志軒 簡" userId="5f287045bdc9c0f2" providerId="LiveId" clId="{C5EAB7EE-1199-4204-9F72-489E3A7794D6}" dt="2023-02-04T13:50:18.709" v="191" actId="1076"/>
        <pc:sldMkLst>
          <pc:docMk/>
          <pc:sldMk cId="642704896" sldId="272"/>
        </pc:sldMkLst>
        <pc:spChg chg="mod">
          <ac:chgData name="志軒 簡" userId="5f287045bdc9c0f2" providerId="LiveId" clId="{C5EAB7EE-1199-4204-9F72-489E3A7794D6}" dt="2023-02-04T13:45:57.238" v="178" actId="20577"/>
          <ac:spMkLst>
            <pc:docMk/>
            <pc:sldMk cId="642704896" sldId="272"/>
            <ac:spMk id="2" creationId="{A5B6BB3D-1737-57AE-F646-AFE24A6BC742}"/>
          </ac:spMkLst>
        </pc:spChg>
        <pc:spChg chg="del">
          <ac:chgData name="志軒 簡" userId="5f287045bdc9c0f2" providerId="LiveId" clId="{C5EAB7EE-1199-4204-9F72-489E3A7794D6}" dt="2023-02-04T13:46:34.318" v="179" actId="22"/>
          <ac:spMkLst>
            <pc:docMk/>
            <pc:sldMk cId="642704896" sldId="272"/>
            <ac:spMk id="3" creationId="{5484720C-8EB9-454B-FA4F-72709271B4AF}"/>
          </ac:spMkLst>
        </pc:spChg>
        <pc:picChg chg="add mod ord">
          <ac:chgData name="志軒 簡" userId="5f287045bdc9c0f2" providerId="LiveId" clId="{C5EAB7EE-1199-4204-9F72-489E3A7794D6}" dt="2023-02-04T13:46:35.644" v="180" actId="1076"/>
          <ac:picMkLst>
            <pc:docMk/>
            <pc:sldMk cId="642704896" sldId="272"/>
            <ac:picMk id="5" creationId="{AFFE02DE-F455-A8F0-5D14-BB5E34AD61C0}"/>
          </ac:picMkLst>
        </pc:picChg>
        <pc:picChg chg="add del mod">
          <ac:chgData name="志軒 簡" userId="5f287045bdc9c0f2" providerId="LiveId" clId="{C5EAB7EE-1199-4204-9F72-489E3A7794D6}" dt="2023-02-04T13:48:54.972" v="185" actId="21"/>
          <ac:picMkLst>
            <pc:docMk/>
            <pc:sldMk cId="642704896" sldId="272"/>
            <ac:picMk id="7" creationId="{10D0ECA1-8F99-A5BC-89E2-8D2D0A7AA7E3}"/>
          </ac:picMkLst>
        </pc:picChg>
        <pc:picChg chg="add mod">
          <ac:chgData name="志軒 簡" userId="5f287045bdc9c0f2" providerId="LiveId" clId="{C5EAB7EE-1199-4204-9F72-489E3A7794D6}" dt="2023-02-04T13:49:16.940" v="189" actId="1076"/>
          <ac:picMkLst>
            <pc:docMk/>
            <pc:sldMk cId="642704896" sldId="272"/>
            <ac:picMk id="9" creationId="{B97B3BD1-9934-2645-8695-6095C67A31CB}"/>
          </ac:picMkLst>
        </pc:picChg>
        <pc:picChg chg="add mod">
          <ac:chgData name="志軒 簡" userId="5f287045bdc9c0f2" providerId="LiveId" clId="{C5EAB7EE-1199-4204-9F72-489E3A7794D6}" dt="2023-02-04T13:50:18.709" v="191" actId="1076"/>
          <ac:picMkLst>
            <pc:docMk/>
            <pc:sldMk cId="642704896" sldId="272"/>
            <ac:picMk id="11" creationId="{4AD15F95-CDC2-D59A-4389-D1866E0AA495}"/>
          </ac:picMkLst>
        </pc:picChg>
      </pc:sldChg>
      <pc:sldChg chg="addSp delSp modSp new mod">
        <pc:chgData name="志軒 簡" userId="5f287045bdc9c0f2" providerId="LiveId" clId="{C5EAB7EE-1199-4204-9F72-489E3A7794D6}" dt="2023-02-04T15:06:12.447" v="533" actId="255"/>
        <pc:sldMkLst>
          <pc:docMk/>
          <pc:sldMk cId="3402406296" sldId="273"/>
        </pc:sldMkLst>
        <pc:spChg chg="del">
          <ac:chgData name="志軒 簡" userId="5f287045bdc9c0f2" providerId="LiveId" clId="{C5EAB7EE-1199-4204-9F72-489E3A7794D6}" dt="2023-02-04T13:52:16.505" v="195" actId="21"/>
          <ac:spMkLst>
            <pc:docMk/>
            <pc:sldMk cId="3402406296" sldId="273"/>
            <ac:spMk id="2" creationId="{25C4349B-C2FC-8A69-20DC-26C19E5B6A1B}"/>
          </ac:spMkLst>
        </pc:spChg>
        <pc:spChg chg="del">
          <ac:chgData name="志軒 簡" userId="5f287045bdc9c0f2" providerId="LiveId" clId="{C5EAB7EE-1199-4204-9F72-489E3A7794D6}" dt="2023-02-04T13:51:31.332" v="193" actId="22"/>
          <ac:spMkLst>
            <pc:docMk/>
            <pc:sldMk cId="3402406296" sldId="273"/>
            <ac:spMk id="3" creationId="{3FDFC094-1692-10CE-EB13-78BA101ACFC1}"/>
          </ac:spMkLst>
        </pc:spChg>
        <pc:spChg chg="add mod">
          <ac:chgData name="志軒 簡" userId="5f287045bdc9c0f2" providerId="LiveId" clId="{C5EAB7EE-1199-4204-9F72-489E3A7794D6}" dt="2023-02-04T15:03:27.579" v="499" actId="20577"/>
          <ac:spMkLst>
            <pc:docMk/>
            <pc:sldMk cId="3402406296" sldId="273"/>
            <ac:spMk id="15" creationId="{5495E3BA-3C68-BF7B-48F9-F386EC3C50A0}"/>
          </ac:spMkLst>
        </pc:spChg>
        <pc:spChg chg="add mod">
          <ac:chgData name="志軒 簡" userId="5f287045bdc9c0f2" providerId="LiveId" clId="{C5EAB7EE-1199-4204-9F72-489E3A7794D6}" dt="2023-02-04T15:06:12.447" v="533" actId="255"/>
          <ac:spMkLst>
            <pc:docMk/>
            <pc:sldMk cId="3402406296" sldId="273"/>
            <ac:spMk id="18" creationId="{674E5AED-1D7D-4AB5-1787-F7E730C201A0}"/>
          </ac:spMkLst>
        </pc:spChg>
        <pc:graphicFrameChg chg="add mod modGraphic">
          <ac:chgData name="志軒 簡" userId="5f287045bdc9c0f2" providerId="LiveId" clId="{C5EAB7EE-1199-4204-9F72-489E3A7794D6}" dt="2023-02-04T15:01:47.913" v="469" actId="1076"/>
          <ac:graphicFrameMkLst>
            <pc:docMk/>
            <pc:sldMk cId="3402406296" sldId="273"/>
            <ac:graphicFrameMk id="9" creationId="{8ADB3566-433D-21DC-26FC-00377DD4B648}"/>
          </ac:graphicFrameMkLst>
        </pc:graphicFrameChg>
        <pc:picChg chg="add mod ord">
          <ac:chgData name="志軒 簡" userId="5f287045bdc9c0f2" providerId="LiveId" clId="{C5EAB7EE-1199-4204-9F72-489E3A7794D6}" dt="2023-02-04T14:52:56.496" v="454" actId="1076"/>
          <ac:picMkLst>
            <pc:docMk/>
            <pc:sldMk cId="3402406296" sldId="273"/>
            <ac:picMk id="5" creationId="{951BCBD7-B3D4-EED4-29A2-8C46F10811EE}"/>
          </ac:picMkLst>
        </pc:picChg>
        <pc:picChg chg="add mod">
          <ac:chgData name="志軒 簡" userId="5f287045bdc9c0f2" providerId="LiveId" clId="{C5EAB7EE-1199-4204-9F72-489E3A7794D6}" dt="2023-02-04T15:01:20.257" v="468" actId="1076"/>
          <ac:picMkLst>
            <pc:docMk/>
            <pc:sldMk cId="3402406296" sldId="273"/>
            <ac:picMk id="7" creationId="{534BEBE9-74C0-8F89-7B7A-F13763A5AD75}"/>
          </ac:picMkLst>
        </pc:picChg>
        <pc:picChg chg="add mod">
          <ac:chgData name="志軒 簡" userId="5f287045bdc9c0f2" providerId="LiveId" clId="{C5EAB7EE-1199-4204-9F72-489E3A7794D6}" dt="2023-02-04T14:52:59.289" v="455" actId="14100"/>
          <ac:picMkLst>
            <pc:docMk/>
            <pc:sldMk cId="3402406296" sldId="273"/>
            <ac:picMk id="8" creationId="{8FBDCEA4-398C-675F-38EE-306C9CD5FDD6}"/>
          </ac:picMkLst>
        </pc:picChg>
        <pc:picChg chg="add del mod">
          <ac:chgData name="志軒 簡" userId="5f287045bdc9c0f2" providerId="LiveId" clId="{C5EAB7EE-1199-4204-9F72-489E3A7794D6}" dt="2023-02-04T15:00:00.380" v="464" actId="22"/>
          <ac:picMkLst>
            <pc:docMk/>
            <pc:sldMk cId="3402406296" sldId="273"/>
            <ac:picMk id="12" creationId="{9B18F9F1-3465-105D-889E-B496FD5524F8}"/>
          </ac:picMkLst>
        </pc:picChg>
        <pc:picChg chg="add mod">
          <ac:chgData name="志軒 簡" userId="5f287045bdc9c0f2" providerId="LiveId" clId="{C5EAB7EE-1199-4204-9F72-489E3A7794D6}" dt="2023-02-04T15:04:53.146" v="501" actId="1076"/>
          <ac:picMkLst>
            <pc:docMk/>
            <pc:sldMk cId="3402406296" sldId="273"/>
            <ac:picMk id="17" creationId="{77665BB5-CE57-4CB5-893D-E6361E5EC470}"/>
          </ac:picMkLst>
        </pc:picChg>
        <pc:inkChg chg="add del">
          <ac:chgData name="志軒 簡" userId="5f287045bdc9c0f2" providerId="LiveId" clId="{C5EAB7EE-1199-4204-9F72-489E3A7794D6}" dt="2023-02-04T15:00:09.324" v="466"/>
          <ac:inkMkLst>
            <pc:docMk/>
            <pc:sldMk cId="3402406296" sldId="273"/>
            <ac:inkMk id="10" creationId="{D018A162-D41A-6354-9A79-69ADCF749B92}"/>
          </ac:inkMkLst>
        </pc:inkChg>
        <pc:inkChg chg="add">
          <ac:chgData name="志軒 簡" userId="5f287045bdc9c0f2" providerId="LiveId" clId="{C5EAB7EE-1199-4204-9F72-489E3A7794D6}" dt="2023-02-04T15:01:16.663" v="467"/>
          <ac:inkMkLst>
            <pc:docMk/>
            <pc:sldMk cId="3402406296" sldId="273"/>
            <ac:inkMk id="13" creationId="{33E2E68D-660B-0EBC-02FB-19DA3760071B}"/>
          </ac:inkMkLst>
        </pc:inkChg>
        <pc:inkChg chg="add">
          <ac:chgData name="志軒 簡" userId="5f287045bdc9c0f2" providerId="LiveId" clId="{C5EAB7EE-1199-4204-9F72-489E3A7794D6}" dt="2023-02-04T15:02:25.814" v="470"/>
          <ac:inkMkLst>
            <pc:docMk/>
            <pc:sldMk cId="3402406296" sldId="273"/>
            <ac:inkMk id="14" creationId="{61A252F4-C77B-CA08-3538-DEA55D6BF848}"/>
          </ac:inkMkLst>
        </pc:inkChg>
      </pc:sldChg>
      <pc:sldChg chg="addSp delSp modSp new mod modNotesTx">
        <pc:chgData name="志軒 簡" userId="5f287045bdc9c0f2" providerId="LiveId" clId="{C5EAB7EE-1199-4204-9F72-489E3A7794D6}" dt="2023-02-04T15:20:06.085" v="723" actId="20577"/>
        <pc:sldMkLst>
          <pc:docMk/>
          <pc:sldMk cId="1019971336" sldId="274"/>
        </pc:sldMkLst>
        <pc:spChg chg="del">
          <ac:chgData name="志軒 簡" userId="5f287045bdc9c0f2" providerId="LiveId" clId="{C5EAB7EE-1199-4204-9F72-489E3A7794D6}" dt="2023-02-04T14:30:44.688" v="199" actId="22"/>
          <ac:spMkLst>
            <pc:docMk/>
            <pc:sldMk cId="1019971336" sldId="274"/>
            <ac:spMk id="3" creationId="{3D0E8A7D-D7DC-050C-A40A-00F0ABEC858E}"/>
          </ac:spMkLst>
        </pc:spChg>
        <pc:graphicFrameChg chg="add del mod">
          <ac:chgData name="志軒 簡" userId="5f287045bdc9c0f2" providerId="LiveId" clId="{C5EAB7EE-1199-4204-9F72-489E3A7794D6}" dt="2023-02-04T14:31:46.239" v="203" actId="21"/>
          <ac:graphicFrameMkLst>
            <pc:docMk/>
            <pc:sldMk cId="1019971336" sldId="274"/>
            <ac:graphicFrameMk id="6" creationId="{F1255616-3900-98A5-F4BF-C04F928D8200}"/>
          </ac:graphicFrameMkLst>
        </pc:graphicFrameChg>
        <pc:graphicFrameChg chg="add mod modGraphic">
          <ac:chgData name="志軒 簡" userId="5f287045bdc9c0f2" providerId="LiveId" clId="{C5EAB7EE-1199-4204-9F72-489E3A7794D6}" dt="2023-02-04T14:39:36.127" v="289" actId="1076"/>
          <ac:graphicFrameMkLst>
            <pc:docMk/>
            <pc:sldMk cId="1019971336" sldId="274"/>
            <ac:graphicFrameMk id="7" creationId="{A5BB612D-015C-2AE4-C301-295F4F32D919}"/>
          </ac:graphicFrameMkLst>
        </pc:graphicFrameChg>
        <pc:picChg chg="add mod ord">
          <ac:chgData name="志軒 簡" userId="5f287045bdc9c0f2" providerId="LiveId" clId="{C5EAB7EE-1199-4204-9F72-489E3A7794D6}" dt="2023-02-04T14:39:25.063" v="288" actId="1076"/>
          <ac:picMkLst>
            <pc:docMk/>
            <pc:sldMk cId="1019971336" sldId="274"/>
            <ac:picMk id="5" creationId="{7B20064C-25FE-0E1F-1443-9AE2DCC507E9}"/>
          </ac:picMkLst>
        </pc:picChg>
        <pc:picChg chg="add mod">
          <ac:chgData name="志軒 簡" userId="5f287045bdc9c0f2" providerId="LiveId" clId="{C5EAB7EE-1199-4204-9F72-489E3A7794D6}" dt="2023-02-04T14:35:48.881" v="278" actId="1076"/>
          <ac:picMkLst>
            <pc:docMk/>
            <pc:sldMk cId="1019971336" sldId="274"/>
            <ac:picMk id="9" creationId="{215F0BE0-E883-F4E5-A628-C551B2C1F5B8}"/>
          </ac:picMkLst>
        </pc:picChg>
        <pc:picChg chg="add mod">
          <ac:chgData name="志軒 簡" userId="5f287045bdc9c0f2" providerId="LiveId" clId="{C5EAB7EE-1199-4204-9F72-489E3A7794D6}" dt="2023-02-04T14:39:39.112" v="290" actId="1076"/>
          <ac:picMkLst>
            <pc:docMk/>
            <pc:sldMk cId="1019971336" sldId="274"/>
            <ac:picMk id="10" creationId="{BDC1E1C8-F01A-793C-2CFB-6B1F873FBFE3}"/>
          </ac:picMkLst>
        </pc:picChg>
      </pc:sldChg>
      <pc:sldChg chg="addSp delSp modSp new mod">
        <pc:chgData name="志軒 簡" userId="5f287045bdc9c0f2" providerId="LiveId" clId="{C5EAB7EE-1199-4204-9F72-489E3A7794D6}" dt="2023-02-04T15:07:42.305" v="571" actId="14100"/>
        <pc:sldMkLst>
          <pc:docMk/>
          <pc:sldMk cId="1079288434" sldId="275"/>
        </pc:sldMkLst>
        <pc:spChg chg="mod">
          <ac:chgData name="志軒 簡" userId="5f287045bdc9c0f2" providerId="LiveId" clId="{C5EAB7EE-1199-4204-9F72-489E3A7794D6}" dt="2023-02-04T15:07:19.531" v="568" actId="20577"/>
          <ac:spMkLst>
            <pc:docMk/>
            <pc:sldMk cId="1079288434" sldId="275"/>
            <ac:spMk id="2" creationId="{F43A5893-63B5-A832-9899-A4962804607B}"/>
          </ac:spMkLst>
        </pc:spChg>
        <pc:spChg chg="del">
          <ac:chgData name="志軒 簡" userId="5f287045bdc9c0f2" providerId="LiveId" clId="{C5EAB7EE-1199-4204-9F72-489E3A7794D6}" dt="2023-02-04T15:07:39.371" v="569" actId="22"/>
          <ac:spMkLst>
            <pc:docMk/>
            <pc:sldMk cId="1079288434" sldId="275"/>
            <ac:spMk id="3" creationId="{FDF2DBD0-611A-B79E-60AC-9D52067353B4}"/>
          </ac:spMkLst>
        </pc:spChg>
        <pc:picChg chg="add mod ord">
          <ac:chgData name="志軒 簡" userId="5f287045bdc9c0f2" providerId="LiveId" clId="{C5EAB7EE-1199-4204-9F72-489E3A7794D6}" dt="2023-02-04T15:07:42.305" v="571" actId="14100"/>
          <ac:picMkLst>
            <pc:docMk/>
            <pc:sldMk cId="1079288434" sldId="275"/>
            <ac:picMk id="5" creationId="{B9847434-BC8A-9679-118E-9467629F5F43}"/>
          </ac:picMkLst>
        </pc:picChg>
      </pc:sldChg>
      <pc:sldChg chg="addSp delSp modSp new mod modNotesTx">
        <pc:chgData name="志軒 簡" userId="5f287045bdc9c0f2" providerId="LiveId" clId="{C5EAB7EE-1199-4204-9F72-489E3A7794D6}" dt="2023-02-04T15:18:15.300" v="682" actId="20577"/>
        <pc:sldMkLst>
          <pc:docMk/>
          <pc:sldMk cId="3373762246" sldId="276"/>
        </pc:sldMkLst>
        <pc:spChg chg="mod">
          <ac:chgData name="志軒 簡" userId="5f287045bdc9c0f2" providerId="LiveId" clId="{C5EAB7EE-1199-4204-9F72-489E3A7794D6}" dt="2023-02-04T15:10:12.580" v="592" actId="20577"/>
          <ac:spMkLst>
            <pc:docMk/>
            <pc:sldMk cId="3373762246" sldId="276"/>
            <ac:spMk id="2" creationId="{2B513255-7B84-8F1F-1EF7-A56C4D28C03D}"/>
          </ac:spMkLst>
        </pc:spChg>
        <pc:spChg chg="del">
          <ac:chgData name="志軒 簡" userId="5f287045bdc9c0f2" providerId="LiveId" clId="{C5EAB7EE-1199-4204-9F72-489E3A7794D6}" dt="2023-02-04T15:09:13.197" v="573" actId="22"/>
          <ac:spMkLst>
            <pc:docMk/>
            <pc:sldMk cId="3373762246" sldId="276"/>
            <ac:spMk id="3" creationId="{7265122E-13AC-285C-719D-C4BC64007FB1}"/>
          </ac:spMkLst>
        </pc:spChg>
        <pc:picChg chg="add mod ord">
          <ac:chgData name="志軒 簡" userId="5f287045bdc9c0f2" providerId="LiveId" clId="{C5EAB7EE-1199-4204-9F72-489E3A7794D6}" dt="2023-02-04T15:15:20.842" v="601" actId="1076"/>
          <ac:picMkLst>
            <pc:docMk/>
            <pc:sldMk cId="3373762246" sldId="276"/>
            <ac:picMk id="5" creationId="{D0C567A5-93E2-D7D5-E6AD-31C1F52F6405}"/>
          </ac:picMkLst>
        </pc:picChg>
        <pc:picChg chg="add del mod">
          <ac:chgData name="志軒 簡" userId="5f287045bdc9c0f2" providerId="LiveId" clId="{C5EAB7EE-1199-4204-9F72-489E3A7794D6}" dt="2023-02-04T15:14:14.101" v="593" actId="21"/>
          <ac:picMkLst>
            <pc:docMk/>
            <pc:sldMk cId="3373762246" sldId="276"/>
            <ac:picMk id="7" creationId="{8F3C0827-02A2-9C87-E749-08F50DB826B5}"/>
          </ac:picMkLst>
        </pc:picChg>
        <pc:picChg chg="add mod">
          <ac:chgData name="志軒 簡" userId="5f287045bdc9c0f2" providerId="LiveId" clId="{C5EAB7EE-1199-4204-9F72-489E3A7794D6}" dt="2023-02-04T15:15:31.170" v="604" actId="1076"/>
          <ac:picMkLst>
            <pc:docMk/>
            <pc:sldMk cId="3373762246" sldId="276"/>
            <ac:picMk id="9" creationId="{2E569D5D-3514-95C7-F1D1-041A75268934}"/>
          </ac:picMkLst>
        </pc:picChg>
        <pc:picChg chg="add mod">
          <ac:chgData name="志軒 簡" userId="5f287045bdc9c0f2" providerId="LiveId" clId="{C5EAB7EE-1199-4204-9F72-489E3A7794D6}" dt="2023-02-04T15:15:39.659" v="606" actId="14100"/>
          <ac:picMkLst>
            <pc:docMk/>
            <pc:sldMk cId="3373762246" sldId="276"/>
            <ac:picMk id="11" creationId="{EA69A62A-8EAA-DAE3-2E05-6418EDF9196C}"/>
          </ac:picMkLst>
        </pc:picChg>
      </pc:sldChg>
    </pc:docChg>
  </pc:docChgLst>
</pc:chgInfo>
</file>

<file path=ppt/ink/ink1.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3-02-04T14:53:34.416"/>
    </inkml:context>
    <inkml:brush xml:id="br0">
      <inkml:brushProperty name="width" value="0.05292" units="cm"/>
      <inkml:brushProperty name="height" value="0.05292" units="cm"/>
      <inkml:brushProperty name="color" value="#FF0000"/>
    </inkml:brush>
  </inkml:definitions>
  <inkml:trace contextRef="#ctx0" brushRef="#br0">33108 1834 0,'18'0'109,"-1"0"-93,1 18-16,0 0 16,-18-1-1,0 1 1,0 0 0,0-1-16,0 1 15,0 0-15,0-1 16,0 1-16,-18-1 15,0 1-15,1-18 16,-1 18-16,1-18 16,17 17-16,-18 1 31,36-18 94,-1 18-109,54-18-1,-36 0 1,-17 0-16,-1 0 156,1 0-140,0 0-16</inkml:trace>
  <inkml:trace contextRef="#ctx0" brushRef="#br0" timeOffset="568.04">33373 1799 0,'0'18'79,"0"-1"-79,0 1 15,0 0 1,0-1-16,0 1 15,0 0 1</inkml:trace>
  <inkml:trace contextRef="#ctx0" brushRef="#br0" timeOffset="1904.38">33373 1764 0,'17'0'62,"19"0"-46,-19 0-16,1 0 16,0 18-1,-1-18 1,1 0 0,0 0 140,-18 17-62,0 1-79,17-18 1,-17 17 15,18-17 0,-1 18-15,1-18 187,-18 18-187,0-1-16,0 1 15,-18 0-15,18-1 16,0 19-16,-17-19 16,17 1-16,0 17 15,0 0-15,0-17 16,0 0-16,0 17 15,0-17 1,0-1-16,0 1 16,0-1-1,0 1 32</inkml:trace>
  <inkml:trace contextRef="#ctx0" brushRef="#br0" timeOffset="5968.07">33267 2646 0,'18'0'78,"-1"0"-63,1 0-15,0 0 16,17 0-16,-18 0 16,1 0-16,17 0 15,-17 0 1,0 0 0</inkml:trace>
  <inkml:trace contextRef="#ctx0" brushRef="#br0" timeOffset="7040.08">33302 2505 0,'-17'17'79,"17"1"-64,0 0-15,0-1 16,0 1-16,0 17 15,0-17-15,0-1 16,0 1-16,0 0 16,0-1-16,0 1 15,0 0 1,17-1 31,1-17-32,-18 18 1,18-18-16,-1 18 16,1-1-1,-1 1-15,-17 0 16,18-18-16,0 17 16,-1 1-16,-17-1 15,18 1 1,-18 0-16,18-1 15,-18 1 1,0 0-16,0-1 16,0 1-1,0 0 1,-18-1 0,18 1-1,-18-18-15,1 0 16,-1 0-1,0 0-15,1 0 32,-1 0-17,1 0-15,-1 0 16,0 0 0,1 0 62,17-18-31</inkml:trace>
  <inkml:trace contextRef="#ctx0" brushRef="#br0" timeOffset="8015.79">33620 2540 0,'0'18'78,"0"17"-78,0-17 16,0 17-16,0-18 16,0 1-16,0 0 15,-18-1 1,18 1 124,18-18-124,-1 0-16,1 0 16,17 0-1,-17 0 1,0 0-16,-1 0 16,1 0-16,-1 0 31,1 0 47</inkml:trace>
  <inkml:trace contextRef="#ctx0" brushRef="#br0" timeOffset="9153.04">33796 2522 0,'-18'0'47,"1"0"-16,17 18 157,0 0-173,0-1 1,0 1-16,0 17 16,0-17-16,0-1 15,0 1-15,0 17 16,0-17-16,0 0 15,0 17-15,0-17 16,0-1 0,0 19-16,0-19 15,0 18-15,0-17 16,0 0-16,0-1 16,0 1-16,0 0 15,0-1-15,0 1 16,0 0-16,0-1 15,0 1 1,0-1 0,0 1-1,0 0 17,0-1-17,0 1 1,0 0-1</inkml:trace>
  <inkml:trace contextRef="#ctx0" brushRef="#br0" timeOffset="12576.74">33249 3563 0,'18'0'110,"0"0"-110,-1 0 15,1 0-15,0 0 16,17 0-16,-18-18 31,1 18 0,0 0 16</inkml:trace>
  <inkml:trace contextRef="#ctx0" brushRef="#br0" timeOffset="13624.71">33302 3440 0,'0'17'62,"0"1"-62,0-1 16,0 19-16,0-19 15,0 1-15,0 0 16,0-1-16,0 1 16,0 0-16,0 17 15,0-17 95,0-1-110,18-17 15,17 0 1,-17 0-16,-1 0 16,1 0-16,0 0 15,-1 0 63,-17 18-62,18-1 0,-18 1-16,0 0 15,0-1 1,0 1-1,0 0 1,-18-18 0,18 17-16,-17-17 15,-1 18 1,0-18 0,1 0-1,-1 18 1,1-18-16,-1 0 15,0 0-15,1 0 16,-1 0-16,0 0 31</inkml:trace>
  <inkml:trace contextRef="#ctx0" brushRef="#br0" timeOffset="14520.78">33602 3440 0,'0'17'62,"0"1"-46,-18-1 15,1 1-15,17 0-1,-18-18 1,1 0 0</inkml:trace>
  <inkml:trace contextRef="#ctx0" brushRef="#br0" timeOffset="15464.75">33602 3387 0,'0'17'16,"0"1"-1,0 0 1,0 17-1,0 0 1,0-17 0,0-1-1,0 1-15,-18 0 16,18-1-16,0 1 31</inkml:trace>
  <inkml:trace contextRef="#ctx0" brushRef="#br0" timeOffset="16648.75">33602 3475 0,'18'0'141,"-1"0"-110,1 0-15,0 0-16,-1 0 31,1 0-15,0 0 15,-1 0-15,1 0-1,-1 0 1,1 0 31,-18 17 125,0 1-157,0 0 1,0-1 0,0 1-16,0 17 15,0-17-15,0 17 16,0 1-16,0-19 15,0 1-15,0 17 16,-18-17-16,18 17 16,-17-17-16,17 17 15,-18 0 1,18 0 0,-17 1-16,17-1 15,0-17 1,0-1-1,0 1-15,0 0 16,-18-18-16,18 17 16,0 1-1</inkml:trace>
  <inkml:trace contextRef="#ctx0" brushRef="#br0" timeOffset="19808.64">31186 4198 0,'0'18'93,"0"-1"-61,0 1-17,0 17-15,0 1 16,0-19 0,0 1-1,0-1-15,17-17 141,18 0-126,-17 0-15,35 0 16,-18 0-16,18 0 16,-35 0-16,17 0 15,0 0-15,-17 0 16,0 0-16</inkml:trace>
  <inkml:trace contextRef="#ctx0" brushRef="#br0" timeOffset="20384.18">31450 4110 0,'0'18'78,"0"17"-78,0-18 15,0 1-15,0 0 16,0 17-16,0-17 16,0 17-16,-18 18 15,18-18-15,0-17 16,0 17-16,0-17 15,0-1-15,0 1 16,0 0-16,0-1 141</inkml:trace>
  <inkml:trace contextRef="#ctx0" brushRef="#br0" timeOffset="21313.7">31662 4251 0,'0'35'47,"17"-17"-32,-17 0 1,0-1 0,0 1-16,0-1 15,18 1-15,-18 0 16,0-1 0,18 1-16,-18 0 15,17-1 1,1-17-1,0 0 1,17 0 0,-17 0-16,17-17 15,-18 17-15,1-18 16,0 0-16,-18 1 16,17-1-16,-17 0 15,0 1 1,0-1 15,0 1-31,0-1 16,0 0-1,-17 1 1,-1-1-16,18 0 16,-18 18 15,18-17-16,-17 17 1,-1 0 0,1 0-1,-1 0 1,0 0 0,1 0-1,-1 0 1</inkml:trace>
  <inkml:trace contextRef="#ctx0" brushRef="#br0" timeOffset="24664.7">33390 5080 0,'18'0'78,"0"0"-63,-1 18 17,1-18-17,-18 17 1,18-17 15,-18 18-15,0 0-1,0-1 1,0 1 0,-18-18-16,0 17 15,1-17-15,-1 18 16,0-18 0,18 18-16,-17-18 31,52 17 78,-17-17-109,-1 18 16,1 0-1,0-1 1,-18 1 0,17-18 15,-17 18-31,0-1 16,0 1-1,-17 0 1,17-1-1,-18-17-15,0 18 16,-17-18-16,17 17 16,1-17-16,-1 0 15,1 18 1</inkml:trace>
  <inkml:trace contextRef="#ctx0" brushRef="#br0" timeOffset="25777.45">33584 5292 0,'0'-18'63,"0"36"-17,0-1-46,0 1 16,0 0-16,0-1 16,0 1-1,0 0-15,0-1 16,18 1 15,0-1-15,-1-17-1,1 0 1,0 0 0,-1 0-1,1 0 1,0-17 0,-18-1-16,17 18 15,-17-17 1,0-1-16,0 0 15,0 1-15,0-1 16,0 0-16,0-17 16,0 17 15,0 1-31,-17 17 16,-1 0 15,18-18-31,-18 18 15,1 0 1,-1-18 0,0 18-1,1 0 32,17-17-31,-18 17-1,36 0 173,-1 17-172</inkml:trace>
  <inkml:trace contextRef="#ctx0" brushRef="#br0" timeOffset="28368.77">33126 6015 0,'17'0'62,"1"0"-46,0 17-1,-1-17 1,1 0-16,0 18 16,-18 0-16,17-18 15,-17 17-15,18 1 16,0 17-1,-18-17 17,-18 0-1,0-18 0,1 0 16,34 0 125,19 0-172,-19 0 16,1 0-16,17 0 15,-17 0-15,-1 0 16,1 0-16,0 0 15,-1 17 142</inkml:trace>
  <inkml:trace contextRef="#ctx0" brushRef="#br0" timeOffset="28904.1">33496 5786 0,'0'17'47,"0"1"-31,0-1-1,0 1-15,-17 0 16,17-1 0,0 1-1,0 0 63</inkml:trace>
  <inkml:trace contextRef="#ctx0" brushRef="#br0" timeOffset="29752.71">33514 5786 0,'18'0'62,"-1"0"-62,18 0 16,-17 0-1,0 0-15,-1 0 16,19 0 0,-19 0 77,-17 17-15,18 1-62,-18-1 0,0 1-1,0 0-15,0 17 16,0-17-16,0 35 16,0-18-16,0-18 15,-18 36-15,18-17 16,-17-1-16,-1-17 15,0-1-15,18 19 16,0-19-16,-17 1 16,17-1-16,-18 1 15,18 0 1,0-1 0</inkml:trace>
  <inkml:trace contextRef="#ctx0" brushRef="#br0" timeOffset="40952.64">33179 6809 0,'17'0'79,"1"0"-79,0 0 15,-1 17 1,1-17 15,0 0-15,-18 18-16,17-18 15,1 18 17,-18-1-17,0 1 1,0-1-1,0 1-15,0 0 16,0-1-16,0 1 16,0 0-16,-18-18 15,1 17-15,-1 1 16,0-18-16,1 18 16,-1-1-1,0-17 32,36 0 78,0 0-109,17 0-16,-17 0 15,-1 0 1,1 0 0,0 0-1,-18 18 1,17-18 15,-17 17-31,18-17 31,-1 36-15,-17-19 0,0 1-1,0 0-15,0-1 16,0 1-16,-17 0 15,17-1-15,-18-17 16,1 18 0,-19-1-1,19-17-15,-1 0 16,-17 0-16,17 18 16,0-18-1,1 0-15,34 0 141</inkml:trace>
  <inkml:trace contextRef="#ctx0" brushRef="#br0" timeOffset="42359.73">33408 6809 0,'18'0'32,"-1"0"-1,1 0 0,0 0-15,-1 17 15,-17 1-15,18 0-1,-18-1 32,0 1-47,0-1 16,0 1-1,-18 0 1,18-1 0,-17-17-16,-1 0 15,0 18-15,1-18 16,-1 18-1,0-18-15,36 0 141,0 0-125,-1 0-16,1 0 15,0 0-15,-1 0 16,1 0-16,0 0 16,-1 0-1,-17 17 1,18-17-1,-1 0 1,-17 18 0,18-18-1,-18 18 17,0-1-17,18 1 1,-18-1-1,0 1 1,0 0 0,0-1-16,0 1 15,0 0-15,0-1 16,0 1-16,0 0 16,-18-1-1,0 1 1,18-1-1,-17-17-15,17 18 16</inkml:trace>
  <inkml:trace contextRef="#ctx0" brushRef="#br0" timeOffset="46720.02">28769 7673 0,'18'0'47,"-1"0"-32,1 0 1,0 0-16,-1 18 16,18-18-1,-17 0 1,-18 17-16,18-17 16,-18 18-16,17-1 15,1 1 1,-18 0-1,0-1 1,0 1 0,0 0-1,-18-18 1,1 0-16,-1 17 16,0-17-16,1 0 15,-1 0-15,1 18 16,-1-18-1,36 18 95,-1-18-95,1 0-15,17 17 16,-17-17-16,-18 18 16,17 0-16,1-18 15,-18 17 1,18 1 0,-18-1 15,0 1 0,0 0-15,-18-1 15,0-17-31,1 0 16,-1 0-16,-17 18 15,17-18 1,1 0-1,-1 0-15,0 0 16,1 0 0,-1 0-16,0-18 15</inkml:trace>
  <inkml:trace contextRef="#ctx0" brushRef="#br0" timeOffset="47568.4">29210 7779 0,'18'-18'94,"17"18"-79,0 0-15,-17 0 16,-1 0-16,1 0 16,0 0 31,-1 0-1</inkml:trace>
  <inkml:trace contextRef="#ctx0" brushRef="#br0" timeOffset="48944.07">29263 7638 0,'0'17'141,"0"1"-110,0 0-16,0 17 1,0-18-16,0 1 16,-18 0-16,18 17 15,0-17-15,0-1 16,0 1-16,0 0 16,0-1-16,0 1 15,0 0 1,0-1-16,0 1 15,0-1 1,0 1 125,18-18-126,0 0 1,17 0 0,-18 0-16,1 0 15,0 0-15,-1 0 16,1 18-16,-18-1 78,18-17-78,-18 18 16,0 0-1,0-1 1,0 1-16,0 0 15,0-1 1,0 1-16,-18-1 31,18 1-15,-18-18-16,1 0 16,-1 18-1,0-18 1,1 17-1,-1-17 17,1 0-17,-1 0 1,0 0 0,1 0 30,-1-17-30,0 17 0,18-18-1,0 0 48</inkml:trace>
  <inkml:trace contextRef="#ctx0" brushRef="#br0" timeOffset="52761.41">31027 9472 0,'17'0'62,"1"0"-46,0 0-1,-1 0 1,1 18 15,0-18-31,-18 17 16,0 1 31,17 0-32,-17-1 1,0 1 0,0 0 15,-17-18-31,17 17 16,-18-17-16,0 18 15,1-18 1,34 0 140,1 17-140,0-17-16,-1 0 15,1 0 1,-18 18 0,18-18-16,-1 18 31,-17-1-31,18-17 15,-18 18 1,0 0 0,17-1-1,-17 1 1,0 0 0,0-1-1,-17-17 1,-1 18-1,1-18 1,-1 0 0,0 0-1,1 0-15,-1 0 16,-17 0-16,17 0 16,0-18-1</inkml:trace>
  <inkml:trace contextRef="#ctx0" brushRef="#br0" timeOffset="53624.8">31415 9490 0,'17'0'125,"1"0"-110,0 0-15,17 0 16,-17 0-16,-1 0 15,1 0 48,-18-18 46</inkml:trace>
  <inkml:trace contextRef="#ctx0" brushRef="#br0" timeOffset="54776.23">31415 9419 0,'-18'0'16,"18"35"15,0-17-15,0 0-16,0 17 15,0-17-15,0-1 16,0 1-16,0 0 16,35-1 140,-17-17-140,0 18-16,-1-18 15,1 0-15,0 0 16,-1 17-16,1 1 15,0-18 1,-18 18 0,17-18-16,-17 17 15,18 1 1,0 0 0,-18-1-16,0 1 15,17 0-15,-17-1 16,18 1-1,-18-1-15,0 1 16,0 0 0,0-1-1,0 1 1,-18-18 0,1 18-1,-1-18-15,0 0 16,1 0-1,-1 0 1,0 0 0,-17 0-16,17 0 15,-17 0-15,17 0 16,1 0 0</inkml:trace>
  <inkml:trace contextRef="#ctx0" brushRef="#br0" timeOffset="57616.16">33196 8431 0,'0'36'63,"0"-19"-48,0 19-15,0-1 16,0 18-16,0 35 16,0-35-16,18 0 15,0 17-15,-1-17 16,-17-17-1,18-1-15,-18-18 16,0 1-16,18 0 63,-1-18-63,1 0 15,17 0 1,-17 0-16,-1-18 15,-17 0-15,18 18 16,-18-17-16,18 17 16,-1-18-16,-17 1 15,0-1 1,0 0 0,0 1-1,0-1 16,0 0-15,-35 18 0,17-17-1,1 17 1,-1 0 0,1 0-1,-1 0 1</inkml:trace>
  <inkml:trace contextRef="#ctx0" brushRef="#br0" timeOffset="58528.66">33461 8749 0,'0'-18'16,"0"36"-1,0 0 1,0-1-1,0 1-15,0-1 16,0 1 0,0 0-16,0-1 15,18 1 1,-1 0 31,1-18-16,0 0-31,-1 0 16,1 0-16,-1 0 15,1 0-15,0 0 16,-18-18 0,17 18-16,-17-18 15,0-17 1,0 17-1,0 1 1,0-1-16,0 1 16,0-1-1,0 0 1,-17 1 0,-1 17-1,18-18-15,-18 18 16,1 0-16,-1 0 31</inkml:trace>
  <inkml:trace contextRef="#ctx0" brushRef="#br0" timeOffset="136904.21">25718 15840 0,'0'17'47,"0"19"-16,0-1-15,0 0 0,0-17-1,0-1-15,0 1 16,0 0-16,0-1 15,0 1-15,0 0 16,0 17 0,0-17-1,0-1 1,0 1 0,-18-18-1,18 17 16,0 1 16,0 0-31,0-1 15,0 1 0,0 0-15,0-1-16,0 1 16</inkml:trace>
  <inkml:trace contextRef="#ctx0" brushRef="#br0" timeOffset="137497.75">25876 15910 0</inkml:trace>
  <inkml:trace contextRef="#ctx0" brushRef="#br0" timeOffset="138033.13">25912 16192 0</inkml:trace>
  <inkml:trace contextRef="#ctx0" brushRef="#br0" timeOffset="141752.79">26158 15963 0,'0'18'94,"0"17"-94,0-17 15,0 17-15,0-17 16,0 17-1,0-17-15,0-1 16,0 1-16,0 17 16,0-17-1,0-1-15,0 1 0,0 0 16,18-1 0,0-17 30,-1 0-30,1 0-16,0 0 16,-1 0-16,1 0 15,0-17 1,-1-1-16,-17 0 16,18 1-16,-1-1 15,-17-17-15,18 17 16,0 1-16,-18-19 15,0 19-15,0-1 16,0 0-16,0 1 16,0-1-16,0 0 15,0 1-15,0-1 16,-18 1 0,0-1-1,1 18-15,-1-18 16,1 18-16,-1 0 15,0 0 17,1 0-17,34 18 110,1-18-125</inkml:trace>
  <inkml:trace contextRef="#ctx0" brushRef="#br0" timeOffset="142249.75">26599 16298 0</inkml:trace>
  <inkml:trace contextRef="#ctx0" brushRef="#br0" timeOffset="143610.29">26652 15910 0,'0'0'0,"36"0"31,-19 0-15,-17 18 0,18 0-16,-18-1 15,18 1 1,-18-1-16,17-17 16,-17 36-16,18-19 15,-18 1 1,0 0-16,0-1 15,0 1-15,0 17 16,17-35-16,-17 18 16,0-1-1,0 1-15,0 0 16,0-1-16,-17-17 16,17 18-16,-18-18 31,36 0 125,-1 0-156,1 0 16,0 0-1,-1 0 1,1 0-16,0 0 16,-1 0-1,1 18 157</inkml:trace>
  <inkml:trace contextRef="#ctx0" brushRef="#br0" timeOffset="146632.62">27111 15981 0,'0'17'63,"0"19"-48,18-19 1,-1 19-16,1-19 15,17 19-15,-17-1 16,-1-18-16,-17 1 16,0 0-16,18-1 15</inkml:trace>
  <inkml:trace contextRef="#ctx0" brushRef="#br0" timeOffset="147472.26">27270 15981 0,'0'17'78,"-18"-17"-78,0 18 16,1 0-16,17 17 15,-18-17-15,1-1 16,-1 19-16,18-19 16,-18 18-16,18-17 15,0 0 1,-17-1 15</inkml:trace>
  <inkml:trace contextRef="#ctx0" brushRef="#br0" timeOffset="148104.29">27428 15875 0,'0'0'0,"-17"18"16,17-1-16,0 1 15,0 0-15,0-1 16,0 1 0,0-1-1,0 1 17</inkml:trace>
  <inkml:trace contextRef="#ctx0" brushRef="#br0" timeOffset="149153.04">27411 15910 0,'17'0'62,"1"0"-62,17 0 16,-17 0-16,17 0 15,-17 0 1,0 0 0,-1 0 15,-17 18-16,18-18 79,-1 0 16,-17 35-95,0-17 1,0-1-16,0 19 15,0 17-15,0-36 16,0 1-16,0 17 16,0-17-16,0-1 15,0 19-15,0-1 16,0 0-16,0-17 16,0 0-16,0 17 15,0-17-15,0-1 16,0 1-16,0-1 15</inkml:trace>
  <inkml:trace contextRef="#ctx0" brushRef="#br0" timeOffset="152752.31">27817 16157 0,'17'0'125,"1"0"-110,-1 0 1,1 0 0,0 0 124</inkml:trace>
  <inkml:trace contextRef="#ctx0" brushRef="#br0" timeOffset="154424.69">27834 16140 0,'18'0'47,"-1"0"-16,1 0-15,0 0 0,-1 0 93,1 0-78,0 0 1,-18 17-32,17-17 15,1 0 1</inkml:trace>
  <inkml:trace contextRef="#ctx0" brushRef="#br0" timeOffset="155176.49">27922 15981 0,'0'17'62,"0"1"-46,0 0-1,0-1-15,0 1 16,0 0-16,0 17 16,0-17-16,0 17 15,0-18-15,0 1 16,0 0-1,0-1-15,0 1 32,0 0-1</inkml:trace>
  <inkml:trace contextRef="#ctx0" brushRef="#br0" timeOffset="156536.76">28116 16051 0,'0'18'63,"0"0"-63,0-1 16,0 1-16,0 17 15,0-17-15,0-1 16,0 1-16,0 0 15,0-1 1,18 1 0,0 0 46,17-18-31,-35 17-31,18-17 16,-1 0 0,1 0-16,0 0 15,-1 0 1,-17-17-16,18 17 16,-18-18-16,0 0 15,0-17 1,0 17-16,0 1 15,0-18 1,0 17-16,0 0 16,0-17-16,-18 17 15,18-17 1,-17 35-16,-1-35 16,18 17-16,-18 1 15,1 17 48,-1 0-32,0 0 63,18 35-47</inkml:trace>
  <inkml:trace contextRef="#ctx0" brushRef="#br0" timeOffset="157122.93">28452 16334 0,'17'0'172</inkml:trace>
  <inkml:trace contextRef="#ctx0" brushRef="#br0" timeOffset="158408.87">28575 16034 0,'0'-18'16,"-18"18"15,1 0 16,-1 0-31,0 0-1,18 18 1,-17-18-1,17 17 1,0 1-16,0 0 16,0-1-1,0 1 1,0 0 15,0-1-31,0 1 16,17-18-16,-17 17 15,18-17-15,-18 18 16,18-18 0,-18 18-16,17-18 15,1 17 1,0 1-16,-1 0 16,1 17-1,-18-17 1,0-1-16,18 1 15,-18 0-15,0-1 32,0 1-17,0-1 1,0 1 0,-18-18-1,18 18-15,-18-18 16,1 17-16,-1-17 78,18-17-62,0-1-1,0 0 1,18 1-16,-18-18 15,0-1 1,0 19-16,0-1 16,0 0-1,17 1 1,-17-1-16,18 18 16,-18-18-16,18 1 15,-18-1 1,0 0-1,17 1 1,-17-1 0,0 1-1,0-1 1,0 0 15,0 1 0,0-1-15</inkml:trace>
  <inkml:trace contextRef="#ctx0" brushRef="#br0" timeOffset="161264.21">28840 16281 0,'0'17'78,"17"-17"-62,1 18-16,-1 0 15,1-1 1,0 1-16,-1 0 15,1-1-15,0 1 16,-1-1 125</inkml:trace>
  <inkml:trace contextRef="#ctx0" brushRef="#br0" timeOffset="162152.81">29016 16087 0,'0'17'31,"0"1"-15,-18 17-16,1 0 16,17-17-1,-18 0-15,18-1 16,0 1-16,0 17 16,-18-17-16,1 17 15,17-17 1,-18 17-1,18-17 1,0-1 47</inkml:trace>
  <inkml:trace contextRef="#ctx0" brushRef="#br0" timeOffset="162879.9">29210 16034 0,'-18'17'31,"1"-17"-15,-1 36-16,0-19 16,18 1-16,0 17 15,0-17-15,0-1 16,0 1-16,0 0 16,0-1-1,-17 1 1,17 0 15,17-18 32,1 0-63,0 0 15,17 0-15,0 0 16,-17 0-16,0 0 15,17 0-15,-18 0 16</inkml:trace>
  <inkml:trace contextRef="#ctx0" brushRef="#br0" timeOffset="163544.81">29298 16069 0,'-17'35'47,"17"1"-32,-18-1-15,18 0 16,0 0 0,0 1-16,0-1 15,0-17-15,0 17 16,0 0-16,0-17 15,0-1 1,0 1-16,0 0 16,0-1-1</inkml:trace>
  <inkml:trace contextRef="#ctx0" brushRef="#br0" timeOffset="170072.86">29492 16087 0,'-17'0'188,"-1"0"-173,0 0 1,1 0 15,-1 17-31,0 1 32,18 0-17,0-1 1,0 1-16,0-1 15,0 1-15,0 0 16,0-1 31,18-17-31,-18 18-16,18-18 31,-1 0-16,1 0 17,0 0-17,-1 0 17,1 0-17,-18-18 16,0 1 1,0-1-17,0 0 1,18 18 0,-18 36 187,0-19-203,0 19 15,0-19-15,0 19 16,0-1-16,0-17 16,0 17-16,0-18 15,0 1-15,0 0 16,0-1-16,0 1 15,0 0 1,0-1 0,0 1-1,0 0 17,17-18 124</inkml:trace>
  <inkml:trace contextRef="#ctx0" brushRef="#br0" timeOffset="170768.65">29669 16228 0,'17'0'110,"1"0"-110,0 0 15,-1 0 1,1 0 0,-1 0-1,1 0 126</inkml:trace>
  <inkml:trace contextRef="#ctx0" brushRef="#br0" timeOffset="171376.92">29633 16404 0,'18'0'78,"0"0"-63,-1 0-15,1 0 16,0 0-16,-1 0 16,1 0-1,-1 0 16</inkml:trace>
  <inkml:trace contextRef="#ctx0" brushRef="#br0" timeOffset="174528.75">29916 16192 0,'0'18'79,"0"0"-64,0-1-15,-18 1 16,18 17-16,0-17 15,-18 0-15,18-1 16,0 1 0,0 0-1,18-18 110,0 0-109,-1 0-16,18 0 16,1 0-1,-19 0 1,1 0-16,0 0 15,-1 0 1,1 0-16</inkml:trace>
  <inkml:trace contextRef="#ctx0" brushRef="#br0" timeOffset="175184.64">30021 16192 0,'-17'18'16,"17"0"0,0-1-16,0 19 15,0-1-15,0-17 16,0-1-16,0 19 15,0-19-15,0 1 16,0-1-16,0 1 16,0 0-16,0-1 15,0 1 1,0 0 0,0-1-1,17-17 126</inkml:trace>
  <inkml:trace contextRef="#ctx0" brushRef="#br0" timeOffset="176176.75">30162 16369 0,'0'18'125,"0"-1"-109,0 1-16,0 17 15,0-17 1,0-1-16,0 1 16,0 0 15,18-18 0,0 0-15,-1 0-1,1 0 1,17 0 0,-17 0-16,0 0 15,-18-18-15,17 0 16,-17 1-16,0-1 15,0 0 1,0 1 0,0-1-1,0 1-15,0-19 16,0 19-16,0-1 16,-17 18-16,17-18 15,-18 1 1,0-1-1,1 18 1,-1 0 31,0 0-47,1 0 16,-1 0-1,0 0 79,18 18-78,0-1-1,18-17-15</inkml:trace>
  <inkml:trace contextRef="#ctx0" brushRef="#br0" timeOffset="176664.45">30339 16545 0,'18'18'187</inkml:trace>
  <inkml:trace contextRef="#ctx0" brushRef="#br0" timeOffset="178128.52">30462 16175 0,'0'35'78,"0"-17"-62,0 35-16,0-36 15,0 1-15,0 0 16,0 17-16,0 0 16,0-17-16,0 17 15,0-17-15,0 17 16,0-17 0,0 17-16,0-17 15,0-1-15,0 1 16,0-1-16,0 1 15,0 0 1,0-1 0,18 1 15,0-18-15,-1 0-1,1 0 1,0 0-16,-1 0 15,1 0 1,-1 0-16,1-18 16,0 1-1,-18-1-15,17 0 16,-17 1 0,0-1-1,0 1-15,0-1 16,0 0 15,0 1 16,-17 17-16,-1 0-15,0 0 15,1 0-15,-1 0-1,1 0 17</inkml:trace>
  <inkml:trace contextRef="#ctx0" brushRef="#br0" timeOffset="186912.75">25735 16545 0,'35'0'93,"-17"0"-77,0 18-16,-1 0 16,1-18-1,-18 17-15,18-17 32,-18 18-1,0-1 0,0 1-15,0 0-1,0-1 1,-18 1 0,0-18 15,1 0-16,-1 18 1,0-18 0,36 0 156,0 0-157,17 17 1,-17-17-16,-18 18 15,17-18 1,1 0-16,-18 18 16,18-1-16,-1-17 15,-17 18-15,18 0 16,-18-1 0,17 1-1,-17-1 1,0 1-1,0 0 1,0-1-16,0 1 16,-17 0-1,-1-1 1,1-17 0,-1 18-16,0-18 15,1 0 1,-1 18-16,36-18 219,-1 0-219</inkml:trace>
  <inkml:trace contextRef="#ctx0" brushRef="#br0" timeOffset="187648.74">26194 16739 0,'0'18'203,"0"0"-203</inkml:trace>
  <inkml:trace contextRef="#ctx0" brushRef="#br0" timeOffset="188081.48">26211 16986 0</inkml:trace>
  <inkml:trace contextRef="#ctx0" brushRef="#br0" timeOffset="191096.75">26494 16845 0,'-18'0'31,"18"18"-31,-18-18 16,18 17-16,0 1 15,-17-18-15,17 18 16,0-1-16,0 1 15,0 0-15,0 17 16,0 0-16,0 0 16,0-17-16,0 0 15,0 17-15,17-35 63,19 0-63,-19 0 15,1 0 1,17-18-16,-17 1 16,-1-1-16,-17-17 15,0 17-15,0 1 16,0-19-16,0 19 16,18-19-16,-18 1 15,0 17 1,0 1-1,0-1-15,0 1 16,0-1 15,-18 18 16,1 0-31,-1 0 15,1 0-15</inkml:trace>
  <inkml:trace contextRef="#ctx0" brushRef="#br0" timeOffset="191544.91">26741 17092 0,'0'18'0,"0"-1"157</inkml:trace>
  <inkml:trace contextRef="#ctx0" brushRef="#br0" timeOffset="192616.31">26864 16916 0,'0'-18'15,"0"0"1,18 18 46,-1 0-30,1 0-17,-18 18 1,18-18-16,-18 18 15,0-1-15,0 1 16,0 0 0,0-1-16,0 1 15,0 0 1,0-1-16,0 1 16,0-1-1,0 1-15,0 0 31,0-1-15,0 1-16,-18-18 16,18 18-1,0-1 95,18-17-79,-1 0-31,1 0 16,17 0-1,-17 0-15,17 0 16,18 0-16,-18 0 15,1 0-15,-19 0 16,1 0-16,-1 0 16,-34 0 218,17 18-218</inkml:trace>
  <inkml:trace contextRef="#ctx0" brushRef="#br0" timeOffset="193624.76">27270 16986 0,'-18'0'94,"36"18"-78,-18 0-1,35 17-15,-17-18 16,17 1 0,-17 17-16,-1-17 15,1 0-15,-1-1 16,-17 1-16,0 0 15</inkml:trace>
  <inkml:trace contextRef="#ctx0" brushRef="#br0" timeOffset="194624.6">27428 17004 0,'0'-18'78,"-17"36"-47,-1 0-15,18-1 0,-17 1-16,17-1 15,-18 1-15,0-18 16,18 18-1,-17-1 1,17 1 15,-18-18-31</inkml:trace>
  <inkml:trace contextRef="#ctx0" brushRef="#br0" timeOffset="196000.71">27640 16898 0,'18'0'47,"-18"18"-31,0-1-1,0 1 1,0 0-16,0 17 16,0-17-16,0 17 15,0 0-15,0-17 16,0 17-16,0-17 16,0-1-16,0 1 15,0 0-15,0-1 16,0 1-1,0-1 1</inkml:trace>
  <inkml:trace contextRef="#ctx0" brushRef="#br0" timeOffset="197128.62">27869 16880 0,'0'-17'0,"0"52"63,0-17-48,0-1-15,0 1 16,0 17-16,0-17 15,0 0-15,0-1 16,0 1-16,0-1 16,0 1-1,0 0-15,0-1 16,0 1 0,0 0 30,18-1 17,-18 1-32,0 0-31</inkml:trace>
  <inkml:trace contextRef="#ctx0" brushRef="#br0" timeOffset="199528.59">28099 17163 0,'17'0'125,"19"0"-109,-19 0-1,1 0-15,17 0 16,-17 0-1,0 0 1,-1 0 15,1 17-15,-1-17 0,1 0-16,0 0 15</inkml:trace>
  <inkml:trace contextRef="#ctx0" brushRef="#br0" timeOffset="200153.34">28258 17004 0,'0'18'31,"-18"17"-15,18 18-16,-18-18 15,18 0-15,0 1 16,0-19-16,0 18 15,0 1-15,0-19 16,0 1 0,0 0-16,18-18 156,0 0-140</inkml:trace>
  <inkml:trace contextRef="#ctx0" brushRef="#br0" timeOffset="201032.59">28540 17127 0,'0'36'63,"-18"-19"-48,18 1-15,-18 0 16,18-1-16,0 1 16,0-1-16,0 1 15,0 0 1,0-1-1,0 1 1,0 0 0,18-18 31,0 0-32,-1 0-15,1 0 16,0 0-1,-1-18 1,-17 0-16,0 1 16,0-19-1,0 19-15,0-1 16,0 1-16,0-1 16,0-17-1,0-1 1,-17 19 15,17-1-15,-18 18-1,0 0 32</inkml:trace>
  <inkml:trace contextRef="#ctx0" brushRef="#br0" timeOffset="201440.34">28663 17304 0,'0'17'32,"0"1"124</inkml:trace>
  <inkml:trace contextRef="#ctx0" brushRef="#br0" timeOffset="203008.07">28769 17039 0,'-18'0'47,"1"0"-16,-1 18 32,18-1-48,0 1-15,0 0 16,0-1-16,0 19 15,0-19 1,0 19-16,0-19 16,0 1-1,18-1 1,-18 1 0,17-18-16,1 18 15,0-1-15,17-17 16,-17 18-16,-1 0 15,1-18-15,-1 17 16,1 1 47,0 17-32,-18-17 0,0-1-31,0 1 16,-18-18-1,0 18 1,1-18-16,-1 0 16,-17 0-16,17 17 15,1-17 63,17-17-62,0-1 0,0 0-16,0-17 15,0 18 1,0-1-16,17 0 15,-17 1 1,18 17-16,0-36 16,-1 19-16,-17-1 15,0 0 1,0 1 0,0-1-16,0 1 15,18 17-15,-18-18 16,0 0-1,0 1-15,0-1 16,0 0 15,0 1 1,0-1 61</inkml:trace>
  <inkml:trace contextRef="#ctx0" brushRef="#br0" timeOffset="205536.28">29051 17304 0,'18'0'94,"0"0"-94,17 17 15,0 1-15,-17 0 16,-1-1-16,19 1 15,-19-18 1,1 18-16</inkml:trace>
  <inkml:trace contextRef="#ctx0" brushRef="#br0" timeOffset="206184.76">29263 17198 0,'-18'0'63,"1"18"-63,-1 17 15,18-18-15,-18-17 16,-17 18-16,35 0 15,-18-1-15,1 1 16,-1 0 0,18-1-16,-17 1 15,17 0 17,0-1 14,-18-17-30</inkml:trace>
  <inkml:trace contextRef="#ctx0" brushRef="#br0" timeOffset="207608.68">29351 17057 0,'18'0'47,"-1"0"0,1 0-16,-18 17-16,0 1 1,0 0 15,0-1-31,0 1 16,0 0 0,0-1-1,0 1 1,-18-18-16,1 18 15,-1-18 1,0 17 0,1-17-1,34 0 157,1 0-156,0 0-16,-1 0 15,1 0 1,0 0 0,-1 18 15,1-1 0,-18 1-15,18 0-1,-1-1 1,-17 1 15,0 0-15,0-1 0,0 1-1,0 0 1,0-1-1,-17-17-15,-1 18 16,0-18-16,18 17 16,-17-17-16,-1 0 15,0 18 1</inkml:trace>
  <inkml:trace contextRef="#ctx0" brushRef="#br0" timeOffset="209304.11">29492 17074 0,'18'0'15,"0"0"16,-1 0 16,1 0-15,-1 0-1,1 18-16,0 0 17,-18-1-32,17-17 15,-17 18 17,0 0-1,0-1-31,0 1 31,-17-18-15,-1 18-1,0-18-15,1 0 16,-1 17 0,1-17-1,34 0 141,1 0-140,-1 0 0,1 0-16,0 0 15,-1 0 17,1 0-17,-18 18 1,18-18-16,-18 17 15,17 1 1,-17 0 15,0-1-31,18 1 16,-18 0 15,0-1 0,0 1-15,0 0 0,0-1-1,-18 1 17,1-18-17,-19 17 1,19-17-1,-1 0 1</inkml:trace>
  <inkml:trace contextRef="#ctx0" brushRef="#br0" timeOffset="211600.63">29880 17233 0,'18'0'110,"0"0"-110,-1 0 15,1 0 1,-1 0-16,1 0 94</inkml:trace>
  <inkml:trace contextRef="#ctx0" brushRef="#br0" timeOffset="212128.56">29898 17339 0,'18'0'78,"-1"0"-63,1 0-15,17 0 16,0 0-16,-17 0 16,0 0-1</inkml:trace>
  <inkml:trace contextRef="#ctx0" brushRef="#br0" timeOffset="213408.6">30162 17163 0,'0'-18'31,"18"18"0,0 18-15,-1-1 15,-17 1-15,18-18-16,-18 18 15,18-1 1,-18 1 0,0-1-16,0 1 15,0 0 1,0-1-16,0 1 15,0 0 1,0-1-16,-18 1 16,0 0-16,18-1 15,-17-17 1,17 18-16,-18-1 16,18 1-1,18-18 126,17 18-141,-17-18 15,-1 0 1,1 0 0,0 0-1,-1 0 95,1 0-63</inkml:trace>
  <inkml:trace contextRef="#ctx0" brushRef="#br0" timeOffset="-214743.72">30462 17180 0,'0'-17'31,"-17"17"-16,17 17 1,-18-17-16,18 18 16,-18 0-1,1-1-15,17 1 16,0-1 15,-18-17-15,18 18-1,18 0 1,-18-1 0,17-17-16,1 0 15,0 18-15,-1 0 16,1-18 0,0 0-16,-18 17 15,17 1-15,1-18 31,-18 18-15,18-1 0,-18 1-1,0-1 1,0 1 0,0 0 15,-18-1-31,0-17 15,1 0-15,-1 18 16,0-18-16,18 18 16,-17-18 46,17-18-31,0 0-31,0 1 16,0-19 0,0 19-1,17-1-15,1 18 16,-18-17-16,0-1 16,18 0-16,-1 1 15,-17-19 1,18 19-16,0-1 15,-18 0 1,0 1 0,0-1-16,0 1 15,0-1 1,0 0-16,0 1 109</inkml:trace>
  <inkml:trace contextRef="#ctx0" brushRef="#br0" timeOffset="-213895.91">30727 17498 0,'-18'0'46</inkml:trace>
  <inkml:trace contextRef="#ctx0" brushRef="#br0" timeOffset="-212616.11">30886 17145 0,'0'35'93,"-18"-17"-93,18 17 16,-18-17-16,18-1 16,0 19-16,0-19 15,0 1-15,0 0 16,0 17-16,0-17 16,0-1-16,0 18 15,0 1 1,0-19-16,18 19 15,-18-19 17,18 1-32,-1-18 93,1 0-77,0 0 0,-1 0-16,1 0 15,-18-18-15,18 1 16,-18-1 0,0 0-1,0 1 1,0-1 31,0 0-32,0 1 1,-18 17-16,0 0 16,1 0-16,-1 0 15,0 0 79</inkml:trace>
  <inkml:trace contextRef="#ctx0" brushRef="#br0" timeOffset="-186440.09">423 9578 0,'0'-18'47,"18"18"-31,17 0-16,-35-17 15,18 17 1,0 0-16,-1 0 16,1 0-1,-1 0-15,1 0 16,0 0 0,-1 0-1,19 0 1,-19 0-1,1 0 1,0 0-16,-1 0 16,1 0-16,-1 0 31,1 0-15,0 0-1,-1 0 32</inkml:trace>
  <inkml:trace contextRef="#ctx0" brushRef="#br0" timeOffset="-185160.1">459 10724 0,'17'-17'78,"1"17"-78,17 0 15,-17 0-15,17-18 16,0 18-16,-17-17 16,0 17-16,35 0 15,-36-18-15,18 18 16,-17 0-16,35-18 31,-35 18-15,-1 0 15</inkml:trace>
  <inkml:trace contextRef="#ctx0" brushRef="#br0" timeOffset="-181543.96">582 12612 0,'18'0'47,"-1"17"-47,1-17 31,17 0-31,-17 0 16,52 0-1,-52 0 1,0 0-16,-1 0 16,1 0-16,0 0 15,-1 0 1,1 0 31,0 0 46</inkml:trace>
  <inkml:trace contextRef="#ctx0" brushRef="#br0" timeOffset="-177646.92">476 15628 0,'18'0'62,"0"0"-62,-1 0 16,18 0-16,-17 0 15,0 0-15,17 0 16,-17 0-16,-1 0 16,1 0-16,17 0 15,-17 0 1,17 0-16,-17 0 15,-1 0 1,1 0 0,0 0-1</inkml:trace>
  <inkml:trace contextRef="#ctx0" brushRef="#br0" timeOffset="-166304.34">1182 18256 0,'17'0'203,"1"0"-172,0 0 0,-1 0 1,1 0-1,0 0 0,-1 0 16,1 0-31,-18-17 46,18 17-15,-18-18 125,17 18-157,1 0 17,-18-18-32,17 18 31,-17-17-15,18 17-1,-18-18 126</inkml:trace>
</inkml:ink>
</file>

<file path=ppt/ink/ink2.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3-02-04T15:00:32.905"/>
    </inkml:context>
    <inkml:brush xml:id="br0">
      <inkml:brushProperty name="width" value="0.05292" units="cm"/>
      <inkml:brushProperty name="height" value="0.05292" units="cm"/>
      <inkml:brushProperty name="color" value="#FFFFFF"/>
    </inkml:brush>
  </inkml:definitions>
  <inkml:trace contextRef="#ctx0" brushRef="#br0">635 9613 0,'0'-17'94,"-18"17"-63,1 0-31,-1 0 16,0 0-1,1 0-15,-1 0 16,-17 0-16,17 0 16,1 0-16,-1 0 15,0 0-15,1 0 16,34 0 171,1 0-171,0 0-16,17 0 16,-17 0-16,17 0 15,-18 0-15,19 0 16,-19 0-16,1 0 15,17 0-15,-17 0 16,0 0-16,-1 0 16,1 0 46,-1 0 32,-34-18-16,-18 0-62,-1 1-16,-17 17 15,18-18-15,-35 18 16,17-18-16,0 1 16,17 17-16,19 0 15,-1 0-15,1 0 16,34 0 124,1 0-140,-1 0 16,1 0-16,0 0 16,-1 0-16,1 0 15,17 0-15,-17 0 16,0 0 0,-1 0-1,1 0-15,17 17 16,-17-17-16,-1 18 15,1-18 1,0 0 15,-1 0 1,1 0-1,0 0 78,-1 0-31,1 0-78,-1 0 32,1 0-17,0 0 1,-1 0-1,1 0 1,-36 0 218,1 0-218,-19 0 0,19 0-16,-18 0 15,17 0-15,-17 0 16,17 0-16,-17 0 16,17 0-16,-17 0 15,17 0 1,1 0-1,-1 0 32,0 0-31,1 0 31,-1 0-32,0 0 17,36 0 155,0 0-187,17 0 16,-17 0-16,17 0 15,0 0-15,18 0 16,-18 0-16,1 0 16,16 0-16,-34 0 15,17 0-15,-17 0 16,0 0 15,-18-18 125,-18 18-140,-17 0-16,-1 0 16,19 0-16,-1 0 15,-17 0-15,17 0 16,1 0 15,-1 0-15,0 0-1,1 0 1,-1 0 47,0 0-32,18-17-31,-17 17 78,-1 0-31,1 0-32,-1 0 1,0 0 31,1 0-16,-1 0-15,0-18-1,1 18 1,-1 0 31,0 0 0,1 0-32,17-18 1,-18 18 15,1-17 126,-1 17-95,36 17 204,-1-17-251,1 18-15,-1-18 32,1 0-17,0 0 16,-1 0-15,1 0 15,0 0-31,-1 0 16,1 0 0,0 0-16,17 0 31,-18 0-31,1 0 31,0 0 0,-1 0 63,-34 0-78,-1-18-1,0 18 1,-17 0 0,18 0-1,-1 0-15,-17 0 16,17 0-16,-17 0 15,-1 0-15,1 0 16,0 0-16,-18 0 31,35 0-31,1 0 16,-1 0-16,0 0 16,1 0-1,-1 0-15,0 0 16,1 0-1,-1 0 1,1 0 0,-1-17-1,0 17-15,1 0 157,17-18-126</inkml:trace>
  <inkml:trace contextRef="#ctx0" brushRef="#br0" timeOffset="7311.39">741 10636 0,'0'18'15,"-18"0"79,1-18-78,-1 0-16,-17 0 15,17 0-15,0 0 16,1 0 0,-1 0-16,0 0 15,1 0 1,34 0 296,19 0-312,-1 0 16,0 0-16,18 0 16,-18 0-16,18 0 15,-17 0-15,-19 0 16,1 0-16,0 0 15,-1 0 204,-17-18-78,-35 18-141,-18-18 15,35 18-15,-17 0 16,17 0-16,-17 0 16,18 0-16,-1 0 15,36-17 95,-1 17-95,1 0-15,-1 0 16,1 0-16,0 0 31,-36 0 125,-35 0-156,18 0 16,0 0-16,-36 0 16,18 17-16,18 1 15,17-18-15,1 0 16,-1 0-16,0 0 16,1 0 15,17 18 109,35-18-124,-17 0 0,-1 17 62,-34-17-47,-1 0-31,-17 0 16,-18 0-16,18 0 15,-18 0-15,17 0 16,1 0-16,17 0 16,1 0-16,34 0 93,36 18-77,-35-18-16,17 0 16,-17 0-16,35 0 15,-18 0-15,-17 0 16,17 0-16,-53 0 109,1 0-93,-1 0-16,-17 0 15,35 17-15,17-17 141,19 0-141,-19 0 16,1 0-16,0 0 62,-1 0 157,19 0-219,16 0 16,-34 0-1,17 0-15,-17 0 16,-36 0 93,1 0-109,-19 0 16,19 0-16,-1 0 15,1 0-15,-1 0 16</inkml:trace>
  <inkml:trace contextRef="#ctx0" brushRef="#br0" timeOffset="10847.65">741 12647 0,'0'18'78,"-18"-18"-63,-17 0 1,17 0 0,1 0-1,-1 0-15,0 0 110,36 17-79,0-17-16,17 0 1,-17 0-16,-1 0 16,1 0-16,17 0 15,-17 0 1,-1 0-16,1 18 31,0-18-15,-1 0-16,1 0 15,0 0 126,-1 0-125,1 0 31,-36 0 78,1 0-110,-1 0-15,0 0 16,-35 0-16,36 0 15,-19 0 1,19 0 0,34 0 124,1 0-124,0 0-16,17 0 16,0 0-1,-17 0 1,0 0-16,-1 0 31,-34 0 110,-1 0-141,-17 0 15,-1 0-15,-17 0 16,36 0-16,-36 0 16,18 0-16,17 0 15,-17 0-15,17 0 16,0 0-16,1 0 15,-1 0-15,36 0 94,52 0-78,-52 0-1,17 0-15,-17 0 16,0 0-16,-1 0 16,1 0-16,-1 0 15,1 0 1,0 0 93</inkml:trace>
  <inkml:trace contextRef="#ctx0" brushRef="#br0" timeOffset="14175.57">900 12700 0,'-18'0'171,"0"0"-171,1 0 16,-1 0 15,0-18-15,1 1 109,-1-1-94,18 0 32,18 18-32,-1-17 94,1 17-16,0 0-77,-1 0 14,1 0-30,-36 0 250,1 0-266,-19 0 15,19 0-15,-19 0 16,19 0-16,-18 0 16,17 0-1,0 0 1,1 0-16,-1 0 15,0 0-15,1 0 16,-1 0 15,0 0 1,36 0 296,0 0-328,-1 0 15,1 0 1,0 0 0,-18 17-1,17-17 32,1 0-31,0 0 46,-1 18-62,1-18 31,-1 0-15,1 0 0,0 0-1,-1 0-15,1 0 16,0 0 0,-1 0 15,1 0-31,0 0 31,-1 0 32,1 0-32,-1 0-16,-34 0 376,-1 0-391,1 0 16,-1 0-16,0 0 15,1 0-15,-1 0 16,0 0-16,1 0 31,-1 0 0,0 0 1,1 0 15,-1 0 171,18 18-186</inkml:trace>
  <inkml:trace contextRef="#ctx0" brushRef="#br0" timeOffset="23912.02">670 15681 0,'-17'0'140,"-1"0"-124,0 0-1,1 0 17,-1 0 233,0-18-249,1 18 0,-1-17 15,1 17-31,34 0 234,1 0-218,-1 17-1,1-17 1,0 0 0,-1 0 15,1 18-31,17-18 16,-17 0-1,0 18-15,-1-18 16,1 0-1,-1 0 17,1 0 61,0 0-61,-1 0 15,1-18-47,0 18 15,17 0 1,-17 0-1,-1-18-15,1 18 16,-1 0 0,-17-17 140,0-1-140,-17 18-1,-1-18 1,1 18-16,-1 0 15,0 0-15,1 0 16,-1 0 109,0 0-94,1 0 1,-1 0-17,0 0 1,1 0 15,-1 0-15,1 0-1,-1 0 17,0 0-32,1 18 15,-1-18 16,0 0 1,1 0 15,-1 0 15,0 0 94,1 0-140,-1 18 0,1-18 15,-1 0-31,0 0 31,18 17-31,18-17 156,0 0-156,-1 0 16,18 18-16,1-18 16,-1 18-16,-17-18 15,17 0-15,0 17 16,-17-17-16,17 0 15,0 0-15,-17 0 16,0 0-16,-1 0 16,1 0-16,0 0 15,-1 0 63,1 0-46,-36 0 93,1 0-110,-36-17-15,17 17 16,19-18-16,-1 18 16,0 0-16,1 0 15,-1 0 1,18-18 124,18 18-124,-1 0 0,1 0-16,0 0 234,-1 0-218,-52 0 109,17 0-110,-17 0-15,0 0 16,-18 0-16,0 0 16,18 0-16,-18 0 15,35 0-15,1 0 16,-1 0 140,0 0-140,1 0-1,-1 0 1,0 0 0,1 0 171,-1-17-109,36 17 78,-1 0-140,1 0 0,17 0-1,-17 0-15,0 0 16,-1 17-16,1-17 16,0 0-16,-1 18 15,18-18 1,-35 18-16,18-18 15,-53 0 142,17 0-157,-17 0 15,17-18-15,1 18 16,-1 0-16,-17 0 16,-1-18-16,19 18 15,-1 0 1,1 0-16,-1 0 31,0 0-15,18-17 171,18 17-171,0 0-16,-1 0 15,1 0 1,-1 0-16,1 0 16,0 0-1,-1 0 1,1 0 0,0 0-1,-36-18 204,0 18-219,1 0 16,-1 0-1,36 0 173,17 0-173,-17 0-15,17 0 16,0 0-16,-17 0 16,-1 0-16,1 0 15,0 0 1,-1 0-1,1 0-15,0 0 16,-1 0-16,1 0 16,0 0 390,-1 0-390,1 0 30,-1 0-30,1 0 78,-18-18-63,18 18 0,-1 0 63,1 0-78,0 0-1,-1 0 1,1 0 0,0 0-1,-1 0 1,1 0-1,-1 0-15,1 0 32,0 0-17,-1 0 17,1 0 14</inkml:trace>
  <inkml:trace contextRef="#ctx0" brushRef="#br0" timeOffset="31472.07">1288 18186 0,'17'0'31,"-17"17"79,0 1-17,0 0 126,-17-18 94,17 17-298,-18-17 1,18 18-1,0 0 48,0-36 312,0 0-313,18 18-46,-1 0 0,1 0-16,17-17 31,-17 17-31,-1 0 31,1 0-15,0 0 124,-1 0-93,-34 0 94,-1 0-141,0 0 16,1 0-1,-1 0-15,1 0 16,-1 0-16,0 0 15,18-18 126,0 0-125,18 18-1,0-17 17,-18 34 233,-18-17-234,18 18 1,-18-18-17,1 0 17,17 18-17,-18-18 16,0 0 188,36-18-172,0 18-31,-1 0 15,1-18 16,-53 18 78,17 0-110,18 18-15,-18-18 16,18 18-16,0-1 125,18-17-109,0 0-1,-1 0 17,-17 18 139,-17-18-155,-1 0 15,0 0 188,1 0-156,-1 0-1,0-18 16,18 1-15,-17-1-48,34 18 251,1 0-266,0 0 16,-1 0 15,1 0-31,17 18 15,-17-18-15,0 0 16,-1 0 0,1 0-16,-1 0 31,1 0 31,0 0-30,-1 0-17,1 0 17,0 0-17,-1 0 16,1 0 32,0 0 187,-18 17-234,-18 1 15,0 0 47,18-1-47,0-34 188,0-1-203,0 0-16,0 1 15,-17-1-15,17 0 16,0 1-1,0-1 1,0 0 0,0 1-1,0-1 142,0 1-95,17 17 32,1 17-32,-18 18-62,0-17 16,0 0 0,18 17-1,-18-17 16,0-1 1,0 1 15,0 0-16,-18-18 78</inkml:trace>
  <inkml:trace contextRef="#ctx0" brushRef="#br0" timeOffset="34031.25">1358 18168 0,'18'18'156,"-18"-1"-94,17-17 157,-17-17-188,0-1-31,0 0 16,0 1 31,0 34 203,0 1-234,0 0 15,0-1 188,0 1-110</inkml:trace>
  <inkml:trace contextRef="#ctx0" brushRef="#br0" timeOffset="37215.78">406 9560 0,'0'18'31,"17"0"79,1-18-95,-18 17-15,18-17 32,-18 18-32,17-18 15,1 0 1,0 17 0,-1 1 15,1-18 78,-1 0 32,1 0-126,0 0 17</inkml:trace>
  <inkml:trace contextRef="#ctx0" brushRef="#br0" timeOffset="39632.08">512 9560 0,'0'-17'94,"-18"17"-63,0 0-16,1 0 64,34 17 124,1-17-188,0 18-15,-1-18 16,18 0 0,-17 0-1,0 0-15,-1 18 16,1-18-16,0 0 62,-1 0 1,1 0-16,0 0-32,-1 0 17,1 0-17,-1 0-15,1 0 16,0 0-1,-1 0-15,1 0 16,0 0 93,-1 0-77,1 0-17</inkml:trace>
</inkml:ink>
</file>

<file path=ppt/ink/ink3.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72.86527" units="1/cm"/>
          <inkml:channelProperty channel="Y" name="resolution" value="36.48649" units="1/cm"/>
          <inkml:channelProperty channel="T" name="resolution" value="1" units="1/dev"/>
        </inkml:channelProperties>
      </inkml:inkSource>
      <inkml:timestamp xml:id="ts0" timeString="2023-02-04T15:02:11.721"/>
    </inkml:context>
    <inkml:brush xml:id="br0">
      <inkml:brushProperty name="width" value="0.05292" units="cm"/>
      <inkml:brushProperty name="height" value="0.05292" units="cm"/>
      <inkml:brushProperty name="color" value="#FF0000"/>
    </inkml:brush>
  </inkml:definitions>
  <inkml:trace contextRef="#ctx0" brushRef="#br0">388 7461 0,'0'18'94,"18"-18"-78,17 0-1,-17 0-15,17 0 16,0 0-16,0 0 16,18 0-16,0 0 15,0 0-15,18 0 16,-36 0-16,18 0 16,17 0-1,-34 0-15,17 0 16,0 0-16,0 18 15,-36-18-15,1 0 16,17 0-16,-17 0 16,-1 0-16,1 0 15,17 0-15,-17 0 16,0 0 15</inkml:trace>
  <inkml:trace contextRef="#ctx0" brushRef="#br0" timeOffset="1103.45">406 8608 0,'17'0'63,"1"0"-63,17 0 15,1 0-15,-1 0 16,0 0-16,0 0 16,18 0-16,-17 0 15,16 0-15,-16 0 16,-19 0-16,1 0 15,17 0-15,1 0 16,-19 0 0</inkml:trace>
  <inkml:trace contextRef="#ctx0" brushRef="#br0" timeOffset="4199.54">300 10583 0,'18'0'47,"-1"0"-31,1 0-16,-1 0 15,1 0-15,17 0 16,1-17-16,-1 17 15,0 0 1,-17-18-16,17 18 16,-17-18-16,17 18 15,-17 0 1,-1-17-16,1 17 16,0 0-1,-1 0-15,1 0 31,-1 0 79,-17-18-110,18 18 31,0 0 0,-1 0-31,-17-17 16,18 17 0,0-18 15,-1 18-31,1-18 187</inkml:trace>
  <inkml:trace contextRef="#ctx0" brushRef="#br0" timeOffset="7440.73">406 13547 0,'17'0'94,"36"0"-78,-17 17-16,16-17 15,-34 0-15,17 0 16,18 0-16,-17 0 16,-19 0-16,1 0 15,-1 0-15,1 0 16,0 0-16</inkml:trace>
  <inkml:trace contextRef="#ctx0" brushRef="#br0" timeOffset="10975.7">512 16492 0,'0'-17'94,"17"17"-94,1 0 15,17 0-15,-17 0 16,17 0-16,0 0 16,-17 0-16,17 0 15,0 0-15,-17 0 16,17 0-16,-17 0 15,17 0-15,-17 0 16,17 0-16,-17 0 16,-1 0-16,19 0 15,-19 0-15,1 0 16,0 0-16,-1 0 16,1 0-1,0 0 1,-1 0-1</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3-02-06T10:00:10.297"/>
    </inkml:context>
    <inkml:brush xml:id="br0">
      <inkml:brushProperty name="width" value="0.08819" units="cm"/>
      <inkml:brushProperty name="height" value="0.35278" units="cm"/>
      <inkml:brushProperty name="color" value="#FFFFFF"/>
      <inkml:brushProperty name="tip" value="rectangle"/>
      <inkml:brushProperty name="rasterOp" value="maskPen"/>
    </inkml:brush>
  </inkml:definitions>
  <inkml:trace contextRef="#ctx0" brushRef="#br0">29933 16351 0,'18'0'63,"-1"0"-48,1 0 17,17 0-1,-17 0-16,0 0 1,17 0 0,0 0-1,0 0 1,18 0 0,-35 0-1,0 18 1,-1-18-1,1 18 17,0-18-1,-1 0 31,1 0-46,0 0 0,-1 0 31,1 0-32</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3-02-06T10:00:11.030"/>
    </inkml:context>
    <inkml:brush xml:id="br0">
      <inkml:brushProperty name="width" value="0.08819" units="cm"/>
      <inkml:brushProperty name="height" value="0.35278" units="cm"/>
      <inkml:brushProperty name="color" value="#FFFFFF"/>
      <inkml:brushProperty name="tip" value="rectangle"/>
      <inkml:brushProperty name="rasterOp" value="maskPen"/>
    </inkml:brush>
  </inkml:definitions>
  <inkml:trace contextRef="#ctx0" brushRef="#br0">30374 16387 0,'-17'0'46,"-1"0"-30,0 0 15,1 0-15,-1 0-16,-35 0 16,0 0-1,0-18 1,-17 18-16,34 0 15,36 18 157,89 34-140,-1-34-17,0 0 1,-17-1-1,-36 1 1</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3-02-06T10:00:11.760"/>
    </inkml:context>
    <inkml:brush xml:id="br0">
      <inkml:brushProperty name="width" value="0.08819" units="cm"/>
      <inkml:brushProperty name="height" value="0.35278" units="cm"/>
      <inkml:brushProperty name="color" value="#FFFFFF"/>
      <inkml:brushProperty name="tip" value="rectangle"/>
      <inkml:brushProperty name="rasterOp" value="maskPen"/>
    </inkml:brush>
  </inkml:definitions>
  <inkml:trace contextRef="#ctx0" brushRef="#br0">30392 16404 0,'0'35'94,"0"-17"-94,0 0 15,0-1 1,0 1 15,0 0-15,0-1 78,53 1-63,0 0-15,17-1 15,-35 1-31,-17-18 0,-18-18 140,-35-35-124,0 36-16</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3-02-06T10:00:12.431"/>
    </inkml:context>
    <inkml:brush xml:id="br0">
      <inkml:brushProperty name="width" value="0.08819" units="cm"/>
      <inkml:brushProperty name="height" value="0.35278" units="cm"/>
      <inkml:brushProperty name="color" value="#FFFFFF"/>
      <inkml:brushProperty name="tip" value="rectangle"/>
      <inkml:brushProperty name="rasterOp" value="maskPen"/>
    </inkml:brush>
  </inkml:definitions>
  <inkml:trace contextRef="#ctx0" brushRef="#br0">30074 15981 0,'0'17'63,"0"1"-32,18-18 0,0 0 0,-18-18 1,0-17-17,0 18 1</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3-02-06T10:00:13.222"/>
    </inkml:context>
    <inkml:brush xml:id="br0">
      <inkml:brushProperty name="width" value="0.08819" units="cm"/>
      <inkml:brushProperty name="height" value="0.35278" units="cm"/>
      <inkml:brushProperty name="color" value="#FFFFFF"/>
      <inkml:brushProperty name="tip" value="rectangle"/>
      <inkml:brushProperty name="rasterOp" value="maskPen"/>
    </inkml:brush>
  </inkml:definitions>
  <inkml:trace contextRef="#ctx0" brushRef="#br0">29210 13952 0,'18'0'78,"17"0"-63,18 18 1,17 0 0,1 35 15,0-36-16,-19 18 1,19-17 0,-53 0-1,-1-18 1,1 35 0,17-17-1,18 17 1,-35-17-1,-1-1 1,19 1 0,-1 0-1,-17-18 1,17 17 0</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3-02-06T10:00:15.029"/>
    </inkml:context>
    <inkml:brush xml:id="br0">
      <inkml:brushProperty name="width" value="0.08819" units="cm"/>
      <inkml:brushProperty name="height" value="0.35278" units="cm"/>
      <inkml:brushProperty name="color" value="#FFFFFF"/>
      <inkml:brushProperty name="tip" value="rectangle"/>
      <inkml:brushProperty name="rasterOp" value="maskPen"/>
    </inkml:brush>
  </inkml:definitions>
  <inkml:trace contextRef="#ctx0" brushRef="#br0">30445 16316 0,'17'0'16,"1"0"-1,17 18 1,18 17 0,35 0-1,-35 0 1,0 1-1,-17-19 1,-19 1 0,-34-18 31,-19 18-16,-70-18-16,-35 0 1,53 0 0,70 0-1,36 0 32,17 0-31,142 35-1,-1 18 1,-35-36 0,-105-17-1,-19 0 1,-17 18 15,-17-18 32,-36 0-48,-18 18 1,53-18 0,-17 0-1,18 0 157,-1-18-156</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3-02-06T10:00:15.909"/>
    </inkml:context>
    <inkml:brush xml:id="br0">
      <inkml:brushProperty name="width" value="0.08819" units="cm"/>
      <inkml:brushProperty name="height" value="0.35278" units="cm"/>
      <inkml:brushProperty name="color" value="#FFFFFF"/>
      <inkml:brushProperty name="tip" value="rectangle"/>
      <inkml:brushProperty name="rasterOp" value="maskPen"/>
    </inkml:brush>
  </inkml:definitions>
  <inkml:trace contextRef="#ctx0" brushRef="#br0">30586 16492 0,'-18'0'266,"1"0"-266,-1 0 16,0 0-1,1 0 1,-19 0 15,19 0-15,-1 0-1,-17 0 1,17 0-16,1 18 109,17 0-62,-18-18 0</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3-02-06T10:00:21.873"/>
    </inkml:context>
    <inkml:brush xml:id="br0">
      <inkml:brushProperty name="width" value="0.08819" units="cm"/>
      <inkml:brushProperty name="height" value="0.35278" units="cm"/>
      <inkml:brushProperty name="color" value="#FFFFFF"/>
      <inkml:brushProperty name="tip" value="rectangle"/>
      <inkml:brushProperty name="rasterOp" value="maskPen"/>
    </inkml:brush>
  </inkml:definitions>
  <inkml:trace contextRef="#ctx0" brushRef="#br0">30251 16351 0,'17'0'94,"1"0"-78,0 0 15,17 18-16,18 17 1,17-17 0,-17 17-16,-17 0 0,52 18 15,-35-35 17,-36-18-17,-17 18 32,0-1 16,-17-17-63,-72 0 15,-16-35 1,16-18 15,37 18-15,16-36-1,1 18 1,17 36 0,1 17-16,17 17 109,53 89-93,0-18-1,17 0 1,-35-17-1,1-36 1,-19 1 0,-17-19-1,0 1 1,0-36 46,-88-70-46,-35-35 0,-1 17-1,71 53 1,36 53 0,52 35 77,106 89-77,-18-19 0,36 19 15,-106-89-16,-35-17 1,-36-18 62,-35-35-47,-17-1-15,-1-17 0,1 18-1,-1 0-15,89 35 110,-1 0-95,36 17 1,35 36 0,1-17-1,-37-19 16,1 19-31,-35-36 16,-36 0 78,1-36-79,-54 19 1,1-19 0,17 1-1,0 17 1,35-17 0,1 35-1,-1-18 1,0 1-1</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3-02-06T10:00:24.767"/>
    </inkml:context>
    <inkml:brush xml:id="br0">
      <inkml:brushProperty name="width" value="0.08819" units="cm"/>
      <inkml:brushProperty name="height" value="0.35278" units="cm"/>
      <inkml:brushProperty name="color" value="#FFFFFF"/>
      <inkml:brushProperty name="tip" value="rectangle"/>
      <inkml:brushProperty name="rasterOp" value="maskPen"/>
    </inkml:brush>
  </inkml:definitions>
  <inkml:trace contextRef="#ctx0" brushRef="#br0">24606 13723 0,'18'0'15,"0"18"32,-1-1-31,18 19-1,89 69 1,-36-16 0,-17-1-1,-1 0 1,-52-17 0,17-1-1,-17 1 1,-1-18-1,-17-36 1,0 19 0,0-1-1,0-18 1,-35-17 0,-18 0-1,-53 0 16,-35-35-15,-17-35 0,34 17-1,71 17 1,18 1 0,17 18-1,18-19 1,0 1-1,-17 17 1,70 1 15,35 17-15,0 0 0,0 0 15,-17 17-16,-54-17 1,1 18 0,-18 0-1,-88-1 1,-106 1 0,-36-18-1,-52 0 1,-53 0-1,264 0 1,54 0 0,17-18 31,0 1-1,35 17-30,124-53-16</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3-02-06T10:00:25.087"/>
    </inkml:context>
    <inkml:brush xml:id="br0">
      <inkml:brushProperty name="width" value="0.08819" units="cm"/>
      <inkml:brushProperty name="height" value="0.35278" units="cm"/>
      <inkml:brushProperty name="color" value="#FFFFFF"/>
      <inkml:brushProperty name="tip" value="rectangle"/>
      <inkml:brushProperty name="rasterOp" value="maskPen"/>
    </inkml:brush>
  </inkml:definitions>
  <inkml:trace contextRef="#ctx0" brushRef="#br0">24412 14164 0,'0'18'78,"0"-1"-63,0 1 1,0 0 0,18-18 46</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3-02-06T09:58:56.779"/>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FFFFFF"/>
    </inkml:brush>
  </inkml:definitions>
  <inkml:trace contextRef="#ctx0" brushRef="#br0">27358 16439 0,'18'0'141,"-1"0"-125,1 0-1,-1 0 1,1-17 0,17 17-1,-17 0 1,0 0-1,-1 0 32,1 0-15,0 0-17,-1 0 32,1 17-31,-1-17 15,19 0 0,-19 0 0,1 0-15,0 0 0,-1 0 31,1 0-32,0 0 188,17 0-156,-17 0 203,-18 18-203,-18-18-31</inkml:trace>
  <inkml:trace contextRef="#ctx0" brushRef="#br0" timeOffset="821.66">27428 16545 0,'0'18'16,"0"0"15,0-1-15,0 1-1,0-1 1,0 1 0,0 0-1,0-1 1,0 1 0,18-18 140,0 0-62,-1 0-79,1 0 1</inkml:trace>
  <inkml:trace contextRef="#ctx0" brushRef="#br0" timeOffset="2031.73">27570 16598 0,'17'0'125,"1"0"-109,17 0 0,-17 0 30,-36 0 142</inkml:trace>
  <inkml:trace contextRef="#ctx0" brushRef="#br0" timeOffset="4189.84">27570 16528 0,'0'35'156,"0"-17"-125,-18-1-15,18 1 31,0-1-32,-18 1 1,36-18 250,0 0-251,-1 0 1,1 0 15,-1 18-15,1-18-1,0 17 1,-1 1 0,1-18-1,0 18 17,-1-1 14,-17 1-14,0 0 15,0-1-32,-35-17 32,35 18-31,-18-18-1,1 0 1,-1 0 0,0 0-1,1 0 32,-1 0-16,1 0 172,17 18 141</inkml:trace>
  <inkml:trace contextRef="#ctx0" brushRef="#br0" timeOffset="5676.24">27464 16651 0,'0'18'125,"-18"17"-78,18-17-32,0-1 1,0 1 31,0 0 0,0-1-32,0 1 17</inkml:trace>
  <inkml:trace contextRef="#ctx0" brushRef="#br0" timeOffset="7534.27">27587 17357 0,'18'0'125,"-1"0"-110,1 17 1,17-17 0,-17 0-1,17 0 1,-17 18 0,0-18-1,-1 0 1,19 0-1,-19 0 1,1 0 0,-1 0 46,1 0-15,0 0 78</inkml:trace>
  <inkml:trace contextRef="#ctx0" brushRef="#br0" timeOffset="8684.74">27640 17568 0,'0'18'62,"0"0"-46,0-1 15,0 19-31,0-19 16,0 18-1,0-17 1,0 0 0,0-1 15,-18 1-16,18 0 1,0-1 0,0 19-1,0-19 17,0 1-32,0-1 31,0 1 0</inkml:trace>
  <inkml:trace contextRef="#ctx0" brushRef="#br0" timeOffset="9988.08">27746 17604 0,'18'0'94,"17"0"-78,-17 0-1,-1 0 63,1 0-62,-1 0 0,1 0 15,0 0-15,-1 0-1,1 0 1,-36 0 140</inkml:trace>
  <inkml:trace contextRef="#ctx0" brushRef="#br0" timeOffset="12204.65">27746 17551 0,'0'17'110,"0"1"-95,0 0 17,0-1-1,0 1-16,0 0 1,0-1 15,0 1 1,0-1-17,0 19 16,18-36 157,17 0-172,-17 0 15,-1 0-16,1 0 17,-1 0 30,1 0-15,-18 17 0,0 1 0,18 0-16,-18-1-15,0 1-1,0 0 48,-18-18-16,-17 0-16,17 0-15,1 0-1,-19 0 16</inkml:trace>
  <inkml:trace contextRef="#ctx0" brushRef="#br0" timeOffset="14291.84">29104 16669 0,'18'0'125,"-1"0"-110,1 0 1,17 0-1,1 0 1,17 0 15,-18 17-15,-18-17 0,1 0 15,0 0-31,-1 0 15,1 0 1,0 0 0,17 0-1,-17 0 63,-1 0-46,1 0-1,0 18-15,-1-18-1,1 0 1,-1 0-1,1 0 17,0 0 108,-18 18 1</inkml:trace>
  <inkml:trace contextRef="#ctx0" brushRef="#br0" timeOffset="15196.23">29245 16775 0,'0'17'0,"-17"1"16,17 0 31,0-1-32,0 1 1,0-1 0</inkml:trace>
  <inkml:trace contextRef="#ctx0" brushRef="#br0" timeOffset="16942.68">29228 16828 0,'17'0'93,"1"0"-46,0 0-31,-1 0-1,1 0 1,-1 0 31,1 0 156,-18 17 0,0 18-187,0-17 31,0 0-32,0-1 1,0 1 46,0 0-30,0-1 186,0 1-186,0 0-17,0-1 32,18-34 203,-1 17-250</inkml:trace>
  <inkml:trace contextRef="#ctx0" brushRef="#br0" timeOffset="18132.59">29492 16863 0,'18'0'78,"0"0"-63,-1 0 1,1-18 0,35 18-1,0 0-15,-18 0 32,-17 0-17,-36 0 110,-17 0-109,-18 0-1,17-17 1,19 17 15,-1 0-15,1-18 0,17 0 15</inkml:trace>
  <inkml:trace contextRef="#ctx0" brushRef="#br0" timeOffset="20380.68">29528 16792 0,'-18'0'16,"18"18"0,0 0-1,0-1 48,0 1-32,0-1 0,35-17 251,-17 0-267,-18 18 1,17-18 15,1 0-15,0 18-1,-1-18 17,1 17-17,17-17 32,-17 18 94,-18 0-126,0-1 110,0 1-47,0 0 16,-18-18-63,1 0-15,-1 0 0,0 0 15,-17 0-15,17 0 15,1 0 63,-1 0-79,1 0 1,34 0 140</inkml:trace>
  <inkml:trace contextRef="#ctx0" brushRef="#br0" timeOffset="22116.69">29439 17621 0,'18'0'78,"0"0"-62,35 0 15,-18 0-15,18 0-1,0 0 1,-36 0 0,1 0-1,0 0 1,-1 0 0,1 0 15</inkml:trace>
  <inkml:trace contextRef="#ctx0" brushRef="#br0" timeOffset="23124.46">29422 17762 0,'0'18'47,"0"17"-31,0-17 15,0 0 31,-18-18 63</inkml:trace>
  <inkml:trace contextRef="#ctx0" brushRef="#br0" timeOffset="24779.79">29369 17727 0,'17'0'78,"1"0"-31,0 18-32,-1-18 1,19 0 0,-19 17 15,1-17 0,0 0 0,-18 18 235,0 0-235,0-1-15,0 1 15,0 35-15,0-36-1,0 1 1,0 0 0,0-1-1,0 1 1,0 0 0,0 17-1,0-17 1</inkml:trace>
  <inkml:trace contextRef="#ctx0" brushRef="#br0" timeOffset="25755.65">29722 17833 0,'17'0'78,"1"-18"-62,35 18-1,-18 0 1,-17 0 0,17 0-1,-53 0 141,1 0-124</inkml:trace>
  <inkml:trace contextRef="#ctx0" brushRef="#br0" timeOffset="27291.48">29739 17745 0,'0'17'47,"0"19"-31,-17-19-1,17 1 1,0 17 15,17-35 203,1 0-218,-1 0 0,1 18-1,17-18 17,-17 17-17,0-17 16,-1 18 1,1-18-1,-18 18-15,0-1-1,0 1 16,0 0 48,0-1-64,-18-17 48,1 0-48,-1 0 1,-17 0 0,17 0-1,0 0 1,-17 0 15,35-17-15,-17 17 31,17 17 62</inkml:trace>
  <inkml:trace contextRef="#ctx0" brushRef="#br1" timeOffset="101309.43">30127 16404 0,'0'18'16,"0"-1"0,18 1-1,-18 35 1,17 0 15,-17 0 0,0-36-31,0-34 94,-17-54-63,-36-35-15,18 54 0,35 16-1,0 19 1</inkml:trace>
  <inkml:trace contextRef="#ctx0" brushRef="#br1" timeOffset="126594.7">30057 16404 0,'0'18'16,"0"17"0,0 0-16,0 1 31,17-19-15,-17 19-1,0-19 16,0-52 110,0 0-125,-17-54-1,-19 54 1,36 0 0,0 17-1,-17-35 1,17 36-1,0-1 1,0-17 0,0 52 140,0 19-140,0 17-1,0 17 1,-18 1-1,0 17 17,1-70-32,17 17 15,0-53 95,0-17-95,-18-71 1,1 18 0,-1 17-1,0 18 1,18 18-1,0 17 1,0 1 0,0 34 124,0 36-124,0 18 0,0-18-1,0 0 1,0-18-1,0 0 1,0-17 0,0-36 77,0 1-77,0-1 0,0-17-1,0 0 1,0-18 0,0 17-1,0-17 1,0 18-1,0 17 1,18 36 109,0 35-109,-18 0-1,17 18 17,1-1-17,-18-35 1,0-17-16,0-53 94,0 17-94,0-52 15,0 17 16,0-18-15,0 36 0,0 17-1,0 0 1,0 36 78,0 35-79,35 18 1,-17 52 15,-18-70-15,17 0-1,-17 0 1,0-36 0,0-34 62,0-54-63,0-52 1,0-18 0,0 70-1,0 53 1,0-17 15,0 53 32,0 17-48,18 36 1,0 17 0,-18-18-1,0-17 1,0 0-1,0-35 1,0-36 47,-18-17-32,-17-71-16,-1-17 1,19 17 0,-1 35-1,18 36 1,0 70 46,0 53-46,0 1 0,0-19-1,0-52 1,0 0 0,0-36 46,0-17-46,0-18-1,0 0 1,0 35 0,0 0-1,18 18 1,-1 0-1,19 71 17,34 17-17,-17 36 1,-18-18 0,-17-71 15,-18-18-16,0-34 48,18-54-47,17-52-1,-35 17 1,18 53-1,-18 35 1,17 18 15,1 18-15,17 53 15,-17 17-15,0 18-1,-18-71 1,0 0 0,0-17-1,0-89 48,-53-52-48,35 52 1,18 18 0,0 36-1,0 52 63,0 0-62,0 36 0,-18-54-1,1-17 32,17-17-31,-36-54-1,19 18 1,34 71 78,1 17-79,0-35 1,-18 36 0,0-19-1,0 1 1,0-36 93,0-17-62,0 17-16,-18 1-15,18-19 0,0 54 31,0 17-32,0 36 1,0 17-1,0 18 1,-18-18 0,18-53-1,0-17 1,-17-71 46,17-35-46,-18-89 0,0-17-1,18 71 1,0 35 0,0 70-1,0 0 1,0 36-1,0 70 1,53 53 0,-35 53-1,0-52 1,-18-72 0,0-52 15,0-36 16,-18-70-32,-88-177 1,71 159 0,17 71-1,18 70 48,36 54-48,34 69 1,-35-16 0,1-90 15,-36 1-16,0-35 1,0-36 0,0 1-1,0-36 1,-18-88 0,-35 0-1,35 88 1,18 35-1,0 53 17,0 54-17,18 52 1,-18 0 0,0-88 15,0-36-16,18-17 48,-18-35-47,17 0-1,1-1 1,17 19-1,-17 17 1,0 0 15,-1 53-15,1 35 0,17 0-1,-17-35 16,-18-35-15,0-54 47,0-69-48,0-89 1,0-36-1,0 177 1,0 36 0,0 34 31,35 107-16,0 87-16,1-34 1,-19-54 0,-17-34-1,0-72 17,0-34-1,0-19-16,-17-122 1,-36-37 0,35 19-1,18 70 1,0 36 0,0 34 15,0 19-16,0 52 17,0 53-17,0 36 1,0-18 0,-18-36-1,1-52 1,-1-1-1,1-34 1,-19-19 15,-17-34-15,36 17 15,-19 53-15,54 18 31,-18-1-32,0 19 32,0-19-31,0 1-1,18-18 32,-18 35-31,0 36 0,0-18-1,0-18 16,0-17-15,0-36 47,0 0-48,-18-35 1,-17-88-1,35 88 1,0 18 0,0 17-1,0 36 48,0 53-48,0 34 1,0 1 0,0-18-1,0-52 1,0-19 0,-18-17 15,0 0-16,18-88 1,0 0 0,0 0-1,0 35 1,18 18 0,0 17-1,-1 18 16,1 0-15,0-18 0,-1 18-1,1 0 1,-18 18 0,18 0-1,-18 17 1,17-18-1,-17 1 1,0-36 31,0 1-31,0-54-1,0-35 16,0 54-15,0 16 0,0 54 46,0 35-46,0 17-1,0-17 1,0-17 0,0-19-1,0-34 48,0-36-48,-17-36 1,17 1 0,0 35-1,0 18 1,0 17 0,17 36 30,19 70-30,-1 0 0,-18-35-1,-17 0 1,0-35 15,18-18-31,-18-18 31,0 1-15,0-54 0,0-52-1,18-19 1,17 90 0,-35 34-1,0 0 1,18 18-1,-18 18 1,35 17 0,0 106 15,0 53-15,-17-17-16,-18-36 31,0-35-16,0-53 1,0-36 0,-18-70 46,-17-70-46,18-36-1,17 53 1,0 71 0,0 17-1,0 54 48,17 34-48,-17 18 1,0 1 0,0-19-1,0-52 1,0-36 31,-17-35-32,-19-53 1,-17-105 0,18 140-1,35 54 1,0-1 0,0 0 15,18 36 16,-18 17-32,35 36 1,-17-1 0,-1-34-1,1-19 1,-18-52 31,0-53-32,0-36 1,0 18 0,0 36-1,0 52 16,0 53 16,35 54-31,-17-1 0,17 53-1,-17-35 1,-18-36-1,0-52 1,0 0 0,0-36 31,0-17-16,-36-89-16,-16-34 1,-19-19 0,71 107-1,0 34 1,0 1 0,0 53 46,35 17-46,-17 53-1,35 53 1,-36-35 0,1-35 15,-18-54-16,0-70 48,-53-35-47,-17-35-1,17 52 1,53 36-1,0 17 1,0-17 0,0 53 15,0-1-15,35 71 15,0 1-16,-17 16 1,-18-34 0,0-36-1,0-17 1,0-36 31,0-105-32,0 17 1,0 18 0,35 52-1,-35 19 1,18-1 0,-1 18 15,1 18-16,-18 52 1,35 1 0,-35 0-1,0-19 1,0-34 0,-17-18 30,-19-18-30,1-87 0,0-1-1,0 53 1,35 18 0,0 52 77,0 18-77,17 36 0,1-18-1,0-18 1,-18-17-1,0 0 48,0-1-16,-36-17 15,36-17-46,0-1 0,18 18-1,35-18 1,-18 18-1,0 0 17,18 36-17,-35 34-15,0 1 32,-1-18-17,-17-18 1,0 0-1,-17-17 1,-1-18 0,0 0-1,1-18 1,-19-17 0,-34-71-1,17-35 1,-18-18-1,71 106 1,0 36 0,0 34 31,36 36-16,17 35-16,17 36 1,-17-36 0,-35-53-1,-18-17 1,0-36 31,0-17-32,-53-71 1,-18-17 0,36 34-1,17 54 1,18 0 0,0 17 15,18 18 0,-18 53-15,18-18-1,-18 36 1,0-53 0,0-1-1,-18-34 16,0-1-15,-35-35 0,-17-35-1,35 53 1,17 35 0,36 35 62,52 35-78,-17 1 15,0 17 1,-18-35 0,-17-18-1,-71-123 63,-18 0-62,36-18 0,17 36-1,1 17 16,17 17-15,17 19 0,1 17-1,17 0 1,-17 35 0,0 36-1,17 52 1,-35-35-1,0-52 1,0-19 0,0 1-1,-18-36 63,1-17-62,17-53 0,0 17-1,0 18 1,17 36 0,1 17-1,0 0 1,-1 35 15,1 35-15,-1 36-1,1 0 1,-18 0 0,0-18 15,0-35-16,-18 53 1,-17-71 0,35 1-1,-17-19 1,17 1 0,0-1-1,0 1 1,0 0-1,0-1 1,0 1 0,0 0-1,0 17 32,0-17-16,0-1-15,0 1 0,0-1-1,0 1 17,0 0-17,0-1 1,0 1-1,0 0 1,0-1 0,-18 19-1,0-36 1,18 35 0,0-18-1,0 1 16,0 0-15,0-1 0,0 1-1,0 0 1,0 17 0,0-17-1,0-1 1,0 18-1,0-17 17,0 0-17,0-54 126,0-34-125,0-18-1,0 0 1,0 52-1,0 1 1,0 53 47,0 17-32,0 53-16,0 71 1,0-89 0,0-52-1,0 0 1,0-1 0,0-52 30,0-53-30,-17-53 0,17-18-1,0 71 1,0 53 0,0 17 15,0 36 16,0 34-32,0 37 1,0 16 0,-18-16-1,-17-19 1,17-35-1,0-17 1,1-18 0,-18-70 46,17-54-46,0-35-1,18 18 1,0 71 0,0 17-1,0 35 1,0 36 15,0 17-15,0 106-1,0 18 1,-17-36 15,-19-17-31,19-35 32,-1-36-32,18-17 15,-18-18 16,18-71 48,0-52-64,0 17 1,0 0 15,0 71-15,0-1-1,0 54 95,18 35-95,0 18 1,-1 17 0,-17 0-1,0-53 1,0 0-1,0-17 1,0 0 0,0-54 31,0-34-16,0-36-16,0-35 1,0 18 0,0 52-1,0 36 1,18 193 78,-18-52-79,0 0 1,0-18 0,0 0 15,0-52-16,-18-36 48,18-53-32,-35-71-15,0-105-1,17 123 1,18 53 0,0 36-1,0-1 1,0 89 78,0 52-79,18 18 1,-18-88 0,0-35-1,0-1 1,17 1-1,-17-36 64,0-17-64,0-88 16,0-18-15,-35-53 0,35 158-1,0 19 1,0 34 46,18 54-46,-18 88 0,35-54-1,-35 1 1,0-53 0,0 0 15,0-35-16,0-36 64,-18-17-64,1-71 1,-1-18-1,-17-34 1,17 70 0,18 17-1,0 89 95,0 105-95,18 1 1,17 17 0,-35-53-1,0 0 1,0-53-1,0-17 1,18 0 172,-18 17-173,0-18 1,0 1-1,0 35 1,0 0 0,0-35-1,0 17 1,35-70 78,36-18-79,17-18 1,18 36 0,-71 17-1,-17 18 1,-1 0-1,-17 35 64,0 1-48,0 17-16,0-18 1,0 0 0,0-17-1,0-36 63,0-52-62,0-54 15,-17-17-15,17 18 0,0 105-1,0 36 63,0 35-78,0 17 0,-53 18 16,17-52 0,19-36-1,-1 0 16,-17-18 1,17-70-17,-17 0-15,35 17 16,0 36 15,0 52 16,18 54-31,17 35-1,0-18 1,-35 53 0,0-70-1,0-36 1,0-17-1,0-36 32,0-53-31,0-17 0,0-35 15,0 34-16,35 54 1,-35 18 15,18 17-15,0 70 0,17 36-1,-35-18 1,0-17-1,0-18 1,0-36 0,0-34 31,0-36-32,0-71 16,0-35-15,0 54 0,0 87-1,0 36 32,0 17-31,0 35-1,0 1 1,0 0 0,0-1-1,0-52 1,-18-18 46,18-36-46,-35-34 0,35-18-1,0 52 1,0 1 0,0 18-1,0 34 16,0 18-15,0 1 0,0-1-1,0-17 1,-18-18 46,1 0-46,-1-36 0,0-69-1,18-19 1,0 89 0,0 17-1,18 18 1,0 0-1,-18 53 32,0 35-31,0-17 0,0 17 15,0-53-16,0-17 1,0 0 0,-18-36 31,18-17-32,0-36 1,0 18-1,0 18 1,0 17 0,0 36 77,0 0-77,0 34 0,0-16-1,18-36 17,-18 17-17,35-17 1,18 0-1,35 0 1,-17 18 0,-36-18-1,-35 18 1,0-1 15,18 1 0,-18 17-15,17-17 0,1-18 46,17 0-46,-17 0-1,-1 0 48,1 0-47,-18 17 77,35 1-77,1 0 0,-1-18-1,-17 0 1,-1 0 15,-17-18 0,0 0-15,0-17 0,-53-18-1,18-35 16,-18-35-15,35 34 0,1 37-1,17 34 1,0 36 31,0 52-32,17 54 1,1-19 0,-18-16-1,0-1 1,0 0 0,0-53 15,0-17-16,0-36 32,0-17-31,0-18 0,0-53-1,18-53 1,-1 54-1,1 52 1,0 35 0,-18 53 31,0 1-16,0 34-16,0 1 1,0-36 0,0-17-1,0 17 1,-18-35 31,0 0-32,18-18 1,0-35 0,0 18-1,0 17 1,0 36 46,0 35-46,0 0 0,18-18-1,-18 0 1,-18-52 31,1 17-32,-1-35 1,-17-18 0,35 35-1,-18 18 1,18 35 62,0-17-62,0 0-1,18-1 1,-18 18 0,17 1-1,-17-19 1,0 1-1,18-18 1,17 0 62,-17 18-47,-18-1-15,18 1 0,17 17-1,-17-17 1,-1-18 62,1 0-31,-36 0 0,-52-18-16,-19 18-15,-34-35-1,70 17 1,35 18 0,1 0-1,34 0 1,1 0-1,70 0 1,18 18 0,0 0-1,-18-1 17,-35 1-17,-35-18 1,-18-18 62,-36 1-47,19-1-31,-1 18 16,-17 0-1,35-18 48,35 18-1,-17 0-46,-54 0 47,-16 0-48,16 0 1,36-17 46,18 17-46,0 0 0,-1 0 30,-52 0 1,-18 0-31,18 0 0,17 0-1,18-18 32,53 0-16,0-17-15,-35 35 31,-54 0 0,19 0-32,17-18 48,0 1-32,-18 17 32,-17 0-32,-1 0-16,-69 0 1,52 0 0,35 0-1,0 0 126,1 17-125,-36 19-1,18-36 16,17 17-15,18 1 78,0 0-79,-18-18 1,18 17 0,-17 1-1,-1 0 1,-17-1 0,17-17 15,-17 0-16,-18-17 1,35 17 0,18-36-1,-17 19 1,17-19 0,0-17-1,0 18 1,35 18-1,0-19 1,0 36 0,1 0-1,-19 0 1,1 36 15,35 34 0,-53-35-15,18-17 0,-18 0-1,0-1 17,-18-34 14,0-1-30,1-35 0,-19-17-1,36 34 1,0 54 46,0 0-46,18-1 0,0 18-1,-1-17 1,-17 17 0,-17-35-1,-1 0 1,-17 0-1,17-53 1,-17 1 0,0-54-1,17 35 17,18 1-32,0 52 31,0 0-16,0 36 48,18 53-47,-1 17-1,-17-35 1,0 17-1,0-35 1,0-17 0,0-53 46,0-36-31,-35-35-15,17-52 0,18 52-1,0 53 1,0 71 31,0-1-32,18 54 1,17 35 0,0 52-1,-17-52 1,0-71 0,-18-17-1,17-18 32,1 0-31,0 0-1,52 0 1,-17-35 0,35-18-1,1 18 1,-89 52 62,0 19-62,-18-1-1,0 0 1,1-17-1,-1-18 1,36 0 47,35 0-48,35 0 1,-18 0-1,-52 0 17,-18 17 15,0 1-16,-18-18 0,-35 18-15,36-18-1,-19 0 1,19 0 0,17-36 15,0 19-16,0-36 1,17 0 0,19 0-1,-36 71 63,0 17-62,-18 0 0,-17-17-1,17-18 1,1 0 0,17-18-1,0 1 1,0-19-1,0-34 1,0-18 0,52 35-1,-16 53 17,-19 0-32,1 0 31,0 35-16,-18 53 1,0-35 0,0-18-1,-18-35 1,0 0 0,1-17 15,-36-142-16,35 35 1,1-34 0,17 87-1,0 54 1,0 52 46,0 18-46,0 17 0,0 1-1,0-54 1,0 1 0,0-36-1,0-17 1,-53-71-1,-18-52 1,0-36 0,36 17 15,18 89-15,17 35-1,0 35 1,0 1-1,0-19 17,0 19 46,0-1 141,0 1-188</inkml:trace>
  <inkml:trace contextRef="#ctx0" brushRef="#br1" timeOffset="127914.49">30815 16422 0,'0'-18'93,"-17"1"-77,17-1 0,-36-35-1,1-35 1,-18-36 0,18 1-1,-1 35 1,36-1-1,-17 37 1,17 34 0,0-17-1,0 52 110,0 36-109,17-35 0,-17 17-1</inkml:trace>
  <inkml:trace contextRef="#ctx0" brushRef="#br1" timeOffset="133523.72">30656 16422 0,'0'17'15,"18"-17"1,-36-17 93,1 17-93,-1-35 0,0 35-1,18-18 1,-17 18 0,17-18-1,-18 1 1,1 17 187,17-18-187,-18 18 30,18-18-30,-18 1 0,1 17 46,-1-18-15,0 0-16,1 18 63,-1 18-47,18 0-16,0-1-31,-18 1 31,18 53-15,0-36 0,0-18-1,0 19 1,0-19 0,0 1 15,18-18 63,-18-18-63,18-17-16,-1-18 1,-17 36 0,18-1-1,-18 0 1</inkml:trace>
  <inkml:trace contextRef="#ctx0" brushRef="#br1" timeOffset="134881.07">30551 16316 0,'17'0'47,"-17"18"-31,0-1-1,0 19 17,-17-19-1,-1 1-16,-17-1 17,17-17-1,18 18-15,-18-18-1,1 0 1,-1 0-1,18-18 32,-18 18-31,18-17 0,0-1-1,0 1 1,0-1 15,0 0-15,0 1 15,18 17-15,0 0 46,-18 17-31,0 36-15,0 0 0,0-18-1,0-17 1,-18-18 62,-52-106-62,34 53 15,19 18-16,17 70 110,0 1-109,0 34 0,0-17-1,0-18 1,0-17 78,0 0-79,0-1 17,0 1-17,0-1 1,0 1-1,-18 0 1,0-1 0</inkml:trace>
  <inkml:trace contextRef="#ctx0" brushRef="#br1" timeOffset="137393.87">30568 16651 0,'18'88'31,"-18"18"-15,0 53 0,0-71-1,0 0 1,0-35-1,0 35 1,0-52 0,0 17-1,0-18 1,0 0 0,0 0 15,0-17-16,0 0 1,0 17 0,-18-35 15,18 35-15,0-17 124,0 0-93,0-1-31,0 1-1,0-1 1,0 1 31,0 0 109,0-1-125,0 1-15,-17-18 0,17 18 46,-18-18-46,18 17 31,0 1 46,-18-18-77,18 18-16,0-1 16,0-34 187,0-1-188,0 0 1,0-17 0,18 0-1,-18 17 1,0 0-1,0 1 17</inkml:trace>
  <inkml:trace contextRef="#ctx0" brushRef="#br1" timeOffset="140619.34">30498 17621 0,'0'18'125,"0"17"-109,17-35 30,1 0-30,0 0 0,-1 0-1,1 0 1,-36 0 125,1 0-110,-1 0-16,-35 0 1,53-17 62,0-1-62,0 0-1,18 1 1,-1-1 0,1 0-1,0 18 1,-36 0 93,0 0-31,18-17-46</inkml:trace>
  <inkml:trace contextRef="#ctx0" brushRef="#br1" timeOffset="142113.21">30533 17568 0,'0'0'0,"0"18"15,18-18 17,-1 18 61,1-1-77,-1-17 31,19 0-31,-19 0 15,-34-17 125,-19 17-140,-34-18-1,35 18 1,35-18 0,0 1 62,0-1 15,0 0-46,0 36 250,0 17-281,0-17 15,0 0 0,-18-18 157,18-18-173</inkml:trace>
  <inkml:trace contextRef="#ctx0" brushRef="#br1" timeOffset="143682.22">30480 17586 0,'0'18'125,"-18"-36"110,18 0-220,0 1 32,0-19-31,0 19 78,-17 17-79,17-18 48,0 0-48,17 18 48,1 0-47,17 0-1,-17 0 1,0 0-1,-1 0 17,-17 36 15,0-19-32,0 1 1,0 17-1,-17-35-15,17 18 16,0 0 0,17-18 46,89-18-31,35 18-15,-17 0 0,-107 0-1,-34 0 48,-1 0-48,0 0 17,-17 0-17,0 0 17,0 0-32,-1 0 0,36-18 78,18 1-31,-18-1-32,0 0 1,0 1 31,0-1-16,18 0-15</inkml:trace>
  <inkml:trace contextRef="#ctx0" brushRef="#br0" timeOffset="171337.96">30039 16210 0,'0'18'47,"0"-1"-32,0 19 17,0 34 14,0-52-46,0 0 16,0-1 0,0 1-1,0-1 17,0 1-1,18 0 0,-1-18-15,1 0 62,0 0-47,-1 0-15,18 0-1,-17-18 17,0 0-17,-1 1 1,-17-18 15,18 17-15,-18 0-1,0 1 1,0-19 0,0 19-1,0-1 1,0 0-1,0 1 17,-18-1-17,1 18 1,17-18 15,-18 18-15,0-17 31,1 17-32,-1 0 1,1 0 0,-19 0-16,19 0 31,34 0 219,-17 17-235</inkml:trace>
  <inkml:trace contextRef="#ctx0" brushRef="#br0" timeOffset="171920.73">30339 16563 0,'18'0'172</inkml:trace>
  <inkml:trace contextRef="#ctx0" brushRef="#br0" timeOffset="173214.68">30498 16245 0,'0'36'62,"0"-19"-46,0 19 0,0 34-1,0-35 1,0 18-1,0-35 1,0 17 0,0-17-1,0 0 1,17-1 15,-17 1 0,18-18-15,0 0 0,-1 0-1,1 0 1,-1 0 0,19 0 15,-19 0-16,-17-18 1,0 1 0,0-1 15,0-17-15,-17 17 15,-36 18 0,18 0-15,17 0-16,0 0 0,36 0 172,0 0-157,-1 0 1,1 0-1</inkml:trace>
  <inkml:trace contextRef="#ctx0" brushRef="#br0" timeOffset="174418.03">30833 16210 0,'0'35'62,"0"-17"-46,0 53 0,0-1-1,0 1 1,0-18-1,0 0 1,0-18 0,0-18-1,0 1 1,0 0 0,0-1-1,0 1 1</inkml:trace>
  <inkml:trace contextRef="#ctx0" brushRef="#br0" timeOffset="175728.8">31027 16192 0,'17'0'16,"1"18"0,0 17-1,-18-17 1,17 0 0,1 17-1,-18-17 16,18 17-15,-18-17 0,0-1-1,0 18 1,0-17 0,-18-18 15,0 0 0,18 18 125,0-1-140,36 1 0,-1 17-1,-17-17 1,-1 17-1,1-35 1,-18 18 0,17-18-1,-17 17 1,0 19 0,0-19 15,0 1-16,0 0 1,-17-18 0,-1 17-1,1-17 1,-19 0 0,19 0-1,-19 0 1,19 0-1,17 18 126</inkml:trace>
  <inkml:trace contextRef="#ctx0" brushRef="#br0" timeOffset="179098.03">30374 17304 0,'0'17'62,"0"1"-46,0 17-1,0 1 1,0 16 0,0-16-1,0-1 1,0-17 0,18-18 46,-1 0-46,19 0-1,-19 0 1,1-36 0,17-34-1,1-1 1,-36 36-1,0-18 1,0-17 0,0 34-1,-18 19 1,0 17 15,1 0-15,-1 0 31,0 17-32,18 1 1,18-18 281,0 0-282,-18 18-15</inkml:trace>
  <inkml:trace contextRef="#ctx0" brushRef="#br0" timeOffset="179617.66">30745 17568 0,'0'18'0,"17"-18"16,-17 18 15,18-18 94</inkml:trace>
  <inkml:trace contextRef="#ctx0" brushRef="#br0" timeOffset="180593.65">30974 17304 0,'-18'17'109,"1"36"-93,-1 0 15,0 18-15,1-36-1,17 0 1,0-17 15,0 0-15,17-18-16,36 0 0,18 17 15,-18 1 1,-36-18 15,19 0-15,-19 0 0</inkml:trace>
  <inkml:trace contextRef="#ctx0" brushRef="#br0" timeOffset="181263.98">31168 17410 0,'-18'35'31,"18"0"-15,-17 36 15,-1-1-15,0 18-1,18-35 1,-35 36 0,35-54-1,0 0 1,0-53 171,0 1-187</inkml:trace>
  <inkml:trace contextRef="#ctx0" brushRef="#br0" timeOffset="182512.87">31485 17498 0,'0'0'15,"0"-18"1,0 0 0,-17 1-1,-19-1 1,19 1-1,-1-1 1,1 18 0,-1 0-1,0 0 1,1 0 0,17 18-1,0-1 16,0 18-15,0 1 0,0-19-1,0 19 1,0-19 0,17 1-1,1-18 1,35 0-1,-18 0 1,18 0 0,-35 0-1,-1 0 48,-17 18-48,0-1 1,0 71 0,0 18-1,-17-18 1,-1-35 0,18-35-1</inkml:trace>
  <inkml:trace contextRef="#ctx0" brushRef="#br0" timeOffset="183945.92">31891 17480 0,'-18'0'94,"1"0"-79,-1 0 1,-35 35 0,36 18 15,-1 0-31,0-17 15,18 16 1,0-16 0,0-19-1,0 19 1,18-19 0,0 1-1,-1 0 16,1 17-15,0-18 0,-1 1-1,-17 0 1,0-1 0,0 1-1,0 0 1,-17-18 15,-1 0-15,0 0-1,1 0 1,-1 0 0,0-18-1,1 18 16,17-18-15,0-17 0,0 17-1,0 1 1,0-1 0,35 1-1,18-1 1,-18 0-1,0-17 1,18 17 0,-53 1-1,18-19 1,-18 19 0,0-1-1,0-17 16,0 17-15,0 1 0,0-1 46,0 0-31,0 1 48</inkml:trace>
</inkml:ink>
</file>

<file path=ppt/ink/ink1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2-07T07:33:55.24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3870 7169 0,'24'0'204,"1"0"-204,0 0 140,0 0-140</inkml:trace>
</inkml:ink>
</file>

<file path=ppt/ink/ink1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2-07T07:33:56.38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3845 8086 0,'0'25'125,"25"-25"-110,-1 0 1,1 0 0,0 0-16,0 0 31,24 25-15</inkml:trace>
</inkml:ink>
</file>

<file path=ppt/ink/ink1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2-07T07:33:57.67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3944 10344 0,'25'0'141,"0"0"-110,-1 0 1,1 0-17,0 0 1</inkml:trace>
</inkml:ink>
</file>

<file path=ppt/ink/ink1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2-07T07:34:01.45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4068 13146 0,'25'-24'79,"24"24"-64,-24 0-15,25 0 16,-25 0-16,24 0 15,-24 0-15,25 0 16,-1 24 0</inkml:trace>
</inkml:ink>
</file>

<file path=ppt/ink/ink1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2-07T07:34:02.60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4192 16098 0,'0'-25'46,"25"25"-14,0 0-32,-1 0 15,26 0 48,-25 0-48,0 0 1,-1 0 15</inkml:trace>
</inkml:ink>
</file>

<file path=ppt/ink/ink2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2-07T07:34:28.14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4465 4539 0,'25'25'125,"-1"-25"-125,51 0 16,-26 25-16,26-25 16,74 49 31,0-49-16,-125 0-16,26 0 1,-25 0 0,0 25-1,-1-25 376,1 0-344,25 0-16,-25 0-15,24 0-16,-24 0 31,25 0-15,-26 0 77</inkml:trace>
</inkml:ink>
</file>

<file path=ppt/ink/ink2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2-07T07:38:39.60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10840 7169 0,'24'-25'78,"1"25"-31,25 0-47,-1 0 16,75 0 15,-99 0 0</inkml:trace>
</inkml:ink>
</file>

<file path=ppt/ink/ink2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2-07T07:38:40.57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14015 7268 0,'24'0'31,"1"0"0,25 0-15,-1 0-16,1 0 16,0 0-16,74 0 31,0 0 0,-99 0 32</inkml:trace>
</inkml:ink>
</file>

<file path=ppt/ink/ink2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2-07T07:43:25.880"/>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24581 19025 0,'50'0'219,"-25"0"-219,24 0 16,-24 0-16,0 0 15,0 0-15,0 0 16,-1 0 15,1 0-31,0 0 16,25 0 0,-25 0 15,49 0 0,-24 0-15,-26 0-1,1 0 17,0 0-17,0 0 1,24 0-1,-24 0 1,25 0 15,-25 0-31,-1 0 16,51 0 0,-1 0-1,-24 0 16</inkml:trace>
</inkml:ink>
</file>

<file path=ppt/ink/ink2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2-07T07:47:41.473"/>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6697 14461 0,'50'0'172,"74"0"-157,-25 0-15,0 0 16,1 0-16,-51 0 16,125 0 15,-125 0 0</inkml:trace>
</inkml:ink>
</file>

<file path=ppt/ink/ink2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2-07T07:47:42.52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6747 15503 0,'49'0'63,"1"0"-47,0 0-16,-1 0 15,-24 0-15,74 50 16,-74-50 15,0 0 16,0 0-16,0 0-15,-1 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56D34A-238D-4485-A40B-F87E86E9258E}" type="datetimeFigureOut">
              <a:rPr lang="zh-TW" altLang="en-US" smtClean="0"/>
              <a:t>2023/2/7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F64390-0ED7-4C75-BFE1-36BE5D3D4367}" type="slidenum">
              <a:rPr lang="zh-TW" altLang="en-US" smtClean="0"/>
              <a:t>‹#›</a:t>
            </a:fld>
            <a:endParaRPr lang="zh-TW" altLang="en-US"/>
          </a:p>
        </p:txBody>
      </p:sp>
    </p:spTree>
    <p:extLst>
      <p:ext uri="{BB962C8B-B14F-4D97-AF65-F5344CB8AC3E}">
        <p14:creationId xmlns:p14="http://schemas.microsoft.com/office/powerpoint/2010/main" val="2996556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2</a:t>
            </a:fld>
            <a:endParaRPr lang="zh-TW" altLang="en-US"/>
          </a:p>
        </p:txBody>
      </p:sp>
    </p:spTree>
    <p:extLst>
      <p:ext uri="{BB962C8B-B14F-4D97-AF65-F5344CB8AC3E}">
        <p14:creationId xmlns:p14="http://schemas.microsoft.com/office/powerpoint/2010/main" val="177225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3</a:t>
            </a:fld>
            <a:endParaRPr lang="zh-TW" altLang="en-US"/>
          </a:p>
        </p:txBody>
      </p:sp>
    </p:spTree>
    <p:extLst>
      <p:ext uri="{BB962C8B-B14F-4D97-AF65-F5344CB8AC3E}">
        <p14:creationId xmlns:p14="http://schemas.microsoft.com/office/powerpoint/2010/main" val="2582853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4</a:t>
            </a:fld>
            <a:endParaRPr lang="zh-TW" altLang="en-US"/>
          </a:p>
        </p:txBody>
      </p:sp>
    </p:spTree>
    <p:extLst>
      <p:ext uri="{BB962C8B-B14F-4D97-AF65-F5344CB8AC3E}">
        <p14:creationId xmlns:p14="http://schemas.microsoft.com/office/powerpoint/2010/main" val="521710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之前的演算法遺漏這點</a:t>
            </a:r>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6</a:t>
            </a:fld>
            <a:endParaRPr lang="zh-TW" altLang="en-US"/>
          </a:p>
        </p:txBody>
      </p:sp>
    </p:spTree>
    <p:extLst>
      <p:ext uri="{BB962C8B-B14F-4D97-AF65-F5344CB8AC3E}">
        <p14:creationId xmlns:p14="http://schemas.microsoft.com/office/powerpoint/2010/main" val="554392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Rcb</a:t>
            </a:r>
            <a:r>
              <a:rPr lang="en-US" altLang="zh-TW" dirty="0"/>
              <a:t> </a:t>
            </a:r>
            <a:r>
              <a:rPr lang="zh-TW" altLang="en-US" dirty="0"/>
              <a:t>其他剩下的</a:t>
            </a:r>
            <a:r>
              <a:rPr lang="en-US" altLang="zh-TW" dirty="0"/>
              <a:t>task</a:t>
            </a:r>
            <a:r>
              <a:rPr lang="zh-TW" altLang="en-US" dirty="0"/>
              <a:t>最少要多少</a:t>
            </a:r>
            <a:endParaRPr lang="en-US" altLang="zh-TW" dirty="0"/>
          </a:p>
          <a:p>
            <a:r>
              <a:rPr lang="en-US" altLang="zh-TW" dirty="0"/>
              <a:t>Rb </a:t>
            </a:r>
            <a:r>
              <a:rPr lang="zh-TW" altLang="en-US" dirty="0"/>
              <a:t>剩下的錢</a:t>
            </a:r>
            <a:endParaRPr lang="en-US" altLang="zh-TW" dirty="0"/>
          </a:p>
          <a:p>
            <a:r>
              <a:rPr lang="zh-TW" altLang="en-US" dirty="0"/>
              <a:t>公式隨時可動</a:t>
            </a:r>
            <a:endParaRPr lang="en-US" altLang="zh-TW" dirty="0"/>
          </a:p>
          <a:p>
            <a:r>
              <a:rPr lang="zh-TW" altLang="en-US" dirty="0"/>
              <a:t>做完由下往上發現哪個任務需要較多錢</a:t>
            </a:r>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7</a:t>
            </a:fld>
            <a:endParaRPr lang="zh-TW" altLang="en-US"/>
          </a:p>
        </p:txBody>
      </p:sp>
    </p:spTree>
    <p:extLst>
      <p:ext uri="{BB962C8B-B14F-4D97-AF65-F5344CB8AC3E}">
        <p14:creationId xmlns:p14="http://schemas.microsoft.com/office/powerpoint/2010/main" val="3450202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Compute intensive : </a:t>
            </a:r>
            <a:r>
              <a:rPr lang="en-US" altLang="zh-TW" dirty="0" err="1"/>
              <a:t>epigenomic,sipht</a:t>
            </a:r>
            <a:endParaRPr lang="en-US" altLang="zh-TW" dirty="0"/>
          </a:p>
          <a:p>
            <a:r>
              <a:rPr lang="en-US" altLang="zh-TW" dirty="0"/>
              <a:t>Data </a:t>
            </a:r>
            <a:r>
              <a:rPr lang="en-US" altLang="zh-TW" dirty="0" err="1"/>
              <a:t>intensive:montage,cybershake</a:t>
            </a:r>
            <a:endParaRPr lang="zh-TW" altLang="en-US" dirty="0"/>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9</a:t>
            </a:fld>
            <a:endParaRPr lang="zh-TW" altLang="en-US"/>
          </a:p>
        </p:txBody>
      </p:sp>
    </p:spTree>
    <p:extLst>
      <p:ext uri="{BB962C8B-B14F-4D97-AF65-F5344CB8AC3E}">
        <p14:creationId xmlns:p14="http://schemas.microsoft.com/office/powerpoint/2010/main" val="3999200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4ABE8-C94B-E18D-858B-D5BD0B4579D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CA81801-27CB-33FE-9BBB-35B4A8F852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8ADB085-0E96-5673-674A-BC4F57676851}"/>
              </a:ext>
            </a:extLst>
          </p:cNvPr>
          <p:cNvSpPr>
            <a:spLocks noGrp="1"/>
          </p:cNvSpPr>
          <p:nvPr>
            <p:ph type="dt" sz="half" idx="10"/>
          </p:nvPr>
        </p:nvSpPr>
        <p:spPr/>
        <p:txBody>
          <a:bodyPr/>
          <a:lstStyle/>
          <a:p>
            <a:fld id="{CC033F32-0F6C-4691-9822-F43EC9D63E1A}" type="datetimeFigureOut">
              <a:rPr lang="zh-TW" altLang="en-US" smtClean="0"/>
              <a:t>2023/2/7</a:t>
            </a:fld>
            <a:endParaRPr lang="zh-TW" altLang="en-US"/>
          </a:p>
        </p:txBody>
      </p:sp>
      <p:sp>
        <p:nvSpPr>
          <p:cNvPr id="5" name="頁尾版面配置區 4">
            <a:extLst>
              <a:ext uri="{FF2B5EF4-FFF2-40B4-BE49-F238E27FC236}">
                <a16:creationId xmlns:a16="http://schemas.microsoft.com/office/drawing/2014/main" id="{1831A456-1F52-86D4-BFE3-76ABE85BB60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DF849C-9AC1-D660-80F3-CABBA22CD5CE}"/>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43482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899BAC-4486-BEF7-ED50-76C27F54AF1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F2E3A36-69DA-7675-1A1B-4D2E591884A1}"/>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C821D62-ACEA-785E-4FFC-8E12E75126CD}"/>
              </a:ext>
            </a:extLst>
          </p:cNvPr>
          <p:cNvSpPr>
            <a:spLocks noGrp="1"/>
          </p:cNvSpPr>
          <p:nvPr>
            <p:ph type="dt" sz="half" idx="10"/>
          </p:nvPr>
        </p:nvSpPr>
        <p:spPr/>
        <p:txBody>
          <a:bodyPr/>
          <a:lstStyle/>
          <a:p>
            <a:fld id="{CC033F32-0F6C-4691-9822-F43EC9D63E1A}" type="datetimeFigureOut">
              <a:rPr lang="zh-TW" altLang="en-US" smtClean="0"/>
              <a:t>2023/2/7</a:t>
            </a:fld>
            <a:endParaRPr lang="zh-TW" altLang="en-US"/>
          </a:p>
        </p:txBody>
      </p:sp>
      <p:sp>
        <p:nvSpPr>
          <p:cNvPr id="5" name="頁尾版面配置區 4">
            <a:extLst>
              <a:ext uri="{FF2B5EF4-FFF2-40B4-BE49-F238E27FC236}">
                <a16:creationId xmlns:a16="http://schemas.microsoft.com/office/drawing/2014/main" id="{4841D5E2-D6EE-E68D-93EB-CCA47810EF9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311382C-634C-3346-3E34-C9DBDEC86A59}"/>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514877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4DA36C7-53F1-0E07-AE4C-737515EF7220}"/>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7A0F2F28-0C20-E02F-D9F5-F925DC3A0B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33F3457-6D4B-1B0D-B443-1D535B4D6AA4}"/>
              </a:ext>
            </a:extLst>
          </p:cNvPr>
          <p:cNvSpPr>
            <a:spLocks noGrp="1"/>
          </p:cNvSpPr>
          <p:nvPr>
            <p:ph type="dt" sz="half" idx="10"/>
          </p:nvPr>
        </p:nvSpPr>
        <p:spPr/>
        <p:txBody>
          <a:bodyPr/>
          <a:lstStyle/>
          <a:p>
            <a:fld id="{CC033F32-0F6C-4691-9822-F43EC9D63E1A}" type="datetimeFigureOut">
              <a:rPr lang="zh-TW" altLang="en-US" smtClean="0"/>
              <a:t>2023/2/7</a:t>
            </a:fld>
            <a:endParaRPr lang="zh-TW" altLang="en-US"/>
          </a:p>
        </p:txBody>
      </p:sp>
      <p:sp>
        <p:nvSpPr>
          <p:cNvPr id="5" name="頁尾版面配置區 4">
            <a:extLst>
              <a:ext uri="{FF2B5EF4-FFF2-40B4-BE49-F238E27FC236}">
                <a16:creationId xmlns:a16="http://schemas.microsoft.com/office/drawing/2014/main" id="{299A57AC-C319-CF75-1669-B27D371A821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D198BE-D8B1-8E13-013A-C67E3615DDB4}"/>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913099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91C669-6150-BD36-BB37-4BEF5D5EBF5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063AE35-8B3A-D343-2183-BAB81EFC27CE}"/>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50271FDD-84FF-945B-DE66-2BCCF0B2DCF2}"/>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942860B6-9AB1-02DB-31C2-8D48D592E298}"/>
              </a:ext>
            </a:extLst>
          </p:cNvPr>
          <p:cNvSpPr>
            <a:spLocks noGrp="1"/>
          </p:cNvSpPr>
          <p:nvPr>
            <p:ph type="dt" sz="half" idx="10"/>
          </p:nvPr>
        </p:nvSpPr>
        <p:spPr/>
        <p:txBody>
          <a:bodyPr/>
          <a:lstStyle/>
          <a:p>
            <a:fld id="{CC033F32-0F6C-4691-9822-F43EC9D63E1A}" type="datetimeFigureOut">
              <a:rPr lang="zh-TW" altLang="en-US" smtClean="0"/>
              <a:t>2023/2/7</a:t>
            </a:fld>
            <a:endParaRPr lang="zh-TW" altLang="en-US"/>
          </a:p>
        </p:txBody>
      </p:sp>
      <p:sp>
        <p:nvSpPr>
          <p:cNvPr id="6" name="頁尾版面配置區 5">
            <a:extLst>
              <a:ext uri="{FF2B5EF4-FFF2-40B4-BE49-F238E27FC236}">
                <a16:creationId xmlns:a16="http://schemas.microsoft.com/office/drawing/2014/main" id="{FE995E2A-3CD8-8A87-DC71-C38BF7D4A07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32CE0F6-D5BF-132D-C7DF-40A33A4BBF24}"/>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774628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4C8182-EBB8-EE7D-8C08-A13FEBAE9C5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8CEE536-50FA-581D-B2BE-81FD97BA96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2F668FA-86CB-DA15-AB1A-E311480B806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85881DE1-F36F-92A4-FC1C-8AEA2099AA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32B3EA3-970C-61D2-A1B8-E1EDEE49C77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96277DE-52AE-290B-5D6D-2B1FBCEC6DA4}"/>
              </a:ext>
            </a:extLst>
          </p:cNvPr>
          <p:cNvSpPr>
            <a:spLocks noGrp="1"/>
          </p:cNvSpPr>
          <p:nvPr>
            <p:ph type="dt" sz="half" idx="10"/>
          </p:nvPr>
        </p:nvSpPr>
        <p:spPr/>
        <p:txBody>
          <a:bodyPr/>
          <a:lstStyle/>
          <a:p>
            <a:fld id="{CC033F32-0F6C-4691-9822-F43EC9D63E1A}" type="datetimeFigureOut">
              <a:rPr lang="zh-TW" altLang="en-US" smtClean="0"/>
              <a:t>2023/2/7</a:t>
            </a:fld>
            <a:endParaRPr lang="zh-TW" altLang="en-US"/>
          </a:p>
        </p:txBody>
      </p:sp>
      <p:sp>
        <p:nvSpPr>
          <p:cNvPr id="8" name="頁尾版面配置區 7">
            <a:extLst>
              <a:ext uri="{FF2B5EF4-FFF2-40B4-BE49-F238E27FC236}">
                <a16:creationId xmlns:a16="http://schemas.microsoft.com/office/drawing/2014/main" id="{59E9EE01-71CA-9575-4F3B-5E4014D35FE2}"/>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BA9CFD94-812A-F5B7-A452-671C0AE9E59F}"/>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3777047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B4B7F7-64B8-FFE6-EA23-1CA37B4DAA5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4F139E3A-2C6B-C838-82DD-2046F3CB9E37}"/>
              </a:ext>
            </a:extLst>
          </p:cNvPr>
          <p:cNvSpPr>
            <a:spLocks noGrp="1"/>
          </p:cNvSpPr>
          <p:nvPr>
            <p:ph type="dt" sz="half" idx="10"/>
          </p:nvPr>
        </p:nvSpPr>
        <p:spPr/>
        <p:txBody>
          <a:bodyPr/>
          <a:lstStyle/>
          <a:p>
            <a:fld id="{CC033F32-0F6C-4691-9822-F43EC9D63E1A}" type="datetimeFigureOut">
              <a:rPr lang="zh-TW" altLang="en-US" smtClean="0"/>
              <a:t>2023/2/7</a:t>
            </a:fld>
            <a:endParaRPr lang="zh-TW" altLang="en-US"/>
          </a:p>
        </p:txBody>
      </p:sp>
      <p:sp>
        <p:nvSpPr>
          <p:cNvPr id="4" name="頁尾版面配置區 3">
            <a:extLst>
              <a:ext uri="{FF2B5EF4-FFF2-40B4-BE49-F238E27FC236}">
                <a16:creationId xmlns:a16="http://schemas.microsoft.com/office/drawing/2014/main" id="{98A57213-0BE3-60B7-E7B6-8C1ECA997C5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B1CA4A1-5503-DFDB-78CE-BB6301F635B5}"/>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1416995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390E34BB-6EB1-BAD1-FC6D-EE971E88AAF6}"/>
              </a:ext>
            </a:extLst>
          </p:cNvPr>
          <p:cNvSpPr>
            <a:spLocks noGrp="1"/>
          </p:cNvSpPr>
          <p:nvPr>
            <p:ph type="dt" sz="half" idx="10"/>
          </p:nvPr>
        </p:nvSpPr>
        <p:spPr/>
        <p:txBody>
          <a:bodyPr/>
          <a:lstStyle/>
          <a:p>
            <a:fld id="{CC033F32-0F6C-4691-9822-F43EC9D63E1A}" type="datetimeFigureOut">
              <a:rPr lang="zh-TW" altLang="en-US" smtClean="0"/>
              <a:t>2023/2/7</a:t>
            </a:fld>
            <a:endParaRPr lang="zh-TW" altLang="en-US"/>
          </a:p>
        </p:txBody>
      </p:sp>
      <p:sp>
        <p:nvSpPr>
          <p:cNvPr id="3" name="頁尾版面配置區 2">
            <a:extLst>
              <a:ext uri="{FF2B5EF4-FFF2-40B4-BE49-F238E27FC236}">
                <a16:creationId xmlns:a16="http://schemas.microsoft.com/office/drawing/2014/main" id="{4E6D17BE-E03F-39BD-6867-426E8BA17001}"/>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6860872-9876-819D-901A-979413381FFA}"/>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3935264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F21EDC-93FA-CEEC-2DC0-296C8A5DF63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E4966D3-0321-9530-3BBE-6A172CD7E2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E853AC8E-357E-B12C-959A-68FC689CBF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3921B7E-E740-F038-426B-5A80531C4364}"/>
              </a:ext>
            </a:extLst>
          </p:cNvPr>
          <p:cNvSpPr>
            <a:spLocks noGrp="1"/>
          </p:cNvSpPr>
          <p:nvPr>
            <p:ph type="dt" sz="half" idx="10"/>
          </p:nvPr>
        </p:nvSpPr>
        <p:spPr/>
        <p:txBody>
          <a:bodyPr/>
          <a:lstStyle/>
          <a:p>
            <a:fld id="{CC033F32-0F6C-4691-9822-F43EC9D63E1A}" type="datetimeFigureOut">
              <a:rPr lang="zh-TW" altLang="en-US" smtClean="0"/>
              <a:t>2023/2/7</a:t>
            </a:fld>
            <a:endParaRPr lang="zh-TW" altLang="en-US"/>
          </a:p>
        </p:txBody>
      </p:sp>
      <p:sp>
        <p:nvSpPr>
          <p:cNvPr id="6" name="頁尾版面配置區 5">
            <a:extLst>
              <a:ext uri="{FF2B5EF4-FFF2-40B4-BE49-F238E27FC236}">
                <a16:creationId xmlns:a16="http://schemas.microsoft.com/office/drawing/2014/main" id="{2499217B-E73E-A066-AFAB-3DB571E2F13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2773783-7C44-3528-705C-820CBFB9237A}"/>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770876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305790-6942-CB7A-4284-94709472C62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42F9CDC-8A00-5D70-4208-2928A6442F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39506B2-7081-438F-73C0-5F1938250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4FB9D4E-3F43-D3BC-24A8-B5EA2B4379ED}"/>
              </a:ext>
            </a:extLst>
          </p:cNvPr>
          <p:cNvSpPr>
            <a:spLocks noGrp="1"/>
          </p:cNvSpPr>
          <p:nvPr>
            <p:ph type="dt" sz="half" idx="10"/>
          </p:nvPr>
        </p:nvSpPr>
        <p:spPr/>
        <p:txBody>
          <a:bodyPr/>
          <a:lstStyle/>
          <a:p>
            <a:fld id="{CC033F32-0F6C-4691-9822-F43EC9D63E1A}" type="datetimeFigureOut">
              <a:rPr lang="zh-TW" altLang="en-US" smtClean="0"/>
              <a:t>2023/2/7</a:t>
            </a:fld>
            <a:endParaRPr lang="zh-TW" altLang="en-US"/>
          </a:p>
        </p:txBody>
      </p:sp>
      <p:sp>
        <p:nvSpPr>
          <p:cNvPr id="6" name="頁尾版面配置區 5">
            <a:extLst>
              <a:ext uri="{FF2B5EF4-FFF2-40B4-BE49-F238E27FC236}">
                <a16:creationId xmlns:a16="http://schemas.microsoft.com/office/drawing/2014/main" id="{B72AE023-8F09-3BE0-F98C-7478FB82901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AA4E2CE-60C0-A2D3-7563-D84C7AD366F7}"/>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591916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0DE12D-8D14-DE93-59D0-3BFA90F41DF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0B086A79-EF8D-9ED3-294A-0EDB04DF9101}"/>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0D790C4-7B71-165D-CED5-B5A3CC60F375}"/>
              </a:ext>
            </a:extLst>
          </p:cNvPr>
          <p:cNvSpPr>
            <a:spLocks noGrp="1"/>
          </p:cNvSpPr>
          <p:nvPr>
            <p:ph type="dt" sz="half" idx="10"/>
          </p:nvPr>
        </p:nvSpPr>
        <p:spPr/>
        <p:txBody>
          <a:bodyPr/>
          <a:lstStyle/>
          <a:p>
            <a:fld id="{CC033F32-0F6C-4691-9822-F43EC9D63E1A}" type="datetimeFigureOut">
              <a:rPr lang="zh-TW" altLang="en-US" smtClean="0"/>
              <a:t>2023/2/7</a:t>
            </a:fld>
            <a:endParaRPr lang="zh-TW" altLang="en-US"/>
          </a:p>
        </p:txBody>
      </p:sp>
      <p:sp>
        <p:nvSpPr>
          <p:cNvPr id="5" name="頁尾版面配置區 4">
            <a:extLst>
              <a:ext uri="{FF2B5EF4-FFF2-40B4-BE49-F238E27FC236}">
                <a16:creationId xmlns:a16="http://schemas.microsoft.com/office/drawing/2014/main" id="{01022FF6-BD27-B989-BD6E-04A8E6F7E5E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16AB840-CA5F-FE7D-F5B2-A2A94306FCD6}"/>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530010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EB9134E-AF1E-B42A-2102-7665CE0D638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90DAC8B-1A34-5904-7632-9E9B2121BA8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1E19192-D5C1-DC8D-BAE0-86BDD62952DF}"/>
              </a:ext>
            </a:extLst>
          </p:cNvPr>
          <p:cNvSpPr>
            <a:spLocks noGrp="1"/>
          </p:cNvSpPr>
          <p:nvPr>
            <p:ph type="dt" sz="half" idx="10"/>
          </p:nvPr>
        </p:nvSpPr>
        <p:spPr/>
        <p:txBody>
          <a:bodyPr/>
          <a:lstStyle/>
          <a:p>
            <a:fld id="{CC033F32-0F6C-4691-9822-F43EC9D63E1A}" type="datetimeFigureOut">
              <a:rPr lang="zh-TW" altLang="en-US" smtClean="0"/>
              <a:t>2023/2/7</a:t>
            </a:fld>
            <a:endParaRPr lang="zh-TW" altLang="en-US"/>
          </a:p>
        </p:txBody>
      </p:sp>
      <p:sp>
        <p:nvSpPr>
          <p:cNvPr id="5" name="頁尾版面配置區 4">
            <a:extLst>
              <a:ext uri="{FF2B5EF4-FFF2-40B4-BE49-F238E27FC236}">
                <a16:creationId xmlns:a16="http://schemas.microsoft.com/office/drawing/2014/main" id="{F9947EDF-FE6F-BF6C-D0EB-476DA14D7A2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75C11C2-33BA-4948-8EB8-C09F19D6E30F}"/>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886665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1C5B211-6D25-144F-AF56-36672E6CFB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2C0595F-6EF9-4A8A-CE24-F423A32581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073B7A-3877-B4D7-EC9E-AD672F2068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033F32-0F6C-4691-9822-F43EC9D63E1A}" type="datetimeFigureOut">
              <a:rPr lang="zh-TW" altLang="en-US" smtClean="0"/>
              <a:t>2023/2/7</a:t>
            </a:fld>
            <a:endParaRPr lang="zh-TW" altLang="en-US"/>
          </a:p>
        </p:txBody>
      </p:sp>
      <p:sp>
        <p:nvSpPr>
          <p:cNvPr id="5" name="頁尾版面配置區 4">
            <a:extLst>
              <a:ext uri="{FF2B5EF4-FFF2-40B4-BE49-F238E27FC236}">
                <a16:creationId xmlns:a16="http://schemas.microsoft.com/office/drawing/2014/main" id="{1A50C37F-EF86-75C0-3D9C-8A5C9D823D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03F84A5E-DB06-195D-E20D-1A9F0FEE11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3528470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3" Type="http://schemas.openxmlformats.org/officeDocument/2006/relationships/customXml" Target="../ink/ink4.xml"/><Relationship Id="rId18" Type="http://schemas.openxmlformats.org/officeDocument/2006/relationships/image" Target="../media/image15.png"/><Relationship Id="rId26" Type="http://schemas.openxmlformats.org/officeDocument/2006/relationships/image" Target="../media/image19.png"/><Relationship Id="rId39" Type="http://schemas.openxmlformats.org/officeDocument/2006/relationships/customXml" Target="../ink/ink17.xml"/><Relationship Id="rId21" Type="http://schemas.openxmlformats.org/officeDocument/2006/relationships/customXml" Target="../ink/ink8.xml"/><Relationship Id="rId34" Type="http://schemas.openxmlformats.org/officeDocument/2006/relationships/image" Target="../media/image23.png"/><Relationship Id="rId42" Type="http://schemas.openxmlformats.org/officeDocument/2006/relationships/image" Target="../media/image27.png"/><Relationship Id="rId47" Type="http://schemas.openxmlformats.org/officeDocument/2006/relationships/customXml" Target="../ink/ink21.xml"/><Relationship Id="rId50" Type="http://schemas.openxmlformats.org/officeDocument/2006/relationships/image" Target="../media/image31.png"/><Relationship Id="rId55" Type="http://schemas.openxmlformats.org/officeDocument/2006/relationships/customXml" Target="../ink/ink25.xml"/><Relationship Id="rId7" Type="http://schemas.openxmlformats.org/officeDocument/2006/relationships/image" Target="../media/image9.png"/><Relationship Id="rId2" Type="http://schemas.openxmlformats.org/officeDocument/2006/relationships/notesSlide" Target="../notesSlides/notesSlide5.xml"/><Relationship Id="rId16" Type="http://schemas.openxmlformats.org/officeDocument/2006/relationships/image" Target="../media/image14.png"/><Relationship Id="rId29" Type="http://schemas.openxmlformats.org/officeDocument/2006/relationships/customXml" Target="../ink/ink12.xml"/><Relationship Id="rId11" Type="http://schemas.openxmlformats.org/officeDocument/2006/relationships/image" Target="../media/image11.png"/><Relationship Id="rId24" Type="http://schemas.openxmlformats.org/officeDocument/2006/relationships/image" Target="../media/image18.png"/><Relationship Id="rId32" Type="http://schemas.openxmlformats.org/officeDocument/2006/relationships/image" Target="../media/image22.png"/><Relationship Id="rId37" Type="http://schemas.openxmlformats.org/officeDocument/2006/relationships/customXml" Target="../ink/ink16.xml"/><Relationship Id="rId40" Type="http://schemas.openxmlformats.org/officeDocument/2006/relationships/image" Target="../media/image26.png"/><Relationship Id="rId45" Type="http://schemas.openxmlformats.org/officeDocument/2006/relationships/customXml" Target="../ink/ink20.xml"/><Relationship Id="rId53" Type="http://schemas.openxmlformats.org/officeDocument/2006/relationships/customXml" Target="../ink/ink24.xml"/><Relationship Id="rId5" Type="http://schemas.openxmlformats.org/officeDocument/2006/relationships/image" Target="../media/image5.png"/><Relationship Id="rId10" Type="http://schemas.openxmlformats.org/officeDocument/2006/relationships/customXml" Target="../ink/ink3.xml"/><Relationship Id="rId19" Type="http://schemas.openxmlformats.org/officeDocument/2006/relationships/customXml" Target="../ink/ink7.xml"/><Relationship Id="rId31" Type="http://schemas.openxmlformats.org/officeDocument/2006/relationships/customXml" Target="../ink/ink13.xml"/><Relationship Id="rId44" Type="http://schemas.openxmlformats.org/officeDocument/2006/relationships/image" Target="../media/image28.png"/><Relationship Id="rId52" Type="http://schemas.openxmlformats.org/officeDocument/2006/relationships/image" Target="../media/image32.png"/><Relationship Id="rId4" Type="http://schemas.openxmlformats.org/officeDocument/2006/relationships/image" Target="../media/image8.png"/><Relationship Id="rId9" Type="http://schemas.openxmlformats.org/officeDocument/2006/relationships/image" Target="../media/image10.png"/><Relationship Id="rId14" Type="http://schemas.openxmlformats.org/officeDocument/2006/relationships/image" Target="../media/image13.png"/><Relationship Id="rId22" Type="http://schemas.openxmlformats.org/officeDocument/2006/relationships/image" Target="../media/image17.png"/><Relationship Id="rId27" Type="http://schemas.openxmlformats.org/officeDocument/2006/relationships/customXml" Target="../ink/ink11.xml"/><Relationship Id="rId30" Type="http://schemas.openxmlformats.org/officeDocument/2006/relationships/image" Target="../media/image21.png"/><Relationship Id="rId35" Type="http://schemas.openxmlformats.org/officeDocument/2006/relationships/customXml" Target="../ink/ink15.xml"/><Relationship Id="rId43" Type="http://schemas.openxmlformats.org/officeDocument/2006/relationships/customXml" Target="../ink/ink19.xml"/><Relationship Id="rId48" Type="http://schemas.openxmlformats.org/officeDocument/2006/relationships/image" Target="../media/image30.png"/><Relationship Id="rId56" Type="http://schemas.openxmlformats.org/officeDocument/2006/relationships/image" Target="../media/image34.png"/><Relationship Id="rId8" Type="http://schemas.openxmlformats.org/officeDocument/2006/relationships/customXml" Target="../ink/ink2.xml"/><Relationship Id="rId51" Type="http://schemas.openxmlformats.org/officeDocument/2006/relationships/customXml" Target="../ink/ink23.xml"/><Relationship Id="rId3"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customXml" Target="../ink/ink6.xml"/><Relationship Id="rId25" Type="http://schemas.openxmlformats.org/officeDocument/2006/relationships/customXml" Target="../ink/ink10.xml"/><Relationship Id="rId33" Type="http://schemas.openxmlformats.org/officeDocument/2006/relationships/customXml" Target="../ink/ink14.xml"/><Relationship Id="rId38" Type="http://schemas.openxmlformats.org/officeDocument/2006/relationships/image" Target="../media/image25.png"/><Relationship Id="rId46" Type="http://schemas.openxmlformats.org/officeDocument/2006/relationships/image" Target="../media/image29.png"/><Relationship Id="rId20" Type="http://schemas.openxmlformats.org/officeDocument/2006/relationships/image" Target="../media/image16.png"/><Relationship Id="rId41" Type="http://schemas.openxmlformats.org/officeDocument/2006/relationships/customXml" Target="../ink/ink18.xml"/><Relationship Id="rId54"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customXml" Target="../ink/ink1.xml"/><Relationship Id="rId15" Type="http://schemas.openxmlformats.org/officeDocument/2006/relationships/customXml" Target="../ink/ink5.xml"/><Relationship Id="rId23" Type="http://schemas.openxmlformats.org/officeDocument/2006/relationships/customXml" Target="../ink/ink9.xml"/><Relationship Id="rId28" Type="http://schemas.openxmlformats.org/officeDocument/2006/relationships/image" Target="../media/image20.png"/><Relationship Id="rId36" Type="http://schemas.openxmlformats.org/officeDocument/2006/relationships/image" Target="../media/image24.png"/><Relationship Id="rId49" Type="http://schemas.openxmlformats.org/officeDocument/2006/relationships/customXml" Target="../ink/ink22.xml"/></Relationships>
</file>

<file path=ppt/slides/_rels/slide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7390EC-3505-4614-AC8B-E5220F3B9165}"/>
              </a:ext>
            </a:extLst>
          </p:cNvPr>
          <p:cNvSpPr>
            <a:spLocks noGrp="1"/>
          </p:cNvSpPr>
          <p:nvPr>
            <p:ph type="ctrTitle"/>
          </p:nvPr>
        </p:nvSpPr>
        <p:spPr/>
        <p:txBody>
          <a:bodyPr>
            <a:noAutofit/>
          </a:bodyPr>
          <a:lstStyle/>
          <a:p>
            <a:r>
              <a:rPr lang="en-US" altLang="zh-TW" sz="4400" dirty="0">
                <a:latin typeface="Times New Roman" panose="02020603050405020304" pitchFamily="18" charset="0"/>
                <a:cs typeface="Times New Roman" panose="02020603050405020304" pitchFamily="18" charset="0"/>
              </a:rPr>
              <a:t>Fair budget constrained workflow scheduling approach</a:t>
            </a:r>
            <a:br>
              <a:rPr lang="en-US" altLang="zh-TW" sz="4400" dirty="0">
                <a:latin typeface="Times New Roman" panose="02020603050405020304" pitchFamily="18" charset="0"/>
                <a:cs typeface="Times New Roman" panose="02020603050405020304" pitchFamily="18" charset="0"/>
              </a:rPr>
            </a:br>
            <a:r>
              <a:rPr lang="en-US" altLang="zh-TW" sz="4400" dirty="0">
                <a:latin typeface="Times New Roman" panose="02020603050405020304" pitchFamily="18" charset="0"/>
                <a:cs typeface="Times New Roman" panose="02020603050405020304" pitchFamily="18" charset="0"/>
              </a:rPr>
              <a:t>for heterogeneous clouds</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C88D9F7-F986-E365-FDC2-C6659A6332D8}"/>
              </a:ext>
            </a:extLst>
          </p:cNvPr>
          <p:cNvSpPr>
            <a:spLocks noGrp="1"/>
          </p:cNvSpPr>
          <p:nvPr>
            <p:ph type="subTitle" idx="1"/>
          </p:nvPr>
        </p:nvSpPr>
        <p:spPr/>
        <p:txBody>
          <a:bodyPr/>
          <a:lstStyle/>
          <a:p>
            <a:r>
              <a:rPr lang="en-US" altLang="zh-TW" sz="2400" dirty="0" err="1">
                <a:latin typeface="Times New Roman" panose="02020603050405020304" pitchFamily="18" charset="0"/>
                <a:cs typeface="Times New Roman" panose="02020603050405020304" pitchFamily="18" charset="0"/>
              </a:rPr>
              <a:t>Naela</a:t>
            </a:r>
            <a:r>
              <a:rPr lang="en-US" altLang="zh-TW" sz="240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Rizvi &amp; </a:t>
            </a:r>
            <a:r>
              <a:rPr lang="en-US" altLang="zh-TW" sz="2400" dirty="0" err="1">
                <a:latin typeface="Times New Roman" panose="02020603050405020304" pitchFamily="18" charset="0"/>
                <a:cs typeface="Times New Roman" panose="02020603050405020304" pitchFamily="18" charset="0"/>
              </a:rPr>
              <a:t>Dharavath</a:t>
            </a:r>
            <a:r>
              <a:rPr lang="en-US" altLang="zh-TW" sz="2400" dirty="0">
                <a:latin typeface="Times New Roman" panose="02020603050405020304" pitchFamily="18" charset="0"/>
                <a:cs typeface="Times New Roman" panose="02020603050405020304" pitchFamily="18" charset="0"/>
              </a:rPr>
              <a:t> Ramesh</a:t>
            </a:r>
          </a:p>
          <a:p>
            <a:r>
              <a:rPr lang="en-US" altLang="zh-TW" sz="2400" dirty="0">
                <a:latin typeface="Times New Roman" panose="02020603050405020304" pitchFamily="18" charset="0"/>
                <a:cs typeface="Times New Roman" panose="02020603050405020304" pitchFamily="18" charset="0"/>
              </a:rPr>
              <a:t>Cluster Computing, Vol. 23, pp. </a:t>
            </a:r>
            <a:r>
              <a:rPr lang="en-US" altLang="zh-TW" b="0" i="0" dirty="0">
                <a:solidFill>
                  <a:srgbClr val="333333"/>
                </a:solidFill>
                <a:effectLst/>
                <a:latin typeface="-apple-system"/>
              </a:rPr>
              <a:t>3185– 3201</a:t>
            </a:r>
            <a:r>
              <a:rPr lang="en-US" altLang="zh-TW" sz="2400" dirty="0">
                <a:latin typeface="Times New Roman" panose="02020603050405020304" pitchFamily="18" charset="0"/>
                <a:cs typeface="Times New Roman" panose="02020603050405020304" pitchFamily="18" charset="0"/>
              </a:rPr>
              <a:t>, 2020</a:t>
            </a:r>
          </a:p>
        </p:txBody>
      </p:sp>
      <p:sp>
        <p:nvSpPr>
          <p:cNvPr id="4" name="文字方塊 3">
            <a:extLst>
              <a:ext uri="{FF2B5EF4-FFF2-40B4-BE49-F238E27FC236}">
                <a16:creationId xmlns:a16="http://schemas.microsoft.com/office/drawing/2014/main" id="{B0B04478-59CB-DCC3-9EC8-DF5AE437110D}"/>
              </a:ext>
            </a:extLst>
          </p:cNvPr>
          <p:cNvSpPr txBox="1"/>
          <p:nvPr/>
        </p:nvSpPr>
        <p:spPr>
          <a:xfrm>
            <a:off x="8489576" y="5531224"/>
            <a:ext cx="3397624" cy="646331"/>
          </a:xfrm>
          <a:prstGeom prst="rect">
            <a:avLst/>
          </a:prstGeom>
          <a:noFill/>
        </p:spPr>
        <p:txBody>
          <a:bodyPr wrap="square" rtlCol="0">
            <a:spAutoFit/>
          </a:bodyPr>
          <a:lstStyle/>
          <a:p>
            <a:pPr rtl="0">
              <a:spcBef>
                <a:spcPts val="0"/>
              </a:spcBef>
              <a:spcAft>
                <a:spcPts val="0"/>
              </a:spcAft>
            </a:pP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Presenter: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Chih-Hsuan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Chien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n-US" altLang="zh-TW" b="0" dirty="0">
              <a:effectLst/>
              <a:latin typeface="Times New Roman" panose="02020603050405020304" pitchFamily="18" charset="0"/>
              <a:cs typeface="Times New Roman" panose="02020603050405020304" pitchFamily="18" charset="0"/>
            </a:endParaRPr>
          </a:p>
          <a:p>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Date: Feb. </a:t>
            </a:r>
            <a:r>
              <a:rPr lang="en-US" altLang="zh-TW" dirty="0">
                <a:solidFill>
                  <a:srgbClr val="000000"/>
                </a:solidFill>
                <a:latin typeface="Times New Roman" panose="02020603050405020304" pitchFamily="18" charset="0"/>
                <a:cs typeface="Times New Roman" panose="02020603050405020304" pitchFamily="18" charset="0"/>
              </a:rPr>
              <a:t>07</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 2023</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502127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AA023B-D9C9-363E-0730-DE94BC6B2AD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(1/2)</a:t>
            </a:r>
            <a:endParaRPr lang="zh-TW" altLang="en-US" dirty="0"/>
          </a:p>
        </p:txBody>
      </p:sp>
      <p:sp>
        <p:nvSpPr>
          <p:cNvPr id="3" name="內容版面配置區 2">
            <a:extLst>
              <a:ext uri="{FF2B5EF4-FFF2-40B4-BE49-F238E27FC236}">
                <a16:creationId xmlns:a16="http://schemas.microsoft.com/office/drawing/2014/main" id="{AD20B566-6CC0-DA0E-6E4E-CF625178FFC2}"/>
              </a:ext>
            </a:extLst>
          </p:cNvPr>
          <p:cNvSpPr>
            <a:spLocks noGrp="1"/>
          </p:cNvSpPr>
          <p:nvPr>
            <p:ph idx="1"/>
          </p:nvPr>
        </p:nvSpPr>
        <p:spPr/>
        <p:txBody>
          <a:bodyPr>
            <a:noAutofit/>
          </a:bodyPr>
          <a:lstStyle/>
          <a:p>
            <a:pPr marL="0" indent="0">
              <a:buNone/>
            </a:pPr>
            <a:r>
              <a:rPr lang="en-US" altLang="zh-TW" sz="2600" dirty="0">
                <a:latin typeface="Times New Roman" panose="02020603050405020304" pitchFamily="18" charset="0"/>
                <a:cs typeface="Times New Roman" panose="02020603050405020304" pitchFamily="18" charset="0"/>
              </a:rPr>
              <a:t>The phenomenal advancement of technology paved the way for the execution of complex scientific applications. The emergence of the cloud provides a distributed heterogeneous environment for the execution of large and complex workflows. Due to the dynamic and heterogeneous nature of the cloud, scheduling workflows become a challenging problem. Mapping and assignment of heterogeneous instances for each task while minimizing execution time and cost is a NP-complete problem. For efficient scheduling, it is required to consider various QoS parameters such as time, cost, security, and reliability. Among these, computation time and cost are the two notable parameters. In order to preserve the functionalities of these two parameters in heterogeneous cloud environments, in this paper, a fair budget-constrained workflow scheduling algorithm (FBCWS) is proposed. </a:t>
            </a:r>
            <a:endParaRPr lang="zh-TW"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173912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AA023B-D9C9-363E-0730-DE94BC6B2AD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(2/2)</a:t>
            </a:r>
            <a:endParaRPr lang="zh-TW" altLang="en-US" dirty="0"/>
          </a:p>
        </p:txBody>
      </p:sp>
      <p:sp>
        <p:nvSpPr>
          <p:cNvPr id="3" name="內容版面配置區 2">
            <a:extLst>
              <a:ext uri="{FF2B5EF4-FFF2-40B4-BE49-F238E27FC236}">
                <a16:creationId xmlns:a16="http://schemas.microsoft.com/office/drawing/2014/main" id="{AD20B566-6CC0-DA0E-6E4E-CF625178FFC2}"/>
              </a:ext>
            </a:extLst>
          </p:cNvPr>
          <p:cNvSpPr>
            <a:spLocks noGrp="1"/>
          </p:cNvSpPr>
          <p:nvPr>
            <p:ph idx="1"/>
          </p:nvPr>
        </p:nvSpPr>
        <p:spPr/>
        <p:txBody>
          <a:bodyPr>
            <a:noAutofit/>
          </a:bodyPr>
          <a:lstStyle/>
          <a:p>
            <a:pPr marL="0" indent="0">
              <a:buNone/>
            </a:pPr>
            <a:r>
              <a:rPr lang="en-US" altLang="zh-TW" sz="2600" dirty="0">
                <a:latin typeface="Times New Roman" panose="02020603050405020304" pitchFamily="18" charset="0"/>
                <a:cs typeface="Times New Roman" panose="02020603050405020304" pitchFamily="18" charset="0"/>
              </a:rPr>
              <a:t>The novelty of the proposed algorithm is to minimize the </a:t>
            </a:r>
            <a:r>
              <a:rPr lang="en-US" altLang="zh-TW" sz="2600" dirty="0" err="1">
                <a:latin typeface="Times New Roman" panose="02020603050405020304" pitchFamily="18" charset="0"/>
                <a:cs typeface="Times New Roman" panose="02020603050405020304" pitchFamily="18" charset="0"/>
              </a:rPr>
              <a:t>makespan</a:t>
            </a:r>
            <a:r>
              <a:rPr lang="en-US" altLang="zh-TW" sz="2600" dirty="0">
                <a:latin typeface="Times New Roman" panose="02020603050405020304" pitchFamily="18" charset="0"/>
                <a:cs typeface="Times New Roman" panose="02020603050405020304" pitchFamily="18" charset="0"/>
              </a:rPr>
              <a:t> while satisfying budget constraints and a fair means of schedule for every task. FBCWS also provides a mechanism to save budget by adjusting the cost-time efficient factor of the minimization problem. The inclusion of a cost-time efficient factor in the algorithm provides flexibility to minimize the </a:t>
            </a:r>
            <a:r>
              <a:rPr lang="en-US" altLang="zh-TW" sz="2600" dirty="0" err="1">
                <a:latin typeface="Times New Roman" panose="02020603050405020304" pitchFamily="18" charset="0"/>
                <a:cs typeface="Times New Roman" panose="02020603050405020304" pitchFamily="18" charset="0"/>
              </a:rPr>
              <a:t>makespan</a:t>
            </a:r>
            <a:r>
              <a:rPr lang="en-US" altLang="zh-TW" sz="2600" dirty="0">
                <a:latin typeface="Times New Roman" panose="02020603050405020304" pitchFamily="18" charset="0"/>
                <a:cs typeface="Times New Roman" panose="02020603050405020304" pitchFamily="18" charset="0"/>
              </a:rPr>
              <a:t> or save budget. In order to validate the effectiveness of the proposed approach, several real scientific workflows are simulated, and experimental results are compared with other existing approaches, namely; Heterogeneous Budget Constrained Scheduling (HBCS), Minimizing Schedule Length using Budget Level (MSBL) and Pareto Optimal Scheduling Heuristic (POSH) algorithms.</a:t>
            </a:r>
            <a:endParaRPr lang="zh-TW"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220632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AA023B-D9C9-363E-0730-DE94BC6B2AD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(2/2)</a:t>
            </a:r>
            <a:endParaRPr lang="zh-TW" altLang="en-US" dirty="0"/>
          </a:p>
        </p:txBody>
      </p:sp>
      <p:sp>
        <p:nvSpPr>
          <p:cNvPr id="3" name="內容版面配置區 2">
            <a:extLst>
              <a:ext uri="{FF2B5EF4-FFF2-40B4-BE49-F238E27FC236}">
                <a16:creationId xmlns:a16="http://schemas.microsoft.com/office/drawing/2014/main" id="{AD20B566-6CC0-DA0E-6E4E-CF625178FFC2}"/>
              </a:ext>
            </a:extLst>
          </p:cNvPr>
          <p:cNvSpPr>
            <a:spLocks noGrp="1"/>
          </p:cNvSpPr>
          <p:nvPr>
            <p:ph idx="1"/>
          </p:nvPr>
        </p:nvSpPr>
        <p:spPr/>
        <p:txBody>
          <a:bodyPr>
            <a:noAutofit/>
          </a:bodyPr>
          <a:lstStyle/>
          <a:p>
            <a:pPr marL="0" indent="0">
              <a:buNone/>
            </a:pPr>
            <a:r>
              <a:rPr lang="en-US" altLang="zh-TW" sz="2600" dirty="0">
                <a:latin typeface="Times New Roman" panose="02020603050405020304" pitchFamily="18" charset="0"/>
                <a:cs typeface="Times New Roman" panose="02020603050405020304" pitchFamily="18" charset="0"/>
              </a:rPr>
              <a:t>Experimental results prove that the proposed algorithm behaves outstandingly for compute-intensive workflows such as Epigenomic and </a:t>
            </a:r>
            <a:r>
              <a:rPr lang="en-US" altLang="zh-TW" sz="2600" dirty="0" err="1">
                <a:latin typeface="Times New Roman" panose="02020603050405020304" pitchFamily="18" charset="0"/>
                <a:cs typeface="Times New Roman" panose="02020603050405020304" pitchFamily="18" charset="0"/>
              </a:rPr>
              <a:t>Sipht</a:t>
            </a:r>
            <a:r>
              <a:rPr lang="en-US" altLang="zh-TW" sz="2600" dirty="0">
                <a:latin typeface="Times New Roman" panose="02020603050405020304" pitchFamily="18" charset="0"/>
                <a:cs typeface="Times New Roman" panose="02020603050405020304" pitchFamily="18" charset="0"/>
              </a:rPr>
              <a:t>. Also, FBCWS outperforms the existing HBCS in most of the cases. Moreover, FBCWS proves to be more time-efficient than POSH and more cost-efficient than MSBL. The effectiveness of the proposed algorithm is illustrated through the popular ANOVA test.</a:t>
            </a:r>
            <a:endParaRPr lang="zh-TW"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505848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B6BB3D-1737-57AE-F646-AFE24A6BC742}"/>
              </a:ext>
            </a:extLst>
          </p:cNvPr>
          <p:cNvSpPr>
            <a:spLocks noGrp="1"/>
          </p:cNvSpPr>
          <p:nvPr>
            <p:ph type="title"/>
          </p:nvPr>
        </p:nvSpPr>
        <p:spPr/>
        <p:txBody>
          <a:bodyPr/>
          <a:lstStyle/>
          <a:p>
            <a:r>
              <a:rPr lang="en-US" altLang="zh-TW" dirty="0"/>
              <a:t>Problem definition</a:t>
            </a:r>
            <a:endParaRPr lang="zh-TW" altLang="en-US" dirty="0"/>
          </a:p>
        </p:txBody>
      </p:sp>
      <p:pic>
        <p:nvPicPr>
          <p:cNvPr id="5" name="內容版面配置區 4">
            <a:extLst>
              <a:ext uri="{FF2B5EF4-FFF2-40B4-BE49-F238E27FC236}">
                <a16:creationId xmlns:a16="http://schemas.microsoft.com/office/drawing/2014/main" id="{AFFE02DE-F455-A8F0-5D14-BB5E34AD61C0}"/>
              </a:ext>
            </a:extLst>
          </p:cNvPr>
          <p:cNvPicPr>
            <a:picLocks noGrp="1" noChangeAspect="1"/>
          </p:cNvPicPr>
          <p:nvPr>
            <p:ph idx="1"/>
          </p:nvPr>
        </p:nvPicPr>
        <p:blipFill>
          <a:blip r:embed="rId2"/>
          <a:stretch>
            <a:fillRect/>
          </a:stretch>
        </p:blipFill>
        <p:spPr>
          <a:xfrm>
            <a:off x="6178164" y="2042919"/>
            <a:ext cx="5525271" cy="4029637"/>
          </a:xfrm>
        </p:spPr>
      </p:pic>
      <p:pic>
        <p:nvPicPr>
          <p:cNvPr id="9" name="圖片 8">
            <a:extLst>
              <a:ext uri="{FF2B5EF4-FFF2-40B4-BE49-F238E27FC236}">
                <a16:creationId xmlns:a16="http://schemas.microsoft.com/office/drawing/2014/main" id="{B97B3BD1-9934-2645-8695-6095C67A31CB}"/>
              </a:ext>
            </a:extLst>
          </p:cNvPr>
          <p:cNvPicPr>
            <a:picLocks noChangeAspect="1"/>
          </p:cNvPicPr>
          <p:nvPr/>
        </p:nvPicPr>
        <p:blipFill>
          <a:blip r:embed="rId3"/>
          <a:stretch>
            <a:fillRect/>
          </a:stretch>
        </p:blipFill>
        <p:spPr>
          <a:xfrm>
            <a:off x="838200" y="2164559"/>
            <a:ext cx="5525272" cy="1105054"/>
          </a:xfrm>
          <a:prstGeom prst="rect">
            <a:avLst/>
          </a:prstGeom>
        </p:spPr>
      </p:pic>
      <p:pic>
        <p:nvPicPr>
          <p:cNvPr id="11" name="圖片 10">
            <a:extLst>
              <a:ext uri="{FF2B5EF4-FFF2-40B4-BE49-F238E27FC236}">
                <a16:creationId xmlns:a16="http://schemas.microsoft.com/office/drawing/2014/main" id="{4AD15F95-CDC2-D59A-4389-D1866E0AA495}"/>
              </a:ext>
            </a:extLst>
          </p:cNvPr>
          <p:cNvPicPr>
            <a:picLocks noChangeAspect="1"/>
          </p:cNvPicPr>
          <p:nvPr/>
        </p:nvPicPr>
        <p:blipFill>
          <a:blip r:embed="rId4"/>
          <a:stretch>
            <a:fillRect/>
          </a:stretch>
        </p:blipFill>
        <p:spPr>
          <a:xfrm>
            <a:off x="959889" y="3429000"/>
            <a:ext cx="5096586" cy="695422"/>
          </a:xfrm>
          <a:prstGeom prst="rect">
            <a:avLst/>
          </a:prstGeom>
        </p:spPr>
      </p:pic>
    </p:spTree>
    <p:extLst>
      <p:ext uri="{BB962C8B-B14F-4D97-AF65-F5344CB8AC3E}">
        <p14:creationId xmlns:p14="http://schemas.microsoft.com/office/powerpoint/2010/main" val="64270489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12F80A-2D8E-CD33-1C57-E390F3F93747}"/>
              </a:ext>
            </a:extLst>
          </p:cNvPr>
          <p:cNvSpPr>
            <a:spLocks noGrp="1"/>
          </p:cNvSpPr>
          <p:nvPr>
            <p:ph type="title"/>
          </p:nvPr>
        </p:nvSpPr>
        <p:spPr/>
        <p:txBody>
          <a:bodyPr/>
          <a:lstStyle/>
          <a:p>
            <a:endParaRPr lang="zh-TW" altLang="en-US" dirty="0"/>
          </a:p>
        </p:txBody>
      </p:sp>
      <p:pic>
        <p:nvPicPr>
          <p:cNvPr id="5" name="內容版面配置區 4">
            <a:extLst>
              <a:ext uri="{FF2B5EF4-FFF2-40B4-BE49-F238E27FC236}">
                <a16:creationId xmlns:a16="http://schemas.microsoft.com/office/drawing/2014/main" id="{7B20064C-25FE-0E1F-1443-9AE2DCC507E9}"/>
              </a:ext>
            </a:extLst>
          </p:cNvPr>
          <p:cNvPicPr>
            <a:picLocks noGrp="1" noChangeAspect="1"/>
          </p:cNvPicPr>
          <p:nvPr>
            <p:ph idx="1"/>
          </p:nvPr>
        </p:nvPicPr>
        <p:blipFill>
          <a:blip r:embed="rId3"/>
          <a:stretch>
            <a:fillRect/>
          </a:stretch>
        </p:blipFill>
        <p:spPr>
          <a:xfrm>
            <a:off x="215480" y="518247"/>
            <a:ext cx="6220693" cy="1019317"/>
          </a:xfrm>
        </p:spPr>
      </p:pic>
      <p:graphicFrame>
        <p:nvGraphicFramePr>
          <p:cNvPr id="7" name="表格 7">
            <a:extLst>
              <a:ext uri="{FF2B5EF4-FFF2-40B4-BE49-F238E27FC236}">
                <a16:creationId xmlns:a16="http://schemas.microsoft.com/office/drawing/2014/main" id="{A5BB612D-015C-2AE4-C301-295F4F32D919}"/>
              </a:ext>
            </a:extLst>
          </p:cNvPr>
          <p:cNvGraphicFramePr>
            <a:graphicFrameLocks noGrp="1"/>
          </p:cNvGraphicFramePr>
          <p:nvPr>
            <p:extLst>
              <p:ext uri="{D42A27DB-BD31-4B8C-83A1-F6EECF244321}">
                <p14:modId xmlns:p14="http://schemas.microsoft.com/office/powerpoint/2010/main" val="3251889483"/>
              </p:ext>
            </p:extLst>
          </p:nvPr>
        </p:nvGraphicFramePr>
        <p:xfrm>
          <a:off x="215480" y="1943806"/>
          <a:ext cx="8128000" cy="74168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445538760"/>
                    </a:ext>
                  </a:extLst>
                </a:gridCol>
                <a:gridCol w="812800">
                  <a:extLst>
                    <a:ext uri="{9D8B030D-6E8A-4147-A177-3AD203B41FA5}">
                      <a16:colId xmlns:a16="http://schemas.microsoft.com/office/drawing/2014/main" val="2051408813"/>
                    </a:ext>
                  </a:extLst>
                </a:gridCol>
                <a:gridCol w="812800">
                  <a:extLst>
                    <a:ext uri="{9D8B030D-6E8A-4147-A177-3AD203B41FA5}">
                      <a16:colId xmlns:a16="http://schemas.microsoft.com/office/drawing/2014/main" val="3994668021"/>
                    </a:ext>
                  </a:extLst>
                </a:gridCol>
                <a:gridCol w="812800">
                  <a:extLst>
                    <a:ext uri="{9D8B030D-6E8A-4147-A177-3AD203B41FA5}">
                      <a16:colId xmlns:a16="http://schemas.microsoft.com/office/drawing/2014/main" val="2571844331"/>
                    </a:ext>
                  </a:extLst>
                </a:gridCol>
                <a:gridCol w="812800">
                  <a:extLst>
                    <a:ext uri="{9D8B030D-6E8A-4147-A177-3AD203B41FA5}">
                      <a16:colId xmlns:a16="http://schemas.microsoft.com/office/drawing/2014/main" val="1589431557"/>
                    </a:ext>
                  </a:extLst>
                </a:gridCol>
                <a:gridCol w="812800">
                  <a:extLst>
                    <a:ext uri="{9D8B030D-6E8A-4147-A177-3AD203B41FA5}">
                      <a16:colId xmlns:a16="http://schemas.microsoft.com/office/drawing/2014/main" val="908128789"/>
                    </a:ext>
                  </a:extLst>
                </a:gridCol>
                <a:gridCol w="812800">
                  <a:extLst>
                    <a:ext uri="{9D8B030D-6E8A-4147-A177-3AD203B41FA5}">
                      <a16:colId xmlns:a16="http://schemas.microsoft.com/office/drawing/2014/main" val="351719851"/>
                    </a:ext>
                  </a:extLst>
                </a:gridCol>
                <a:gridCol w="812800">
                  <a:extLst>
                    <a:ext uri="{9D8B030D-6E8A-4147-A177-3AD203B41FA5}">
                      <a16:colId xmlns:a16="http://schemas.microsoft.com/office/drawing/2014/main" val="490042077"/>
                    </a:ext>
                  </a:extLst>
                </a:gridCol>
                <a:gridCol w="812800">
                  <a:extLst>
                    <a:ext uri="{9D8B030D-6E8A-4147-A177-3AD203B41FA5}">
                      <a16:colId xmlns:a16="http://schemas.microsoft.com/office/drawing/2014/main" val="1753810248"/>
                    </a:ext>
                  </a:extLst>
                </a:gridCol>
                <a:gridCol w="812800">
                  <a:extLst>
                    <a:ext uri="{9D8B030D-6E8A-4147-A177-3AD203B41FA5}">
                      <a16:colId xmlns:a16="http://schemas.microsoft.com/office/drawing/2014/main" val="389667525"/>
                    </a:ext>
                  </a:extLst>
                </a:gridCol>
              </a:tblGrid>
              <a:tr h="370840">
                <a:tc>
                  <a:txBody>
                    <a:bodyPr/>
                    <a:lstStyle/>
                    <a:p>
                      <a:r>
                        <a:rPr lang="en-US" altLang="zh-TW" dirty="0">
                          <a:solidFill>
                            <a:schemeClr val="tx1"/>
                          </a:solidFill>
                        </a:rPr>
                        <a:t>1</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2</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3</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4</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5</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6</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7</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8</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9</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10</a:t>
                      </a:r>
                      <a:endParaRPr lang="zh-TW" altLang="en-US" dirty="0">
                        <a:solidFill>
                          <a:schemeClr val="tx1"/>
                        </a:solidFill>
                      </a:endParaRPr>
                    </a:p>
                  </a:txBody>
                  <a:tcPr>
                    <a:solidFill>
                      <a:schemeClr val="bg2"/>
                    </a:solidFill>
                  </a:tcPr>
                </a:tc>
                <a:extLst>
                  <a:ext uri="{0D108BD9-81ED-4DB2-BD59-A6C34878D82A}">
                    <a16:rowId xmlns:a16="http://schemas.microsoft.com/office/drawing/2014/main" val="3345832709"/>
                  </a:ext>
                </a:extLst>
              </a:tr>
              <a:tr h="370840">
                <a:tc>
                  <a:txBody>
                    <a:bodyPr/>
                    <a:lstStyle/>
                    <a:p>
                      <a:r>
                        <a:rPr lang="en-US" altLang="zh-TW" dirty="0">
                          <a:solidFill>
                            <a:srgbClr val="FF0000"/>
                          </a:solidFill>
                        </a:rPr>
                        <a:t>13</a:t>
                      </a:r>
                      <a:endParaRPr lang="zh-TW" altLang="en-US" dirty="0">
                        <a:solidFill>
                          <a:srgbClr val="FF0000"/>
                        </a:solidFill>
                      </a:endParaRPr>
                    </a:p>
                  </a:txBody>
                  <a:tcPr>
                    <a:solidFill>
                      <a:schemeClr val="bg2"/>
                    </a:solidFill>
                  </a:tcPr>
                </a:tc>
                <a:tc>
                  <a:txBody>
                    <a:bodyPr/>
                    <a:lstStyle/>
                    <a:p>
                      <a:r>
                        <a:rPr lang="en-US" altLang="zh-TW" dirty="0">
                          <a:solidFill>
                            <a:srgbClr val="FF0000"/>
                          </a:solidFill>
                        </a:rPr>
                        <a:t>16.6</a:t>
                      </a:r>
                      <a:endParaRPr lang="zh-TW" altLang="en-US" dirty="0">
                        <a:solidFill>
                          <a:srgbClr val="FF0000"/>
                        </a:solidFill>
                      </a:endParaRPr>
                    </a:p>
                  </a:txBody>
                  <a:tcPr>
                    <a:solidFill>
                      <a:schemeClr val="bg2"/>
                    </a:solidFill>
                  </a:tcPr>
                </a:tc>
                <a:tc>
                  <a:txBody>
                    <a:bodyPr/>
                    <a:lstStyle/>
                    <a:p>
                      <a:r>
                        <a:rPr lang="en-US" altLang="zh-TW" dirty="0">
                          <a:solidFill>
                            <a:srgbClr val="FF0000"/>
                          </a:solidFill>
                        </a:rPr>
                        <a:t>14.3</a:t>
                      </a:r>
                      <a:endParaRPr lang="zh-TW" altLang="en-US" dirty="0">
                        <a:solidFill>
                          <a:srgbClr val="FF0000"/>
                        </a:solidFill>
                      </a:endParaRPr>
                    </a:p>
                  </a:txBody>
                  <a:tcPr>
                    <a:solidFill>
                      <a:schemeClr val="bg2"/>
                    </a:solidFill>
                  </a:tcPr>
                </a:tc>
                <a:tc>
                  <a:txBody>
                    <a:bodyPr/>
                    <a:lstStyle/>
                    <a:p>
                      <a:r>
                        <a:rPr lang="en-US" altLang="zh-TW" dirty="0">
                          <a:solidFill>
                            <a:schemeClr val="tx1"/>
                          </a:solidFill>
                        </a:rPr>
                        <a:t>12.6</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11.6</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12.6</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11</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10</a:t>
                      </a:r>
                      <a:endParaRPr lang="zh-TW" altLang="en-US" dirty="0">
                        <a:solidFill>
                          <a:schemeClr val="tx1"/>
                        </a:solidFill>
                      </a:endParaRPr>
                    </a:p>
                  </a:txBody>
                  <a:tcPr>
                    <a:solidFill>
                      <a:schemeClr val="bg2"/>
                    </a:solidFill>
                  </a:tcPr>
                </a:tc>
                <a:tc>
                  <a:txBody>
                    <a:bodyPr/>
                    <a:lstStyle/>
                    <a:p>
                      <a:r>
                        <a:rPr lang="en-US" altLang="zh-TW" dirty="0">
                          <a:solidFill>
                            <a:srgbClr val="FF0000"/>
                          </a:solidFill>
                        </a:rPr>
                        <a:t>16.6</a:t>
                      </a:r>
                      <a:endParaRPr lang="zh-TW" altLang="en-US" dirty="0">
                        <a:solidFill>
                          <a:srgbClr val="FF0000"/>
                        </a:solidFill>
                      </a:endParaRPr>
                    </a:p>
                  </a:txBody>
                  <a:tcPr>
                    <a:solidFill>
                      <a:schemeClr val="bg2"/>
                    </a:solidFill>
                  </a:tcPr>
                </a:tc>
                <a:tc>
                  <a:txBody>
                    <a:bodyPr/>
                    <a:lstStyle/>
                    <a:p>
                      <a:r>
                        <a:rPr lang="en-US" altLang="zh-TW" dirty="0">
                          <a:solidFill>
                            <a:srgbClr val="FF0000"/>
                          </a:solidFill>
                        </a:rPr>
                        <a:t>14.67</a:t>
                      </a:r>
                      <a:endParaRPr lang="zh-TW" altLang="en-US" dirty="0">
                        <a:solidFill>
                          <a:srgbClr val="FF0000"/>
                        </a:solidFill>
                      </a:endParaRPr>
                    </a:p>
                  </a:txBody>
                  <a:tcPr>
                    <a:solidFill>
                      <a:schemeClr val="bg2"/>
                    </a:solidFill>
                  </a:tcPr>
                </a:tc>
                <a:extLst>
                  <a:ext uri="{0D108BD9-81ED-4DB2-BD59-A6C34878D82A}">
                    <a16:rowId xmlns:a16="http://schemas.microsoft.com/office/drawing/2014/main" val="1234136790"/>
                  </a:ext>
                </a:extLst>
              </a:tr>
            </a:tbl>
          </a:graphicData>
        </a:graphic>
      </p:graphicFrame>
      <p:pic>
        <p:nvPicPr>
          <p:cNvPr id="9" name="圖片 8">
            <a:extLst>
              <a:ext uri="{FF2B5EF4-FFF2-40B4-BE49-F238E27FC236}">
                <a16:creationId xmlns:a16="http://schemas.microsoft.com/office/drawing/2014/main" id="{215F0BE0-E883-F4E5-A628-C551B2C1F5B8}"/>
              </a:ext>
            </a:extLst>
          </p:cNvPr>
          <p:cNvPicPr>
            <a:picLocks noChangeAspect="1"/>
          </p:cNvPicPr>
          <p:nvPr/>
        </p:nvPicPr>
        <p:blipFill>
          <a:blip r:embed="rId4"/>
          <a:stretch>
            <a:fillRect/>
          </a:stretch>
        </p:blipFill>
        <p:spPr>
          <a:xfrm>
            <a:off x="8966200" y="525884"/>
            <a:ext cx="3010320" cy="4067743"/>
          </a:xfrm>
          <a:prstGeom prst="rect">
            <a:avLst/>
          </a:prstGeom>
        </p:spPr>
      </p:pic>
      <p:pic>
        <p:nvPicPr>
          <p:cNvPr id="10" name="圖片 9">
            <a:extLst>
              <a:ext uri="{FF2B5EF4-FFF2-40B4-BE49-F238E27FC236}">
                <a16:creationId xmlns:a16="http://schemas.microsoft.com/office/drawing/2014/main" id="{BDC1E1C8-F01A-793C-2CFB-6B1F873FBFE3}"/>
              </a:ext>
            </a:extLst>
          </p:cNvPr>
          <p:cNvPicPr>
            <a:picLocks noChangeAspect="1"/>
          </p:cNvPicPr>
          <p:nvPr/>
        </p:nvPicPr>
        <p:blipFill>
          <a:blip r:embed="rId5"/>
          <a:stretch>
            <a:fillRect/>
          </a:stretch>
        </p:blipFill>
        <p:spPr>
          <a:xfrm>
            <a:off x="360514" y="2828195"/>
            <a:ext cx="5529551" cy="4029805"/>
          </a:xfrm>
          <a:prstGeom prst="rect">
            <a:avLst/>
          </a:prstGeom>
        </p:spPr>
      </p:pic>
    </p:spTree>
    <p:extLst>
      <p:ext uri="{BB962C8B-B14F-4D97-AF65-F5344CB8AC3E}">
        <p14:creationId xmlns:p14="http://schemas.microsoft.com/office/powerpoint/2010/main" val="101997133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951BCBD7-B3D4-EED4-29A2-8C46F10811EE}"/>
              </a:ext>
            </a:extLst>
          </p:cNvPr>
          <p:cNvPicPr>
            <a:picLocks noGrp="1" noChangeAspect="1"/>
          </p:cNvPicPr>
          <p:nvPr>
            <p:ph idx="1"/>
          </p:nvPr>
        </p:nvPicPr>
        <p:blipFill>
          <a:blip r:embed="rId3"/>
          <a:stretch>
            <a:fillRect/>
          </a:stretch>
        </p:blipFill>
        <p:spPr>
          <a:xfrm>
            <a:off x="6096000" y="0"/>
            <a:ext cx="3191320" cy="1209844"/>
          </a:xfrm>
        </p:spPr>
      </p:pic>
      <p:pic>
        <p:nvPicPr>
          <p:cNvPr id="7" name="圖片 6">
            <a:extLst>
              <a:ext uri="{FF2B5EF4-FFF2-40B4-BE49-F238E27FC236}">
                <a16:creationId xmlns:a16="http://schemas.microsoft.com/office/drawing/2014/main" id="{534BEBE9-74C0-8F89-7B7A-F13763A5AD75}"/>
              </a:ext>
            </a:extLst>
          </p:cNvPr>
          <p:cNvPicPr>
            <a:picLocks noChangeAspect="1"/>
          </p:cNvPicPr>
          <p:nvPr/>
        </p:nvPicPr>
        <p:blipFill>
          <a:blip r:embed="rId4"/>
          <a:stretch>
            <a:fillRect/>
          </a:stretch>
        </p:blipFill>
        <p:spPr>
          <a:xfrm>
            <a:off x="990984" y="1688970"/>
            <a:ext cx="7004727" cy="4404423"/>
          </a:xfrm>
          <a:prstGeom prst="rect">
            <a:avLst/>
          </a:prstGeom>
        </p:spPr>
      </p:pic>
      <p:pic>
        <p:nvPicPr>
          <p:cNvPr id="8" name="圖片 7">
            <a:extLst>
              <a:ext uri="{FF2B5EF4-FFF2-40B4-BE49-F238E27FC236}">
                <a16:creationId xmlns:a16="http://schemas.microsoft.com/office/drawing/2014/main" id="{8FBDCEA4-398C-675F-38EE-306C9CD5FDD6}"/>
              </a:ext>
            </a:extLst>
          </p:cNvPr>
          <p:cNvPicPr>
            <a:picLocks noChangeAspect="1"/>
          </p:cNvPicPr>
          <p:nvPr/>
        </p:nvPicPr>
        <p:blipFill>
          <a:blip r:embed="rId5"/>
          <a:stretch>
            <a:fillRect/>
          </a:stretch>
        </p:blipFill>
        <p:spPr>
          <a:xfrm>
            <a:off x="9381067" y="0"/>
            <a:ext cx="2810933" cy="3809164"/>
          </a:xfrm>
          <a:prstGeom prst="rect">
            <a:avLst/>
          </a:prstGeom>
        </p:spPr>
      </p:pic>
      <p:graphicFrame>
        <p:nvGraphicFramePr>
          <p:cNvPr id="9" name="表格 9">
            <a:extLst>
              <a:ext uri="{FF2B5EF4-FFF2-40B4-BE49-F238E27FC236}">
                <a16:creationId xmlns:a16="http://schemas.microsoft.com/office/drawing/2014/main" id="{8ADB3566-433D-21DC-26FC-00377DD4B648}"/>
              </a:ext>
            </a:extLst>
          </p:cNvPr>
          <p:cNvGraphicFramePr>
            <a:graphicFrameLocks noGrp="1"/>
          </p:cNvGraphicFramePr>
          <p:nvPr>
            <p:extLst>
              <p:ext uri="{D42A27DB-BD31-4B8C-83A1-F6EECF244321}">
                <p14:modId xmlns:p14="http://schemas.microsoft.com/office/powerpoint/2010/main" val="1517933641"/>
              </p:ext>
            </p:extLst>
          </p:nvPr>
        </p:nvGraphicFramePr>
        <p:xfrm>
          <a:off x="7562279" y="1952280"/>
          <a:ext cx="1837601" cy="4023360"/>
        </p:xfrm>
        <a:graphic>
          <a:graphicData uri="http://schemas.openxmlformats.org/drawingml/2006/table">
            <a:tbl>
              <a:tblPr firstRow="1" bandRow="1">
                <a:tableStyleId>{5C22544A-7EE6-4342-B048-85BDC9FD1C3A}</a:tableStyleId>
              </a:tblPr>
              <a:tblGrid>
                <a:gridCol w="640172">
                  <a:extLst>
                    <a:ext uri="{9D8B030D-6E8A-4147-A177-3AD203B41FA5}">
                      <a16:colId xmlns:a16="http://schemas.microsoft.com/office/drawing/2014/main" val="961437179"/>
                    </a:ext>
                  </a:extLst>
                </a:gridCol>
                <a:gridCol w="576943">
                  <a:extLst>
                    <a:ext uri="{9D8B030D-6E8A-4147-A177-3AD203B41FA5}">
                      <a16:colId xmlns:a16="http://schemas.microsoft.com/office/drawing/2014/main" val="2567079854"/>
                    </a:ext>
                  </a:extLst>
                </a:gridCol>
                <a:gridCol w="620486">
                  <a:extLst>
                    <a:ext uri="{9D8B030D-6E8A-4147-A177-3AD203B41FA5}">
                      <a16:colId xmlns:a16="http://schemas.microsoft.com/office/drawing/2014/main" val="1426822036"/>
                    </a:ext>
                  </a:extLst>
                </a:gridCol>
              </a:tblGrid>
              <a:tr h="363451">
                <a:tc>
                  <a:txBody>
                    <a:bodyPr/>
                    <a:lstStyle/>
                    <a:p>
                      <a:r>
                        <a:rPr lang="en-US" altLang="zh-TW" dirty="0">
                          <a:solidFill>
                            <a:schemeClr val="tx1"/>
                          </a:solidFill>
                        </a:rPr>
                        <a:t>RB</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RCB</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RB</a:t>
                      </a:r>
                      <a:endParaRPr lang="zh-TW" altLang="en-US" dirty="0">
                        <a:solidFill>
                          <a:schemeClr val="tx1"/>
                        </a:solidFill>
                      </a:endParaRPr>
                    </a:p>
                  </a:txBody>
                  <a:tcPr>
                    <a:solidFill>
                      <a:schemeClr val="bg2"/>
                    </a:solidFill>
                  </a:tcPr>
                </a:tc>
                <a:extLst>
                  <a:ext uri="{0D108BD9-81ED-4DB2-BD59-A6C34878D82A}">
                    <a16:rowId xmlns:a16="http://schemas.microsoft.com/office/drawing/2014/main" val="2319692176"/>
                  </a:ext>
                </a:extLst>
              </a:tr>
              <a:tr h="363451">
                <a:tc>
                  <a:txBody>
                    <a:bodyPr/>
                    <a:lstStyle/>
                    <a:p>
                      <a:r>
                        <a:rPr lang="en-US" altLang="zh-TW" dirty="0">
                          <a:solidFill>
                            <a:schemeClr val="tx1"/>
                          </a:solidFill>
                        </a:rPr>
                        <a:t>500</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371</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473</a:t>
                      </a:r>
                      <a:endParaRPr lang="zh-TW" altLang="en-US" dirty="0">
                        <a:solidFill>
                          <a:schemeClr val="tx1"/>
                        </a:solidFill>
                      </a:endParaRPr>
                    </a:p>
                  </a:txBody>
                  <a:tcPr>
                    <a:solidFill>
                      <a:schemeClr val="bg2"/>
                    </a:solidFill>
                  </a:tcPr>
                </a:tc>
                <a:extLst>
                  <a:ext uri="{0D108BD9-81ED-4DB2-BD59-A6C34878D82A}">
                    <a16:rowId xmlns:a16="http://schemas.microsoft.com/office/drawing/2014/main" val="1644616530"/>
                  </a:ext>
                </a:extLst>
              </a:tr>
              <a:tr h="3634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473</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314</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396</a:t>
                      </a:r>
                      <a:endParaRPr lang="zh-TW" altLang="en-US" dirty="0">
                        <a:solidFill>
                          <a:schemeClr val="tx1"/>
                        </a:solidFill>
                      </a:endParaRPr>
                    </a:p>
                  </a:txBody>
                  <a:tcPr>
                    <a:solidFill>
                      <a:schemeClr val="bg2"/>
                    </a:solidFill>
                  </a:tcPr>
                </a:tc>
                <a:extLst>
                  <a:ext uri="{0D108BD9-81ED-4DB2-BD59-A6C34878D82A}">
                    <a16:rowId xmlns:a16="http://schemas.microsoft.com/office/drawing/2014/main" val="3326248649"/>
                  </a:ext>
                </a:extLst>
              </a:tr>
              <a:tr h="363451">
                <a:tc>
                  <a:txBody>
                    <a:bodyPr/>
                    <a:lstStyle/>
                    <a:p>
                      <a:r>
                        <a:rPr lang="en-US" altLang="zh-TW" dirty="0">
                          <a:solidFill>
                            <a:schemeClr val="tx1"/>
                          </a:solidFill>
                        </a:rPr>
                        <a:t>396</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274</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356</a:t>
                      </a:r>
                      <a:endParaRPr lang="zh-TW" altLang="en-US" dirty="0">
                        <a:solidFill>
                          <a:schemeClr val="tx1"/>
                        </a:solidFill>
                      </a:endParaRPr>
                    </a:p>
                  </a:txBody>
                  <a:tcPr>
                    <a:solidFill>
                      <a:schemeClr val="bg2"/>
                    </a:solidFill>
                  </a:tcPr>
                </a:tc>
                <a:extLst>
                  <a:ext uri="{0D108BD9-81ED-4DB2-BD59-A6C34878D82A}">
                    <a16:rowId xmlns:a16="http://schemas.microsoft.com/office/drawing/2014/main" val="3445125354"/>
                  </a:ext>
                </a:extLst>
              </a:tr>
              <a:tr h="3634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356</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220</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265</a:t>
                      </a:r>
                      <a:endParaRPr lang="zh-TW" altLang="en-US" dirty="0">
                        <a:solidFill>
                          <a:schemeClr val="tx1"/>
                        </a:solidFill>
                      </a:endParaRPr>
                    </a:p>
                  </a:txBody>
                  <a:tcPr>
                    <a:solidFill>
                      <a:schemeClr val="bg2"/>
                    </a:solidFill>
                  </a:tcPr>
                </a:tc>
                <a:extLst>
                  <a:ext uri="{0D108BD9-81ED-4DB2-BD59-A6C34878D82A}">
                    <a16:rowId xmlns:a16="http://schemas.microsoft.com/office/drawing/2014/main" val="2055342606"/>
                  </a:ext>
                </a:extLst>
              </a:tr>
              <a:tr h="3634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265</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190</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235</a:t>
                      </a:r>
                      <a:endParaRPr lang="zh-TW" altLang="en-US" dirty="0">
                        <a:solidFill>
                          <a:schemeClr val="tx1"/>
                        </a:solidFill>
                      </a:endParaRPr>
                    </a:p>
                  </a:txBody>
                  <a:tcPr>
                    <a:solidFill>
                      <a:schemeClr val="bg2"/>
                    </a:solidFill>
                  </a:tcPr>
                </a:tc>
                <a:extLst>
                  <a:ext uri="{0D108BD9-81ED-4DB2-BD59-A6C34878D82A}">
                    <a16:rowId xmlns:a16="http://schemas.microsoft.com/office/drawing/2014/main" val="1716796753"/>
                  </a:ext>
                </a:extLst>
              </a:tr>
              <a:tr h="363451">
                <a:tc>
                  <a:txBody>
                    <a:bodyPr/>
                    <a:lstStyle/>
                    <a:p>
                      <a:r>
                        <a:rPr lang="en-US" altLang="zh-TW" dirty="0">
                          <a:solidFill>
                            <a:schemeClr val="tx1"/>
                          </a:solidFill>
                        </a:rPr>
                        <a:t>235</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163</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208</a:t>
                      </a:r>
                      <a:endParaRPr lang="zh-TW" altLang="en-US" dirty="0">
                        <a:solidFill>
                          <a:schemeClr val="tx1"/>
                        </a:solidFill>
                      </a:endParaRPr>
                    </a:p>
                  </a:txBody>
                  <a:tcPr>
                    <a:solidFill>
                      <a:schemeClr val="bg2"/>
                    </a:solidFill>
                  </a:tcPr>
                </a:tc>
                <a:extLst>
                  <a:ext uri="{0D108BD9-81ED-4DB2-BD59-A6C34878D82A}">
                    <a16:rowId xmlns:a16="http://schemas.microsoft.com/office/drawing/2014/main" val="3708514439"/>
                  </a:ext>
                </a:extLst>
              </a:tr>
              <a:tr h="363451">
                <a:tc>
                  <a:txBody>
                    <a:bodyPr/>
                    <a:lstStyle/>
                    <a:p>
                      <a:r>
                        <a:rPr lang="en-US" altLang="zh-TW" dirty="0">
                          <a:solidFill>
                            <a:schemeClr val="tx1"/>
                          </a:solidFill>
                        </a:rPr>
                        <a:t>208</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103</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148</a:t>
                      </a:r>
                      <a:endParaRPr lang="zh-TW" altLang="en-US" dirty="0">
                        <a:solidFill>
                          <a:schemeClr val="tx1"/>
                        </a:solidFill>
                      </a:endParaRPr>
                    </a:p>
                  </a:txBody>
                  <a:tcPr>
                    <a:solidFill>
                      <a:schemeClr val="bg2"/>
                    </a:solidFill>
                  </a:tcPr>
                </a:tc>
                <a:extLst>
                  <a:ext uri="{0D108BD9-81ED-4DB2-BD59-A6C34878D82A}">
                    <a16:rowId xmlns:a16="http://schemas.microsoft.com/office/drawing/2014/main" val="2250461038"/>
                  </a:ext>
                </a:extLst>
              </a:tr>
              <a:tr h="363451">
                <a:tc>
                  <a:txBody>
                    <a:bodyPr/>
                    <a:lstStyle/>
                    <a:p>
                      <a:r>
                        <a:rPr lang="en-US" altLang="zh-TW" dirty="0">
                          <a:solidFill>
                            <a:schemeClr val="tx1"/>
                          </a:solidFill>
                        </a:rPr>
                        <a:t>148</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70</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115</a:t>
                      </a:r>
                      <a:endParaRPr lang="zh-TW" altLang="en-US" dirty="0">
                        <a:solidFill>
                          <a:schemeClr val="tx1"/>
                        </a:solidFill>
                      </a:endParaRPr>
                    </a:p>
                  </a:txBody>
                  <a:tcPr>
                    <a:solidFill>
                      <a:schemeClr val="bg2"/>
                    </a:solidFill>
                  </a:tcPr>
                </a:tc>
                <a:extLst>
                  <a:ext uri="{0D108BD9-81ED-4DB2-BD59-A6C34878D82A}">
                    <a16:rowId xmlns:a16="http://schemas.microsoft.com/office/drawing/2014/main" val="1630374372"/>
                  </a:ext>
                </a:extLst>
              </a:tr>
              <a:tr h="363451">
                <a:tc>
                  <a:txBody>
                    <a:bodyPr/>
                    <a:lstStyle/>
                    <a:p>
                      <a:r>
                        <a:rPr lang="en-US" altLang="zh-TW" dirty="0">
                          <a:solidFill>
                            <a:schemeClr val="tx1"/>
                          </a:solidFill>
                        </a:rPr>
                        <a:t>115</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35</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80</a:t>
                      </a:r>
                      <a:endParaRPr lang="zh-TW" altLang="en-US" dirty="0">
                        <a:solidFill>
                          <a:schemeClr val="tx1"/>
                        </a:solidFill>
                      </a:endParaRPr>
                    </a:p>
                  </a:txBody>
                  <a:tcPr>
                    <a:solidFill>
                      <a:schemeClr val="bg2"/>
                    </a:solidFill>
                  </a:tcPr>
                </a:tc>
                <a:extLst>
                  <a:ext uri="{0D108BD9-81ED-4DB2-BD59-A6C34878D82A}">
                    <a16:rowId xmlns:a16="http://schemas.microsoft.com/office/drawing/2014/main" val="4204682546"/>
                  </a:ext>
                </a:extLst>
              </a:tr>
              <a:tr h="363451">
                <a:tc>
                  <a:txBody>
                    <a:bodyPr/>
                    <a:lstStyle/>
                    <a:p>
                      <a:r>
                        <a:rPr lang="en-US" altLang="zh-TW" dirty="0">
                          <a:solidFill>
                            <a:schemeClr val="tx1"/>
                          </a:solidFill>
                        </a:rPr>
                        <a:t>80</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0</a:t>
                      </a:r>
                      <a:endParaRPr lang="zh-TW" altLang="en-US" dirty="0">
                        <a:solidFill>
                          <a:schemeClr val="tx1"/>
                        </a:solidFill>
                      </a:endParaRPr>
                    </a:p>
                  </a:txBody>
                  <a:tcPr>
                    <a:solidFill>
                      <a:schemeClr val="bg2"/>
                    </a:solidFill>
                  </a:tcPr>
                </a:tc>
                <a:tc>
                  <a:txBody>
                    <a:bodyPr/>
                    <a:lstStyle/>
                    <a:p>
                      <a:r>
                        <a:rPr lang="en-US" altLang="zh-TW" dirty="0">
                          <a:solidFill>
                            <a:schemeClr val="tx1"/>
                          </a:solidFill>
                        </a:rPr>
                        <a:t>45</a:t>
                      </a:r>
                      <a:endParaRPr lang="zh-TW" altLang="en-US" dirty="0">
                        <a:solidFill>
                          <a:schemeClr val="tx1"/>
                        </a:solidFill>
                      </a:endParaRPr>
                    </a:p>
                  </a:txBody>
                  <a:tcPr>
                    <a:solidFill>
                      <a:schemeClr val="bg2"/>
                    </a:solidFill>
                  </a:tcPr>
                </a:tc>
                <a:extLst>
                  <a:ext uri="{0D108BD9-81ED-4DB2-BD59-A6C34878D82A}">
                    <a16:rowId xmlns:a16="http://schemas.microsoft.com/office/drawing/2014/main" val="3658298306"/>
                  </a:ext>
                </a:extLst>
              </a:tr>
            </a:tbl>
          </a:graphicData>
        </a:graphic>
      </p:graphicFrame>
      <mc:AlternateContent xmlns:mc="http://schemas.openxmlformats.org/markup-compatibility/2006" xmlns:p14="http://schemas.microsoft.com/office/powerpoint/2010/main">
        <mc:Choice Requires="p14">
          <p:contentPart p14:bwMode="auto" r:id="rId6">
            <p14:nvContentPartPr>
              <p14:cNvPr id="10" name="筆跡 9">
                <a:extLst>
                  <a:ext uri="{FF2B5EF4-FFF2-40B4-BE49-F238E27FC236}">
                    <a16:creationId xmlns:a16="http://schemas.microsoft.com/office/drawing/2014/main" id="{D018A162-D41A-6354-9A79-69ADCF749B92}"/>
                  </a:ext>
                </a:extLst>
              </p14:cNvPr>
              <p14:cNvContentPartPr/>
              <p14:nvPr/>
            </p14:nvContentPartPr>
            <p14:xfrm>
              <a:off x="152280" y="635040"/>
              <a:ext cx="12014640" cy="5937480"/>
            </p14:xfrm>
          </p:contentPart>
        </mc:Choice>
        <mc:Fallback xmlns="">
          <p:pic>
            <p:nvPicPr>
              <p:cNvPr id="10" name="筆跡 9">
                <a:extLst>
                  <a:ext uri="{FF2B5EF4-FFF2-40B4-BE49-F238E27FC236}">
                    <a16:creationId xmlns:a16="http://schemas.microsoft.com/office/drawing/2014/main" id="{D018A162-D41A-6354-9A79-69ADCF749B92}"/>
                  </a:ext>
                </a:extLst>
              </p:cNvPr>
              <p:cNvPicPr/>
              <p:nvPr/>
            </p:nvPicPr>
            <p:blipFill>
              <a:blip r:embed="rId7"/>
              <a:stretch>
                <a:fillRect/>
              </a:stretch>
            </p:blipFill>
            <p:spPr>
              <a:xfrm>
                <a:off x="142920" y="625680"/>
                <a:ext cx="12033360" cy="5956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筆跡 12">
                <a:extLst>
                  <a:ext uri="{FF2B5EF4-FFF2-40B4-BE49-F238E27FC236}">
                    <a16:creationId xmlns:a16="http://schemas.microsoft.com/office/drawing/2014/main" id="{33E2E68D-660B-0EBC-02FB-19DA3760071B}"/>
                  </a:ext>
                </a:extLst>
              </p14:cNvPr>
              <p14:cNvContentPartPr/>
              <p14:nvPr/>
            </p14:nvContentPartPr>
            <p14:xfrm>
              <a:off x="6480" y="3390840"/>
              <a:ext cx="546480" cy="3200760"/>
            </p14:xfrm>
          </p:contentPart>
        </mc:Choice>
        <mc:Fallback xmlns="">
          <p:pic>
            <p:nvPicPr>
              <p:cNvPr id="13" name="筆跡 12">
                <a:extLst>
                  <a:ext uri="{FF2B5EF4-FFF2-40B4-BE49-F238E27FC236}">
                    <a16:creationId xmlns:a16="http://schemas.microsoft.com/office/drawing/2014/main" id="{33E2E68D-660B-0EBC-02FB-19DA3760071B}"/>
                  </a:ext>
                </a:extLst>
              </p:cNvPr>
              <p:cNvPicPr/>
              <p:nvPr/>
            </p:nvPicPr>
            <p:blipFill>
              <a:blip r:embed="rId9"/>
              <a:stretch>
                <a:fillRect/>
              </a:stretch>
            </p:blipFill>
            <p:spPr>
              <a:xfrm>
                <a:off x="-2880" y="3381480"/>
                <a:ext cx="565200" cy="3219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筆跡 13">
                <a:extLst>
                  <a:ext uri="{FF2B5EF4-FFF2-40B4-BE49-F238E27FC236}">
                    <a16:creationId xmlns:a16="http://schemas.microsoft.com/office/drawing/2014/main" id="{61A252F4-C77B-CA08-3538-DEA55D6BF848}"/>
                  </a:ext>
                </a:extLst>
              </p14:cNvPr>
              <p14:cNvContentPartPr/>
              <p14:nvPr/>
            </p14:nvContentPartPr>
            <p14:xfrm>
              <a:off x="108000" y="2685960"/>
              <a:ext cx="375120" cy="3251520"/>
            </p14:xfrm>
          </p:contentPart>
        </mc:Choice>
        <mc:Fallback xmlns="">
          <p:pic>
            <p:nvPicPr>
              <p:cNvPr id="14" name="筆跡 13">
                <a:extLst>
                  <a:ext uri="{FF2B5EF4-FFF2-40B4-BE49-F238E27FC236}">
                    <a16:creationId xmlns:a16="http://schemas.microsoft.com/office/drawing/2014/main" id="{61A252F4-C77B-CA08-3538-DEA55D6BF848}"/>
                  </a:ext>
                </a:extLst>
              </p:cNvPr>
              <p:cNvPicPr/>
              <p:nvPr/>
            </p:nvPicPr>
            <p:blipFill>
              <a:blip r:embed="rId11"/>
              <a:stretch>
                <a:fillRect/>
              </a:stretch>
            </p:blipFill>
            <p:spPr>
              <a:xfrm>
                <a:off x="98640" y="2676600"/>
                <a:ext cx="393840" cy="3270240"/>
              </a:xfrm>
              <a:prstGeom prst="rect">
                <a:avLst/>
              </a:prstGeom>
            </p:spPr>
          </p:pic>
        </mc:Fallback>
      </mc:AlternateContent>
      <p:sp>
        <p:nvSpPr>
          <p:cNvPr id="15" name="文字方塊 14">
            <a:extLst>
              <a:ext uri="{FF2B5EF4-FFF2-40B4-BE49-F238E27FC236}">
                <a16:creationId xmlns:a16="http://schemas.microsoft.com/office/drawing/2014/main" id="{5495E3BA-3C68-BF7B-48F9-F386EC3C50A0}"/>
              </a:ext>
            </a:extLst>
          </p:cNvPr>
          <p:cNvSpPr txBox="1"/>
          <p:nvPr/>
        </p:nvSpPr>
        <p:spPr>
          <a:xfrm>
            <a:off x="295560" y="6222960"/>
            <a:ext cx="3023373" cy="369332"/>
          </a:xfrm>
          <a:prstGeom prst="rect">
            <a:avLst/>
          </a:prstGeom>
          <a:noFill/>
        </p:spPr>
        <p:txBody>
          <a:bodyPr wrap="square" rtlCol="0">
            <a:spAutoFit/>
          </a:bodyPr>
          <a:lstStyle/>
          <a:p>
            <a:r>
              <a:rPr lang="en-US" altLang="zh-TW" dirty="0" err="1"/>
              <a:t>Makespan</a:t>
            </a:r>
            <a:r>
              <a:rPr lang="en-US" altLang="zh-TW" dirty="0"/>
              <a:t>=90   Cost=455</a:t>
            </a:r>
            <a:endParaRPr lang="zh-TW" altLang="en-US" dirty="0"/>
          </a:p>
        </p:txBody>
      </p:sp>
      <p:pic>
        <p:nvPicPr>
          <p:cNvPr id="17" name="圖片 16">
            <a:extLst>
              <a:ext uri="{FF2B5EF4-FFF2-40B4-BE49-F238E27FC236}">
                <a16:creationId xmlns:a16="http://schemas.microsoft.com/office/drawing/2014/main" id="{77665BB5-CE57-4CB5-893D-E6361E5EC470}"/>
              </a:ext>
            </a:extLst>
          </p:cNvPr>
          <p:cNvPicPr>
            <a:picLocks noChangeAspect="1"/>
          </p:cNvPicPr>
          <p:nvPr/>
        </p:nvPicPr>
        <p:blipFill>
          <a:blip r:embed="rId12"/>
          <a:stretch>
            <a:fillRect/>
          </a:stretch>
        </p:blipFill>
        <p:spPr>
          <a:xfrm>
            <a:off x="8429241" y="6358205"/>
            <a:ext cx="3610479" cy="466790"/>
          </a:xfrm>
          <a:prstGeom prst="rect">
            <a:avLst/>
          </a:prstGeom>
        </p:spPr>
      </p:pic>
      <p:sp>
        <p:nvSpPr>
          <p:cNvPr id="18" name="文字方塊 17">
            <a:extLst>
              <a:ext uri="{FF2B5EF4-FFF2-40B4-BE49-F238E27FC236}">
                <a16:creationId xmlns:a16="http://schemas.microsoft.com/office/drawing/2014/main" id="{674E5AED-1D7D-4AB5-1787-F7E730C201A0}"/>
              </a:ext>
            </a:extLst>
          </p:cNvPr>
          <p:cNvSpPr txBox="1"/>
          <p:nvPr/>
        </p:nvSpPr>
        <p:spPr>
          <a:xfrm>
            <a:off x="368229" y="1215455"/>
            <a:ext cx="4034438" cy="461665"/>
          </a:xfrm>
          <a:prstGeom prst="rect">
            <a:avLst/>
          </a:prstGeom>
          <a:noFill/>
        </p:spPr>
        <p:txBody>
          <a:bodyPr wrap="square" rtlCol="0">
            <a:spAutoFit/>
          </a:bodyPr>
          <a:lstStyle/>
          <a:p>
            <a:r>
              <a:rPr lang="en-US" altLang="zh-TW" sz="2400" dirty="0"/>
              <a:t>RB=500  RCB=398   B=0.2</a:t>
            </a:r>
            <a:endParaRPr lang="zh-TW" altLang="en-US" sz="2400" dirty="0"/>
          </a:p>
        </p:txBody>
      </p:sp>
      <mc:AlternateContent xmlns:mc="http://schemas.openxmlformats.org/markup-compatibility/2006" xmlns:p14="http://schemas.microsoft.com/office/powerpoint/2010/main">
        <mc:Choice Requires="p14">
          <p:contentPart p14:bwMode="auto" r:id="rId13">
            <p14:nvContentPartPr>
              <p14:cNvPr id="2" name="筆跡 1">
                <a:extLst>
                  <a:ext uri="{FF2B5EF4-FFF2-40B4-BE49-F238E27FC236}">
                    <a16:creationId xmlns:a16="http://schemas.microsoft.com/office/drawing/2014/main" id="{6EEA5FB3-5F5D-BA86-C45B-E3923A03FD93}"/>
                  </a:ext>
                </a:extLst>
              </p14:cNvPr>
              <p14:cNvContentPartPr/>
              <p14:nvPr/>
            </p14:nvContentPartPr>
            <p14:xfrm>
              <a:off x="10775880" y="5886360"/>
              <a:ext cx="165600" cy="13320"/>
            </p14:xfrm>
          </p:contentPart>
        </mc:Choice>
        <mc:Fallback xmlns="">
          <p:pic>
            <p:nvPicPr>
              <p:cNvPr id="2" name="筆跡 1">
                <a:extLst>
                  <a:ext uri="{FF2B5EF4-FFF2-40B4-BE49-F238E27FC236}">
                    <a16:creationId xmlns:a16="http://schemas.microsoft.com/office/drawing/2014/main" id="{6EEA5FB3-5F5D-BA86-C45B-E3923A03FD93}"/>
                  </a:ext>
                </a:extLst>
              </p:cNvPr>
              <p:cNvPicPr/>
              <p:nvPr/>
            </p:nvPicPr>
            <p:blipFill>
              <a:blip r:embed="rId14"/>
              <a:stretch>
                <a:fillRect/>
              </a:stretch>
            </p:blipFill>
            <p:spPr>
              <a:xfrm>
                <a:off x="10760040" y="5823000"/>
                <a:ext cx="19692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 name="筆跡 2">
                <a:extLst>
                  <a:ext uri="{FF2B5EF4-FFF2-40B4-BE49-F238E27FC236}">
                    <a16:creationId xmlns:a16="http://schemas.microsoft.com/office/drawing/2014/main" id="{4FFDB469-8C3F-0F60-E632-5607089E2A59}"/>
                  </a:ext>
                </a:extLst>
              </p14:cNvPr>
              <p14:cNvContentPartPr/>
              <p14:nvPr/>
            </p14:nvContentPartPr>
            <p14:xfrm>
              <a:off x="10807560" y="5892840"/>
              <a:ext cx="133920" cy="51120"/>
            </p14:xfrm>
          </p:contentPart>
        </mc:Choice>
        <mc:Fallback xmlns="">
          <p:pic>
            <p:nvPicPr>
              <p:cNvPr id="3" name="筆跡 2">
                <a:extLst>
                  <a:ext uri="{FF2B5EF4-FFF2-40B4-BE49-F238E27FC236}">
                    <a16:creationId xmlns:a16="http://schemas.microsoft.com/office/drawing/2014/main" id="{4FFDB469-8C3F-0F60-E632-5607089E2A59}"/>
                  </a:ext>
                </a:extLst>
              </p:cNvPr>
              <p:cNvPicPr/>
              <p:nvPr/>
            </p:nvPicPr>
            <p:blipFill>
              <a:blip r:embed="rId16"/>
              <a:stretch>
                <a:fillRect/>
              </a:stretch>
            </p:blipFill>
            <p:spPr>
              <a:xfrm>
                <a:off x="10791720" y="5829480"/>
                <a:ext cx="16524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 name="筆跡 3">
                <a:extLst>
                  <a:ext uri="{FF2B5EF4-FFF2-40B4-BE49-F238E27FC236}">
                    <a16:creationId xmlns:a16="http://schemas.microsoft.com/office/drawing/2014/main" id="{267248DE-47D2-9B30-35F8-B08C75B4F906}"/>
                  </a:ext>
                </a:extLst>
              </p14:cNvPr>
              <p14:cNvContentPartPr/>
              <p14:nvPr/>
            </p14:nvContentPartPr>
            <p14:xfrm>
              <a:off x="10941120" y="5905440"/>
              <a:ext cx="82800" cy="76680"/>
            </p14:xfrm>
          </p:contentPart>
        </mc:Choice>
        <mc:Fallback xmlns="">
          <p:pic>
            <p:nvPicPr>
              <p:cNvPr id="4" name="筆跡 3">
                <a:extLst>
                  <a:ext uri="{FF2B5EF4-FFF2-40B4-BE49-F238E27FC236}">
                    <a16:creationId xmlns:a16="http://schemas.microsoft.com/office/drawing/2014/main" id="{267248DE-47D2-9B30-35F8-B08C75B4F906}"/>
                  </a:ext>
                </a:extLst>
              </p:cNvPr>
              <p:cNvPicPr/>
              <p:nvPr/>
            </p:nvPicPr>
            <p:blipFill>
              <a:blip r:embed="rId18"/>
              <a:stretch>
                <a:fillRect/>
              </a:stretch>
            </p:blipFill>
            <p:spPr>
              <a:xfrm>
                <a:off x="10925280" y="5842080"/>
                <a:ext cx="11412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 name="筆跡 5">
                <a:extLst>
                  <a:ext uri="{FF2B5EF4-FFF2-40B4-BE49-F238E27FC236}">
                    <a16:creationId xmlns:a16="http://schemas.microsoft.com/office/drawing/2014/main" id="{DE629CFC-433D-1A26-938C-D62A26FCD7E4}"/>
                  </a:ext>
                </a:extLst>
              </p14:cNvPr>
              <p14:cNvContentPartPr/>
              <p14:nvPr/>
            </p14:nvContentPartPr>
            <p14:xfrm>
              <a:off x="10826640" y="5740560"/>
              <a:ext cx="13320" cy="25560"/>
            </p14:xfrm>
          </p:contentPart>
        </mc:Choice>
        <mc:Fallback xmlns="">
          <p:pic>
            <p:nvPicPr>
              <p:cNvPr id="6" name="筆跡 5">
                <a:extLst>
                  <a:ext uri="{FF2B5EF4-FFF2-40B4-BE49-F238E27FC236}">
                    <a16:creationId xmlns:a16="http://schemas.microsoft.com/office/drawing/2014/main" id="{DE629CFC-433D-1A26-938C-D62A26FCD7E4}"/>
                  </a:ext>
                </a:extLst>
              </p:cNvPr>
              <p:cNvPicPr/>
              <p:nvPr/>
            </p:nvPicPr>
            <p:blipFill>
              <a:blip r:embed="rId20"/>
              <a:stretch>
                <a:fillRect/>
              </a:stretch>
            </p:blipFill>
            <p:spPr>
              <a:xfrm>
                <a:off x="10810800" y="5677200"/>
                <a:ext cx="446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1" name="筆跡 10">
                <a:extLst>
                  <a:ext uri="{FF2B5EF4-FFF2-40B4-BE49-F238E27FC236}">
                    <a16:creationId xmlns:a16="http://schemas.microsoft.com/office/drawing/2014/main" id="{46F4C203-AF29-B9D0-E008-739267DB5519}"/>
                  </a:ext>
                </a:extLst>
              </p14:cNvPr>
              <p14:cNvContentPartPr/>
              <p14:nvPr/>
            </p14:nvContentPartPr>
            <p14:xfrm>
              <a:off x="10515600" y="5022720"/>
              <a:ext cx="267120" cy="127440"/>
            </p14:xfrm>
          </p:contentPart>
        </mc:Choice>
        <mc:Fallback xmlns="">
          <p:pic>
            <p:nvPicPr>
              <p:cNvPr id="11" name="筆跡 10">
                <a:extLst>
                  <a:ext uri="{FF2B5EF4-FFF2-40B4-BE49-F238E27FC236}">
                    <a16:creationId xmlns:a16="http://schemas.microsoft.com/office/drawing/2014/main" id="{46F4C203-AF29-B9D0-E008-739267DB5519}"/>
                  </a:ext>
                </a:extLst>
              </p:cNvPr>
              <p:cNvPicPr/>
              <p:nvPr/>
            </p:nvPicPr>
            <p:blipFill>
              <a:blip r:embed="rId22"/>
              <a:stretch>
                <a:fillRect/>
              </a:stretch>
            </p:blipFill>
            <p:spPr>
              <a:xfrm>
                <a:off x="10499760" y="4959360"/>
                <a:ext cx="29844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2" name="筆跡 11">
                <a:extLst>
                  <a:ext uri="{FF2B5EF4-FFF2-40B4-BE49-F238E27FC236}">
                    <a16:creationId xmlns:a16="http://schemas.microsoft.com/office/drawing/2014/main" id="{D18DDBCF-FD6C-783D-04A3-A6DA24F0FED6}"/>
                  </a:ext>
                </a:extLst>
              </p14:cNvPr>
              <p14:cNvContentPartPr/>
              <p14:nvPr/>
            </p14:nvContentPartPr>
            <p14:xfrm>
              <a:off x="10947240" y="5873760"/>
              <a:ext cx="216360" cy="127440"/>
            </p14:xfrm>
          </p:contentPart>
        </mc:Choice>
        <mc:Fallback xmlns="">
          <p:pic>
            <p:nvPicPr>
              <p:cNvPr id="12" name="筆跡 11">
                <a:extLst>
                  <a:ext uri="{FF2B5EF4-FFF2-40B4-BE49-F238E27FC236}">
                    <a16:creationId xmlns:a16="http://schemas.microsoft.com/office/drawing/2014/main" id="{D18DDBCF-FD6C-783D-04A3-A6DA24F0FED6}"/>
                  </a:ext>
                </a:extLst>
              </p:cNvPr>
              <p:cNvPicPr/>
              <p:nvPr/>
            </p:nvPicPr>
            <p:blipFill>
              <a:blip r:embed="rId24"/>
              <a:stretch>
                <a:fillRect/>
              </a:stretch>
            </p:blipFill>
            <p:spPr>
              <a:xfrm>
                <a:off x="10931400" y="5810400"/>
                <a:ext cx="24768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筆跡 15">
                <a:extLst>
                  <a:ext uri="{FF2B5EF4-FFF2-40B4-BE49-F238E27FC236}">
                    <a16:creationId xmlns:a16="http://schemas.microsoft.com/office/drawing/2014/main" id="{25237956-0E58-786C-48C9-FDD5720B8ED0}"/>
                  </a:ext>
                </a:extLst>
              </p14:cNvPr>
              <p14:cNvContentPartPr/>
              <p14:nvPr/>
            </p14:nvContentPartPr>
            <p14:xfrm>
              <a:off x="10922040" y="5937120"/>
              <a:ext cx="89280" cy="13320"/>
            </p14:xfrm>
          </p:contentPart>
        </mc:Choice>
        <mc:Fallback xmlns="">
          <p:pic>
            <p:nvPicPr>
              <p:cNvPr id="16" name="筆跡 15">
                <a:extLst>
                  <a:ext uri="{FF2B5EF4-FFF2-40B4-BE49-F238E27FC236}">
                    <a16:creationId xmlns:a16="http://schemas.microsoft.com/office/drawing/2014/main" id="{25237956-0E58-786C-48C9-FDD5720B8ED0}"/>
                  </a:ext>
                </a:extLst>
              </p:cNvPr>
              <p:cNvPicPr/>
              <p:nvPr/>
            </p:nvPicPr>
            <p:blipFill>
              <a:blip r:embed="rId26"/>
              <a:stretch>
                <a:fillRect/>
              </a:stretch>
            </p:blipFill>
            <p:spPr>
              <a:xfrm>
                <a:off x="10906200" y="5873760"/>
                <a:ext cx="12060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筆跡 18">
                <a:extLst>
                  <a:ext uri="{FF2B5EF4-FFF2-40B4-BE49-F238E27FC236}">
                    <a16:creationId xmlns:a16="http://schemas.microsoft.com/office/drawing/2014/main" id="{6F6E4E12-F3FF-AEF9-D6F5-56B2A115F804}"/>
                  </a:ext>
                </a:extLst>
              </p14:cNvPr>
              <p14:cNvContentPartPr/>
              <p14:nvPr/>
            </p14:nvContentPartPr>
            <p14:xfrm>
              <a:off x="10839600" y="5880240"/>
              <a:ext cx="216000" cy="190800"/>
            </p14:xfrm>
          </p:contentPart>
        </mc:Choice>
        <mc:Fallback xmlns="">
          <p:pic>
            <p:nvPicPr>
              <p:cNvPr id="19" name="筆跡 18">
                <a:extLst>
                  <a:ext uri="{FF2B5EF4-FFF2-40B4-BE49-F238E27FC236}">
                    <a16:creationId xmlns:a16="http://schemas.microsoft.com/office/drawing/2014/main" id="{6F6E4E12-F3FF-AEF9-D6F5-56B2A115F804}"/>
                  </a:ext>
                </a:extLst>
              </p:cNvPr>
              <p:cNvPicPr/>
              <p:nvPr/>
            </p:nvPicPr>
            <p:blipFill>
              <a:blip r:embed="rId28"/>
              <a:stretch>
                <a:fillRect/>
              </a:stretch>
            </p:blipFill>
            <p:spPr>
              <a:xfrm>
                <a:off x="10823760" y="5816880"/>
                <a:ext cx="247320" cy="317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筆跡 19">
                <a:extLst>
                  <a:ext uri="{FF2B5EF4-FFF2-40B4-BE49-F238E27FC236}">
                    <a16:creationId xmlns:a16="http://schemas.microsoft.com/office/drawing/2014/main" id="{01F47179-52DA-812A-726A-A5802E725929}"/>
                  </a:ext>
                </a:extLst>
              </p14:cNvPr>
              <p14:cNvContentPartPr/>
              <p14:nvPr/>
            </p14:nvContentPartPr>
            <p14:xfrm>
              <a:off x="8496360" y="4940280"/>
              <a:ext cx="552600" cy="292320"/>
            </p14:xfrm>
          </p:contentPart>
        </mc:Choice>
        <mc:Fallback xmlns="">
          <p:pic>
            <p:nvPicPr>
              <p:cNvPr id="20" name="筆跡 19">
                <a:extLst>
                  <a:ext uri="{FF2B5EF4-FFF2-40B4-BE49-F238E27FC236}">
                    <a16:creationId xmlns:a16="http://schemas.microsoft.com/office/drawing/2014/main" id="{01F47179-52DA-812A-726A-A5802E725929}"/>
                  </a:ext>
                </a:extLst>
              </p:cNvPr>
              <p:cNvPicPr/>
              <p:nvPr/>
            </p:nvPicPr>
            <p:blipFill>
              <a:blip r:embed="rId30"/>
              <a:stretch>
                <a:fillRect/>
              </a:stretch>
            </p:blipFill>
            <p:spPr>
              <a:xfrm>
                <a:off x="8480520" y="4876920"/>
                <a:ext cx="583920" cy="4190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筆跡 20">
                <a:extLst>
                  <a:ext uri="{FF2B5EF4-FFF2-40B4-BE49-F238E27FC236}">
                    <a16:creationId xmlns:a16="http://schemas.microsoft.com/office/drawing/2014/main" id="{40C31BC7-9535-44A6-82B9-CA95BD7F9936}"/>
                  </a:ext>
                </a:extLst>
              </p14:cNvPr>
              <p14:cNvContentPartPr/>
              <p14:nvPr/>
            </p14:nvContentPartPr>
            <p14:xfrm>
              <a:off x="8788320" y="5099040"/>
              <a:ext cx="6840" cy="25920"/>
            </p14:xfrm>
          </p:contentPart>
        </mc:Choice>
        <mc:Fallback xmlns="">
          <p:pic>
            <p:nvPicPr>
              <p:cNvPr id="21" name="筆跡 20">
                <a:extLst>
                  <a:ext uri="{FF2B5EF4-FFF2-40B4-BE49-F238E27FC236}">
                    <a16:creationId xmlns:a16="http://schemas.microsoft.com/office/drawing/2014/main" id="{40C31BC7-9535-44A6-82B9-CA95BD7F9936}"/>
                  </a:ext>
                </a:extLst>
              </p:cNvPr>
              <p:cNvPicPr/>
              <p:nvPr/>
            </p:nvPicPr>
            <p:blipFill>
              <a:blip r:embed="rId32"/>
              <a:stretch>
                <a:fillRect/>
              </a:stretch>
            </p:blipFill>
            <p:spPr>
              <a:xfrm>
                <a:off x="8772480" y="5035680"/>
                <a:ext cx="381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筆跡 21">
                <a:extLst>
                  <a:ext uri="{FF2B5EF4-FFF2-40B4-BE49-F238E27FC236}">
                    <a16:creationId xmlns:a16="http://schemas.microsoft.com/office/drawing/2014/main" id="{E0DD372E-5BA7-AFCE-1B86-C9E3C0139D16}"/>
                  </a:ext>
                </a:extLst>
              </p14:cNvPr>
              <p14:cNvContentPartPr/>
              <p14:nvPr/>
            </p14:nvContentPartPr>
            <p14:xfrm>
              <a:off x="9848880" y="5651640"/>
              <a:ext cx="1651320" cy="844920"/>
            </p14:xfrm>
          </p:contentPart>
        </mc:Choice>
        <mc:Fallback xmlns="">
          <p:pic>
            <p:nvPicPr>
              <p:cNvPr id="22" name="筆跡 21">
                <a:extLst>
                  <a:ext uri="{FF2B5EF4-FFF2-40B4-BE49-F238E27FC236}">
                    <a16:creationId xmlns:a16="http://schemas.microsoft.com/office/drawing/2014/main" id="{E0DD372E-5BA7-AFCE-1B86-C9E3C0139D16}"/>
                  </a:ext>
                </a:extLst>
              </p:cNvPr>
              <p:cNvPicPr/>
              <p:nvPr/>
            </p:nvPicPr>
            <p:blipFill>
              <a:blip r:embed="rId34"/>
              <a:stretch>
                <a:fillRect/>
              </a:stretch>
            </p:blipFill>
            <p:spPr>
              <a:xfrm>
                <a:off x="9839520" y="5642280"/>
                <a:ext cx="1670040" cy="8636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3" name="筆跡 22">
                <a:extLst>
                  <a:ext uri="{FF2B5EF4-FFF2-40B4-BE49-F238E27FC236}">
                    <a16:creationId xmlns:a16="http://schemas.microsoft.com/office/drawing/2014/main" id="{82801867-7FFA-B88F-B14F-8AAA622B2286}"/>
                  </a:ext>
                </a:extLst>
              </p14:cNvPr>
              <p14:cNvContentPartPr/>
              <p14:nvPr/>
            </p14:nvContentPartPr>
            <p14:xfrm>
              <a:off x="1393200" y="2580840"/>
              <a:ext cx="36000" cy="360"/>
            </p14:xfrm>
          </p:contentPart>
        </mc:Choice>
        <mc:Fallback>
          <p:pic>
            <p:nvPicPr>
              <p:cNvPr id="23" name="筆跡 22">
                <a:extLst>
                  <a:ext uri="{FF2B5EF4-FFF2-40B4-BE49-F238E27FC236}">
                    <a16:creationId xmlns:a16="http://schemas.microsoft.com/office/drawing/2014/main" id="{82801867-7FFA-B88F-B14F-8AAA622B2286}"/>
                  </a:ext>
                </a:extLst>
              </p:cNvPr>
              <p:cNvPicPr/>
              <p:nvPr/>
            </p:nvPicPr>
            <p:blipFill>
              <a:blip r:embed="rId36"/>
              <a:stretch>
                <a:fillRect/>
              </a:stretch>
            </p:blipFill>
            <p:spPr>
              <a:xfrm>
                <a:off x="1377360" y="2517480"/>
                <a:ext cx="6732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4" name="筆跡 23">
                <a:extLst>
                  <a:ext uri="{FF2B5EF4-FFF2-40B4-BE49-F238E27FC236}">
                    <a16:creationId xmlns:a16="http://schemas.microsoft.com/office/drawing/2014/main" id="{1C975622-FDF6-2104-C6B8-42A33FFEAEA9}"/>
                  </a:ext>
                </a:extLst>
              </p14:cNvPr>
              <p14:cNvContentPartPr/>
              <p14:nvPr/>
            </p14:nvContentPartPr>
            <p14:xfrm>
              <a:off x="1384200" y="2910960"/>
              <a:ext cx="62640" cy="18360"/>
            </p14:xfrm>
          </p:contentPart>
        </mc:Choice>
        <mc:Fallback>
          <p:pic>
            <p:nvPicPr>
              <p:cNvPr id="24" name="筆跡 23">
                <a:extLst>
                  <a:ext uri="{FF2B5EF4-FFF2-40B4-BE49-F238E27FC236}">
                    <a16:creationId xmlns:a16="http://schemas.microsoft.com/office/drawing/2014/main" id="{1C975622-FDF6-2104-C6B8-42A33FFEAEA9}"/>
                  </a:ext>
                </a:extLst>
              </p:cNvPr>
              <p:cNvPicPr/>
              <p:nvPr/>
            </p:nvPicPr>
            <p:blipFill>
              <a:blip r:embed="rId38"/>
              <a:stretch>
                <a:fillRect/>
              </a:stretch>
            </p:blipFill>
            <p:spPr>
              <a:xfrm>
                <a:off x="1368360" y="2847600"/>
                <a:ext cx="9396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5" name="筆跡 24">
                <a:extLst>
                  <a:ext uri="{FF2B5EF4-FFF2-40B4-BE49-F238E27FC236}">
                    <a16:creationId xmlns:a16="http://schemas.microsoft.com/office/drawing/2014/main" id="{F130E1C3-933E-24A9-A325-FBDB7B0E6330}"/>
                  </a:ext>
                </a:extLst>
              </p14:cNvPr>
              <p14:cNvContentPartPr/>
              <p14:nvPr/>
            </p14:nvContentPartPr>
            <p14:xfrm>
              <a:off x="1419840" y="3723840"/>
              <a:ext cx="45000" cy="360"/>
            </p14:xfrm>
          </p:contentPart>
        </mc:Choice>
        <mc:Fallback>
          <p:pic>
            <p:nvPicPr>
              <p:cNvPr id="25" name="筆跡 24">
                <a:extLst>
                  <a:ext uri="{FF2B5EF4-FFF2-40B4-BE49-F238E27FC236}">
                    <a16:creationId xmlns:a16="http://schemas.microsoft.com/office/drawing/2014/main" id="{F130E1C3-933E-24A9-A325-FBDB7B0E6330}"/>
                  </a:ext>
                </a:extLst>
              </p:cNvPr>
              <p:cNvPicPr/>
              <p:nvPr/>
            </p:nvPicPr>
            <p:blipFill>
              <a:blip r:embed="rId40"/>
              <a:stretch>
                <a:fillRect/>
              </a:stretch>
            </p:blipFill>
            <p:spPr>
              <a:xfrm>
                <a:off x="1404000" y="3660480"/>
                <a:ext cx="7632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6" name="筆跡 25">
                <a:extLst>
                  <a:ext uri="{FF2B5EF4-FFF2-40B4-BE49-F238E27FC236}">
                    <a16:creationId xmlns:a16="http://schemas.microsoft.com/office/drawing/2014/main" id="{B108D097-8C9F-35BA-74EA-8A41160B1D4B}"/>
                  </a:ext>
                </a:extLst>
              </p14:cNvPr>
              <p14:cNvContentPartPr/>
              <p14:nvPr/>
            </p14:nvContentPartPr>
            <p14:xfrm>
              <a:off x="1464480" y="4723920"/>
              <a:ext cx="125280" cy="9000"/>
            </p14:xfrm>
          </p:contentPart>
        </mc:Choice>
        <mc:Fallback>
          <p:pic>
            <p:nvPicPr>
              <p:cNvPr id="26" name="筆跡 25">
                <a:extLst>
                  <a:ext uri="{FF2B5EF4-FFF2-40B4-BE49-F238E27FC236}">
                    <a16:creationId xmlns:a16="http://schemas.microsoft.com/office/drawing/2014/main" id="{B108D097-8C9F-35BA-74EA-8A41160B1D4B}"/>
                  </a:ext>
                </a:extLst>
              </p:cNvPr>
              <p:cNvPicPr/>
              <p:nvPr/>
            </p:nvPicPr>
            <p:blipFill>
              <a:blip r:embed="rId42"/>
              <a:stretch>
                <a:fillRect/>
              </a:stretch>
            </p:blipFill>
            <p:spPr>
              <a:xfrm>
                <a:off x="1448640" y="4660560"/>
                <a:ext cx="15660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7" name="筆跡 26">
                <a:extLst>
                  <a:ext uri="{FF2B5EF4-FFF2-40B4-BE49-F238E27FC236}">
                    <a16:creationId xmlns:a16="http://schemas.microsoft.com/office/drawing/2014/main" id="{31259912-100E-67E8-4573-AF6597A3CDFE}"/>
                  </a:ext>
                </a:extLst>
              </p14:cNvPr>
              <p14:cNvContentPartPr/>
              <p14:nvPr/>
            </p14:nvContentPartPr>
            <p14:xfrm>
              <a:off x="1509120" y="5786280"/>
              <a:ext cx="71640" cy="9360"/>
            </p14:xfrm>
          </p:contentPart>
        </mc:Choice>
        <mc:Fallback>
          <p:pic>
            <p:nvPicPr>
              <p:cNvPr id="27" name="筆跡 26">
                <a:extLst>
                  <a:ext uri="{FF2B5EF4-FFF2-40B4-BE49-F238E27FC236}">
                    <a16:creationId xmlns:a16="http://schemas.microsoft.com/office/drawing/2014/main" id="{31259912-100E-67E8-4573-AF6597A3CDFE}"/>
                  </a:ext>
                </a:extLst>
              </p:cNvPr>
              <p:cNvPicPr/>
              <p:nvPr/>
            </p:nvPicPr>
            <p:blipFill>
              <a:blip r:embed="rId44"/>
              <a:stretch>
                <a:fillRect/>
              </a:stretch>
            </p:blipFill>
            <p:spPr>
              <a:xfrm>
                <a:off x="1493280" y="5722920"/>
                <a:ext cx="10296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8" name="筆跡 27">
                <a:extLst>
                  <a:ext uri="{FF2B5EF4-FFF2-40B4-BE49-F238E27FC236}">
                    <a16:creationId xmlns:a16="http://schemas.microsoft.com/office/drawing/2014/main" id="{62CF6A0A-08BA-D5D8-8FF5-72D2CC4F0591}"/>
                  </a:ext>
                </a:extLst>
              </p14:cNvPr>
              <p14:cNvContentPartPr/>
              <p14:nvPr/>
            </p14:nvContentPartPr>
            <p14:xfrm>
              <a:off x="1607400" y="1634040"/>
              <a:ext cx="339480" cy="45000"/>
            </p14:xfrm>
          </p:contentPart>
        </mc:Choice>
        <mc:Fallback>
          <p:pic>
            <p:nvPicPr>
              <p:cNvPr id="28" name="筆跡 27">
                <a:extLst>
                  <a:ext uri="{FF2B5EF4-FFF2-40B4-BE49-F238E27FC236}">
                    <a16:creationId xmlns:a16="http://schemas.microsoft.com/office/drawing/2014/main" id="{62CF6A0A-08BA-D5D8-8FF5-72D2CC4F0591}"/>
                  </a:ext>
                </a:extLst>
              </p:cNvPr>
              <p:cNvPicPr/>
              <p:nvPr/>
            </p:nvPicPr>
            <p:blipFill>
              <a:blip r:embed="rId46"/>
              <a:stretch>
                <a:fillRect/>
              </a:stretch>
            </p:blipFill>
            <p:spPr>
              <a:xfrm>
                <a:off x="1591560" y="1570680"/>
                <a:ext cx="37080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9" name="筆跡 28">
                <a:extLst>
                  <a:ext uri="{FF2B5EF4-FFF2-40B4-BE49-F238E27FC236}">
                    <a16:creationId xmlns:a16="http://schemas.microsoft.com/office/drawing/2014/main" id="{A999A9DD-BFFE-78B6-DD38-AB26DBA18765}"/>
                  </a:ext>
                </a:extLst>
              </p14:cNvPr>
              <p14:cNvContentPartPr/>
              <p14:nvPr/>
            </p14:nvContentPartPr>
            <p14:xfrm>
              <a:off x="3902400" y="2571840"/>
              <a:ext cx="107280" cy="9360"/>
            </p14:xfrm>
          </p:contentPart>
        </mc:Choice>
        <mc:Fallback>
          <p:pic>
            <p:nvPicPr>
              <p:cNvPr id="29" name="筆跡 28">
                <a:extLst>
                  <a:ext uri="{FF2B5EF4-FFF2-40B4-BE49-F238E27FC236}">
                    <a16:creationId xmlns:a16="http://schemas.microsoft.com/office/drawing/2014/main" id="{A999A9DD-BFFE-78B6-DD38-AB26DBA18765}"/>
                  </a:ext>
                </a:extLst>
              </p:cNvPr>
              <p:cNvPicPr/>
              <p:nvPr/>
            </p:nvPicPr>
            <p:blipFill>
              <a:blip r:embed="rId48"/>
              <a:stretch>
                <a:fillRect/>
              </a:stretch>
            </p:blipFill>
            <p:spPr>
              <a:xfrm>
                <a:off x="3886560" y="2508480"/>
                <a:ext cx="13860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0" name="筆跡 29">
                <a:extLst>
                  <a:ext uri="{FF2B5EF4-FFF2-40B4-BE49-F238E27FC236}">
                    <a16:creationId xmlns:a16="http://schemas.microsoft.com/office/drawing/2014/main" id="{050159B2-8084-1CFD-A28F-BC57E189E16D}"/>
                  </a:ext>
                </a:extLst>
              </p14:cNvPr>
              <p14:cNvContentPartPr/>
              <p14:nvPr/>
            </p14:nvContentPartPr>
            <p14:xfrm>
              <a:off x="5045400" y="2616480"/>
              <a:ext cx="187920" cy="360"/>
            </p14:xfrm>
          </p:contentPart>
        </mc:Choice>
        <mc:Fallback>
          <p:pic>
            <p:nvPicPr>
              <p:cNvPr id="30" name="筆跡 29">
                <a:extLst>
                  <a:ext uri="{FF2B5EF4-FFF2-40B4-BE49-F238E27FC236}">
                    <a16:creationId xmlns:a16="http://schemas.microsoft.com/office/drawing/2014/main" id="{050159B2-8084-1CFD-A28F-BC57E189E16D}"/>
                  </a:ext>
                </a:extLst>
              </p:cNvPr>
              <p:cNvPicPr/>
              <p:nvPr/>
            </p:nvPicPr>
            <p:blipFill>
              <a:blip r:embed="rId50"/>
              <a:stretch>
                <a:fillRect/>
              </a:stretch>
            </p:blipFill>
            <p:spPr>
              <a:xfrm>
                <a:off x="5029560" y="2553120"/>
                <a:ext cx="21924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1" name="筆跡 30">
                <a:extLst>
                  <a:ext uri="{FF2B5EF4-FFF2-40B4-BE49-F238E27FC236}">
                    <a16:creationId xmlns:a16="http://schemas.microsoft.com/office/drawing/2014/main" id="{1064CBFD-47D8-C2A5-9D95-537DD6C15255}"/>
                  </a:ext>
                </a:extLst>
              </p14:cNvPr>
              <p14:cNvContentPartPr/>
              <p14:nvPr/>
            </p14:nvContentPartPr>
            <p14:xfrm>
              <a:off x="8849160" y="6849000"/>
              <a:ext cx="348840" cy="360"/>
            </p14:xfrm>
          </p:contentPart>
        </mc:Choice>
        <mc:Fallback>
          <p:pic>
            <p:nvPicPr>
              <p:cNvPr id="31" name="筆跡 30">
                <a:extLst>
                  <a:ext uri="{FF2B5EF4-FFF2-40B4-BE49-F238E27FC236}">
                    <a16:creationId xmlns:a16="http://schemas.microsoft.com/office/drawing/2014/main" id="{1064CBFD-47D8-C2A5-9D95-537DD6C15255}"/>
                  </a:ext>
                </a:extLst>
              </p:cNvPr>
              <p:cNvPicPr/>
              <p:nvPr/>
            </p:nvPicPr>
            <p:blipFill>
              <a:blip r:embed="rId52"/>
              <a:stretch>
                <a:fillRect/>
              </a:stretch>
            </p:blipFill>
            <p:spPr>
              <a:xfrm>
                <a:off x="8833320" y="6785640"/>
                <a:ext cx="38016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2" name="筆跡 31">
                <a:extLst>
                  <a:ext uri="{FF2B5EF4-FFF2-40B4-BE49-F238E27FC236}">
                    <a16:creationId xmlns:a16="http://schemas.microsoft.com/office/drawing/2014/main" id="{F735D7FD-E65B-9D70-8A5B-63199E6562DB}"/>
                  </a:ext>
                </a:extLst>
              </p14:cNvPr>
              <p14:cNvContentPartPr/>
              <p14:nvPr/>
            </p14:nvContentPartPr>
            <p14:xfrm>
              <a:off x="2410920" y="5205960"/>
              <a:ext cx="268200" cy="360"/>
            </p14:xfrm>
          </p:contentPart>
        </mc:Choice>
        <mc:Fallback>
          <p:pic>
            <p:nvPicPr>
              <p:cNvPr id="32" name="筆跡 31">
                <a:extLst>
                  <a:ext uri="{FF2B5EF4-FFF2-40B4-BE49-F238E27FC236}">
                    <a16:creationId xmlns:a16="http://schemas.microsoft.com/office/drawing/2014/main" id="{F735D7FD-E65B-9D70-8A5B-63199E6562DB}"/>
                  </a:ext>
                </a:extLst>
              </p:cNvPr>
              <p:cNvPicPr/>
              <p:nvPr/>
            </p:nvPicPr>
            <p:blipFill>
              <a:blip r:embed="rId54"/>
              <a:stretch>
                <a:fillRect/>
              </a:stretch>
            </p:blipFill>
            <p:spPr>
              <a:xfrm>
                <a:off x="2395080" y="5142600"/>
                <a:ext cx="29952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3" name="筆跡 32">
                <a:extLst>
                  <a:ext uri="{FF2B5EF4-FFF2-40B4-BE49-F238E27FC236}">
                    <a16:creationId xmlns:a16="http://schemas.microsoft.com/office/drawing/2014/main" id="{6D2EB4D1-6109-D0A8-C0B1-763244D97447}"/>
                  </a:ext>
                </a:extLst>
              </p14:cNvPr>
              <p14:cNvContentPartPr/>
              <p14:nvPr/>
            </p14:nvContentPartPr>
            <p14:xfrm>
              <a:off x="2428920" y="5581080"/>
              <a:ext cx="160920" cy="18360"/>
            </p14:xfrm>
          </p:contentPart>
        </mc:Choice>
        <mc:Fallback>
          <p:pic>
            <p:nvPicPr>
              <p:cNvPr id="33" name="筆跡 32">
                <a:extLst>
                  <a:ext uri="{FF2B5EF4-FFF2-40B4-BE49-F238E27FC236}">
                    <a16:creationId xmlns:a16="http://schemas.microsoft.com/office/drawing/2014/main" id="{6D2EB4D1-6109-D0A8-C0B1-763244D97447}"/>
                  </a:ext>
                </a:extLst>
              </p:cNvPr>
              <p:cNvPicPr/>
              <p:nvPr/>
            </p:nvPicPr>
            <p:blipFill>
              <a:blip r:embed="rId56"/>
              <a:stretch>
                <a:fillRect/>
              </a:stretch>
            </p:blipFill>
            <p:spPr>
              <a:xfrm>
                <a:off x="2413080" y="5517720"/>
                <a:ext cx="192240" cy="145080"/>
              </a:xfrm>
              <a:prstGeom prst="rect">
                <a:avLst/>
              </a:prstGeom>
            </p:spPr>
          </p:pic>
        </mc:Fallback>
      </mc:AlternateContent>
    </p:spTree>
    <p:extLst>
      <p:ext uri="{BB962C8B-B14F-4D97-AF65-F5344CB8AC3E}">
        <p14:creationId xmlns:p14="http://schemas.microsoft.com/office/powerpoint/2010/main" val="340240629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3A5893-63B5-A832-9899-A4962804607B}"/>
              </a:ext>
            </a:extLst>
          </p:cNvPr>
          <p:cNvSpPr>
            <a:spLocks noGrp="1"/>
          </p:cNvSpPr>
          <p:nvPr>
            <p:ph type="title"/>
          </p:nvPr>
        </p:nvSpPr>
        <p:spPr/>
        <p:txBody>
          <a:bodyPr/>
          <a:lstStyle/>
          <a:p>
            <a:r>
              <a:rPr lang="en-US" altLang="zh-TW" dirty="0"/>
              <a:t>Performance evaluation</a:t>
            </a:r>
            <a:endParaRPr lang="zh-TW" altLang="en-US" dirty="0"/>
          </a:p>
        </p:txBody>
      </p:sp>
      <p:pic>
        <p:nvPicPr>
          <p:cNvPr id="5" name="內容版面配置區 4">
            <a:extLst>
              <a:ext uri="{FF2B5EF4-FFF2-40B4-BE49-F238E27FC236}">
                <a16:creationId xmlns:a16="http://schemas.microsoft.com/office/drawing/2014/main" id="{B9847434-BC8A-9679-118E-9467629F5F43}"/>
              </a:ext>
            </a:extLst>
          </p:cNvPr>
          <p:cNvPicPr>
            <a:picLocks noGrp="1" noChangeAspect="1"/>
          </p:cNvPicPr>
          <p:nvPr>
            <p:ph idx="1"/>
          </p:nvPr>
        </p:nvPicPr>
        <p:blipFill>
          <a:blip r:embed="rId2"/>
          <a:stretch>
            <a:fillRect/>
          </a:stretch>
        </p:blipFill>
        <p:spPr>
          <a:xfrm>
            <a:off x="838199" y="2141397"/>
            <a:ext cx="3848629" cy="974336"/>
          </a:xfrm>
        </p:spPr>
      </p:pic>
    </p:spTree>
    <p:extLst>
      <p:ext uri="{BB962C8B-B14F-4D97-AF65-F5344CB8AC3E}">
        <p14:creationId xmlns:p14="http://schemas.microsoft.com/office/powerpoint/2010/main" val="107928843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513255-7B84-8F1F-1EF7-A56C4D28C03D}"/>
              </a:ext>
            </a:extLst>
          </p:cNvPr>
          <p:cNvSpPr>
            <a:spLocks noGrp="1"/>
          </p:cNvSpPr>
          <p:nvPr>
            <p:ph type="title"/>
          </p:nvPr>
        </p:nvSpPr>
        <p:spPr/>
        <p:txBody>
          <a:bodyPr/>
          <a:lstStyle/>
          <a:p>
            <a:r>
              <a:rPr lang="en-US" altLang="zh-TW" dirty="0"/>
              <a:t>Experiment</a:t>
            </a:r>
            <a:endParaRPr lang="zh-TW" altLang="en-US" dirty="0"/>
          </a:p>
        </p:txBody>
      </p:sp>
      <p:pic>
        <p:nvPicPr>
          <p:cNvPr id="5" name="內容版面配置區 4">
            <a:extLst>
              <a:ext uri="{FF2B5EF4-FFF2-40B4-BE49-F238E27FC236}">
                <a16:creationId xmlns:a16="http://schemas.microsoft.com/office/drawing/2014/main" id="{D0C567A5-93E2-D7D5-E6AD-31C1F52F6405}"/>
              </a:ext>
            </a:extLst>
          </p:cNvPr>
          <p:cNvPicPr>
            <a:picLocks noGrp="1" noChangeAspect="1"/>
          </p:cNvPicPr>
          <p:nvPr>
            <p:ph idx="1"/>
          </p:nvPr>
        </p:nvPicPr>
        <p:blipFill>
          <a:blip r:embed="rId3"/>
          <a:stretch>
            <a:fillRect/>
          </a:stretch>
        </p:blipFill>
        <p:spPr>
          <a:xfrm>
            <a:off x="-98777" y="1943836"/>
            <a:ext cx="4388556" cy="4549039"/>
          </a:xfrm>
        </p:spPr>
      </p:pic>
      <p:pic>
        <p:nvPicPr>
          <p:cNvPr id="9" name="圖片 8">
            <a:extLst>
              <a:ext uri="{FF2B5EF4-FFF2-40B4-BE49-F238E27FC236}">
                <a16:creationId xmlns:a16="http://schemas.microsoft.com/office/drawing/2014/main" id="{2E569D5D-3514-95C7-F1D1-041A75268934}"/>
              </a:ext>
            </a:extLst>
          </p:cNvPr>
          <p:cNvPicPr>
            <a:picLocks noChangeAspect="1"/>
          </p:cNvPicPr>
          <p:nvPr/>
        </p:nvPicPr>
        <p:blipFill>
          <a:blip r:embed="rId4"/>
          <a:stretch>
            <a:fillRect/>
          </a:stretch>
        </p:blipFill>
        <p:spPr>
          <a:xfrm>
            <a:off x="4143023" y="1872308"/>
            <a:ext cx="4423979" cy="4549039"/>
          </a:xfrm>
          <a:prstGeom prst="rect">
            <a:avLst/>
          </a:prstGeom>
        </p:spPr>
      </p:pic>
      <p:pic>
        <p:nvPicPr>
          <p:cNvPr id="11" name="圖片 10">
            <a:extLst>
              <a:ext uri="{FF2B5EF4-FFF2-40B4-BE49-F238E27FC236}">
                <a16:creationId xmlns:a16="http://schemas.microsoft.com/office/drawing/2014/main" id="{EA69A62A-8EAA-DAE3-2E05-6418EDF9196C}"/>
              </a:ext>
            </a:extLst>
          </p:cNvPr>
          <p:cNvPicPr>
            <a:picLocks noChangeAspect="1"/>
          </p:cNvPicPr>
          <p:nvPr/>
        </p:nvPicPr>
        <p:blipFill>
          <a:blip r:embed="rId5"/>
          <a:stretch>
            <a:fillRect/>
          </a:stretch>
        </p:blipFill>
        <p:spPr>
          <a:xfrm>
            <a:off x="8403381" y="2176916"/>
            <a:ext cx="3867641" cy="3939822"/>
          </a:xfrm>
          <a:prstGeom prst="rect">
            <a:avLst/>
          </a:prstGeom>
        </p:spPr>
      </p:pic>
    </p:spTree>
    <p:extLst>
      <p:ext uri="{BB962C8B-B14F-4D97-AF65-F5344CB8AC3E}">
        <p14:creationId xmlns:p14="http://schemas.microsoft.com/office/powerpoint/2010/main" val="337376224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8131</TotalTime>
  <Words>499</Words>
  <Application>Microsoft Office PowerPoint</Application>
  <PresentationFormat>寬螢幕</PresentationFormat>
  <Paragraphs>82</Paragraphs>
  <Slides>9</Slides>
  <Notes>6</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9</vt:i4>
      </vt:variant>
    </vt:vector>
  </HeadingPairs>
  <TitlesOfParts>
    <vt:vector size="15" baseType="lpstr">
      <vt:lpstr>-apple-system</vt:lpstr>
      <vt:lpstr>Arial</vt:lpstr>
      <vt:lpstr>Calibri</vt:lpstr>
      <vt:lpstr>Calibri Light</vt:lpstr>
      <vt:lpstr>Times New Roman</vt:lpstr>
      <vt:lpstr>Office 佈景主題</vt:lpstr>
      <vt:lpstr>Fair budget constrained workflow scheduling approach for heterogeneous clouds</vt:lpstr>
      <vt:lpstr>Abstract (1/2)</vt:lpstr>
      <vt:lpstr>Abstract (2/2)</vt:lpstr>
      <vt:lpstr>Abstract (2/2)</vt:lpstr>
      <vt:lpstr>Problem definition</vt:lpstr>
      <vt:lpstr>PowerPoint 簡報</vt:lpstr>
      <vt:lpstr>PowerPoint 簡報</vt:lpstr>
      <vt:lpstr>Performance evaluation</vt:lpstr>
      <vt:lpstr>Experiment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Cost-Effective Deadline-Constrained Dynamic Scheduling Algorithm for Scientific Workflows in a Cloud Environment</dc:title>
  <dc:creator>志軒 簡</dc:creator>
  <cp:lastModifiedBy>pplab</cp:lastModifiedBy>
  <cp:revision>38</cp:revision>
  <dcterms:created xsi:type="dcterms:W3CDTF">2022-06-30T13:07:17Z</dcterms:created>
  <dcterms:modified xsi:type="dcterms:W3CDTF">2023-02-07T08:06:09Z</dcterms:modified>
</cp:coreProperties>
</file>