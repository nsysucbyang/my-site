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6" r:id="rId4"/>
    <p:sldId id="272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1929B-D3CC-4F9A-998E-62B64C49E20B}" v="22" dt="2023-03-20T02:35:20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77647" autoAdjust="0"/>
  </p:normalViewPr>
  <p:slideViewPr>
    <p:cSldViewPr snapToGrid="0">
      <p:cViewPr varScale="1">
        <p:scale>
          <a:sx n="85" d="100"/>
          <a:sy n="85" d="100"/>
        </p:scale>
        <p:origin x="190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志軒 簡" userId="5f287045bdc9c0f2" providerId="LiveId" clId="{4B530BA8-23F8-427A-9B0E-8076A6C24CD5}"/>
    <pc:docChg chg="undo custSel modSld">
      <pc:chgData name="志軒 簡" userId="5f287045bdc9c0f2" providerId="LiveId" clId="{4B530BA8-23F8-427A-9B0E-8076A6C24CD5}" dt="2023-03-18T12:42:19.142" v="44" actId="20577"/>
      <pc:docMkLst>
        <pc:docMk/>
      </pc:docMkLst>
      <pc:sldChg chg="addSp delSp modSp mod">
        <pc:chgData name="志軒 簡" userId="5f287045bdc9c0f2" providerId="LiveId" clId="{4B530BA8-23F8-427A-9B0E-8076A6C24CD5}" dt="2023-03-18T12:42:19.142" v="44" actId="20577"/>
        <pc:sldMkLst>
          <pc:docMk/>
          <pc:sldMk cId="1385021277" sldId="256"/>
        </pc:sldMkLst>
        <pc:spChg chg="mod">
          <ac:chgData name="志軒 簡" userId="5f287045bdc9c0f2" providerId="LiveId" clId="{4B530BA8-23F8-427A-9B0E-8076A6C24CD5}" dt="2023-03-18T12:39:53.371" v="13"/>
          <ac:spMkLst>
            <pc:docMk/>
            <pc:sldMk cId="1385021277" sldId="256"/>
            <ac:spMk id="2" creationId="{D07390EC-3505-4614-AC8B-E5220F3B9165}"/>
          </ac:spMkLst>
        </pc:spChg>
        <pc:spChg chg="mod">
          <ac:chgData name="志軒 簡" userId="5f287045bdc9c0f2" providerId="LiveId" clId="{4B530BA8-23F8-427A-9B0E-8076A6C24CD5}" dt="2023-03-18T12:42:19.142" v="44" actId="20577"/>
          <ac:spMkLst>
            <pc:docMk/>
            <pc:sldMk cId="1385021277" sldId="256"/>
            <ac:spMk id="3" creationId="{6C88D9F7-F986-E365-FDC2-C6659A6332D8}"/>
          </ac:spMkLst>
        </pc:spChg>
        <pc:spChg chg="mod">
          <ac:chgData name="志軒 簡" userId="5f287045bdc9c0f2" providerId="LiveId" clId="{4B530BA8-23F8-427A-9B0E-8076A6C24CD5}" dt="2023-03-18T12:38:48.018" v="10" actId="20577"/>
          <ac:spMkLst>
            <pc:docMk/>
            <pc:sldMk cId="1385021277" sldId="256"/>
            <ac:spMk id="4" creationId="{B0B04478-59CB-DCC3-9EC8-DF5AE437110D}"/>
          </ac:spMkLst>
        </pc:spChg>
        <pc:spChg chg="add del">
          <ac:chgData name="志軒 簡" userId="5f287045bdc9c0f2" providerId="LiveId" clId="{4B530BA8-23F8-427A-9B0E-8076A6C24CD5}" dt="2023-03-18T12:40:00.846" v="15" actId="21"/>
          <ac:spMkLst>
            <pc:docMk/>
            <pc:sldMk cId="1385021277" sldId="256"/>
            <ac:spMk id="5" creationId="{383C3B5B-CCB9-9F84-FEE8-B9E934ABA620}"/>
          </ac:spMkLst>
        </pc:spChg>
        <pc:spChg chg="add del mod">
          <ac:chgData name="志軒 簡" userId="5f287045bdc9c0f2" providerId="LiveId" clId="{4B530BA8-23F8-427A-9B0E-8076A6C24CD5}" dt="2023-03-18T12:39:59.184" v="14" actId="21"/>
          <ac:spMkLst>
            <pc:docMk/>
            <pc:sldMk cId="1385021277" sldId="256"/>
            <ac:spMk id="6" creationId="{DB046610-82D4-4354-B405-F53A7B3D36A1}"/>
          </ac:spMkLst>
        </pc:spChg>
      </pc:sldChg>
    </pc:docChg>
  </pc:docChgLst>
  <pc:docChgLst>
    <pc:chgData name="志軒 簡" userId="5f287045bdc9c0f2" providerId="LiveId" clId="{C5EAB7EE-1199-4204-9F72-489E3A7794D6}"/>
    <pc:docChg chg="undo custSel addSld delSld modSld">
      <pc:chgData name="志軒 簡" userId="5f287045bdc9c0f2" providerId="LiveId" clId="{C5EAB7EE-1199-4204-9F72-489E3A7794D6}" dt="2023-02-04T15:20:06.085" v="723" actId="20577"/>
      <pc:docMkLst>
        <pc:docMk/>
      </pc:docMkLst>
      <pc:sldChg chg="modSp mod">
        <pc:chgData name="志軒 簡" userId="5f287045bdc9c0f2" providerId="LiveId" clId="{C5EAB7EE-1199-4204-9F72-489E3A7794D6}" dt="2023-02-04T13:39:51.245" v="89" actId="20577"/>
        <pc:sldMkLst>
          <pc:docMk/>
          <pc:sldMk cId="1385021277" sldId="256"/>
        </pc:sldMkLst>
        <pc:spChg chg="mod">
          <ac:chgData name="志軒 簡" userId="5f287045bdc9c0f2" providerId="LiveId" clId="{C5EAB7EE-1199-4204-9F72-489E3A7794D6}" dt="2023-02-04T13:24:43.951" v="0"/>
          <ac:spMkLst>
            <pc:docMk/>
            <pc:sldMk cId="1385021277" sldId="256"/>
            <ac:spMk id="2" creationId="{D07390EC-3505-4614-AC8B-E5220F3B9165}"/>
          </ac:spMkLst>
        </pc:spChg>
        <pc:spChg chg="mod">
          <ac:chgData name="志軒 簡" userId="5f287045bdc9c0f2" providerId="LiveId" clId="{C5EAB7EE-1199-4204-9F72-489E3A7794D6}" dt="2023-02-04T13:36:30.213" v="63" actId="20577"/>
          <ac:spMkLst>
            <pc:docMk/>
            <pc:sldMk cId="1385021277" sldId="256"/>
            <ac:spMk id="3" creationId="{6C88D9F7-F986-E365-FDC2-C6659A6332D8}"/>
          </ac:spMkLst>
        </pc:spChg>
        <pc:spChg chg="mod">
          <ac:chgData name="志軒 簡" userId="5f287045bdc9c0f2" providerId="LiveId" clId="{C5EAB7EE-1199-4204-9F72-489E3A7794D6}" dt="2023-02-04T13:39:51.245" v="89" actId="20577"/>
          <ac:spMkLst>
            <pc:docMk/>
            <pc:sldMk cId="1385021277" sldId="256"/>
            <ac:spMk id="4" creationId="{B0B04478-59CB-DCC3-9EC8-DF5AE437110D}"/>
          </ac:spMkLst>
        </pc:spChg>
      </pc:sldChg>
      <pc:sldChg chg="modSp mod">
        <pc:chgData name="志軒 簡" userId="5f287045bdc9c0f2" providerId="LiveId" clId="{C5EAB7EE-1199-4204-9F72-489E3A7794D6}" dt="2023-02-04T13:41:47.004" v="115" actId="255"/>
        <pc:sldMkLst>
          <pc:docMk/>
          <pc:sldMk cId="3121739123" sldId="258"/>
        </pc:sldMkLst>
        <pc:spChg chg="mod">
          <ac:chgData name="志軒 簡" userId="5f287045bdc9c0f2" providerId="LiveId" clId="{C5EAB7EE-1199-4204-9F72-489E3A7794D6}" dt="2023-02-04T13:41:47.004" v="115" actId="255"/>
          <ac:spMkLst>
            <pc:docMk/>
            <pc:sldMk cId="3121739123" sldId="258"/>
            <ac:spMk id="3" creationId="{AD20B566-6CC0-DA0E-6E4E-CF625178FFC2}"/>
          </ac:spMkLst>
        </pc:spChg>
      </pc:sldChg>
      <pc:sldChg chg="del">
        <pc:chgData name="志軒 簡" userId="5f287045bdc9c0f2" providerId="LiveId" clId="{C5EAB7EE-1199-4204-9F72-489E3A7794D6}" dt="2023-02-04T15:06:24.290" v="535" actId="2696"/>
        <pc:sldMkLst>
          <pc:docMk/>
          <pc:sldMk cId="3817648979" sldId="259"/>
        </pc:sldMkLst>
      </pc:sldChg>
      <pc:sldChg chg="del">
        <pc:chgData name="志軒 簡" userId="5f287045bdc9c0f2" providerId="LiveId" clId="{C5EAB7EE-1199-4204-9F72-489E3A7794D6}" dt="2023-02-04T15:06:36.369" v="541" actId="2696"/>
        <pc:sldMkLst>
          <pc:docMk/>
          <pc:sldMk cId="580562122" sldId="263"/>
        </pc:sldMkLst>
      </pc:sldChg>
      <pc:sldChg chg="del">
        <pc:chgData name="志軒 簡" userId="5f287045bdc9c0f2" providerId="LiveId" clId="{C5EAB7EE-1199-4204-9F72-489E3A7794D6}" dt="2023-02-04T15:06:26.235" v="536" actId="2696"/>
        <pc:sldMkLst>
          <pc:docMk/>
          <pc:sldMk cId="2504907974" sldId="264"/>
        </pc:sldMkLst>
      </pc:sldChg>
      <pc:sldChg chg="del">
        <pc:chgData name="志軒 簡" userId="5f287045bdc9c0f2" providerId="LiveId" clId="{C5EAB7EE-1199-4204-9F72-489E3A7794D6}" dt="2023-02-04T15:06:34.064" v="540" actId="2696"/>
        <pc:sldMkLst>
          <pc:docMk/>
          <pc:sldMk cId="34301090" sldId="265"/>
        </pc:sldMkLst>
      </pc:sldChg>
      <pc:sldChg chg="modSp mod">
        <pc:chgData name="志軒 簡" userId="5f287045bdc9c0f2" providerId="LiveId" clId="{C5EAB7EE-1199-4204-9F72-489E3A7794D6}" dt="2023-02-04T13:42:51.887" v="131" actId="20577"/>
        <pc:sldMkLst>
          <pc:docMk/>
          <pc:sldMk cId="2282206327" sldId="266"/>
        </pc:sldMkLst>
        <pc:spChg chg="mod">
          <ac:chgData name="志軒 簡" userId="5f287045bdc9c0f2" providerId="LiveId" clId="{C5EAB7EE-1199-4204-9F72-489E3A7794D6}" dt="2023-02-04T13:42:51.887" v="131" actId="20577"/>
          <ac:spMkLst>
            <pc:docMk/>
            <pc:sldMk cId="2282206327" sldId="266"/>
            <ac:spMk id="3" creationId="{AD20B566-6CC0-DA0E-6E4E-CF625178FFC2}"/>
          </ac:spMkLst>
        </pc:spChg>
      </pc:sldChg>
      <pc:sldChg chg="del">
        <pc:chgData name="志軒 簡" userId="5f287045bdc9c0f2" providerId="LiveId" clId="{C5EAB7EE-1199-4204-9F72-489E3A7794D6}" dt="2023-02-04T15:06:21.549" v="534" actId="2696"/>
        <pc:sldMkLst>
          <pc:docMk/>
          <pc:sldMk cId="4058994593" sldId="267"/>
        </pc:sldMkLst>
      </pc:sldChg>
      <pc:sldChg chg="del">
        <pc:chgData name="志軒 簡" userId="5f287045bdc9c0f2" providerId="LiveId" clId="{C5EAB7EE-1199-4204-9F72-489E3A7794D6}" dt="2023-02-04T15:06:28.265" v="537" actId="2696"/>
        <pc:sldMkLst>
          <pc:docMk/>
          <pc:sldMk cId="3612788729" sldId="268"/>
        </pc:sldMkLst>
      </pc:sldChg>
      <pc:sldChg chg="del">
        <pc:chgData name="志軒 簡" userId="5f287045bdc9c0f2" providerId="LiveId" clId="{C5EAB7EE-1199-4204-9F72-489E3A7794D6}" dt="2023-02-04T15:06:30.313" v="538" actId="2696"/>
        <pc:sldMkLst>
          <pc:docMk/>
          <pc:sldMk cId="1961067932" sldId="269"/>
        </pc:sldMkLst>
      </pc:sldChg>
      <pc:sldChg chg="del">
        <pc:chgData name="志軒 簡" userId="5f287045bdc9c0f2" providerId="LiveId" clId="{C5EAB7EE-1199-4204-9F72-489E3A7794D6}" dt="2023-02-04T15:06:32.250" v="539" actId="2696"/>
        <pc:sldMkLst>
          <pc:docMk/>
          <pc:sldMk cId="4291475252" sldId="270"/>
        </pc:sldMkLst>
      </pc:sldChg>
      <pc:sldChg chg="modSp add mod">
        <pc:chgData name="志軒 簡" userId="5f287045bdc9c0f2" providerId="LiveId" clId="{C5EAB7EE-1199-4204-9F72-489E3A7794D6}" dt="2023-02-04T13:44:01.156" v="145" actId="20577"/>
        <pc:sldMkLst>
          <pc:docMk/>
          <pc:sldMk cId="2785058486" sldId="271"/>
        </pc:sldMkLst>
        <pc:spChg chg="mod">
          <ac:chgData name="志軒 簡" userId="5f287045bdc9c0f2" providerId="LiveId" clId="{C5EAB7EE-1199-4204-9F72-489E3A7794D6}" dt="2023-02-04T13:44:01.156" v="145" actId="20577"/>
          <ac:spMkLst>
            <pc:docMk/>
            <pc:sldMk cId="2785058486" sldId="271"/>
            <ac:spMk id="3" creationId="{AD20B566-6CC0-DA0E-6E4E-CF625178FFC2}"/>
          </ac:spMkLst>
        </pc:spChg>
      </pc:sldChg>
      <pc:sldChg chg="addSp delSp modSp new mod">
        <pc:chgData name="志軒 簡" userId="5f287045bdc9c0f2" providerId="LiveId" clId="{C5EAB7EE-1199-4204-9F72-489E3A7794D6}" dt="2023-02-04T13:50:18.709" v="191" actId="1076"/>
        <pc:sldMkLst>
          <pc:docMk/>
          <pc:sldMk cId="642704896" sldId="272"/>
        </pc:sldMkLst>
        <pc:spChg chg="mod">
          <ac:chgData name="志軒 簡" userId="5f287045bdc9c0f2" providerId="LiveId" clId="{C5EAB7EE-1199-4204-9F72-489E3A7794D6}" dt="2023-02-04T13:45:57.238" v="178" actId="20577"/>
          <ac:spMkLst>
            <pc:docMk/>
            <pc:sldMk cId="642704896" sldId="272"/>
            <ac:spMk id="2" creationId="{A5B6BB3D-1737-57AE-F646-AFE24A6BC742}"/>
          </ac:spMkLst>
        </pc:spChg>
        <pc:spChg chg="del">
          <ac:chgData name="志軒 簡" userId="5f287045bdc9c0f2" providerId="LiveId" clId="{C5EAB7EE-1199-4204-9F72-489E3A7794D6}" dt="2023-02-04T13:46:34.318" v="179" actId="22"/>
          <ac:spMkLst>
            <pc:docMk/>
            <pc:sldMk cId="642704896" sldId="272"/>
            <ac:spMk id="3" creationId="{5484720C-8EB9-454B-FA4F-72709271B4AF}"/>
          </ac:spMkLst>
        </pc:spChg>
        <pc:picChg chg="add mod ord">
          <ac:chgData name="志軒 簡" userId="5f287045bdc9c0f2" providerId="LiveId" clId="{C5EAB7EE-1199-4204-9F72-489E3A7794D6}" dt="2023-02-04T13:46:35.644" v="180" actId="1076"/>
          <ac:picMkLst>
            <pc:docMk/>
            <pc:sldMk cId="642704896" sldId="272"/>
            <ac:picMk id="5" creationId="{AFFE02DE-F455-A8F0-5D14-BB5E34AD61C0}"/>
          </ac:picMkLst>
        </pc:picChg>
        <pc:picChg chg="add del mod">
          <ac:chgData name="志軒 簡" userId="5f287045bdc9c0f2" providerId="LiveId" clId="{C5EAB7EE-1199-4204-9F72-489E3A7794D6}" dt="2023-02-04T13:48:54.972" v="185" actId="21"/>
          <ac:picMkLst>
            <pc:docMk/>
            <pc:sldMk cId="642704896" sldId="272"/>
            <ac:picMk id="7" creationId="{10D0ECA1-8F99-A5BC-89E2-8D2D0A7AA7E3}"/>
          </ac:picMkLst>
        </pc:picChg>
        <pc:picChg chg="add mod">
          <ac:chgData name="志軒 簡" userId="5f287045bdc9c0f2" providerId="LiveId" clId="{C5EAB7EE-1199-4204-9F72-489E3A7794D6}" dt="2023-02-04T13:49:16.940" v="189" actId="1076"/>
          <ac:picMkLst>
            <pc:docMk/>
            <pc:sldMk cId="642704896" sldId="272"/>
            <ac:picMk id="9" creationId="{B97B3BD1-9934-2645-8695-6095C67A31CB}"/>
          </ac:picMkLst>
        </pc:picChg>
        <pc:picChg chg="add mod">
          <ac:chgData name="志軒 簡" userId="5f287045bdc9c0f2" providerId="LiveId" clId="{C5EAB7EE-1199-4204-9F72-489E3A7794D6}" dt="2023-02-04T13:50:18.709" v="191" actId="1076"/>
          <ac:picMkLst>
            <pc:docMk/>
            <pc:sldMk cId="642704896" sldId="272"/>
            <ac:picMk id="11" creationId="{4AD15F95-CDC2-D59A-4389-D1866E0AA495}"/>
          </ac:picMkLst>
        </pc:picChg>
      </pc:sldChg>
      <pc:sldChg chg="addSp delSp modSp new mod">
        <pc:chgData name="志軒 簡" userId="5f287045bdc9c0f2" providerId="LiveId" clId="{C5EAB7EE-1199-4204-9F72-489E3A7794D6}" dt="2023-02-04T15:06:12.447" v="533" actId="255"/>
        <pc:sldMkLst>
          <pc:docMk/>
          <pc:sldMk cId="3402406296" sldId="273"/>
        </pc:sldMkLst>
        <pc:spChg chg="del">
          <ac:chgData name="志軒 簡" userId="5f287045bdc9c0f2" providerId="LiveId" clId="{C5EAB7EE-1199-4204-9F72-489E3A7794D6}" dt="2023-02-04T13:52:16.505" v="195" actId="21"/>
          <ac:spMkLst>
            <pc:docMk/>
            <pc:sldMk cId="3402406296" sldId="273"/>
            <ac:spMk id="2" creationId="{25C4349B-C2FC-8A69-20DC-26C19E5B6A1B}"/>
          </ac:spMkLst>
        </pc:spChg>
        <pc:spChg chg="del">
          <ac:chgData name="志軒 簡" userId="5f287045bdc9c0f2" providerId="LiveId" clId="{C5EAB7EE-1199-4204-9F72-489E3A7794D6}" dt="2023-02-04T13:51:31.332" v="193" actId="22"/>
          <ac:spMkLst>
            <pc:docMk/>
            <pc:sldMk cId="3402406296" sldId="273"/>
            <ac:spMk id="3" creationId="{3FDFC094-1692-10CE-EB13-78BA101ACFC1}"/>
          </ac:spMkLst>
        </pc:spChg>
        <pc:spChg chg="add mod">
          <ac:chgData name="志軒 簡" userId="5f287045bdc9c0f2" providerId="LiveId" clId="{C5EAB7EE-1199-4204-9F72-489E3A7794D6}" dt="2023-02-04T15:03:27.579" v="499" actId="20577"/>
          <ac:spMkLst>
            <pc:docMk/>
            <pc:sldMk cId="3402406296" sldId="273"/>
            <ac:spMk id="15" creationId="{5495E3BA-3C68-BF7B-48F9-F386EC3C50A0}"/>
          </ac:spMkLst>
        </pc:spChg>
        <pc:spChg chg="add mod">
          <ac:chgData name="志軒 簡" userId="5f287045bdc9c0f2" providerId="LiveId" clId="{C5EAB7EE-1199-4204-9F72-489E3A7794D6}" dt="2023-02-04T15:06:12.447" v="533" actId="255"/>
          <ac:spMkLst>
            <pc:docMk/>
            <pc:sldMk cId="3402406296" sldId="273"/>
            <ac:spMk id="18" creationId="{674E5AED-1D7D-4AB5-1787-F7E730C201A0}"/>
          </ac:spMkLst>
        </pc:spChg>
        <pc:graphicFrameChg chg="add mod modGraphic">
          <ac:chgData name="志軒 簡" userId="5f287045bdc9c0f2" providerId="LiveId" clId="{C5EAB7EE-1199-4204-9F72-489E3A7794D6}" dt="2023-02-04T15:01:47.913" v="469" actId="1076"/>
          <ac:graphicFrameMkLst>
            <pc:docMk/>
            <pc:sldMk cId="3402406296" sldId="273"/>
            <ac:graphicFrameMk id="9" creationId="{8ADB3566-433D-21DC-26FC-00377DD4B648}"/>
          </ac:graphicFrameMkLst>
        </pc:graphicFrameChg>
        <pc:picChg chg="add mod ord">
          <ac:chgData name="志軒 簡" userId="5f287045bdc9c0f2" providerId="LiveId" clId="{C5EAB7EE-1199-4204-9F72-489E3A7794D6}" dt="2023-02-04T14:52:56.496" v="454" actId="1076"/>
          <ac:picMkLst>
            <pc:docMk/>
            <pc:sldMk cId="3402406296" sldId="273"/>
            <ac:picMk id="5" creationId="{951BCBD7-B3D4-EED4-29A2-8C46F10811EE}"/>
          </ac:picMkLst>
        </pc:picChg>
        <pc:picChg chg="add mod">
          <ac:chgData name="志軒 簡" userId="5f287045bdc9c0f2" providerId="LiveId" clId="{C5EAB7EE-1199-4204-9F72-489E3A7794D6}" dt="2023-02-04T15:01:20.257" v="468" actId="1076"/>
          <ac:picMkLst>
            <pc:docMk/>
            <pc:sldMk cId="3402406296" sldId="273"/>
            <ac:picMk id="7" creationId="{534BEBE9-74C0-8F89-7B7A-F13763A5AD75}"/>
          </ac:picMkLst>
        </pc:picChg>
        <pc:picChg chg="add mod">
          <ac:chgData name="志軒 簡" userId="5f287045bdc9c0f2" providerId="LiveId" clId="{C5EAB7EE-1199-4204-9F72-489E3A7794D6}" dt="2023-02-04T14:52:59.289" v="455" actId="14100"/>
          <ac:picMkLst>
            <pc:docMk/>
            <pc:sldMk cId="3402406296" sldId="273"/>
            <ac:picMk id="8" creationId="{8FBDCEA4-398C-675F-38EE-306C9CD5FDD6}"/>
          </ac:picMkLst>
        </pc:picChg>
        <pc:picChg chg="add del mod">
          <ac:chgData name="志軒 簡" userId="5f287045bdc9c0f2" providerId="LiveId" clId="{C5EAB7EE-1199-4204-9F72-489E3A7794D6}" dt="2023-02-04T15:00:00.380" v="464" actId="22"/>
          <ac:picMkLst>
            <pc:docMk/>
            <pc:sldMk cId="3402406296" sldId="273"/>
            <ac:picMk id="12" creationId="{9B18F9F1-3465-105D-889E-B496FD5524F8}"/>
          </ac:picMkLst>
        </pc:picChg>
        <pc:picChg chg="add mod">
          <ac:chgData name="志軒 簡" userId="5f287045bdc9c0f2" providerId="LiveId" clId="{C5EAB7EE-1199-4204-9F72-489E3A7794D6}" dt="2023-02-04T15:04:53.146" v="501" actId="1076"/>
          <ac:picMkLst>
            <pc:docMk/>
            <pc:sldMk cId="3402406296" sldId="273"/>
            <ac:picMk id="17" creationId="{77665BB5-CE57-4CB5-893D-E6361E5EC470}"/>
          </ac:picMkLst>
        </pc:picChg>
        <pc:inkChg chg="add del">
          <ac:chgData name="志軒 簡" userId="5f287045bdc9c0f2" providerId="LiveId" clId="{C5EAB7EE-1199-4204-9F72-489E3A7794D6}" dt="2023-02-04T15:00:09.324" v="466"/>
          <ac:inkMkLst>
            <pc:docMk/>
            <pc:sldMk cId="3402406296" sldId="273"/>
            <ac:inkMk id="10" creationId="{D018A162-D41A-6354-9A79-69ADCF749B92}"/>
          </ac:inkMkLst>
        </pc:inkChg>
        <pc:inkChg chg="add">
          <ac:chgData name="志軒 簡" userId="5f287045bdc9c0f2" providerId="LiveId" clId="{C5EAB7EE-1199-4204-9F72-489E3A7794D6}" dt="2023-02-04T15:01:16.663" v="467"/>
          <ac:inkMkLst>
            <pc:docMk/>
            <pc:sldMk cId="3402406296" sldId="273"/>
            <ac:inkMk id="13" creationId="{33E2E68D-660B-0EBC-02FB-19DA3760071B}"/>
          </ac:inkMkLst>
        </pc:inkChg>
        <pc:inkChg chg="add">
          <ac:chgData name="志軒 簡" userId="5f287045bdc9c0f2" providerId="LiveId" clId="{C5EAB7EE-1199-4204-9F72-489E3A7794D6}" dt="2023-02-04T15:02:25.814" v="470"/>
          <ac:inkMkLst>
            <pc:docMk/>
            <pc:sldMk cId="3402406296" sldId="273"/>
            <ac:inkMk id="14" creationId="{61A252F4-C77B-CA08-3538-DEA55D6BF848}"/>
          </ac:inkMkLst>
        </pc:inkChg>
      </pc:sldChg>
      <pc:sldChg chg="addSp delSp modSp new mod modNotesTx">
        <pc:chgData name="志軒 簡" userId="5f287045bdc9c0f2" providerId="LiveId" clId="{C5EAB7EE-1199-4204-9F72-489E3A7794D6}" dt="2023-02-04T15:20:06.085" v="723" actId="20577"/>
        <pc:sldMkLst>
          <pc:docMk/>
          <pc:sldMk cId="1019971336" sldId="274"/>
        </pc:sldMkLst>
        <pc:spChg chg="del">
          <ac:chgData name="志軒 簡" userId="5f287045bdc9c0f2" providerId="LiveId" clId="{C5EAB7EE-1199-4204-9F72-489E3A7794D6}" dt="2023-02-04T14:30:44.688" v="199" actId="22"/>
          <ac:spMkLst>
            <pc:docMk/>
            <pc:sldMk cId="1019971336" sldId="274"/>
            <ac:spMk id="3" creationId="{3D0E8A7D-D7DC-050C-A40A-00F0ABEC858E}"/>
          </ac:spMkLst>
        </pc:spChg>
        <pc:graphicFrameChg chg="add del mod">
          <ac:chgData name="志軒 簡" userId="5f287045bdc9c0f2" providerId="LiveId" clId="{C5EAB7EE-1199-4204-9F72-489E3A7794D6}" dt="2023-02-04T14:31:46.239" v="203" actId="21"/>
          <ac:graphicFrameMkLst>
            <pc:docMk/>
            <pc:sldMk cId="1019971336" sldId="274"/>
            <ac:graphicFrameMk id="6" creationId="{F1255616-3900-98A5-F4BF-C04F928D8200}"/>
          </ac:graphicFrameMkLst>
        </pc:graphicFrameChg>
        <pc:graphicFrameChg chg="add mod modGraphic">
          <ac:chgData name="志軒 簡" userId="5f287045bdc9c0f2" providerId="LiveId" clId="{C5EAB7EE-1199-4204-9F72-489E3A7794D6}" dt="2023-02-04T14:39:36.127" v="289" actId="1076"/>
          <ac:graphicFrameMkLst>
            <pc:docMk/>
            <pc:sldMk cId="1019971336" sldId="274"/>
            <ac:graphicFrameMk id="7" creationId="{A5BB612D-015C-2AE4-C301-295F4F32D919}"/>
          </ac:graphicFrameMkLst>
        </pc:graphicFrameChg>
        <pc:picChg chg="add mod ord">
          <ac:chgData name="志軒 簡" userId="5f287045bdc9c0f2" providerId="LiveId" clId="{C5EAB7EE-1199-4204-9F72-489E3A7794D6}" dt="2023-02-04T14:39:25.063" v="288" actId="1076"/>
          <ac:picMkLst>
            <pc:docMk/>
            <pc:sldMk cId="1019971336" sldId="274"/>
            <ac:picMk id="5" creationId="{7B20064C-25FE-0E1F-1443-9AE2DCC507E9}"/>
          </ac:picMkLst>
        </pc:picChg>
        <pc:picChg chg="add mod">
          <ac:chgData name="志軒 簡" userId="5f287045bdc9c0f2" providerId="LiveId" clId="{C5EAB7EE-1199-4204-9F72-489E3A7794D6}" dt="2023-02-04T14:35:48.881" v="278" actId="1076"/>
          <ac:picMkLst>
            <pc:docMk/>
            <pc:sldMk cId="1019971336" sldId="274"/>
            <ac:picMk id="9" creationId="{215F0BE0-E883-F4E5-A628-C551B2C1F5B8}"/>
          </ac:picMkLst>
        </pc:picChg>
        <pc:picChg chg="add mod">
          <ac:chgData name="志軒 簡" userId="5f287045bdc9c0f2" providerId="LiveId" clId="{C5EAB7EE-1199-4204-9F72-489E3A7794D6}" dt="2023-02-04T14:39:39.112" v="290" actId="1076"/>
          <ac:picMkLst>
            <pc:docMk/>
            <pc:sldMk cId="1019971336" sldId="274"/>
            <ac:picMk id="10" creationId="{BDC1E1C8-F01A-793C-2CFB-6B1F873FBFE3}"/>
          </ac:picMkLst>
        </pc:picChg>
      </pc:sldChg>
      <pc:sldChg chg="addSp delSp modSp new mod">
        <pc:chgData name="志軒 簡" userId="5f287045bdc9c0f2" providerId="LiveId" clId="{C5EAB7EE-1199-4204-9F72-489E3A7794D6}" dt="2023-02-04T15:07:42.305" v="571" actId="14100"/>
        <pc:sldMkLst>
          <pc:docMk/>
          <pc:sldMk cId="1079288434" sldId="275"/>
        </pc:sldMkLst>
        <pc:spChg chg="mod">
          <ac:chgData name="志軒 簡" userId="5f287045bdc9c0f2" providerId="LiveId" clId="{C5EAB7EE-1199-4204-9F72-489E3A7794D6}" dt="2023-02-04T15:07:19.531" v="568" actId="20577"/>
          <ac:spMkLst>
            <pc:docMk/>
            <pc:sldMk cId="1079288434" sldId="275"/>
            <ac:spMk id="2" creationId="{F43A5893-63B5-A832-9899-A4962804607B}"/>
          </ac:spMkLst>
        </pc:spChg>
        <pc:spChg chg="del">
          <ac:chgData name="志軒 簡" userId="5f287045bdc9c0f2" providerId="LiveId" clId="{C5EAB7EE-1199-4204-9F72-489E3A7794D6}" dt="2023-02-04T15:07:39.371" v="569" actId="22"/>
          <ac:spMkLst>
            <pc:docMk/>
            <pc:sldMk cId="1079288434" sldId="275"/>
            <ac:spMk id="3" creationId="{FDF2DBD0-611A-B79E-60AC-9D52067353B4}"/>
          </ac:spMkLst>
        </pc:spChg>
        <pc:picChg chg="add mod ord">
          <ac:chgData name="志軒 簡" userId="5f287045bdc9c0f2" providerId="LiveId" clId="{C5EAB7EE-1199-4204-9F72-489E3A7794D6}" dt="2023-02-04T15:07:42.305" v="571" actId="14100"/>
          <ac:picMkLst>
            <pc:docMk/>
            <pc:sldMk cId="1079288434" sldId="275"/>
            <ac:picMk id="5" creationId="{B9847434-BC8A-9679-118E-9467629F5F43}"/>
          </ac:picMkLst>
        </pc:picChg>
      </pc:sldChg>
      <pc:sldChg chg="addSp delSp modSp new mod modNotesTx">
        <pc:chgData name="志軒 簡" userId="5f287045bdc9c0f2" providerId="LiveId" clId="{C5EAB7EE-1199-4204-9F72-489E3A7794D6}" dt="2023-02-04T15:18:15.300" v="682" actId="20577"/>
        <pc:sldMkLst>
          <pc:docMk/>
          <pc:sldMk cId="3373762246" sldId="276"/>
        </pc:sldMkLst>
        <pc:spChg chg="mod">
          <ac:chgData name="志軒 簡" userId="5f287045bdc9c0f2" providerId="LiveId" clId="{C5EAB7EE-1199-4204-9F72-489E3A7794D6}" dt="2023-02-04T15:10:12.580" v="592" actId="20577"/>
          <ac:spMkLst>
            <pc:docMk/>
            <pc:sldMk cId="3373762246" sldId="276"/>
            <ac:spMk id="2" creationId="{2B513255-7B84-8F1F-1EF7-A56C4D28C03D}"/>
          </ac:spMkLst>
        </pc:spChg>
        <pc:spChg chg="del">
          <ac:chgData name="志軒 簡" userId="5f287045bdc9c0f2" providerId="LiveId" clId="{C5EAB7EE-1199-4204-9F72-489E3A7794D6}" dt="2023-02-04T15:09:13.197" v="573" actId="22"/>
          <ac:spMkLst>
            <pc:docMk/>
            <pc:sldMk cId="3373762246" sldId="276"/>
            <ac:spMk id="3" creationId="{7265122E-13AC-285C-719D-C4BC64007FB1}"/>
          </ac:spMkLst>
        </pc:spChg>
        <pc:picChg chg="add mod ord">
          <ac:chgData name="志軒 簡" userId="5f287045bdc9c0f2" providerId="LiveId" clId="{C5EAB7EE-1199-4204-9F72-489E3A7794D6}" dt="2023-02-04T15:15:20.842" v="601" actId="1076"/>
          <ac:picMkLst>
            <pc:docMk/>
            <pc:sldMk cId="3373762246" sldId="276"/>
            <ac:picMk id="5" creationId="{D0C567A5-93E2-D7D5-E6AD-31C1F52F6405}"/>
          </ac:picMkLst>
        </pc:picChg>
        <pc:picChg chg="add del mod">
          <ac:chgData name="志軒 簡" userId="5f287045bdc9c0f2" providerId="LiveId" clId="{C5EAB7EE-1199-4204-9F72-489E3A7794D6}" dt="2023-02-04T15:14:14.101" v="593" actId="21"/>
          <ac:picMkLst>
            <pc:docMk/>
            <pc:sldMk cId="3373762246" sldId="276"/>
            <ac:picMk id="7" creationId="{8F3C0827-02A2-9C87-E749-08F50DB826B5}"/>
          </ac:picMkLst>
        </pc:picChg>
        <pc:picChg chg="add mod">
          <ac:chgData name="志軒 簡" userId="5f287045bdc9c0f2" providerId="LiveId" clId="{C5EAB7EE-1199-4204-9F72-489E3A7794D6}" dt="2023-02-04T15:15:31.170" v="604" actId="1076"/>
          <ac:picMkLst>
            <pc:docMk/>
            <pc:sldMk cId="3373762246" sldId="276"/>
            <ac:picMk id="9" creationId="{2E569D5D-3514-95C7-F1D1-041A75268934}"/>
          </ac:picMkLst>
        </pc:picChg>
        <pc:picChg chg="add mod">
          <ac:chgData name="志軒 簡" userId="5f287045bdc9c0f2" providerId="LiveId" clId="{C5EAB7EE-1199-4204-9F72-489E3A7794D6}" dt="2023-02-04T15:15:39.659" v="606" actId="14100"/>
          <ac:picMkLst>
            <pc:docMk/>
            <pc:sldMk cId="3373762246" sldId="276"/>
            <ac:picMk id="11" creationId="{EA69A62A-8EAA-DAE3-2E05-6418EDF9196C}"/>
          </ac:picMkLst>
        </pc:picChg>
      </pc:sldChg>
    </pc:docChg>
  </pc:docChgLst>
  <pc:docChgLst>
    <pc:chgData name="志軒 簡" userId="5f287045bdc9c0f2" providerId="LiveId" clId="{5111929B-D3CC-4F9A-998E-62B64C49E20B}"/>
    <pc:docChg chg="undo custSel addSld delSld modSld">
      <pc:chgData name="志軒 簡" userId="5f287045bdc9c0f2" providerId="LiveId" clId="{5111929B-D3CC-4F9A-998E-62B64C49E20B}" dt="2023-03-20T02:35:55.229" v="242" actId="1076"/>
      <pc:docMkLst>
        <pc:docMk/>
      </pc:docMkLst>
      <pc:sldChg chg="modSp mod">
        <pc:chgData name="志軒 簡" userId="5f287045bdc9c0f2" providerId="LiveId" clId="{5111929B-D3CC-4F9A-998E-62B64C49E20B}" dt="2023-03-18T12:51:54.902" v="82" actId="2711"/>
        <pc:sldMkLst>
          <pc:docMk/>
          <pc:sldMk cId="3121739123" sldId="258"/>
        </pc:sldMkLst>
        <pc:spChg chg="mod">
          <ac:chgData name="志軒 簡" userId="5f287045bdc9c0f2" providerId="LiveId" clId="{5111929B-D3CC-4F9A-998E-62B64C49E20B}" dt="2023-03-18T12:51:54.902" v="82" actId="2711"/>
          <ac:spMkLst>
            <pc:docMk/>
            <pc:sldMk cId="3121739123" sldId="258"/>
            <ac:spMk id="3" creationId="{AD20B566-6CC0-DA0E-6E4E-CF625178FFC2}"/>
          </ac:spMkLst>
        </pc:spChg>
      </pc:sldChg>
      <pc:sldChg chg="modSp mod">
        <pc:chgData name="志軒 簡" userId="5f287045bdc9c0f2" providerId="LiveId" clId="{5111929B-D3CC-4F9A-998E-62B64C49E20B}" dt="2023-03-18T12:45:36.346" v="27"/>
        <pc:sldMkLst>
          <pc:docMk/>
          <pc:sldMk cId="2282206327" sldId="266"/>
        </pc:sldMkLst>
        <pc:spChg chg="mod">
          <ac:chgData name="志軒 簡" userId="5f287045bdc9c0f2" providerId="LiveId" clId="{5111929B-D3CC-4F9A-998E-62B64C49E20B}" dt="2023-03-18T12:45:36.346" v="27"/>
          <ac:spMkLst>
            <pc:docMk/>
            <pc:sldMk cId="2282206327" sldId="266"/>
            <ac:spMk id="3" creationId="{AD20B566-6CC0-DA0E-6E4E-CF625178FFC2}"/>
          </ac:spMkLst>
        </pc:spChg>
      </pc:sldChg>
      <pc:sldChg chg="del">
        <pc:chgData name="志軒 簡" userId="5f287045bdc9c0f2" providerId="LiveId" clId="{5111929B-D3CC-4F9A-998E-62B64C49E20B}" dt="2023-03-18T12:45:56.192" v="28" actId="2696"/>
        <pc:sldMkLst>
          <pc:docMk/>
          <pc:sldMk cId="2785058486" sldId="271"/>
        </pc:sldMkLst>
      </pc:sldChg>
      <pc:sldChg chg="addSp delSp modSp mod">
        <pc:chgData name="志軒 簡" userId="5f287045bdc9c0f2" providerId="LiveId" clId="{5111929B-D3CC-4F9A-998E-62B64C49E20B}" dt="2023-03-18T12:51:41.023" v="81" actId="255"/>
        <pc:sldMkLst>
          <pc:docMk/>
          <pc:sldMk cId="642704896" sldId="272"/>
        </pc:sldMkLst>
        <pc:spChg chg="mod">
          <ac:chgData name="志軒 簡" userId="5f287045bdc9c0f2" providerId="LiveId" clId="{5111929B-D3CC-4F9A-998E-62B64C49E20B}" dt="2023-03-18T12:51:24.012" v="78" actId="2711"/>
          <ac:spMkLst>
            <pc:docMk/>
            <pc:sldMk cId="642704896" sldId="272"/>
            <ac:spMk id="2" creationId="{A5B6BB3D-1737-57AE-F646-AFE24A6BC742}"/>
          </ac:spMkLst>
        </pc:spChg>
        <pc:spChg chg="add mod">
          <ac:chgData name="志軒 簡" userId="5f287045bdc9c0f2" providerId="LiveId" clId="{5111929B-D3CC-4F9A-998E-62B64C49E20B}" dt="2023-03-18T12:51:41.023" v="81" actId="255"/>
          <ac:spMkLst>
            <pc:docMk/>
            <pc:sldMk cId="642704896" sldId="272"/>
            <ac:spMk id="3" creationId="{4590F82F-5019-C2DA-62C7-B3EE44AF6EE6}"/>
          </ac:spMkLst>
        </pc:spChg>
        <pc:picChg chg="del">
          <ac:chgData name="志軒 簡" userId="5f287045bdc9c0f2" providerId="LiveId" clId="{5111929B-D3CC-4F9A-998E-62B64C49E20B}" dt="2023-03-18T12:48:03.510" v="29" actId="21"/>
          <ac:picMkLst>
            <pc:docMk/>
            <pc:sldMk cId="642704896" sldId="272"/>
            <ac:picMk id="9" creationId="{B97B3BD1-9934-2645-8695-6095C67A31CB}"/>
          </ac:picMkLst>
        </pc:picChg>
        <pc:picChg chg="del">
          <ac:chgData name="志軒 簡" userId="5f287045bdc9c0f2" providerId="LiveId" clId="{5111929B-D3CC-4F9A-998E-62B64C49E20B}" dt="2023-03-18T12:48:04.990" v="30" actId="21"/>
          <ac:picMkLst>
            <pc:docMk/>
            <pc:sldMk cId="642704896" sldId="272"/>
            <ac:picMk id="11" creationId="{4AD15F95-CDC2-D59A-4389-D1866E0AA495}"/>
          </ac:picMkLst>
        </pc:picChg>
      </pc:sldChg>
      <pc:sldChg chg="del">
        <pc:chgData name="志軒 簡" userId="5f287045bdc9c0f2" providerId="LiveId" clId="{5111929B-D3CC-4F9A-998E-62B64C49E20B}" dt="2023-03-18T13:13:13.712" v="199" actId="2696"/>
        <pc:sldMkLst>
          <pc:docMk/>
          <pc:sldMk cId="3402406296" sldId="273"/>
        </pc:sldMkLst>
      </pc:sldChg>
      <pc:sldChg chg="del">
        <pc:chgData name="志軒 簡" userId="5f287045bdc9c0f2" providerId="LiveId" clId="{5111929B-D3CC-4F9A-998E-62B64C49E20B}" dt="2023-03-18T13:13:10.413" v="198" actId="2696"/>
        <pc:sldMkLst>
          <pc:docMk/>
          <pc:sldMk cId="1019971336" sldId="274"/>
        </pc:sldMkLst>
      </pc:sldChg>
      <pc:sldChg chg="del">
        <pc:chgData name="志軒 簡" userId="5f287045bdc9c0f2" providerId="LiveId" clId="{5111929B-D3CC-4F9A-998E-62B64C49E20B}" dt="2023-03-18T13:13:15.759" v="200" actId="2696"/>
        <pc:sldMkLst>
          <pc:docMk/>
          <pc:sldMk cId="1079288434" sldId="275"/>
        </pc:sldMkLst>
      </pc:sldChg>
      <pc:sldChg chg="del">
        <pc:chgData name="志軒 簡" userId="5f287045bdc9c0f2" providerId="LiveId" clId="{5111929B-D3CC-4F9A-998E-62B64C49E20B}" dt="2023-03-18T13:13:18.383" v="201" actId="2696"/>
        <pc:sldMkLst>
          <pc:docMk/>
          <pc:sldMk cId="3373762246" sldId="276"/>
        </pc:sldMkLst>
      </pc:sldChg>
      <pc:sldChg chg="addSp delSp modSp new mod">
        <pc:chgData name="志軒 簡" userId="5f287045bdc9c0f2" providerId="LiveId" clId="{5111929B-D3CC-4F9A-998E-62B64C49E20B}" dt="2023-03-20T02:31:37.277" v="222" actId="1076"/>
        <pc:sldMkLst>
          <pc:docMk/>
          <pc:sldMk cId="3446850776" sldId="277"/>
        </pc:sldMkLst>
        <pc:spChg chg="mod">
          <ac:chgData name="志軒 簡" userId="5f287045bdc9c0f2" providerId="LiveId" clId="{5111929B-D3CC-4F9A-998E-62B64C49E20B}" dt="2023-03-18T12:51:13.585" v="77" actId="113"/>
          <ac:spMkLst>
            <pc:docMk/>
            <pc:sldMk cId="3446850776" sldId="277"/>
            <ac:spMk id="2" creationId="{92F91D87-A1E7-DD1D-358D-A0758761113C}"/>
          </ac:spMkLst>
        </pc:spChg>
        <pc:spChg chg="del">
          <ac:chgData name="志軒 簡" userId="5f287045bdc9c0f2" providerId="LiveId" clId="{5111929B-D3CC-4F9A-998E-62B64C49E20B}" dt="2023-03-18T12:52:14.766" v="83" actId="22"/>
          <ac:spMkLst>
            <pc:docMk/>
            <pc:sldMk cId="3446850776" sldId="277"/>
            <ac:spMk id="3" creationId="{CBAD658E-C872-6391-FFB8-CAAD45A5A0C9}"/>
          </ac:spMkLst>
        </pc:spChg>
        <pc:picChg chg="add del mod">
          <ac:chgData name="志軒 簡" userId="5f287045bdc9c0f2" providerId="LiveId" clId="{5111929B-D3CC-4F9A-998E-62B64C49E20B}" dt="2023-03-20T02:29:46.532" v="214" actId="21"/>
          <ac:picMkLst>
            <pc:docMk/>
            <pc:sldMk cId="3446850776" sldId="277"/>
            <ac:picMk id="4" creationId="{1204BAD1-1D02-CB38-C149-E7445E6C1E93}"/>
          </ac:picMkLst>
        </pc:picChg>
        <pc:picChg chg="add mod ord">
          <ac:chgData name="志軒 簡" userId="5f287045bdc9c0f2" providerId="LiveId" clId="{5111929B-D3CC-4F9A-998E-62B64C49E20B}" dt="2023-03-20T02:31:13.157" v="218" actId="1076"/>
          <ac:picMkLst>
            <pc:docMk/>
            <pc:sldMk cId="3446850776" sldId="277"/>
            <ac:picMk id="5" creationId="{9A8ECF09-E585-6A9D-D197-79A4C533FF01}"/>
          </ac:picMkLst>
        </pc:picChg>
        <pc:picChg chg="add del mod">
          <ac:chgData name="志軒 簡" userId="5f287045bdc9c0f2" providerId="LiveId" clId="{5111929B-D3CC-4F9A-998E-62B64C49E20B}" dt="2023-03-20T02:29:19.619" v="205" actId="21"/>
          <ac:picMkLst>
            <pc:docMk/>
            <pc:sldMk cId="3446850776" sldId="277"/>
            <ac:picMk id="6" creationId="{9776571E-45A4-E545-B42A-9AA3CA3FB30E}"/>
          </ac:picMkLst>
        </pc:picChg>
        <pc:picChg chg="add del mod">
          <ac:chgData name="志軒 簡" userId="5f287045bdc9c0f2" providerId="LiveId" clId="{5111929B-D3CC-4F9A-998E-62B64C49E20B}" dt="2023-03-20T02:29:23.388" v="207" actId="21"/>
          <ac:picMkLst>
            <pc:docMk/>
            <pc:sldMk cId="3446850776" sldId="277"/>
            <ac:picMk id="7" creationId="{91132DD5-AE2F-B53F-38B3-39ACB92BE6C0}"/>
          </ac:picMkLst>
        </pc:picChg>
        <pc:picChg chg="add mod">
          <ac:chgData name="志軒 簡" userId="5f287045bdc9c0f2" providerId="LiveId" clId="{5111929B-D3CC-4F9A-998E-62B64C49E20B}" dt="2023-03-20T02:29:41.692" v="213" actId="14100"/>
          <ac:picMkLst>
            <pc:docMk/>
            <pc:sldMk cId="3446850776" sldId="277"/>
            <ac:picMk id="8" creationId="{85B0DF81-D8E5-F8C6-E64A-ACC07BF1CD09}"/>
          </ac:picMkLst>
        </pc:picChg>
        <pc:picChg chg="add mod">
          <ac:chgData name="志軒 簡" userId="5f287045bdc9c0f2" providerId="LiveId" clId="{5111929B-D3CC-4F9A-998E-62B64C49E20B}" dt="2023-03-20T02:31:33.261" v="221" actId="1076"/>
          <ac:picMkLst>
            <pc:docMk/>
            <pc:sldMk cId="3446850776" sldId="277"/>
            <ac:picMk id="9" creationId="{937AA874-597B-43F7-D7FB-96FA291362E2}"/>
          </ac:picMkLst>
        </pc:picChg>
        <pc:picChg chg="add mod">
          <ac:chgData name="志軒 簡" userId="5f287045bdc9c0f2" providerId="LiveId" clId="{5111929B-D3CC-4F9A-998E-62B64C49E20B}" dt="2023-03-20T02:31:37.277" v="222" actId="1076"/>
          <ac:picMkLst>
            <pc:docMk/>
            <pc:sldMk cId="3446850776" sldId="277"/>
            <ac:picMk id="10" creationId="{BFBFE876-0257-7ADF-3DD7-EEBB7BE7501E}"/>
          </ac:picMkLst>
        </pc:picChg>
      </pc:sldChg>
      <pc:sldChg chg="addSp delSp modSp new mod">
        <pc:chgData name="志軒 簡" userId="5f287045bdc9c0f2" providerId="LiveId" clId="{5111929B-D3CC-4F9A-998E-62B64C49E20B}" dt="2023-03-20T02:35:55.229" v="242" actId="1076"/>
        <pc:sldMkLst>
          <pc:docMk/>
          <pc:sldMk cId="35845588" sldId="278"/>
        </pc:sldMkLst>
        <pc:spChg chg="add mod">
          <ac:chgData name="志軒 簡" userId="5f287045bdc9c0f2" providerId="LiveId" clId="{5111929B-D3CC-4F9A-998E-62B64C49E20B}" dt="2023-03-20T02:35:55.229" v="242" actId="1076"/>
          <ac:spMkLst>
            <pc:docMk/>
            <pc:sldMk cId="35845588" sldId="278"/>
            <ac:spMk id="3" creationId="{8E019BF9-5B21-3C44-46AD-11864F24D095}"/>
          </ac:spMkLst>
        </pc:spChg>
        <pc:spChg chg="del">
          <ac:chgData name="志軒 簡" userId="5f287045bdc9c0f2" providerId="LiveId" clId="{5111929B-D3CC-4F9A-998E-62B64C49E20B}" dt="2023-03-18T12:53:53.418" v="92" actId="22"/>
          <ac:spMkLst>
            <pc:docMk/>
            <pc:sldMk cId="35845588" sldId="278"/>
            <ac:spMk id="3" creationId="{D7700400-034C-349C-3522-5C964AA652EF}"/>
          </ac:spMkLst>
        </pc:spChg>
        <pc:picChg chg="add mod ord">
          <ac:chgData name="志軒 簡" userId="5f287045bdc9c0f2" providerId="LiveId" clId="{5111929B-D3CC-4F9A-998E-62B64C49E20B}" dt="2023-03-18T12:54:32.784" v="97" actId="1076"/>
          <ac:picMkLst>
            <pc:docMk/>
            <pc:sldMk cId="35845588" sldId="278"/>
            <ac:picMk id="5" creationId="{28018582-EA03-5117-2B75-7D19DAE16726}"/>
          </ac:picMkLst>
        </pc:picChg>
        <pc:picChg chg="add del mod">
          <ac:chgData name="志軒 簡" userId="5f287045bdc9c0f2" providerId="LiveId" clId="{5111929B-D3CC-4F9A-998E-62B64C49E20B}" dt="2023-03-18T12:57:02.233" v="114" actId="21"/>
          <ac:picMkLst>
            <pc:docMk/>
            <pc:sldMk cId="35845588" sldId="278"/>
            <ac:picMk id="7" creationId="{AED3C919-5A34-7896-FCDA-547765FC7EC4}"/>
          </ac:picMkLst>
        </pc:picChg>
        <pc:picChg chg="add del mod">
          <ac:chgData name="志軒 簡" userId="5f287045bdc9c0f2" providerId="LiveId" clId="{5111929B-D3CC-4F9A-998E-62B64C49E20B}" dt="2023-03-18T13:00:23.800" v="143" actId="21"/>
          <ac:picMkLst>
            <pc:docMk/>
            <pc:sldMk cId="35845588" sldId="278"/>
            <ac:picMk id="9" creationId="{7AFE2283-7498-A386-4CD0-236F241A23BA}"/>
          </ac:picMkLst>
        </pc:picChg>
        <pc:picChg chg="add del mod">
          <ac:chgData name="志軒 簡" userId="5f287045bdc9c0f2" providerId="LiveId" clId="{5111929B-D3CC-4F9A-998E-62B64C49E20B}" dt="2023-03-18T12:58:09.625" v="128" actId="21"/>
          <ac:picMkLst>
            <pc:docMk/>
            <pc:sldMk cId="35845588" sldId="278"/>
            <ac:picMk id="11" creationId="{3AA83F86-E51D-D91C-604E-9ADA224012E5}"/>
          </ac:picMkLst>
        </pc:picChg>
        <pc:picChg chg="add del mod">
          <ac:chgData name="志軒 簡" userId="5f287045bdc9c0f2" providerId="LiveId" clId="{5111929B-D3CC-4F9A-998E-62B64C49E20B}" dt="2023-03-18T13:00:19.839" v="141" actId="21"/>
          <ac:picMkLst>
            <pc:docMk/>
            <pc:sldMk cId="35845588" sldId="278"/>
            <ac:picMk id="13" creationId="{C3EF0621-885D-97BC-C50C-7C312DC22AF6}"/>
          </ac:picMkLst>
        </pc:picChg>
        <pc:picChg chg="add del mod">
          <ac:chgData name="志軒 簡" userId="5f287045bdc9c0f2" providerId="LiveId" clId="{5111929B-D3CC-4F9A-998E-62B64C49E20B}" dt="2023-03-18T13:00:21.887" v="142" actId="21"/>
          <ac:picMkLst>
            <pc:docMk/>
            <pc:sldMk cId="35845588" sldId="278"/>
            <ac:picMk id="15" creationId="{ACAC472E-71CB-20CE-C900-DFF8AF10EF50}"/>
          </ac:picMkLst>
        </pc:picChg>
        <pc:picChg chg="add mod">
          <ac:chgData name="志軒 簡" userId="5f287045bdc9c0f2" providerId="LiveId" clId="{5111929B-D3CC-4F9A-998E-62B64C49E20B}" dt="2023-03-18T13:01:26.817" v="154" actId="14100"/>
          <ac:picMkLst>
            <pc:docMk/>
            <pc:sldMk cId="35845588" sldId="278"/>
            <ac:picMk id="17" creationId="{48DC4E78-1321-46D9-93A5-5C125F730B4A}"/>
          </ac:picMkLst>
        </pc:picChg>
        <pc:picChg chg="add mod">
          <ac:chgData name="志軒 簡" userId="5f287045bdc9c0f2" providerId="LiveId" clId="{5111929B-D3CC-4F9A-998E-62B64C49E20B}" dt="2023-03-18T13:02:20.600" v="163" actId="1076"/>
          <ac:picMkLst>
            <pc:docMk/>
            <pc:sldMk cId="35845588" sldId="278"/>
            <ac:picMk id="19" creationId="{DC77C864-98FA-E39B-B84E-73E74F151689}"/>
          </ac:picMkLst>
        </pc:picChg>
        <pc:picChg chg="add mod">
          <ac:chgData name="志軒 簡" userId="5f287045bdc9c0f2" providerId="LiveId" clId="{5111929B-D3CC-4F9A-998E-62B64C49E20B}" dt="2023-03-20T02:26:36.078" v="202" actId="1076"/>
          <ac:picMkLst>
            <pc:docMk/>
            <pc:sldMk cId="35845588" sldId="278"/>
            <ac:picMk id="21" creationId="{C7990694-DA8F-13B7-EF03-090DA1D7C129}"/>
          </ac:picMkLst>
        </pc:picChg>
      </pc:sldChg>
      <pc:sldChg chg="addSp delSp modSp new mod">
        <pc:chgData name="志軒 簡" userId="5f287045bdc9c0f2" providerId="LiveId" clId="{5111929B-D3CC-4F9A-998E-62B64C49E20B}" dt="2023-03-18T13:08:15.808" v="185" actId="14100"/>
        <pc:sldMkLst>
          <pc:docMk/>
          <pc:sldMk cId="2547722241" sldId="279"/>
        </pc:sldMkLst>
        <pc:spChg chg="mod">
          <ac:chgData name="志軒 簡" userId="5f287045bdc9c0f2" providerId="LiveId" clId="{5111929B-D3CC-4F9A-998E-62B64C49E20B}" dt="2023-03-18T13:06:30.439" v="171" actId="2711"/>
          <ac:spMkLst>
            <pc:docMk/>
            <pc:sldMk cId="2547722241" sldId="279"/>
            <ac:spMk id="2" creationId="{D906F465-0B21-FF94-F5DA-1B9214F7458D}"/>
          </ac:spMkLst>
        </pc:spChg>
        <pc:spChg chg="del">
          <ac:chgData name="志軒 簡" userId="5f287045bdc9c0f2" providerId="LiveId" clId="{5111929B-D3CC-4F9A-998E-62B64C49E20B}" dt="2023-03-18T13:07:26.917" v="172" actId="22"/>
          <ac:spMkLst>
            <pc:docMk/>
            <pc:sldMk cId="2547722241" sldId="279"/>
            <ac:spMk id="3" creationId="{118C8305-BA9F-4A8C-3662-BCC431F48F21}"/>
          </ac:spMkLst>
        </pc:spChg>
        <pc:picChg chg="add mod ord">
          <ac:chgData name="志軒 簡" userId="5f287045bdc9c0f2" providerId="LiveId" clId="{5111929B-D3CC-4F9A-998E-62B64C49E20B}" dt="2023-03-18T13:07:47.816" v="178" actId="1076"/>
          <ac:picMkLst>
            <pc:docMk/>
            <pc:sldMk cId="2547722241" sldId="279"/>
            <ac:picMk id="5" creationId="{452A5080-35B9-154E-EDFB-906B2E2F06AB}"/>
          </ac:picMkLst>
        </pc:picChg>
        <pc:picChg chg="add mod">
          <ac:chgData name="志軒 簡" userId="5f287045bdc9c0f2" providerId="LiveId" clId="{5111929B-D3CC-4F9A-998E-62B64C49E20B}" dt="2023-03-18T13:07:52.416" v="180" actId="1076"/>
          <ac:picMkLst>
            <pc:docMk/>
            <pc:sldMk cId="2547722241" sldId="279"/>
            <ac:picMk id="7" creationId="{E4020C3B-C191-8BC9-7C3F-86AA39440FD8}"/>
          </ac:picMkLst>
        </pc:picChg>
        <pc:picChg chg="add mod">
          <ac:chgData name="志軒 簡" userId="5f287045bdc9c0f2" providerId="LiveId" clId="{5111929B-D3CC-4F9A-998E-62B64C49E20B}" dt="2023-03-18T13:08:15.808" v="185" actId="14100"/>
          <ac:picMkLst>
            <pc:docMk/>
            <pc:sldMk cId="2547722241" sldId="279"/>
            <ac:picMk id="9" creationId="{FE9696F4-7248-B08C-2CB3-55EDA2BB5416}"/>
          </ac:picMkLst>
        </pc:picChg>
      </pc:sldChg>
      <pc:sldChg chg="addSp delSp modSp new mod">
        <pc:chgData name="志軒 簡" userId="5f287045bdc9c0f2" providerId="LiveId" clId="{5111929B-D3CC-4F9A-998E-62B64C49E20B}" dt="2023-03-18T13:11:18.081" v="197" actId="14100"/>
        <pc:sldMkLst>
          <pc:docMk/>
          <pc:sldMk cId="2742701833" sldId="280"/>
        </pc:sldMkLst>
        <pc:spChg chg="mod">
          <ac:chgData name="志軒 簡" userId="5f287045bdc9c0f2" providerId="LiveId" clId="{5111929B-D3CC-4F9A-998E-62B64C49E20B}" dt="2023-03-18T13:10:02.023" v="188"/>
          <ac:spMkLst>
            <pc:docMk/>
            <pc:sldMk cId="2742701833" sldId="280"/>
            <ac:spMk id="2" creationId="{DBB49E03-BD27-8EA6-4A80-4AC803F7DFE2}"/>
          </ac:spMkLst>
        </pc:spChg>
        <pc:spChg chg="del">
          <ac:chgData name="志軒 簡" userId="5f287045bdc9c0f2" providerId="LiveId" clId="{5111929B-D3CC-4F9A-998E-62B64C49E20B}" dt="2023-03-18T13:09:57.490" v="187" actId="22"/>
          <ac:spMkLst>
            <pc:docMk/>
            <pc:sldMk cId="2742701833" sldId="280"/>
            <ac:spMk id="3" creationId="{2534B2B2-A9BA-3762-7EF3-261231AAA6B3}"/>
          </ac:spMkLst>
        </pc:spChg>
        <pc:spChg chg="add del mod">
          <ac:chgData name="志軒 簡" userId="5f287045bdc9c0f2" providerId="LiveId" clId="{5111929B-D3CC-4F9A-998E-62B64C49E20B}" dt="2023-03-18T13:10:51.002" v="190" actId="22"/>
          <ac:spMkLst>
            <pc:docMk/>
            <pc:sldMk cId="2742701833" sldId="280"/>
            <ac:spMk id="7" creationId="{AD3B9F77-486F-152F-2253-8F212622A4BF}"/>
          </ac:spMkLst>
        </pc:spChg>
        <pc:picChg chg="add del mod ord">
          <ac:chgData name="志軒 簡" userId="5f287045bdc9c0f2" providerId="LiveId" clId="{5111929B-D3CC-4F9A-998E-62B64C49E20B}" dt="2023-03-18T13:10:34.356" v="189" actId="21"/>
          <ac:picMkLst>
            <pc:docMk/>
            <pc:sldMk cId="2742701833" sldId="280"/>
            <ac:picMk id="5" creationId="{DDA78121-2BA8-C424-2CDF-19673120C0B5}"/>
          </ac:picMkLst>
        </pc:picChg>
        <pc:picChg chg="add mod ord">
          <ac:chgData name="志軒 簡" userId="5f287045bdc9c0f2" providerId="LiveId" clId="{5111929B-D3CC-4F9A-998E-62B64C49E20B}" dt="2023-03-18T13:11:09.528" v="194" actId="1076"/>
          <ac:picMkLst>
            <pc:docMk/>
            <pc:sldMk cId="2742701833" sldId="280"/>
            <ac:picMk id="9" creationId="{410B0EBC-A9DD-AB36-C5D1-3717E18EB91B}"/>
          </ac:picMkLst>
        </pc:picChg>
        <pc:picChg chg="add mod">
          <ac:chgData name="志軒 簡" userId="5f287045bdc9c0f2" providerId="LiveId" clId="{5111929B-D3CC-4F9A-998E-62B64C49E20B}" dt="2023-03-18T13:11:18.081" v="197" actId="14100"/>
          <ac:picMkLst>
            <pc:docMk/>
            <pc:sldMk cId="2742701833" sldId="280"/>
            <ac:picMk id="11" creationId="{40EB39E0-EFCC-B7DC-0891-F8F7D9D579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6D34A-238D-4485-A40B-F87E86E9258E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64390-0ED7-4C75-BFE1-36BE5D3D43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55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64390-0ED7-4C75-BFE1-36BE5D3D436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25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64390-0ED7-4C75-BFE1-36BE5D3D436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2853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64390-0ED7-4C75-BFE1-36BE5D3D436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43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4ABE8-C94B-E18D-858B-D5BD0B457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CA81801-27CB-33FE-9BBB-35B4A8F85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ADB085-0E96-5673-674A-BC4F5767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31A456-1F52-86D4-BFE3-76ABE85B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DF849C-9AC1-D660-80F3-CABBA22C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82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899BAC-4486-BEF7-ED50-76C27F54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2E3A36-69DA-7675-1A1B-4D2E5918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821D62-ACEA-785E-4FFC-8E12E751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41D5E2-D6EE-E68D-93EB-CCA47810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11382C-634C-3346-3E34-C9DBDEC8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87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A36C7-53F1-0E07-AE4C-737515EF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0F2F28-0C20-E02F-D9F5-F925DC3A0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3F3457-6D4B-1B0D-B443-1D535B4D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9A57AC-C319-CF75-1669-B27D371A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D198BE-D8B1-8E13-013A-C67E3615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09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1C669-6150-BD36-BB37-4BEF5D5E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63AE35-8B3A-D343-2183-BAB81EFC2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271FDD-84FF-945B-DE66-2BCCF0B2D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2860B6-9AB1-02DB-31C2-8D48D592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995E2A-3CD8-8A87-DC71-C38BF7D4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2CE0F6-D5BF-132D-C7DF-40A33A4B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62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C8182-EBB8-EE7D-8C08-A13FEBAE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CEE536-50FA-581D-B2BE-81FD97BA9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F668FA-86CB-DA15-AB1A-E311480B8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5881DE1-F36F-92A4-FC1C-8AEA2099A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2B3EA3-970C-61D2-A1B8-E1EDEE49C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96277DE-52AE-290B-5D6D-2B1FBCEC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9E9EE01-71CA-9575-4F3B-5E4014D3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A9CFD94-812A-F5B7-A452-671C0AE9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04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4B7F7-64B8-FFE6-EA23-1CA37B4D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139E3A-2C6B-C838-82DD-2046F3CB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8A57213-0BE3-60B7-E7B6-8C1ECA99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1CA4A1-5503-DFDB-78CE-BB6301F6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99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90E34BB-6EB1-BAD1-FC6D-EE971E88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E6D17BE-E03F-39BD-6867-426E8BA1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860872-9876-819D-901A-9794133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26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21EDC-93FA-CEEC-2DC0-296C8A5D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966D3-0321-9530-3BBE-6A172CD7E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53AC8E-357E-B12C-959A-68FC689CB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921B7E-E740-F038-426B-5A80531C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99217B-E73E-A066-AFAB-3DB571E2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773783-7C44-3528-705C-820CBFB9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87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05790-6942-CB7A-4284-94709472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42F9CDC-8A00-5D70-4208-2928A6442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9506B2-7081-438F-73C0-5F1938250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FB9D4E-3F43-D3BC-24A8-B5EA2B43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2AE023-8F09-3BE0-F98C-7478FB82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A4E2CE-60C0-A2D3-7563-D84C7AD3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91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DE12D-8D14-DE93-59D0-3BFA90F4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B086A79-EF8D-9ED3-294A-0EDB04DF9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790C4-7B71-165D-CED5-B5A3CC60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22FF6-BD27-B989-BD6E-04A8E6F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6AB840-CA5F-FE7D-F5B2-A2A94306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01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EB9134E-AF1E-B42A-2102-7665CE0D6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0DAC8B-1A34-5904-7632-9E9B2121B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E19192-D5C1-DC8D-BAE0-86BDD629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947EDF-FE6F-BF6C-D0EB-476DA14D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C11C2-33BA-4948-8EB8-C09F19D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66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1C5B211-6D25-144F-AF56-36672E6C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C0595F-6EF9-4A8A-CE24-F423A325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073B7A-3877-B4D7-EC9E-AD672F206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33F32-0F6C-4691-9822-F43EC9D63E1A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50C37F-EF86-75C0-3D9C-8A5C9D823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F84A5E-DB06-195D-E20D-1A9F0FEE1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47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390EC-3505-4614-AC8B-E5220F3B9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scheduling algorithm using sub-deadline for workflow applications under budget and deadline constrained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88D9F7-F986-E365-FDC2-C6659A633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Ting Sun,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Chuangbai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Xiao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Xiujie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Computing, Vol. 22, pp. </a:t>
            </a:r>
            <a:r>
              <a:rPr lang="en-US" altLang="zh-TW" b="0" i="0">
                <a:solidFill>
                  <a:srgbClr val="333333"/>
                </a:solidFill>
                <a:effectLst/>
                <a:latin typeface="-apple-system"/>
              </a:rPr>
              <a:t>5987–5996</a:t>
            </a: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2019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0B04478-59CB-DCC3-9EC8-DF5AE437110D}"/>
              </a:ext>
            </a:extLst>
          </p:cNvPr>
          <p:cNvSpPr txBox="1"/>
          <p:nvPr/>
        </p:nvSpPr>
        <p:spPr>
          <a:xfrm>
            <a:off x="8489576" y="5531224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 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Chih-Hsuan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Chien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altLang="zh-TW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Date: Mar. 20, 2023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2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A023B-D9C9-363E-0730-DE94BC6B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0B566-6CC0-DA0E-6E4E-CF625178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development of the cloud and grid computing, the cloud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infrastructures and grids provide a platform for workflow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 It is very essential to meet the requirements of users and to complete workflow scheduling efficiently. The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of the workflow is limited by quality of service (QoS) parameters. Many scheduling algorithms have been proposed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execution of workflow applications using QoS parameters. In this study, we improved a scheduling algorithm that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workflow applications under budget and deadline constraints. This algorithm provided a simple way to deal with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deadline and budget constraints. The algorithm was named BDSD and used to find a scheduling that satisfies of deadline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budget constraints required by a user. 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3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A023B-D9C9-363E-0730-DE94BC6B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0B566-6CC0-DA0E-6E4E-CF625178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planning success rate (PSR) was utilized to show the effectiveness of the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algorithm. For the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experiment, random and real workflow applications were exploited. Experimental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showed that compared with other algorithms the algorithm had a higher PSR.</a:t>
            </a:r>
          </a:p>
        </p:txBody>
      </p:sp>
    </p:spTree>
    <p:extLst>
      <p:ext uri="{BB962C8B-B14F-4D97-AF65-F5344CB8AC3E}">
        <p14:creationId xmlns:p14="http://schemas.microsoft.com/office/powerpoint/2010/main" val="228220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6BB3D-1737-57AE-F646-AFE24A6B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FFE02DE-F455-A8F0-5D14-BB5E34AD6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8164" y="2042919"/>
            <a:ext cx="5525271" cy="402963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590F82F-5019-C2DA-62C7-B3EE44AF6EE6}"/>
                  </a:ext>
                </a:extLst>
              </p:cNvPr>
              <p:cNvSpPr txBox="1"/>
              <p:nvPr/>
            </p:nvSpPr>
            <p:spPr>
              <a:xfrm>
                <a:off x="838200" y="2506133"/>
                <a:ext cx="499815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i="1" dirty="0"/>
                  <a:t>Cost </a:t>
                </a:r>
                <a14:m>
                  <m:oMath xmlns:m="http://schemas.openxmlformats.org/officeDocument/2006/math">
                    <m:r>
                      <a:rPr lang="zh-TW" altLang="en-US" sz="2800" b="0" i="1" baseline="0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zh-TW" altLang="en-US" sz="2800" i="1" dirty="0"/>
                  <a:t> </a:t>
                </a:r>
                <a:r>
                  <a:rPr lang="en-US" altLang="zh-TW" sz="2800" i="1" dirty="0"/>
                  <a:t>B</a:t>
                </a:r>
              </a:p>
              <a:p>
                <a:r>
                  <a:rPr lang="en-US" altLang="zh-TW" sz="2800" i="1" dirty="0" err="1"/>
                  <a:t>Makespan</a:t>
                </a:r>
                <a:r>
                  <a:rPr lang="en-US" altLang="zh-TW" sz="2800" i="1" dirty="0"/>
                  <a:t> </a:t>
                </a:r>
                <a14:m>
                  <m:oMath xmlns:m="http://schemas.openxmlformats.org/officeDocument/2006/math">
                    <m:r>
                      <a:rPr lang="zh-TW" altLang="en-US" sz="2800" b="0" i="1" baseline="0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zh-TW" altLang="en-US" sz="2800" i="1" dirty="0"/>
                  <a:t> </a:t>
                </a:r>
                <a:r>
                  <a:rPr lang="en-US" altLang="zh-TW" sz="2800" i="1" dirty="0"/>
                  <a:t>D</a:t>
                </a:r>
                <a:endParaRPr lang="zh-TW" altLang="en-US" sz="2800" i="1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590F82F-5019-C2DA-62C7-B3EE44AF6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06133"/>
                <a:ext cx="4998156" cy="954107"/>
              </a:xfrm>
              <a:prstGeom prst="rect">
                <a:avLst/>
              </a:prstGeom>
              <a:blipFill>
                <a:blip r:embed="rId3"/>
                <a:stretch>
                  <a:fillRect l="-2564" t="-5732" b="-17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70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F91D87-A1E7-DD1D-358D-A0758761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sorting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A8ECF09-E585-6A9D-D197-79A4C533F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29" y="1690688"/>
            <a:ext cx="6364882" cy="474840"/>
          </a:xfr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85B0DF81-D8E5-F8C6-E64A-ACC07BF1C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778" y="26934"/>
            <a:ext cx="4346222" cy="518133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7AA874-597B-43F7-D7FB-96FA29136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6342"/>
            <a:ext cx="9697156" cy="176472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FBFE876-0257-7ADF-3DD7-EEBB7BE75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5" y="2192689"/>
            <a:ext cx="2140905" cy="2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5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473455-6636-4E84-089D-850D3F24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8018582-EA03-5117-2B75-7D19DAE16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4794956" cy="5716288"/>
          </a:xfr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8DC4E78-1321-46D9-93A5-5C125F730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510" y="1"/>
            <a:ext cx="6310489" cy="409524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DC77C864-98FA-E39B-B84E-73E74F151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128" y="3883377"/>
            <a:ext cx="2348386" cy="297462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7990694-DA8F-13B7-EF03-090DA1D7C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873" y="3883376"/>
            <a:ext cx="2140905" cy="297462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E019BF9-5B21-3C44-46AD-11864F24D095}"/>
              </a:ext>
            </a:extLst>
          </p:cNvPr>
          <p:cNvSpPr txBox="1"/>
          <p:nvPr/>
        </p:nvSpPr>
        <p:spPr>
          <a:xfrm>
            <a:off x="10529711" y="5061123"/>
            <a:ext cx="1648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B=95</a:t>
            </a:r>
          </a:p>
          <a:p>
            <a:r>
              <a:rPr lang="en-US" altLang="zh-TW" sz="2400" dirty="0"/>
              <a:t>D=200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4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06F465-0B21-FF94-F5DA-1B9214F7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52A5080-35B9-154E-EDFB-906B2E2F0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108" y="1985933"/>
            <a:ext cx="6651826" cy="961992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4020C3B-C191-8BC9-7C3F-86AA3944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08" y="3429000"/>
            <a:ext cx="3388088" cy="4743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E9696F4-7248-B08C-2CB3-55EDA2BB5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4384408"/>
            <a:ext cx="3388088" cy="41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2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49E03-BD27-8EA6-4A80-4AC803F7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410B0EBC-A9DD-AB36-C5D1-3717E18EB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5869452" cy="4351338"/>
          </a:xfr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0EB39E0-EFCC-B7DC-0891-F8F7D9D57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829" y="1690688"/>
            <a:ext cx="6125171" cy="443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0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8116</TotalTime>
  <Words>248</Words>
  <Application>Microsoft Office PowerPoint</Application>
  <PresentationFormat>寬螢幕</PresentationFormat>
  <Paragraphs>20</Paragraphs>
  <Slides>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Cambria Math</vt:lpstr>
      <vt:lpstr>Times New Roman</vt:lpstr>
      <vt:lpstr>Office 佈景主題</vt:lpstr>
      <vt:lpstr>A scheduling algorithm using sub-deadline for workflow applications under budget and deadline constrained</vt:lpstr>
      <vt:lpstr>Abstract (1/2)</vt:lpstr>
      <vt:lpstr>Abstract (2/2)</vt:lpstr>
      <vt:lpstr>Problem definition</vt:lpstr>
      <vt:lpstr>Task sorting</vt:lpstr>
      <vt:lpstr>PowerPoint 簡報</vt:lpstr>
      <vt:lpstr>Experiment</vt:lpstr>
      <vt:lpstr>Experiment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Cost-Effective Deadline-Constrained Dynamic Scheduling Algorithm for Scientific Workflows in a Cloud Environment</dc:title>
  <dc:creator>志軒 簡</dc:creator>
  <cp:lastModifiedBy>志軒 簡</cp:lastModifiedBy>
  <cp:revision>37</cp:revision>
  <dcterms:created xsi:type="dcterms:W3CDTF">2022-06-30T13:07:17Z</dcterms:created>
  <dcterms:modified xsi:type="dcterms:W3CDTF">2023-03-20T02:35:55Z</dcterms:modified>
</cp:coreProperties>
</file>