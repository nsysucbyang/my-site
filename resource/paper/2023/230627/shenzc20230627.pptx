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4" r:id="rId4"/>
    <p:sldId id="279" r:id="rId5"/>
    <p:sldId id="258" r:id="rId6"/>
    <p:sldId id="282" r:id="rId7"/>
    <p:sldId id="281" r:id="rId8"/>
    <p:sldId id="290" r:id="rId9"/>
    <p:sldId id="283" r:id="rId10"/>
    <p:sldId id="284" r:id="rId11"/>
    <p:sldId id="285" r:id="rId12"/>
    <p:sldId id="286" r:id="rId13"/>
    <p:sldId id="287" r:id="rId14"/>
    <p:sldId id="288" r:id="rId15"/>
    <p:sldId id="289" r:id="rId16"/>
    <p:sldId id="27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FFFA43B8-FD04-4FCC-A9F6-69C7CB7CE5E8}">
          <p14:sldIdLst>
            <p14:sldId id="256"/>
            <p14:sldId id="257"/>
            <p14:sldId id="264"/>
            <p14:sldId id="279"/>
            <p14:sldId id="258"/>
            <p14:sldId id="282"/>
            <p14:sldId id="281"/>
            <p14:sldId id="290"/>
            <p14:sldId id="283"/>
            <p14:sldId id="284"/>
            <p14:sldId id="285"/>
            <p14:sldId id="286"/>
            <p14:sldId id="287"/>
            <p14:sldId id="288"/>
            <p14:sldId id="289"/>
            <p14:sldId id="27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沈之承" initials="沈之承" lastIdx="2" clrIdx="0">
    <p:extLst>
      <p:ext uri="{19B8F6BF-5375-455C-9EA6-DF929625EA0E}">
        <p15:presenceInfo xmlns:p15="http://schemas.microsoft.com/office/powerpoint/2012/main" userId="25d5769b3392efd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9F0AB6-1C48-4BDE-B684-EEF6A9FF355C}" v="12" dt="2023-04-09T10:18:43.85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之承 沈" userId="25d5769b3392efdc" providerId="LiveId" clId="{589F0AB6-1C48-4BDE-B684-EEF6A9FF355C}"/>
    <pc:docChg chg="undo custSel addSld delSld modSld sldOrd modSection">
      <pc:chgData name="之承 沈" userId="25d5769b3392efdc" providerId="LiveId" clId="{589F0AB6-1C48-4BDE-B684-EEF6A9FF355C}" dt="2023-04-09T10:38:48.860" v="1617" actId="2711"/>
      <pc:docMkLst>
        <pc:docMk/>
      </pc:docMkLst>
      <pc:sldChg chg="modSp mod">
        <pc:chgData name="之承 沈" userId="25d5769b3392efdc" providerId="LiveId" clId="{589F0AB6-1C48-4BDE-B684-EEF6A9FF355C}" dt="2023-04-09T10:27:57.778" v="1329" actId="2711"/>
        <pc:sldMkLst>
          <pc:docMk/>
          <pc:sldMk cId="3512438627" sldId="256"/>
        </pc:sldMkLst>
        <pc:spChg chg="mod">
          <ac:chgData name="之承 沈" userId="25d5769b3392efdc" providerId="LiveId" clId="{589F0AB6-1C48-4BDE-B684-EEF6A9FF355C}" dt="2023-04-09T09:37:46.798" v="18" actId="27636"/>
          <ac:spMkLst>
            <pc:docMk/>
            <pc:sldMk cId="3512438627" sldId="256"/>
            <ac:spMk id="2" creationId="{00000000-0000-0000-0000-000000000000}"/>
          </ac:spMkLst>
        </pc:spChg>
        <pc:spChg chg="mod">
          <ac:chgData name="之承 沈" userId="25d5769b3392efdc" providerId="LiveId" clId="{589F0AB6-1C48-4BDE-B684-EEF6A9FF355C}" dt="2023-04-09T09:40:38.394" v="50" actId="20577"/>
          <ac:spMkLst>
            <pc:docMk/>
            <pc:sldMk cId="3512438627" sldId="256"/>
            <ac:spMk id="3" creationId="{00000000-0000-0000-0000-000000000000}"/>
          </ac:spMkLst>
        </pc:spChg>
        <pc:spChg chg="mod">
          <ac:chgData name="之承 沈" userId="25d5769b3392efdc" providerId="LiveId" clId="{589F0AB6-1C48-4BDE-B684-EEF6A9FF355C}" dt="2023-04-09T10:27:57.778" v="1329" actId="2711"/>
          <ac:spMkLst>
            <pc:docMk/>
            <pc:sldMk cId="3512438627" sldId="256"/>
            <ac:spMk id="5" creationId="{00000000-0000-0000-0000-000000000000}"/>
          </ac:spMkLst>
        </pc:spChg>
      </pc:sldChg>
      <pc:sldChg chg="modSp mod">
        <pc:chgData name="之承 沈" userId="25d5769b3392efdc" providerId="LiveId" clId="{589F0AB6-1C48-4BDE-B684-EEF6A9FF355C}" dt="2023-04-09T09:42:02.445" v="69" actId="20577"/>
        <pc:sldMkLst>
          <pc:docMk/>
          <pc:sldMk cId="1605372829" sldId="257"/>
        </pc:sldMkLst>
        <pc:spChg chg="mod">
          <ac:chgData name="之承 沈" userId="25d5769b3392efdc" providerId="LiveId" clId="{589F0AB6-1C48-4BDE-B684-EEF6A9FF355C}" dt="2023-04-09T09:42:02.445" v="69" actId="20577"/>
          <ac:spMkLst>
            <pc:docMk/>
            <pc:sldMk cId="1605372829" sldId="257"/>
            <ac:spMk id="3" creationId="{00000000-0000-0000-0000-000000000000}"/>
          </ac:spMkLst>
        </pc:spChg>
      </pc:sldChg>
      <pc:sldChg chg="addSp delSp modSp mod modClrScheme chgLayout">
        <pc:chgData name="之承 沈" userId="25d5769b3392efdc" providerId="LiveId" clId="{589F0AB6-1C48-4BDE-B684-EEF6A9FF355C}" dt="2023-04-09T09:46:43.920" v="250" actId="20577"/>
        <pc:sldMkLst>
          <pc:docMk/>
          <pc:sldMk cId="2912625084" sldId="258"/>
        </pc:sldMkLst>
        <pc:spChg chg="mod ord">
          <ac:chgData name="之承 沈" userId="25d5769b3392efdc" providerId="LiveId" clId="{589F0AB6-1C48-4BDE-B684-EEF6A9FF355C}" dt="2023-04-09T09:46:43.920" v="250" actId="20577"/>
          <ac:spMkLst>
            <pc:docMk/>
            <pc:sldMk cId="2912625084" sldId="258"/>
            <ac:spMk id="2" creationId="{00000000-0000-0000-0000-000000000000}"/>
          </ac:spMkLst>
        </pc:spChg>
        <pc:spChg chg="mod ord">
          <ac:chgData name="之承 沈" userId="25d5769b3392efdc" providerId="LiveId" clId="{589F0AB6-1C48-4BDE-B684-EEF6A9FF355C}" dt="2023-04-09T09:44:19.575" v="101" actId="700"/>
          <ac:spMkLst>
            <pc:docMk/>
            <pc:sldMk cId="2912625084" sldId="258"/>
            <ac:spMk id="3" creationId="{BF88251A-915D-E2AC-1555-7885C6E845C8}"/>
          </ac:spMkLst>
        </pc:spChg>
        <pc:spChg chg="del">
          <ac:chgData name="之承 沈" userId="25d5769b3392efdc" providerId="LiveId" clId="{589F0AB6-1C48-4BDE-B684-EEF6A9FF355C}" dt="2023-04-09T09:44:14.011" v="100" actId="21"/>
          <ac:spMkLst>
            <pc:docMk/>
            <pc:sldMk cId="2912625084" sldId="258"/>
            <ac:spMk id="5" creationId="{00000000-0000-0000-0000-000000000000}"/>
          </ac:spMkLst>
        </pc:spChg>
        <pc:spChg chg="add del mod ord">
          <ac:chgData name="之承 沈" userId="25d5769b3392efdc" providerId="LiveId" clId="{589F0AB6-1C48-4BDE-B684-EEF6A9FF355C}" dt="2023-04-09T09:44:08.635" v="99" actId="700"/>
          <ac:spMkLst>
            <pc:docMk/>
            <pc:sldMk cId="2912625084" sldId="258"/>
            <ac:spMk id="8" creationId="{4E3EC1DE-D025-3469-B0F6-39E98A39EB5E}"/>
          </ac:spMkLst>
        </pc:spChg>
        <pc:spChg chg="add del mod ord">
          <ac:chgData name="之承 沈" userId="25d5769b3392efdc" providerId="LiveId" clId="{589F0AB6-1C48-4BDE-B684-EEF6A9FF355C}" dt="2023-04-09T09:44:19.575" v="101" actId="700"/>
          <ac:spMkLst>
            <pc:docMk/>
            <pc:sldMk cId="2912625084" sldId="258"/>
            <ac:spMk id="9" creationId="{07EDAFBD-3BCA-E250-1678-0FB3882005F5}"/>
          </ac:spMkLst>
        </pc:spChg>
        <pc:spChg chg="add mod ord">
          <ac:chgData name="之承 沈" userId="25d5769b3392efdc" providerId="LiveId" clId="{589F0AB6-1C48-4BDE-B684-EEF6A9FF355C}" dt="2023-04-09T09:46:25.226" v="247" actId="20577"/>
          <ac:spMkLst>
            <pc:docMk/>
            <pc:sldMk cId="2912625084" sldId="258"/>
            <ac:spMk id="10" creationId="{CA02FA8E-9D01-91B8-83E5-5FED178A01F9}"/>
          </ac:spMkLst>
        </pc:spChg>
        <pc:picChg chg="del">
          <ac:chgData name="之承 沈" userId="25d5769b3392efdc" providerId="LiveId" clId="{589F0AB6-1C48-4BDE-B684-EEF6A9FF355C}" dt="2023-04-09T09:42:45.938" v="72" actId="21"/>
          <ac:picMkLst>
            <pc:docMk/>
            <pc:sldMk cId="2912625084" sldId="258"/>
            <ac:picMk id="4" creationId="{00000000-0000-0000-0000-000000000000}"/>
          </ac:picMkLst>
        </pc:picChg>
        <pc:picChg chg="add del mod">
          <ac:chgData name="之承 沈" userId="25d5769b3392efdc" providerId="LiveId" clId="{589F0AB6-1C48-4BDE-B684-EEF6A9FF355C}" dt="2023-04-09T09:42:44.166" v="71" actId="21"/>
          <ac:picMkLst>
            <pc:docMk/>
            <pc:sldMk cId="2912625084" sldId="258"/>
            <ac:picMk id="6" creationId="{74247CA6-1C8A-BAF2-3A3E-A66EE4FF42E2}"/>
          </ac:picMkLst>
        </pc:picChg>
      </pc:sldChg>
      <pc:sldChg chg="addSp delSp modSp mod chgLayout">
        <pc:chgData name="之承 沈" userId="25d5769b3392efdc" providerId="LiveId" clId="{589F0AB6-1C48-4BDE-B684-EEF6A9FF355C}" dt="2023-04-09T10:28:42.280" v="1333" actId="2711"/>
        <pc:sldMkLst>
          <pc:docMk/>
          <pc:sldMk cId="2792763757" sldId="260"/>
        </pc:sldMkLst>
        <pc:spChg chg="mod ord">
          <ac:chgData name="之承 沈" userId="25d5769b3392efdc" providerId="LiveId" clId="{589F0AB6-1C48-4BDE-B684-EEF6A9FF355C}" dt="2023-04-09T10:28:35.890" v="1332" actId="1076"/>
          <ac:spMkLst>
            <pc:docMk/>
            <pc:sldMk cId="2792763757" sldId="260"/>
            <ac:spMk id="2" creationId="{00000000-0000-0000-0000-000000000000}"/>
          </ac:spMkLst>
        </pc:spChg>
        <pc:spChg chg="mod ord">
          <ac:chgData name="之承 沈" userId="25d5769b3392efdc" providerId="LiveId" clId="{589F0AB6-1C48-4BDE-B684-EEF6A9FF355C}" dt="2023-04-09T09:53:39.287" v="423" actId="700"/>
          <ac:spMkLst>
            <pc:docMk/>
            <pc:sldMk cId="2792763757" sldId="260"/>
            <ac:spMk id="3" creationId="{A149A6C6-EEC3-9C43-49F0-583072161525}"/>
          </ac:spMkLst>
        </pc:spChg>
        <pc:spChg chg="add del mod">
          <ac:chgData name="之承 沈" userId="25d5769b3392efdc" providerId="LiveId" clId="{589F0AB6-1C48-4BDE-B684-EEF6A9FF355C}" dt="2023-04-09T09:53:39.287" v="423" actId="700"/>
          <ac:spMkLst>
            <pc:docMk/>
            <pc:sldMk cId="2792763757" sldId="260"/>
            <ac:spMk id="6" creationId="{EB4AB485-A294-74E2-5396-E68BC36FBA91}"/>
          </ac:spMkLst>
        </pc:spChg>
        <pc:spChg chg="del">
          <ac:chgData name="之承 沈" userId="25d5769b3392efdc" providerId="LiveId" clId="{589F0AB6-1C48-4BDE-B684-EEF6A9FF355C}" dt="2023-04-09T09:53:43.031" v="424" actId="21"/>
          <ac:spMkLst>
            <pc:docMk/>
            <pc:sldMk cId="2792763757" sldId="260"/>
            <ac:spMk id="7" creationId="{00000000-0000-0000-0000-000000000000}"/>
          </ac:spMkLst>
        </pc:spChg>
        <pc:spChg chg="add mod ord">
          <ac:chgData name="之承 沈" userId="25d5769b3392efdc" providerId="LiveId" clId="{589F0AB6-1C48-4BDE-B684-EEF6A9FF355C}" dt="2023-04-09T10:28:42.280" v="1333" actId="2711"/>
          <ac:spMkLst>
            <pc:docMk/>
            <pc:sldMk cId="2792763757" sldId="260"/>
            <ac:spMk id="8" creationId="{C827F5D3-66E4-4895-0806-F3AA1E773349}"/>
          </ac:spMkLst>
        </pc:spChg>
        <pc:picChg chg="del mod ord">
          <ac:chgData name="之承 沈" userId="25d5769b3392efdc" providerId="LiveId" clId="{589F0AB6-1C48-4BDE-B684-EEF6A9FF355C}" dt="2023-04-09T09:53:32.643" v="422" actId="478"/>
          <ac:picMkLst>
            <pc:docMk/>
            <pc:sldMk cId="2792763757" sldId="260"/>
            <ac:picMk id="5" creationId="{00000000-0000-0000-0000-000000000000}"/>
          </ac:picMkLst>
        </pc:picChg>
      </pc:sldChg>
      <pc:sldChg chg="addSp delSp modSp mod modClrScheme chgLayout">
        <pc:chgData name="之承 沈" userId="25d5769b3392efdc" providerId="LiveId" clId="{589F0AB6-1C48-4BDE-B684-EEF6A9FF355C}" dt="2023-04-09T10:28:30.909" v="1330" actId="2711"/>
        <pc:sldMkLst>
          <pc:docMk/>
          <pc:sldMk cId="2485500826" sldId="261"/>
        </pc:sldMkLst>
        <pc:spChg chg="del mod">
          <ac:chgData name="之承 沈" userId="25d5769b3392efdc" providerId="LiveId" clId="{589F0AB6-1C48-4BDE-B684-EEF6A9FF355C}" dt="2023-04-09T09:48:03.600" v="273" actId="700"/>
          <ac:spMkLst>
            <pc:docMk/>
            <pc:sldMk cId="2485500826" sldId="261"/>
            <ac:spMk id="2" creationId="{00000000-0000-0000-0000-000000000000}"/>
          </ac:spMkLst>
        </pc:spChg>
        <pc:spChg chg="del mod">
          <ac:chgData name="之承 沈" userId="25d5769b3392efdc" providerId="LiveId" clId="{589F0AB6-1C48-4BDE-B684-EEF6A9FF355C}" dt="2023-04-09T09:48:03.600" v="273" actId="700"/>
          <ac:spMkLst>
            <pc:docMk/>
            <pc:sldMk cId="2485500826" sldId="261"/>
            <ac:spMk id="3" creationId="{00000000-0000-0000-0000-000000000000}"/>
          </ac:spMkLst>
        </pc:spChg>
        <pc:spChg chg="del mod">
          <ac:chgData name="之承 沈" userId="25d5769b3392efdc" providerId="LiveId" clId="{589F0AB6-1C48-4BDE-B684-EEF6A9FF355C}" dt="2023-04-09T09:47:59.277" v="272"/>
          <ac:spMkLst>
            <pc:docMk/>
            <pc:sldMk cId="2485500826" sldId="261"/>
            <ac:spMk id="4" creationId="{00000000-0000-0000-0000-000000000000}"/>
          </ac:spMkLst>
        </pc:spChg>
        <pc:spChg chg="mod ord">
          <ac:chgData name="之承 沈" userId="25d5769b3392efdc" providerId="LiveId" clId="{589F0AB6-1C48-4BDE-B684-EEF6A9FF355C}" dt="2023-04-09T09:51:14.060" v="414" actId="700"/>
          <ac:spMkLst>
            <pc:docMk/>
            <pc:sldMk cId="2485500826" sldId="261"/>
            <ac:spMk id="5" creationId="{54A9DBD1-448A-653C-DE70-9F866DE44467}"/>
          </ac:spMkLst>
        </pc:spChg>
        <pc:spChg chg="add mod ord">
          <ac:chgData name="之承 沈" userId="25d5769b3392efdc" providerId="LiveId" clId="{589F0AB6-1C48-4BDE-B684-EEF6A9FF355C}" dt="2023-04-09T09:51:14.060" v="414" actId="700"/>
          <ac:spMkLst>
            <pc:docMk/>
            <pc:sldMk cId="2485500826" sldId="261"/>
            <ac:spMk id="6" creationId="{D3917CD5-93EF-1F03-09A3-B48376980E2A}"/>
          </ac:spMkLst>
        </pc:spChg>
        <pc:spChg chg="add mod ord">
          <ac:chgData name="之承 沈" userId="25d5769b3392efdc" providerId="LiveId" clId="{589F0AB6-1C48-4BDE-B684-EEF6A9FF355C}" dt="2023-04-09T10:28:30.909" v="1330" actId="2711"/>
          <ac:spMkLst>
            <pc:docMk/>
            <pc:sldMk cId="2485500826" sldId="261"/>
            <ac:spMk id="7" creationId="{8FC9F4A8-A684-3219-F051-5110825CB4DC}"/>
          </ac:spMkLst>
        </pc:spChg>
        <pc:spChg chg="add del mod ord">
          <ac:chgData name="之承 沈" userId="25d5769b3392efdc" providerId="LiveId" clId="{589F0AB6-1C48-4BDE-B684-EEF6A9FF355C}" dt="2023-04-09T09:52:21.409" v="415" actId="931"/>
          <ac:spMkLst>
            <pc:docMk/>
            <pc:sldMk cId="2485500826" sldId="261"/>
            <ac:spMk id="8" creationId="{89E39DA9-D55D-8239-7162-7EB5CFC91126}"/>
          </ac:spMkLst>
        </pc:spChg>
        <pc:picChg chg="add mod">
          <ac:chgData name="之承 沈" userId="25d5769b3392efdc" providerId="LiveId" clId="{589F0AB6-1C48-4BDE-B684-EEF6A9FF355C}" dt="2023-04-09T09:52:35.434" v="420" actId="14100"/>
          <ac:picMkLst>
            <pc:docMk/>
            <pc:sldMk cId="2485500826" sldId="261"/>
            <ac:picMk id="10" creationId="{0CA92268-BC9C-8F96-01C8-DB6BF7034F7C}"/>
          </ac:picMkLst>
        </pc:picChg>
      </pc:sldChg>
      <pc:sldChg chg="modSp del mod ord">
        <pc:chgData name="之承 沈" userId="25d5769b3392efdc" providerId="LiveId" clId="{589F0AB6-1C48-4BDE-B684-EEF6A9FF355C}" dt="2023-04-09T09:57:53.869" v="577" actId="2696"/>
        <pc:sldMkLst>
          <pc:docMk/>
          <pc:sldMk cId="1685615187" sldId="262"/>
        </pc:sldMkLst>
        <pc:spChg chg="mod">
          <ac:chgData name="之承 沈" userId="25d5769b3392efdc" providerId="LiveId" clId="{589F0AB6-1C48-4BDE-B684-EEF6A9FF355C}" dt="2023-04-09T09:57:01.098" v="533" actId="20577"/>
          <ac:spMkLst>
            <pc:docMk/>
            <pc:sldMk cId="1685615187" sldId="262"/>
            <ac:spMk id="3" creationId="{00000000-0000-0000-0000-000000000000}"/>
          </ac:spMkLst>
        </pc:spChg>
      </pc:sldChg>
      <pc:sldChg chg="addSp delSp modSp mod modClrScheme chgLayout">
        <pc:chgData name="之承 沈" userId="25d5769b3392efdc" providerId="LiveId" clId="{589F0AB6-1C48-4BDE-B684-EEF6A9FF355C}" dt="2023-04-09T10:29:30.497" v="1339" actId="2711"/>
        <pc:sldMkLst>
          <pc:docMk/>
          <pc:sldMk cId="1658856297" sldId="263"/>
        </pc:sldMkLst>
        <pc:spChg chg="mod ord">
          <ac:chgData name="之承 沈" userId="25d5769b3392efdc" providerId="LiveId" clId="{589F0AB6-1C48-4BDE-B684-EEF6A9FF355C}" dt="2023-04-09T10:00:17.090" v="654" actId="700"/>
          <ac:spMkLst>
            <pc:docMk/>
            <pc:sldMk cId="1658856297" sldId="263"/>
            <ac:spMk id="2" creationId="{00000000-0000-0000-0000-000000000000}"/>
          </ac:spMkLst>
        </pc:spChg>
        <pc:spChg chg="del mod ord">
          <ac:chgData name="之承 沈" userId="25d5769b3392efdc" providerId="LiveId" clId="{589F0AB6-1C48-4BDE-B684-EEF6A9FF355C}" dt="2023-04-09T10:00:17.090" v="654" actId="700"/>
          <ac:spMkLst>
            <pc:docMk/>
            <pc:sldMk cId="1658856297" sldId="263"/>
            <ac:spMk id="3" creationId="{00000000-0000-0000-0000-000000000000}"/>
          </ac:spMkLst>
        </pc:spChg>
        <pc:spChg chg="mod ord">
          <ac:chgData name="之承 沈" userId="25d5769b3392efdc" providerId="LiveId" clId="{589F0AB6-1C48-4BDE-B684-EEF6A9FF355C}" dt="2023-04-09T10:00:17.090" v="654" actId="700"/>
          <ac:spMkLst>
            <pc:docMk/>
            <pc:sldMk cId="1658856297" sldId="263"/>
            <ac:spMk id="4" creationId="{29B6BE74-9694-0D20-2FFA-027174B2BEDB}"/>
          </ac:spMkLst>
        </pc:spChg>
        <pc:spChg chg="add mod ord">
          <ac:chgData name="之承 沈" userId="25d5769b3392efdc" providerId="LiveId" clId="{589F0AB6-1C48-4BDE-B684-EEF6A9FF355C}" dt="2023-04-09T10:29:30.497" v="1339" actId="2711"/>
          <ac:spMkLst>
            <pc:docMk/>
            <pc:sldMk cId="1658856297" sldId="263"/>
            <ac:spMk id="5" creationId="{8BA263EA-B73D-1A47-F48D-072B914122A3}"/>
          </ac:spMkLst>
        </pc:spChg>
        <pc:spChg chg="add del mod ord">
          <ac:chgData name="之承 沈" userId="25d5769b3392efdc" providerId="LiveId" clId="{589F0AB6-1C48-4BDE-B684-EEF6A9FF355C}" dt="2023-04-09T10:02:18.622" v="724" actId="931"/>
          <ac:spMkLst>
            <pc:docMk/>
            <pc:sldMk cId="1658856297" sldId="263"/>
            <ac:spMk id="6" creationId="{6BE07C45-1955-E8FD-F2BE-6BA6AAD7F8A6}"/>
          </ac:spMkLst>
        </pc:spChg>
        <pc:picChg chg="add mod">
          <ac:chgData name="之承 沈" userId="25d5769b3392efdc" providerId="LiveId" clId="{589F0AB6-1C48-4BDE-B684-EEF6A9FF355C}" dt="2023-04-09T10:02:23.262" v="727" actId="14100"/>
          <ac:picMkLst>
            <pc:docMk/>
            <pc:sldMk cId="1658856297" sldId="263"/>
            <ac:picMk id="8" creationId="{F2F087E6-920C-091E-AA84-C15EDB3611E2}"/>
          </ac:picMkLst>
        </pc:picChg>
      </pc:sldChg>
      <pc:sldChg chg="modSp new mod">
        <pc:chgData name="之承 沈" userId="25d5769b3392efdc" providerId="LiveId" clId="{589F0AB6-1C48-4BDE-B684-EEF6A9FF355C}" dt="2023-04-09T09:47:36.485" v="257" actId="207"/>
        <pc:sldMkLst>
          <pc:docMk/>
          <pc:sldMk cId="1381471172" sldId="264"/>
        </pc:sldMkLst>
        <pc:spChg chg="mod">
          <ac:chgData name="之承 沈" userId="25d5769b3392efdc" providerId="LiveId" clId="{589F0AB6-1C48-4BDE-B684-EEF6A9FF355C}" dt="2023-04-09T09:46:48.569" v="251"/>
          <ac:spMkLst>
            <pc:docMk/>
            <pc:sldMk cId="1381471172" sldId="264"/>
            <ac:spMk id="2" creationId="{68FE7BF9-93F3-8278-68CF-5573FEF38F9A}"/>
          </ac:spMkLst>
        </pc:spChg>
        <pc:spChg chg="mod">
          <ac:chgData name="之承 沈" userId="25d5769b3392efdc" providerId="LiveId" clId="{589F0AB6-1C48-4BDE-B684-EEF6A9FF355C}" dt="2023-04-09T09:47:36.485" v="257" actId="207"/>
          <ac:spMkLst>
            <pc:docMk/>
            <pc:sldMk cId="1381471172" sldId="264"/>
            <ac:spMk id="3" creationId="{02EED883-79F8-D733-5ACD-C004CCB81197}"/>
          </ac:spMkLst>
        </pc:spChg>
      </pc:sldChg>
      <pc:sldChg chg="addSp delSp modSp new mod modClrScheme chgLayout">
        <pc:chgData name="之承 沈" userId="25d5769b3392efdc" providerId="LiveId" clId="{589F0AB6-1C48-4BDE-B684-EEF6A9FF355C}" dt="2023-04-09T10:29:45.326" v="1341" actId="2711"/>
        <pc:sldMkLst>
          <pc:docMk/>
          <pc:sldMk cId="1085537385" sldId="265"/>
        </pc:sldMkLst>
        <pc:spChg chg="del mod ord">
          <ac:chgData name="之承 沈" userId="25d5769b3392efdc" providerId="LiveId" clId="{589F0AB6-1C48-4BDE-B684-EEF6A9FF355C}" dt="2023-04-09T10:03:14.746" v="733" actId="700"/>
          <ac:spMkLst>
            <pc:docMk/>
            <pc:sldMk cId="1085537385" sldId="265"/>
            <ac:spMk id="2" creationId="{3EA84B7C-FA13-F796-1F77-ACEA74BBB186}"/>
          </ac:spMkLst>
        </pc:spChg>
        <pc:spChg chg="del mod ord">
          <ac:chgData name="之承 沈" userId="25d5769b3392efdc" providerId="LiveId" clId="{589F0AB6-1C48-4BDE-B684-EEF6A9FF355C}" dt="2023-04-09T10:03:14.746" v="733" actId="700"/>
          <ac:spMkLst>
            <pc:docMk/>
            <pc:sldMk cId="1085537385" sldId="265"/>
            <ac:spMk id="3" creationId="{1285256A-52A4-4B63-56DB-8502FEF0C926}"/>
          </ac:spMkLst>
        </pc:spChg>
        <pc:spChg chg="del">
          <ac:chgData name="之承 沈" userId="25d5769b3392efdc" providerId="LiveId" clId="{589F0AB6-1C48-4BDE-B684-EEF6A9FF355C}" dt="2023-04-09T10:03:14.746" v="733" actId="700"/>
          <ac:spMkLst>
            <pc:docMk/>
            <pc:sldMk cId="1085537385" sldId="265"/>
            <ac:spMk id="4" creationId="{E9D0F177-BE91-5B58-D86E-3E759AAFF9D2}"/>
          </ac:spMkLst>
        </pc:spChg>
        <pc:spChg chg="mod ord">
          <ac:chgData name="之承 沈" userId="25d5769b3392efdc" providerId="LiveId" clId="{589F0AB6-1C48-4BDE-B684-EEF6A9FF355C}" dt="2023-04-09T10:03:14.746" v="733" actId="700"/>
          <ac:spMkLst>
            <pc:docMk/>
            <pc:sldMk cId="1085537385" sldId="265"/>
            <ac:spMk id="5" creationId="{F5043C9B-8625-F166-A4D7-DF84C70C57D3}"/>
          </ac:spMkLst>
        </pc:spChg>
        <pc:spChg chg="add mod ord">
          <ac:chgData name="之承 沈" userId="25d5769b3392efdc" providerId="LiveId" clId="{589F0AB6-1C48-4BDE-B684-EEF6A9FF355C}" dt="2023-04-09T10:03:29.027" v="750" actId="20577"/>
          <ac:spMkLst>
            <pc:docMk/>
            <pc:sldMk cId="1085537385" sldId="265"/>
            <ac:spMk id="6" creationId="{7F2F0DC4-B714-0DEB-92A1-D3BA63B6FD3D}"/>
          </ac:spMkLst>
        </pc:spChg>
        <pc:spChg chg="add mod ord">
          <ac:chgData name="之承 沈" userId="25d5769b3392efdc" providerId="LiveId" clId="{589F0AB6-1C48-4BDE-B684-EEF6A9FF355C}" dt="2023-04-09T10:29:45.326" v="1341" actId="2711"/>
          <ac:spMkLst>
            <pc:docMk/>
            <pc:sldMk cId="1085537385" sldId="265"/>
            <ac:spMk id="7" creationId="{FC435CBA-5D56-D55A-7028-81BD8DA6A0F3}"/>
          </ac:spMkLst>
        </pc:spChg>
      </pc:sldChg>
      <pc:sldChg chg="addSp delSp modSp new mod modClrScheme chgLayout">
        <pc:chgData name="之承 沈" userId="25d5769b3392efdc" providerId="LiveId" clId="{589F0AB6-1C48-4BDE-B684-EEF6A9FF355C}" dt="2023-04-09T10:30:04.270" v="1343" actId="2711"/>
        <pc:sldMkLst>
          <pc:docMk/>
          <pc:sldMk cId="3188520808" sldId="266"/>
        </pc:sldMkLst>
        <pc:spChg chg="mod ord">
          <ac:chgData name="之承 沈" userId="25d5769b3392efdc" providerId="LiveId" clId="{589F0AB6-1C48-4BDE-B684-EEF6A9FF355C}" dt="2023-04-09T10:18:16.752" v="1127" actId="700"/>
          <ac:spMkLst>
            <pc:docMk/>
            <pc:sldMk cId="3188520808" sldId="266"/>
            <ac:spMk id="2" creationId="{D9244957-E392-096E-7E22-B396F3D24E3A}"/>
          </ac:spMkLst>
        </pc:spChg>
        <pc:spChg chg="del mod ord">
          <ac:chgData name="之承 沈" userId="25d5769b3392efdc" providerId="LiveId" clId="{589F0AB6-1C48-4BDE-B684-EEF6A9FF355C}" dt="2023-04-09T10:04:35.611" v="793" actId="700"/>
          <ac:spMkLst>
            <pc:docMk/>
            <pc:sldMk cId="3188520808" sldId="266"/>
            <ac:spMk id="3" creationId="{2A4A546B-47CB-A63D-24F9-00114D8750AC}"/>
          </ac:spMkLst>
        </pc:spChg>
        <pc:spChg chg="mod ord">
          <ac:chgData name="之承 沈" userId="25d5769b3392efdc" providerId="LiveId" clId="{589F0AB6-1C48-4BDE-B684-EEF6A9FF355C}" dt="2023-04-09T10:18:16.752" v="1127" actId="700"/>
          <ac:spMkLst>
            <pc:docMk/>
            <pc:sldMk cId="3188520808" sldId="266"/>
            <ac:spMk id="4" creationId="{D82FF576-74CA-B709-A6D3-CBC587D4D728}"/>
          </ac:spMkLst>
        </pc:spChg>
        <pc:spChg chg="add mod ord">
          <ac:chgData name="之承 沈" userId="25d5769b3392efdc" providerId="LiveId" clId="{589F0AB6-1C48-4BDE-B684-EEF6A9FF355C}" dt="2023-04-09T10:30:04.270" v="1343" actId="2711"/>
          <ac:spMkLst>
            <pc:docMk/>
            <pc:sldMk cId="3188520808" sldId="266"/>
            <ac:spMk id="5" creationId="{84AA154F-8A21-0EE9-1C1B-7A716A16B440}"/>
          </ac:spMkLst>
        </pc:spChg>
        <pc:spChg chg="add del mod ord">
          <ac:chgData name="之承 沈" userId="25d5769b3392efdc" providerId="LiveId" clId="{589F0AB6-1C48-4BDE-B684-EEF6A9FF355C}" dt="2023-04-09T10:05:34.277" v="796" actId="931"/>
          <ac:spMkLst>
            <pc:docMk/>
            <pc:sldMk cId="3188520808" sldId="266"/>
            <ac:spMk id="6" creationId="{651C4EDD-8EDA-41EA-FF66-35AB8F9DD640}"/>
          </ac:spMkLst>
        </pc:spChg>
        <pc:spChg chg="add del mod">
          <ac:chgData name="之承 沈" userId="25d5769b3392efdc" providerId="LiveId" clId="{589F0AB6-1C48-4BDE-B684-EEF6A9FF355C}" dt="2023-04-09T10:18:16.752" v="1127" actId="700"/>
          <ac:spMkLst>
            <pc:docMk/>
            <pc:sldMk cId="3188520808" sldId="266"/>
            <ac:spMk id="10" creationId="{DA927EAF-4945-DD56-B9D2-AA30BE77B2AC}"/>
          </ac:spMkLst>
        </pc:spChg>
        <pc:picChg chg="add del mod">
          <ac:chgData name="之承 沈" userId="25d5769b3392efdc" providerId="LiveId" clId="{589F0AB6-1C48-4BDE-B684-EEF6A9FF355C}" dt="2023-04-09T10:18:12.707" v="1126" actId="21"/>
          <ac:picMkLst>
            <pc:docMk/>
            <pc:sldMk cId="3188520808" sldId="266"/>
            <ac:picMk id="8" creationId="{0E48A770-8710-82E0-B391-93027C4EC8B4}"/>
          </ac:picMkLst>
        </pc:picChg>
      </pc:sldChg>
      <pc:sldChg chg="modSp new mod">
        <pc:chgData name="之承 沈" userId="25d5769b3392efdc" providerId="LiveId" clId="{589F0AB6-1C48-4BDE-B684-EEF6A9FF355C}" dt="2023-04-09T10:38:48.860" v="1617" actId="2711"/>
        <pc:sldMkLst>
          <pc:docMk/>
          <pc:sldMk cId="3821251681" sldId="267"/>
        </pc:sldMkLst>
        <pc:spChg chg="mod">
          <ac:chgData name="之承 沈" userId="25d5769b3392efdc" providerId="LiveId" clId="{589F0AB6-1C48-4BDE-B684-EEF6A9FF355C}" dt="2023-04-09T10:08:11.297" v="875"/>
          <ac:spMkLst>
            <pc:docMk/>
            <pc:sldMk cId="3821251681" sldId="267"/>
            <ac:spMk id="2" creationId="{37FDEC3E-729B-1821-1A52-69D53C73D17E}"/>
          </ac:spMkLst>
        </pc:spChg>
        <pc:spChg chg="mod">
          <ac:chgData name="之承 沈" userId="25d5769b3392efdc" providerId="LiveId" clId="{589F0AB6-1C48-4BDE-B684-EEF6A9FF355C}" dt="2023-04-09T10:38:48.860" v="1617" actId="2711"/>
          <ac:spMkLst>
            <pc:docMk/>
            <pc:sldMk cId="3821251681" sldId="267"/>
            <ac:spMk id="3" creationId="{A5C31549-B20F-3290-8255-3B3526020C34}"/>
          </ac:spMkLst>
        </pc:spChg>
      </pc:sldChg>
      <pc:sldChg chg="new del">
        <pc:chgData name="之承 沈" userId="25d5769b3392efdc" providerId="LiveId" clId="{589F0AB6-1C48-4BDE-B684-EEF6A9FF355C}" dt="2023-04-09T10:06:10.110" v="803" actId="2696"/>
        <pc:sldMkLst>
          <pc:docMk/>
          <pc:sldMk cId="4029865779" sldId="267"/>
        </pc:sldMkLst>
      </pc:sldChg>
      <pc:sldChg chg="addSp delSp modSp new mod modClrScheme chgLayout">
        <pc:chgData name="之承 沈" userId="25d5769b3392efdc" providerId="LiveId" clId="{589F0AB6-1C48-4BDE-B684-EEF6A9FF355C}" dt="2023-04-09T10:38:33.506" v="1616" actId="2711"/>
        <pc:sldMkLst>
          <pc:docMk/>
          <pc:sldMk cId="3931793295" sldId="268"/>
        </pc:sldMkLst>
        <pc:spChg chg="del mod ord">
          <ac:chgData name="之承 沈" userId="25d5769b3392efdc" providerId="LiveId" clId="{589F0AB6-1C48-4BDE-B684-EEF6A9FF355C}" dt="2023-04-09T10:11:48.150" v="982" actId="700"/>
          <ac:spMkLst>
            <pc:docMk/>
            <pc:sldMk cId="3931793295" sldId="268"/>
            <ac:spMk id="2" creationId="{D0D005AD-FD57-6B9E-A633-EFD2450C72F6}"/>
          </ac:spMkLst>
        </pc:spChg>
        <pc:spChg chg="del mod ord">
          <ac:chgData name="之承 沈" userId="25d5769b3392efdc" providerId="LiveId" clId="{589F0AB6-1C48-4BDE-B684-EEF6A9FF355C}" dt="2023-04-09T10:11:48.150" v="982" actId="700"/>
          <ac:spMkLst>
            <pc:docMk/>
            <pc:sldMk cId="3931793295" sldId="268"/>
            <ac:spMk id="3" creationId="{215F49E4-58EA-A8B8-153A-EC4FD57562A8}"/>
          </ac:spMkLst>
        </pc:spChg>
        <pc:spChg chg="del">
          <ac:chgData name="之承 沈" userId="25d5769b3392efdc" providerId="LiveId" clId="{589F0AB6-1C48-4BDE-B684-EEF6A9FF355C}" dt="2023-04-09T10:11:48.150" v="982" actId="700"/>
          <ac:spMkLst>
            <pc:docMk/>
            <pc:sldMk cId="3931793295" sldId="268"/>
            <ac:spMk id="4" creationId="{3275CEC3-90D7-82BF-1D66-CD69950E2EC5}"/>
          </ac:spMkLst>
        </pc:spChg>
        <pc:spChg chg="mod ord">
          <ac:chgData name="之承 沈" userId="25d5769b3392efdc" providerId="LiveId" clId="{589F0AB6-1C48-4BDE-B684-EEF6A9FF355C}" dt="2023-04-09T10:11:48.150" v="982" actId="700"/>
          <ac:spMkLst>
            <pc:docMk/>
            <pc:sldMk cId="3931793295" sldId="268"/>
            <ac:spMk id="5" creationId="{E3D96E6E-6B25-0D6C-1B76-11535059E08C}"/>
          </ac:spMkLst>
        </pc:spChg>
        <pc:spChg chg="add mod ord">
          <ac:chgData name="之承 沈" userId="25d5769b3392efdc" providerId="LiveId" clId="{589F0AB6-1C48-4BDE-B684-EEF6A9FF355C}" dt="2023-04-09T10:12:14.515" v="999" actId="20577"/>
          <ac:spMkLst>
            <pc:docMk/>
            <pc:sldMk cId="3931793295" sldId="268"/>
            <ac:spMk id="6" creationId="{BEAD591D-7B73-6D78-0209-A7072317E4C2}"/>
          </ac:spMkLst>
        </pc:spChg>
        <pc:spChg chg="add mod ord">
          <ac:chgData name="之承 沈" userId="25d5769b3392efdc" providerId="LiveId" clId="{589F0AB6-1C48-4BDE-B684-EEF6A9FF355C}" dt="2023-04-09T10:38:33.506" v="1616" actId="2711"/>
          <ac:spMkLst>
            <pc:docMk/>
            <pc:sldMk cId="3931793295" sldId="268"/>
            <ac:spMk id="7" creationId="{7EDE0136-36A1-B65C-488A-63E8F5E946BE}"/>
          </ac:spMkLst>
        </pc:spChg>
      </pc:sldChg>
      <pc:sldChg chg="addSp delSp modSp new mod modClrScheme chgLayout">
        <pc:chgData name="之承 沈" userId="25d5769b3392efdc" providerId="LiveId" clId="{589F0AB6-1C48-4BDE-B684-EEF6A9FF355C}" dt="2023-04-09T10:37:45.555" v="1615" actId="20577"/>
        <pc:sldMkLst>
          <pc:docMk/>
          <pc:sldMk cId="1583654892" sldId="269"/>
        </pc:sldMkLst>
        <pc:spChg chg="mod ord">
          <ac:chgData name="之承 沈" userId="25d5769b3392efdc" providerId="LiveId" clId="{589F0AB6-1C48-4BDE-B684-EEF6A9FF355C}" dt="2023-04-09T10:18:38.475" v="1131" actId="700"/>
          <ac:spMkLst>
            <pc:docMk/>
            <pc:sldMk cId="1583654892" sldId="269"/>
            <ac:spMk id="2" creationId="{D1AC734D-8FAA-BF6C-2DC4-417DE482FC7A}"/>
          </ac:spMkLst>
        </pc:spChg>
        <pc:spChg chg="del mod ord">
          <ac:chgData name="之承 沈" userId="25d5769b3392efdc" providerId="LiveId" clId="{589F0AB6-1C48-4BDE-B684-EEF6A9FF355C}" dt="2023-04-09T10:18:38.475" v="1131" actId="700"/>
          <ac:spMkLst>
            <pc:docMk/>
            <pc:sldMk cId="1583654892" sldId="269"/>
            <ac:spMk id="3" creationId="{8823D94E-EACE-7FA4-894B-3C62E44B4964}"/>
          </ac:spMkLst>
        </pc:spChg>
        <pc:spChg chg="mod ord">
          <ac:chgData name="之承 沈" userId="25d5769b3392efdc" providerId="LiveId" clId="{589F0AB6-1C48-4BDE-B684-EEF6A9FF355C}" dt="2023-04-09T10:18:38.475" v="1131" actId="700"/>
          <ac:spMkLst>
            <pc:docMk/>
            <pc:sldMk cId="1583654892" sldId="269"/>
            <ac:spMk id="4" creationId="{CEC09D99-D7B0-DAA7-08C4-3BAD075E8CD9}"/>
          </ac:spMkLst>
        </pc:spChg>
        <pc:spChg chg="add mod ord">
          <ac:chgData name="之承 沈" userId="25d5769b3392efdc" providerId="LiveId" clId="{589F0AB6-1C48-4BDE-B684-EEF6A9FF355C}" dt="2023-04-09T10:37:45.555" v="1615" actId="20577"/>
          <ac:spMkLst>
            <pc:docMk/>
            <pc:sldMk cId="1583654892" sldId="269"/>
            <ac:spMk id="5" creationId="{A6B7F4BE-C838-AD1F-33F6-BEB9A7021804}"/>
          </ac:spMkLst>
        </pc:spChg>
        <pc:spChg chg="add del mod ord">
          <ac:chgData name="之承 沈" userId="25d5769b3392efdc" providerId="LiveId" clId="{589F0AB6-1C48-4BDE-B684-EEF6A9FF355C}" dt="2023-04-09T10:18:43.856" v="1132" actId="931"/>
          <ac:spMkLst>
            <pc:docMk/>
            <pc:sldMk cId="1583654892" sldId="269"/>
            <ac:spMk id="6" creationId="{5839B7D7-BDD6-432A-859B-51EDBE245ADE}"/>
          </ac:spMkLst>
        </pc:spChg>
        <pc:picChg chg="add mod">
          <ac:chgData name="之承 沈" userId="25d5769b3392efdc" providerId="LiveId" clId="{589F0AB6-1C48-4BDE-B684-EEF6A9FF355C}" dt="2023-04-09T10:18:54.858" v="1137" actId="14100"/>
          <ac:picMkLst>
            <pc:docMk/>
            <pc:sldMk cId="1583654892" sldId="269"/>
            <ac:picMk id="8" creationId="{919B6526-7DA3-7137-0A19-DF32DBD87832}"/>
          </ac:picMkLst>
        </pc:picChg>
      </pc:sldChg>
      <pc:sldChg chg="addSp delSp modSp new mod modClrScheme chgLayout">
        <pc:chgData name="之承 沈" userId="25d5769b3392efdc" providerId="LiveId" clId="{589F0AB6-1C48-4BDE-B684-EEF6A9FF355C}" dt="2023-04-09T10:30:18.857" v="1345" actId="2711"/>
        <pc:sldMkLst>
          <pc:docMk/>
          <pc:sldMk cId="3334228006" sldId="270"/>
        </pc:sldMkLst>
        <pc:spChg chg="del mod ord">
          <ac:chgData name="之承 沈" userId="25d5769b3392efdc" providerId="LiveId" clId="{589F0AB6-1C48-4BDE-B684-EEF6A9FF355C}" dt="2023-04-09T10:21:49.567" v="1147" actId="700"/>
          <ac:spMkLst>
            <pc:docMk/>
            <pc:sldMk cId="3334228006" sldId="270"/>
            <ac:spMk id="2" creationId="{96ADE525-49EC-5A17-5E36-5E8F5299C89F}"/>
          </ac:spMkLst>
        </pc:spChg>
        <pc:spChg chg="del mod ord">
          <ac:chgData name="之承 沈" userId="25d5769b3392efdc" providerId="LiveId" clId="{589F0AB6-1C48-4BDE-B684-EEF6A9FF355C}" dt="2023-04-09T10:21:49.567" v="1147" actId="700"/>
          <ac:spMkLst>
            <pc:docMk/>
            <pc:sldMk cId="3334228006" sldId="270"/>
            <ac:spMk id="3" creationId="{25DB6086-1B0B-D642-13C7-DFAD8B6619DA}"/>
          </ac:spMkLst>
        </pc:spChg>
        <pc:spChg chg="del">
          <ac:chgData name="之承 沈" userId="25d5769b3392efdc" providerId="LiveId" clId="{589F0AB6-1C48-4BDE-B684-EEF6A9FF355C}" dt="2023-04-09T10:21:49.567" v="1147" actId="700"/>
          <ac:spMkLst>
            <pc:docMk/>
            <pc:sldMk cId="3334228006" sldId="270"/>
            <ac:spMk id="4" creationId="{9FDE0E1F-21E8-0CC2-3C14-C2FB6B89FC99}"/>
          </ac:spMkLst>
        </pc:spChg>
        <pc:spChg chg="mod ord">
          <ac:chgData name="之承 沈" userId="25d5769b3392efdc" providerId="LiveId" clId="{589F0AB6-1C48-4BDE-B684-EEF6A9FF355C}" dt="2023-04-09T10:21:49.567" v="1147" actId="700"/>
          <ac:spMkLst>
            <pc:docMk/>
            <pc:sldMk cId="3334228006" sldId="270"/>
            <ac:spMk id="5" creationId="{9213F358-0A60-7297-9FA9-EAA8D3D869E8}"/>
          </ac:spMkLst>
        </pc:spChg>
        <pc:spChg chg="add mod ord">
          <ac:chgData name="之承 沈" userId="25d5769b3392efdc" providerId="LiveId" clId="{589F0AB6-1C48-4BDE-B684-EEF6A9FF355C}" dt="2023-04-09T10:30:18.857" v="1345" actId="2711"/>
          <ac:spMkLst>
            <pc:docMk/>
            <pc:sldMk cId="3334228006" sldId="270"/>
            <ac:spMk id="6" creationId="{B13900E8-C1DB-1602-9427-3DC6EC129266}"/>
          </ac:spMkLst>
        </pc:spChg>
        <pc:spChg chg="add mod ord">
          <ac:chgData name="之承 沈" userId="25d5769b3392efdc" providerId="LiveId" clId="{589F0AB6-1C48-4BDE-B684-EEF6A9FF355C}" dt="2023-04-09T10:22:00.832" v="1163" actId="5793"/>
          <ac:spMkLst>
            <pc:docMk/>
            <pc:sldMk cId="3334228006" sldId="270"/>
            <ac:spMk id="7" creationId="{993354DE-5A28-A2DC-F419-094433963161}"/>
          </ac:spMkLst>
        </pc:spChg>
      </pc:sldChg>
    </pc:docChg>
  </pc:docChgLst>
</pc:chgInfo>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33:53.37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16421 18306 0,'49'719'32,"175"-719"-17,222 0 16,-322 0-15,-99 0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45:06.64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30187 9649 0,'-173'-50'16,"24"26"0,-74-26 15,99 50-16,-124 0 32,-100 0-15,249 0-32,-50 0 15,50 0 1,25 0-1,-26 0 1,-48 25 0,24 24-1,-1-24 1,76 0 0,-26 25-1,-24-1 1,74-24-1,1 0-15,-26 24 16,-24 1 0,-100 49-1,75 50 1,24-25 0,-49 0-1,25 25 1,0 0-1,49-75 1,-24 1 0,49-1-1,-25 0 1,26 26 0,-1-51-16,0 1 15,-49 248 1,49-100-1,25 0 17,0 50-17,25-24 1,99-1 0,99 50-1,0-149 1,25-25-1,99-25 1,249-24 0,-348-25-1,843-25 1,-223 0 0,-198-99-1,-199-50 1,-223 25-1,-99 49 1,25-24 15,99-174-15,-25-99 0,-25 0-1,-124 124 1,-74 99-16,49-124 15,-74 125 1,0-1 0,0 0-1,-24-25 1,-51 26 0,50 48-1,-49 1 1,49 74-1,-24 0 17,-26-24-17,-74 24 1,75 25-16,-124-74 16,24 49-1,99 25 1,-49-50-1,-74 1 1,-124-51 0,-51 1-1,101 74 1,73 1 0,150 24-1,-1 0-15,0 0 16,26 0-1,-51 0 1,-24 0-16,-75 0 16,-24 0-1,49 0 1,75 0 0,24 0-1,25 0 1,-24 0-1,24 0 1,-25 0 0,25 0-1,-24 0 1,24 0 15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49:46.17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19348 14858 0,'0'422'78,"0"-249"-62,0 1-1</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49:46.71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19720 14908 0,'25'49'15,"-1"298"17,51-49-1,-50-174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49:50.13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19546 16321 0,'0'25'141,"0"50"-110,0-1 0,0-49-15,-50 25 0,50-26 15,25-24 78,25 0-78,49 0-15,25 0 0,273 0-1,-149 0 1,-124 0 15,-74-24-15,-1 24-1,-49-25 1,0-25 47</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49:50.56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20191 16123 0,'0'0'16,"-50"198"0,1 125 15,24 49 16,25-322-16,0-26 31</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56:04.24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7838 4713 0,'0'-75'141,"0"-24"-126,0-149 17,0 149-17,0 25 1,-25 24-1,25 25 17,0 0 93,-24 25-94,-100 0 0,-348 0 0,26 0 1,347 0-17,24 0 17,26 0-17,-150 0 1,-49 0-1,75 0 1,24 0 0,49 0-1,-24 0 1,50 0 0,-25 0-1,0 0 1,49 0-1,0 0 1,-24 0 0,24 0-16,-49 0 15,0-49 1,-25 49 15,49 0-15,-24 0-1,25 0 1,-1 0 0,26 0-1,24 0 1,-25 0 0,26 0-1,-1 0-15,0 0 16,0 0-1,-24 0 32,24 0 0,0 25 31,25 24-31,-25-24-47,0 74 16,1 0 15,24 1 0,0-1 1,0-74-1,0 24-16,0-24-15,0 0 32,0 0-17,0-1 1,0 1 0,24 25-1,1-25 48,-25-1-32,0 1 16</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56:09.35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19695 5011 0,'0'-25'156,"0"-25"-140,0 25-1,0-24 1,0-26 15,0 50-15,0-49 31,0 24 0,0 26-16,0-51-16,0 26 17,0 24-17,0-25 1,0 25 0,0 1-1,0-1 95,25 25-32,0 0-63,-1 0 1,26 0 0,0-25-1,-26 25 1,1 0-1,50 0 1,-1 0 0,25 0-1,0 0 17,1 0-17,24 0 1,0 0-1,-25 0 1,75-25 0,-75 25-1,-25 0-15,1-25 16,-26 25-16,1 0 16,123 0-1,-98 0 1,24 0-1,-25-24 1,26 24 0,24-25-1,-50 25 17,1 0-17,-26 0 1,50-25-1,-24 25 1,-50 0-16,-1 0 16,26 0-1,0-25 1,-26 25 0,1 0-1,25 0 1,-1 0 15,-24 0-15,25 0-1,-1 0 17,1 0-17,-25 0 1,25 0-1,-26 0 17,26 0-1,-25 0-15,0 0-1,-1 0 1,1 0-1,0 0 1,0 0-16,0 0 31,24 0 1,-24 0-1,25 0-16,-1 0 17,-24 0-17,0 0 1,0 0 0,-1 0 15,1 25 78,-25 0-78,0 0-15,0-1 0,0 1-1,0 0-15,25 0 16,-25 24 15,0-24-15,0 0-1,0 0 17,25 24-1,-25-24 16,0 0-16,0 0-15,0 24 15,0-24-15,0 0-1,0 0 1,0 0-1,0-1 1,0 1 0,0 0 15,0 0 31,0 0-46,0 0 31,0-1 15,0 1-30,0 0 15,0 0-32,0 0 63</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7:57:23.53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6226 3051 0,'0'124'93,"-25"0"-77,0 74 15,1-49 0,24-25 1,0-74-17,0 49 1,0-74 0,0 25-1,0-1 1,0 1-1,0-1 1,0 1-16,0 24 16,0 1 15,0 24-15,0-25-1,0 1 1,0-1-1,0 1 1,0 24 0,0-74-1,0 49 1,0-24-16,0-25 16,0-1-16,0 26 15,0 49 1,0-49-1,0-25 1,0 24 0,0-24 15,0 49-15,0-24-1,0 0 1,0-26-1,0 51 1,0-50 0,0-1-16,0 1 15,0 25 1,0-25 0,0-1-1,0 26 1,0-25-1,0 25 1,0-26 0,0 26 15,0-25-15,0 24-1,0-24 1,0 25-1,0-25 1,0 49 15,0-49-15,0 0 0,0-1-1,0 1 1,0 25-1</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6-27T08:23:46.88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21158 13841 0,'0'0'0,"-74"223"31,0 125-15,-50-100-1,74-50 1,25-49 15,25-124-15,0 49-1,-74 25 17,-26 0-1,-24-49 0,50-50-15,-25 50 15,-25-25-31,0-1 31,-25 26-15,-25-25-1,100-25-15,49 0 16,-49 0 0,-1 0-1,-24 0 1,-75 0 0,75 0-1,25 0 1,24 0-1,25 0 1,-49 0 0,0 0-1,-26-25 1,1 0 0,0 0-1,-124-74 1,123 25-1,-98-26 1,99 1 0,-75-25-1,75 50 1,25-1 0,49 51 15,-25-51-16,25 26-15,0-1 16,-49-148 0,49 73-1,-24 76 17,24-1-17,25 1 16,0 24-15,0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A3975-176E-4B66-BF68-D39383FEE0CD}" type="datetimeFigureOut">
              <a:rPr lang="zh-TW" altLang="en-US" smtClean="0"/>
              <a:t>2023/6/27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A774E-7286-49E7-9222-44A0C947EE01}" type="slidenum">
              <a:rPr lang="zh-TW" altLang="en-US" smtClean="0"/>
              <a:t>‹#›</a:t>
            </a:fld>
            <a:endParaRPr lang="zh-TW" altLang="en-US"/>
          </a:p>
        </p:txBody>
      </p:sp>
    </p:spTree>
    <p:extLst>
      <p:ext uri="{BB962C8B-B14F-4D97-AF65-F5344CB8AC3E}">
        <p14:creationId xmlns:p14="http://schemas.microsoft.com/office/powerpoint/2010/main" val="261833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371F1EC9-AAAC-47AF-A269-4996676D2364}" type="datetime1">
              <a:rPr lang="zh-TW" altLang="en-US" smtClean="0"/>
              <a:t>2023/6/27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40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6C651C-9FA2-4571-9452-2BE0AB97197A}" type="datetime1">
              <a:rPr lang="zh-TW" altLang="en-US" smtClean="0"/>
              <a:t>2023/6/27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61361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DC7E8D05-7482-4E99-B8CE-EE33F4A29F3D}" type="datetime1">
              <a:rPr lang="zh-TW" altLang="en-US" smtClean="0"/>
              <a:t>2023/6/27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943087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382CFA7-86F6-4CD0-9E10-528996B7EEFC}" type="datetime1">
              <a:rPr lang="zh-TW" altLang="en-US" smtClean="0"/>
              <a:t>2023/6/27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347867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FA17897-B5D3-4272-A111-9B67B2004AE3}" type="datetime1">
              <a:rPr lang="zh-TW" altLang="en-US" smtClean="0"/>
              <a:t>2023/6/27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110717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CD675D5-D81D-4E76-8635-CACEBFB0A4E2}" type="datetime1">
              <a:rPr lang="zh-TW" altLang="en-US" smtClean="0"/>
              <a:t>2023/6/27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52759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0F31696-61E9-4315-9D82-A1103AA15E6B}" type="datetime1">
              <a:rPr lang="zh-TW" altLang="en-US" smtClean="0"/>
              <a:t>2023/6/27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581316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90F09A86-719E-4BEB-B2E5-670E55BCE468}" type="datetime1">
              <a:rPr lang="zh-TW" altLang="en-US" smtClean="0"/>
              <a:t>2023/6/27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623659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762194D2-5330-480E-932A-F100762F2B18}" type="datetime1">
              <a:rPr lang="zh-TW" altLang="en-US" smtClean="0"/>
              <a:t>2023/6/27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88689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07F62DE-3ADF-44AC-92E9-37AE854E0474}" type="datetime1">
              <a:rPr lang="zh-TW" altLang="en-US" smtClean="0"/>
              <a:t>2023/6/27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59139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70738F7-1F20-4913-9A49-9E1DDEFB906E}" type="datetime1">
              <a:rPr lang="zh-TW" altLang="en-US" smtClean="0"/>
              <a:t>2023/6/27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85724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24B6-616C-4F91-8481-3827A741704A}" type="datetime1">
              <a:rPr lang="zh-TW" altLang="en-US" smtClean="0"/>
              <a:t>2023/6/27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60830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4.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customXml" Target="../ink/ink7.xml"/><Relationship Id="rId1" Type="http://schemas.openxmlformats.org/officeDocument/2006/relationships/slideLayout" Target="../slideLayouts/slideLayout5.xml"/><Relationship Id="rId6" Type="http://schemas.openxmlformats.org/officeDocument/2006/relationships/customXml" Target="../ink/ink9.xml"/><Relationship Id="rId5" Type="http://schemas.openxmlformats.org/officeDocument/2006/relationships/image" Target="../media/image15.png"/><Relationship Id="rId4" Type="http://schemas.openxmlformats.org/officeDocument/2006/relationships/customXml" Target="../ink/ink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A COVER-MERGING-BASED ALGORITHM FOR THE LONGEST INCREASING SUBSEQUENCE IN A SLIDING WINDOW PROBLEM</a:t>
            </a:r>
          </a:p>
        </p:txBody>
      </p:sp>
      <p:sp>
        <p:nvSpPr>
          <p:cNvPr id="3" name="副標題 2"/>
          <p:cNvSpPr>
            <a:spLocks noGrp="1"/>
          </p:cNvSpPr>
          <p:nvPr>
            <p:ph type="subTitle" idx="1"/>
          </p:nvPr>
        </p:nvSpPr>
        <p:spPr/>
        <p:txBody>
          <a:bodyPr>
            <a:normAutofit/>
          </a:bodyPr>
          <a:lstStyle/>
          <a:p>
            <a:r>
              <a:rPr lang="en-US" altLang="zh-TW" dirty="0">
                <a:latin typeface="Times New Roman" panose="02020603050405020304" pitchFamily="18" charset="0"/>
                <a:cs typeface="Times New Roman" panose="02020603050405020304" pitchFamily="18" charset="0"/>
              </a:rPr>
              <a:t>Sebastian </a:t>
            </a:r>
            <a:r>
              <a:rPr lang="en-US" altLang="zh-TW" dirty="0" err="1">
                <a:latin typeface="Times New Roman" panose="02020603050405020304" pitchFamily="18" charset="0"/>
                <a:cs typeface="Times New Roman" panose="02020603050405020304" pitchFamily="18" charset="0"/>
              </a:rPr>
              <a:t>Deorowicz</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Computing and Informatics, Vol. 31, 2012, pp.1217–1233</a:t>
            </a:r>
          </a:p>
        </p:txBody>
      </p:sp>
      <p:sp>
        <p:nvSpPr>
          <p:cNvPr id="5" name="文字方塊 4"/>
          <p:cNvSpPr txBox="1"/>
          <p:nvPr/>
        </p:nvSpPr>
        <p:spPr>
          <a:xfrm>
            <a:off x="8539842" y="5349875"/>
            <a:ext cx="3575958" cy="1107996"/>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a:t>
            </a:r>
            <a:r>
              <a:rPr lang="en-US" altLang="zh-TW" sz="2400" dirty="0" err="1">
                <a:latin typeface="Times New Roman" panose="02020603050405020304" pitchFamily="18" charset="0"/>
                <a:cs typeface="Times New Roman" panose="02020603050405020304" pitchFamily="18" charset="0"/>
              </a:rPr>
              <a:t>Zhi</a:t>
            </a:r>
            <a:r>
              <a:rPr lang="en-US" altLang="zh-TW" sz="2400" dirty="0">
                <a:latin typeface="Times New Roman" panose="02020603050405020304" pitchFamily="18" charset="0"/>
                <a:cs typeface="Times New Roman" panose="02020603050405020304" pitchFamily="18" charset="0"/>
              </a:rPr>
              <a:t>-Cheng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Shen</a:t>
            </a:r>
          </a:p>
          <a:p>
            <a:r>
              <a:rPr lang="en-US" altLang="zh-TW" sz="2400" dirty="0">
                <a:latin typeface="Times New Roman" panose="02020603050405020304" pitchFamily="18" charset="0"/>
                <a:cs typeface="Times New Roman" panose="02020603050405020304" pitchFamily="18" charset="0"/>
              </a:rPr>
              <a:t>Date: June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27, 2023</a:t>
            </a:r>
          </a:p>
          <a:p>
            <a:endParaRPr lang="zh-TW" altLang="en-US" dirty="0"/>
          </a:p>
        </p:txBody>
      </p:sp>
      <p:sp>
        <p:nvSpPr>
          <p:cNvPr id="4" name="投影片編號版面配置區 3">
            <a:extLst>
              <a:ext uri="{FF2B5EF4-FFF2-40B4-BE49-F238E27FC236}">
                <a16:creationId xmlns:a16="http://schemas.microsoft.com/office/drawing/2014/main" id="{25684D1F-1D53-AA32-37B0-EFB5646267C3}"/>
              </a:ext>
            </a:extLst>
          </p:cNvPr>
          <p:cNvSpPr>
            <a:spLocks noGrp="1"/>
          </p:cNvSpPr>
          <p:nvPr>
            <p:ph type="sldNum" sz="quarter" idx="12"/>
          </p:nvPr>
        </p:nvSpPr>
        <p:spPr/>
        <p:txBody>
          <a:bodyPr/>
          <a:lstStyle/>
          <a:p>
            <a:fld id="{FFC34EEA-53D1-4661-9D8A-77EED7BBB355}" type="slidenum">
              <a:rPr lang="zh-TW" altLang="en-US" smtClean="0"/>
              <a:t>1</a:t>
            </a:fld>
            <a:endParaRPr lang="zh-TW" altLang="en-US"/>
          </a:p>
        </p:txBody>
      </p:sp>
    </p:spTree>
    <p:extLst>
      <p:ext uri="{BB962C8B-B14F-4D97-AF65-F5344CB8AC3E}">
        <p14:creationId xmlns:p14="http://schemas.microsoft.com/office/powerpoint/2010/main" val="35124386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690687"/>
            <a:ext cx="10515600" cy="4486275"/>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A longest increasing subsequence problem (LIS) is a well-known combinatorial problem with applications mainly in bioinformatics, where it is used in various projects on DNA sequences. Recently, a number of </a:t>
            </a:r>
            <a:r>
              <a:rPr lang="en-US" altLang="zh-TW" dirty="0" err="1">
                <a:latin typeface="Times New Roman" panose="02020603050405020304" pitchFamily="18" charset="0"/>
                <a:cs typeface="Times New Roman" panose="02020603050405020304" pitchFamily="18" charset="0"/>
              </a:rPr>
              <a:t>generalisations</a:t>
            </a:r>
            <a:r>
              <a:rPr lang="en-US" altLang="zh-TW" dirty="0">
                <a:latin typeface="Times New Roman" panose="02020603050405020304" pitchFamily="18" charset="0"/>
                <a:cs typeface="Times New Roman" panose="02020603050405020304" pitchFamily="18" charset="0"/>
              </a:rPr>
              <a:t> of this problem were proposed. One of them is to find an LIS among all fixed-size windows of the input sequence (LISW). We propose an algorithm for the LISW problem based on cover representation of the sequence that outperforms the existing methods for some class of the input sequences.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91D7D98-1D13-99BC-E0FA-EA6F5E51EEE2}"/>
              </a:ext>
            </a:extLst>
          </p:cNvPr>
          <p:cNvSpPr>
            <a:spLocks noGrp="1"/>
          </p:cNvSpPr>
          <p:nvPr>
            <p:ph type="sldNum" sz="quarter" idx="12"/>
          </p:nvPr>
        </p:nvSpPr>
        <p:spPr/>
        <p:txBody>
          <a:bodyPr/>
          <a:lstStyle/>
          <a:p>
            <a:fld id="{FFC34EEA-53D1-4661-9D8A-77EED7BBB355}" type="slidenum">
              <a:rPr lang="zh-TW" altLang="en-US" smtClean="0"/>
              <a:t>2</a:t>
            </a:fld>
            <a:endParaRPr lang="zh-TW" altLang="en-US"/>
          </a:p>
        </p:txBody>
      </p:sp>
    </p:spTree>
    <p:extLst>
      <p:ext uri="{BB962C8B-B14F-4D97-AF65-F5344CB8AC3E}">
        <p14:creationId xmlns:p14="http://schemas.microsoft.com/office/powerpoint/2010/main" val="16053728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FE7BF9-93F3-8278-68CF-5573FEF38F9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Increasing subsequence</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S = </a:t>
            </a:r>
            <a:r>
              <a:rPr lang="pt-BR" altLang="zh-TW" dirty="0">
                <a:latin typeface="Times New Roman" panose="02020603050405020304" pitchFamily="18" charset="0"/>
                <a:cs typeface="Times New Roman" panose="02020603050405020304" pitchFamily="18" charset="0"/>
              </a:rPr>
              <a:t>&lt;8,3,4,1,11,2,7,9,5,12,10,6&gt;</a:t>
            </a:r>
          </a:p>
          <a:p>
            <a:pPr marL="0" indent="0">
              <a:buNone/>
            </a:pPr>
            <a:r>
              <a:rPr lang="pt-BR" altLang="zh-TW" dirty="0">
                <a:latin typeface="Times New Roman" panose="02020603050405020304" pitchFamily="18" charset="0"/>
                <a:cs typeface="Times New Roman" panose="02020603050405020304" pitchFamily="18" charset="0"/>
              </a:rPr>
              <a:t>Lis(S</a:t>
            </a:r>
            <a:r>
              <a:rPr lang="pt-BR" altLang="zh-TW" baseline="-25000" dirty="0">
                <a:latin typeface="Times New Roman" panose="02020603050405020304" pitchFamily="18" charset="0"/>
                <a:cs typeface="Times New Roman" panose="02020603050405020304" pitchFamily="18" charset="0"/>
              </a:rPr>
              <a:t>1</a:t>
            </a:r>
            <a:r>
              <a:rPr lang="pt-BR" altLang="zh-TW" dirty="0">
                <a:latin typeface="Times New Roman" panose="02020603050405020304" pitchFamily="18" charset="0"/>
                <a:cs typeface="Times New Roman" panose="02020603050405020304" pitchFamily="18" charset="0"/>
              </a:rPr>
              <a:t>) = 5</a:t>
            </a:r>
          </a:p>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758C07E-EFB8-FE64-D8BF-8E419AD2A3BE}"/>
              </a:ext>
            </a:extLst>
          </p:cNvPr>
          <p:cNvSpPr>
            <a:spLocks noGrp="1"/>
          </p:cNvSpPr>
          <p:nvPr>
            <p:ph type="sldNum" sz="quarter" idx="12"/>
          </p:nvPr>
        </p:nvSpPr>
        <p:spPr/>
        <p:txBody>
          <a:bodyPr/>
          <a:lstStyle/>
          <a:p>
            <a:fld id="{FFC34EEA-53D1-4661-9D8A-77EED7BBB355}" type="slidenum">
              <a:rPr lang="zh-TW" altLang="en-US" smtClean="0"/>
              <a:t>3</a:t>
            </a:fld>
            <a:endParaRPr lang="zh-TW" altLang="en-US"/>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7687" y="1437269"/>
            <a:ext cx="3729293" cy="5284206"/>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筆跡 2">
                <a:extLst>
                  <a:ext uri="{FF2B5EF4-FFF2-40B4-BE49-F238E27FC236}">
                    <a16:creationId xmlns:a16="http://schemas.microsoft.com/office/drawing/2014/main" id="{84A44468-BD2A-773F-2980-978E0960697E}"/>
                  </a:ext>
                </a:extLst>
              </p14:cNvPr>
              <p14:cNvContentPartPr/>
              <p14:nvPr/>
            </p14:nvContentPartPr>
            <p14:xfrm>
              <a:off x="5911560" y="6590160"/>
              <a:ext cx="312840" cy="259200"/>
            </p14:xfrm>
          </p:contentPart>
        </mc:Choice>
        <mc:Fallback>
          <p:pic>
            <p:nvPicPr>
              <p:cNvPr id="3" name="筆跡 2">
                <a:extLst>
                  <a:ext uri="{FF2B5EF4-FFF2-40B4-BE49-F238E27FC236}">
                    <a16:creationId xmlns:a16="http://schemas.microsoft.com/office/drawing/2014/main" id="{84A44468-BD2A-773F-2980-978E0960697E}"/>
                  </a:ext>
                </a:extLst>
              </p:cNvPr>
              <p:cNvPicPr/>
              <p:nvPr/>
            </p:nvPicPr>
            <p:blipFill>
              <a:blip r:embed="rId4"/>
              <a:stretch>
                <a:fillRect/>
              </a:stretch>
            </p:blipFill>
            <p:spPr>
              <a:xfrm>
                <a:off x="5895720" y="6526800"/>
                <a:ext cx="344160" cy="385920"/>
              </a:xfrm>
              <a:prstGeom prst="rect">
                <a:avLst/>
              </a:prstGeom>
            </p:spPr>
          </p:pic>
        </mc:Fallback>
      </mc:AlternateContent>
    </p:spTree>
    <p:extLst>
      <p:ext uri="{BB962C8B-B14F-4D97-AF65-F5344CB8AC3E}">
        <p14:creationId xmlns:p14="http://schemas.microsoft.com/office/powerpoint/2010/main" val="13814711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Cover Make</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24905"/>
            <a:ext cx="10651725" cy="3132860"/>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4</a:t>
            </a:fld>
            <a:endParaRPr lang="zh-TW" altLang="en-US"/>
          </a:p>
        </p:txBody>
      </p:sp>
      <mc:AlternateContent xmlns:mc="http://schemas.openxmlformats.org/markup-compatibility/2006">
        <mc:Choice xmlns:p14="http://schemas.microsoft.com/office/powerpoint/2010/main" Requires="p14">
          <p:contentPart p14:bwMode="auto" r:id="rId3">
            <p14:nvContentPartPr>
              <p14:cNvPr id="3" name="筆跡 2">
                <a:extLst>
                  <a:ext uri="{FF2B5EF4-FFF2-40B4-BE49-F238E27FC236}">
                    <a16:creationId xmlns:a16="http://schemas.microsoft.com/office/drawing/2014/main" id="{F962E31A-3E46-BF8E-ADDB-647AD3E916F1}"/>
                  </a:ext>
                </a:extLst>
              </p14:cNvPr>
              <p14:cNvContentPartPr/>
              <p14:nvPr/>
            </p14:nvContentPartPr>
            <p14:xfrm>
              <a:off x="9563760" y="3402360"/>
              <a:ext cx="2393280" cy="1357560"/>
            </p14:xfrm>
          </p:contentPart>
        </mc:Choice>
        <mc:Fallback>
          <p:pic>
            <p:nvPicPr>
              <p:cNvPr id="3" name="筆跡 2">
                <a:extLst>
                  <a:ext uri="{FF2B5EF4-FFF2-40B4-BE49-F238E27FC236}">
                    <a16:creationId xmlns:a16="http://schemas.microsoft.com/office/drawing/2014/main" id="{F962E31A-3E46-BF8E-ADDB-647AD3E916F1}"/>
                  </a:ext>
                </a:extLst>
              </p:cNvPr>
              <p:cNvPicPr/>
              <p:nvPr/>
            </p:nvPicPr>
            <p:blipFill>
              <a:blip r:embed="rId4"/>
              <a:stretch>
                <a:fillRect/>
              </a:stretch>
            </p:blipFill>
            <p:spPr>
              <a:xfrm>
                <a:off x="9547920" y="3339000"/>
                <a:ext cx="2424600" cy="1484280"/>
              </a:xfrm>
              <a:prstGeom prst="rect">
                <a:avLst/>
              </a:prstGeom>
            </p:spPr>
          </p:pic>
        </mc:Fallback>
      </mc:AlternateContent>
    </p:spTree>
    <p:extLst>
      <p:ext uri="{BB962C8B-B14F-4D97-AF65-F5344CB8AC3E}">
        <p14:creationId xmlns:p14="http://schemas.microsoft.com/office/powerpoint/2010/main" val="42945820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BF88251A-915D-E2AC-1555-7885C6E845C8}"/>
              </a:ext>
            </a:extLst>
          </p:cNvPr>
          <p:cNvSpPr>
            <a:spLocks noGrp="1"/>
          </p:cNvSpPr>
          <p:nvPr>
            <p:ph type="sldNum" sz="quarter" idx="12"/>
          </p:nvPr>
        </p:nvSpPr>
        <p:spPr/>
        <p:txBody>
          <a:bodyPr/>
          <a:lstStyle/>
          <a:p>
            <a:fld id="{FFC34EEA-53D1-4661-9D8A-77EED7BBB355}" type="slidenum">
              <a:rPr lang="zh-TW" altLang="en-US" smtClean="0"/>
              <a:t>5</a:t>
            </a:fld>
            <a:endParaRPr lang="zh-TW" altLang="en-US"/>
          </a:p>
        </p:txBody>
      </p:sp>
      <p:sp>
        <p:nvSpPr>
          <p:cNvPr id="4" name="內容版面配置區 3"/>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Time: O(</a:t>
            </a:r>
            <a:r>
              <a:rPr lang="en-US" altLang="zh-TW" dirty="0" err="1">
                <a:latin typeface="Times New Roman" panose="02020603050405020304" pitchFamily="18" charset="0"/>
                <a:cs typeface="Times New Roman" panose="02020603050405020304" pitchFamily="18" charset="0"/>
              </a:rPr>
              <a:t>nlog</a:t>
            </a:r>
            <a:r>
              <a:rPr lang="en-US" altLang="zh-TW" i="1" dirty="0" err="1">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 is the length of LIS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6250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marL="0" indent="0"/>
            <a:r>
              <a:rPr lang="en-US" altLang="zh-TW" dirty="0">
                <a:latin typeface="Times New Roman" panose="02020603050405020304" pitchFamily="18" charset="0"/>
                <a:cs typeface="Times New Roman" panose="02020603050405020304" pitchFamily="18" charset="0"/>
              </a:rPr>
              <a:t>LIS Read</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6</a:t>
            </a:fld>
            <a:endParaRPr lang="zh-TW" altLang="en-US"/>
          </a:p>
        </p:txBody>
      </p:sp>
      <p:sp>
        <p:nvSpPr>
          <p:cNvPr id="3" name="內容版面配置區 2"/>
          <p:cNvSpPr>
            <a:spLocks noGrp="1"/>
          </p:cNvSpPr>
          <p:nvPr>
            <p:ph idx="1"/>
          </p:nvPr>
        </p:nvSpPr>
        <p:spPr/>
        <p:txBody>
          <a:bodyPr/>
          <a:lstStyle/>
          <a:p>
            <a:pPr marL="0" indent="0">
              <a:buNone/>
            </a:pPr>
            <a:r>
              <a:rPr lang="zh-TW" altLang="en-US" dirty="0">
                <a:latin typeface="標楷體" panose="03000509000000000000" pitchFamily="65" charset="-120"/>
                <a:ea typeface="標楷體" panose="03000509000000000000" pitchFamily="65" charset="-120"/>
              </a:rPr>
              <a:t>找上一列中小於自己的最大元素。要找</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最大元素</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是因為這樣才有辦法讓找尋中的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LIS</a:t>
            </a:r>
            <a:r>
              <a:rPr lang="zh-TW" altLang="en-US" dirty="0">
                <a:latin typeface="標楷體" panose="03000509000000000000" pitchFamily="65" charset="-120"/>
                <a:ea typeface="標楷體" panose="03000509000000000000" pitchFamily="65" charset="-120"/>
              </a:rPr>
              <a:t>更能往前接</a:t>
            </a: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5493" y="2618583"/>
            <a:ext cx="5217368" cy="3448262"/>
          </a:xfrm>
          <a:prstGeom prst="rect">
            <a:avLst/>
          </a:prstGeom>
        </p:spPr>
      </p:pic>
    </p:spTree>
    <p:extLst>
      <p:ext uri="{BB962C8B-B14F-4D97-AF65-F5344CB8AC3E}">
        <p14:creationId xmlns:p14="http://schemas.microsoft.com/office/powerpoint/2010/main" val="13785874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Time: O(n)</a:t>
            </a: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7</a:t>
            </a:fld>
            <a:endParaRPr lang="zh-TW" altLang="en-US"/>
          </a:p>
        </p:txBody>
      </p:sp>
    </p:spTree>
    <p:extLst>
      <p:ext uri="{BB962C8B-B14F-4D97-AF65-F5344CB8AC3E}">
        <p14:creationId xmlns:p14="http://schemas.microsoft.com/office/powerpoint/2010/main" val="21276010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06554"/>
            <a:ext cx="7521893" cy="3829906"/>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8</a:t>
            </a:fld>
            <a:endParaRPr lang="zh-TW" altLang="en-US"/>
          </a:p>
        </p:txBody>
      </p:sp>
    </p:spTree>
    <p:extLst>
      <p:ext uri="{BB962C8B-B14F-4D97-AF65-F5344CB8AC3E}">
        <p14:creationId xmlns:p14="http://schemas.microsoft.com/office/powerpoint/2010/main" val="8028903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Cover Merge</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25795" y="1512901"/>
            <a:ext cx="5200153" cy="5152509"/>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9</a:t>
            </a:fld>
            <a:endParaRPr lang="zh-TW" altLang="en-US"/>
          </a:p>
        </p:txBody>
      </p:sp>
      <mc:AlternateContent xmlns:mc="http://schemas.openxmlformats.org/markup-compatibility/2006">
        <mc:Choice xmlns:p14="http://schemas.microsoft.com/office/powerpoint/2010/main" Requires="p14">
          <p:contentPart p14:bwMode="auto" r:id="rId3">
            <p14:nvContentPartPr>
              <p14:cNvPr id="2" name="筆跡 1">
                <a:extLst>
                  <a:ext uri="{FF2B5EF4-FFF2-40B4-BE49-F238E27FC236}">
                    <a16:creationId xmlns:a16="http://schemas.microsoft.com/office/drawing/2014/main" id="{3E5FFD51-5187-387B-EFFD-2281AAB5ECA4}"/>
                  </a:ext>
                </a:extLst>
              </p14:cNvPr>
              <p14:cNvContentPartPr/>
              <p14:nvPr/>
            </p14:nvContentPartPr>
            <p14:xfrm>
              <a:off x="6965280" y="5348880"/>
              <a:ext cx="360" cy="277200"/>
            </p14:xfrm>
          </p:contentPart>
        </mc:Choice>
        <mc:Fallback>
          <p:pic>
            <p:nvPicPr>
              <p:cNvPr id="2" name="筆跡 1">
                <a:extLst>
                  <a:ext uri="{FF2B5EF4-FFF2-40B4-BE49-F238E27FC236}">
                    <a16:creationId xmlns:a16="http://schemas.microsoft.com/office/drawing/2014/main" id="{3E5FFD51-5187-387B-EFFD-2281AAB5ECA4}"/>
                  </a:ext>
                </a:extLst>
              </p:cNvPr>
              <p:cNvPicPr/>
              <p:nvPr/>
            </p:nvPicPr>
            <p:blipFill>
              <a:blip r:embed="rId4"/>
              <a:stretch>
                <a:fillRect/>
              </a:stretch>
            </p:blipFill>
            <p:spPr>
              <a:xfrm>
                <a:off x="6949440" y="5285520"/>
                <a:ext cx="3168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筆跡 2">
                <a:extLst>
                  <a:ext uri="{FF2B5EF4-FFF2-40B4-BE49-F238E27FC236}">
                    <a16:creationId xmlns:a16="http://schemas.microsoft.com/office/drawing/2014/main" id="{18E80CBC-8080-7F46-198A-3F088B5889FB}"/>
                  </a:ext>
                </a:extLst>
              </p14:cNvPr>
              <p14:cNvContentPartPr/>
              <p14:nvPr/>
            </p14:nvContentPartPr>
            <p14:xfrm>
              <a:off x="7099200" y="5366880"/>
              <a:ext cx="54000" cy="294840"/>
            </p14:xfrm>
          </p:contentPart>
        </mc:Choice>
        <mc:Fallback>
          <p:pic>
            <p:nvPicPr>
              <p:cNvPr id="3" name="筆跡 2">
                <a:extLst>
                  <a:ext uri="{FF2B5EF4-FFF2-40B4-BE49-F238E27FC236}">
                    <a16:creationId xmlns:a16="http://schemas.microsoft.com/office/drawing/2014/main" id="{18E80CBC-8080-7F46-198A-3F088B5889FB}"/>
                  </a:ext>
                </a:extLst>
              </p:cNvPr>
              <p:cNvPicPr/>
              <p:nvPr/>
            </p:nvPicPr>
            <p:blipFill>
              <a:blip r:embed="rId6"/>
              <a:stretch>
                <a:fillRect/>
              </a:stretch>
            </p:blipFill>
            <p:spPr>
              <a:xfrm>
                <a:off x="7083360" y="5303520"/>
                <a:ext cx="85320" cy="4215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筆跡 5">
                <a:extLst>
                  <a:ext uri="{FF2B5EF4-FFF2-40B4-BE49-F238E27FC236}">
                    <a16:creationId xmlns:a16="http://schemas.microsoft.com/office/drawing/2014/main" id="{756426C5-2C9E-BEB4-8851-15030D4488BB}"/>
                  </a:ext>
                </a:extLst>
              </p14:cNvPr>
              <p14:cNvContentPartPr/>
              <p14:nvPr/>
            </p14:nvContentPartPr>
            <p14:xfrm>
              <a:off x="7018560" y="5875560"/>
              <a:ext cx="420120" cy="98640"/>
            </p14:xfrm>
          </p:contentPart>
        </mc:Choice>
        <mc:Fallback>
          <p:pic>
            <p:nvPicPr>
              <p:cNvPr id="6" name="筆跡 5">
                <a:extLst>
                  <a:ext uri="{FF2B5EF4-FFF2-40B4-BE49-F238E27FC236}">
                    <a16:creationId xmlns:a16="http://schemas.microsoft.com/office/drawing/2014/main" id="{756426C5-2C9E-BEB4-8851-15030D4488BB}"/>
                  </a:ext>
                </a:extLst>
              </p:cNvPr>
              <p:cNvPicPr/>
              <p:nvPr/>
            </p:nvPicPr>
            <p:blipFill>
              <a:blip r:embed="rId8"/>
              <a:stretch>
                <a:fillRect/>
              </a:stretch>
            </p:blipFill>
            <p:spPr>
              <a:xfrm>
                <a:off x="7002720" y="5812200"/>
                <a:ext cx="4514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筆跡 7">
                <a:extLst>
                  <a:ext uri="{FF2B5EF4-FFF2-40B4-BE49-F238E27FC236}">
                    <a16:creationId xmlns:a16="http://schemas.microsoft.com/office/drawing/2014/main" id="{919BADCA-559B-EAC4-F954-CD0A428CE6CE}"/>
                  </a:ext>
                </a:extLst>
              </p14:cNvPr>
              <p14:cNvContentPartPr/>
              <p14:nvPr/>
            </p14:nvContentPartPr>
            <p14:xfrm>
              <a:off x="7224120" y="5804280"/>
              <a:ext cx="45000" cy="348480"/>
            </p14:xfrm>
          </p:contentPart>
        </mc:Choice>
        <mc:Fallback>
          <p:pic>
            <p:nvPicPr>
              <p:cNvPr id="8" name="筆跡 7">
                <a:extLst>
                  <a:ext uri="{FF2B5EF4-FFF2-40B4-BE49-F238E27FC236}">
                    <a16:creationId xmlns:a16="http://schemas.microsoft.com/office/drawing/2014/main" id="{919BADCA-559B-EAC4-F954-CD0A428CE6CE}"/>
                  </a:ext>
                </a:extLst>
              </p:cNvPr>
              <p:cNvPicPr/>
              <p:nvPr/>
            </p:nvPicPr>
            <p:blipFill>
              <a:blip r:embed="rId10"/>
              <a:stretch>
                <a:fillRect/>
              </a:stretch>
            </p:blipFill>
            <p:spPr>
              <a:xfrm>
                <a:off x="7208280" y="5740920"/>
                <a:ext cx="76320" cy="475200"/>
              </a:xfrm>
              <a:prstGeom prst="rect">
                <a:avLst/>
              </a:prstGeom>
            </p:spPr>
          </p:pic>
        </mc:Fallback>
      </mc:AlternateContent>
    </p:spTree>
    <p:extLst>
      <p:ext uri="{BB962C8B-B14F-4D97-AF65-F5344CB8AC3E}">
        <p14:creationId xmlns:p14="http://schemas.microsoft.com/office/powerpoint/2010/main" val="13346537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Cover Merge Algorithm</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907602"/>
            <a:ext cx="9855889" cy="3809386"/>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10</a:t>
            </a:fld>
            <a:endParaRPr lang="zh-TW" altLang="en-US"/>
          </a:p>
        </p:txBody>
      </p:sp>
    </p:spTree>
    <p:extLst>
      <p:ext uri="{BB962C8B-B14F-4D97-AF65-F5344CB8AC3E}">
        <p14:creationId xmlns:p14="http://schemas.microsoft.com/office/powerpoint/2010/main" val="38978850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LISW</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11</a:t>
            </a:fld>
            <a:endParaRPr lang="zh-TW" altLang="en-US"/>
          </a:p>
        </p:txBody>
      </p:sp>
      <p:pic>
        <p:nvPicPr>
          <p:cNvPr id="9" name="內容版面配置區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2458" y="978010"/>
            <a:ext cx="7702937" cy="5198953"/>
          </a:xfrm>
        </p:spPr>
      </p:pic>
    </p:spTree>
    <p:extLst>
      <p:ext uri="{BB962C8B-B14F-4D97-AF65-F5344CB8AC3E}">
        <p14:creationId xmlns:p14="http://schemas.microsoft.com/office/powerpoint/2010/main" val="8050805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Stop Point</a:t>
            </a:r>
            <a:endParaRPr lang="zh-TW" altLang="en-US" dirty="0">
              <a:latin typeface="Times New Roman" panose="02020603050405020304" pitchFamily="18" charset="0"/>
              <a:cs typeface="Times New Roman" panose="02020603050405020304" pitchFamily="18" charset="0"/>
            </a:endParaRPr>
          </a:p>
        </p:txBody>
      </p:sp>
      <p:sp>
        <p:nvSpPr>
          <p:cNvPr id="9" name="內容版面配置區 8"/>
          <p:cNvSpPr>
            <a:spLocks noGrp="1"/>
          </p:cNvSpPr>
          <p:nvPr>
            <p:ph type="body" idx="1"/>
          </p:nvPr>
        </p:nvSpPr>
        <p:spPr>
          <a:xfrm>
            <a:off x="839788" y="1690688"/>
            <a:ext cx="5157787" cy="814387"/>
          </a:xfrm>
        </p:spPr>
        <p:txBody>
          <a:bodyPr>
            <a:normAutofit lnSpcReduction="10000"/>
          </a:bodyPr>
          <a:lstStyle/>
          <a:p>
            <a:r>
              <a:rPr lang="en-US" altLang="zh-TW" b="0" dirty="0">
                <a:latin typeface="Times New Roman" panose="02020603050405020304" pitchFamily="18" charset="0"/>
                <a:cs typeface="Times New Roman" panose="02020603050405020304" pitchFamily="18" charset="0"/>
              </a:rPr>
              <a:t>S: &lt;1,4,11,2,7,9,5&gt; </a:t>
            </a:r>
          </a:p>
          <a:p>
            <a:pPr marL="0" indent="0">
              <a:buNone/>
            </a:pPr>
            <a:r>
              <a:rPr lang="en-US" altLang="zh-TW" b="0" dirty="0">
                <a:latin typeface="Times New Roman" panose="02020603050405020304" pitchFamily="18" charset="0"/>
                <a:cs typeface="Times New Roman" panose="02020603050405020304" pitchFamily="18" charset="0"/>
              </a:rPr>
              <a:t>u = 6</a:t>
            </a:r>
            <a:r>
              <a:rPr lang="zh-TW" altLang="en-US" b="0" dirty="0">
                <a:latin typeface="Times New Roman" panose="02020603050405020304" pitchFamily="18" charset="0"/>
                <a:cs typeface="Times New Roman" panose="02020603050405020304" pitchFamily="18" charset="0"/>
              </a:rPr>
              <a:t>，</a:t>
            </a:r>
            <a:r>
              <a:rPr lang="en-US" altLang="zh-TW" b="0" dirty="0">
                <a:latin typeface="Times New Roman" panose="02020603050405020304" pitchFamily="18" charset="0"/>
                <a:cs typeface="Times New Roman" panose="02020603050405020304" pitchFamily="18" charset="0"/>
              </a:rPr>
              <a:t>9</a:t>
            </a:r>
            <a:r>
              <a:rPr lang="zh-TW" altLang="en-US" b="0" dirty="0">
                <a:latin typeface="標楷體" panose="03000509000000000000" pitchFamily="65" charset="-120"/>
                <a:ea typeface="標楷體" panose="03000509000000000000" pitchFamily="65" charset="-120"/>
                <a:cs typeface="Times New Roman" panose="02020603050405020304" pitchFamily="18" charset="0"/>
              </a:rPr>
              <a:t>結尾</a:t>
            </a:r>
            <a:endParaRPr lang="en-US" altLang="zh-TW" b="0"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內容版面配置區 9"/>
          <p:cNvSpPr>
            <a:spLocks noGrp="1"/>
          </p:cNvSpPr>
          <p:nvPr>
            <p:ph sz="half" idx="2"/>
          </p:nvPr>
        </p:nvSpPr>
        <p:spPr/>
        <p:txBody>
          <a:bodyPr/>
          <a:lstStyle/>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1 4 11 9</a:t>
            </a:r>
          </a:p>
          <a:p>
            <a:pPr marL="0" indent="0">
              <a:buNone/>
            </a:pPr>
            <a:r>
              <a:rPr lang="en-US" altLang="zh-TW" dirty="0">
                <a:latin typeface="Times New Roman" panose="02020603050405020304" pitchFamily="18" charset="0"/>
                <a:cs typeface="Times New Roman" panose="02020603050405020304" pitchFamily="18" charset="0"/>
              </a:rPr>
              <a:t>   2  7</a:t>
            </a:r>
            <a:endParaRPr lang="zh-TW" altLang="en-US" dirty="0">
              <a:latin typeface="Times New Roman" panose="02020603050405020304" pitchFamily="18" charset="0"/>
              <a:cs typeface="Times New Roman" panose="02020603050405020304" pitchFamily="18" charset="0"/>
            </a:endParaRPr>
          </a:p>
        </p:txBody>
      </p:sp>
      <p:sp>
        <p:nvSpPr>
          <p:cNvPr id="12" name="文字版面配置區 11"/>
          <p:cNvSpPr>
            <a:spLocks noGrp="1"/>
          </p:cNvSpPr>
          <p:nvPr>
            <p:ph type="body" sz="quarter" idx="3"/>
          </p:nvPr>
        </p:nvSpPr>
        <p:spPr/>
        <p:txBody>
          <a:bodyPr>
            <a:normAutofit lnSpcReduction="10000"/>
          </a:bodyPr>
          <a:lstStyle/>
          <a:p>
            <a:r>
              <a:rPr lang="en-US" altLang="zh-TW" b="0" dirty="0">
                <a:latin typeface="Times New Roman" panose="02020603050405020304" pitchFamily="18" charset="0"/>
                <a:cs typeface="Times New Roman" panose="02020603050405020304" pitchFamily="18" charset="0"/>
              </a:rPr>
              <a:t>S: &lt;1,4,11,2,7,9,5&gt; </a:t>
            </a:r>
          </a:p>
          <a:p>
            <a:r>
              <a:rPr lang="en-US" altLang="zh-TW" b="0" dirty="0">
                <a:latin typeface="Times New Roman" panose="02020603050405020304" pitchFamily="18" charset="0"/>
                <a:cs typeface="Times New Roman" panose="02020603050405020304" pitchFamily="18" charset="0"/>
              </a:rPr>
              <a:t>u = 6</a:t>
            </a:r>
            <a:r>
              <a:rPr lang="zh-TW" altLang="en-US" b="0" dirty="0">
                <a:latin typeface="Times New Roman" panose="02020603050405020304" pitchFamily="18" charset="0"/>
                <a:cs typeface="Times New Roman" panose="02020603050405020304" pitchFamily="18" charset="0"/>
              </a:rPr>
              <a:t>，</a:t>
            </a:r>
            <a:r>
              <a:rPr lang="en-US" altLang="zh-TW" b="0" dirty="0">
                <a:latin typeface="Times New Roman" panose="02020603050405020304" pitchFamily="18" charset="0"/>
                <a:cs typeface="Times New Roman" panose="02020603050405020304" pitchFamily="18" charset="0"/>
              </a:rPr>
              <a:t>5</a:t>
            </a:r>
            <a:r>
              <a:rPr lang="zh-TW" altLang="en-US" b="0" dirty="0">
                <a:latin typeface="標楷體" panose="03000509000000000000" pitchFamily="65" charset="-120"/>
                <a:ea typeface="標楷體" panose="03000509000000000000" pitchFamily="65" charset="-120"/>
                <a:cs typeface="Times New Roman" panose="02020603050405020304" pitchFamily="18" charset="0"/>
              </a:rPr>
              <a:t>結尾</a:t>
            </a:r>
            <a:endParaRPr lang="en-US" altLang="zh-TW" b="0"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內容版面配置區 12"/>
          <p:cNvSpPr>
            <a:spLocks noGrp="1"/>
          </p:cNvSpPr>
          <p:nvPr>
            <p:ph sz="quarter" idx="4"/>
          </p:nvPr>
        </p:nvSpPr>
        <p:spPr/>
        <p:txBody>
          <a:bodyPr>
            <a:normAutofit/>
          </a:bodyPr>
          <a:lstStyle/>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4 11 9</a:t>
            </a:r>
          </a:p>
          <a:p>
            <a:pPr marL="0" indent="0">
              <a:buNone/>
            </a:pPr>
            <a:r>
              <a:rPr lang="en-US" altLang="zh-TW" dirty="0">
                <a:latin typeface="Times New Roman" panose="02020603050405020304" pitchFamily="18" charset="0"/>
                <a:cs typeface="Times New Roman" panose="02020603050405020304" pitchFamily="18" charset="0"/>
              </a:rPr>
              <a:t>2  7</a:t>
            </a:r>
          </a:p>
          <a:p>
            <a:pPr marL="0" indent="0">
              <a:buNone/>
            </a:pPr>
            <a:r>
              <a:rPr lang="en-US" altLang="zh-TW" dirty="0">
                <a:latin typeface="Times New Roman" panose="02020603050405020304" pitchFamily="18" charset="0"/>
                <a:cs typeface="Times New Roman" panose="02020603050405020304" pitchFamily="18" charset="0"/>
              </a:rPr>
              <a:t>    5</a:t>
            </a:r>
          </a:p>
          <a:p>
            <a:pPr marL="0" indent="0">
              <a:buNone/>
            </a:pPr>
            <a:endParaRPr lang="en-US" altLang="zh-TW" dirty="0"/>
          </a:p>
          <a:p>
            <a:pPr marL="0" indent="0">
              <a:buNone/>
            </a:pPr>
            <a:r>
              <a:rPr lang="zh-TW" altLang="en-US" dirty="0">
                <a:latin typeface="標楷體" panose="03000509000000000000" pitchFamily="65" charset="-120"/>
                <a:ea typeface="標楷體" panose="03000509000000000000" pitchFamily="65" charset="-120"/>
              </a:rPr>
              <a:t>因為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標楷體" panose="03000509000000000000" pitchFamily="65" charset="-120"/>
                <a:ea typeface="標楷體" panose="03000509000000000000" pitchFamily="65" charset="-120"/>
              </a:rPr>
              <a:t>沒有辦法新開一個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list</a:t>
            </a:r>
            <a:r>
              <a:rPr lang="zh-TW" altLang="en-US" dirty="0">
                <a:latin typeface="標楷體" panose="03000509000000000000" pitchFamily="65" charset="-120"/>
                <a:ea typeface="標楷體" panose="03000509000000000000" pitchFamily="65" charset="-120"/>
              </a:rPr>
              <a:t>，所以用</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標楷體" panose="03000509000000000000" pitchFamily="65" charset="-120"/>
                <a:ea typeface="標楷體" panose="03000509000000000000" pitchFamily="65" charset="-120"/>
              </a:rPr>
              <a:t>結尾的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LIS</a:t>
            </a:r>
            <a:r>
              <a:rPr lang="zh-TW" altLang="en-US" dirty="0">
                <a:latin typeface="標楷體" panose="03000509000000000000" pitchFamily="65" charset="-120"/>
                <a:ea typeface="標楷體" panose="03000509000000000000" pitchFamily="65" charset="-120"/>
              </a:rPr>
              <a:t>不會比用</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9</a:t>
            </a:r>
            <a:r>
              <a:rPr lang="zh-TW" altLang="en-US" dirty="0">
                <a:latin typeface="標楷體" panose="03000509000000000000" pitchFamily="65" charset="-120"/>
                <a:ea typeface="標楷體" panose="03000509000000000000" pitchFamily="65" charset="-120"/>
              </a:rPr>
              <a:t>還好</a:t>
            </a:r>
            <a:endParaRPr lang="en-US" altLang="zh-TW"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12</a:t>
            </a:fld>
            <a:endParaRPr lang="zh-TW" altLang="en-US"/>
          </a:p>
        </p:txBody>
      </p:sp>
      <mc:AlternateContent xmlns:mc="http://schemas.openxmlformats.org/markup-compatibility/2006">
        <mc:Choice xmlns:p14="http://schemas.microsoft.com/office/powerpoint/2010/main" Requires="p14">
          <p:contentPart p14:bwMode="auto" r:id="rId2">
            <p14:nvContentPartPr>
              <p14:cNvPr id="2" name="筆跡 1">
                <a:extLst>
                  <a:ext uri="{FF2B5EF4-FFF2-40B4-BE49-F238E27FC236}">
                    <a16:creationId xmlns:a16="http://schemas.microsoft.com/office/drawing/2014/main" id="{15FA389F-E515-B400-4E9B-B2BBDF57CB9A}"/>
                  </a:ext>
                </a:extLst>
              </p14:cNvPr>
              <p14:cNvContentPartPr/>
              <p14:nvPr/>
            </p14:nvContentPartPr>
            <p14:xfrm>
              <a:off x="1437840" y="1428840"/>
              <a:ext cx="1384200" cy="294840"/>
            </p14:xfrm>
          </p:contentPart>
        </mc:Choice>
        <mc:Fallback>
          <p:pic>
            <p:nvPicPr>
              <p:cNvPr id="2" name="筆跡 1">
                <a:extLst>
                  <a:ext uri="{FF2B5EF4-FFF2-40B4-BE49-F238E27FC236}">
                    <a16:creationId xmlns:a16="http://schemas.microsoft.com/office/drawing/2014/main" id="{15FA389F-E515-B400-4E9B-B2BBDF57CB9A}"/>
                  </a:ext>
                </a:extLst>
              </p:cNvPr>
              <p:cNvPicPr/>
              <p:nvPr/>
            </p:nvPicPr>
            <p:blipFill>
              <a:blip r:embed="rId3"/>
              <a:stretch>
                <a:fillRect/>
              </a:stretch>
            </p:blipFill>
            <p:spPr>
              <a:xfrm>
                <a:off x="1422000" y="1365480"/>
                <a:ext cx="1415520" cy="421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筆跡 2">
                <a:extLst>
                  <a:ext uri="{FF2B5EF4-FFF2-40B4-BE49-F238E27FC236}">
                    <a16:creationId xmlns:a16="http://schemas.microsoft.com/office/drawing/2014/main" id="{678EF725-8A27-406C-2383-EB7C262017B1}"/>
                  </a:ext>
                </a:extLst>
              </p14:cNvPr>
              <p14:cNvContentPartPr/>
              <p14:nvPr/>
            </p14:nvContentPartPr>
            <p14:xfrm>
              <a:off x="7090200" y="1500120"/>
              <a:ext cx="1330920" cy="304200"/>
            </p14:xfrm>
          </p:contentPart>
        </mc:Choice>
        <mc:Fallback>
          <p:pic>
            <p:nvPicPr>
              <p:cNvPr id="3" name="筆跡 2">
                <a:extLst>
                  <a:ext uri="{FF2B5EF4-FFF2-40B4-BE49-F238E27FC236}">
                    <a16:creationId xmlns:a16="http://schemas.microsoft.com/office/drawing/2014/main" id="{678EF725-8A27-406C-2383-EB7C262017B1}"/>
                  </a:ext>
                </a:extLst>
              </p:cNvPr>
              <p:cNvPicPr/>
              <p:nvPr/>
            </p:nvPicPr>
            <p:blipFill>
              <a:blip r:embed="rId5"/>
              <a:stretch>
                <a:fillRect/>
              </a:stretch>
            </p:blipFill>
            <p:spPr>
              <a:xfrm>
                <a:off x="7074360" y="1436760"/>
                <a:ext cx="136224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筆跡 4">
                <a:extLst>
                  <a:ext uri="{FF2B5EF4-FFF2-40B4-BE49-F238E27FC236}">
                    <a16:creationId xmlns:a16="http://schemas.microsoft.com/office/drawing/2014/main" id="{81AE3379-4729-26CE-79CE-1CE32F880226}"/>
                  </a:ext>
                </a:extLst>
              </p14:cNvPr>
              <p14:cNvContentPartPr/>
              <p14:nvPr/>
            </p14:nvContentPartPr>
            <p14:xfrm>
              <a:off x="2214720" y="1098360"/>
              <a:ext cx="27000" cy="1197000"/>
            </p14:xfrm>
          </p:contentPart>
        </mc:Choice>
        <mc:Fallback>
          <p:pic>
            <p:nvPicPr>
              <p:cNvPr id="5" name="筆跡 4">
                <a:extLst>
                  <a:ext uri="{FF2B5EF4-FFF2-40B4-BE49-F238E27FC236}">
                    <a16:creationId xmlns:a16="http://schemas.microsoft.com/office/drawing/2014/main" id="{81AE3379-4729-26CE-79CE-1CE32F880226}"/>
                  </a:ext>
                </a:extLst>
              </p:cNvPr>
              <p:cNvPicPr/>
              <p:nvPr/>
            </p:nvPicPr>
            <p:blipFill>
              <a:blip r:embed="rId7"/>
              <a:stretch>
                <a:fillRect/>
              </a:stretch>
            </p:blipFill>
            <p:spPr>
              <a:xfrm>
                <a:off x="2198880" y="1035000"/>
                <a:ext cx="58320" cy="1323720"/>
              </a:xfrm>
              <a:prstGeom prst="rect">
                <a:avLst/>
              </a:prstGeom>
            </p:spPr>
          </p:pic>
        </mc:Fallback>
      </mc:AlternateContent>
    </p:spTree>
    <p:extLst>
      <p:ext uri="{BB962C8B-B14F-4D97-AF65-F5344CB8AC3E}">
        <p14:creationId xmlns:p14="http://schemas.microsoft.com/office/powerpoint/2010/main" val="18585429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LISW</a:t>
            </a:r>
            <a:endParaRPr lang="zh-TW" altLang="en-US" dirty="0">
              <a:latin typeface="Times New Roman" panose="02020603050405020304" pitchFamily="18" charset="0"/>
              <a:cs typeface="Times New Roman" panose="02020603050405020304" pitchFamily="18" charset="0"/>
            </a:endParaRPr>
          </a:p>
        </p:txBody>
      </p:sp>
      <p:pic>
        <p:nvPicPr>
          <p:cNvPr id="3" name="內容版面配置區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08313"/>
            <a:ext cx="9555389" cy="3185130"/>
          </a:xfrm>
        </p:spPr>
      </p:pic>
      <p:sp>
        <p:nvSpPr>
          <p:cNvPr id="5" name="投影片編號版面配置區 4"/>
          <p:cNvSpPr>
            <a:spLocks noGrp="1"/>
          </p:cNvSpPr>
          <p:nvPr>
            <p:ph type="sldNum" sz="quarter" idx="12"/>
          </p:nvPr>
        </p:nvSpPr>
        <p:spPr/>
        <p:txBody>
          <a:bodyPr/>
          <a:lstStyle/>
          <a:p>
            <a:fld id="{FFC34EEA-53D1-4661-9D8A-77EED7BBB355}" type="slidenum">
              <a:rPr lang="zh-TW" altLang="en-US" smtClean="0"/>
              <a:t>13</a:t>
            </a:fld>
            <a:endParaRPr lang="zh-TW" altLang="en-US"/>
          </a:p>
        </p:txBody>
      </p:sp>
    </p:spTree>
    <p:extLst>
      <p:ext uri="{BB962C8B-B14F-4D97-AF65-F5344CB8AC3E}">
        <p14:creationId xmlns:p14="http://schemas.microsoft.com/office/powerpoint/2010/main" val="23777832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sp>
        <p:nvSpPr>
          <p:cNvPr id="8" name="內容版面配置區 7"/>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 </a:t>
            </a:r>
          </a:p>
          <a:p>
            <a:pPr marL="0" indent="0">
              <a:buNone/>
            </a:pPr>
            <a:endParaRPr lang="en-US" altLang="zh-TW" dirty="0"/>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14</a:t>
            </a:fld>
            <a:endParaRPr lang="zh-TW" altLang="en-US"/>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776942"/>
            <a:ext cx="8704483" cy="4579408"/>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筆跡 1">
                <a:extLst>
                  <a:ext uri="{FF2B5EF4-FFF2-40B4-BE49-F238E27FC236}">
                    <a16:creationId xmlns:a16="http://schemas.microsoft.com/office/drawing/2014/main" id="{AE1C3E67-3672-57AB-F570-10BFCBCAEB85}"/>
                  </a:ext>
                </a:extLst>
              </p14:cNvPr>
              <p14:cNvContentPartPr/>
              <p14:nvPr/>
            </p14:nvContentPartPr>
            <p14:xfrm>
              <a:off x="6224040" y="4982760"/>
              <a:ext cx="1393200" cy="607680"/>
            </p14:xfrm>
          </p:contentPart>
        </mc:Choice>
        <mc:Fallback>
          <p:pic>
            <p:nvPicPr>
              <p:cNvPr id="2" name="筆跡 1">
                <a:extLst>
                  <a:ext uri="{FF2B5EF4-FFF2-40B4-BE49-F238E27FC236}">
                    <a16:creationId xmlns:a16="http://schemas.microsoft.com/office/drawing/2014/main" id="{AE1C3E67-3672-57AB-F570-10BFCBCAEB85}"/>
                  </a:ext>
                </a:extLst>
              </p:cNvPr>
              <p:cNvPicPr/>
              <p:nvPr/>
            </p:nvPicPr>
            <p:blipFill>
              <a:blip r:embed="rId4"/>
              <a:stretch>
                <a:fillRect/>
              </a:stretch>
            </p:blipFill>
            <p:spPr>
              <a:xfrm>
                <a:off x="6208200" y="4919400"/>
                <a:ext cx="1424520" cy="734400"/>
              </a:xfrm>
              <a:prstGeom prst="rect">
                <a:avLst/>
              </a:prstGeom>
            </p:spPr>
          </p:pic>
        </mc:Fallback>
      </mc:AlternateContent>
    </p:spTree>
    <p:extLst>
      <p:ext uri="{BB962C8B-B14F-4D97-AF65-F5344CB8AC3E}">
        <p14:creationId xmlns:p14="http://schemas.microsoft.com/office/powerpoint/2010/main" val="15973591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15</a:t>
            </a:fld>
            <a:endParaRPr lang="zh-TW" altLang="en-US"/>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520" y="3924492"/>
            <a:ext cx="7716130" cy="1466491"/>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25624"/>
            <a:ext cx="7808225" cy="1312888"/>
          </a:xfrm>
          <a:prstGeom prst="rect">
            <a:avLst/>
          </a:prstGeom>
        </p:spPr>
      </p:pic>
    </p:spTree>
    <p:extLst>
      <p:ext uri="{BB962C8B-B14F-4D97-AF65-F5344CB8AC3E}">
        <p14:creationId xmlns:p14="http://schemas.microsoft.com/office/powerpoint/2010/main" val="7768747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B13900E8-C1DB-1602-9427-3DC6EC12926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Thanks~</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id="{993354DE-5A28-A2DC-F419-094433963161}"/>
              </a:ext>
            </a:extLst>
          </p:cNvPr>
          <p:cNvSpPr>
            <a:spLocks noGrp="1"/>
          </p:cNvSpPr>
          <p:nvPr>
            <p:ph idx="1"/>
          </p:nvPr>
        </p:nvSpPr>
        <p:spPr/>
        <p:txBody>
          <a:bodyPr/>
          <a:lstStyle/>
          <a:p>
            <a:pPr marL="0" indent="0">
              <a:buNone/>
            </a:pPr>
            <a:endParaRPr lang="zh-TW" altLang="en-US" dirty="0"/>
          </a:p>
        </p:txBody>
      </p:sp>
      <p:sp>
        <p:nvSpPr>
          <p:cNvPr id="5" name="投影片編號版面配置區 4">
            <a:extLst>
              <a:ext uri="{FF2B5EF4-FFF2-40B4-BE49-F238E27FC236}">
                <a16:creationId xmlns:a16="http://schemas.microsoft.com/office/drawing/2014/main" id="{9213F358-0A60-7297-9FA9-EAA8D3D869E8}"/>
              </a:ext>
            </a:extLst>
          </p:cNvPr>
          <p:cNvSpPr>
            <a:spLocks noGrp="1"/>
          </p:cNvSpPr>
          <p:nvPr>
            <p:ph type="sldNum" sz="quarter" idx="12"/>
          </p:nvPr>
        </p:nvSpPr>
        <p:spPr/>
        <p:txBody>
          <a:bodyPr/>
          <a:lstStyle/>
          <a:p>
            <a:fld id="{FFC34EEA-53D1-4661-9D8A-77EED7BBB355}" type="slidenum">
              <a:rPr lang="zh-TW" altLang="en-US" smtClean="0"/>
              <a:t>16</a:t>
            </a:fld>
            <a:endParaRPr lang="zh-TW" altLang="en-US"/>
          </a:p>
        </p:txBody>
      </p:sp>
    </p:spTree>
    <p:extLst>
      <p:ext uri="{BB962C8B-B14F-4D97-AF65-F5344CB8AC3E}">
        <p14:creationId xmlns:p14="http://schemas.microsoft.com/office/powerpoint/2010/main" val="33342280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1837</TotalTime>
  <Words>284</Words>
  <Application>Microsoft Office PowerPoint</Application>
  <PresentationFormat>寬螢幕</PresentationFormat>
  <Paragraphs>55</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標楷體</vt:lpstr>
      <vt:lpstr>Arial</vt:lpstr>
      <vt:lpstr>Calibri</vt:lpstr>
      <vt:lpstr>Calibri Light</vt:lpstr>
      <vt:lpstr>Times New Roman</vt:lpstr>
      <vt:lpstr>Office 佈景主題</vt:lpstr>
      <vt:lpstr>A COVER-MERGING-BASED ALGORITHM FOR THE LONGEST INCREASING SUBSEQUENCE IN A SLIDING WINDOW PROBLEM</vt:lpstr>
      <vt:lpstr>Abstract</vt:lpstr>
      <vt:lpstr>Longest Increasing subsequence</vt:lpstr>
      <vt:lpstr>Cover Make</vt:lpstr>
      <vt:lpstr>Time Complexity</vt:lpstr>
      <vt:lpstr>LIS Read</vt:lpstr>
      <vt:lpstr>Time complexity</vt:lpstr>
      <vt:lpstr>PowerPoint 簡報</vt:lpstr>
      <vt:lpstr>Cover Merge</vt:lpstr>
      <vt:lpstr>Cover Merge Algorithm</vt:lpstr>
      <vt:lpstr>LISW</vt:lpstr>
      <vt:lpstr>Stop Point</vt:lpstr>
      <vt:lpstr>LISW</vt:lpstr>
      <vt:lpstr>PowerPoint 簡報</vt:lpstr>
      <vt:lpstr>Time Complexity</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Increasing Subsequences in Sliding Windows</dc:title>
  <dc:creator>沈之承</dc:creator>
  <cp:lastModifiedBy>pplab</cp:lastModifiedBy>
  <cp:revision>74</cp:revision>
  <dcterms:created xsi:type="dcterms:W3CDTF">2023-03-06T07:11:02Z</dcterms:created>
  <dcterms:modified xsi:type="dcterms:W3CDTF">2023-06-27T08:25:00Z</dcterms:modified>
</cp:coreProperties>
</file>