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FFA43B8-FD04-4FCC-A9F6-69C7CB7CE5E8}">
          <p14:sldIdLst>
            <p14:sldId id="256"/>
            <p14:sldId id="257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沈之承" initials="沈之承" lastIdx="5" clrIdx="0">
    <p:extLst>
      <p:ext uri="{19B8F6BF-5375-455C-9EA6-DF929625EA0E}">
        <p15:presenceInfo xmlns:p15="http://schemas.microsoft.com/office/powerpoint/2012/main" userId="25d5769b3392ef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F0AB6-1C48-4BDE-B684-EEF6A9FF355C}" v="12" dt="2023-04-09T10:18:43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之承 沈" userId="25d5769b3392efdc" providerId="LiveId" clId="{589F0AB6-1C48-4BDE-B684-EEF6A9FF355C}"/>
    <pc:docChg chg="undo custSel addSld delSld modSld sldOrd modSection">
      <pc:chgData name="之承 沈" userId="25d5769b3392efdc" providerId="LiveId" clId="{589F0AB6-1C48-4BDE-B684-EEF6A9FF355C}" dt="2023-04-09T10:38:48.860" v="1617" actId="2711"/>
      <pc:docMkLst>
        <pc:docMk/>
      </pc:docMkLst>
      <pc:sldChg chg="modSp mod">
        <pc:chgData name="之承 沈" userId="25d5769b3392efdc" providerId="LiveId" clId="{589F0AB6-1C48-4BDE-B684-EEF6A9FF355C}" dt="2023-04-09T10:27:57.778" v="1329" actId="2711"/>
        <pc:sldMkLst>
          <pc:docMk/>
          <pc:sldMk cId="3512438627" sldId="256"/>
        </pc:sldMkLst>
        <pc:spChg chg="mod">
          <ac:chgData name="之承 沈" userId="25d5769b3392efdc" providerId="LiveId" clId="{589F0AB6-1C48-4BDE-B684-EEF6A9FF355C}" dt="2023-04-09T09:37:46.798" v="18" actId="27636"/>
          <ac:spMkLst>
            <pc:docMk/>
            <pc:sldMk cId="3512438627" sldId="256"/>
            <ac:spMk id="2" creationId="{00000000-0000-0000-0000-000000000000}"/>
          </ac:spMkLst>
        </pc:spChg>
        <pc:spChg chg="mod">
          <ac:chgData name="之承 沈" userId="25d5769b3392efdc" providerId="LiveId" clId="{589F0AB6-1C48-4BDE-B684-EEF6A9FF355C}" dt="2023-04-09T09:40:38.394" v="50" actId="20577"/>
          <ac:spMkLst>
            <pc:docMk/>
            <pc:sldMk cId="3512438627" sldId="256"/>
            <ac:spMk id="3" creationId="{00000000-0000-0000-0000-000000000000}"/>
          </ac:spMkLst>
        </pc:spChg>
        <pc:spChg chg="mod">
          <ac:chgData name="之承 沈" userId="25d5769b3392efdc" providerId="LiveId" clId="{589F0AB6-1C48-4BDE-B684-EEF6A9FF355C}" dt="2023-04-09T10:27:57.778" v="1329" actId="2711"/>
          <ac:spMkLst>
            <pc:docMk/>
            <pc:sldMk cId="3512438627" sldId="256"/>
            <ac:spMk id="5" creationId="{00000000-0000-0000-0000-000000000000}"/>
          </ac:spMkLst>
        </pc:spChg>
      </pc:sldChg>
      <pc:sldChg chg="modSp mod">
        <pc:chgData name="之承 沈" userId="25d5769b3392efdc" providerId="LiveId" clId="{589F0AB6-1C48-4BDE-B684-EEF6A9FF355C}" dt="2023-04-09T09:42:02.445" v="69" actId="20577"/>
        <pc:sldMkLst>
          <pc:docMk/>
          <pc:sldMk cId="1605372829" sldId="257"/>
        </pc:sldMkLst>
        <pc:spChg chg="mod">
          <ac:chgData name="之承 沈" userId="25d5769b3392efdc" providerId="LiveId" clId="{589F0AB6-1C48-4BDE-B684-EEF6A9FF355C}" dt="2023-04-09T09:42:02.445" v="69" actId="20577"/>
          <ac:spMkLst>
            <pc:docMk/>
            <pc:sldMk cId="1605372829" sldId="257"/>
            <ac:spMk id="3" creationId="{00000000-0000-0000-0000-000000000000}"/>
          </ac:spMkLst>
        </pc:spChg>
      </pc:sldChg>
      <pc:sldChg chg="addSp delSp modSp mod modClrScheme chgLayout">
        <pc:chgData name="之承 沈" userId="25d5769b3392efdc" providerId="LiveId" clId="{589F0AB6-1C48-4BDE-B684-EEF6A9FF355C}" dt="2023-04-09T09:46:43.920" v="250" actId="20577"/>
        <pc:sldMkLst>
          <pc:docMk/>
          <pc:sldMk cId="2912625084" sldId="258"/>
        </pc:sldMkLst>
        <pc:spChg chg="mod ord">
          <ac:chgData name="之承 沈" userId="25d5769b3392efdc" providerId="LiveId" clId="{589F0AB6-1C48-4BDE-B684-EEF6A9FF355C}" dt="2023-04-09T09:46:43.920" v="250" actId="20577"/>
          <ac:spMkLst>
            <pc:docMk/>
            <pc:sldMk cId="2912625084" sldId="258"/>
            <ac:spMk id="2" creationId="{00000000-0000-0000-0000-000000000000}"/>
          </ac:spMkLst>
        </pc:spChg>
        <pc:spChg chg="mod ord">
          <ac:chgData name="之承 沈" userId="25d5769b3392efdc" providerId="LiveId" clId="{589F0AB6-1C48-4BDE-B684-EEF6A9FF355C}" dt="2023-04-09T09:44:19.575" v="101" actId="700"/>
          <ac:spMkLst>
            <pc:docMk/>
            <pc:sldMk cId="2912625084" sldId="258"/>
            <ac:spMk id="3" creationId="{BF88251A-915D-E2AC-1555-7885C6E845C8}"/>
          </ac:spMkLst>
        </pc:spChg>
        <pc:spChg chg="del">
          <ac:chgData name="之承 沈" userId="25d5769b3392efdc" providerId="LiveId" clId="{589F0AB6-1C48-4BDE-B684-EEF6A9FF355C}" dt="2023-04-09T09:44:14.011" v="100" actId="21"/>
          <ac:spMkLst>
            <pc:docMk/>
            <pc:sldMk cId="2912625084" sldId="258"/>
            <ac:spMk id="5" creationId="{00000000-0000-0000-0000-000000000000}"/>
          </ac:spMkLst>
        </pc:spChg>
        <pc:spChg chg="add del mod ord">
          <ac:chgData name="之承 沈" userId="25d5769b3392efdc" providerId="LiveId" clId="{589F0AB6-1C48-4BDE-B684-EEF6A9FF355C}" dt="2023-04-09T09:44:08.635" v="99" actId="700"/>
          <ac:spMkLst>
            <pc:docMk/>
            <pc:sldMk cId="2912625084" sldId="258"/>
            <ac:spMk id="8" creationId="{4E3EC1DE-D025-3469-B0F6-39E98A39EB5E}"/>
          </ac:spMkLst>
        </pc:spChg>
        <pc:spChg chg="add del mod ord">
          <ac:chgData name="之承 沈" userId="25d5769b3392efdc" providerId="LiveId" clId="{589F0AB6-1C48-4BDE-B684-EEF6A9FF355C}" dt="2023-04-09T09:44:19.575" v="101" actId="700"/>
          <ac:spMkLst>
            <pc:docMk/>
            <pc:sldMk cId="2912625084" sldId="258"/>
            <ac:spMk id="9" creationId="{07EDAFBD-3BCA-E250-1678-0FB3882005F5}"/>
          </ac:spMkLst>
        </pc:spChg>
        <pc:spChg chg="add mod ord">
          <ac:chgData name="之承 沈" userId="25d5769b3392efdc" providerId="LiveId" clId="{589F0AB6-1C48-4BDE-B684-EEF6A9FF355C}" dt="2023-04-09T09:46:25.226" v="247" actId="20577"/>
          <ac:spMkLst>
            <pc:docMk/>
            <pc:sldMk cId="2912625084" sldId="258"/>
            <ac:spMk id="10" creationId="{CA02FA8E-9D01-91B8-83E5-5FED178A01F9}"/>
          </ac:spMkLst>
        </pc:spChg>
        <pc:picChg chg="del">
          <ac:chgData name="之承 沈" userId="25d5769b3392efdc" providerId="LiveId" clId="{589F0AB6-1C48-4BDE-B684-EEF6A9FF355C}" dt="2023-04-09T09:42:45.938" v="72" actId="21"/>
          <ac:picMkLst>
            <pc:docMk/>
            <pc:sldMk cId="2912625084" sldId="258"/>
            <ac:picMk id="4" creationId="{00000000-0000-0000-0000-000000000000}"/>
          </ac:picMkLst>
        </pc:picChg>
        <pc:picChg chg="add del mod">
          <ac:chgData name="之承 沈" userId="25d5769b3392efdc" providerId="LiveId" clId="{589F0AB6-1C48-4BDE-B684-EEF6A9FF355C}" dt="2023-04-09T09:42:44.166" v="71" actId="21"/>
          <ac:picMkLst>
            <pc:docMk/>
            <pc:sldMk cId="2912625084" sldId="258"/>
            <ac:picMk id="6" creationId="{74247CA6-1C8A-BAF2-3A3E-A66EE4FF42E2}"/>
          </ac:picMkLst>
        </pc:picChg>
      </pc:sldChg>
      <pc:sldChg chg="addSp delSp modSp mod chgLayout">
        <pc:chgData name="之承 沈" userId="25d5769b3392efdc" providerId="LiveId" clId="{589F0AB6-1C48-4BDE-B684-EEF6A9FF355C}" dt="2023-04-09T10:28:42.280" v="1333" actId="2711"/>
        <pc:sldMkLst>
          <pc:docMk/>
          <pc:sldMk cId="2792763757" sldId="260"/>
        </pc:sldMkLst>
        <pc:spChg chg="mod ord">
          <ac:chgData name="之承 沈" userId="25d5769b3392efdc" providerId="LiveId" clId="{589F0AB6-1C48-4BDE-B684-EEF6A9FF355C}" dt="2023-04-09T10:28:35.890" v="1332" actId="1076"/>
          <ac:spMkLst>
            <pc:docMk/>
            <pc:sldMk cId="2792763757" sldId="260"/>
            <ac:spMk id="2" creationId="{00000000-0000-0000-0000-000000000000}"/>
          </ac:spMkLst>
        </pc:spChg>
        <pc:spChg chg="mod ord">
          <ac:chgData name="之承 沈" userId="25d5769b3392efdc" providerId="LiveId" clId="{589F0AB6-1C48-4BDE-B684-EEF6A9FF355C}" dt="2023-04-09T09:53:39.287" v="423" actId="700"/>
          <ac:spMkLst>
            <pc:docMk/>
            <pc:sldMk cId="2792763757" sldId="260"/>
            <ac:spMk id="3" creationId="{A149A6C6-EEC3-9C43-49F0-583072161525}"/>
          </ac:spMkLst>
        </pc:spChg>
        <pc:spChg chg="add del mod">
          <ac:chgData name="之承 沈" userId="25d5769b3392efdc" providerId="LiveId" clId="{589F0AB6-1C48-4BDE-B684-EEF6A9FF355C}" dt="2023-04-09T09:53:39.287" v="423" actId="700"/>
          <ac:spMkLst>
            <pc:docMk/>
            <pc:sldMk cId="2792763757" sldId="260"/>
            <ac:spMk id="6" creationId="{EB4AB485-A294-74E2-5396-E68BC36FBA91}"/>
          </ac:spMkLst>
        </pc:spChg>
        <pc:spChg chg="del">
          <ac:chgData name="之承 沈" userId="25d5769b3392efdc" providerId="LiveId" clId="{589F0AB6-1C48-4BDE-B684-EEF6A9FF355C}" dt="2023-04-09T09:53:43.031" v="424" actId="21"/>
          <ac:spMkLst>
            <pc:docMk/>
            <pc:sldMk cId="2792763757" sldId="260"/>
            <ac:spMk id="7" creationId="{00000000-0000-0000-0000-000000000000}"/>
          </ac:spMkLst>
        </pc:spChg>
        <pc:spChg chg="add mod ord">
          <ac:chgData name="之承 沈" userId="25d5769b3392efdc" providerId="LiveId" clId="{589F0AB6-1C48-4BDE-B684-EEF6A9FF355C}" dt="2023-04-09T10:28:42.280" v="1333" actId="2711"/>
          <ac:spMkLst>
            <pc:docMk/>
            <pc:sldMk cId="2792763757" sldId="260"/>
            <ac:spMk id="8" creationId="{C827F5D3-66E4-4895-0806-F3AA1E773349}"/>
          </ac:spMkLst>
        </pc:spChg>
        <pc:picChg chg="del mod ord">
          <ac:chgData name="之承 沈" userId="25d5769b3392efdc" providerId="LiveId" clId="{589F0AB6-1C48-4BDE-B684-EEF6A9FF355C}" dt="2023-04-09T09:53:32.643" v="422" actId="478"/>
          <ac:picMkLst>
            <pc:docMk/>
            <pc:sldMk cId="2792763757" sldId="260"/>
            <ac:picMk id="5" creationId="{00000000-0000-0000-0000-000000000000}"/>
          </ac:picMkLst>
        </pc:picChg>
      </pc:sldChg>
      <pc:sldChg chg="addSp delSp modSp mod modClrScheme chgLayout">
        <pc:chgData name="之承 沈" userId="25d5769b3392efdc" providerId="LiveId" clId="{589F0AB6-1C48-4BDE-B684-EEF6A9FF355C}" dt="2023-04-09T10:28:30.909" v="1330" actId="2711"/>
        <pc:sldMkLst>
          <pc:docMk/>
          <pc:sldMk cId="2485500826" sldId="261"/>
        </pc:sldMkLst>
        <pc:spChg chg="del mod">
          <ac:chgData name="之承 沈" userId="25d5769b3392efdc" providerId="LiveId" clId="{589F0AB6-1C48-4BDE-B684-EEF6A9FF355C}" dt="2023-04-09T09:48:03.600" v="273" actId="700"/>
          <ac:spMkLst>
            <pc:docMk/>
            <pc:sldMk cId="2485500826" sldId="261"/>
            <ac:spMk id="2" creationId="{00000000-0000-0000-0000-000000000000}"/>
          </ac:spMkLst>
        </pc:spChg>
        <pc:spChg chg="del mod">
          <ac:chgData name="之承 沈" userId="25d5769b3392efdc" providerId="LiveId" clId="{589F0AB6-1C48-4BDE-B684-EEF6A9FF355C}" dt="2023-04-09T09:48:03.600" v="273" actId="700"/>
          <ac:spMkLst>
            <pc:docMk/>
            <pc:sldMk cId="2485500826" sldId="261"/>
            <ac:spMk id="3" creationId="{00000000-0000-0000-0000-000000000000}"/>
          </ac:spMkLst>
        </pc:spChg>
        <pc:spChg chg="del mod">
          <ac:chgData name="之承 沈" userId="25d5769b3392efdc" providerId="LiveId" clId="{589F0AB6-1C48-4BDE-B684-EEF6A9FF355C}" dt="2023-04-09T09:47:59.277" v="272"/>
          <ac:spMkLst>
            <pc:docMk/>
            <pc:sldMk cId="2485500826" sldId="261"/>
            <ac:spMk id="4" creationId="{00000000-0000-0000-0000-000000000000}"/>
          </ac:spMkLst>
        </pc:spChg>
        <pc:spChg chg="mod ord">
          <ac:chgData name="之承 沈" userId="25d5769b3392efdc" providerId="LiveId" clId="{589F0AB6-1C48-4BDE-B684-EEF6A9FF355C}" dt="2023-04-09T09:51:14.060" v="414" actId="700"/>
          <ac:spMkLst>
            <pc:docMk/>
            <pc:sldMk cId="2485500826" sldId="261"/>
            <ac:spMk id="5" creationId="{54A9DBD1-448A-653C-DE70-9F866DE44467}"/>
          </ac:spMkLst>
        </pc:spChg>
        <pc:spChg chg="add mod ord">
          <ac:chgData name="之承 沈" userId="25d5769b3392efdc" providerId="LiveId" clId="{589F0AB6-1C48-4BDE-B684-EEF6A9FF355C}" dt="2023-04-09T09:51:14.060" v="414" actId="700"/>
          <ac:spMkLst>
            <pc:docMk/>
            <pc:sldMk cId="2485500826" sldId="261"/>
            <ac:spMk id="6" creationId="{D3917CD5-93EF-1F03-09A3-B48376980E2A}"/>
          </ac:spMkLst>
        </pc:spChg>
        <pc:spChg chg="add mod ord">
          <ac:chgData name="之承 沈" userId="25d5769b3392efdc" providerId="LiveId" clId="{589F0AB6-1C48-4BDE-B684-EEF6A9FF355C}" dt="2023-04-09T10:28:30.909" v="1330" actId="2711"/>
          <ac:spMkLst>
            <pc:docMk/>
            <pc:sldMk cId="2485500826" sldId="261"/>
            <ac:spMk id="7" creationId="{8FC9F4A8-A684-3219-F051-5110825CB4DC}"/>
          </ac:spMkLst>
        </pc:spChg>
        <pc:spChg chg="add del mod ord">
          <ac:chgData name="之承 沈" userId="25d5769b3392efdc" providerId="LiveId" clId="{589F0AB6-1C48-4BDE-B684-EEF6A9FF355C}" dt="2023-04-09T09:52:21.409" v="415" actId="931"/>
          <ac:spMkLst>
            <pc:docMk/>
            <pc:sldMk cId="2485500826" sldId="261"/>
            <ac:spMk id="8" creationId="{89E39DA9-D55D-8239-7162-7EB5CFC91126}"/>
          </ac:spMkLst>
        </pc:spChg>
        <pc:picChg chg="add mod">
          <ac:chgData name="之承 沈" userId="25d5769b3392efdc" providerId="LiveId" clId="{589F0AB6-1C48-4BDE-B684-EEF6A9FF355C}" dt="2023-04-09T09:52:35.434" v="420" actId="14100"/>
          <ac:picMkLst>
            <pc:docMk/>
            <pc:sldMk cId="2485500826" sldId="261"/>
            <ac:picMk id="10" creationId="{0CA92268-BC9C-8F96-01C8-DB6BF7034F7C}"/>
          </ac:picMkLst>
        </pc:picChg>
      </pc:sldChg>
      <pc:sldChg chg="modSp del mod ord">
        <pc:chgData name="之承 沈" userId="25d5769b3392efdc" providerId="LiveId" clId="{589F0AB6-1C48-4BDE-B684-EEF6A9FF355C}" dt="2023-04-09T09:57:53.869" v="577" actId="2696"/>
        <pc:sldMkLst>
          <pc:docMk/>
          <pc:sldMk cId="1685615187" sldId="262"/>
        </pc:sldMkLst>
        <pc:spChg chg="mod">
          <ac:chgData name="之承 沈" userId="25d5769b3392efdc" providerId="LiveId" clId="{589F0AB6-1C48-4BDE-B684-EEF6A9FF355C}" dt="2023-04-09T09:57:01.098" v="533" actId="20577"/>
          <ac:spMkLst>
            <pc:docMk/>
            <pc:sldMk cId="1685615187" sldId="262"/>
            <ac:spMk id="3" creationId="{00000000-0000-0000-0000-000000000000}"/>
          </ac:spMkLst>
        </pc:spChg>
      </pc:sldChg>
      <pc:sldChg chg="addSp delSp modSp mod modClrScheme chgLayout">
        <pc:chgData name="之承 沈" userId="25d5769b3392efdc" providerId="LiveId" clId="{589F0AB6-1C48-4BDE-B684-EEF6A9FF355C}" dt="2023-04-09T10:29:30.497" v="1339" actId="2711"/>
        <pc:sldMkLst>
          <pc:docMk/>
          <pc:sldMk cId="1658856297" sldId="263"/>
        </pc:sldMkLst>
        <pc:spChg chg="mod ord">
          <ac:chgData name="之承 沈" userId="25d5769b3392efdc" providerId="LiveId" clId="{589F0AB6-1C48-4BDE-B684-EEF6A9FF355C}" dt="2023-04-09T10:00:17.090" v="654" actId="700"/>
          <ac:spMkLst>
            <pc:docMk/>
            <pc:sldMk cId="1658856297" sldId="263"/>
            <ac:spMk id="2" creationId="{00000000-0000-0000-0000-000000000000}"/>
          </ac:spMkLst>
        </pc:spChg>
        <pc:spChg chg="del mod ord">
          <ac:chgData name="之承 沈" userId="25d5769b3392efdc" providerId="LiveId" clId="{589F0AB6-1C48-4BDE-B684-EEF6A9FF355C}" dt="2023-04-09T10:00:17.090" v="654" actId="700"/>
          <ac:spMkLst>
            <pc:docMk/>
            <pc:sldMk cId="1658856297" sldId="263"/>
            <ac:spMk id="3" creationId="{00000000-0000-0000-0000-000000000000}"/>
          </ac:spMkLst>
        </pc:spChg>
        <pc:spChg chg="mod ord">
          <ac:chgData name="之承 沈" userId="25d5769b3392efdc" providerId="LiveId" clId="{589F0AB6-1C48-4BDE-B684-EEF6A9FF355C}" dt="2023-04-09T10:00:17.090" v="654" actId="700"/>
          <ac:spMkLst>
            <pc:docMk/>
            <pc:sldMk cId="1658856297" sldId="263"/>
            <ac:spMk id="4" creationId="{29B6BE74-9694-0D20-2FFA-027174B2BEDB}"/>
          </ac:spMkLst>
        </pc:spChg>
        <pc:spChg chg="add mod ord">
          <ac:chgData name="之承 沈" userId="25d5769b3392efdc" providerId="LiveId" clId="{589F0AB6-1C48-4BDE-B684-EEF6A9FF355C}" dt="2023-04-09T10:29:30.497" v="1339" actId="2711"/>
          <ac:spMkLst>
            <pc:docMk/>
            <pc:sldMk cId="1658856297" sldId="263"/>
            <ac:spMk id="5" creationId="{8BA263EA-B73D-1A47-F48D-072B914122A3}"/>
          </ac:spMkLst>
        </pc:spChg>
        <pc:spChg chg="add del mod ord">
          <ac:chgData name="之承 沈" userId="25d5769b3392efdc" providerId="LiveId" clId="{589F0AB6-1C48-4BDE-B684-EEF6A9FF355C}" dt="2023-04-09T10:02:18.622" v="724" actId="931"/>
          <ac:spMkLst>
            <pc:docMk/>
            <pc:sldMk cId="1658856297" sldId="263"/>
            <ac:spMk id="6" creationId="{6BE07C45-1955-E8FD-F2BE-6BA6AAD7F8A6}"/>
          </ac:spMkLst>
        </pc:spChg>
        <pc:picChg chg="add mod">
          <ac:chgData name="之承 沈" userId="25d5769b3392efdc" providerId="LiveId" clId="{589F0AB6-1C48-4BDE-B684-EEF6A9FF355C}" dt="2023-04-09T10:02:23.262" v="727" actId="14100"/>
          <ac:picMkLst>
            <pc:docMk/>
            <pc:sldMk cId="1658856297" sldId="263"/>
            <ac:picMk id="8" creationId="{F2F087E6-920C-091E-AA84-C15EDB3611E2}"/>
          </ac:picMkLst>
        </pc:picChg>
      </pc:sldChg>
      <pc:sldChg chg="modSp new mod">
        <pc:chgData name="之承 沈" userId="25d5769b3392efdc" providerId="LiveId" clId="{589F0AB6-1C48-4BDE-B684-EEF6A9FF355C}" dt="2023-04-09T09:47:36.485" v="257" actId="207"/>
        <pc:sldMkLst>
          <pc:docMk/>
          <pc:sldMk cId="1381471172" sldId="264"/>
        </pc:sldMkLst>
        <pc:spChg chg="mod">
          <ac:chgData name="之承 沈" userId="25d5769b3392efdc" providerId="LiveId" clId="{589F0AB6-1C48-4BDE-B684-EEF6A9FF355C}" dt="2023-04-09T09:46:48.569" v="251"/>
          <ac:spMkLst>
            <pc:docMk/>
            <pc:sldMk cId="1381471172" sldId="264"/>
            <ac:spMk id="2" creationId="{68FE7BF9-93F3-8278-68CF-5573FEF38F9A}"/>
          </ac:spMkLst>
        </pc:spChg>
        <pc:spChg chg="mod">
          <ac:chgData name="之承 沈" userId="25d5769b3392efdc" providerId="LiveId" clId="{589F0AB6-1C48-4BDE-B684-EEF6A9FF355C}" dt="2023-04-09T09:47:36.485" v="257" actId="207"/>
          <ac:spMkLst>
            <pc:docMk/>
            <pc:sldMk cId="1381471172" sldId="264"/>
            <ac:spMk id="3" creationId="{02EED883-79F8-D733-5ACD-C004CCB81197}"/>
          </ac:spMkLst>
        </pc:spChg>
      </pc:sldChg>
      <pc:sldChg chg="addSp delSp modSp new mod modClrScheme chgLayout">
        <pc:chgData name="之承 沈" userId="25d5769b3392efdc" providerId="LiveId" clId="{589F0AB6-1C48-4BDE-B684-EEF6A9FF355C}" dt="2023-04-09T10:29:45.326" v="1341" actId="2711"/>
        <pc:sldMkLst>
          <pc:docMk/>
          <pc:sldMk cId="1085537385" sldId="265"/>
        </pc:sldMkLst>
        <pc:spChg chg="del mod ord">
          <ac:chgData name="之承 沈" userId="25d5769b3392efdc" providerId="LiveId" clId="{589F0AB6-1C48-4BDE-B684-EEF6A9FF355C}" dt="2023-04-09T10:03:14.746" v="733" actId="700"/>
          <ac:spMkLst>
            <pc:docMk/>
            <pc:sldMk cId="1085537385" sldId="265"/>
            <ac:spMk id="2" creationId="{3EA84B7C-FA13-F796-1F77-ACEA74BBB186}"/>
          </ac:spMkLst>
        </pc:spChg>
        <pc:spChg chg="del mod ord">
          <ac:chgData name="之承 沈" userId="25d5769b3392efdc" providerId="LiveId" clId="{589F0AB6-1C48-4BDE-B684-EEF6A9FF355C}" dt="2023-04-09T10:03:14.746" v="733" actId="700"/>
          <ac:spMkLst>
            <pc:docMk/>
            <pc:sldMk cId="1085537385" sldId="265"/>
            <ac:spMk id="3" creationId="{1285256A-52A4-4B63-56DB-8502FEF0C926}"/>
          </ac:spMkLst>
        </pc:spChg>
        <pc:spChg chg="del">
          <ac:chgData name="之承 沈" userId="25d5769b3392efdc" providerId="LiveId" clId="{589F0AB6-1C48-4BDE-B684-EEF6A9FF355C}" dt="2023-04-09T10:03:14.746" v="733" actId="700"/>
          <ac:spMkLst>
            <pc:docMk/>
            <pc:sldMk cId="1085537385" sldId="265"/>
            <ac:spMk id="4" creationId="{E9D0F177-BE91-5B58-D86E-3E759AAFF9D2}"/>
          </ac:spMkLst>
        </pc:spChg>
        <pc:spChg chg="mod ord">
          <ac:chgData name="之承 沈" userId="25d5769b3392efdc" providerId="LiveId" clId="{589F0AB6-1C48-4BDE-B684-EEF6A9FF355C}" dt="2023-04-09T10:03:14.746" v="733" actId="700"/>
          <ac:spMkLst>
            <pc:docMk/>
            <pc:sldMk cId="1085537385" sldId="265"/>
            <ac:spMk id="5" creationId="{F5043C9B-8625-F166-A4D7-DF84C70C57D3}"/>
          </ac:spMkLst>
        </pc:spChg>
        <pc:spChg chg="add mod ord">
          <ac:chgData name="之承 沈" userId="25d5769b3392efdc" providerId="LiveId" clId="{589F0AB6-1C48-4BDE-B684-EEF6A9FF355C}" dt="2023-04-09T10:03:29.027" v="750" actId="20577"/>
          <ac:spMkLst>
            <pc:docMk/>
            <pc:sldMk cId="1085537385" sldId="265"/>
            <ac:spMk id="6" creationId="{7F2F0DC4-B714-0DEB-92A1-D3BA63B6FD3D}"/>
          </ac:spMkLst>
        </pc:spChg>
        <pc:spChg chg="add mod ord">
          <ac:chgData name="之承 沈" userId="25d5769b3392efdc" providerId="LiveId" clId="{589F0AB6-1C48-4BDE-B684-EEF6A9FF355C}" dt="2023-04-09T10:29:45.326" v="1341" actId="2711"/>
          <ac:spMkLst>
            <pc:docMk/>
            <pc:sldMk cId="1085537385" sldId="265"/>
            <ac:spMk id="7" creationId="{FC435CBA-5D56-D55A-7028-81BD8DA6A0F3}"/>
          </ac:spMkLst>
        </pc:spChg>
      </pc:sldChg>
      <pc:sldChg chg="addSp delSp modSp new mod modClrScheme chgLayout">
        <pc:chgData name="之承 沈" userId="25d5769b3392efdc" providerId="LiveId" clId="{589F0AB6-1C48-4BDE-B684-EEF6A9FF355C}" dt="2023-04-09T10:30:04.270" v="1343" actId="2711"/>
        <pc:sldMkLst>
          <pc:docMk/>
          <pc:sldMk cId="3188520808" sldId="266"/>
        </pc:sldMkLst>
        <pc:spChg chg="mod ord">
          <ac:chgData name="之承 沈" userId="25d5769b3392efdc" providerId="LiveId" clId="{589F0AB6-1C48-4BDE-B684-EEF6A9FF355C}" dt="2023-04-09T10:18:16.752" v="1127" actId="700"/>
          <ac:spMkLst>
            <pc:docMk/>
            <pc:sldMk cId="3188520808" sldId="266"/>
            <ac:spMk id="2" creationId="{D9244957-E392-096E-7E22-B396F3D24E3A}"/>
          </ac:spMkLst>
        </pc:spChg>
        <pc:spChg chg="del mod ord">
          <ac:chgData name="之承 沈" userId="25d5769b3392efdc" providerId="LiveId" clId="{589F0AB6-1C48-4BDE-B684-EEF6A9FF355C}" dt="2023-04-09T10:04:35.611" v="793" actId="700"/>
          <ac:spMkLst>
            <pc:docMk/>
            <pc:sldMk cId="3188520808" sldId="266"/>
            <ac:spMk id="3" creationId="{2A4A546B-47CB-A63D-24F9-00114D8750AC}"/>
          </ac:spMkLst>
        </pc:spChg>
        <pc:spChg chg="mod ord">
          <ac:chgData name="之承 沈" userId="25d5769b3392efdc" providerId="LiveId" clId="{589F0AB6-1C48-4BDE-B684-EEF6A9FF355C}" dt="2023-04-09T10:18:16.752" v="1127" actId="700"/>
          <ac:spMkLst>
            <pc:docMk/>
            <pc:sldMk cId="3188520808" sldId="266"/>
            <ac:spMk id="4" creationId="{D82FF576-74CA-B709-A6D3-CBC587D4D728}"/>
          </ac:spMkLst>
        </pc:spChg>
        <pc:spChg chg="add mod ord">
          <ac:chgData name="之承 沈" userId="25d5769b3392efdc" providerId="LiveId" clId="{589F0AB6-1C48-4BDE-B684-EEF6A9FF355C}" dt="2023-04-09T10:30:04.270" v="1343" actId="2711"/>
          <ac:spMkLst>
            <pc:docMk/>
            <pc:sldMk cId="3188520808" sldId="266"/>
            <ac:spMk id="5" creationId="{84AA154F-8A21-0EE9-1C1B-7A716A16B440}"/>
          </ac:spMkLst>
        </pc:spChg>
        <pc:spChg chg="add del mod ord">
          <ac:chgData name="之承 沈" userId="25d5769b3392efdc" providerId="LiveId" clId="{589F0AB6-1C48-4BDE-B684-EEF6A9FF355C}" dt="2023-04-09T10:05:34.277" v="796" actId="931"/>
          <ac:spMkLst>
            <pc:docMk/>
            <pc:sldMk cId="3188520808" sldId="266"/>
            <ac:spMk id="6" creationId="{651C4EDD-8EDA-41EA-FF66-35AB8F9DD640}"/>
          </ac:spMkLst>
        </pc:spChg>
        <pc:spChg chg="add del mod">
          <ac:chgData name="之承 沈" userId="25d5769b3392efdc" providerId="LiveId" clId="{589F0AB6-1C48-4BDE-B684-EEF6A9FF355C}" dt="2023-04-09T10:18:16.752" v="1127" actId="700"/>
          <ac:spMkLst>
            <pc:docMk/>
            <pc:sldMk cId="3188520808" sldId="266"/>
            <ac:spMk id="10" creationId="{DA927EAF-4945-DD56-B9D2-AA30BE77B2AC}"/>
          </ac:spMkLst>
        </pc:spChg>
        <pc:picChg chg="add del mod">
          <ac:chgData name="之承 沈" userId="25d5769b3392efdc" providerId="LiveId" clId="{589F0AB6-1C48-4BDE-B684-EEF6A9FF355C}" dt="2023-04-09T10:18:12.707" v="1126" actId="21"/>
          <ac:picMkLst>
            <pc:docMk/>
            <pc:sldMk cId="3188520808" sldId="266"/>
            <ac:picMk id="8" creationId="{0E48A770-8710-82E0-B391-93027C4EC8B4}"/>
          </ac:picMkLst>
        </pc:picChg>
      </pc:sldChg>
      <pc:sldChg chg="modSp new mod">
        <pc:chgData name="之承 沈" userId="25d5769b3392efdc" providerId="LiveId" clId="{589F0AB6-1C48-4BDE-B684-EEF6A9FF355C}" dt="2023-04-09T10:38:48.860" v="1617" actId="2711"/>
        <pc:sldMkLst>
          <pc:docMk/>
          <pc:sldMk cId="3821251681" sldId="267"/>
        </pc:sldMkLst>
        <pc:spChg chg="mod">
          <ac:chgData name="之承 沈" userId="25d5769b3392efdc" providerId="LiveId" clId="{589F0AB6-1C48-4BDE-B684-EEF6A9FF355C}" dt="2023-04-09T10:08:11.297" v="875"/>
          <ac:spMkLst>
            <pc:docMk/>
            <pc:sldMk cId="3821251681" sldId="267"/>
            <ac:spMk id="2" creationId="{37FDEC3E-729B-1821-1A52-69D53C73D17E}"/>
          </ac:spMkLst>
        </pc:spChg>
        <pc:spChg chg="mod">
          <ac:chgData name="之承 沈" userId="25d5769b3392efdc" providerId="LiveId" clId="{589F0AB6-1C48-4BDE-B684-EEF6A9FF355C}" dt="2023-04-09T10:38:48.860" v="1617" actId="2711"/>
          <ac:spMkLst>
            <pc:docMk/>
            <pc:sldMk cId="3821251681" sldId="267"/>
            <ac:spMk id="3" creationId="{A5C31549-B20F-3290-8255-3B3526020C34}"/>
          </ac:spMkLst>
        </pc:spChg>
      </pc:sldChg>
      <pc:sldChg chg="new del">
        <pc:chgData name="之承 沈" userId="25d5769b3392efdc" providerId="LiveId" clId="{589F0AB6-1C48-4BDE-B684-EEF6A9FF355C}" dt="2023-04-09T10:06:10.110" v="803" actId="2696"/>
        <pc:sldMkLst>
          <pc:docMk/>
          <pc:sldMk cId="4029865779" sldId="267"/>
        </pc:sldMkLst>
      </pc:sldChg>
      <pc:sldChg chg="addSp delSp modSp new mod modClrScheme chgLayout">
        <pc:chgData name="之承 沈" userId="25d5769b3392efdc" providerId="LiveId" clId="{589F0AB6-1C48-4BDE-B684-EEF6A9FF355C}" dt="2023-04-09T10:38:33.506" v="1616" actId="2711"/>
        <pc:sldMkLst>
          <pc:docMk/>
          <pc:sldMk cId="3931793295" sldId="268"/>
        </pc:sldMkLst>
        <pc:spChg chg="del mod ord">
          <ac:chgData name="之承 沈" userId="25d5769b3392efdc" providerId="LiveId" clId="{589F0AB6-1C48-4BDE-B684-EEF6A9FF355C}" dt="2023-04-09T10:11:48.150" v="982" actId="700"/>
          <ac:spMkLst>
            <pc:docMk/>
            <pc:sldMk cId="3931793295" sldId="268"/>
            <ac:spMk id="2" creationId="{D0D005AD-FD57-6B9E-A633-EFD2450C72F6}"/>
          </ac:spMkLst>
        </pc:spChg>
        <pc:spChg chg="del mod ord">
          <ac:chgData name="之承 沈" userId="25d5769b3392efdc" providerId="LiveId" clId="{589F0AB6-1C48-4BDE-B684-EEF6A9FF355C}" dt="2023-04-09T10:11:48.150" v="982" actId="700"/>
          <ac:spMkLst>
            <pc:docMk/>
            <pc:sldMk cId="3931793295" sldId="268"/>
            <ac:spMk id="3" creationId="{215F49E4-58EA-A8B8-153A-EC4FD57562A8}"/>
          </ac:spMkLst>
        </pc:spChg>
        <pc:spChg chg="del">
          <ac:chgData name="之承 沈" userId="25d5769b3392efdc" providerId="LiveId" clId="{589F0AB6-1C48-4BDE-B684-EEF6A9FF355C}" dt="2023-04-09T10:11:48.150" v="982" actId="700"/>
          <ac:spMkLst>
            <pc:docMk/>
            <pc:sldMk cId="3931793295" sldId="268"/>
            <ac:spMk id="4" creationId="{3275CEC3-90D7-82BF-1D66-CD69950E2EC5}"/>
          </ac:spMkLst>
        </pc:spChg>
        <pc:spChg chg="mod ord">
          <ac:chgData name="之承 沈" userId="25d5769b3392efdc" providerId="LiveId" clId="{589F0AB6-1C48-4BDE-B684-EEF6A9FF355C}" dt="2023-04-09T10:11:48.150" v="982" actId="700"/>
          <ac:spMkLst>
            <pc:docMk/>
            <pc:sldMk cId="3931793295" sldId="268"/>
            <ac:spMk id="5" creationId="{E3D96E6E-6B25-0D6C-1B76-11535059E08C}"/>
          </ac:spMkLst>
        </pc:spChg>
        <pc:spChg chg="add mod ord">
          <ac:chgData name="之承 沈" userId="25d5769b3392efdc" providerId="LiveId" clId="{589F0AB6-1C48-4BDE-B684-EEF6A9FF355C}" dt="2023-04-09T10:12:14.515" v="999" actId="20577"/>
          <ac:spMkLst>
            <pc:docMk/>
            <pc:sldMk cId="3931793295" sldId="268"/>
            <ac:spMk id="6" creationId="{BEAD591D-7B73-6D78-0209-A7072317E4C2}"/>
          </ac:spMkLst>
        </pc:spChg>
        <pc:spChg chg="add mod ord">
          <ac:chgData name="之承 沈" userId="25d5769b3392efdc" providerId="LiveId" clId="{589F0AB6-1C48-4BDE-B684-EEF6A9FF355C}" dt="2023-04-09T10:38:33.506" v="1616" actId="2711"/>
          <ac:spMkLst>
            <pc:docMk/>
            <pc:sldMk cId="3931793295" sldId="268"/>
            <ac:spMk id="7" creationId="{7EDE0136-36A1-B65C-488A-63E8F5E946BE}"/>
          </ac:spMkLst>
        </pc:spChg>
      </pc:sldChg>
      <pc:sldChg chg="addSp delSp modSp new mod modClrScheme chgLayout">
        <pc:chgData name="之承 沈" userId="25d5769b3392efdc" providerId="LiveId" clId="{589F0AB6-1C48-4BDE-B684-EEF6A9FF355C}" dt="2023-04-09T10:37:45.555" v="1615" actId="20577"/>
        <pc:sldMkLst>
          <pc:docMk/>
          <pc:sldMk cId="1583654892" sldId="269"/>
        </pc:sldMkLst>
        <pc:spChg chg="mod ord">
          <ac:chgData name="之承 沈" userId="25d5769b3392efdc" providerId="LiveId" clId="{589F0AB6-1C48-4BDE-B684-EEF6A9FF355C}" dt="2023-04-09T10:18:38.475" v="1131" actId="700"/>
          <ac:spMkLst>
            <pc:docMk/>
            <pc:sldMk cId="1583654892" sldId="269"/>
            <ac:spMk id="2" creationId="{D1AC734D-8FAA-BF6C-2DC4-417DE482FC7A}"/>
          </ac:spMkLst>
        </pc:spChg>
        <pc:spChg chg="del mod ord">
          <ac:chgData name="之承 沈" userId="25d5769b3392efdc" providerId="LiveId" clId="{589F0AB6-1C48-4BDE-B684-EEF6A9FF355C}" dt="2023-04-09T10:18:38.475" v="1131" actId="700"/>
          <ac:spMkLst>
            <pc:docMk/>
            <pc:sldMk cId="1583654892" sldId="269"/>
            <ac:spMk id="3" creationId="{8823D94E-EACE-7FA4-894B-3C62E44B4964}"/>
          </ac:spMkLst>
        </pc:spChg>
        <pc:spChg chg="mod ord">
          <ac:chgData name="之承 沈" userId="25d5769b3392efdc" providerId="LiveId" clId="{589F0AB6-1C48-4BDE-B684-EEF6A9FF355C}" dt="2023-04-09T10:18:38.475" v="1131" actId="700"/>
          <ac:spMkLst>
            <pc:docMk/>
            <pc:sldMk cId="1583654892" sldId="269"/>
            <ac:spMk id="4" creationId="{CEC09D99-D7B0-DAA7-08C4-3BAD075E8CD9}"/>
          </ac:spMkLst>
        </pc:spChg>
        <pc:spChg chg="add mod ord">
          <ac:chgData name="之承 沈" userId="25d5769b3392efdc" providerId="LiveId" clId="{589F0AB6-1C48-4BDE-B684-EEF6A9FF355C}" dt="2023-04-09T10:37:45.555" v="1615" actId="20577"/>
          <ac:spMkLst>
            <pc:docMk/>
            <pc:sldMk cId="1583654892" sldId="269"/>
            <ac:spMk id="5" creationId="{A6B7F4BE-C838-AD1F-33F6-BEB9A7021804}"/>
          </ac:spMkLst>
        </pc:spChg>
        <pc:spChg chg="add del mod ord">
          <ac:chgData name="之承 沈" userId="25d5769b3392efdc" providerId="LiveId" clId="{589F0AB6-1C48-4BDE-B684-EEF6A9FF355C}" dt="2023-04-09T10:18:43.856" v="1132" actId="931"/>
          <ac:spMkLst>
            <pc:docMk/>
            <pc:sldMk cId="1583654892" sldId="269"/>
            <ac:spMk id="6" creationId="{5839B7D7-BDD6-432A-859B-51EDBE245ADE}"/>
          </ac:spMkLst>
        </pc:spChg>
        <pc:picChg chg="add mod">
          <ac:chgData name="之承 沈" userId="25d5769b3392efdc" providerId="LiveId" clId="{589F0AB6-1C48-4BDE-B684-EEF6A9FF355C}" dt="2023-04-09T10:18:54.858" v="1137" actId="14100"/>
          <ac:picMkLst>
            <pc:docMk/>
            <pc:sldMk cId="1583654892" sldId="269"/>
            <ac:picMk id="8" creationId="{919B6526-7DA3-7137-0A19-DF32DBD87832}"/>
          </ac:picMkLst>
        </pc:picChg>
      </pc:sldChg>
      <pc:sldChg chg="addSp delSp modSp new mod modClrScheme chgLayout">
        <pc:chgData name="之承 沈" userId="25d5769b3392efdc" providerId="LiveId" clId="{589F0AB6-1C48-4BDE-B684-EEF6A9FF355C}" dt="2023-04-09T10:30:18.857" v="1345" actId="2711"/>
        <pc:sldMkLst>
          <pc:docMk/>
          <pc:sldMk cId="3334228006" sldId="270"/>
        </pc:sldMkLst>
        <pc:spChg chg="del mod ord">
          <ac:chgData name="之承 沈" userId="25d5769b3392efdc" providerId="LiveId" clId="{589F0AB6-1C48-4BDE-B684-EEF6A9FF355C}" dt="2023-04-09T10:21:49.567" v="1147" actId="700"/>
          <ac:spMkLst>
            <pc:docMk/>
            <pc:sldMk cId="3334228006" sldId="270"/>
            <ac:spMk id="2" creationId="{96ADE525-49EC-5A17-5E36-5E8F5299C89F}"/>
          </ac:spMkLst>
        </pc:spChg>
        <pc:spChg chg="del mod ord">
          <ac:chgData name="之承 沈" userId="25d5769b3392efdc" providerId="LiveId" clId="{589F0AB6-1C48-4BDE-B684-EEF6A9FF355C}" dt="2023-04-09T10:21:49.567" v="1147" actId="700"/>
          <ac:spMkLst>
            <pc:docMk/>
            <pc:sldMk cId="3334228006" sldId="270"/>
            <ac:spMk id="3" creationId="{25DB6086-1B0B-D642-13C7-DFAD8B6619DA}"/>
          </ac:spMkLst>
        </pc:spChg>
        <pc:spChg chg="del">
          <ac:chgData name="之承 沈" userId="25d5769b3392efdc" providerId="LiveId" clId="{589F0AB6-1C48-4BDE-B684-EEF6A9FF355C}" dt="2023-04-09T10:21:49.567" v="1147" actId="700"/>
          <ac:spMkLst>
            <pc:docMk/>
            <pc:sldMk cId="3334228006" sldId="270"/>
            <ac:spMk id="4" creationId="{9FDE0E1F-21E8-0CC2-3C14-C2FB6B89FC99}"/>
          </ac:spMkLst>
        </pc:spChg>
        <pc:spChg chg="mod ord">
          <ac:chgData name="之承 沈" userId="25d5769b3392efdc" providerId="LiveId" clId="{589F0AB6-1C48-4BDE-B684-EEF6A9FF355C}" dt="2023-04-09T10:21:49.567" v="1147" actId="700"/>
          <ac:spMkLst>
            <pc:docMk/>
            <pc:sldMk cId="3334228006" sldId="270"/>
            <ac:spMk id="5" creationId="{9213F358-0A60-7297-9FA9-EAA8D3D869E8}"/>
          </ac:spMkLst>
        </pc:spChg>
        <pc:spChg chg="add mod ord">
          <ac:chgData name="之承 沈" userId="25d5769b3392efdc" providerId="LiveId" clId="{589F0AB6-1C48-4BDE-B684-EEF6A9FF355C}" dt="2023-04-09T10:30:18.857" v="1345" actId="2711"/>
          <ac:spMkLst>
            <pc:docMk/>
            <pc:sldMk cId="3334228006" sldId="270"/>
            <ac:spMk id="6" creationId="{B13900E8-C1DB-1602-9427-3DC6EC129266}"/>
          </ac:spMkLst>
        </pc:spChg>
        <pc:spChg chg="add mod ord">
          <ac:chgData name="之承 沈" userId="25d5769b3392efdc" providerId="LiveId" clId="{589F0AB6-1C48-4BDE-B684-EEF6A9FF355C}" dt="2023-04-09T10:22:00.832" v="1163" actId="5793"/>
          <ac:spMkLst>
            <pc:docMk/>
            <pc:sldMk cId="3334228006" sldId="270"/>
            <ac:spMk id="7" creationId="{993354DE-5A28-A2DC-F419-0944339631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A3975-176E-4B66-BF68-D39383FEE0CD}" type="datetimeFigureOut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A774E-7286-49E7-9222-44A0C947EE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339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1EC9-AAAC-47AF-A269-4996676D2364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0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651C-9FA2-4571-9452-2BE0AB97197A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136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8D05-7482-4E99-B8CE-EE33F4A29F3D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08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CFA7-86F6-4CD0-9E10-528996B7EEFC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786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17897-B5D3-4272-A111-9B67B2004AE3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071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75D5-D81D-4E76-8635-CACEBFB0A4E2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59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1696-61E9-4315-9D82-A1103AA15E6B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31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9A86-719E-4BEB-B2E5-670E55BCE468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65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194D2-5330-480E-932A-F100762F2B18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89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F62DE-3ADF-44AC-92E9-37AE854E0474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39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38F7-1F20-4913-9A49-9E1DDEFB906E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24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724B6-616C-4F91-8481-3827A741704A}" type="datetime1">
              <a:rPr lang="zh-TW" altLang="en-US" smtClean="0"/>
              <a:t>2023/11/21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34EEA-53D1-4661-9D8A-77EED7BBB3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30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Subsequence Computation over Streaming Sequences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Youhuan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, Lei Zou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Huaming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Dongyan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Zhao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Transcations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Knowledge and Data Engineering,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vol.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no.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8539842" y="5349875"/>
            <a:ext cx="35759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-Cheng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21,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84D1F-1D53-AA32-37B0-EFB56462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43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0307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paper, we propose a data structure, a quadruple neighbor list (QN-list, for short), to support real time queries of all longest increasing subsequence (LIS) and LIS with constraints over sequential data streams. The QN-List built by our algorithm requires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O(w)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space, where w is the time window size. The running time for building the initial QN-List takes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wlogw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time. Applying the QN-List, insertion of the new item takes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deletion of the first item takes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O(w)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time. To the best of our knowledge, this is the first work to support both LIS enumeration and LIS with constraints computation by using a single uniform data structure for real time sequential data streams. Our method outperforms the state-of-the-art methods in both time and space cost, not only theoretically, but also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empirically.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1D7D98-1D13-99BC-E0FA-EA6F5E51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537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neighbor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ln(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ln(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nearest item before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RL(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RL(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neighbor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nearest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after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RL(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RL(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neighbor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un(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nearest item before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RL(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RL(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neighbor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nearest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before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RL(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RL(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444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Horizontal lists</a:t>
            </a:r>
            <a:endParaRPr lang="zh-TW" altLang="en-US" dirty="0"/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97805"/>
            <a:ext cx="3268064" cy="3196708"/>
          </a:xfrm>
        </p:spPr>
      </p:pic>
      <p:sp>
        <p:nvSpPr>
          <p:cNvPr id="8" name="文字版面配置區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QN-List</a:t>
            </a:r>
            <a:endParaRPr lang="zh-TW" altLang="en-US" dirty="0"/>
          </a:p>
        </p:txBody>
      </p:sp>
      <p:pic>
        <p:nvPicPr>
          <p:cNvPr id="11" name="內容版面配置區 10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88" y="2505075"/>
            <a:ext cx="3061252" cy="3184249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28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b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[3,9,6,2,8,5,7]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69904"/>
            <a:ext cx="10966383" cy="2610209"/>
          </a:xfr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829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k-Hop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00388"/>
            <a:ext cx="7441824" cy="1684593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05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Update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91" y="1690687"/>
            <a:ext cx="8885952" cy="4352303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246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Division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Right(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NULL   =&gt;   all below lists are set to be the left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part.</a:t>
            </a:r>
          </a:p>
          <a:p>
            <a:pPr marL="514350" indent="-514350"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Right(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!=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HEAD(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=&gt; 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t+1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empty at the time when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inserted into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=&gt;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t-hop up neighbor of each item in 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t+1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971550" lvl="1" indent="-514350"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exists  =&gt;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items at its left side come before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their up neighbors can only be at the left side of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=&gt; the t-hop up neighbor of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items on the left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291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Update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promote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level, we need to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their up neighbors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not down neighbors.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still in the same level after the horizontal update. We need to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their down 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not up neighbors.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31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20351"/>
            <a:ext cx="10821433" cy="2209457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418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(x) != NULL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exactly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(x)); otherwise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RL(</a:t>
            </a:r>
            <a:r>
              <a:rPr lang="en-US" altLang="zh-TW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ai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3998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Left: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rightmost item whose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before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sequence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Right: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rightmost item whose position is before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sequence 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12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QN list: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wlogw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Delete: O(w)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4EEA-53D1-4661-9D8A-77EED7BBB35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01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3939</TotalTime>
  <Words>584</Words>
  <Application>Microsoft Office PowerPoint</Application>
  <PresentationFormat>寬螢幕</PresentationFormat>
  <Paragraphs>52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Symbol</vt:lpstr>
      <vt:lpstr>Times New Roman</vt:lpstr>
      <vt:lpstr>Office 佈景主題</vt:lpstr>
      <vt:lpstr>Longest Increasing Subsequence Computation over Streaming Sequences</vt:lpstr>
      <vt:lpstr>Abstract</vt:lpstr>
      <vt:lpstr>Neighbors</vt:lpstr>
      <vt:lpstr>Data Structure</vt:lpstr>
      <vt:lpstr>L Construction [3,9,6,2,8,5,7]</vt:lpstr>
      <vt:lpstr>k-Hop Up Neighbor</vt:lpstr>
      <vt:lpstr>Horizontal Update</vt:lpstr>
      <vt:lpstr>Smart Division</vt:lpstr>
      <vt:lpstr>Vertical Update</vt:lpstr>
      <vt:lpstr>PowerPoint 簡報</vt:lpstr>
      <vt:lpstr>Find ai’</vt:lpstr>
      <vt:lpstr>PowerPoint 簡報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Longest Increasing Subsequences in Sliding Windows</dc:title>
  <dc:creator>沈之承</dc:creator>
  <cp:lastModifiedBy>沈之承</cp:lastModifiedBy>
  <cp:revision>138</cp:revision>
  <dcterms:created xsi:type="dcterms:W3CDTF">2023-03-06T07:11:02Z</dcterms:created>
  <dcterms:modified xsi:type="dcterms:W3CDTF">2023-11-21T07:18:13Z</dcterms:modified>
</cp:coreProperties>
</file>