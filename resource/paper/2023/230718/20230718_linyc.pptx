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handoutMasterIdLst>
    <p:handoutMasterId r:id="rId16"/>
  </p:handoutMasterIdLst>
  <p:sldIdLst>
    <p:sldId id="256" r:id="rId2"/>
    <p:sldId id="257" r:id="rId3"/>
    <p:sldId id="259" r:id="rId4"/>
    <p:sldId id="315" r:id="rId5"/>
    <p:sldId id="300" r:id="rId6"/>
    <p:sldId id="316" r:id="rId7"/>
    <p:sldId id="317" r:id="rId8"/>
    <p:sldId id="318" r:id="rId9"/>
    <p:sldId id="303" r:id="rId10"/>
    <p:sldId id="319" r:id="rId11"/>
    <p:sldId id="321" r:id="rId12"/>
    <p:sldId id="320" r:id="rId13"/>
    <p:sldId id="322" r:id="rId14"/>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B1E053-4175-41F6-B560-2F0485FBD79A}" v="103" dt="2023-07-17T20:29:05.63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97" autoAdjust="0"/>
    <p:restoredTop sz="82645" autoAdjust="0"/>
  </p:normalViewPr>
  <p:slideViewPr>
    <p:cSldViewPr snapToGrid="0">
      <p:cViewPr varScale="1">
        <p:scale>
          <a:sx n="57" d="100"/>
          <a:sy n="57" d="100"/>
        </p:scale>
        <p:origin x="113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鈺宸 林" userId="6d35af2b8e622366" providerId="LiveId" clId="{83B1E053-4175-41F6-B560-2F0485FBD79A}"/>
    <pc:docChg chg="undo redo custSel addSld delSld modSld">
      <pc:chgData name="鈺宸 林" userId="6d35af2b8e622366" providerId="LiveId" clId="{83B1E053-4175-41F6-B560-2F0485FBD79A}" dt="2023-07-17T20:30:06.419" v="359" actId="20577"/>
      <pc:docMkLst>
        <pc:docMk/>
      </pc:docMkLst>
      <pc:sldChg chg="modSp mod">
        <pc:chgData name="鈺宸 林" userId="6d35af2b8e622366" providerId="LiveId" clId="{83B1E053-4175-41F6-B560-2F0485FBD79A}" dt="2023-07-17T18:34:57.757" v="14" actId="20577"/>
        <pc:sldMkLst>
          <pc:docMk/>
          <pc:sldMk cId="2988558939" sldId="256"/>
        </pc:sldMkLst>
        <pc:spChg chg="mod">
          <ac:chgData name="鈺宸 林" userId="6d35af2b8e622366" providerId="LiveId" clId="{83B1E053-4175-41F6-B560-2F0485FBD79A}" dt="2023-07-17T18:32:16.135" v="0"/>
          <ac:spMkLst>
            <pc:docMk/>
            <pc:sldMk cId="2988558939" sldId="256"/>
            <ac:spMk id="2" creationId="{88B35EA8-3B84-42D5-BAD0-9B2BE5F58BE1}"/>
          </ac:spMkLst>
        </pc:spChg>
        <pc:spChg chg="mod">
          <ac:chgData name="鈺宸 林" userId="6d35af2b8e622366" providerId="LiveId" clId="{83B1E053-4175-41F6-B560-2F0485FBD79A}" dt="2023-07-17T18:33:48.398" v="11" actId="20577"/>
          <ac:spMkLst>
            <pc:docMk/>
            <pc:sldMk cId="2988558939" sldId="256"/>
            <ac:spMk id="3" creationId="{4E6F3D17-E5C7-4A7C-946D-5608813E8227}"/>
          </ac:spMkLst>
        </pc:spChg>
        <pc:spChg chg="mod">
          <ac:chgData name="鈺宸 林" userId="6d35af2b8e622366" providerId="LiveId" clId="{83B1E053-4175-41F6-B560-2F0485FBD79A}" dt="2023-07-17T18:34:57.757" v="14" actId="20577"/>
          <ac:spMkLst>
            <pc:docMk/>
            <pc:sldMk cId="2988558939" sldId="256"/>
            <ac:spMk id="4" creationId="{06C1D35A-D785-485D-9332-2BCA50B420B3}"/>
          </ac:spMkLst>
        </pc:spChg>
      </pc:sldChg>
      <pc:sldChg chg="modSp mod">
        <pc:chgData name="鈺宸 林" userId="6d35af2b8e622366" providerId="LiveId" clId="{83B1E053-4175-41F6-B560-2F0485FBD79A}" dt="2023-07-17T18:35:13.818" v="16" actId="27636"/>
        <pc:sldMkLst>
          <pc:docMk/>
          <pc:sldMk cId="2102350648" sldId="257"/>
        </pc:sldMkLst>
        <pc:spChg chg="mod">
          <ac:chgData name="鈺宸 林" userId="6d35af2b8e622366" providerId="LiveId" clId="{83B1E053-4175-41F6-B560-2F0485FBD79A}" dt="2023-07-17T18:35:13.818" v="16" actId="27636"/>
          <ac:spMkLst>
            <pc:docMk/>
            <pc:sldMk cId="2102350648" sldId="257"/>
            <ac:spMk id="3" creationId="{1929CBE0-F345-4810-B322-95D978A6AA0F}"/>
          </ac:spMkLst>
        </pc:spChg>
      </pc:sldChg>
      <pc:sldChg chg="addSp delSp modSp mod">
        <pc:chgData name="鈺宸 林" userId="6d35af2b8e622366" providerId="LiveId" clId="{83B1E053-4175-41F6-B560-2F0485FBD79A}" dt="2023-07-17T19:24:39.778" v="37"/>
        <pc:sldMkLst>
          <pc:docMk/>
          <pc:sldMk cId="1736939644" sldId="259"/>
        </pc:sldMkLst>
        <pc:spChg chg="mod">
          <ac:chgData name="鈺宸 林" userId="6d35af2b8e622366" providerId="LiveId" clId="{83B1E053-4175-41F6-B560-2F0485FBD79A}" dt="2023-07-17T19:10:53.789" v="17"/>
          <ac:spMkLst>
            <pc:docMk/>
            <pc:sldMk cId="1736939644" sldId="259"/>
            <ac:spMk id="2" creationId="{0F862583-AD7A-491F-998B-578B9E28D947}"/>
          </ac:spMkLst>
        </pc:spChg>
        <pc:spChg chg="add mod">
          <ac:chgData name="鈺宸 林" userId="6d35af2b8e622366" providerId="LiveId" clId="{83B1E053-4175-41F6-B560-2F0485FBD79A}" dt="2023-07-17T19:24:39.778" v="37"/>
          <ac:spMkLst>
            <pc:docMk/>
            <pc:sldMk cId="1736939644" sldId="259"/>
            <ac:spMk id="3" creationId="{C6D58AB5-2665-0E15-6A4E-4834A117655C}"/>
          </ac:spMkLst>
        </pc:spChg>
        <pc:picChg chg="del">
          <ac:chgData name="鈺宸 林" userId="6d35af2b8e622366" providerId="LiveId" clId="{83B1E053-4175-41F6-B560-2F0485FBD79A}" dt="2023-07-17T19:21:02.652" v="18" actId="478"/>
          <ac:picMkLst>
            <pc:docMk/>
            <pc:sldMk cId="1736939644" sldId="259"/>
            <ac:picMk id="1026" creationId="{E35F44CE-67B0-ADF7-3664-3791EA8FCD02}"/>
          </ac:picMkLst>
        </pc:picChg>
      </pc:sldChg>
      <pc:sldChg chg="del">
        <pc:chgData name="鈺宸 林" userId="6d35af2b8e622366" providerId="LiveId" clId="{83B1E053-4175-41F6-B560-2F0485FBD79A}" dt="2023-07-17T19:55:59.542" v="178" actId="47"/>
        <pc:sldMkLst>
          <pc:docMk/>
          <pc:sldMk cId="1415766575" sldId="298"/>
        </pc:sldMkLst>
      </pc:sldChg>
      <pc:sldChg chg="addSp modSp mod">
        <pc:chgData name="鈺宸 林" userId="6d35af2b8e622366" providerId="LiveId" clId="{83B1E053-4175-41F6-B560-2F0485FBD79A}" dt="2023-07-17T20:07:48.441" v="270" actId="1076"/>
        <pc:sldMkLst>
          <pc:docMk/>
          <pc:sldMk cId="3853735515" sldId="300"/>
        </pc:sldMkLst>
        <pc:spChg chg="mod">
          <ac:chgData name="鈺宸 林" userId="6d35af2b8e622366" providerId="LiveId" clId="{83B1E053-4175-41F6-B560-2F0485FBD79A}" dt="2023-07-17T19:51:50.220" v="164"/>
          <ac:spMkLst>
            <pc:docMk/>
            <pc:sldMk cId="3853735515" sldId="300"/>
            <ac:spMk id="3" creationId="{BC9F5294-BB5E-4B68-8C55-EE8D65088999}"/>
          </ac:spMkLst>
        </pc:spChg>
        <pc:spChg chg="mod">
          <ac:chgData name="鈺宸 林" userId="6d35af2b8e622366" providerId="LiveId" clId="{83B1E053-4175-41F6-B560-2F0485FBD79A}" dt="2023-07-17T19:37:27.894" v="153"/>
          <ac:spMkLst>
            <pc:docMk/>
            <pc:sldMk cId="3853735515" sldId="300"/>
            <ac:spMk id="6" creationId="{2F1E678D-C6A1-4769-83DA-AFB0E4C6076A}"/>
          </ac:spMkLst>
        </pc:spChg>
        <pc:picChg chg="add mod">
          <ac:chgData name="鈺宸 林" userId="6d35af2b8e622366" providerId="LiveId" clId="{83B1E053-4175-41F6-B560-2F0485FBD79A}" dt="2023-07-17T20:07:48.441" v="270" actId="1076"/>
          <ac:picMkLst>
            <pc:docMk/>
            <pc:sldMk cId="3853735515" sldId="300"/>
            <ac:picMk id="5" creationId="{E1C150DC-1ED7-82E7-1218-526B17E1D56A}"/>
          </ac:picMkLst>
        </pc:picChg>
      </pc:sldChg>
      <pc:sldChg chg="del">
        <pc:chgData name="鈺宸 林" userId="6d35af2b8e622366" providerId="LiveId" clId="{83B1E053-4175-41F6-B560-2F0485FBD79A}" dt="2023-07-17T19:56:21.053" v="187" actId="47"/>
        <pc:sldMkLst>
          <pc:docMk/>
          <pc:sldMk cId="4016907643" sldId="302"/>
        </pc:sldMkLst>
      </pc:sldChg>
      <pc:sldChg chg="modSp mod">
        <pc:chgData name="鈺宸 林" userId="6d35af2b8e622366" providerId="LiveId" clId="{83B1E053-4175-41F6-B560-2F0485FBD79A}" dt="2023-07-17T20:04:02.211" v="264" actId="20577"/>
        <pc:sldMkLst>
          <pc:docMk/>
          <pc:sldMk cId="1764993614" sldId="303"/>
        </pc:sldMkLst>
        <pc:spChg chg="mod">
          <ac:chgData name="鈺宸 林" userId="6d35af2b8e622366" providerId="LiveId" clId="{83B1E053-4175-41F6-B560-2F0485FBD79A}" dt="2023-07-17T20:04:02.211" v="264" actId="20577"/>
          <ac:spMkLst>
            <pc:docMk/>
            <pc:sldMk cId="1764993614" sldId="303"/>
            <ac:spMk id="3" creationId="{3D6AEC88-211A-4C79-873B-599FBDE52DDC}"/>
          </ac:spMkLst>
        </pc:spChg>
      </pc:sldChg>
      <pc:sldChg chg="del">
        <pc:chgData name="鈺宸 林" userId="6d35af2b8e622366" providerId="LiveId" clId="{83B1E053-4175-41F6-B560-2F0485FBD79A}" dt="2023-07-17T19:56:06.451" v="181" actId="47"/>
        <pc:sldMkLst>
          <pc:docMk/>
          <pc:sldMk cId="2941011216" sldId="305"/>
        </pc:sldMkLst>
      </pc:sldChg>
      <pc:sldChg chg="del">
        <pc:chgData name="鈺宸 林" userId="6d35af2b8e622366" providerId="LiveId" clId="{83B1E053-4175-41F6-B560-2F0485FBD79A}" dt="2023-07-17T19:56:22.076" v="188" actId="47"/>
        <pc:sldMkLst>
          <pc:docMk/>
          <pc:sldMk cId="3238456077" sldId="306"/>
        </pc:sldMkLst>
      </pc:sldChg>
      <pc:sldChg chg="del">
        <pc:chgData name="鈺宸 林" userId="6d35af2b8e622366" providerId="LiveId" clId="{83B1E053-4175-41F6-B560-2F0485FBD79A}" dt="2023-07-17T19:56:04.201" v="179" actId="47"/>
        <pc:sldMkLst>
          <pc:docMk/>
          <pc:sldMk cId="3216166862" sldId="307"/>
        </pc:sldMkLst>
      </pc:sldChg>
      <pc:sldChg chg="del">
        <pc:chgData name="鈺宸 林" userId="6d35af2b8e622366" providerId="LiveId" clId="{83B1E053-4175-41F6-B560-2F0485FBD79A}" dt="2023-07-17T19:56:05.497" v="180" actId="47"/>
        <pc:sldMkLst>
          <pc:docMk/>
          <pc:sldMk cId="1625858817" sldId="308"/>
        </pc:sldMkLst>
      </pc:sldChg>
      <pc:sldChg chg="del">
        <pc:chgData name="鈺宸 林" userId="6d35af2b8e622366" providerId="LiveId" clId="{83B1E053-4175-41F6-B560-2F0485FBD79A}" dt="2023-07-17T19:56:24.194" v="190" actId="47"/>
        <pc:sldMkLst>
          <pc:docMk/>
          <pc:sldMk cId="2813139552" sldId="309"/>
        </pc:sldMkLst>
      </pc:sldChg>
      <pc:sldChg chg="del">
        <pc:chgData name="鈺宸 林" userId="6d35af2b8e622366" providerId="LiveId" clId="{83B1E053-4175-41F6-B560-2F0485FBD79A}" dt="2023-07-17T19:56:22.978" v="189" actId="47"/>
        <pc:sldMkLst>
          <pc:docMk/>
          <pc:sldMk cId="1382540578" sldId="310"/>
        </pc:sldMkLst>
      </pc:sldChg>
      <pc:sldChg chg="del">
        <pc:chgData name="鈺宸 林" userId="6d35af2b8e622366" providerId="LiveId" clId="{83B1E053-4175-41F6-B560-2F0485FBD79A}" dt="2023-07-17T19:56:25.374" v="191" actId="47"/>
        <pc:sldMkLst>
          <pc:docMk/>
          <pc:sldMk cId="3219123819" sldId="311"/>
        </pc:sldMkLst>
      </pc:sldChg>
      <pc:sldChg chg="del">
        <pc:chgData name="鈺宸 林" userId="6d35af2b8e622366" providerId="LiveId" clId="{83B1E053-4175-41F6-B560-2F0485FBD79A}" dt="2023-07-17T19:56:20.200" v="186" actId="47"/>
        <pc:sldMkLst>
          <pc:docMk/>
          <pc:sldMk cId="2547088723" sldId="312"/>
        </pc:sldMkLst>
      </pc:sldChg>
      <pc:sldChg chg="del">
        <pc:chgData name="鈺宸 林" userId="6d35af2b8e622366" providerId="LiveId" clId="{83B1E053-4175-41F6-B560-2F0485FBD79A}" dt="2023-07-17T19:56:17.781" v="185" actId="47"/>
        <pc:sldMkLst>
          <pc:docMk/>
          <pc:sldMk cId="1740898508" sldId="313"/>
        </pc:sldMkLst>
      </pc:sldChg>
      <pc:sldChg chg="del">
        <pc:chgData name="鈺宸 林" userId="6d35af2b8e622366" providerId="LiveId" clId="{83B1E053-4175-41F6-B560-2F0485FBD79A}" dt="2023-07-17T19:56:16.651" v="184" actId="47"/>
        <pc:sldMkLst>
          <pc:docMk/>
          <pc:sldMk cId="2285224372" sldId="314"/>
        </pc:sldMkLst>
      </pc:sldChg>
      <pc:sldChg chg="addSp delSp modSp add mod">
        <pc:chgData name="鈺宸 林" userId="6d35af2b8e622366" providerId="LiveId" clId="{83B1E053-4175-41F6-B560-2F0485FBD79A}" dt="2023-07-17T19:36:37.315" v="152" actId="478"/>
        <pc:sldMkLst>
          <pc:docMk/>
          <pc:sldMk cId="3152962473" sldId="315"/>
        </pc:sldMkLst>
        <pc:spChg chg="del">
          <ac:chgData name="鈺宸 林" userId="6d35af2b8e622366" providerId="LiveId" clId="{83B1E053-4175-41F6-B560-2F0485FBD79A}" dt="2023-07-17T19:25:55.384" v="39" actId="478"/>
          <ac:spMkLst>
            <pc:docMk/>
            <pc:sldMk cId="3152962473" sldId="315"/>
            <ac:spMk id="3" creationId="{C6D58AB5-2665-0E15-6A4E-4834A117655C}"/>
          </ac:spMkLst>
        </pc:spChg>
        <pc:spChg chg="add del mod">
          <ac:chgData name="鈺宸 林" userId="6d35af2b8e622366" providerId="LiveId" clId="{83B1E053-4175-41F6-B560-2F0485FBD79A}" dt="2023-07-17T19:25:58.844" v="40" actId="478"/>
          <ac:spMkLst>
            <pc:docMk/>
            <pc:sldMk cId="3152962473" sldId="315"/>
            <ac:spMk id="6" creationId="{538F7148-D378-88B7-ADD8-6CD1A8529548}"/>
          </ac:spMkLst>
        </pc:spChg>
        <pc:grpChg chg="mod">
          <ac:chgData name="鈺宸 林" userId="6d35af2b8e622366" providerId="LiveId" clId="{83B1E053-4175-41F6-B560-2F0485FBD79A}" dt="2023-07-17T19:34:23.451" v="87"/>
          <ac:grpSpMkLst>
            <pc:docMk/>
            <pc:sldMk cId="3152962473" sldId="315"/>
            <ac:grpSpMk id="16" creationId="{4DB135B4-F625-D973-2817-C074328BB174}"/>
          </ac:grpSpMkLst>
        </pc:grpChg>
        <pc:grpChg chg="mod">
          <ac:chgData name="鈺宸 林" userId="6d35af2b8e622366" providerId="LiveId" clId="{83B1E053-4175-41F6-B560-2F0485FBD79A}" dt="2023-07-17T19:34:22.772" v="83"/>
          <ac:grpSpMkLst>
            <pc:docMk/>
            <pc:sldMk cId="3152962473" sldId="315"/>
            <ac:grpSpMk id="20" creationId="{536C2626-58A3-ED74-2123-53D84EB3EA7E}"/>
          </ac:grpSpMkLst>
        </pc:grpChg>
        <pc:grpChg chg="add del mod">
          <ac:chgData name="鈺宸 林" userId="6d35af2b8e622366" providerId="LiveId" clId="{83B1E053-4175-41F6-B560-2F0485FBD79A}" dt="2023-07-17T19:34:22.359" v="80"/>
          <ac:grpSpMkLst>
            <pc:docMk/>
            <pc:sldMk cId="3152962473" sldId="315"/>
            <ac:grpSpMk id="23" creationId="{99E3590D-E5F5-EA3C-4D63-F4AFE1CF68B1}"/>
          </ac:grpSpMkLst>
        </pc:grpChg>
        <pc:grpChg chg="mod">
          <ac:chgData name="鈺宸 林" userId="6d35af2b8e622366" providerId="LiveId" clId="{83B1E053-4175-41F6-B560-2F0485FBD79A}" dt="2023-07-17T19:34:22.188" v="78"/>
          <ac:grpSpMkLst>
            <pc:docMk/>
            <pc:sldMk cId="3152962473" sldId="315"/>
            <ac:grpSpMk id="25" creationId="{4553CF75-D86C-6090-D054-AF300B11D9BD}"/>
          </ac:grpSpMkLst>
        </pc:grpChg>
        <pc:grpChg chg="mod">
          <ac:chgData name="鈺宸 林" userId="6d35af2b8e622366" providerId="LiveId" clId="{83B1E053-4175-41F6-B560-2F0485FBD79A}" dt="2023-07-17T19:34:21.359" v="73"/>
          <ac:grpSpMkLst>
            <pc:docMk/>
            <pc:sldMk cId="3152962473" sldId="315"/>
            <ac:grpSpMk id="30" creationId="{D3D13FBC-67E2-1EB4-81A9-227E2C380D39}"/>
          </ac:grpSpMkLst>
        </pc:grpChg>
        <pc:grpChg chg="del mod">
          <ac:chgData name="鈺宸 林" userId="6d35af2b8e622366" providerId="LiveId" clId="{83B1E053-4175-41F6-B560-2F0485FBD79A}" dt="2023-07-17T19:34:48.632" v="98"/>
          <ac:grpSpMkLst>
            <pc:docMk/>
            <pc:sldMk cId="3152962473" sldId="315"/>
            <ac:grpSpMk id="34" creationId="{FBBCC26D-46FB-B7DA-151A-CC47E20F86EE}"/>
          </ac:grpSpMkLst>
        </pc:grpChg>
        <pc:grpChg chg="add del mod">
          <ac:chgData name="鈺宸 林" userId="6d35af2b8e622366" providerId="LiveId" clId="{83B1E053-4175-41F6-B560-2F0485FBD79A}" dt="2023-07-17T19:36:37.315" v="152" actId="478"/>
          <ac:grpSpMkLst>
            <pc:docMk/>
            <pc:sldMk cId="3152962473" sldId="315"/>
            <ac:grpSpMk id="39" creationId="{D9661002-201C-9697-2C56-734C52C96D40}"/>
          </ac:grpSpMkLst>
        </pc:grpChg>
        <pc:grpChg chg="add del mod">
          <ac:chgData name="鈺宸 林" userId="6d35af2b8e622366" providerId="LiveId" clId="{83B1E053-4175-41F6-B560-2F0485FBD79A}" dt="2023-07-17T19:36:37.315" v="152" actId="478"/>
          <ac:grpSpMkLst>
            <pc:docMk/>
            <pc:sldMk cId="3152962473" sldId="315"/>
            <ac:grpSpMk id="40" creationId="{997E875C-B07C-2F5D-7E8B-627EFB600BD0}"/>
          </ac:grpSpMkLst>
        </pc:grpChg>
        <pc:grpChg chg="mod">
          <ac:chgData name="鈺宸 林" userId="6d35af2b8e622366" providerId="LiveId" clId="{83B1E053-4175-41F6-B560-2F0485FBD79A}" dt="2023-07-17T19:36:27.496" v="151"/>
          <ac:grpSpMkLst>
            <pc:docMk/>
            <pc:sldMk cId="3152962473" sldId="315"/>
            <ac:grpSpMk id="43" creationId="{53928664-32B7-0079-01E0-BC01F7359811}"/>
          </ac:grpSpMkLst>
        </pc:grpChg>
        <pc:grpChg chg="mod">
          <ac:chgData name="鈺宸 林" userId="6d35af2b8e622366" providerId="LiveId" clId="{83B1E053-4175-41F6-B560-2F0485FBD79A}" dt="2023-07-17T19:36:26.851" v="147"/>
          <ac:grpSpMkLst>
            <pc:docMk/>
            <pc:sldMk cId="3152962473" sldId="315"/>
            <ac:grpSpMk id="47" creationId="{B83F3890-CE0E-B26D-56E9-BD293A695E64}"/>
          </ac:grpSpMkLst>
        </pc:grpChg>
        <pc:grpChg chg="add del mod">
          <ac:chgData name="鈺宸 林" userId="6d35af2b8e622366" providerId="LiveId" clId="{83B1E053-4175-41F6-B560-2F0485FBD79A}" dt="2023-07-17T19:36:26.044" v="142"/>
          <ac:grpSpMkLst>
            <pc:docMk/>
            <pc:sldMk cId="3152962473" sldId="315"/>
            <ac:grpSpMk id="52" creationId="{83CC75BC-F55A-1AE6-AF40-BC34D3AE37A2}"/>
          </ac:grpSpMkLst>
        </pc:grpChg>
        <pc:grpChg chg="add del mod">
          <ac:chgData name="鈺宸 林" userId="6d35af2b8e622366" providerId="LiveId" clId="{83B1E053-4175-41F6-B560-2F0485FBD79A}" dt="2023-07-17T19:36:25.395" v="138"/>
          <ac:grpSpMkLst>
            <pc:docMk/>
            <pc:sldMk cId="3152962473" sldId="315"/>
            <ac:grpSpMk id="56" creationId="{87021F2C-1FDD-57B8-475F-C4D263E61979}"/>
          </ac:grpSpMkLst>
        </pc:grpChg>
        <pc:grpChg chg="mod">
          <ac:chgData name="鈺宸 林" userId="6d35af2b8e622366" providerId="LiveId" clId="{83B1E053-4175-41F6-B560-2F0485FBD79A}" dt="2023-07-17T19:36:24.547" v="133"/>
          <ac:grpSpMkLst>
            <pc:docMk/>
            <pc:sldMk cId="3152962473" sldId="315"/>
            <ac:grpSpMk id="61" creationId="{75B7C892-E416-DB3D-D0E6-92A48819943A}"/>
          </ac:grpSpMkLst>
        </pc:grpChg>
        <pc:grpChg chg="mod">
          <ac:chgData name="鈺宸 林" userId="6d35af2b8e622366" providerId="LiveId" clId="{83B1E053-4175-41F6-B560-2F0485FBD79A}" dt="2023-07-17T19:36:24.547" v="133"/>
          <ac:grpSpMkLst>
            <pc:docMk/>
            <pc:sldMk cId="3152962473" sldId="315"/>
            <ac:grpSpMk id="62" creationId="{1FCFED06-C3F2-149E-1F78-5458A45D22D3}"/>
          </ac:grpSpMkLst>
        </pc:grpChg>
        <pc:grpChg chg="mod">
          <ac:chgData name="鈺宸 林" userId="6d35af2b8e622366" providerId="LiveId" clId="{83B1E053-4175-41F6-B560-2F0485FBD79A}" dt="2023-07-17T19:36:23.516" v="127"/>
          <ac:grpSpMkLst>
            <pc:docMk/>
            <pc:sldMk cId="3152962473" sldId="315"/>
            <ac:grpSpMk id="68" creationId="{8C34F69A-7A80-2E40-F275-DB0AB1FC5AF6}"/>
          </ac:grpSpMkLst>
        </pc:grpChg>
        <pc:grpChg chg="mod">
          <ac:chgData name="鈺宸 林" userId="6d35af2b8e622366" providerId="LiveId" clId="{83B1E053-4175-41F6-B560-2F0485FBD79A}" dt="2023-07-17T19:36:23.516" v="127"/>
          <ac:grpSpMkLst>
            <pc:docMk/>
            <pc:sldMk cId="3152962473" sldId="315"/>
            <ac:grpSpMk id="69" creationId="{BE5B037A-C3DD-5341-85BC-29FE9FE573EA}"/>
          </ac:grpSpMkLst>
        </pc:grpChg>
        <pc:picChg chg="add mod">
          <ac:chgData name="鈺宸 林" userId="6d35af2b8e622366" providerId="LiveId" clId="{83B1E053-4175-41F6-B560-2F0485FBD79A}" dt="2023-07-17T19:27:20.938" v="51" actId="1076"/>
          <ac:picMkLst>
            <pc:docMk/>
            <pc:sldMk cId="3152962473" sldId="315"/>
            <ac:picMk id="8" creationId="{DE041EFB-C3F5-C72D-DA1A-4AE0F0E5F1C0}"/>
          </ac:picMkLst>
        </pc:picChg>
        <pc:picChg chg="add mod">
          <ac:chgData name="鈺宸 林" userId="6d35af2b8e622366" providerId="LiveId" clId="{83B1E053-4175-41F6-B560-2F0485FBD79A}" dt="2023-07-17T19:27:23.322" v="52" actId="1076"/>
          <ac:picMkLst>
            <pc:docMk/>
            <pc:sldMk cId="3152962473" sldId="315"/>
            <ac:picMk id="10" creationId="{3DC69743-C94D-35E4-9A15-C77ED5EC142C}"/>
          </ac:picMkLst>
        </pc:picChg>
        <pc:picChg chg="add mod">
          <ac:chgData name="鈺宸 林" userId="6d35af2b8e622366" providerId="LiveId" clId="{83B1E053-4175-41F6-B560-2F0485FBD79A}" dt="2023-07-17T19:27:24.574" v="53" actId="1076"/>
          <ac:picMkLst>
            <pc:docMk/>
            <pc:sldMk cId="3152962473" sldId="315"/>
            <ac:picMk id="12" creationId="{9BBB74C6-EBA9-F5C2-C49D-115B0DDBBFAD}"/>
          </ac:picMkLst>
        </pc:picChg>
        <pc:inkChg chg="add del">
          <ac:chgData name="鈺宸 林" userId="6d35af2b8e622366" providerId="LiveId" clId="{83B1E053-4175-41F6-B560-2F0485FBD79A}" dt="2023-07-17T19:34:24.063" v="89" actId="9405"/>
          <ac:inkMkLst>
            <pc:docMk/>
            <pc:sldMk cId="3152962473" sldId="315"/>
            <ac:inkMk id="13" creationId="{4A371E8A-11C8-6A6E-7919-7EEDBA53A314}"/>
          </ac:inkMkLst>
        </pc:inkChg>
        <pc:inkChg chg="add del mod">
          <ac:chgData name="鈺宸 林" userId="6d35af2b8e622366" providerId="LiveId" clId="{83B1E053-4175-41F6-B560-2F0485FBD79A}" dt="2023-07-17T19:34:23.767" v="88" actId="9405"/>
          <ac:inkMkLst>
            <pc:docMk/>
            <pc:sldMk cId="3152962473" sldId="315"/>
            <ac:inkMk id="14" creationId="{4ED1DAED-E934-C45B-59DF-9A21DF94CCA6}"/>
          </ac:inkMkLst>
        </pc:inkChg>
        <pc:inkChg chg="add del mod">
          <ac:chgData name="鈺宸 林" userId="6d35af2b8e622366" providerId="LiveId" clId="{83B1E053-4175-41F6-B560-2F0485FBD79A}" dt="2023-07-17T19:34:23.451" v="87"/>
          <ac:inkMkLst>
            <pc:docMk/>
            <pc:sldMk cId="3152962473" sldId="315"/>
            <ac:inkMk id="15" creationId="{D7A91E87-F1BC-F013-E45E-516B472B6F82}"/>
          </ac:inkMkLst>
        </pc:inkChg>
        <pc:inkChg chg="add del mod">
          <ac:chgData name="鈺宸 林" userId="6d35af2b8e622366" providerId="LiveId" clId="{83B1E053-4175-41F6-B560-2F0485FBD79A}" dt="2023-07-17T19:34:23.228" v="85" actId="9405"/>
          <ac:inkMkLst>
            <pc:docMk/>
            <pc:sldMk cId="3152962473" sldId="315"/>
            <ac:inkMk id="17" creationId="{C5A194C4-3EE9-1D84-31EE-C4E040C6A10D}"/>
          </ac:inkMkLst>
        </pc:inkChg>
        <pc:inkChg chg="add del mod">
          <ac:chgData name="鈺宸 林" userId="6d35af2b8e622366" providerId="LiveId" clId="{83B1E053-4175-41F6-B560-2F0485FBD79A}" dt="2023-07-17T19:34:23.035" v="84" actId="9405"/>
          <ac:inkMkLst>
            <pc:docMk/>
            <pc:sldMk cId="3152962473" sldId="315"/>
            <ac:inkMk id="18" creationId="{9FE13B53-6E35-BB40-5DA4-FF139D74F479}"/>
          </ac:inkMkLst>
        </pc:inkChg>
        <pc:inkChg chg="add del mod">
          <ac:chgData name="鈺宸 林" userId="6d35af2b8e622366" providerId="LiveId" clId="{83B1E053-4175-41F6-B560-2F0485FBD79A}" dt="2023-07-17T19:34:22.772" v="83"/>
          <ac:inkMkLst>
            <pc:docMk/>
            <pc:sldMk cId="3152962473" sldId="315"/>
            <ac:inkMk id="19" creationId="{14EAA502-66AA-F5CF-66D9-64D61774A37D}"/>
          </ac:inkMkLst>
        </pc:inkChg>
        <pc:inkChg chg="add del mod">
          <ac:chgData name="鈺宸 林" userId="6d35af2b8e622366" providerId="LiveId" clId="{83B1E053-4175-41F6-B560-2F0485FBD79A}" dt="2023-07-17T19:34:22.547" v="81" actId="9405"/>
          <ac:inkMkLst>
            <pc:docMk/>
            <pc:sldMk cId="3152962473" sldId="315"/>
            <ac:inkMk id="21" creationId="{86AE18E5-A344-CB60-1AC6-47ADC247771D}"/>
          </ac:inkMkLst>
        </pc:inkChg>
        <pc:inkChg chg="add del mod">
          <ac:chgData name="鈺宸 林" userId="6d35af2b8e622366" providerId="LiveId" clId="{83B1E053-4175-41F6-B560-2F0485FBD79A}" dt="2023-07-17T19:34:22.359" v="80"/>
          <ac:inkMkLst>
            <pc:docMk/>
            <pc:sldMk cId="3152962473" sldId="315"/>
            <ac:inkMk id="22" creationId="{CFAB2437-30A4-D3DF-EA95-22EE474385E7}"/>
          </ac:inkMkLst>
        </pc:inkChg>
        <pc:inkChg chg="add del mod">
          <ac:chgData name="鈺宸 林" userId="6d35af2b8e622366" providerId="LiveId" clId="{83B1E053-4175-41F6-B560-2F0485FBD79A}" dt="2023-07-17T19:34:22.188" v="78"/>
          <ac:inkMkLst>
            <pc:docMk/>
            <pc:sldMk cId="3152962473" sldId="315"/>
            <ac:inkMk id="24" creationId="{EF7710AA-CA03-0030-8B42-6469C91C5BAF}"/>
          </ac:inkMkLst>
        </pc:inkChg>
        <pc:inkChg chg="add del">
          <ac:chgData name="鈺宸 林" userId="6d35af2b8e622366" providerId="LiveId" clId="{83B1E053-4175-41F6-B560-2F0485FBD79A}" dt="2023-07-17T19:34:22.007" v="76" actId="9405"/>
          <ac:inkMkLst>
            <pc:docMk/>
            <pc:sldMk cId="3152962473" sldId="315"/>
            <ac:inkMk id="26" creationId="{5789C67E-80DE-3927-1759-8928DCAC343F}"/>
          </ac:inkMkLst>
        </pc:inkChg>
        <pc:inkChg chg="add del mod">
          <ac:chgData name="鈺宸 林" userId="6d35af2b8e622366" providerId="LiveId" clId="{83B1E053-4175-41F6-B560-2F0485FBD79A}" dt="2023-07-17T19:34:21.843" v="75" actId="9405"/>
          <ac:inkMkLst>
            <pc:docMk/>
            <pc:sldMk cId="3152962473" sldId="315"/>
            <ac:inkMk id="27" creationId="{7D1313AC-DA86-E9A8-B00E-475631AE0901}"/>
          </ac:inkMkLst>
        </pc:inkChg>
        <pc:inkChg chg="add del mod">
          <ac:chgData name="鈺宸 林" userId="6d35af2b8e622366" providerId="LiveId" clId="{83B1E053-4175-41F6-B560-2F0485FBD79A}" dt="2023-07-17T19:34:21.656" v="74" actId="9405"/>
          <ac:inkMkLst>
            <pc:docMk/>
            <pc:sldMk cId="3152962473" sldId="315"/>
            <ac:inkMk id="28" creationId="{64C06D71-BCC9-8FB7-CAEA-643A07FB9461}"/>
          </ac:inkMkLst>
        </pc:inkChg>
        <pc:inkChg chg="add del mod">
          <ac:chgData name="鈺宸 林" userId="6d35af2b8e622366" providerId="LiveId" clId="{83B1E053-4175-41F6-B560-2F0485FBD79A}" dt="2023-07-17T19:34:21.359" v="73"/>
          <ac:inkMkLst>
            <pc:docMk/>
            <pc:sldMk cId="3152962473" sldId="315"/>
            <ac:inkMk id="29" creationId="{3602766C-E1CD-6FD2-509C-35ED7CBFCCF7}"/>
          </ac:inkMkLst>
        </pc:inkChg>
        <pc:inkChg chg="add del mod">
          <ac:chgData name="鈺宸 林" userId="6d35af2b8e622366" providerId="LiveId" clId="{83B1E053-4175-41F6-B560-2F0485FBD79A}" dt="2023-07-17T19:36:37.315" v="152" actId="478"/>
          <ac:inkMkLst>
            <pc:docMk/>
            <pc:sldMk cId="3152962473" sldId="315"/>
            <ac:inkMk id="31" creationId="{04A92E7B-06DA-EAA1-E075-18A02C880852}"/>
          </ac:inkMkLst>
        </pc:inkChg>
        <pc:inkChg chg="add mod">
          <ac:chgData name="鈺宸 林" userId="6d35af2b8e622366" providerId="LiveId" clId="{83B1E053-4175-41F6-B560-2F0485FBD79A}" dt="2023-07-17T19:36:26.851" v="147"/>
          <ac:inkMkLst>
            <pc:docMk/>
            <pc:sldMk cId="3152962473" sldId="315"/>
            <ac:inkMk id="32" creationId="{D8283D5E-4E1A-26CE-FFDD-7D05E62056F4}"/>
          </ac:inkMkLst>
        </pc:inkChg>
        <pc:inkChg chg="add mod">
          <ac:chgData name="鈺宸 林" userId="6d35af2b8e622366" providerId="LiveId" clId="{83B1E053-4175-41F6-B560-2F0485FBD79A}" dt="2023-07-17T19:36:26.851" v="147"/>
          <ac:inkMkLst>
            <pc:docMk/>
            <pc:sldMk cId="3152962473" sldId="315"/>
            <ac:inkMk id="33" creationId="{1B862C62-D654-5BB1-5453-F4356739A6BB}"/>
          </ac:inkMkLst>
        </pc:inkChg>
        <pc:inkChg chg="add mod">
          <ac:chgData name="鈺宸 林" userId="6d35af2b8e622366" providerId="LiveId" clId="{83B1E053-4175-41F6-B560-2F0485FBD79A}" dt="2023-07-17T19:36:26.851" v="147"/>
          <ac:inkMkLst>
            <pc:docMk/>
            <pc:sldMk cId="3152962473" sldId="315"/>
            <ac:inkMk id="35" creationId="{4A9992E7-1DBA-AC3A-FE35-A94676D7DCBE}"/>
          </ac:inkMkLst>
        </pc:inkChg>
        <pc:inkChg chg="add mod">
          <ac:chgData name="鈺宸 林" userId="6d35af2b8e622366" providerId="LiveId" clId="{83B1E053-4175-41F6-B560-2F0485FBD79A}" dt="2023-07-17T19:36:26.851" v="147"/>
          <ac:inkMkLst>
            <pc:docMk/>
            <pc:sldMk cId="3152962473" sldId="315"/>
            <ac:inkMk id="36" creationId="{8D71B7C7-B600-7CC8-6B70-0221831E78E4}"/>
          </ac:inkMkLst>
        </pc:inkChg>
        <pc:inkChg chg="add mod">
          <ac:chgData name="鈺宸 林" userId="6d35af2b8e622366" providerId="LiveId" clId="{83B1E053-4175-41F6-B560-2F0485FBD79A}" dt="2023-07-17T19:36:26.851" v="147"/>
          <ac:inkMkLst>
            <pc:docMk/>
            <pc:sldMk cId="3152962473" sldId="315"/>
            <ac:inkMk id="37" creationId="{7C375425-B105-0498-BE55-85CFC5C2C0FD}"/>
          </ac:inkMkLst>
        </pc:inkChg>
        <pc:inkChg chg="add mod">
          <ac:chgData name="鈺宸 林" userId="6d35af2b8e622366" providerId="LiveId" clId="{83B1E053-4175-41F6-B560-2F0485FBD79A}" dt="2023-07-17T19:36:26.851" v="147"/>
          <ac:inkMkLst>
            <pc:docMk/>
            <pc:sldMk cId="3152962473" sldId="315"/>
            <ac:inkMk id="38" creationId="{9675A4E7-CD3A-4524-4902-D3D403006EF1}"/>
          </ac:inkMkLst>
        </pc:inkChg>
        <pc:inkChg chg="add del mod">
          <ac:chgData name="鈺宸 林" userId="6d35af2b8e622366" providerId="LiveId" clId="{83B1E053-4175-41F6-B560-2F0485FBD79A}" dt="2023-07-17T19:36:37.315" v="152" actId="478"/>
          <ac:inkMkLst>
            <pc:docMk/>
            <pc:sldMk cId="3152962473" sldId="315"/>
            <ac:inkMk id="41" creationId="{36CED4E5-3403-8AB6-E43E-B6394047EB49}"/>
          </ac:inkMkLst>
        </pc:inkChg>
        <pc:inkChg chg="add del mod">
          <ac:chgData name="鈺宸 林" userId="6d35af2b8e622366" providerId="LiveId" clId="{83B1E053-4175-41F6-B560-2F0485FBD79A}" dt="2023-07-17T19:36:27.496" v="151"/>
          <ac:inkMkLst>
            <pc:docMk/>
            <pc:sldMk cId="3152962473" sldId="315"/>
            <ac:inkMk id="42" creationId="{5224E800-7FC2-D60B-B108-0B25A047EF3D}"/>
          </ac:inkMkLst>
        </pc:inkChg>
        <pc:inkChg chg="add del">
          <ac:chgData name="鈺宸 林" userId="6d35af2b8e622366" providerId="LiveId" clId="{83B1E053-4175-41F6-B560-2F0485FBD79A}" dt="2023-07-17T19:36:27.299" v="149" actId="9405"/>
          <ac:inkMkLst>
            <pc:docMk/>
            <pc:sldMk cId="3152962473" sldId="315"/>
            <ac:inkMk id="44" creationId="{9C2639EE-2D3B-9276-3C9C-D73F1A384B10}"/>
          </ac:inkMkLst>
        </pc:inkChg>
        <pc:inkChg chg="add del mod">
          <ac:chgData name="鈺宸 林" userId="6d35af2b8e622366" providerId="LiveId" clId="{83B1E053-4175-41F6-B560-2F0485FBD79A}" dt="2023-07-17T19:36:27.035" v="148" actId="9405"/>
          <ac:inkMkLst>
            <pc:docMk/>
            <pc:sldMk cId="3152962473" sldId="315"/>
            <ac:inkMk id="45" creationId="{6740CD38-7D5D-5E27-5922-3A1B994C429C}"/>
          </ac:inkMkLst>
        </pc:inkChg>
        <pc:inkChg chg="add del mod">
          <ac:chgData name="鈺宸 林" userId="6d35af2b8e622366" providerId="LiveId" clId="{83B1E053-4175-41F6-B560-2F0485FBD79A}" dt="2023-07-17T19:36:26.851" v="147"/>
          <ac:inkMkLst>
            <pc:docMk/>
            <pc:sldMk cId="3152962473" sldId="315"/>
            <ac:inkMk id="46" creationId="{E3F8FBA6-D385-3522-E8D2-CF31D634E593}"/>
          </ac:inkMkLst>
        </pc:inkChg>
        <pc:inkChg chg="add del">
          <ac:chgData name="鈺宸 林" userId="6d35af2b8e622366" providerId="LiveId" clId="{83B1E053-4175-41F6-B560-2F0485FBD79A}" dt="2023-07-17T19:36:26.663" v="145" actId="9405"/>
          <ac:inkMkLst>
            <pc:docMk/>
            <pc:sldMk cId="3152962473" sldId="315"/>
            <ac:inkMk id="48" creationId="{B5839EB9-8A21-DDD7-EE1B-5544D169CEC1}"/>
          </ac:inkMkLst>
        </pc:inkChg>
        <pc:inkChg chg="add del mod">
          <ac:chgData name="鈺宸 林" userId="6d35af2b8e622366" providerId="LiveId" clId="{83B1E053-4175-41F6-B560-2F0485FBD79A}" dt="2023-07-17T19:36:26.455" v="144" actId="9405"/>
          <ac:inkMkLst>
            <pc:docMk/>
            <pc:sldMk cId="3152962473" sldId="315"/>
            <ac:inkMk id="49" creationId="{6C535794-B518-B805-AD27-6311D8B30631}"/>
          </ac:inkMkLst>
        </pc:inkChg>
        <pc:inkChg chg="add del mod">
          <ac:chgData name="鈺宸 林" userId="6d35af2b8e622366" providerId="LiveId" clId="{83B1E053-4175-41F6-B560-2F0485FBD79A}" dt="2023-07-17T19:36:26.255" v="143" actId="9405"/>
          <ac:inkMkLst>
            <pc:docMk/>
            <pc:sldMk cId="3152962473" sldId="315"/>
            <ac:inkMk id="50" creationId="{6A9438B8-EFBE-E534-0BE4-1D91DB1EBE4B}"/>
          </ac:inkMkLst>
        </pc:inkChg>
        <pc:inkChg chg="add del mod">
          <ac:chgData name="鈺宸 林" userId="6d35af2b8e622366" providerId="LiveId" clId="{83B1E053-4175-41F6-B560-2F0485FBD79A}" dt="2023-07-17T19:36:26.044" v="142"/>
          <ac:inkMkLst>
            <pc:docMk/>
            <pc:sldMk cId="3152962473" sldId="315"/>
            <ac:inkMk id="51" creationId="{BCB0208A-97EE-E966-5782-5133721DE345}"/>
          </ac:inkMkLst>
        </pc:inkChg>
        <pc:inkChg chg="add del">
          <ac:chgData name="鈺宸 林" userId="6d35af2b8e622366" providerId="LiveId" clId="{83B1E053-4175-41F6-B560-2F0485FBD79A}" dt="2023-07-17T19:36:25.799" v="140" actId="9405"/>
          <ac:inkMkLst>
            <pc:docMk/>
            <pc:sldMk cId="3152962473" sldId="315"/>
            <ac:inkMk id="53" creationId="{7BE5EBA4-C6D5-63E2-54DD-46BB8037B3E6}"/>
          </ac:inkMkLst>
        </pc:inkChg>
        <pc:inkChg chg="add del mod">
          <ac:chgData name="鈺宸 林" userId="6d35af2b8e622366" providerId="LiveId" clId="{83B1E053-4175-41F6-B560-2F0485FBD79A}" dt="2023-07-17T19:36:25.583" v="139" actId="9405"/>
          <ac:inkMkLst>
            <pc:docMk/>
            <pc:sldMk cId="3152962473" sldId="315"/>
            <ac:inkMk id="54" creationId="{D366202E-6B35-56D8-92C9-B1B37AB09789}"/>
          </ac:inkMkLst>
        </pc:inkChg>
        <pc:inkChg chg="add del mod">
          <ac:chgData name="鈺宸 林" userId="6d35af2b8e622366" providerId="LiveId" clId="{83B1E053-4175-41F6-B560-2F0485FBD79A}" dt="2023-07-17T19:36:25.395" v="138"/>
          <ac:inkMkLst>
            <pc:docMk/>
            <pc:sldMk cId="3152962473" sldId="315"/>
            <ac:inkMk id="55" creationId="{853DD5E3-2D50-75D0-1F70-F624A3CABCD9}"/>
          </ac:inkMkLst>
        </pc:inkChg>
        <pc:inkChg chg="add del">
          <ac:chgData name="鈺宸 林" userId="6d35af2b8e622366" providerId="LiveId" clId="{83B1E053-4175-41F6-B560-2F0485FBD79A}" dt="2023-07-17T19:36:25.195" v="136" actId="9405"/>
          <ac:inkMkLst>
            <pc:docMk/>
            <pc:sldMk cId="3152962473" sldId="315"/>
            <ac:inkMk id="57" creationId="{FC564545-CB43-B93A-F6C7-DE01CD8A9447}"/>
          </ac:inkMkLst>
        </pc:inkChg>
        <pc:inkChg chg="add del mod">
          <ac:chgData name="鈺宸 林" userId="6d35af2b8e622366" providerId="LiveId" clId="{83B1E053-4175-41F6-B560-2F0485FBD79A}" dt="2023-07-17T19:36:24.999" v="135" actId="9405"/>
          <ac:inkMkLst>
            <pc:docMk/>
            <pc:sldMk cId="3152962473" sldId="315"/>
            <ac:inkMk id="58" creationId="{AA900D6D-E1FF-CBE8-8403-3F66B5E79D1C}"/>
          </ac:inkMkLst>
        </pc:inkChg>
        <pc:inkChg chg="add del mod">
          <ac:chgData name="鈺宸 林" userId="6d35af2b8e622366" providerId="LiveId" clId="{83B1E053-4175-41F6-B560-2F0485FBD79A}" dt="2023-07-17T19:36:24.787" v="134" actId="9405"/>
          <ac:inkMkLst>
            <pc:docMk/>
            <pc:sldMk cId="3152962473" sldId="315"/>
            <ac:inkMk id="59" creationId="{8DA2D0C1-7F6C-7040-4743-8302AF76715B}"/>
          </ac:inkMkLst>
        </pc:inkChg>
        <pc:inkChg chg="add del mod">
          <ac:chgData name="鈺宸 林" userId="6d35af2b8e622366" providerId="LiveId" clId="{83B1E053-4175-41F6-B560-2F0485FBD79A}" dt="2023-07-17T19:36:24.547" v="133"/>
          <ac:inkMkLst>
            <pc:docMk/>
            <pc:sldMk cId="3152962473" sldId="315"/>
            <ac:inkMk id="60" creationId="{26AED422-0372-4D65-7A3C-C7E3B5EDB6E8}"/>
          </ac:inkMkLst>
        </pc:inkChg>
        <pc:inkChg chg="add del">
          <ac:chgData name="鈺宸 林" userId="6d35af2b8e622366" providerId="LiveId" clId="{83B1E053-4175-41F6-B560-2F0485FBD79A}" dt="2023-07-17T19:36:24.367" v="131" actId="9405"/>
          <ac:inkMkLst>
            <pc:docMk/>
            <pc:sldMk cId="3152962473" sldId="315"/>
            <ac:inkMk id="63" creationId="{61D9CEDE-0406-8385-77B7-301177CDBCAB}"/>
          </ac:inkMkLst>
        </pc:inkChg>
        <pc:inkChg chg="add del mod">
          <ac:chgData name="鈺宸 林" userId="6d35af2b8e622366" providerId="LiveId" clId="{83B1E053-4175-41F6-B560-2F0485FBD79A}" dt="2023-07-17T19:36:24.187" v="130" actId="9405"/>
          <ac:inkMkLst>
            <pc:docMk/>
            <pc:sldMk cId="3152962473" sldId="315"/>
            <ac:inkMk id="64" creationId="{97BBA152-1614-7696-7BF9-65E0BDB8C51C}"/>
          </ac:inkMkLst>
        </pc:inkChg>
        <pc:inkChg chg="add del mod">
          <ac:chgData name="鈺宸 林" userId="6d35af2b8e622366" providerId="LiveId" clId="{83B1E053-4175-41F6-B560-2F0485FBD79A}" dt="2023-07-17T19:36:23.990" v="129" actId="9405"/>
          <ac:inkMkLst>
            <pc:docMk/>
            <pc:sldMk cId="3152962473" sldId="315"/>
            <ac:inkMk id="65" creationId="{A6D7338F-5ED7-A9FD-A57C-6D72C0D4CC18}"/>
          </ac:inkMkLst>
        </pc:inkChg>
        <pc:inkChg chg="add del mod">
          <ac:chgData name="鈺宸 林" userId="6d35af2b8e622366" providerId="LiveId" clId="{83B1E053-4175-41F6-B560-2F0485FBD79A}" dt="2023-07-17T19:36:23.819" v="128" actId="9405"/>
          <ac:inkMkLst>
            <pc:docMk/>
            <pc:sldMk cId="3152962473" sldId="315"/>
            <ac:inkMk id="66" creationId="{DDA18FAC-BA08-C78F-6B78-17B8EAB8F1CF}"/>
          </ac:inkMkLst>
        </pc:inkChg>
        <pc:inkChg chg="add del mod">
          <ac:chgData name="鈺宸 林" userId="6d35af2b8e622366" providerId="LiveId" clId="{83B1E053-4175-41F6-B560-2F0485FBD79A}" dt="2023-07-17T19:36:23.516" v="127"/>
          <ac:inkMkLst>
            <pc:docMk/>
            <pc:sldMk cId="3152962473" sldId="315"/>
            <ac:inkMk id="67" creationId="{AD94A183-3E3E-47AC-9073-DEE97D34ACB1}"/>
          </ac:inkMkLst>
        </pc:inkChg>
      </pc:sldChg>
      <pc:sldChg chg="addSp delSp modSp new add del mod">
        <pc:chgData name="鈺宸 林" userId="6d35af2b8e622366" providerId="LiveId" clId="{83B1E053-4175-41F6-B560-2F0485FBD79A}" dt="2023-07-17T19:56:10.393" v="183" actId="47"/>
        <pc:sldMkLst>
          <pc:docMk/>
          <pc:sldMk cId="2610903314" sldId="316"/>
        </pc:sldMkLst>
        <pc:spChg chg="del">
          <ac:chgData name="鈺宸 林" userId="6d35af2b8e622366" providerId="LiveId" clId="{83B1E053-4175-41F6-B560-2F0485FBD79A}" dt="2023-07-17T19:51:58.520" v="166" actId="478"/>
          <ac:spMkLst>
            <pc:docMk/>
            <pc:sldMk cId="2610903314" sldId="316"/>
            <ac:spMk id="2" creationId="{2497B247-4426-1B5B-91F0-076BA44F58B6}"/>
          </ac:spMkLst>
        </pc:spChg>
        <pc:spChg chg="del">
          <ac:chgData name="鈺宸 林" userId="6d35af2b8e622366" providerId="LiveId" clId="{83B1E053-4175-41F6-B560-2F0485FBD79A}" dt="2023-07-17T19:51:59.156" v="167" actId="478"/>
          <ac:spMkLst>
            <pc:docMk/>
            <pc:sldMk cId="2610903314" sldId="316"/>
            <ac:spMk id="3" creationId="{A0EDC8CA-E05C-03C3-1F21-83BF6F2E8629}"/>
          </ac:spMkLst>
        </pc:spChg>
        <pc:picChg chg="add mod">
          <ac:chgData name="鈺宸 林" userId="6d35af2b8e622366" providerId="LiveId" clId="{83B1E053-4175-41F6-B560-2F0485FBD79A}" dt="2023-07-17T19:52:58.861" v="177" actId="1076"/>
          <ac:picMkLst>
            <pc:docMk/>
            <pc:sldMk cId="2610903314" sldId="316"/>
            <ac:picMk id="1026" creationId="{D60273E7-7AD9-2BDB-7806-2880B4FD236B}"/>
          </ac:picMkLst>
        </pc:picChg>
        <pc:picChg chg="add mod">
          <ac:chgData name="鈺宸 林" userId="6d35af2b8e622366" providerId="LiveId" clId="{83B1E053-4175-41F6-B560-2F0485FBD79A}" dt="2023-07-17T19:52:49.616" v="176" actId="1076"/>
          <ac:picMkLst>
            <pc:docMk/>
            <pc:sldMk cId="2610903314" sldId="316"/>
            <ac:picMk id="1028" creationId="{2E218121-18E3-CBD2-0B10-19E1E4D095B9}"/>
          </ac:picMkLst>
        </pc:picChg>
      </pc:sldChg>
      <pc:sldChg chg="addSp delSp modSp new mod">
        <pc:chgData name="鈺宸 林" userId="6d35af2b8e622366" providerId="LiveId" clId="{83B1E053-4175-41F6-B560-2F0485FBD79A}" dt="2023-07-17T20:00:36.261" v="250" actId="1076"/>
        <pc:sldMkLst>
          <pc:docMk/>
          <pc:sldMk cId="3983184917" sldId="317"/>
        </pc:sldMkLst>
        <pc:spChg chg="mod">
          <ac:chgData name="鈺宸 林" userId="6d35af2b8e622366" providerId="LiveId" clId="{83B1E053-4175-41F6-B560-2F0485FBD79A}" dt="2023-07-17T19:57:55.861" v="196" actId="122"/>
          <ac:spMkLst>
            <pc:docMk/>
            <pc:sldMk cId="3983184917" sldId="317"/>
            <ac:spMk id="2" creationId="{A341EABE-7B41-D5CE-E3BC-56BBE0596C82}"/>
          </ac:spMkLst>
        </pc:spChg>
        <pc:spChg chg="del">
          <ac:chgData name="鈺宸 林" userId="6d35af2b8e622366" providerId="LiveId" clId="{83B1E053-4175-41F6-B560-2F0485FBD79A}" dt="2023-07-17T19:57:59.695" v="197" actId="478"/>
          <ac:spMkLst>
            <pc:docMk/>
            <pc:sldMk cId="3983184917" sldId="317"/>
            <ac:spMk id="3" creationId="{93DEF65F-9E22-5EEE-3861-B1E316D83837}"/>
          </ac:spMkLst>
        </pc:spChg>
        <pc:picChg chg="add del mod">
          <ac:chgData name="鈺宸 林" userId="6d35af2b8e622366" providerId="LiveId" clId="{83B1E053-4175-41F6-B560-2F0485FBD79A}" dt="2023-07-17T20:00:36.261" v="250" actId="1076"/>
          <ac:picMkLst>
            <pc:docMk/>
            <pc:sldMk cId="3983184917" sldId="317"/>
            <ac:picMk id="2050" creationId="{D689E395-ECAF-8225-138F-FD9BEA7BF066}"/>
          </ac:picMkLst>
        </pc:picChg>
        <pc:picChg chg="add mod">
          <ac:chgData name="鈺宸 林" userId="6d35af2b8e622366" providerId="LiveId" clId="{83B1E053-4175-41F6-B560-2F0485FBD79A}" dt="2023-07-17T20:00:32.957" v="249" actId="1076"/>
          <ac:picMkLst>
            <pc:docMk/>
            <pc:sldMk cId="3983184917" sldId="317"/>
            <ac:picMk id="2052" creationId="{58FFAEF7-CE1F-6C6C-CDC9-B0B7F1E8B292}"/>
          </ac:picMkLst>
        </pc:picChg>
      </pc:sldChg>
      <pc:sldChg chg="addSp delSp modSp new mod">
        <pc:chgData name="鈺宸 林" userId="6d35af2b8e622366" providerId="LiveId" clId="{83B1E053-4175-41F6-B560-2F0485FBD79A}" dt="2023-07-17T20:01:45.393" v="261" actId="1076"/>
        <pc:sldMkLst>
          <pc:docMk/>
          <pc:sldMk cId="1110298821" sldId="318"/>
        </pc:sldMkLst>
        <pc:spChg chg="del">
          <ac:chgData name="鈺宸 林" userId="6d35af2b8e622366" providerId="LiveId" clId="{83B1E053-4175-41F6-B560-2F0485FBD79A}" dt="2023-07-17T20:01:16.784" v="252" actId="478"/>
          <ac:spMkLst>
            <pc:docMk/>
            <pc:sldMk cId="1110298821" sldId="318"/>
            <ac:spMk id="2" creationId="{4412CC6B-9517-A679-1D3E-D41BAC213E2D}"/>
          </ac:spMkLst>
        </pc:spChg>
        <pc:spChg chg="del">
          <ac:chgData name="鈺宸 林" userId="6d35af2b8e622366" providerId="LiveId" clId="{83B1E053-4175-41F6-B560-2F0485FBD79A}" dt="2023-07-17T20:01:17.427" v="253" actId="478"/>
          <ac:spMkLst>
            <pc:docMk/>
            <pc:sldMk cId="1110298821" sldId="318"/>
            <ac:spMk id="3" creationId="{41F9B64D-88EE-A98C-A336-F1DC038D1945}"/>
          </ac:spMkLst>
        </pc:spChg>
        <pc:picChg chg="add mod">
          <ac:chgData name="鈺宸 林" userId="6d35af2b8e622366" providerId="LiveId" clId="{83B1E053-4175-41F6-B560-2F0485FBD79A}" dt="2023-07-17T20:01:40.163" v="260" actId="1076"/>
          <ac:picMkLst>
            <pc:docMk/>
            <pc:sldMk cId="1110298821" sldId="318"/>
            <ac:picMk id="5" creationId="{22848583-5A1C-8337-7CDC-2651F9DE8853}"/>
          </ac:picMkLst>
        </pc:picChg>
        <pc:picChg chg="add mod">
          <ac:chgData name="鈺宸 林" userId="6d35af2b8e622366" providerId="LiveId" clId="{83B1E053-4175-41F6-B560-2F0485FBD79A}" dt="2023-07-17T20:01:45.393" v="261" actId="1076"/>
          <ac:picMkLst>
            <pc:docMk/>
            <pc:sldMk cId="1110298821" sldId="318"/>
            <ac:picMk id="3074" creationId="{EAB8EFAF-EDD0-3FF1-8009-B70B58734023}"/>
          </ac:picMkLst>
        </pc:picChg>
      </pc:sldChg>
      <pc:sldChg chg="delSp modSp add mod">
        <pc:chgData name="鈺宸 林" userId="6d35af2b8e622366" providerId="LiveId" clId="{83B1E053-4175-41F6-B560-2F0485FBD79A}" dt="2023-07-17T20:18:39.759" v="297" actId="478"/>
        <pc:sldMkLst>
          <pc:docMk/>
          <pc:sldMk cId="3792542403" sldId="319"/>
        </pc:sldMkLst>
        <pc:spChg chg="mod">
          <ac:chgData name="鈺宸 林" userId="6d35af2b8e622366" providerId="LiveId" clId="{83B1E053-4175-41F6-B560-2F0485FBD79A}" dt="2023-07-17T20:15:53.397" v="272"/>
          <ac:spMkLst>
            <pc:docMk/>
            <pc:sldMk cId="3792542403" sldId="319"/>
            <ac:spMk id="2" creationId="{88B35EA8-3B84-42D5-BAD0-9B2BE5F58BE1}"/>
          </ac:spMkLst>
        </pc:spChg>
        <pc:spChg chg="mod">
          <ac:chgData name="鈺宸 林" userId="6d35af2b8e622366" providerId="LiveId" clId="{83B1E053-4175-41F6-B560-2F0485FBD79A}" dt="2023-07-17T20:18:35.127" v="296" actId="20577"/>
          <ac:spMkLst>
            <pc:docMk/>
            <pc:sldMk cId="3792542403" sldId="319"/>
            <ac:spMk id="3" creationId="{4E6F3D17-E5C7-4A7C-946D-5608813E8227}"/>
          </ac:spMkLst>
        </pc:spChg>
        <pc:spChg chg="del">
          <ac:chgData name="鈺宸 林" userId="6d35af2b8e622366" providerId="LiveId" clId="{83B1E053-4175-41F6-B560-2F0485FBD79A}" dt="2023-07-17T20:18:39.759" v="297" actId="478"/>
          <ac:spMkLst>
            <pc:docMk/>
            <pc:sldMk cId="3792542403" sldId="319"/>
            <ac:spMk id="4" creationId="{06C1D35A-D785-485D-9332-2BCA50B420B3}"/>
          </ac:spMkLst>
        </pc:spChg>
      </pc:sldChg>
      <pc:sldChg chg="addSp delSp new mod">
        <pc:chgData name="鈺宸 林" userId="6d35af2b8e622366" providerId="LiveId" clId="{83B1E053-4175-41F6-B560-2F0485FBD79A}" dt="2023-07-17T20:19:23.754" v="301" actId="22"/>
        <pc:sldMkLst>
          <pc:docMk/>
          <pc:sldMk cId="390098382" sldId="320"/>
        </pc:sldMkLst>
        <pc:spChg chg="del">
          <ac:chgData name="鈺宸 林" userId="6d35af2b8e622366" providerId="LiveId" clId="{83B1E053-4175-41F6-B560-2F0485FBD79A}" dt="2023-07-17T20:19:22.369" v="299" actId="478"/>
          <ac:spMkLst>
            <pc:docMk/>
            <pc:sldMk cId="390098382" sldId="320"/>
            <ac:spMk id="2" creationId="{97793457-C292-4721-D097-8EE6333139FD}"/>
          </ac:spMkLst>
        </pc:spChg>
        <pc:spChg chg="del">
          <ac:chgData name="鈺宸 林" userId="6d35af2b8e622366" providerId="LiveId" clId="{83B1E053-4175-41F6-B560-2F0485FBD79A}" dt="2023-07-17T20:19:23.064" v="300" actId="478"/>
          <ac:spMkLst>
            <pc:docMk/>
            <pc:sldMk cId="390098382" sldId="320"/>
            <ac:spMk id="3" creationId="{3D41A1DD-C0E6-9275-53BB-8DA4B97252C2}"/>
          </ac:spMkLst>
        </pc:spChg>
        <pc:picChg chg="add">
          <ac:chgData name="鈺宸 林" userId="6d35af2b8e622366" providerId="LiveId" clId="{83B1E053-4175-41F6-B560-2F0485FBD79A}" dt="2023-07-17T20:19:23.754" v="301" actId="22"/>
          <ac:picMkLst>
            <pc:docMk/>
            <pc:sldMk cId="390098382" sldId="320"/>
            <ac:picMk id="6" creationId="{1F9155D9-C666-2E38-14F5-64285334BAAD}"/>
          </ac:picMkLst>
        </pc:picChg>
      </pc:sldChg>
      <pc:sldChg chg="delSp modSp add mod">
        <pc:chgData name="鈺宸 林" userId="6d35af2b8e622366" providerId="LiveId" clId="{83B1E053-4175-41F6-B560-2F0485FBD79A}" dt="2023-07-17T20:23:03.032" v="352"/>
        <pc:sldMkLst>
          <pc:docMk/>
          <pc:sldMk cId="4095151672" sldId="321"/>
        </pc:sldMkLst>
        <pc:spChg chg="mod">
          <ac:chgData name="鈺宸 林" userId="6d35af2b8e622366" providerId="LiveId" clId="{83B1E053-4175-41F6-B560-2F0485FBD79A}" dt="2023-07-17T20:23:03.032" v="352"/>
          <ac:spMkLst>
            <pc:docMk/>
            <pc:sldMk cId="4095151672" sldId="321"/>
            <ac:spMk id="3" creationId="{BC9F5294-BB5E-4B68-8C55-EE8D65088999}"/>
          </ac:spMkLst>
        </pc:spChg>
        <pc:spChg chg="mod">
          <ac:chgData name="鈺宸 林" userId="6d35af2b8e622366" providerId="LiveId" clId="{83B1E053-4175-41F6-B560-2F0485FBD79A}" dt="2023-07-17T20:20:48.255" v="339" actId="20577"/>
          <ac:spMkLst>
            <pc:docMk/>
            <pc:sldMk cId="4095151672" sldId="321"/>
            <ac:spMk id="6" creationId="{2F1E678D-C6A1-4769-83DA-AFB0E4C6076A}"/>
          </ac:spMkLst>
        </pc:spChg>
        <pc:picChg chg="del">
          <ac:chgData name="鈺宸 林" userId="6d35af2b8e622366" providerId="LiveId" clId="{83B1E053-4175-41F6-B560-2F0485FBD79A}" dt="2023-07-17T20:21:25.195" v="342" actId="478"/>
          <ac:picMkLst>
            <pc:docMk/>
            <pc:sldMk cId="4095151672" sldId="321"/>
            <ac:picMk id="5" creationId="{E1C150DC-1ED7-82E7-1218-526B17E1D56A}"/>
          </ac:picMkLst>
        </pc:picChg>
      </pc:sldChg>
      <pc:sldChg chg="modSp add mod">
        <pc:chgData name="鈺宸 林" userId="6d35af2b8e622366" providerId="LiveId" clId="{83B1E053-4175-41F6-B560-2F0485FBD79A}" dt="2023-07-17T20:30:06.419" v="359" actId="20577"/>
        <pc:sldMkLst>
          <pc:docMk/>
          <pc:sldMk cId="738523572" sldId="322"/>
        </pc:sldMkLst>
        <pc:spChg chg="mod">
          <ac:chgData name="鈺宸 林" userId="6d35af2b8e622366" providerId="LiveId" clId="{83B1E053-4175-41F6-B560-2F0485FBD79A}" dt="2023-07-17T20:30:06.419" v="359" actId="20577"/>
          <ac:spMkLst>
            <pc:docMk/>
            <pc:sldMk cId="738523572" sldId="322"/>
            <ac:spMk id="3" creationId="{3D6AEC88-211A-4C79-873B-599FBDE52DDC}"/>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a:extLst>
              <a:ext uri="{FF2B5EF4-FFF2-40B4-BE49-F238E27FC236}">
                <a16:creationId xmlns:a16="http://schemas.microsoft.com/office/drawing/2014/main" id="{B2B1B951-C510-4522-AF93-ADB85ED09AE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a:extLst>
              <a:ext uri="{FF2B5EF4-FFF2-40B4-BE49-F238E27FC236}">
                <a16:creationId xmlns:a16="http://schemas.microsoft.com/office/drawing/2014/main" id="{629B89B7-9CDA-4AA8-9698-7B71FD198576}"/>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070CF6B-A307-4891-9A3F-3BDEA15122F4}" type="datetimeFigureOut">
              <a:rPr lang="zh-TW" altLang="en-US" smtClean="0"/>
              <a:t>2023/7/18</a:t>
            </a:fld>
            <a:endParaRPr lang="zh-TW" altLang="en-US"/>
          </a:p>
        </p:txBody>
      </p:sp>
      <p:sp>
        <p:nvSpPr>
          <p:cNvPr id="4" name="頁尾版面配置區 3">
            <a:extLst>
              <a:ext uri="{FF2B5EF4-FFF2-40B4-BE49-F238E27FC236}">
                <a16:creationId xmlns:a16="http://schemas.microsoft.com/office/drawing/2014/main" id="{94AA06BA-A144-429D-9036-05EAC36F364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a:extLst>
              <a:ext uri="{FF2B5EF4-FFF2-40B4-BE49-F238E27FC236}">
                <a16:creationId xmlns:a16="http://schemas.microsoft.com/office/drawing/2014/main" id="{5D362C06-5F0E-4E9C-8F96-54694C2D615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00C0899-C804-4EB6-B155-7732788E8AAF}" type="slidenum">
              <a:rPr lang="zh-TW" altLang="en-US" smtClean="0"/>
              <a:t>‹#›</a:t>
            </a:fld>
            <a:endParaRPr lang="zh-TW" altLang="en-US"/>
          </a:p>
        </p:txBody>
      </p:sp>
    </p:spTree>
    <p:extLst>
      <p:ext uri="{BB962C8B-B14F-4D97-AF65-F5344CB8AC3E}">
        <p14:creationId xmlns:p14="http://schemas.microsoft.com/office/powerpoint/2010/main" val="2370685796"/>
      </p:ext>
    </p:extLst>
  </p:cSld>
  <p:clrMap bg1="lt1" tx1="dk1" bg2="lt2" tx2="dk2" accent1="accent1" accent2="accent2" accent3="accent3" accent4="accent4" accent5="accent5" accent6="accent6" hlink="hlink" folHlink="folHlink"/>
  <p:hf hdr="0" ftr="0" dt="0"/>
</p:handoutMaster>
</file>

<file path=ppt/ink/ink1.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7-18T08:43:10.791"/>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5432 13965 0,'75'0'109,"24"0"-93,595-124 15,199 124 1,-471 0-17,-75 0 16,-223-25-15,-99 0 0,50 1-1,-51 24 1</inkml:trace>
</inkml:ink>
</file>

<file path=ppt/ink/ink2.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7-18T08:43:35.512"/>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30882 4986 0,'0'25'31,"0"123"0,0-24-15,0-74-1,0-25-15,0 74 32,0-49-17,0-1-15,-50 26 32,-49 24-17,-50 25 1,100-50 15,-1-74-15,-347 25 15,0 50-15,-620 73 15,620-123-16,199-25 1,74 0-16,-149 0 16,-198 0-1,-348 75 17,249-75-17,-100 49 16,571-49 1,49 0-17,-49 50 1,-348 24 15,398-49 0,123-25 16,1340-198-31</inkml:trace>
</inkml:ink>
</file>

<file path=ppt/ink/ink3.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7-18T08:43:37.048"/>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20960 5631 0,'-323'-75'31,"150"75"-15,-100 0 15,248 0-15,-148 75 15,73 173 0,100-75-15,0-98 0,75 74-1,123-1 1,-148-123 0,123-25-1,448 0 16,-423 0-15,-74 0 15,-74-25-15,-50 1 0,0-249 15,0 149-16,-25-75 1,0 125 0,-25-1-1,26 26-15,-51-26 32,-24 1-17,49 49 1</inkml:trace>
</inkml:ink>
</file>

<file path=ppt/ink/ink4.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7-18T08:43:38.201"/>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31229 5556 0,'0'0'0,"-149"-49"31,-198-51-15,-75 100 15,273 0-15,-148 0-1,222 25 16,51 0-31,-1 173 16,50 150 31,99-175-31,0-24-1,198 124 1,-173-248 15,149-50 0,24-99 1,-248 99-17,-24-24 1,-50-26-1,0 26 1,0-175 0,-99 26-1,74 148 1,-124-198 0,75 99-1,24 100 1,25 49-1,25-25 1</inkml:trace>
</inkml:ink>
</file>

<file path=ppt/ink/ink5.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7-18T08:43:43.531"/>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31601 6201 0,'25'0'31,"0"0"0,-25-49-15,-25 24 0,-25-25-1,-148-24 17,124 74-17,-1 0 16,-24 0 1,74 25-17,0 49 1,0-24 0,-49 49-1,-25 25 1,74-99-1,0 99 1,25-75 0,0 75-1,0 0 1,0-24 0,25-26 15,124 0-16,-100-74 1,26 0 0,-1 0-1,-24 0 1,-25 0 0,99 0-1,-75-24-15,150-125 31,-75 25-15,-99 74 0,-25 25-1,24-99 1,-24 25 0,0 49-1,-74-173 1,24 124 15,1 74-15,49-24-16,-25 24 31</inkml:trace>
</inkml:ink>
</file>

<file path=ppt/ink/ink6.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7-18T08:43:44.619"/>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29021 6697 0,'0'0'0,"0"-25"16,-124-49 15,100 74-15,-26-25 15,-24 25-16,-26 0 17,-24 0-1,75 25-15,24 25-1,0-1 1,0 26-1,-49 173 17,74-149-17,0-25 1,0 1 15,25-75-15,49 49 15,1-49-15,24 0-1,0 0 17,-49 0-17,49-99 1,-25 25-1,75-75 17,-124 75-17,49-51 1,-74-197 15,0 173-15,0 0 15,0 125-31</inkml:trace>
</inkml:ink>
</file>

<file path=ppt/ink/ink7.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7-18T08:43:45.52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28699 9624 0,'0'0'0,"0"-25"32,-50-24-1,26 49-16,-76-50 1,26 50 15,49 0-15,-124 25 0,50 124-1,-75 198 16,150-124-15,-51 25 0,50-24-1,25-175 17,100-24-1,-76-25-16,26 0 17,49-25-17,-49-24 1,272-199 0,-198 124 15,-99 74-16,74-99 1,-74 75 0,0-199-1,-25 174 1,0-25 0,0 24-1</inkml:trace>
</inkml:ink>
</file>

<file path=ppt/ink/ink8.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7-18T08:43:46.56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22151 9674 0,'0'0'15,"-124"-99"17,-25 99-1,74 0-16,-24 0 1,-75 24 15,75 26-31,50 0 16,-26-1 0,-74 50-1,-74 125 1,149-125-1,74 25 1,0 25 0,0 99 15,49-174-15,224 25 15,-50-99-16,-74 0 1,-50 0 0,75-49-1,-99-26 17,-1 26-17,-49 49-15,24-50 16,-24-74-1,0-149 1,-25 149-16,0-223 31,0 248-15,0 24 15</inkml:trace>
</inkml:ink>
</file>

<file path=ppt/ink/ink9.xml><?xml version="1.0" encoding="utf-8"?>
<inkml:ink xmlns:inkml="http://www.w3.org/2003/InkML">
  <inkml:definitions>
    <inkml:context xml:id="ctx0">
      <inkml:inkSource xml:id="inkSrc0">
        <inkml:traceFormat>
          <inkml:channel name="X" type="integer" max="1366" units="cm"/>
          <inkml:channel name="Y" type="integer" max="768" units="cm"/>
          <inkml:channel name="T" type="integer" max="2.14748E9" units="dev"/>
        </inkml:traceFormat>
        <inkml:channelProperties>
          <inkml:channelProperty channel="X" name="resolution" value="44.20712" units="1/cm"/>
          <inkml:channelProperty channel="Y" name="resolution" value="44.39306" units="1/cm"/>
          <inkml:channelProperty channel="T" name="resolution" value="1" units="1/dev"/>
        </inkml:channelProperties>
      </inkml:inkSource>
      <inkml:timestamp xml:id="ts0" timeString="2023-07-18T08:45:10.696"/>
    </inkml:context>
    <inkml:brush xml:id="br0">
      <inkml:brushProperty name="width" value="0.08819" units="cm"/>
      <inkml:brushProperty name="height" value="0.35278" units="cm"/>
      <inkml:brushProperty name="color" value="#FF0000"/>
      <inkml:brushProperty name="tip" value="rectangle"/>
      <inkml:brushProperty name="rasterOp" value="maskPen"/>
    </inkml:brush>
  </inkml:definitions>
  <inkml:trace contextRef="#ctx0" brushRef="#br0">24904 11956 0,'0'99'16,"0"100"15,0-150-15,0 1-1,0-1 1,25 1 0,0 0-1,99-26 1,-50-24 0,124-49 15,-98-50-16,-51-75 1,-24 149 0,25-223-1,-1 149 1,-49 74 0,0-74-1,-49 49 16,-100 50 1,74 0-1,1 0 0,74 25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0286B5-03C6-41D4-B2DC-EA76AD58808D}" type="datetimeFigureOut">
              <a:rPr lang="zh-TW" altLang="en-US" smtClean="0"/>
              <a:t>2023/7/18</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BB21A4-C6D0-470A-943D-BE54FF210D33}" type="slidenum">
              <a:rPr lang="zh-TW" altLang="en-US" smtClean="0"/>
              <a:t>‹#›</a:t>
            </a:fld>
            <a:endParaRPr lang="zh-TW" altLang="en-US"/>
          </a:p>
        </p:txBody>
      </p:sp>
    </p:spTree>
    <p:extLst>
      <p:ext uri="{BB962C8B-B14F-4D97-AF65-F5344CB8AC3E}">
        <p14:creationId xmlns:p14="http://schemas.microsoft.com/office/powerpoint/2010/main" val="2919502883"/>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a:t>
            </a:fld>
            <a:endParaRPr lang="zh-TW" altLang="en-US"/>
          </a:p>
        </p:txBody>
      </p:sp>
    </p:spTree>
    <p:extLst>
      <p:ext uri="{BB962C8B-B14F-4D97-AF65-F5344CB8AC3E}">
        <p14:creationId xmlns:p14="http://schemas.microsoft.com/office/powerpoint/2010/main" val="21281374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5" name="投影片編號版面配置區 4">
            <a:extLst>
              <a:ext uri="{FF2B5EF4-FFF2-40B4-BE49-F238E27FC236}">
                <a16:creationId xmlns:a16="http://schemas.microsoft.com/office/drawing/2014/main" id="{78AC45AD-CBA5-47FD-BD77-3A8869F528CF}"/>
              </a:ext>
            </a:extLst>
          </p:cNvPr>
          <p:cNvSpPr>
            <a:spLocks noGrp="1"/>
          </p:cNvSpPr>
          <p:nvPr>
            <p:ph type="sldNum" sz="quarter" idx="5"/>
          </p:nvPr>
        </p:nvSpPr>
        <p:spPr/>
        <p:txBody>
          <a:bodyPr/>
          <a:lstStyle/>
          <a:p>
            <a:fld id="{74BB21A4-C6D0-470A-943D-BE54FF210D33}" type="slidenum">
              <a:rPr lang="zh-TW" altLang="en-US" smtClean="0"/>
              <a:t>2</a:t>
            </a:fld>
            <a:endParaRPr lang="zh-TW" altLang="en-US"/>
          </a:p>
        </p:txBody>
      </p:sp>
    </p:spTree>
    <p:extLst>
      <p:ext uri="{BB962C8B-B14F-4D97-AF65-F5344CB8AC3E}">
        <p14:creationId xmlns:p14="http://schemas.microsoft.com/office/powerpoint/2010/main" val="9532371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3</a:t>
            </a:fld>
            <a:endParaRPr lang="zh-TW" altLang="en-US"/>
          </a:p>
        </p:txBody>
      </p:sp>
    </p:spTree>
    <p:extLst>
      <p:ext uri="{BB962C8B-B14F-4D97-AF65-F5344CB8AC3E}">
        <p14:creationId xmlns:p14="http://schemas.microsoft.com/office/powerpoint/2010/main" val="34709127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4</a:t>
            </a:fld>
            <a:endParaRPr lang="zh-TW" altLang="en-US"/>
          </a:p>
        </p:txBody>
      </p:sp>
    </p:spTree>
    <p:extLst>
      <p:ext uri="{BB962C8B-B14F-4D97-AF65-F5344CB8AC3E}">
        <p14:creationId xmlns:p14="http://schemas.microsoft.com/office/powerpoint/2010/main" val="15850270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5</a:t>
            </a:fld>
            <a:endParaRPr lang="zh-TW" altLang="en-US"/>
          </a:p>
        </p:txBody>
      </p:sp>
    </p:spTree>
    <p:extLst>
      <p:ext uri="{BB962C8B-B14F-4D97-AF65-F5344CB8AC3E}">
        <p14:creationId xmlns:p14="http://schemas.microsoft.com/office/powerpoint/2010/main" val="41371708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9</a:t>
            </a:fld>
            <a:endParaRPr lang="zh-TW" altLang="en-US"/>
          </a:p>
        </p:txBody>
      </p:sp>
    </p:spTree>
    <p:extLst>
      <p:ext uri="{BB962C8B-B14F-4D97-AF65-F5344CB8AC3E}">
        <p14:creationId xmlns:p14="http://schemas.microsoft.com/office/powerpoint/2010/main" val="14598004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10</a:t>
            </a:fld>
            <a:endParaRPr lang="zh-TW" altLang="en-US"/>
          </a:p>
        </p:txBody>
      </p:sp>
    </p:spTree>
    <p:extLst>
      <p:ext uri="{BB962C8B-B14F-4D97-AF65-F5344CB8AC3E}">
        <p14:creationId xmlns:p14="http://schemas.microsoft.com/office/powerpoint/2010/main" val="16744127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11</a:t>
            </a:fld>
            <a:endParaRPr lang="zh-TW" altLang="en-US"/>
          </a:p>
        </p:txBody>
      </p:sp>
    </p:spTree>
    <p:extLst>
      <p:ext uri="{BB962C8B-B14F-4D97-AF65-F5344CB8AC3E}">
        <p14:creationId xmlns:p14="http://schemas.microsoft.com/office/powerpoint/2010/main" val="27135220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12</a:t>
            </a:fld>
            <a:endParaRPr lang="zh-TW" altLang="en-US"/>
          </a:p>
        </p:txBody>
      </p:sp>
    </p:spTree>
    <p:extLst>
      <p:ext uri="{BB962C8B-B14F-4D97-AF65-F5344CB8AC3E}">
        <p14:creationId xmlns:p14="http://schemas.microsoft.com/office/powerpoint/2010/main" val="214137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74BB21A4-C6D0-470A-943D-BE54FF210D33}" type="slidenum">
              <a:rPr lang="zh-TW" altLang="en-US" smtClean="0"/>
              <a:t>13</a:t>
            </a:fld>
            <a:endParaRPr lang="zh-TW" altLang="en-US"/>
          </a:p>
        </p:txBody>
      </p:sp>
    </p:spTree>
    <p:extLst>
      <p:ext uri="{BB962C8B-B14F-4D97-AF65-F5344CB8AC3E}">
        <p14:creationId xmlns:p14="http://schemas.microsoft.com/office/powerpoint/2010/main" val="2905381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76AED7B-3AC0-43C0-BDB3-2C4AFA9F7389}"/>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D559334D-3BE1-454D-9C46-049A5FE3D8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DF7A35ED-A91A-418B-8EEF-606731AB7C7E}"/>
              </a:ext>
            </a:extLst>
          </p:cNvPr>
          <p:cNvSpPr>
            <a:spLocks noGrp="1"/>
          </p:cNvSpPr>
          <p:nvPr>
            <p:ph type="dt" sz="half" idx="10"/>
          </p:nvPr>
        </p:nvSpPr>
        <p:spPr/>
        <p:txBody>
          <a:bodyPr/>
          <a:lstStyle/>
          <a:p>
            <a:fld id="{E34719EE-CC92-45A1-848A-E62A6F69E5FD}" type="datetime1">
              <a:rPr lang="zh-TW" altLang="en-US" smtClean="0"/>
              <a:t>2023/7/18</a:t>
            </a:fld>
            <a:endParaRPr lang="zh-TW" altLang="en-US"/>
          </a:p>
        </p:txBody>
      </p:sp>
      <p:sp>
        <p:nvSpPr>
          <p:cNvPr id="5" name="頁尾版面配置區 4">
            <a:extLst>
              <a:ext uri="{FF2B5EF4-FFF2-40B4-BE49-F238E27FC236}">
                <a16:creationId xmlns:a16="http://schemas.microsoft.com/office/drawing/2014/main" id="{8F23CF94-5147-4E2D-94FA-D156783F202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4FF78306-98C1-4A20-8451-B89524CEFC32}"/>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788649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30CE7C-B11A-4592-99DC-9295D556CFC8}"/>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43C089F3-337E-4191-A36B-B85915E374DF}"/>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41B5F5D-1566-460B-B7A8-7789F4ADD5CE}"/>
              </a:ext>
            </a:extLst>
          </p:cNvPr>
          <p:cNvSpPr>
            <a:spLocks noGrp="1"/>
          </p:cNvSpPr>
          <p:nvPr>
            <p:ph type="dt" sz="half" idx="10"/>
          </p:nvPr>
        </p:nvSpPr>
        <p:spPr/>
        <p:txBody>
          <a:bodyPr/>
          <a:lstStyle/>
          <a:p>
            <a:fld id="{2410B330-CB06-4033-8D67-C4343070258D}" type="datetime1">
              <a:rPr lang="zh-TW" altLang="en-US" smtClean="0"/>
              <a:t>2023/7/18</a:t>
            </a:fld>
            <a:endParaRPr lang="zh-TW" altLang="en-US"/>
          </a:p>
        </p:txBody>
      </p:sp>
      <p:sp>
        <p:nvSpPr>
          <p:cNvPr id="5" name="頁尾版面配置區 4">
            <a:extLst>
              <a:ext uri="{FF2B5EF4-FFF2-40B4-BE49-F238E27FC236}">
                <a16:creationId xmlns:a16="http://schemas.microsoft.com/office/drawing/2014/main" id="{8351E327-56EF-4EB4-9B53-5A579EBE194B}"/>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8C7FCE-3342-4CB2-A64D-A352D2C2821E}"/>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1841129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E3A202-ECCD-4387-858D-619D6A0C10A1}"/>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0207F5F8-0D71-4C88-AF0D-4F91124A420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822F8C89-B173-48C4-AA79-F8D0D1713FE4}"/>
              </a:ext>
            </a:extLst>
          </p:cNvPr>
          <p:cNvSpPr>
            <a:spLocks noGrp="1"/>
          </p:cNvSpPr>
          <p:nvPr>
            <p:ph type="dt" sz="half" idx="10"/>
          </p:nvPr>
        </p:nvSpPr>
        <p:spPr/>
        <p:txBody>
          <a:bodyPr/>
          <a:lstStyle/>
          <a:p>
            <a:fld id="{57DE7F20-22FE-4AC5-BB9E-06EA31EBF516}" type="datetime1">
              <a:rPr lang="zh-TW" altLang="en-US" smtClean="0"/>
              <a:t>2023/7/18</a:t>
            </a:fld>
            <a:endParaRPr lang="zh-TW" altLang="en-US"/>
          </a:p>
        </p:txBody>
      </p:sp>
      <p:sp>
        <p:nvSpPr>
          <p:cNvPr id="5" name="頁尾版面配置區 4">
            <a:extLst>
              <a:ext uri="{FF2B5EF4-FFF2-40B4-BE49-F238E27FC236}">
                <a16:creationId xmlns:a16="http://schemas.microsoft.com/office/drawing/2014/main" id="{841A0F6C-077B-4EE8-B87C-AE9C8921202A}"/>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05D9F22-282D-4976-8BB0-765254681B9C}"/>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409795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F9DB818-75A8-4B63-9429-11BAB3087F9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5AAE8C4E-C2D1-40BD-80F2-198479EE78DF}"/>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15A9DCA7-BAC7-4C10-B29E-195D85461210}"/>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FA48D530-75DC-40E5-8EF8-661ECE2D38CE}"/>
              </a:ext>
            </a:extLst>
          </p:cNvPr>
          <p:cNvSpPr>
            <a:spLocks noGrp="1"/>
          </p:cNvSpPr>
          <p:nvPr>
            <p:ph type="dt" sz="half" idx="10"/>
          </p:nvPr>
        </p:nvSpPr>
        <p:spPr/>
        <p:txBody>
          <a:bodyPr/>
          <a:lstStyle/>
          <a:p>
            <a:fld id="{E17CD23D-B9C5-4883-A841-45C28286401F}" type="datetime1">
              <a:rPr lang="zh-TW" altLang="en-US" smtClean="0"/>
              <a:t>2023/7/18</a:t>
            </a:fld>
            <a:endParaRPr lang="zh-TW" altLang="en-US"/>
          </a:p>
        </p:txBody>
      </p:sp>
      <p:sp>
        <p:nvSpPr>
          <p:cNvPr id="6" name="頁尾版面配置區 5">
            <a:extLst>
              <a:ext uri="{FF2B5EF4-FFF2-40B4-BE49-F238E27FC236}">
                <a16:creationId xmlns:a16="http://schemas.microsoft.com/office/drawing/2014/main" id="{CC4826B8-E693-43BF-95C5-22E210595813}"/>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8AF8187-80C0-4C29-ADB6-DA00CA1DC0CE}"/>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0352934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566C6E3-92E0-4351-B2DC-E52F39BD89B2}"/>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618CC00D-5393-41C3-AF1B-041CAF3F1B1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B74B4B1B-E61B-46D8-9A90-03280E45DE8E}"/>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3F04706E-A3A2-4316-93FC-42B46B8BA63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A73F1D73-774D-45EB-9450-3CB0C9304736}"/>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4CAC80A6-81BA-47AA-AA43-42EC35F8FAF9}"/>
              </a:ext>
            </a:extLst>
          </p:cNvPr>
          <p:cNvSpPr>
            <a:spLocks noGrp="1"/>
          </p:cNvSpPr>
          <p:nvPr>
            <p:ph type="dt" sz="half" idx="10"/>
          </p:nvPr>
        </p:nvSpPr>
        <p:spPr/>
        <p:txBody>
          <a:bodyPr/>
          <a:lstStyle/>
          <a:p>
            <a:fld id="{0808FB18-E334-40DF-8913-297E53BF38F7}" type="datetime1">
              <a:rPr lang="zh-TW" altLang="en-US" smtClean="0"/>
              <a:t>2023/7/18</a:t>
            </a:fld>
            <a:endParaRPr lang="zh-TW" altLang="en-US"/>
          </a:p>
        </p:txBody>
      </p:sp>
      <p:sp>
        <p:nvSpPr>
          <p:cNvPr id="8" name="頁尾版面配置區 7">
            <a:extLst>
              <a:ext uri="{FF2B5EF4-FFF2-40B4-BE49-F238E27FC236}">
                <a16:creationId xmlns:a16="http://schemas.microsoft.com/office/drawing/2014/main" id="{AE74EAC2-C744-4AE5-AE34-F47FC14CB449}"/>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34328309-436C-45EA-A6EE-D4EF01A3CE95}"/>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9973667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768319E-7001-4D86-9C66-59FF95494D8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94526E76-6DDF-423C-840E-0C29F12161F7}"/>
              </a:ext>
            </a:extLst>
          </p:cNvPr>
          <p:cNvSpPr>
            <a:spLocks noGrp="1"/>
          </p:cNvSpPr>
          <p:nvPr>
            <p:ph type="dt" sz="half" idx="10"/>
          </p:nvPr>
        </p:nvSpPr>
        <p:spPr/>
        <p:txBody>
          <a:bodyPr/>
          <a:lstStyle/>
          <a:p>
            <a:fld id="{8468BF0B-4931-43DB-AFF9-ECAB917261FB}" type="datetime1">
              <a:rPr lang="zh-TW" altLang="en-US" smtClean="0"/>
              <a:t>2023/7/18</a:t>
            </a:fld>
            <a:endParaRPr lang="zh-TW" altLang="en-US"/>
          </a:p>
        </p:txBody>
      </p:sp>
      <p:sp>
        <p:nvSpPr>
          <p:cNvPr id="4" name="頁尾版面配置區 3">
            <a:extLst>
              <a:ext uri="{FF2B5EF4-FFF2-40B4-BE49-F238E27FC236}">
                <a16:creationId xmlns:a16="http://schemas.microsoft.com/office/drawing/2014/main" id="{DD9D2800-CEBA-4036-A26B-CE8FB2EA1AFE}"/>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098B8CC3-87C3-4792-B025-86FEA6CB961B}"/>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4711334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58F7A8DF-7CAF-40EA-A813-9D70AD0E3DE5}"/>
              </a:ext>
            </a:extLst>
          </p:cNvPr>
          <p:cNvSpPr>
            <a:spLocks noGrp="1"/>
          </p:cNvSpPr>
          <p:nvPr>
            <p:ph type="dt" sz="half" idx="10"/>
          </p:nvPr>
        </p:nvSpPr>
        <p:spPr/>
        <p:txBody>
          <a:bodyPr/>
          <a:lstStyle/>
          <a:p>
            <a:fld id="{C30401FB-DC53-4A39-AB71-3E05DF9680A5}" type="datetime1">
              <a:rPr lang="zh-TW" altLang="en-US" smtClean="0"/>
              <a:t>2023/7/18</a:t>
            </a:fld>
            <a:endParaRPr lang="zh-TW" altLang="en-US"/>
          </a:p>
        </p:txBody>
      </p:sp>
      <p:sp>
        <p:nvSpPr>
          <p:cNvPr id="3" name="頁尾版面配置區 2">
            <a:extLst>
              <a:ext uri="{FF2B5EF4-FFF2-40B4-BE49-F238E27FC236}">
                <a16:creationId xmlns:a16="http://schemas.microsoft.com/office/drawing/2014/main" id="{5719E78A-F621-4136-9BC3-87E7F8B2497F}"/>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45EFECFB-C447-487D-B43B-1B5B71697FBC}"/>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21541828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CCC23B8-75A5-4019-B628-F1C82E5382B2}"/>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199A34CC-502A-423E-932E-39CE4BC5559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85DBAFA7-CF5D-40EC-82C2-AC3D0C4C268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69C2E307-A73A-4F80-B550-AE2F641E85EB}"/>
              </a:ext>
            </a:extLst>
          </p:cNvPr>
          <p:cNvSpPr>
            <a:spLocks noGrp="1"/>
          </p:cNvSpPr>
          <p:nvPr>
            <p:ph type="dt" sz="half" idx="10"/>
          </p:nvPr>
        </p:nvSpPr>
        <p:spPr/>
        <p:txBody>
          <a:bodyPr/>
          <a:lstStyle/>
          <a:p>
            <a:fld id="{D3DC3587-5ABE-4311-A519-7F8CF83C098B}" type="datetime1">
              <a:rPr lang="zh-TW" altLang="en-US" smtClean="0"/>
              <a:t>2023/7/18</a:t>
            </a:fld>
            <a:endParaRPr lang="zh-TW" altLang="en-US"/>
          </a:p>
        </p:txBody>
      </p:sp>
      <p:sp>
        <p:nvSpPr>
          <p:cNvPr id="6" name="頁尾版面配置區 5">
            <a:extLst>
              <a:ext uri="{FF2B5EF4-FFF2-40B4-BE49-F238E27FC236}">
                <a16:creationId xmlns:a16="http://schemas.microsoft.com/office/drawing/2014/main" id="{0A3A147B-79C1-412A-B2FF-8D32DF46510A}"/>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AA629CE-B57F-4520-A533-B44C6A2C8BA5}"/>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7967746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7D55816-64E8-462B-A3D7-4453B003379C}"/>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240DF5AE-4B4C-4B45-AC23-AA4CFC30550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F4118706-CAE1-4FEA-B01D-7CE0654D45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2AF1CF92-18B7-4CB0-8C56-AF0B883E3B7B}"/>
              </a:ext>
            </a:extLst>
          </p:cNvPr>
          <p:cNvSpPr>
            <a:spLocks noGrp="1"/>
          </p:cNvSpPr>
          <p:nvPr>
            <p:ph type="dt" sz="half" idx="10"/>
          </p:nvPr>
        </p:nvSpPr>
        <p:spPr/>
        <p:txBody>
          <a:bodyPr/>
          <a:lstStyle/>
          <a:p>
            <a:fld id="{D2DA342B-0A8F-45F2-921C-3FDF514126B7}" type="datetime1">
              <a:rPr lang="zh-TW" altLang="en-US" smtClean="0"/>
              <a:t>2023/7/18</a:t>
            </a:fld>
            <a:endParaRPr lang="zh-TW" altLang="en-US"/>
          </a:p>
        </p:txBody>
      </p:sp>
      <p:sp>
        <p:nvSpPr>
          <p:cNvPr id="6" name="頁尾版面配置區 5">
            <a:extLst>
              <a:ext uri="{FF2B5EF4-FFF2-40B4-BE49-F238E27FC236}">
                <a16:creationId xmlns:a16="http://schemas.microsoft.com/office/drawing/2014/main" id="{2ADBC973-241B-4503-ADCE-06D35A39F1AF}"/>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1B66D3F1-4059-4827-95C2-E95F79F4187F}"/>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3078461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A9D1DF3-8597-4AC3-9592-591615E93AE3}"/>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75D238C8-B4FB-46C1-B87B-DC663D229B15}"/>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FD766127-E315-4D91-8EF2-B008095B6E77}"/>
              </a:ext>
            </a:extLst>
          </p:cNvPr>
          <p:cNvSpPr>
            <a:spLocks noGrp="1"/>
          </p:cNvSpPr>
          <p:nvPr>
            <p:ph type="dt" sz="half" idx="10"/>
          </p:nvPr>
        </p:nvSpPr>
        <p:spPr/>
        <p:txBody>
          <a:bodyPr/>
          <a:lstStyle/>
          <a:p>
            <a:fld id="{A6AD3143-C9CF-4834-9DEF-9BC47245ADD3}" type="datetime1">
              <a:rPr lang="zh-TW" altLang="en-US" smtClean="0"/>
              <a:t>2023/7/18</a:t>
            </a:fld>
            <a:endParaRPr lang="zh-TW" altLang="en-US"/>
          </a:p>
        </p:txBody>
      </p:sp>
      <p:sp>
        <p:nvSpPr>
          <p:cNvPr id="5" name="頁尾版面配置區 4">
            <a:extLst>
              <a:ext uri="{FF2B5EF4-FFF2-40B4-BE49-F238E27FC236}">
                <a16:creationId xmlns:a16="http://schemas.microsoft.com/office/drawing/2014/main" id="{8B76B946-7EAB-42DF-A2F5-EACCC43DE19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00A8436-D093-407E-A6F6-4CF3FE749A6B}"/>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1528449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A79C0EB2-FDD9-45F9-BD56-C202BA6F85CC}"/>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A5302A6-36E0-4F61-95D0-FFF22F355FC8}"/>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8FB54F25-B1AD-4B0D-B783-5F7604B3BEA1}"/>
              </a:ext>
            </a:extLst>
          </p:cNvPr>
          <p:cNvSpPr>
            <a:spLocks noGrp="1"/>
          </p:cNvSpPr>
          <p:nvPr>
            <p:ph type="dt" sz="half" idx="10"/>
          </p:nvPr>
        </p:nvSpPr>
        <p:spPr/>
        <p:txBody>
          <a:bodyPr/>
          <a:lstStyle/>
          <a:p>
            <a:fld id="{2FEA573D-32C6-443E-A69A-182A1B82649D}" type="datetime1">
              <a:rPr lang="zh-TW" altLang="en-US" smtClean="0"/>
              <a:t>2023/7/18</a:t>
            </a:fld>
            <a:endParaRPr lang="zh-TW" altLang="en-US"/>
          </a:p>
        </p:txBody>
      </p:sp>
      <p:sp>
        <p:nvSpPr>
          <p:cNvPr id="5" name="頁尾版面配置區 4">
            <a:extLst>
              <a:ext uri="{FF2B5EF4-FFF2-40B4-BE49-F238E27FC236}">
                <a16:creationId xmlns:a16="http://schemas.microsoft.com/office/drawing/2014/main" id="{458B8143-DD91-4913-9BBC-F47FA1D7AE9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6827F965-69A7-40AE-AB34-F6BB6055C539}"/>
              </a:ext>
            </a:extLst>
          </p:cNvPr>
          <p:cNvSpPr>
            <a:spLocks noGrp="1"/>
          </p:cNvSpPr>
          <p:nvPr>
            <p:ph type="sldNum" sz="quarter" idx="12"/>
          </p:nvPr>
        </p:nvSpPr>
        <p:spPr/>
        <p:txBody>
          <a:body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40276443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47FA6E97-504F-4D83-A00A-ACFAB093FB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C835DDF6-3759-49B7-9B87-FFD02FD5AA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6E763631-A33B-462D-B65B-99A0817F5D9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735890-F13E-4E65-8362-5C488D5B0D04}" type="datetime1">
              <a:rPr lang="zh-TW" altLang="en-US" smtClean="0"/>
              <a:t>2023/7/18</a:t>
            </a:fld>
            <a:endParaRPr lang="zh-TW" altLang="en-US"/>
          </a:p>
        </p:txBody>
      </p:sp>
      <p:sp>
        <p:nvSpPr>
          <p:cNvPr id="5" name="頁尾版面配置區 4">
            <a:extLst>
              <a:ext uri="{FF2B5EF4-FFF2-40B4-BE49-F238E27FC236}">
                <a16:creationId xmlns:a16="http://schemas.microsoft.com/office/drawing/2014/main" id="{B01C28F1-D551-4915-B007-99BD38614EA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B8AB29E7-4E9B-4190-8484-4F45F88BC0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935506-5D51-4B07-8BDD-18CEF4E05E0A}" type="slidenum">
              <a:rPr lang="zh-TW" altLang="en-US" smtClean="0"/>
              <a:t>‹#›</a:t>
            </a:fld>
            <a:endParaRPr lang="zh-TW" altLang="en-US"/>
          </a:p>
        </p:txBody>
      </p:sp>
    </p:spTree>
    <p:extLst>
      <p:ext uri="{BB962C8B-B14F-4D97-AF65-F5344CB8AC3E}">
        <p14:creationId xmlns:p14="http://schemas.microsoft.com/office/powerpoint/2010/main" val="855475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gi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7.gif"/><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14.png"/><Relationship Id="rId18" Type="http://schemas.openxmlformats.org/officeDocument/2006/relationships/customXml" Target="../ink/ink9.xml"/><Relationship Id="rId3" Type="http://schemas.openxmlformats.org/officeDocument/2006/relationships/image" Target="../media/image9.gif"/><Relationship Id="rId7" Type="http://schemas.openxmlformats.org/officeDocument/2006/relationships/image" Target="../media/image11.png"/><Relationship Id="rId12" Type="http://schemas.openxmlformats.org/officeDocument/2006/relationships/customXml" Target="../ink/ink6.xml"/><Relationship Id="rId17" Type="http://schemas.openxmlformats.org/officeDocument/2006/relationships/image" Target="../media/image16.png"/><Relationship Id="rId2" Type="http://schemas.openxmlformats.org/officeDocument/2006/relationships/image" Target="../media/image7.gif"/><Relationship Id="rId16" Type="http://schemas.openxmlformats.org/officeDocument/2006/relationships/customXml" Target="../ink/ink8.xml"/><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13.png"/><Relationship Id="rId5" Type="http://schemas.openxmlformats.org/officeDocument/2006/relationships/image" Target="../media/image10.png"/><Relationship Id="rId15" Type="http://schemas.openxmlformats.org/officeDocument/2006/relationships/image" Target="../media/image15.png"/><Relationship Id="rId10" Type="http://schemas.openxmlformats.org/officeDocument/2006/relationships/customXml" Target="../ink/ink5.xml"/><Relationship Id="rId19" Type="http://schemas.openxmlformats.org/officeDocument/2006/relationships/image" Target="../media/image17.png"/><Relationship Id="rId4" Type="http://schemas.openxmlformats.org/officeDocument/2006/relationships/customXml" Target="../ink/ink2.xml"/><Relationship Id="rId9" Type="http://schemas.openxmlformats.org/officeDocument/2006/relationships/image" Target="../media/image12.png"/><Relationship Id="rId14" Type="http://schemas.openxmlformats.org/officeDocument/2006/relationships/customXml" Target="../ink/ink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B35EA8-3B84-42D5-BAD0-9B2BE5F58BE1}"/>
              </a:ext>
            </a:extLst>
          </p:cNvPr>
          <p:cNvSpPr>
            <a:spLocks noGrp="1"/>
          </p:cNvSpPr>
          <p:nvPr>
            <p:ph type="ctrTitle"/>
          </p:nvPr>
        </p:nvSpPr>
        <p:spPr>
          <a:xfrm>
            <a:off x="1524000" y="932954"/>
            <a:ext cx="9144000" cy="2387600"/>
          </a:xfrm>
        </p:spPr>
        <p:txBody>
          <a:bodyPr>
            <a:noAutofit/>
          </a:bodyPr>
          <a:lstStyle/>
          <a:p>
            <a:r>
              <a:rPr lang="en-US" altLang="zh-TW" sz="4400" b="1" dirty="0">
                <a:solidFill>
                  <a:srgbClr val="333333"/>
                </a:solidFill>
                <a:latin typeface="Times New Roman" panose="02020603050405020304" pitchFamily="18" charset="0"/>
                <a:cs typeface="Times New Roman" panose="02020603050405020304" pitchFamily="18" charset="0"/>
              </a:rPr>
              <a:t>Robotic Indoor Path Planning Using Dijkstra's Algorithm with Multi-Layer Dictionaries</a:t>
            </a:r>
            <a:endParaRPr lang="en-US" altLang="zh-TW" sz="4400" b="1" i="0" dirty="0">
              <a:solidFill>
                <a:srgbClr val="333333"/>
              </a:solidFill>
              <a:effectLst/>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4E6F3D17-E5C7-4A7C-946D-5608813E8227}"/>
              </a:ext>
            </a:extLst>
          </p:cNvPr>
          <p:cNvSpPr>
            <a:spLocks noGrp="1"/>
          </p:cNvSpPr>
          <p:nvPr>
            <p:ph type="subTitle" idx="1"/>
          </p:nvPr>
        </p:nvSpPr>
        <p:spPr>
          <a:xfrm>
            <a:off x="1524000" y="3858821"/>
            <a:ext cx="9144000" cy="1655762"/>
          </a:xfrm>
        </p:spPr>
        <p:txBody>
          <a:bodyPr/>
          <a:lstStyle/>
          <a:p>
            <a:r>
              <a:rPr lang="en-US" altLang="zh-TW" dirty="0">
                <a:latin typeface="Times New Roman" panose="02020603050405020304" pitchFamily="18" charset="0"/>
                <a:cs typeface="Times New Roman" panose="02020603050405020304" pitchFamily="18" charset="0"/>
              </a:rPr>
              <a:t>Syed Abdullah </a:t>
            </a:r>
            <a:r>
              <a:rPr lang="en-US" altLang="zh-TW" dirty="0" err="1">
                <a:latin typeface="Times New Roman" panose="02020603050405020304" pitchFamily="18" charset="0"/>
                <a:cs typeface="Times New Roman" panose="02020603050405020304" pitchFamily="18" charset="0"/>
              </a:rPr>
              <a:t>Fadzli</a:t>
            </a:r>
            <a:r>
              <a:rPr lang="en-US" altLang="zh-TW" dirty="0">
                <a:latin typeface="Times New Roman" panose="02020603050405020304" pitchFamily="18" charset="0"/>
                <a:cs typeface="Times New Roman" panose="02020603050405020304" pitchFamily="18" charset="0"/>
              </a:rPr>
              <a:t>, Sani </a:t>
            </a:r>
            <a:r>
              <a:rPr lang="en-US" altLang="zh-TW" dirty="0" err="1">
                <a:latin typeface="Times New Roman" panose="02020603050405020304" pitchFamily="18" charset="0"/>
                <a:cs typeface="Times New Roman" panose="02020603050405020304" pitchFamily="18" charset="0"/>
              </a:rPr>
              <a:t>Iyal</a:t>
            </a:r>
            <a:r>
              <a:rPr lang="en-US" altLang="zh-TW" dirty="0">
                <a:latin typeface="Times New Roman" panose="02020603050405020304" pitchFamily="18" charset="0"/>
                <a:cs typeface="Times New Roman" panose="02020603050405020304" pitchFamily="18" charset="0"/>
              </a:rPr>
              <a:t> Abdulkadir, </a:t>
            </a:r>
            <a:r>
              <a:rPr lang="en-US" altLang="zh-TW" dirty="0" err="1">
                <a:latin typeface="Times New Roman" panose="02020603050405020304" pitchFamily="18" charset="0"/>
                <a:cs typeface="Times New Roman" panose="02020603050405020304" pitchFamily="18" charset="0"/>
              </a:rPr>
              <a:t>Mokhairi</a:t>
            </a:r>
            <a:r>
              <a:rPr lang="en-US" altLang="zh-TW" dirty="0">
                <a:latin typeface="Times New Roman" panose="02020603050405020304" pitchFamily="18" charset="0"/>
                <a:cs typeface="Times New Roman" panose="02020603050405020304" pitchFamily="18" charset="0"/>
              </a:rPr>
              <a:t> Makhtar, </a:t>
            </a:r>
            <a:br>
              <a:rPr lang="en-US" altLang="zh-TW" dirty="0">
                <a:latin typeface="Times New Roman" panose="02020603050405020304" pitchFamily="18" charset="0"/>
                <a:cs typeface="Times New Roman" panose="02020603050405020304" pitchFamily="18" charset="0"/>
              </a:rPr>
            </a:br>
            <a:r>
              <a:rPr lang="en-US" altLang="zh-TW" dirty="0" err="1">
                <a:latin typeface="Times New Roman" panose="02020603050405020304" pitchFamily="18" charset="0"/>
                <a:cs typeface="Times New Roman" panose="02020603050405020304" pitchFamily="18" charset="0"/>
              </a:rPr>
              <a:t>Azrul</a:t>
            </a:r>
            <a:r>
              <a:rPr lang="en-US" altLang="zh-TW" dirty="0">
                <a:latin typeface="Times New Roman" panose="02020603050405020304" pitchFamily="18" charset="0"/>
                <a:cs typeface="Times New Roman" panose="02020603050405020304" pitchFamily="18" charset="0"/>
              </a:rPr>
              <a:t> Amri Jamal, 2015 2nd International Conference on Information Science and Security (ICISS), Seoul, Korea.</a:t>
            </a:r>
            <a:endParaRPr lang="zh-TW" altLang="en-US" dirty="0">
              <a:latin typeface="Times New Roman" panose="02020603050405020304" pitchFamily="18" charset="0"/>
              <a:cs typeface="Times New Roman" panose="02020603050405020304" pitchFamily="18" charset="0"/>
            </a:endParaRPr>
          </a:p>
        </p:txBody>
      </p:sp>
      <p:sp>
        <p:nvSpPr>
          <p:cNvPr id="4" name="Google Shape;56;p13">
            <a:extLst>
              <a:ext uri="{FF2B5EF4-FFF2-40B4-BE49-F238E27FC236}">
                <a16:creationId xmlns:a16="http://schemas.microsoft.com/office/drawing/2014/main" id="{06C1D35A-D785-485D-9332-2BCA50B420B3}"/>
              </a:ext>
            </a:extLst>
          </p:cNvPr>
          <p:cNvSpPr txBox="1"/>
          <p:nvPr/>
        </p:nvSpPr>
        <p:spPr>
          <a:xfrm>
            <a:off x="7904957" y="5834548"/>
            <a:ext cx="3920100" cy="800400"/>
          </a:xfrm>
          <a:prstGeom prst="rect">
            <a:avLst/>
          </a:prstGeom>
          <a:noFill/>
          <a:ln>
            <a:noFill/>
          </a:ln>
        </p:spPr>
        <p:txBody>
          <a:bodyPr spcFirstLastPara="1" wrap="square" lIns="91425" tIns="91425" rIns="91425" bIns="91425" anchor="t" anchorCtr="0">
            <a:spAutoFit/>
          </a:bodyPr>
          <a:lstStyle/>
          <a:p>
            <a:pPr marL="0" lvl="0" indent="0" algn="r" rtl="0">
              <a:spcBef>
                <a:spcPts val="0"/>
              </a:spcBef>
              <a:spcAft>
                <a:spcPts val="0"/>
              </a:spcAft>
              <a:buNone/>
            </a:pPr>
            <a:r>
              <a:rPr lang="zh-TW" sz="2000" dirty="0">
                <a:latin typeface="Times New Roman"/>
                <a:ea typeface="Times New Roman"/>
                <a:cs typeface="Times New Roman"/>
                <a:sym typeface="Times New Roman"/>
              </a:rPr>
              <a:t>Presenter: </a:t>
            </a:r>
            <a:r>
              <a:rPr lang="en-US" altLang="zh-TW" sz="2000" dirty="0">
                <a:latin typeface="Times New Roman"/>
                <a:ea typeface="Times New Roman"/>
                <a:cs typeface="Times New Roman"/>
                <a:sym typeface="Times New Roman"/>
              </a:rPr>
              <a:t>Yu-Chen Lin</a:t>
            </a:r>
            <a:endParaRPr sz="2000" dirty="0">
              <a:latin typeface="Times New Roman"/>
              <a:ea typeface="Times New Roman"/>
              <a:cs typeface="Times New Roman"/>
              <a:sym typeface="Times New Roman"/>
            </a:endParaRPr>
          </a:p>
          <a:p>
            <a:pPr marL="0" lvl="0" indent="0" algn="r" rtl="0">
              <a:spcBef>
                <a:spcPts val="0"/>
              </a:spcBef>
              <a:spcAft>
                <a:spcPts val="0"/>
              </a:spcAft>
              <a:buNone/>
            </a:pPr>
            <a:r>
              <a:rPr lang="zh-TW" sz="2000" dirty="0">
                <a:latin typeface="Times New Roman"/>
                <a:ea typeface="Times New Roman"/>
                <a:cs typeface="Times New Roman"/>
                <a:sym typeface="Times New Roman"/>
              </a:rPr>
              <a:t>Date: </a:t>
            </a:r>
            <a:r>
              <a:rPr lang="en-US" altLang="zh-TW" sz="2000" dirty="0">
                <a:latin typeface="Times New Roman"/>
                <a:ea typeface="Times New Roman"/>
                <a:cs typeface="Times New Roman"/>
                <a:sym typeface="Times New Roman"/>
              </a:rPr>
              <a:t>July</a:t>
            </a:r>
            <a:r>
              <a:rPr lang="zh-TW" sz="2000" dirty="0">
                <a:latin typeface="Times New Roman"/>
                <a:ea typeface="Times New Roman"/>
                <a:cs typeface="Times New Roman"/>
                <a:sym typeface="Times New Roman"/>
              </a:rPr>
              <a:t> </a:t>
            </a:r>
            <a:r>
              <a:rPr lang="en-US" altLang="zh-TW" sz="2000" dirty="0">
                <a:latin typeface="Times New Roman"/>
                <a:ea typeface="Times New Roman"/>
                <a:cs typeface="Times New Roman"/>
                <a:sym typeface="Times New Roman"/>
              </a:rPr>
              <a:t>18</a:t>
            </a:r>
            <a:r>
              <a:rPr lang="zh-TW" sz="2000" dirty="0">
                <a:latin typeface="Times New Roman"/>
                <a:ea typeface="Times New Roman"/>
                <a:cs typeface="Times New Roman"/>
                <a:sym typeface="Times New Roman"/>
              </a:rPr>
              <a:t>, 202</a:t>
            </a:r>
            <a:r>
              <a:rPr lang="en-US" altLang="zh-TW" sz="2000" dirty="0">
                <a:latin typeface="Times New Roman"/>
                <a:ea typeface="Times New Roman"/>
                <a:cs typeface="Times New Roman"/>
                <a:sym typeface="Times New Roman"/>
              </a:rPr>
              <a:t>3</a:t>
            </a:r>
            <a:endParaRPr sz="2000" dirty="0">
              <a:latin typeface="Times New Roman"/>
              <a:ea typeface="Times New Roman"/>
              <a:cs typeface="Times New Roman"/>
              <a:sym typeface="Times New Roman"/>
            </a:endParaRPr>
          </a:p>
        </p:txBody>
      </p:sp>
    </p:spTree>
    <p:extLst>
      <p:ext uri="{BB962C8B-B14F-4D97-AF65-F5344CB8AC3E}">
        <p14:creationId xmlns:p14="http://schemas.microsoft.com/office/powerpoint/2010/main" val="298855893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1DA6C9D-47B3-4859-86BB-23AC7F205200}"/>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Abstract</a:t>
            </a:r>
            <a:endParaRPr lang="zh-TW" altLang="en-US"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1929CBE0-F345-4810-B322-95D978A6AA0F}"/>
              </a:ext>
            </a:extLst>
          </p:cNvPr>
          <p:cNvSpPr>
            <a:spLocks noGrp="1"/>
          </p:cNvSpPr>
          <p:nvPr>
            <p:ph idx="1"/>
          </p:nvPr>
        </p:nvSpPr>
        <p:spPr>
          <a:xfrm>
            <a:off x="838200" y="1825625"/>
            <a:ext cx="10515600" cy="4351338"/>
          </a:xfrm>
        </p:spPr>
        <p:txBody>
          <a:bodyPr>
            <a:normAutofit fontScale="85000" lnSpcReduction="20000"/>
          </a:bodyPr>
          <a:lstStyle/>
          <a:p>
            <a:pPr marL="0" indent="0">
              <a:buNone/>
            </a:pPr>
            <a:r>
              <a:rPr lang="en-US" altLang="zh-TW" sz="2400" dirty="0">
                <a:latin typeface="Times New Roman" panose="02020603050405020304" pitchFamily="18" charset="0"/>
                <a:cs typeface="Times New Roman" panose="02020603050405020304" pitchFamily="18" charset="0"/>
              </a:rPr>
              <a:t>	</a:t>
            </a:r>
            <a:r>
              <a:rPr lang="en-US" altLang="zh-TW" sz="3100" dirty="0">
                <a:solidFill>
                  <a:srgbClr val="333333"/>
                </a:solidFill>
                <a:latin typeface="Times New Roman" panose="02020603050405020304" pitchFamily="18" charset="0"/>
                <a:cs typeface="Times New Roman" panose="02020603050405020304" pitchFamily="18" charset="0"/>
              </a:rPr>
              <a:t> Dijkstra's algorithm is a classic algorithm for finding the shortest path between two points due to its optimization capability. The adjacency matrix is the naive storage structure of the algorithm. This storage structure has limited the use of the algorithm as it expands large storage space. A multi-layer dictionary is proposed in this work to enhance the storage structure. Previously, the algorithm was used to optimize single parameter (such as distance, time and fuel) for movement between two places. The path computed using the classic Dijkstra's algorithm is the shortest; however, it may not be the most feasible. The algorithm needs to optimize other factors such as energy consumption and the degree of turns a robot need to take. Junction degree of difficulty function is introduced to further improve the output. It is defined as the degree of difficulty of the path between two points in an open environment. The experimental result shows that the proposed path planning method produced the most optimal path between two points when applied to a map of any indoor terrain.</a:t>
            </a:r>
            <a:endParaRPr lang="zh-TW" altLang="en-US" sz="24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EA17709-B430-4C39-BA3E-3B197A236ABD}"/>
              </a:ext>
            </a:extLst>
          </p:cNvPr>
          <p:cNvSpPr>
            <a:spLocks noGrp="1"/>
          </p:cNvSpPr>
          <p:nvPr>
            <p:ph type="sldNum" sz="quarter" idx="12"/>
          </p:nvPr>
        </p:nvSpPr>
        <p:spPr/>
        <p:txBody>
          <a:bodyPr/>
          <a:lstStyle/>
          <a:p>
            <a:fld id="{9DF9D401-8BA7-4D7F-85FE-8907E913F1E1}" type="slidenum">
              <a:rPr lang="zh-TW" altLang="en-US" smtClean="0"/>
              <a:t>2</a:t>
            </a:fld>
            <a:endParaRPr lang="zh-TW" altLang="en-US"/>
          </a:p>
        </p:txBody>
      </p:sp>
    </p:spTree>
    <p:extLst>
      <p:ext uri="{BB962C8B-B14F-4D97-AF65-F5344CB8AC3E}">
        <p14:creationId xmlns:p14="http://schemas.microsoft.com/office/powerpoint/2010/main" val="2102350648"/>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62583-AD7A-491F-998B-578B9E28D947}"/>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Dijkstra</a:t>
            </a:r>
            <a:endParaRPr lang="zh-TW" altLang="en-US" b="1" dirty="0"/>
          </a:p>
        </p:txBody>
      </p:sp>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3</a:t>
            </a:fld>
            <a:endParaRPr lang="zh-TW" altLang="en-US" dirty="0"/>
          </a:p>
        </p:txBody>
      </p:sp>
      <p:sp>
        <p:nvSpPr>
          <p:cNvPr id="3" name="內容版面配置區 2">
            <a:extLst>
              <a:ext uri="{FF2B5EF4-FFF2-40B4-BE49-F238E27FC236}">
                <a16:creationId xmlns:a16="http://schemas.microsoft.com/office/drawing/2014/main" id="{C6D58AB5-2665-0E15-6A4E-4834A117655C}"/>
              </a:ext>
            </a:extLst>
          </p:cNvPr>
          <p:cNvSpPr>
            <a:spLocks noGrp="1"/>
          </p:cNvSpPr>
          <p:nvPr>
            <p:ph idx="1"/>
          </p:nvPr>
        </p:nvSpPr>
        <p:spPr>
          <a:xfrm>
            <a:off x="838200" y="1593346"/>
            <a:ext cx="10515600" cy="4540074"/>
          </a:xfrm>
        </p:spPr>
        <p:txBody>
          <a:bodyPr/>
          <a:lstStyle/>
          <a:p>
            <a:r>
              <a:rPr lang="en-US" altLang="zh-TW" dirty="0">
                <a:latin typeface="Times New Roman" panose="02020603050405020304" pitchFamily="18" charset="0"/>
                <a:cs typeface="Times New Roman" panose="02020603050405020304" pitchFamily="18" charset="0"/>
              </a:rPr>
              <a:t>Dijkstra is a breadth-first-search (BFS) algorithm for finding the shortest paths from a single source vertex to all other vertices.</a:t>
            </a:r>
          </a:p>
          <a:p>
            <a:r>
              <a:rPr lang="en-US" altLang="zh-TW" dirty="0">
                <a:latin typeface="Times New Roman" panose="02020603050405020304" pitchFamily="18" charset="0"/>
                <a:cs typeface="Times New Roman" panose="02020603050405020304" pitchFamily="18" charset="0"/>
              </a:rPr>
              <a:t>Dijkstra's algorithm is suitable for graphs with non-negative edge weights.</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3693964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F862583-AD7A-491F-998B-578B9E28D947}"/>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Dijkstra</a:t>
            </a:r>
            <a:endParaRPr lang="zh-TW" altLang="en-US" b="1" dirty="0"/>
          </a:p>
        </p:txBody>
      </p:sp>
      <p:sp>
        <p:nvSpPr>
          <p:cNvPr id="4" name="投影片編號版面配置區 3">
            <a:extLst>
              <a:ext uri="{FF2B5EF4-FFF2-40B4-BE49-F238E27FC236}">
                <a16:creationId xmlns:a16="http://schemas.microsoft.com/office/drawing/2014/main" id="{7B6922FD-7BA3-4D6A-91BC-84CAB032E319}"/>
              </a:ext>
            </a:extLst>
          </p:cNvPr>
          <p:cNvSpPr>
            <a:spLocks noGrp="1"/>
          </p:cNvSpPr>
          <p:nvPr>
            <p:ph type="sldNum" sz="quarter" idx="12"/>
          </p:nvPr>
        </p:nvSpPr>
        <p:spPr/>
        <p:txBody>
          <a:bodyPr/>
          <a:lstStyle/>
          <a:p>
            <a:fld id="{55935506-5D51-4B07-8BDD-18CEF4E05E0A}" type="slidenum">
              <a:rPr lang="zh-TW" altLang="en-US" smtClean="0"/>
              <a:t>4</a:t>
            </a:fld>
            <a:endParaRPr lang="zh-TW" altLang="en-US" dirty="0"/>
          </a:p>
        </p:txBody>
      </p:sp>
      <p:pic>
        <p:nvPicPr>
          <p:cNvPr id="8" name="圖片 7">
            <a:extLst>
              <a:ext uri="{FF2B5EF4-FFF2-40B4-BE49-F238E27FC236}">
                <a16:creationId xmlns:a16="http://schemas.microsoft.com/office/drawing/2014/main" id="{DE041EFB-C3F5-C72D-DA1A-4AE0F0E5F1C0}"/>
              </a:ext>
            </a:extLst>
          </p:cNvPr>
          <p:cNvPicPr>
            <a:picLocks noChangeAspect="1"/>
          </p:cNvPicPr>
          <p:nvPr/>
        </p:nvPicPr>
        <p:blipFill>
          <a:blip r:embed="rId3"/>
          <a:stretch>
            <a:fillRect/>
          </a:stretch>
        </p:blipFill>
        <p:spPr>
          <a:xfrm>
            <a:off x="637850" y="2281077"/>
            <a:ext cx="4658375" cy="2295845"/>
          </a:xfrm>
          <a:prstGeom prst="rect">
            <a:avLst/>
          </a:prstGeom>
        </p:spPr>
      </p:pic>
      <p:pic>
        <p:nvPicPr>
          <p:cNvPr id="10" name="圖片 9">
            <a:extLst>
              <a:ext uri="{FF2B5EF4-FFF2-40B4-BE49-F238E27FC236}">
                <a16:creationId xmlns:a16="http://schemas.microsoft.com/office/drawing/2014/main" id="{3DC69743-C94D-35E4-9A15-C77ED5EC142C}"/>
              </a:ext>
            </a:extLst>
          </p:cNvPr>
          <p:cNvPicPr>
            <a:picLocks noChangeAspect="1"/>
          </p:cNvPicPr>
          <p:nvPr/>
        </p:nvPicPr>
        <p:blipFill>
          <a:blip r:embed="rId4"/>
          <a:stretch>
            <a:fillRect/>
          </a:stretch>
        </p:blipFill>
        <p:spPr>
          <a:xfrm>
            <a:off x="5861450" y="1980997"/>
            <a:ext cx="2191056" cy="2896004"/>
          </a:xfrm>
          <a:prstGeom prst="rect">
            <a:avLst/>
          </a:prstGeom>
        </p:spPr>
      </p:pic>
      <p:pic>
        <p:nvPicPr>
          <p:cNvPr id="12" name="圖片 11">
            <a:extLst>
              <a:ext uri="{FF2B5EF4-FFF2-40B4-BE49-F238E27FC236}">
                <a16:creationId xmlns:a16="http://schemas.microsoft.com/office/drawing/2014/main" id="{9BBB74C6-EBA9-F5C2-C49D-115B0DDBBFAD}"/>
              </a:ext>
            </a:extLst>
          </p:cNvPr>
          <p:cNvPicPr>
            <a:picLocks noChangeAspect="1"/>
          </p:cNvPicPr>
          <p:nvPr/>
        </p:nvPicPr>
        <p:blipFill>
          <a:blip r:embed="rId5"/>
          <a:stretch>
            <a:fillRect/>
          </a:stretch>
        </p:blipFill>
        <p:spPr>
          <a:xfrm>
            <a:off x="8682026" y="2995551"/>
            <a:ext cx="2038635" cy="866896"/>
          </a:xfrm>
          <a:prstGeom prst="rect">
            <a:avLst/>
          </a:prstGeom>
        </p:spPr>
      </p:pic>
    </p:spTree>
    <p:extLst>
      <p:ext uri="{BB962C8B-B14F-4D97-AF65-F5344CB8AC3E}">
        <p14:creationId xmlns:p14="http://schemas.microsoft.com/office/powerpoint/2010/main" val="315296247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BC9F5294-BB5E-4B68-8C55-EE8D65088999}"/>
              </a:ext>
            </a:extLst>
          </p:cNvPr>
          <p:cNvSpPr>
            <a:spLocks noGrp="1"/>
          </p:cNvSpPr>
          <p:nvPr>
            <p:ph idx="1"/>
          </p:nvPr>
        </p:nvSpPr>
        <p:spPr>
          <a:xfrm>
            <a:off x="838200" y="1593346"/>
            <a:ext cx="10515600" cy="4540074"/>
          </a:xfrm>
        </p:spPr>
        <p:txBody>
          <a:bodyPr/>
          <a:lstStyle/>
          <a:p>
            <a:r>
              <a:rPr lang="en-US" altLang="zh-TW" dirty="0">
                <a:latin typeface="Times New Roman" panose="02020603050405020304" pitchFamily="18" charset="0"/>
                <a:cs typeface="Times New Roman" panose="02020603050405020304" pitchFamily="18" charset="0"/>
              </a:rPr>
              <a:t>The multi-layer dictionary consists of two dictionaries and a list of data structure organized in hierarchical order.</a:t>
            </a:r>
          </a:p>
          <a:p>
            <a:r>
              <a:rPr lang="en-US" altLang="zh-TW" dirty="0">
                <a:latin typeface="Times New Roman" panose="02020603050405020304" pitchFamily="18" charset="0"/>
                <a:cs typeface="Times New Roman" panose="02020603050405020304" pitchFamily="18" charset="0"/>
              </a:rPr>
              <a:t>The first dictionary maps each and every node to its neighboring nodes.</a:t>
            </a:r>
          </a:p>
          <a:p>
            <a:r>
              <a:rPr lang="en-US" altLang="zh-TW" dirty="0">
                <a:latin typeface="Times New Roman" panose="02020603050405020304" pitchFamily="18" charset="0"/>
                <a:cs typeface="Times New Roman" panose="02020603050405020304" pitchFamily="18" charset="0"/>
              </a:rPr>
              <a:t>The second dictionary stores the path information of each neighboring pathway.</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AFC4445-144F-49E6-9300-2EA8C2A7F148}"/>
              </a:ext>
            </a:extLst>
          </p:cNvPr>
          <p:cNvSpPr>
            <a:spLocks noGrp="1"/>
          </p:cNvSpPr>
          <p:nvPr>
            <p:ph type="sldNum" sz="quarter" idx="12"/>
          </p:nvPr>
        </p:nvSpPr>
        <p:spPr/>
        <p:txBody>
          <a:bodyPr/>
          <a:lstStyle/>
          <a:p>
            <a:fld id="{55935506-5D51-4B07-8BDD-18CEF4E05E0A}" type="slidenum">
              <a:rPr lang="zh-TW" altLang="en-US" smtClean="0"/>
              <a:t>5</a:t>
            </a:fld>
            <a:endParaRPr lang="zh-TW" altLang="en-US"/>
          </a:p>
        </p:txBody>
      </p:sp>
      <p:sp>
        <p:nvSpPr>
          <p:cNvPr id="6" name="標題 1">
            <a:extLst>
              <a:ext uri="{FF2B5EF4-FFF2-40B4-BE49-F238E27FC236}">
                <a16:creationId xmlns:a16="http://schemas.microsoft.com/office/drawing/2014/main" id="{2F1E678D-C6A1-4769-83DA-AFB0E4C6076A}"/>
              </a:ext>
            </a:extLst>
          </p:cNvPr>
          <p:cNvSpPr>
            <a:spLocks noGrp="1"/>
          </p:cNvSpPr>
          <p:nvPr>
            <p:ph type="title"/>
          </p:nvPr>
        </p:nvSpPr>
        <p:spPr>
          <a:xfrm>
            <a:off x="838200" y="365125"/>
            <a:ext cx="10515600" cy="1325563"/>
          </a:xfrm>
        </p:spPr>
        <p:txBody>
          <a:bodyPr/>
          <a:lstStyle/>
          <a:p>
            <a:pPr algn="ctr"/>
            <a:r>
              <a:rPr lang="en-US" altLang="zh-TW" b="1" dirty="0">
                <a:latin typeface="Times New Roman" panose="02020603050405020304" pitchFamily="18" charset="0"/>
                <a:cs typeface="Times New Roman" panose="02020603050405020304" pitchFamily="18" charset="0"/>
              </a:rPr>
              <a:t>Multi-Layer Dictionary</a:t>
            </a:r>
            <a:endParaRPr lang="zh-TW" altLang="en-US" b="1" dirty="0"/>
          </a:p>
        </p:txBody>
      </p:sp>
      <p:pic>
        <p:nvPicPr>
          <p:cNvPr id="5" name="圖片 4">
            <a:extLst>
              <a:ext uri="{FF2B5EF4-FFF2-40B4-BE49-F238E27FC236}">
                <a16:creationId xmlns:a16="http://schemas.microsoft.com/office/drawing/2014/main" id="{E1C150DC-1ED7-82E7-1218-526B17E1D56A}"/>
              </a:ext>
            </a:extLst>
          </p:cNvPr>
          <p:cNvPicPr>
            <a:picLocks noChangeAspect="1"/>
          </p:cNvPicPr>
          <p:nvPr/>
        </p:nvPicPr>
        <p:blipFill>
          <a:blip r:embed="rId3"/>
          <a:stretch>
            <a:fillRect/>
          </a:stretch>
        </p:blipFill>
        <p:spPr>
          <a:xfrm>
            <a:off x="3146653" y="4562301"/>
            <a:ext cx="5898694" cy="616628"/>
          </a:xfrm>
          <a:prstGeom prst="rect">
            <a:avLst/>
          </a:prstGeom>
        </p:spPr>
      </p:pic>
    </p:spTree>
    <p:extLst>
      <p:ext uri="{BB962C8B-B14F-4D97-AF65-F5344CB8AC3E}">
        <p14:creationId xmlns:p14="http://schemas.microsoft.com/office/powerpoint/2010/main" val="3853735515"/>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A3D08AC0-97E1-D4DA-447B-649403C9F51C}"/>
              </a:ext>
            </a:extLst>
          </p:cNvPr>
          <p:cNvSpPr>
            <a:spLocks noGrp="1"/>
          </p:cNvSpPr>
          <p:nvPr>
            <p:ph type="sldNum" sz="quarter" idx="12"/>
          </p:nvPr>
        </p:nvSpPr>
        <p:spPr/>
        <p:txBody>
          <a:bodyPr/>
          <a:lstStyle/>
          <a:p>
            <a:fld id="{55935506-5D51-4B07-8BDD-18CEF4E05E0A}" type="slidenum">
              <a:rPr lang="zh-TW" altLang="en-US" smtClean="0"/>
              <a:t>6</a:t>
            </a:fld>
            <a:endParaRPr lang="zh-TW" altLang="en-US"/>
          </a:p>
        </p:txBody>
      </p:sp>
      <p:pic>
        <p:nvPicPr>
          <p:cNvPr id="1026" name="Picture 2">
            <a:extLst>
              <a:ext uri="{FF2B5EF4-FFF2-40B4-BE49-F238E27FC236}">
                <a16:creationId xmlns:a16="http://schemas.microsoft.com/office/drawing/2014/main" id="{D60273E7-7AD9-2BDB-7806-2880B4FD23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19874" y="1533525"/>
            <a:ext cx="5277723" cy="379095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2E218121-18E3-CBD2-0B10-19E1E4D095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1926" y="1570434"/>
            <a:ext cx="6207838" cy="37171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1090331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A341EABE-7B41-D5CE-E3BC-56BBE0596C82}"/>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Experiment</a:t>
            </a:r>
            <a:endParaRPr lang="zh-TW" altLang="en-US" b="1"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A7CC96B4-D6E3-783E-93FC-880A43740D8A}"/>
              </a:ext>
            </a:extLst>
          </p:cNvPr>
          <p:cNvSpPr>
            <a:spLocks noGrp="1"/>
          </p:cNvSpPr>
          <p:nvPr>
            <p:ph type="sldNum" sz="quarter" idx="12"/>
          </p:nvPr>
        </p:nvSpPr>
        <p:spPr/>
        <p:txBody>
          <a:bodyPr/>
          <a:lstStyle/>
          <a:p>
            <a:fld id="{55935506-5D51-4B07-8BDD-18CEF4E05E0A}" type="slidenum">
              <a:rPr lang="zh-TW" altLang="en-US" smtClean="0"/>
              <a:t>7</a:t>
            </a:fld>
            <a:endParaRPr lang="zh-TW" altLang="en-US"/>
          </a:p>
        </p:txBody>
      </p:sp>
      <p:pic>
        <p:nvPicPr>
          <p:cNvPr id="2050" name="Picture 2">
            <a:extLst>
              <a:ext uri="{FF2B5EF4-FFF2-40B4-BE49-F238E27FC236}">
                <a16:creationId xmlns:a16="http://schemas.microsoft.com/office/drawing/2014/main" id="{D689E395-ECAF-8225-138F-FD9BEA7BF06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9583"/>
          <a:stretch/>
        </p:blipFill>
        <p:spPr bwMode="auto">
          <a:xfrm>
            <a:off x="904877" y="2323503"/>
            <a:ext cx="4867275" cy="2771775"/>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a:extLst>
              <a:ext uri="{FF2B5EF4-FFF2-40B4-BE49-F238E27FC236}">
                <a16:creationId xmlns:a16="http://schemas.microsoft.com/office/drawing/2014/main" id="{58FFAEF7-CE1F-6C6C-CDC9-B0B7F1E8B292}"/>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40105" b="-679"/>
          <a:stretch/>
        </p:blipFill>
        <p:spPr bwMode="auto">
          <a:xfrm>
            <a:off x="6096000" y="1632345"/>
            <a:ext cx="4867275" cy="415409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3">
            <p14:nvContentPartPr>
              <p14:cNvPr id="3" name="筆跡 2">
                <a:extLst>
                  <a:ext uri="{FF2B5EF4-FFF2-40B4-BE49-F238E27FC236}">
                    <a16:creationId xmlns:a16="http://schemas.microsoft.com/office/drawing/2014/main" id="{818658E4-EEDF-1F61-F74E-8B3A93C25CA6}"/>
                  </a:ext>
                </a:extLst>
              </p14:cNvPr>
              <p14:cNvContentPartPr/>
              <p14:nvPr/>
            </p14:nvContentPartPr>
            <p14:xfrm>
              <a:off x="1955520" y="4956120"/>
              <a:ext cx="1000440" cy="71640"/>
            </p14:xfrm>
          </p:contentPart>
        </mc:Choice>
        <mc:Fallback>
          <p:pic>
            <p:nvPicPr>
              <p:cNvPr id="3" name="筆跡 2">
                <a:extLst>
                  <a:ext uri="{FF2B5EF4-FFF2-40B4-BE49-F238E27FC236}">
                    <a16:creationId xmlns:a16="http://schemas.microsoft.com/office/drawing/2014/main" id="{818658E4-EEDF-1F61-F74E-8B3A93C25CA6}"/>
                  </a:ext>
                </a:extLst>
              </p:cNvPr>
              <p:cNvPicPr/>
              <p:nvPr/>
            </p:nvPicPr>
            <p:blipFill>
              <a:blip r:embed="rId4"/>
              <a:stretch>
                <a:fillRect/>
              </a:stretch>
            </p:blipFill>
            <p:spPr>
              <a:xfrm>
                <a:off x="1939680" y="4892760"/>
                <a:ext cx="1031760" cy="198360"/>
              </a:xfrm>
              <a:prstGeom prst="rect">
                <a:avLst/>
              </a:prstGeom>
            </p:spPr>
          </p:pic>
        </mc:Fallback>
      </mc:AlternateContent>
    </p:spTree>
    <p:extLst>
      <p:ext uri="{BB962C8B-B14F-4D97-AF65-F5344CB8AC3E}">
        <p14:creationId xmlns:p14="http://schemas.microsoft.com/office/powerpoint/2010/main" val="3983184917"/>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6818659F-DEC1-5CA9-402A-4ACC5DAA0BF0}"/>
              </a:ext>
            </a:extLst>
          </p:cNvPr>
          <p:cNvSpPr>
            <a:spLocks noGrp="1"/>
          </p:cNvSpPr>
          <p:nvPr>
            <p:ph type="sldNum" sz="quarter" idx="12"/>
          </p:nvPr>
        </p:nvSpPr>
        <p:spPr/>
        <p:txBody>
          <a:bodyPr/>
          <a:lstStyle/>
          <a:p>
            <a:fld id="{55935506-5D51-4B07-8BDD-18CEF4E05E0A}" type="slidenum">
              <a:rPr lang="zh-TW" altLang="en-US" smtClean="0"/>
              <a:t>8</a:t>
            </a:fld>
            <a:endParaRPr lang="zh-TW" altLang="en-US"/>
          </a:p>
        </p:txBody>
      </p:sp>
      <p:pic>
        <p:nvPicPr>
          <p:cNvPr id="5" name="Picture 2">
            <a:extLst>
              <a:ext uri="{FF2B5EF4-FFF2-40B4-BE49-F238E27FC236}">
                <a16:creationId xmlns:a16="http://schemas.microsoft.com/office/drawing/2014/main" id="{22848583-5A1C-8337-7CDC-2651F9DE885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59583"/>
          <a:stretch/>
        </p:blipFill>
        <p:spPr bwMode="auto">
          <a:xfrm>
            <a:off x="604840" y="2043112"/>
            <a:ext cx="4867275" cy="2771775"/>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a:extLst>
              <a:ext uri="{FF2B5EF4-FFF2-40B4-BE49-F238E27FC236}">
                <a16:creationId xmlns:a16="http://schemas.microsoft.com/office/drawing/2014/main" id="{EAB8EFAF-EDD0-3FF1-8009-B70B5873402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55478" y="1181668"/>
            <a:ext cx="5831682" cy="4494662"/>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4">
            <p14:nvContentPartPr>
              <p14:cNvPr id="2" name="筆跡 1">
                <a:extLst>
                  <a:ext uri="{FF2B5EF4-FFF2-40B4-BE49-F238E27FC236}">
                    <a16:creationId xmlns:a16="http://schemas.microsoft.com/office/drawing/2014/main" id="{425429C5-B5E7-36A3-2FE5-91941E7CDB25}"/>
                  </a:ext>
                </a:extLst>
              </p14:cNvPr>
              <p14:cNvContentPartPr/>
              <p14:nvPr/>
            </p14:nvContentPartPr>
            <p14:xfrm>
              <a:off x="8786880" y="1794960"/>
              <a:ext cx="2331000" cy="536040"/>
            </p14:xfrm>
          </p:contentPart>
        </mc:Choice>
        <mc:Fallback>
          <p:pic>
            <p:nvPicPr>
              <p:cNvPr id="2" name="筆跡 1">
                <a:extLst>
                  <a:ext uri="{FF2B5EF4-FFF2-40B4-BE49-F238E27FC236}">
                    <a16:creationId xmlns:a16="http://schemas.microsoft.com/office/drawing/2014/main" id="{425429C5-B5E7-36A3-2FE5-91941E7CDB25}"/>
                  </a:ext>
                </a:extLst>
              </p:cNvPr>
              <p:cNvPicPr/>
              <p:nvPr/>
            </p:nvPicPr>
            <p:blipFill>
              <a:blip r:embed="rId5"/>
              <a:stretch>
                <a:fillRect/>
              </a:stretch>
            </p:blipFill>
            <p:spPr>
              <a:xfrm>
                <a:off x="8771040" y="1731600"/>
                <a:ext cx="2362320" cy="662760"/>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3" name="筆跡 2">
                <a:extLst>
                  <a:ext uri="{FF2B5EF4-FFF2-40B4-BE49-F238E27FC236}">
                    <a16:creationId xmlns:a16="http://schemas.microsoft.com/office/drawing/2014/main" id="{E4F43C16-6FB1-EA13-E133-B2419CFCB1F2}"/>
                  </a:ext>
                </a:extLst>
              </p14:cNvPr>
              <p14:cNvContentPartPr/>
              <p14:nvPr/>
            </p14:nvContentPartPr>
            <p14:xfrm>
              <a:off x="7161480" y="1955520"/>
              <a:ext cx="536400" cy="366480"/>
            </p14:xfrm>
          </p:contentPart>
        </mc:Choice>
        <mc:Fallback>
          <p:pic>
            <p:nvPicPr>
              <p:cNvPr id="3" name="筆跡 2">
                <a:extLst>
                  <a:ext uri="{FF2B5EF4-FFF2-40B4-BE49-F238E27FC236}">
                    <a16:creationId xmlns:a16="http://schemas.microsoft.com/office/drawing/2014/main" id="{E4F43C16-6FB1-EA13-E133-B2419CFCB1F2}"/>
                  </a:ext>
                </a:extLst>
              </p:cNvPr>
              <p:cNvPicPr/>
              <p:nvPr/>
            </p:nvPicPr>
            <p:blipFill>
              <a:blip r:embed="rId7"/>
              <a:stretch>
                <a:fillRect/>
              </a:stretch>
            </p:blipFill>
            <p:spPr>
              <a:xfrm>
                <a:off x="7145640" y="1892160"/>
                <a:ext cx="567720" cy="4932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 name="筆跡 5">
                <a:extLst>
                  <a:ext uri="{FF2B5EF4-FFF2-40B4-BE49-F238E27FC236}">
                    <a16:creationId xmlns:a16="http://schemas.microsoft.com/office/drawing/2014/main" id="{A2911489-3155-DD59-47E8-60FAFDAD06DA}"/>
                  </a:ext>
                </a:extLst>
              </p14:cNvPr>
              <p14:cNvContentPartPr/>
              <p14:nvPr/>
            </p14:nvContentPartPr>
            <p14:xfrm>
              <a:off x="10706760" y="1919880"/>
              <a:ext cx="536040" cy="464760"/>
            </p14:xfrm>
          </p:contentPart>
        </mc:Choice>
        <mc:Fallback>
          <p:pic>
            <p:nvPicPr>
              <p:cNvPr id="6" name="筆跡 5">
                <a:extLst>
                  <a:ext uri="{FF2B5EF4-FFF2-40B4-BE49-F238E27FC236}">
                    <a16:creationId xmlns:a16="http://schemas.microsoft.com/office/drawing/2014/main" id="{A2911489-3155-DD59-47E8-60FAFDAD06DA}"/>
                  </a:ext>
                </a:extLst>
              </p:cNvPr>
              <p:cNvPicPr/>
              <p:nvPr/>
            </p:nvPicPr>
            <p:blipFill>
              <a:blip r:embed="rId9"/>
              <a:stretch>
                <a:fillRect/>
              </a:stretch>
            </p:blipFill>
            <p:spPr>
              <a:xfrm>
                <a:off x="10690920" y="1856520"/>
                <a:ext cx="567360" cy="591480"/>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7" name="筆跡 6">
                <a:extLst>
                  <a:ext uri="{FF2B5EF4-FFF2-40B4-BE49-F238E27FC236}">
                    <a16:creationId xmlns:a16="http://schemas.microsoft.com/office/drawing/2014/main" id="{F8434C55-A755-D379-1FE3-061976002FD0}"/>
                  </a:ext>
                </a:extLst>
              </p14:cNvPr>
              <p14:cNvContentPartPr/>
              <p14:nvPr/>
            </p14:nvContentPartPr>
            <p14:xfrm>
              <a:off x="11099520" y="2161080"/>
              <a:ext cx="357480" cy="384120"/>
            </p14:xfrm>
          </p:contentPart>
        </mc:Choice>
        <mc:Fallback>
          <p:pic>
            <p:nvPicPr>
              <p:cNvPr id="7" name="筆跡 6">
                <a:extLst>
                  <a:ext uri="{FF2B5EF4-FFF2-40B4-BE49-F238E27FC236}">
                    <a16:creationId xmlns:a16="http://schemas.microsoft.com/office/drawing/2014/main" id="{F8434C55-A755-D379-1FE3-061976002FD0}"/>
                  </a:ext>
                </a:extLst>
              </p:cNvPr>
              <p:cNvPicPr/>
              <p:nvPr/>
            </p:nvPicPr>
            <p:blipFill>
              <a:blip r:embed="rId11"/>
              <a:stretch>
                <a:fillRect/>
              </a:stretch>
            </p:blipFill>
            <p:spPr>
              <a:xfrm>
                <a:off x="11083680" y="2097720"/>
                <a:ext cx="388800" cy="51084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8" name="筆跡 7">
                <a:extLst>
                  <a:ext uri="{FF2B5EF4-FFF2-40B4-BE49-F238E27FC236}">
                    <a16:creationId xmlns:a16="http://schemas.microsoft.com/office/drawing/2014/main" id="{A4138E09-941F-13C3-3470-69411C80A2C5}"/>
                  </a:ext>
                </a:extLst>
              </p14:cNvPr>
              <p14:cNvContentPartPr/>
              <p14:nvPr/>
            </p14:nvContentPartPr>
            <p14:xfrm>
              <a:off x="10197720" y="2214720"/>
              <a:ext cx="303840" cy="419760"/>
            </p14:xfrm>
          </p:contentPart>
        </mc:Choice>
        <mc:Fallback>
          <p:pic>
            <p:nvPicPr>
              <p:cNvPr id="8" name="筆跡 7">
                <a:extLst>
                  <a:ext uri="{FF2B5EF4-FFF2-40B4-BE49-F238E27FC236}">
                    <a16:creationId xmlns:a16="http://schemas.microsoft.com/office/drawing/2014/main" id="{A4138E09-941F-13C3-3470-69411C80A2C5}"/>
                  </a:ext>
                </a:extLst>
              </p:cNvPr>
              <p:cNvPicPr/>
              <p:nvPr/>
            </p:nvPicPr>
            <p:blipFill>
              <a:blip r:embed="rId13"/>
              <a:stretch>
                <a:fillRect/>
              </a:stretch>
            </p:blipFill>
            <p:spPr>
              <a:xfrm>
                <a:off x="10181880" y="2151360"/>
                <a:ext cx="335160" cy="54648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9" name="筆跡 8">
                <a:extLst>
                  <a:ext uri="{FF2B5EF4-FFF2-40B4-BE49-F238E27FC236}">
                    <a16:creationId xmlns:a16="http://schemas.microsoft.com/office/drawing/2014/main" id="{83EF2E3F-E9B0-DFC0-3D23-0888CB38A05A}"/>
                  </a:ext>
                </a:extLst>
              </p14:cNvPr>
              <p14:cNvContentPartPr/>
              <p14:nvPr/>
            </p14:nvContentPartPr>
            <p14:xfrm>
              <a:off x="10036800" y="3411000"/>
              <a:ext cx="339840" cy="473760"/>
            </p14:xfrm>
          </p:contentPart>
        </mc:Choice>
        <mc:Fallback>
          <p:pic>
            <p:nvPicPr>
              <p:cNvPr id="9" name="筆跡 8">
                <a:extLst>
                  <a:ext uri="{FF2B5EF4-FFF2-40B4-BE49-F238E27FC236}">
                    <a16:creationId xmlns:a16="http://schemas.microsoft.com/office/drawing/2014/main" id="{83EF2E3F-E9B0-DFC0-3D23-0888CB38A05A}"/>
                  </a:ext>
                </a:extLst>
              </p:cNvPr>
              <p:cNvPicPr/>
              <p:nvPr/>
            </p:nvPicPr>
            <p:blipFill>
              <a:blip r:embed="rId15"/>
              <a:stretch>
                <a:fillRect/>
              </a:stretch>
            </p:blipFill>
            <p:spPr>
              <a:xfrm>
                <a:off x="10020960" y="3347640"/>
                <a:ext cx="371160" cy="600480"/>
              </a:xfrm>
              <a:prstGeom prst="rect">
                <a:avLst/>
              </a:prstGeom>
            </p:spPr>
          </p:pic>
        </mc:Fallback>
      </mc:AlternateContent>
      <mc:AlternateContent xmlns:mc="http://schemas.openxmlformats.org/markup-compatibility/2006">
        <mc:Choice xmlns:p14="http://schemas.microsoft.com/office/powerpoint/2010/main" Requires="p14">
          <p:contentPart p14:bwMode="auto" r:id="rId16">
            <p14:nvContentPartPr>
              <p14:cNvPr id="10" name="筆跡 9">
                <a:extLst>
                  <a:ext uri="{FF2B5EF4-FFF2-40B4-BE49-F238E27FC236}">
                    <a16:creationId xmlns:a16="http://schemas.microsoft.com/office/drawing/2014/main" id="{D799C677-22FB-F223-85C7-ED1F2024F74D}"/>
                  </a:ext>
                </a:extLst>
              </p14:cNvPr>
              <p14:cNvContentPartPr/>
              <p14:nvPr/>
            </p14:nvContentPartPr>
            <p14:xfrm>
              <a:off x="7509960" y="3447000"/>
              <a:ext cx="464760" cy="464400"/>
            </p14:xfrm>
          </p:contentPart>
        </mc:Choice>
        <mc:Fallback>
          <p:pic>
            <p:nvPicPr>
              <p:cNvPr id="10" name="筆跡 9">
                <a:extLst>
                  <a:ext uri="{FF2B5EF4-FFF2-40B4-BE49-F238E27FC236}">
                    <a16:creationId xmlns:a16="http://schemas.microsoft.com/office/drawing/2014/main" id="{D799C677-22FB-F223-85C7-ED1F2024F74D}"/>
                  </a:ext>
                </a:extLst>
              </p:cNvPr>
              <p:cNvPicPr/>
              <p:nvPr/>
            </p:nvPicPr>
            <p:blipFill>
              <a:blip r:embed="rId17"/>
              <a:stretch>
                <a:fillRect/>
              </a:stretch>
            </p:blipFill>
            <p:spPr>
              <a:xfrm>
                <a:off x="7494120" y="3383640"/>
                <a:ext cx="496080" cy="59112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1" name="筆跡 10">
                <a:extLst>
                  <a:ext uri="{FF2B5EF4-FFF2-40B4-BE49-F238E27FC236}">
                    <a16:creationId xmlns:a16="http://schemas.microsoft.com/office/drawing/2014/main" id="{F6BF735D-BC95-7E51-4282-22D6276FF1D1}"/>
                  </a:ext>
                </a:extLst>
              </p14:cNvPr>
              <p14:cNvContentPartPr/>
              <p14:nvPr/>
            </p14:nvContentPartPr>
            <p14:xfrm>
              <a:off x="8965440" y="4196880"/>
              <a:ext cx="259200" cy="312840"/>
            </p14:xfrm>
          </p:contentPart>
        </mc:Choice>
        <mc:Fallback>
          <p:pic>
            <p:nvPicPr>
              <p:cNvPr id="11" name="筆跡 10">
                <a:extLst>
                  <a:ext uri="{FF2B5EF4-FFF2-40B4-BE49-F238E27FC236}">
                    <a16:creationId xmlns:a16="http://schemas.microsoft.com/office/drawing/2014/main" id="{F6BF735D-BC95-7E51-4282-22D6276FF1D1}"/>
                  </a:ext>
                </a:extLst>
              </p:cNvPr>
              <p:cNvPicPr/>
              <p:nvPr/>
            </p:nvPicPr>
            <p:blipFill>
              <a:blip r:embed="rId19"/>
              <a:stretch>
                <a:fillRect/>
              </a:stretch>
            </p:blipFill>
            <p:spPr>
              <a:xfrm>
                <a:off x="8949600" y="4133520"/>
                <a:ext cx="290520" cy="439560"/>
              </a:xfrm>
              <a:prstGeom prst="rect">
                <a:avLst/>
              </a:prstGeom>
            </p:spPr>
          </p:pic>
        </mc:Fallback>
      </mc:AlternateContent>
    </p:spTree>
    <p:extLst>
      <p:ext uri="{BB962C8B-B14F-4D97-AF65-F5344CB8AC3E}">
        <p14:creationId xmlns:p14="http://schemas.microsoft.com/office/powerpoint/2010/main" val="1110298821"/>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A57DAF-1727-4845-BD2A-A164A69A7C0F}"/>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Conclusion</a:t>
            </a:r>
            <a:endParaRPr lang="zh-TW" altLang="en-US" dirty="0"/>
          </a:p>
        </p:txBody>
      </p:sp>
      <p:sp>
        <p:nvSpPr>
          <p:cNvPr id="3" name="內容版面配置區 2">
            <a:extLst>
              <a:ext uri="{FF2B5EF4-FFF2-40B4-BE49-F238E27FC236}">
                <a16:creationId xmlns:a16="http://schemas.microsoft.com/office/drawing/2014/main" id="{3D6AEC88-211A-4C79-873B-599FBDE52DDC}"/>
              </a:ext>
            </a:extLst>
          </p:cNvPr>
          <p:cNvSpPr>
            <a:spLocks noGrp="1"/>
          </p:cNvSpPr>
          <p:nvPr>
            <p:ph idx="1"/>
          </p:nvPr>
        </p:nvSpPr>
        <p:spPr/>
        <p:txBody>
          <a:bodyPr>
            <a:normAutofit/>
          </a:bodyPr>
          <a:lstStyle/>
          <a:p>
            <a:r>
              <a:rPr lang="en-US" altLang="zh-TW" sz="2400" dirty="0">
                <a:solidFill>
                  <a:srgbClr val="333333"/>
                </a:solidFill>
                <a:latin typeface="Times New Roman" panose="02020603050405020304" pitchFamily="18" charset="0"/>
                <a:cs typeface="Times New Roman" panose="02020603050405020304" pitchFamily="18" charset="0"/>
              </a:rPr>
              <a:t>Different with the traditional algorithm, the proposed method considered both the length and the degree of difficulty of the path.</a:t>
            </a:r>
          </a:p>
        </p:txBody>
      </p:sp>
      <p:sp>
        <p:nvSpPr>
          <p:cNvPr id="4" name="投影片編號版面配置區 3">
            <a:extLst>
              <a:ext uri="{FF2B5EF4-FFF2-40B4-BE49-F238E27FC236}">
                <a16:creationId xmlns:a16="http://schemas.microsoft.com/office/drawing/2014/main" id="{6604C4A6-F842-A706-1AD2-FC5C262EC7C8}"/>
              </a:ext>
            </a:extLst>
          </p:cNvPr>
          <p:cNvSpPr>
            <a:spLocks noGrp="1"/>
          </p:cNvSpPr>
          <p:nvPr>
            <p:ph type="sldNum" sz="quarter" idx="12"/>
          </p:nvPr>
        </p:nvSpPr>
        <p:spPr>
          <a:xfrm>
            <a:off x="8610600" y="6356350"/>
            <a:ext cx="2743200" cy="365125"/>
          </a:xfrm>
        </p:spPr>
        <p:txBody>
          <a:bodyPr/>
          <a:lstStyle/>
          <a:p>
            <a:fld id="{55935506-5D51-4B07-8BDD-18CEF4E05E0A}" type="slidenum">
              <a:rPr lang="zh-TW" altLang="en-US" smtClean="0"/>
              <a:t>9</a:t>
            </a:fld>
            <a:endParaRPr lang="zh-TW" altLang="en-US" dirty="0"/>
          </a:p>
        </p:txBody>
      </p:sp>
    </p:spTree>
    <p:extLst>
      <p:ext uri="{BB962C8B-B14F-4D97-AF65-F5344CB8AC3E}">
        <p14:creationId xmlns:p14="http://schemas.microsoft.com/office/powerpoint/2010/main" val="1764993614"/>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8B35EA8-3B84-42D5-BAD0-9B2BE5F58BE1}"/>
              </a:ext>
            </a:extLst>
          </p:cNvPr>
          <p:cNvSpPr>
            <a:spLocks noGrp="1"/>
          </p:cNvSpPr>
          <p:nvPr>
            <p:ph type="ctrTitle"/>
          </p:nvPr>
        </p:nvSpPr>
        <p:spPr>
          <a:xfrm>
            <a:off x="1524000" y="932954"/>
            <a:ext cx="9144000" cy="2387600"/>
          </a:xfrm>
        </p:spPr>
        <p:txBody>
          <a:bodyPr>
            <a:noAutofit/>
          </a:bodyPr>
          <a:lstStyle/>
          <a:p>
            <a:r>
              <a:rPr lang="en-US" altLang="zh-TW" sz="4400" b="1" dirty="0">
                <a:solidFill>
                  <a:srgbClr val="333333"/>
                </a:solidFill>
                <a:latin typeface="Times New Roman" panose="02020603050405020304" pitchFamily="18" charset="0"/>
                <a:cs typeface="Times New Roman" panose="02020603050405020304" pitchFamily="18" charset="0"/>
              </a:rPr>
              <a:t>Multi-Robot Path Planning using Dijkstra’s Algorithm with Multi-layer Dictionaries</a:t>
            </a:r>
            <a:endParaRPr lang="en-US" altLang="zh-TW" sz="4400" b="1" i="0" dirty="0">
              <a:solidFill>
                <a:srgbClr val="333333"/>
              </a:solidFill>
              <a:effectLst/>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4E6F3D17-E5C7-4A7C-946D-5608813E8227}"/>
              </a:ext>
            </a:extLst>
          </p:cNvPr>
          <p:cNvSpPr>
            <a:spLocks noGrp="1"/>
          </p:cNvSpPr>
          <p:nvPr>
            <p:ph type="subTitle" idx="1"/>
          </p:nvPr>
        </p:nvSpPr>
        <p:spPr>
          <a:xfrm>
            <a:off x="1524000" y="3858821"/>
            <a:ext cx="9144000" cy="1655762"/>
          </a:xfrm>
        </p:spPr>
        <p:txBody>
          <a:bodyPr/>
          <a:lstStyle/>
          <a:p>
            <a:r>
              <a:rPr lang="en-US" altLang="zh-TW" dirty="0">
                <a:latin typeface="Times New Roman" panose="02020603050405020304" pitchFamily="18" charset="0"/>
                <a:cs typeface="Times New Roman" panose="02020603050405020304" pitchFamily="18" charset="0"/>
              </a:rPr>
              <a:t>Saif Allah M. </a:t>
            </a:r>
            <a:r>
              <a:rPr lang="en-US" altLang="zh-TW" dirty="0" err="1">
                <a:latin typeface="Times New Roman" panose="02020603050405020304" pitchFamily="18" charset="0"/>
                <a:cs typeface="Times New Roman" panose="02020603050405020304" pitchFamily="18" charset="0"/>
              </a:rPr>
              <a:t>Abgenah</a:t>
            </a:r>
            <a:r>
              <a:rPr lang="en-US" altLang="zh-TW" dirty="0">
                <a:latin typeface="Times New Roman" panose="02020603050405020304" pitchFamily="18" charset="0"/>
                <a:cs typeface="Times New Roman" panose="02020603050405020304" pitchFamily="18" charset="0"/>
              </a:rPr>
              <a:t>, </a:t>
            </a:r>
            <a:r>
              <a:rPr lang="en-US" altLang="zh-TW" dirty="0" err="1">
                <a:latin typeface="Times New Roman" panose="02020603050405020304" pitchFamily="18" charset="0"/>
                <a:cs typeface="Times New Roman" panose="02020603050405020304" pitchFamily="18" charset="0"/>
              </a:rPr>
              <a:t>Azrul</a:t>
            </a:r>
            <a:r>
              <a:rPr lang="en-US" altLang="zh-TW" dirty="0">
                <a:latin typeface="Times New Roman" panose="02020603050405020304" pitchFamily="18" charset="0"/>
                <a:cs typeface="Times New Roman" panose="02020603050405020304" pitchFamily="18" charset="0"/>
              </a:rPr>
              <a:t> Amri Jamal, Syed Abdullah </a:t>
            </a:r>
            <a:r>
              <a:rPr lang="en-US" altLang="zh-TW" dirty="0" err="1">
                <a:latin typeface="Times New Roman" panose="02020603050405020304" pitchFamily="18" charset="0"/>
                <a:cs typeface="Times New Roman" panose="02020603050405020304" pitchFamily="18" charset="0"/>
              </a:rPr>
              <a:t>Fadzli</a:t>
            </a:r>
            <a:r>
              <a:rPr lang="en-US" altLang="zh-TW" dirty="0">
                <a:latin typeface="Times New Roman" panose="02020603050405020304" pitchFamily="18" charset="0"/>
                <a:cs typeface="Times New Roman" panose="02020603050405020304" pitchFamily="18" charset="0"/>
              </a:rPr>
              <a:t>. International Journal of Advanced Research in Computer and Communication Engineering Vol. 10, Issue 1.(January 2021). Malaysia.</a:t>
            </a:r>
          </a:p>
        </p:txBody>
      </p:sp>
    </p:spTree>
    <p:extLst>
      <p:ext uri="{BB962C8B-B14F-4D97-AF65-F5344CB8AC3E}">
        <p14:creationId xmlns:p14="http://schemas.microsoft.com/office/powerpoint/2010/main" val="3792542403"/>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BC9F5294-BB5E-4B68-8C55-EE8D65088999}"/>
              </a:ext>
            </a:extLst>
          </p:cNvPr>
          <p:cNvSpPr>
            <a:spLocks noGrp="1"/>
          </p:cNvSpPr>
          <p:nvPr>
            <p:ph idx="1"/>
          </p:nvPr>
        </p:nvSpPr>
        <p:spPr>
          <a:xfrm>
            <a:off x="838200" y="1593346"/>
            <a:ext cx="10515600" cy="4540074"/>
          </a:xfrm>
        </p:spPr>
        <p:txBody>
          <a:bodyPr/>
          <a:lstStyle/>
          <a:p>
            <a:r>
              <a:rPr lang="en-US" altLang="zh-TW" dirty="0">
                <a:latin typeface="Times New Roman" panose="02020603050405020304" pitchFamily="18" charset="0"/>
                <a:cs typeface="Times New Roman" panose="02020603050405020304" pitchFamily="18" charset="0"/>
              </a:rPr>
              <a:t>A function “</a:t>
            </a:r>
            <a:r>
              <a:rPr lang="en-US" altLang="zh-TW" dirty="0" err="1">
                <a:latin typeface="Times New Roman" panose="02020603050405020304" pitchFamily="18" charset="0"/>
                <a:cs typeface="Times New Roman" panose="02020603050405020304" pitchFamily="18" charset="0"/>
              </a:rPr>
              <a:t>coll</a:t>
            </a:r>
            <a:r>
              <a:rPr lang="en-US" altLang="zh-TW" dirty="0">
                <a:latin typeface="Times New Roman" panose="02020603050405020304" pitchFamily="18" charset="0"/>
                <a:cs typeface="Times New Roman" panose="02020603050405020304" pitchFamily="18" charset="0"/>
              </a:rPr>
              <a:t>” has been added in the single Robot algorithm to prevent collision.</a:t>
            </a:r>
          </a:p>
          <a:p>
            <a:r>
              <a:rPr lang="en-US" altLang="zh-TW" dirty="0">
                <a:latin typeface="Times New Roman" panose="02020603050405020304" pitchFamily="18" charset="0"/>
                <a:cs typeface="Times New Roman" panose="02020603050405020304" pitchFamily="18" charset="0"/>
              </a:rPr>
              <a:t>If two Robots have the same optimal path then one Robot is assigned the optimal path while the other Robot is assigned the shortest path according to their priority.</a:t>
            </a:r>
            <a:endParaRPr lang="zh-TW" altLang="en-US"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5AFC4445-144F-49E6-9300-2EA8C2A7F148}"/>
              </a:ext>
            </a:extLst>
          </p:cNvPr>
          <p:cNvSpPr>
            <a:spLocks noGrp="1"/>
          </p:cNvSpPr>
          <p:nvPr>
            <p:ph type="sldNum" sz="quarter" idx="12"/>
          </p:nvPr>
        </p:nvSpPr>
        <p:spPr/>
        <p:txBody>
          <a:bodyPr/>
          <a:lstStyle/>
          <a:p>
            <a:fld id="{55935506-5D51-4B07-8BDD-18CEF4E05E0A}" type="slidenum">
              <a:rPr lang="zh-TW" altLang="en-US" smtClean="0"/>
              <a:t>11</a:t>
            </a:fld>
            <a:endParaRPr lang="zh-TW" altLang="en-US" dirty="0"/>
          </a:p>
        </p:txBody>
      </p:sp>
      <p:sp>
        <p:nvSpPr>
          <p:cNvPr id="6" name="標題 1">
            <a:extLst>
              <a:ext uri="{FF2B5EF4-FFF2-40B4-BE49-F238E27FC236}">
                <a16:creationId xmlns:a16="http://schemas.microsoft.com/office/drawing/2014/main" id="{2F1E678D-C6A1-4769-83DA-AFB0E4C6076A}"/>
              </a:ext>
            </a:extLst>
          </p:cNvPr>
          <p:cNvSpPr>
            <a:spLocks noGrp="1"/>
          </p:cNvSpPr>
          <p:nvPr>
            <p:ph type="title"/>
          </p:nvPr>
        </p:nvSpPr>
        <p:spPr>
          <a:xfrm>
            <a:off x="838200" y="365125"/>
            <a:ext cx="10515600" cy="1325563"/>
          </a:xfrm>
        </p:spPr>
        <p:txBody>
          <a:bodyPr/>
          <a:lstStyle/>
          <a:p>
            <a:pPr algn="ctr"/>
            <a:r>
              <a:rPr lang="en-US" altLang="zh-TW" b="1" dirty="0">
                <a:latin typeface="Times New Roman" panose="02020603050405020304" pitchFamily="18" charset="0"/>
                <a:cs typeface="Times New Roman" panose="02020603050405020304" pitchFamily="18" charset="0"/>
              </a:rPr>
              <a:t>Navigating Multi-Robots on The Floor Map</a:t>
            </a:r>
            <a:endParaRPr lang="zh-TW" altLang="en-US" b="1" dirty="0"/>
          </a:p>
        </p:txBody>
      </p:sp>
    </p:spTree>
    <p:extLst>
      <p:ext uri="{BB962C8B-B14F-4D97-AF65-F5344CB8AC3E}">
        <p14:creationId xmlns:p14="http://schemas.microsoft.com/office/powerpoint/2010/main" val="409515167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投影片編號版面配置區 3">
            <a:extLst>
              <a:ext uri="{FF2B5EF4-FFF2-40B4-BE49-F238E27FC236}">
                <a16:creationId xmlns:a16="http://schemas.microsoft.com/office/drawing/2014/main" id="{1C202CD4-43D8-378D-3AD4-206FAFC64C78}"/>
              </a:ext>
            </a:extLst>
          </p:cNvPr>
          <p:cNvSpPr>
            <a:spLocks noGrp="1"/>
          </p:cNvSpPr>
          <p:nvPr>
            <p:ph type="sldNum" sz="quarter" idx="12"/>
          </p:nvPr>
        </p:nvSpPr>
        <p:spPr/>
        <p:txBody>
          <a:bodyPr/>
          <a:lstStyle/>
          <a:p>
            <a:fld id="{55935506-5D51-4B07-8BDD-18CEF4E05E0A}" type="slidenum">
              <a:rPr lang="zh-TW" altLang="en-US" smtClean="0"/>
              <a:t>12</a:t>
            </a:fld>
            <a:endParaRPr lang="zh-TW" altLang="en-US"/>
          </a:p>
        </p:txBody>
      </p:sp>
      <p:pic>
        <p:nvPicPr>
          <p:cNvPr id="6" name="圖片 5">
            <a:extLst>
              <a:ext uri="{FF2B5EF4-FFF2-40B4-BE49-F238E27FC236}">
                <a16:creationId xmlns:a16="http://schemas.microsoft.com/office/drawing/2014/main" id="{1F9155D9-C666-2E38-14F5-64285334BAAD}"/>
              </a:ext>
            </a:extLst>
          </p:cNvPr>
          <p:cNvPicPr>
            <a:picLocks noChangeAspect="1"/>
          </p:cNvPicPr>
          <p:nvPr/>
        </p:nvPicPr>
        <p:blipFill>
          <a:blip r:embed="rId3"/>
          <a:stretch>
            <a:fillRect/>
          </a:stretch>
        </p:blipFill>
        <p:spPr>
          <a:xfrm>
            <a:off x="481483" y="0"/>
            <a:ext cx="11229033" cy="6858000"/>
          </a:xfrm>
          <a:prstGeom prst="rect">
            <a:avLst/>
          </a:prstGeom>
        </p:spPr>
      </p:pic>
    </p:spTree>
    <p:extLst>
      <p:ext uri="{BB962C8B-B14F-4D97-AF65-F5344CB8AC3E}">
        <p14:creationId xmlns:p14="http://schemas.microsoft.com/office/powerpoint/2010/main" val="39009838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5A57DAF-1727-4845-BD2A-A164A69A7C0F}"/>
              </a:ext>
            </a:extLst>
          </p:cNvPr>
          <p:cNvSpPr>
            <a:spLocks noGrp="1"/>
          </p:cNvSpPr>
          <p:nvPr>
            <p:ph type="title"/>
          </p:nvPr>
        </p:nvSpPr>
        <p:spPr/>
        <p:txBody>
          <a:bodyPr/>
          <a:lstStyle/>
          <a:p>
            <a:pPr algn="ctr"/>
            <a:r>
              <a:rPr lang="en-US" altLang="zh-TW" b="1" dirty="0">
                <a:latin typeface="Times New Roman" panose="02020603050405020304" pitchFamily="18" charset="0"/>
                <a:cs typeface="Times New Roman" panose="02020603050405020304" pitchFamily="18" charset="0"/>
              </a:rPr>
              <a:t>Conclusion</a:t>
            </a:r>
            <a:endParaRPr lang="zh-TW" altLang="en-US" dirty="0"/>
          </a:p>
        </p:txBody>
      </p:sp>
      <p:sp>
        <p:nvSpPr>
          <p:cNvPr id="3" name="內容版面配置區 2">
            <a:extLst>
              <a:ext uri="{FF2B5EF4-FFF2-40B4-BE49-F238E27FC236}">
                <a16:creationId xmlns:a16="http://schemas.microsoft.com/office/drawing/2014/main" id="{3D6AEC88-211A-4C79-873B-599FBDE52DDC}"/>
              </a:ext>
            </a:extLst>
          </p:cNvPr>
          <p:cNvSpPr>
            <a:spLocks noGrp="1"/>
          </p:cNvSpPr>
          <p:nvPr>
            <p:ph idx="1"/>
          </p:nvPr>
        </p:nvSpPr>
        <p:spPr/>
        <p:txBody>
          <a:bodyPr>
            <a:normAutofit/>
          </a:bodyPr>
          <a:lstStyle/>
          <a:p>
            <a:r>
              <a:rPr lang="en-US" altLang="zh-TW" sz="2400" dirty="0">
                <a:solidFill>
                  <a:srgbClr val="333333"/>
                </a:solidFill>
                <a:latin typeface="Times New Roman" panose="02020603050405020304" pitchFamily="18" charset="0"/>
                <a:cs typeface="Times New Roman" panose="02020603050405020304" pitchFamily="18" charset="0"/>
              </a:rPr>
              <a:t>For multi-Robots, the navigation for each robot was priorities in the proposed method, therefore assigning each robot to path where it is clear to navigate which eliminates the chance of collision between robots while navigating from source to destination.</a:t>
            </a:r>
          </a:p>
        </p:txBody>
      </p:sp>
    </p:spTree>
    <p:extLst>
      <p:ext uri="{BB962C8B-B14F-4D97-AF65-F5344CB8AC3E}">
        <p14:creationId xmlns:p14="http://schemas.microsoft.com/office/powerpoint/2010/main" val="738523572"/>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2856</TotalTime>
  <Words>513</Words>
  <Application>Microsoft Office PowerPoint</Application>
  <PresentationFormat>寬螢幕</PresentationFormat>
  <Paragraphs>44</Paragraphs>
  <Slides>13</Slides>
  <Notes>10</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13</vt:i4>
      </vt:variant>
    </vt:vector>
  </HeadingPairs>
  <TitlesOfParts>
    <vt:vector size="18" baseType="lpstr">
      <vt:lpstr>Arial</vt:lpstr>
      <vt:lpstr>Calibri</vt:lpstr>
      <vt:lpstr>Calibri Light</vt:lpstr>
      <vt:lpstr>Times New Roman</vt:lpstr>
      <vt:lpstr>Office 佈景主題</vt:lpstr>
      <vt:lpstr>Robotic Indoor Path Planning Using Dijkstra's Algorithm with Multi-Layer Dictionaries</vt:lpstr>
      <vt:lpstr>Abstract</vt:lpstr>
      <vt:lpstr>Dijkstra</vt:lpstr>
      <vt:lpstr>Dijkstra</vt:lpstr>
      <vt:lpstr>Multi-Layer Dictionary</vt:lpstr>
      <vt:lpstr>PowerPoint 簡報</vt:lpstr>
      <vt:lpstr>Experiment</vt:lpstr>
      <vt:lpstr>PowerPoint 簡報</vt:lpstr>
      <vt:lpstr>Conclusion</vt:lpstr>
      <vt:lpstr>Multi-Robot Path Planning using Dijkstra’s Algorithm with Multi-layer Dictionaries</vt:lpstr>
      <vt:lpstr>Navigating Multi-Robots on The Floor Map</vt:lpstr>
      <vt:lpstr>PowerPoint 簡報</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Parallel Local Alignment Algorithm for Multiple Sequences on Heterogeneous Cluster Systems</dc:title>
  <dc:creator>師老爸</dc:creator>
  <cp:lastModifiedBy>pplab</cp:lastModifiedBy>
  <cp:revision>69</cp:revision>
  <dcterms:created xsi:type="dcterms:W3CDTF">2022-11-14T21:21:39Z</dcterms:created>
  <dcterms:modified xsi:type="dcterms:W3CDTF">2023-07-18T08:56:22Z</dcterms:modified>
</cp:coreProperties>
</file>