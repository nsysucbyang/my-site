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5" r:id="rId4"/>
    <p:sldId id="266" r:id="rId5"/>
    <p:sldId id="267" r:id="rId6"/>
    <p:sldId id="268" r:id="rId7"/>
    <p:sldId id="269" r:id="rId8"/>
    <p:sldId id="270" r:id="rId9"/>
    <p:sldId id="271" r:id="rId10"/>
    <p:sldId id="272" r:id="rId11"/>
    <p:sldId id="273" r:id="rId12"/>
    <p:sldId id="274" r:id="rId13"/>
    <p:sldId id="275"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FFFA43B8-FD04-4FCC-A9F6-69C7CB7CE5E8}">
          <p14:sldIdLst>
            <p14:sldId id="256"/>
            <p14:sldId id="257"/>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沈之承" initials="沈之承" lastIdx="5" clrIdx="0">
    <p:extLst>
      <p:ext uri="{19B8F6BF-5375-455C-9EA6-DF929625EA0E}">
        <p15:presenceInfo xmlns:p15="http://schemas.microsoft.com/office/powerpoint/2012/main" userId="25d5769b3392efd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9F0AB6-1C48-4BDE-B684-EEF6A9FF355C}" v="12" dt="2023-04-09T10:18:43.85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5" d="100"/>
          <a:sy n="65" d="100"/>
        </p:scale>
        <p:origin x="90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之承 沈" userId="25d5769b3392efdc" providerId="LiveId" clId="{589F0AB6-1C48-4BDE-B684-EEF6A9FF355C}"/>
    <pc:docChg chg="undo custSel addSld delSld modSld sldOrd modSection">
      <pc:chgData name="之承 沈" userId="25d5769b3392efdc" providerId="LiveId" clId="{589F0AB6-1C48-4BDE-B684-EEF6A9FF355C}" dt="2023-04-09T10:38:48.860" v="1617" actId="2711"/>
      <pc:docMkLst>
        <pc:docMk/>
      </pc:docMkLst>
      <pc:sldChg chg="modSp mod">
        <pc:chgData name="之承 沈" userId="25d5769b3392efdc" providerId="LiveId" clId="{589F0AB6-1C48-4BDE-B684-EEF6A9FF355C}" dt="2023-04-09T10:27:57.778" v="1329" actId="2711"/>
        <pc:sldMkLst>
          <pc:docMk/>
          <pc:sldMk cId="3512438627" sldId="256"/>
        </pc:sldMkLst>
        <pc:spChg chg="mod">
          <ac:chgData name="之承 沈" userId="25d5769b3392efdc" providerId="LiveId" clId="{589F0AB6-1C48-4BDE-B684-EEF6A9FF355C}" dt="2023-04-09T09:37:46.798" v="18" actId="27636"/>
          <ac:spMkLst>
            <pc:docMk/>
            <pc:sldMk cId="3512438627" sldId="256"/>
            <ac:spMk id="2" creationId="{00000000-0000-0000-0000-000000000000}"/>
          </ac:spMkLst>
        </pc:spChg>
        <pc:spChg chg="mod">
          <ac:chgData name="之承 沈" userId="25d5769b3392efdc" providerId="LiveId" clId="{589F0AB6-1C48-4BDE-B684-EEF6A9FF355C}" dt="2023-04-09T09:40:38.394" v="50" actId="20577"/>
          <ac:spMkLst>
            <pc:docMk/>
            <pc:sldMk cId="3512438627" sldId="256"/>
            <ac:spMk id="3" creationId="{00000000-0000-0000-0000-000000000000}"/>
          </ac:spMkLst>
        </pc:spChg>
        <pc:spChg chg="mod">
          <ac:chgData name="之承 沈" userId="25d5769b3392efdc" providerId="LiveId" clId="{589F0AB6-1C48-4BDE-B684-EEF6A9FF355C}" dt="2023-04-09T10:27:57.778" v="1329" actId="2711"/>
          <ac:spMkLst>
            <pc:docMk/>
            <pc:sldMk cId="3512438627" sldId="256"/>
            <ac:spMk id="5" creationId="{00000000-0000-0000-0000-000000000000}"/>
          </ac:spMkLst>
        </pc:spChg>
      </pc:sldChg>
      <pc:sldChg chg="modSp mod">
        <pc:chgData name="之承 沈" userId="25d5769b3392efdc" providerId="LiveId" clId="{589F0AB6-1C48-4BDE-B684-EEF6A9FF355C}" dt="2023-04-09T09:42:02.445" v="69" actId="20577"/>
        <pc:sldMkLst>
          <pc:docMk/>
          <pc:sldMk cId="1605372829" sldId="257"/>
        </pc:sldMkLst>
        <pc:spChg chg="mod">
          <ac:chgData name="之承 沈" userId="25d5769b3392efdc" providerId="LiveId" clId="{589F0AB6-1C48-4BDE-B684-EEF6A9FF355C}" dt="2023-04-09T09:42:02.445" v="69" actId="20577"/>
          <ac:spMkLst>
            <pc:docMk/>
            <pc:sldMk cId="1605372829" sldId="257"/>
            <ac:spMk id="3" creationId="{00000000-0000-0000-0000-000000000000}"/>
          </ac:spMkLst>
        </pc:spChg>
      </pc:sldChg>
      <pc:sldChg chg="addSp delSp modSp mod modClrScheme chgLayout">
        <pc:chgData name="之承 沈" userId="25d5769b3392efdc" providerId="LiveId" clId="{589F0AB6-1C48-4BDE-B684-EEF6A9FF355C}" dt="2023-04-09T09:46:43.920" v="250" actId="20577"/>
        <pc:sldMkLst>
          <pc:docMk/>
          <pc:sldMk cId="2912625084" sldId="258"/>
        </pc:sldMkLst>
        <pc:spChg chg="mod ord">
          <ac:chgData name="之承 沈" userId="25d5769b3392efdc" providerId="LiveId" clId="{589F0AB6-1C48-4BDE-B684-EEF6A9FF355C}" dt="2023-04-09T09:46:43.920" v="250" actId="20577"/>
          <ac:spMkLst>
            <pc:docMk/>
            <pc:sldMk cId="2912625084" sldId="258"/>
            <ac:spMk id="2" creationId="{00000000-0000-0000-0000-000000000000}"/>
          </ac:spMkLst>
        </pc:spChg>
        <pc:spChg chg="mod ord">
          <ac:chgData name="之承 沈" userId="25d5769b3392efdc" providerId="LiveId" clId="{589F0AB6-1C48-4BDE-B684-EEF6A9FF355C}" dt="2023-04-09T09:44:19.575" v="101" actId="700"/>
          <ac:spMkLst>
            <pc:docMk/>
            <pc:sldMk cId="2912625084" sldId="258"/>
            <ac:spMk id="3" creationId="{BF88251A-915D-E2AC-1555-7885C6E845C8}"/>
          </ac:spMkLst>
        </pc:spChg>
        <pc:spChg chg="del">
          <ac:chgData name="之承 沈" userId="25d5769b3392efdc" providerId="LiveId" clId="{589F0AB6-1C48-4BDE-B684-EEF6A9FF355C}" dt="2023-04-09T09:44:14.011" v="100" actId="21"/>
          <ac:spMkLst>
            <pc:docMk/>
            <pc:sldMk cId="2912625084" sldId="258"/>
            <ac:spMk id="5" creationId="{00000000-0000-0000-0000-000000000000}"/>
          </ac:spMkLst>
        </pc:spChg>
        <pc:spChg chg="add del mod ord">
          <ac:chgData name="之承 沈" userId="25d5769b3392efdc" providerId="LiveId" clId="{589F0AB6-1C48-4BDE-B684-EEF6A9FF355C}" dt="2023-04-09T09:44:08.635" v="99" actId="700"/>
          <ac:spMkLst>
            <pc:docMk/>
            <pc:sldMk cId="2912625084" sldId="258"/>
            <ac:spMk id="8" creationId="{4E3EC1DE-D025-3469-B0F6-39E98A39EB5E}"/>
          </ac:spMkLst>
        </pc:spChg>
        <pc:spChg chg="add del mod ord">
          <ac:chgData name="之承 沈" userId="25d5769b3392efdc" providerId="LiveId" clId="{589F0AB6-1C48-4BDE-B684-EEF6A9FF355C}" dt="2023-04-09T09:44:19.575" v="101" actId="700"/>
          <ac:spMkLst>
            <pc:docMk/>
            <pc:sldMk cId="2912625084" sldId="258"/>
            <ac:spMk id="9" creationId="{07EDAFBD-3BCA-E250-1678-0FB3882005F5}"/>
          </ac:spMkLst>
        </pc:spChg>
        <pc:spChg chg="add mod ord">
          <ac:chgData name="之承 沈" userId="25d5769b3392efdc" providerId="LiveId" clId="{589F0AB6-1C48-4BDE-B684-EEF6A9FF355C}" dt="2023-04-09T09:46:25.226" v="247" actId="20577"/>
          <ac:spMkLst>
            <pc:docMk/>
            <pc:sldMk cId="2912625084" sldId="258"/>
            <ac:spMk id="10" creationId="{CA02FA8E-9D01-91B8-83E5-5FED178A01F9}"/>
          </ac:spMkLst>
        </pc:spChg>
        <pc:picChg chg="del">
          <ac:chgData name="之承 沈" userId="25d5769b3392efdc" providerId="LiveId" clId="{589F0AB6-1C48-4BDE-B684-EEF6A9FF355C}" dt="2023-04-09T09:42:45.938" v="72" actId="21"/>
          <ac:picMkLst>
            <pc:docMk/>
            <pc:sldMk cId="2912625084" sldId="258"/>
            <ac:picMk id="4" creationId="{00000000-0000-0000-0000-000000000000}"/>
          </ac:picMkLst>
        </pc:picChg>
        <pc:picChg chg="add del mod">
          <ac:chgData name="之承 沈" userId="25d5769b3392efdc" providerId="LiveId" clId="{589F0AB6-1C48-4BDE-B684-EEF6A9FF355C}" dt="2023-04-09T09:42:44.166" v="71" actId="21"/>
          <ac:picMkLst>
            <pc:docMk/>
            <pc:sldMk cId="2912625084" sldId="258"/>
            <ac:picMk id="6" creationId="{74247CA6-1C8A-BAF2-3A3E-A66EE4FF42E2}"/>
          </ac:picMkLst>
        </pc:picChg>
      </pc:sldChg>
      <pc:sldChg chg="addSp delSp modSp mod chgLayout">
        <pc:chgData name="之承 沈" userId="25d5769b3392efdc" providerId="LiveId" clId="{589F0AB6-1C48-4BDE-B684-EEF6A9FF355C}" dt="2023-04-09T10:28:42.280" v="1333" actId="2711"/>
        <pc:sldMkLst>
          <pc:docMk/>
          <pc:sldMk cId="2792763757" sldId="260"/>
        </pc:sldMkLst>
        <pc:spChg chg="mod ord">
          <ac:chgData name="之承 沈" userId="25d5769b3392efdc" providerId="LiveId" clId="{589F0AB6-1C48-4BDE-B684-EEF6A9FF355C}" dt="2023-04-09T10:28:35.890" v="1332" actId="1076"/>
          <ac:spMkLst>
            <pc:docMk/>
            <pc:sldMk cId="2792763757" sldId="260"/>
            <ac:spMk id="2" creationId="{00000000-0000-0000-0000-000000000000}"/>
          </ac:spMkLst>
        </pc:spChg>
        <pc:spChg chg="mod ord">
          <ac:chgData name="之承 沈" userId="25d5769b3392efdc" providerId="LiveId" clId="{589F0AB6-1C48-4BDE-B684-EEF6A9FF355C}" dt="2023-04-09T09:53:39.287" v="423" actId="700"/>
          <ac:spMkLst>
            <pc:docMk/>
            <pc:sldMk cId="2792763757" sldId="260"/>
            <ac:spMk id="3" creationId="{A149A6C6-EEC3-9C43-49F0-583072161525}"/>
          </ac:spMkLst>
        </pc:spChg>
        <pc:spChg chg="add del mod">
          <ac:chgData name="之承 沈" userId="25d5769b3392efdc" providerId="LiveId" clId="{589F0AB6-1C48-4BDE-B684-EEF6A9FF355C}" dt="2023-04-09T09:53:39.287" v="423" actId="700"/>
          <ac:spMkLst>
            <pc:docMk/>
            <pc:sldMk cId="2792763757" sldId="260"/>
            <ac:spMk id="6" creationId="{EB4AB485-A294-74E2-5396-E68BC36FBA91}"/>
          </ac:spMkLst>
        </pc:spChg>
        <pc:spChg chg="del">
          <ac:chgData name="之承 沈" userId="25d5769b3392efdc" providerId="LiveId" clId="{589F0AB6-1C48-4BDE-B684-EEF6A9FF355C}" dt="2023-04-09T09:53:43.031" v="424" actId="21"/>
          <ac:spMkLst>
            <pc:docMk/>
            <pc:sldMk cId="2792763757" sldId="260"/>
            <ac:spMk id="7" creationId="{00000000-0000-0000-0000-000000000000}"/>
          </ac:spMkLst>
        </pc:spChg>
        <pc:spChg chg="add mod ord">
          <ac:chgData name="之承 沈" userId="25d5769b3392efdc" providerId="LiveId" clId="{589F0AB6-1C48-4BDE-B684-EEF6A9FF355C}" dt="2023-04-09T10:28:42.280" v="1333" actId="2711"/>
          <ac:spMkLst>
            <pc:docMk/>
            <pc:sldMk cId="2792763757" sldId="260"/>
            <ac:spMk id="8" creationId="{C827F5D3-66E4-4895-0806-F3AA1E773349}"/>
          </ac:spMkLst>
        </pc:spChg>
        <pc:picChg chg="del mod ord">
          <ac:chgData name="之承 沈" userId="25d5769b3392efdc" providerId="LiveId" clId="{589F0AB6-1C48-4BDE-B684-EEF6A9FF355C}" dt="2023-04-09T09:53:32.643" v="422" actId="478"/>
          <ac:picMkLst>
            <pc:docMk/>
            <pc:sldMk cId="2792763757" sldId="260"/>
            <ac:picMk id="5" creationId="{00000000-0000-0000-0000-000000000000}"/>
          </ac:picMkLst>
        </pc:picChg>
      </pc:sldChg>
      <pc:sldChg chg="addSp delSp modSp mod modClrScheme chgLayout">
        <pc:chgData name="之承 沈" userId="25d5769b3392efdc" providerId="LiveId" clId="{589F0AB6-1C48-4BDE-B684-EEF6A9FF355C}" dt="2023-04-09T10:28:30.909" v="1330" actId="2711"/>
        <pc:sldMkLst>
          <pc:docMk/>
          <pc:sldMk cId="2485500826" sldId="261"/>
        </pc:sldMkLst>
        <pc:spChg chg="del mod">
          <ac:chgData name="之承 沈" userId="25d5769b3392efdc" providerId="LiveId" clId="{589F0AB6-1C48-4BDE-B684-EEF6A9FF355C}" dt="2023-04-09T09:48:03.600" v="273" actId="700"/>
          <ac:spMkLst>
            <pc:docMk/>
            <pc:sldMk cId="2485500826" sldId="261"/>
            <ac:spMk id="2" creationId="{00000000-0000-0000-0000-000000000000}"/>
          </ac:spMkLst>
        </pc:spChg>
        <pc:spChg chg="del mod">
          <ac:chgData name="之承 沈" userId="25d5769b3392efdc" providerId="LiveId" clId="{589F0AB6-1C48-4BDE-B684-EEF6A9FF355C}" dt="2023-04-09T09:48:03.600" v="273" actId="700"/>
          <ac:spMkLst>
            <pc:docMk/>
            <pc:sldMk cId="2485500826" sldId="261"/>
            <ac:spMk id="3" creationId="{00000000-0000-0000-0000-000000000000}"/>
          </ac:spMkLst>
        </pc:spChg>
        <pc:spChg chg="del mod">
          <ac:chgData name="之承 沈" userId="25d5769b3392efdc" providerId="LiveId" clId="{589F0AB6-1C48-4BDE-B684-EEF6A9FF355C}" dt="2023-04-09T09:47:59.277" v="272"/>
          <ac:spMkLst>
            <pc:docMk/>
            <pc:sldMk cId="2485500826" sldId="261"/>
            <ac:spMk id="4" creationId="{00000000-0000-0000-0000-000000000000}"/>
          </ac:spMkLst>
        </pc:spChg>
        <pc:spChg chg="mod ord">
          <ac:chgData name="之承 沈" userId="25d5769b3392efdc" providerId="LiveId" clId="{589F0AB6-1C48-4BDE-B684-EEF6A9FF355C}" dt="2023-04-09T09:51:14.060" v="414" actId="700"/>
          <ac:spMkLst>
            <pc:docMk/>
            <pc:sldMk cId="2485500826" sldId="261"/>
            <ac:spMk id="5" creationId="{54A9DBD1-448A-653C-DE70-9F866DE44467}"/>
          </ac:spMkLst>
        </pc:spChg>
        <pc:spChg chg="add mod ord">
          <ac:chgData name="之承 沈" userId="25d5769b3392efdc" providerId="LiveId" clId="{589F0AB6-1C48-4BDE-B684-EEF6A9FF355C}" dt="2023-04-09T09:51:14.060" v="414" actId="700"/>
          <ac:spMkLst>
            <pc:docMk/>
            <pc:sldMk cId="2485500826" sldId="261"/>
            <ac:spMk id="6" creationId="{D3917CD5-93EF-1F03-09A3-B48376980E2A}"/>
          </ac:spMkLst>
        </pc:spChg>
        <pc:spChg chg="add mod ord">
          <ac:chgData name="之承 沈" userId="25d5769b3392efdc" providerId="LiveId" clId="{589F0AB6-1C48-4BDE-B684-EEF6A9FF355C}" dt="2023-04-09T10:28:30.909" v="1330" actId="2711"/>
          <ac:spMkLst>
            <pc:docMk/>
            <pc:sldMk cId="2485500826" sldId="261"/>
            <ac:spMk id="7" creationId="{8FC9F4A8-A684-3219-F051-5110825CB4DC}"/>
          </ac:spMkLst>
        </pc:spChg>
        <pc:spChg chg="add del mod ord">
          <ac:chgData name="之承 沈" userId="25d5769b3392efdc" providerId="LiveId" clId="{589F0AB6-1C48-4BDE-B684-EEF6A9FF355C}" dt="2023-04-09T09:52:21.409" v="415" actId="931"/>
          <ac:spMkLst>
            <pc:docMk/>
            <pc:sldMk cId="2485500826" sldId="261"/>
            <ac:spMk id="8" creationId="{89E39DA9-D55D-8239-7162-7EB5CFC91126}"/>
          </ac:spMkLst>
        </pc:spChg>
        <pc:picChg chg="add mod">
          <ac:chgData name="之承 沈" userId="25d5769b3392efdc" providerId="LiveId" clId="{589F0AB6-1C48-4BDE-B684-EEF6A9FF355C}" dt="2023-04-09T09:52:35.434" v="420" actId="14100"/>
          <ac:picMkLst>
            <pc:docMk/>
            <pc:sldMk cId="2485500826" sldId="261"/>
            <ac:picMk id="10" creationId="{0CA92268-BC9C-8F96-01C8-DB6BF7034F7C}"/>
          </ac:picMkLst>
        </pc:picChg>
      </pc:sldChg>
      <pc:sldChg chg="modSp del mod ord">
        <pc:chgData name="之承 沈" userId="25d5769b3392efdc" providerId="LiveId" clId="{589F0AB6-1C48-4BDE-B684-EEF6A9FF355C}" dt="2023-04-09T09:57:53.869" v="577" actId="2696"/>
        <pc:sldMkLst>
          <pc:docMk/>
          <pc:sldMk cId="1685615187" sldId="262"/>
        </pc:sldMkLst>
        <pc:spChg chg="mod">
          <ac:chgData name="之承 沈" userId="25d5769b3392efdc" providerId="LiveId" clId="{589F0AB6-1C48-4BDE-B684-EEF6A9FF355C}" dt="2023-04-09T09:57:01.098" v="533" actId="20577"/>
          <ac:spMkLst>
            <pc:docMk/>
            <pc:sldMk cId="1685615187" sldId="262"/>
            <ac:spMk id="3" creationId="{00000000-0000-0000-0000-000000000000}"/>
          </ac:spMkLst>
        </pc:spChg>
      </pc:sldChg>
      <pc:sldChg chg="addSp delSp modSp mod modClrScheme chgLayout">
        <pc:chgData name="之承 沈" userId="25d5769b3392efdc" providerId="LiveId" clId="{589F0AB6-1C48-4BDE-B684-EEF6A9FF355C}" dt="2023-04-09T10:29:30.497" v="1339" actId="2711"/>
        <pc:sldMkLst>
          <pc:docMk/>
          <pc:sldMk cId="1658856297" sldId="263"/>
        </pc:sldMkLst>
        <pc:spChg chg="mod ord">
          <ac:chgData name="之承 沈" userId="25d5769b3392efdc" providerId="LiveId" clId="{589F0AB6-1C48-4BDE-B684-EEF6A9FF355C}" dt="2023-04-09T10:00:17.090" v="654" actId="700"/>
          <ac:spMkLst>
            <pc:docMk/>
            <pc:sldMk cId="1658856297" sldId="263"/>
            <ac:spMk id="2" creationId="{00000000-0000-0000-0000-000000000000}"/>
          </ac:spMkLst>
        </pc:spChg>
        <pc:spChg chg="del mod ord">
          <ac:chgData name="之承 沈" userId="25d5769b3392efdc" providerId="LiveId" clId="{589F0AB6-1C48-4BDE-B684-EEF6A9FF355C}" dt="2023-04-09T10:00:17.090" v="654" actId="700"/>
          <ac:spMkLst>
            <pc:docMk/>
            <pc:sldMk cId="1658856297" sldId="263"/>
            <ac:spMk id="3" creationId="{00000000-0000-0000-0000-000000000000}"/>
          </ac:spMkLst>
        </pc:spChg>
        <pc:spChg chg="mod ord">
          <ac:chgData name="之承 沈" userId="25d5769b3392efdc" providerId="LiveId" clId="{589F0AB6-1C48-4BDE-B684-EEF6A9FF355C}" dt="2023-04-09T10:00:17.090" v="654" actId="700"/>
          <ac:spMkLst>
            <pc:docMk/>
            <pc:sldMk cId="1658856297" sldId="263"/>
            <ac:spMk id="4" creationId="{29B6BE74-9694-0D20-2FFA-027174B2BEDB}"/>
          </ac:spMkLst>
        </pc:spChg>
        <pc:spChg chg="add mod ord">
          <ac:chgData name="之承 沈" userId="25d5769b3392efdc" providerId="LiveId" clId="{589F0AB6-1C48-4BDE-B684-EEF6A9FF355C}" dt="2023-04-09T10:29:30.497" v="1339" actId="2711"/>
          <ac:spMkLst>
            <pc:docMk/>
            <pc:sldMk cId="1658856297" sldId="263"/>
            <ac:spMk id="5" creationId="{8BA263EA-B73D-1A47-F48D-072B914122A3}"/>
          </ac:spMkLst>
        </pc:spChg>
        <pc:spChg chg="add del mod ord">
          <ac:chgData name="之承 沈" userId="25d5769b3392efdc" providerId="LiveId" clId="{589F0AB6-1C48-4BDE-B684-EEF6A9FF355C}" dt="2023-04-09T10:02:18.622" v="724" actId="931"/>
          <ac:spMkLst>
            <pc:docMk/>
            <pc:sldMk cId="1658856297" sldId="263"/>
            <ac:spMk id="6" creationId="{6BE07C45-1955-E8FD-F2BE-6BA6AAD7F8A6}"/>
          </ac:spMkLst>
        </pc:spChg>
        <pc:picChg chg="add mod">
          <ac:chgData name="之承 沈" userId="25d5769b3392efdc" providerId="LiveId" clId="{589F0AB6-1C48-4BDE-B684-EEF6A9FF355C}" dt="2023-04-09T10:02:23.262" v="727" actId="14100"/>
          <ac:picMkLst>
            <pc:docMk/>
            <pc:sldMk cId="1658856297" sldId="263"/>
            <ac:picMk id="8" creationId="{F2F087E6-920C-091E-AA84-C15EDB3611E2}"/>
          </ac:picMkLst>
        </pc:picChg>
      </pc:sldChg>
      <pc:sldChg chg="modSp new mod">
        <pc:chgData name="之承 沈" userId="25d5769b3392efdc" providerId="LiveId" clId="{589F0AB6-1C48-4BDE-B684-EEF6A9FF355C}" dt="2023-04-09T09:47:36.485" v="257" actId="207"/>
        <pc:sldMkLst>
          <pc:docMk/>
          <pc:sldMk cId="1381471172" sldId="264"/>
        </pc:sldMkLst>
        <pc:spChg chg="mod">
          <ac:chgData name="之承 沈" userId="25d5769b3392efdc" providerId="LiveId" clId="{589F0AB6-1C48-4BDE-B684-EEF6A9FF355C}" dt="2023-04-09T09:46:48.569" v="251"/>
          <ac:spMkLst>
            <pc:docMk/>
            <pc:sldMk cId="1381471172" sldId="264"/>
            <ac:spMk id="2" creationId="{68FE7BF9-93F3-8278-68CF-5573FEF38F9A}"/>
          </ac:spMkLst>
        </pc:spChg>
        <pc:spChg chg="mod">
          <ac:chgData name="之承 沈" userId="25d5769b3392efdc" providerId="LiveId" clId="{589F0AB6-1C48-4BDE-B684-EEF6A9FF355C}" dt="2023-04-09T09:47:36.485" v="257" actId="207"/>
          <ac:spMkLst>
            <pc:docMk/>
            <pc:sldMk cId="1381471172" sldId="264"/>
            <ac:spMk id="3" creationId="{02EED883-79F8-D733-5ACD-C004CCB81197}"/>
          </ac:spMkLst>
        </pc:spChg>
      </pc:sldChg>
      <pc:sldChg chg="addSp delSp modSp new mod modClrScheme chgLayout">
        <pc:chgData name="之承 沈" userId="25d5769b3392efdc" providerId="LiveId" clId="{589F0AB6-1C48-4BDE-B684-EEF6A9FF355C}" dt="2023-04-09T10:29:45.326" v="1341" actId="2711"/>
        <pc:sldMkLst>
          <pc:docMk/>
          <pc:sldMk cId="1085537385" sldId="265"/>
        </pc:sldMkLst>
        <pc:spChg chg="del mod ord">
          <ac:chgData name="之承 沈" userId="25d5769b3392efdc" providerId="LiveId" clId="{589F0AB6-1C48-4BDE-B684-EEF6A9FF355C}" dt="2023-04-09T10:03:14.746" v="733" actId="700"/>
          <ac:spMkLst>
            <pc:docMk/>
            <pc:sldMk cId="1085537385" sldId="265"/>
            <ac:spMk id="2" creationId="{3EA84B7C-FA13-F796-1F77-ACEA74BBB186}"/>
          </ac:spMkLst>
        </pc:spChg>
        <pc:spChg chg="del mod ord">
          <ac:chgData name="之承 沈" userId="25d5769b3392efdc" providerId="LiveId" clId="{589F0AB6-1C48-4BDE-B684-EEF6A9FF355C}" dt="2023-04-09T10:03:14.746" v="733" actId="700"/>
          <ac:spMkLst>
            <pc:docMk/>
            <pc:sldMk cId="1085537385" sldId="265"/>
            <ac:spMk id="3" creationId="{1285256A-52A4-4B63-56DB-8502FEF0C926}"/>
          </ac:spMkLst>
        </pc:spChg>
        <pc:spChg chg="del">
          <ac:chgData name="之承 沈" userId="25d5769b3392efdc" providerId="LiveId" clId="{589F0AB6-1C48-4BDE-B684-EEF6A9FF355C}" dt="2023-04-09T10:03:14.746" v="733" actId="700"/>
          <ac:spMkLst>
            <pc:docMk/>
            <pc:sldMk cId="1085537385" sldId="265"/>
            <ac:spMk id="4" creationId="{E9D0F177-BE91-5B58-D86E-3E759AAFF9D2}"/>
          </ac:spMkLst>
        </pc:spChg>
        <pc:spChg chg="mod ord">
          <ac:chgData name="之承 沈" userId="25d5769b3392efdc" providerId="LiveId" clId="{589F0AB6-1C48-4BDE-B684-EEF6A9FF355C}" dt="2023-04-09T10:03:14.746" v="733" actId="700"/>
          <ac:spMkLst>
            <pc:docMk/>
            <pc:sldMk cId="1085537385" sldId="265"/>
            <ac:spMk id="5" creationId="{F5043C9B-8625-F166-A4D7-DF84C70C57D3}"/>
          </ac:spMkLst>
        </pc:spChg>
        <pc:spChg chg="add mod ord">
          <ac:chgData name="之承 沈" userId="25d5769b3392efdc" providerId="LiveId" clId="{589F0AB6-1C48-4BDE-B684-EEF6A9FF355C}" dt="2023-04-09T10:03:29.027" v="750" actId="20577"/>
          <ac:spMkLst>
            <pc:docMk/>
            <pc:sldMk cId="1085537385" sldId="265"/>
            <ac:spMk id="6" creationId="{7F2F0DC4-B714-0DEB-92A1-D3BA63B6FD3D}"/>
          </ac:spMkLst>
        </pc:spChg>
        <pc:spChg chg="add mod ord">
          <ac:chgData name="之承 沈" userId="25d5769b3392efdc" providerId="LiveId" clId="{589F0AB6-1C48-4BDE-B684-EEF6A9FF355C}" dt="2023-04-09T10:29:45.326" v="1341" actId="2711"/>
          <ac:spMkLst>
            <pc:docMk/>
            <pc:sldMk cId="1085537385" sldId="265"/>
            <ac:spMk id="7" creationId="{FC435CBA-5D56-D55A-7028-81BD8DA6A0F3}"/>
          </ac:spMkLst>
        </pc:spChg>
      </pc:sldChg>
      <pc:sldChg chg="addSp delSp modSp new mod modClrScheme chgLayout">
        <pc:chgData name="之承 沈" userId="25d5769b3392efdc" providerId="LiveId" clId="{589F0AB6-1C48-4BDE-B684-EEF6A9FF355C}" dt="2023-04-09T10:30:04.270" v="1343" actId="2711"/>
        <pc:sldMkLst>
          <pc:docMk/>
          <pc:sldMk cId="3188520808" sldId="266"/>
        </pc:sldMkLst>
        <pc:spChg chg="mod ord">
          <ac:chgData name="之承 沈" userId="25d5769b3392efdc" providerId="LiveId" clId="{589F0AB6-1C48-4BDE-B684-EEF6A9FF355C}" dt="2023-04-09T10:18:16.752" v="1127" actId="700"/>
          <ac:spMkLst>
            <pc:docMk/>
            <pc:sldMk cId="3188520808" sldId="266"/>
            <ac:spMk id="2" creationId="{D9244957-E392-096E-7E22-B396F3D24E3A}"/>
          </ac:spMkLst>
        </pc:spChg>
        <pc:spChg chg="del mod ord">
          <ac:chgData name="之承 沈" userId="25d5769b3392efdc" providerId="LiveId" clId="{589F0AB6-1C48-4BDE-B684-EEF6A9FF355C}" dt="2023-04-09T10:04:35.611" v="793" actId="700"/>
          <ac:spMkLst>
            <pc:docMk/>
            <pc:sldMk cId="3188520808" sldId="266"/>
            <ac:spMk id="3" creationId="{2A4A546B-47CB-A63D-24F9-00114D8750AC}"/>
          </ac:spMkLst>
        </pc:spChg>
        <pc:spChg chg="mod ord">
          <ac:chgData name="之承 沈" userId="25d5769b3392efdc" providerId="LiveId" clId="{589F0AB6-1C48-4BDE-B684-EEF6A9FF355C}" dt="2023-04-09T10:18:16.752" v="1127" actId="700"/>
          <ac:spMkLst>
            <pc:docMk/>
            <pc:sldMk cId="3188520808" sldId="266"/>
            <ac:spMk id="4" creationId="{D82FF576-74CA-B709-A6D3-CBC587D4D728}"/>
          </ac:spMkLst>
        </pc:spChg>
        <pc:spChg chg="add mod ord">
          <ac:chgData name="之承 沈" userId="25d5769b3392efdc" providerId="LiveId" clId="{589F0AB6-1C48-4BDE-B684-EEF6A9FF355C}" dt="2023-04-09T10:30:04.270" v="1343" actId="2711"/>
          <ac:spMkLst>
            <pc:docMk/>
            <pc:sldMk cId="3188520808" sldId="266"/>
            <ac:spMk id="5" creationId="{84AA154F-8A21-0EE9-1C1B-7A716A16B440}"/>
          </ac:spMkLst>
        </pc:spChg>
        <pc:spChg chg="add del mod ord">
          <ac:chgData name="之承 沈" userId="25d5769b3392efdc" providerId="LiveId" clId="{589F0AB6-1C48-4BDE-B684-EEF6A9FF355C}" dt="2023-04-09T10:05:34.277" v="796" actId="931"/>
          <ac:spMkLst>
            <pc:docMk/>
            <pc:sldMk cId="3188520808" sldId="266"/>
            <ac:spMk id="6" creationId="{651C4EDD-8EDA-41EA-FF66-35AB8F9DD640}"/>
          </ac:spMkLst>
        </pc:spChg>
        <pc:spChg chg="add del mod">
          <ac:chgData name="之承 沈" userId="25d5769b3392efdc" providerId="LiveId" clId="{589F0AB6-1C48-4BDE-B684-EEF6A9FF355C}" dt="2023-04-09T10:18:16.752" v="1127" actId="700"/>
          <ac:spMkLst>
            <pc:docMk/>
            <pc:sldMk cId="3188520808" sldId="266"/>
            <ac:spMk id="10" creationId="{DA927EAF-4945-DD56-B9D2-AA30BE77B2AC}"/>
          </ac:spMkLst>
        </pc:spChg>
        <pc:picChg chg="add del mod">
          <ac:chgData name="之承 沈" userId="25d5769b3392efdc" providerId="LiveId" clId="{589F0AB6-1C48-4BDE-B684-EEF6A9FF355C}" dt="2023-04-09T10:18:12.707" v="1126" actId="21"/>
          <ac:picMkLst>
            <pc:docMk/>
            <pc:sldMk cId="3188520808" sldId="266"/>
            <ac:picMk id="8" creationId="{0E48A770-8710-82E0-B391-93027C4EC8B4}"/>
          </ac:picMkLst>
        </pc:picChg>
      </pc:sldChg>
      <pc:sldChg chg="modSp new mod">
        <pc:chgData name="之承 沈" userId="25d5769b3392efdc" providerId="LiveId" clId="{589F0AB6-1C48-4BDE-B684-EEF6A9FF355C}" dt="2023-04-09T10:38:48.860" v="1617" actId="2711"/>
        <pc:sldMkLst>
          <pc:docMk/>
          <pc:sldMk cId="3821251681" sldId="267"/>
        </pc:sldMkLst>
        <pc:spChg chg="mod">
          <ac:chgData name="之承 沈" userId="25d5769b3392efdc" providerId="LiveId" clId="{589F0AB6-1C48-4BDE-B684-EEF6A9FF355C}" dt="2023-04-09T10:08:11.297" v="875"/>
          <ac:spMkLst>
            <pc:docMk/>
            <pc:sldMk cId="3821251681" sldId="267"/>
            <ac:spMk id="2" creationId="{37FDEC3E-729B-1821-1A52-69D53C73D17E}"/>
          </ac:spMkLst>
        </pc:spChg>
        <pc:spChg chg="mod">
          <ac:chgData name="之承 沈" userId="25d5769b3392efdc" providerId="LiveId" clId="{589F0AB6-1C48-4BDE-B684-EEF6A9FF355C}" dt="2023-04-09T10:38:48.860" v="1617" actId="2711"/>
          <ac:spMkLst>
            <pc:docMk/>
            <pc:sldMk cId="3821251681" sldId="267"/>
            <ac:spMk id="3" creationId="{A5C31549-B20F-3290-8255-3B3526020C34}"/>
          </ac:spMkLst>
        </pc:spChg>
      </pc:sldChg>
      <pc:sldChg chg="new del">
        <pc:chgData name="之承 沈" userId="25d5769b3392efdc" providerId="LiveId" clId="{589F0AB6-1C48-4BDE-B684-EEF6A9FF355C}" dt="2023-04-09T10:06:10.110" v="803" actId="2696"/>
        <pc:sldMkLst>
          <pc:docMk/>
          <pc:sldMk cId="4029865779" sldId="267"/>
        </pc:sldMkLst>
      </pc:sldChg>
      <pc:sldChg chg="addSp delSp modSp new mod modClrScheme chgLayout">
        <pc:chgData name="之承 沈" userId="25d5769b3392efdc" providerId="LiveId" clId="{589F0AB6-1C48-4BDE-B684-EEF6A9FF355C}" dt="2023-04-09T10:38:33.506" v="1616" actId="2711"/>
        <pc:sldMkLst>
          <pc:docMk/>
          <pc:sldMk cId="3931793295" sldId="268"/>
        </pc:sldMkLst>
        <pc:spChg chg="del mod ord">
          <ac:chgData name="之承 沈" userId="25d5769b3392efdc" providerId="LiveId" clId="{589F0AB6-1C48-4BDE-B684-EEF6A9FF355C}" dt="2023-04-09T10:11:48.150" v="982" actId="700"/>
          <ac:spMkLst>
            <pc:docMk/>
            <pc:sldMk cId="3931793295" sldId="268"/>
            <ac:spMk id="2" creationId="{D0D005AD-FD57-6B9E-A633-EFD2450C72F6}"/>
          </ac:spMkLst>
        </pc:spChg>
        <pc:spChg chg="del mod ord">
          <ac:chgData name="之承 沈" userId="25d5769b3392efdc" providerId="LiveId" clId="{589F0AB6-1C48-4BDE-B684-EEF6A9FF355C}" dt="2023-04-09T10:11:48.150" v="982" actId="700"/>
          <ac:spMkLst>
            <pc:docMk/>
            <pc:sldMk cId="3931793295" sldId="268"/>
            <ac:spMk id="3" creationId="{215F49E4-58EA-A8B8-153A-EC4FD57562A8}"/>
          </ac:spMkLst>
        </pc:spChg>
        <pc:spChg chg="del">
          <ac:chgData name="之承 沈" userId="25d5769b3392efdc" providerId="LiveId" clId="{589F0AB6-1C48-4BDE-B684-EEF6A9FF355C}" dt="2023-04-09T10:11:48.150" v="982" actId="700"/>
          <ac:spMkLst>
            <pc:docMk/>
            <pc:sldMk cId="3931793295" sldId="268"/>
            <ac:spMk id="4" creationId="{3275CEC3-90D7-82BF-1D66-CD69950E2EC5}"/>
          </ac:spMkLst>
        </pc:spChg>
        <pc:spChg chg="mod ord">
          <ac:chgData name="之承 沈" userId="25d5769b3392efdc" providerId="LiveId" clId="{589F0AB6-1C48-4BDE-B684-EEF6A9FF355C}" dt="2023-04-09T10:11:48.150" v="982" actId="700"/>
          <ac:spMkLst>
            <pc:docMk/>
            <pc:sldMk cId="3931793295" sldId="268"/>
            <ac:spMk id="5" creationId="{E3D96E6E-6B25-0D6C-1B76-11535059E08C}"/>
          </ac:spMkLst>
        </pc:spChg>
        <pc:spChg chg="add mod ord">
          <ac:chgData name="之承 沈" userId="25d5769b3392efdc" providerId="LiveId" clId="{589F0AB6-1C48-4BDE-B684-EEF6A9FF355C}" dt="2023-04-09T10:12:14.515" v="999" actId="20577"/>
          <ac:spMkLst>
            <pc:docMk/>
            <pc:sldMk cId="3931793295" sldId="268"/>
            <ac:spMk id="6" creationId="{BEAD591D-7B73-6D78-0209-A7072317E4C2}"/>
          </ac:spMkLst>
        </pc:spChg>
        <pc:spChg chg="add mod ord">
          <ac:chgData name="之承 沈" userId="25d5769b3392efdc" providerId="LiveId" clId="{589F0AB6-1C48-4BDE-B684-EEF6A9FF355C}" dt="2023-04-09T10:38:33.506" v="1616" actId="2711"/>
          <ac:spMkLst>
            <pc:docMk/>
            <pc:sldMk cId="3931793295" sldId="268"/>
            <ac:spMk id="7" creationId="{7EDE0136-36A1-B65C-488A-63E8F5E946BE}"/>
          </ac:spMkLst>
        </pc:spChg>
      </pc:sldChg>
      <pc:sldChg chg="addSp delSp modSp new mod modClrScheme chgLayout">
        <pc:chgData name="之承 沈" userId="25d5769b3392efdc" providerId="LiveId" clId="{589F0AB6-1C48-4BDE-B684-EEF6A9FF355C}" dt="2023-04-09T10:37:45.555" v="1615" actId="20577"/>
        <pc:sldMkLst>
          <pc:docMk/>
          <pc:sldMk cId="1583654892" sldId="269"/>
        </pc:sldMkLst>
        <pc:spChg chg="mod ord">
          <ac:chgData name="之承 沈" userId="25d5769b3392efdc" providerId="LiveId" clId="{589F0AB6-1C48-4BDE-B684-EEF6A9FF355C}" dt="2023-04-09T10:18:38.475" v="1131" actId="700"/>
          <ac:spMkLst>
            <pc:docMk/>
            <pc:sldMk cId="1583654892" sldId="269"/>
            <ac:spMk id="2" creationId="{D1AC734D-8FAA-BF6C-2DC4-417DE482FC7A}"/>
          </ac:spMkLst>
        </pc:spChg>
        <pc:spChg chg="del mod ord">
          <ac:chgData name="之承 沈" userId="25d5769b3392efdc" providerId="LiveId" clId="{589F0AB6-1C48-4BDE-B684-EEF6A9FF355C}" dt="2023-04-09T10:18:38.475" v="1131" actId="700"/>
          <ac:spMkLst>
            <pc:docMk/>
            <pc:sldMk cId="1583654892" sldId="269"/>
            <ac:spMk id="3" creationId="{8823D94E-EACE-7FA4-894B-3C62E44B4964}"/>
          </ac:spMkLst>
        </pc:spChg>
        <pc:spChg chg="mod ord">
          <ac:chgData name="之承 沈" userId="25d5769b3392efdc" providerId="LiveId" clId="{589F0AB6-1C48-4BDE-B684-EEF6A9FF355C}" dt="2023-04-09T10:18:38.475" v="1131" actId="700"/>
          <ac:spMkLst>
            <pc:docMk/>
            <pc:sldMk cId="1583654892" sldId="269"/>
            <ac:spMk id="4" creationId="{CEC09D99-D7B0-DAA7-08C4-3BAD075E8CD9}"/>
          </ac:spMkLst>
        </pc:spChg>
        <pc:spChg chg="add mod ord">
          <ac:chgData name="之承 沈" userId="25d5769b3392efdc" providerId="LiveId" clId="{589F0AB6-1C48-4BDE-B684-EEF6A9FF355C}" dt="2023-04-09T10:37:45.555" v="1615" actId="20577"/>
          <ac:spMkLst>
            <pc:docMk/>
            <pc:sldMk cId="1583654892" sldId="269"/>
            <ac:spMk id="5" creationId="{A6B7F4BE-C838-AD1F-33F6-BEB9A7021804}"/>
          </ac:spMkLst>
        </pc:spChg>
        <pc:spChg chg="add del mod ord">
          <ac:chgData name="之承 沈" userId="25d5769b3392efdc" providerId="LiveId" clId="{589F0AB6-1C48-4BDE-B684-EEF6A9FF355C}" dt="2023-04-09T10:18:43.856" v="1132" actId="931"/>
          <ac:spMkLst>
            <pc:docMk/>
            <pc:sldMk cId="1583654892" sldId="269"/>
            <ac:spMk id="6" creationId="{5839B7D7-BDD6-432A-859B-51EDBE245ADE}"/>
          </ac:spMkLst>
        </pc:spChg>
        <pc:picChg chg="add mod">
          <ac:chgData name="之承 沈" userId="25d5769b3392efdc" providerId="LiveId" clId="{589F0AB6-1C48-4BDE-B684-EEF6A9FF355C}" dt="2023-04-09T10:18:54.858" v="1137" actId="14100"/>
          <ac:picMkLst>
            <pc:docMk/>
            <pc:sldMk cId="1583654892" sldId="269"/>
            <ac:picMk id="8" creationId="{919B6526-7DA3-7137-0A19-DF32DBD87832}"/>
          </ac:picMkLst>
        </pc:picChg>
      </pc:sldChg>
      <pc:sldChg chg="addSp delSp modSp new mod modClrScheme chgLayout">
        <pc:chgData name="之承 沈" userId="25d5769b3392efdc" providerId="LiveId" clId="{589F0AB6-1C48-4BDE-B684-EEF6A9FF355C}" dt="2023-04-09T10:30:18.857" v="1345" actId="2711"/>
        <pc:sldMkLst>
          <pc:docMk/>
          <pc:sldMk cId="3334228006" sldId="270"/>
        </pc:sldMkLst>
        <pc:spChg chg="del mod ord">
          <ac:chgData name="之承 沈" userId="25d5769b3392efdc" providerId="LiveId" clId="{589F0AB6-1C48-4BDE-B684-EEF6A9FF355C}" dt="2023-04-09T10:21:49.567" v="1147" actId="700"/>
          <ac:spMkLst>
            <pc:docMk/>
            <pc:sldMk cId="3334228006" sldId="270"/>
            <ac:spMk id="2" creationId="{96ADE525-49EC-5A17-5E36-5E8F5299C89F}"/>
          </ac:spMkLst>
        </pc:spChg>
        <pc:spChg chg="del mod ord">
          <ac:chgData name="之承 沈" userId="25d5769b3392efdc" providerId="LiveId" clId="{589F0AB6-1C48-4BDE-B684-EEF6A9FF355C}" dt="2023-04-09T10:21:49.567" v="1147" actId="700"/>
          <ac:spMkLst>
            <pc:docMk/>
            <pc:sldMk cId="3334228006" sldId="270"/>
            <ac:spMk id="3" creationId="{25DB6086-1B0B-D642-13C7-DFAD8B6619DA}"/>
          </ac:spMkLst>
        </pc:spChg>
        <pc:spChg chg="del">
          <ac:chgData name="之承 沈" userId="25d5769b3392efdc" providerId="LiveId" clId="{589F0AB6-1C48-4BDE-B684-EEF6A9FF355C}" dt="2023-04-09T10:21:49.567" v="1147" actId="700"/>
          <ac:spMkLst>
            <pc:docMk/>
            <pc:sldMk cId="3334228006" sldId="270"/>
            <ac:spMk id="4" creationId="{9FDE0E1F-21E8-0CC2-3C14-C2FB6B89FC99}"/>
          </ac:spMkLst>
        </pc:spChg>
        <pc:spChg chg="mod ord">
          <ac:chgData name="之承 沈" userId="25d5769b3392efdc" providerId="LiveId" clId="{589F0AB6-1C48-4BDE-B684-EEF6A9FF355C}" dt="2023-04-09T10:21:49.567" v="1147" actId="700"/>
          <ac:spMkLst>
            <pc:docMk/>
            <pc:sldMk cId="3334228006" sldId="270"/>
            <ac:spMk id="5" creationId="{9213F358-0A60-7297-9FA9-EAA8D3D869E8}"/>
          </ac:spMkLst>
        </pc:spChg>
        <pc:spChg chg="add mod ord">
          <ac:chgData name="之承 沈" userId="25d5769b3392efdc" providerId="LiveId" clId="{589F0AB6-1C48-4BDE-B684-EEF6A9FF355C}" dt="2023-04-09T10:30:18.857" v="1345" actId="2711"/>
          <ac:spMkLst>
            <pc:docMk/>
            <pc:sldMk cId="3334228006" sldId="270"/>
            <ac:spMk id="6" creationId="{B13900E8-C1DB-1602-9427-3DC6EC129266}"/>
          </ac:spMkLst>
        </pc:spChg>
        <pc:spChg chg="add mod ord">
          <ac:chgData name="之承 沈" userId="25d5769b3392efdc" providerId="LiveId" clId="{589F0AB6-1C48-4BDE-B684-EEF6A9FF355C}" dt="2023-04-09T10:22:00.832" v="1163" actId="5793"/>
          <ac:spMkLst>
            <pc:docMk/>
            <pc:sldMk cId="3334228006" sldId="270"/>
            <ac:spMk id="7" creationId="{993354DE-5A28-A2DC-F419-09443396316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EA3975-176E-4B66-BF68-D39383FEE0CD}" type="datetimeFigureOut">
              <a:rPr lang="zh-TW" altLang="en-US" smtClean="0"/>
              <a:t>2023/9/12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EA774E-7286-49E7-9222-44A0C947EE01}" type="slidenum">
              <a:rPr lang="zh-TW" altLang="en-US" smtClean="0"/>
              <a:t>‹#›</a:t>
            </a:fld>
            <a:endParaRPr lang="zh-TW" altLang="en-US"/>
          </a:p>
        </p:txBody>
      </p:sp>
    </p:spTree>
    <p:extLst>
      <p:ext uri="{BB962C8B-B14F-4D97-AF65-F5344CB8AC3E}">
        <p14:creationId xmlns:p14="http://schemas.microsoft.com/office/powerpoint/2010/main" val="2618339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371F1EC9-AAAC-47AF-A269-4996676D2364}" type="datetime1">
              <a:rPr lang="zh-TW" altLang="en-US" smtClean="0"/>
              <a:t>2023/9/12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4140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36C651C-9FA2-4571-9452-2BE0AB97197A}" type="datetime1">
              <a:rPr lang="zh-TW" altLang="en-US" smtClean="0"/>
              <a:t>2023/9/12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4161361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DC7E8D05-7482-4E99-B8CE-EE33F4A29F3D}" type="datetime1">
              <a:rPr lang="zh-TW" altLang="en-US" smtClean="0"/>
              <a:t>2023/9/12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943087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382CFA7-86F6-4CD0-9E10-528996B7EEFC}" type="datetime1">
              <a:rPr lang="zh-TW" altLang="en-US" smtClean="0"/>
              <a:t>2023/9/12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347867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FA17897-B5D3-4272-A111-9B67B2004AE3}" type="datetime1">
              <a:rPr lang="zh-TW" altLang="en-US" smtClean="0"/>
              <a:t>2023/9/12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110717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CD675D5-D81D-4E76-8635-CACEBFB0A4E2}" type="datetime1">
              <a:rPr lang="zh-TW" altLang="en-US" smtClean="0"/>
              <a:t>2023/9/12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527598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0F31696-61E9-4315-9D82-A1103AA15E6B}" type="datetime1">
              <a:rPr lang="zh-TW" altLang="en-US" smtClean="0"/>
              <a:t>2023/9/12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581316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90F09A86-719E-4BEB-B2E5-670E55BCE468}" type="datetime1">
              <a:rPr lang="zh-TW" altLang="en-US" smtClean="0"/>
              <a:t>2023/9/12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623659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762194D2-5330-480E-932A-F100762F2B18}" type="datetime1">
              <a:rPr lang="zh-TW" altLang="en-US" smtClean="0"/>
              <a:t>2023/9/12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3886892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07F62DE-3ADF-44AC-92E9-37AE854E0474}" type="datetime1">
              <a:rPr lang="zh-TW" altLang="en-US" smtClean="0"/>
              <a:t>2023/9/12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359139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70738F7-1F20-4913-9A49-9E1DDEFB906E}" type="datetime1">
              <a:rPr lang="zh-TW" altLang="en-US" smtClean="0"/>
              <a:t>2023/9/12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857240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24B6-616C-4F91-8481-3827A741704A}" type="datetime1">
              <a:rPr lang="zh-TW" altLang="en-US" smtClean="0"/>
              <a:t>2023/9/12</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60830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Longest Increasing Subsequence Computation over Streaming Sequences</a:t>
            </a:r>
          </a:p>
        </p:txBody>
      </p:sp>
      <p:sp>
        <p:nvSpPr>
          <p:cNvPr id="3" name="副標題 2"/>
          <p:cNvSpPr>
            <a:spLocks noGrp="1"/>
          </p:cNvSpPr>
          <p:nvPr>
            <p:ph type="subTitle" idx="1"/>
          </p:nvPr>
        </p:nvSpPr>
        <p:spPr/>
        <p:txBody>
          <a:bodyPr>
            <a:normAutofit/>
          </a:bodyPr>
          <a:lstStyle/>
          <a:p>
            <a:r>
              <a:rPr lang="en-US" altLang="zh-TW" dirty="0" err="1">
                <a:latin typeface="Times New Roman" panose="02020603050405020304" pitchFamily="18" charset="0"/>
                <a:cs typeface="Times New Roman" panose="02020603050405020304" pitchFamily="18" charset="0"/>
              </a:rPr>
              <a:t>Youhuan</a:t>
            </a:r>
            <a:r>
              <a:rPr lang="en-US" altLang="zh-TW" dirty="0">
                <a:latin typeface="Times New Roman" panose="02020603050405020304" pitchFamily="18" charset="0"/>
                <a:cs typeface="Times New Roman" panose="02020603050405020304" pitchFamily="18" charset="0"/>
              </a:rPr>
              <a:t> Li, Lei Zou, </a:t>
            </a:r>
            <a:r>
              <a:rPr lang="en-US" altLang="zh-TW" dirty="0" err="1">
                <a:latin typeface="Times New Roman" panose="02020603050405020304" pitchFamily="18" charset="0"/>
                <a:cs typeface="Times New Roman" panose="02020603050405020304" pitchFamily="18" charset="0"/>
              </a:rPr>
              <a:t>Huaming</a:t>
            </a:r>
            <a:r>
              <a:rPr lang="en-US" altLang="zh-TW" dirty="0">
                <a:latin typeface="Times New Roman" panose="02020603050405020304" pitchFamily="18" charset="0"/>
                <a:cs typeface="Times New Roman" panose="02020603050405020304" pitchFamily="18" charset="0"/>
              </a:rPr>
              <a:t> Zhang, and </a:t>
            </a:r>
            <a:r>
              <a:rPr lang="en-US" altLang="zh-TW" dirty="0" err="1">
                <a:latin typeface="Times New Roman" panose="02020603050405020304" pitchFamily="18" charset="0"/>
                <a:cs typeface="Times New Roman" panose="02020603050405020304" pitchFamily="18" charset="0"/>
              </a:rPr>
              <a:t>Dongyan</a:t>
            </a:r>
            <a:r>
              <a:rPr lang="en-US" altLang="zh-TW" dirty="0">
                <a:latin typeface="Times New Roman" panose="02020603050405020304" pitchFamily="18" charset="0"/>
                <a:cs typeface="Times New Roman" panose="02020603050405020304" pitchFamily="18" charset="0"/>
              </a:rPr>
              <a:t> Zhao</a:t>
            </a:r>
          </a:p>
          <a:p>
            <a:r>
              <a:rPr lang="en-US" altLang="zh-TW" dirty="0">
                <a:latin typeface="Times New Roman" panose="02020603050405020304" pitchFamily="18" charset="0"/>
                <a:cs typeface="Times New Roman" panose="02020603050405020304" pitchFamily="18" charset="0"/>
              </a:rPr>
              <a:t>IEEE Transactions on Knowledge and Data Engineering, </a:t>
            </a:r>
          </a:p>
          <a:p>
            <a:r>
              <a:rPr lang="en-US" altLang="zh-TW" dirty="0">
                <a:latin typeface="Times New Roman" panose="02020603050405020304" pitchFamily="18" charset="0"/>
                <a:cs typeface="Times New Roman" panose="02020603050405020304" pitchFamily="18" charset="0"/>
              </a:rPr>
              <a:t>vol. 30, no. 6, June 2018</a:t>
            </a:r>
          </a:p>
        </p:txBody>
      </p:sp>
      <p:sp>
        <p:nvSpPr>
          <p:cNvPr id="5" name="文字方塊 4"/>
          <p:cNvSpPr txBox="1"/>
          <p:nvPr/>
        </p:nvSpPr>
        <p:spPr>
          <a:xfrm>
            <a:off x="8539842" y="5349875"/>
            <a:ext cx="3575958" cy="1107996"/>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Zhi-Cheng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Shen</a:t>
            </a:r>
          </a:p>
          <a:p>
            <a:r>
              <a:rPr lang="en-US" altLang="zh-TW" sz="2400" dirty="0">
                <a:latin typeface="Times New Roman" panose="02020603050405020304" pitchFamily="18" charset="0"/>
                <a:cs typeface="Times New Roman" panose="02020603050405020304" pitchFamily="18" charset="0"/>
              </a:rPr>
              <a:t>Date</a:t>
            </a:r>
            <a:r>
              <a:rPr lang="en-US" altLang="zh-TW" sz="2400">
                <a:latin typeface="Times New Roman" panose="02020603050405020304" pitchFamily="18" charset="0"/>
                <a:cs typeface="Times New Roman" panose="02020603050405020304" pitchFamily="18" charset="0"/>
              </a:rPr>
              <a:t>: Sept. </a:t>
            </a:r>
            <a:r>
              <a:rPr lang="en-US" altLang="zh-TW" sz="2400" dirty="0">
                <a:latin typeface="Times New Roman" panose="02020603050405020304" pitchFamily="18" charset="0"/>
                <a:cs typeface="Times New Roman" panose="02020603050405020304" pitchFamily="18" charset="0"/>
              </a:rPr>
              <a:t>12, 2023</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5684D1F-1D53-AA32-37B0-EFB5646267C3}"/>
              </a:ext>
            </a:extLst>
          </p:cNvPr>
          <p:cNvSpPr>
            <a:spLocks noGrp="1"/>
          </p:cNvSpPr>
          <p:nvPr>
            <p:ph type="sldNum" sz="quarter" idx="12"/>
          </p:nvPr>
        </p:nvSpPr>
        <p:spPr/>
        <p:txBody>
          <a:bodyPr/>
          <a:lstStyle/>
          <a:p>
            <a:fld id="{FFC34EEA-53D1-4661-9D8A-77EED7BBB355}" type="slidenum">
              <a:rPr lang="zh-TW" altLang="en-US" smtClean="0"/>
              <a:t>1</a:t>
            </a:fld>
            <a:endParaRPr lang="zh-TW" altLang="en-US"/>
          </a:p>
        </p:txBody>
      </p:sp>
    </p:spTree>
    <p:extLst>
      <p:ext uri="{BB962C8B-B14F-4D97-AF65-F5344CB8AC3E}">
        <p14:creationId xmlns:p14="http://schemas.microsoft.com/office/powerpoint/2010/main" val="3512438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690687"/>
            <a:ext cx="10515600" cy="5030788"/>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In this paper, we propose a data structure, a quadruple neighbor list (QN-list, for short), to support real time queries of all longest increasing subsequence (LIS) and LIS with constraints over sequential data streams. The QN-List built by our algorithm requires O(w) space, where w is the time window size. The running time for building the initial QN-List takes O(</a:t>
            </a:r>
            <a:r>
              <a:rPr lang="en-US" altLang="zh-TW" dirty="0" err="1">
                <a:latin typeface="Times New Roman" panose="02020603050405020304" pitchFamily="18" charset="0"/>
                <a:cs typeface="Times New Roman" panose="02020603050405020304" pitchFamily="18" charset="0"/>
              </a:rPr>
              <a:t>wlogw</a:t>
            </a:r>
            <a:r>
              <a:rPr lang="en-US" altLang="zh-TW" dirty="0">
                <a:latin typeface="Times New Roman" panose="02020603050405020304" pitchFamily="18" charset="0"/>
                <a:cs typeface="Times New Roman" panose="02020603050405020304" pitchFamily="18" charset="0"/>
              </a:rPr>
              <a:t>) time. Applying the QN-List, insertion of the new item takes O(</a:t>
            </a:r>
            <a:r>
              <a:rPr lang="en-US" altLang="zh-TW" dirty="0" err="1">
                <a:latin typeface="Times New Roman" panose="02020603050405020304" pitchFamily="18" charset="0"/>
                <a:cs typeface="Times New Roman" panose="02020603050405020304" pitchFamily="18" charset="0"/>
              </a:rPr>
              <a:t>logw</a:t>
            </a:r>
            <a:r>
              <a:rPr lang="en-US" altLang="zh-TW" dirty="0">
                <a:latin typeface="Times New Roman" panose="02020603050405020304" pitchFamily="18" charset="0"/>
                <a:cs typeface="Times New Roman" panose="02020603050405020304" pitchFamily="18" charset="0"/>
              </a:rPr>
              <a:t>) time and deletion of the first item takes O(w) time. To the best of our knowledge, this is the first work to support both LIS enumeration and LIS with constraints computation by using a single uniform data structure for real time sequential data streams. Our method outperforms the state-of-the-art methods in both time and space cost, not only theoretically, but also empirically.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91D7D98-1D13-99BC-E0FA-EA6F5E51EEE2}"/>
              </a:ext>
            </a:extLst>
          </p:cNvPr>
          <p:cNvSpPr>
            <a:spLocks noGrp="1"/>
          </p:cNvSpPr>
          <p:nvPr>
            <p:ph type="sldNum" sz="quarter" idx="12"/>
          </p:nvPr>
        </p:nvSpPr>
        <p:spPr/>
        <p:txBody>
          <a:bodyPr/>
          <a:lstStyle/>
          <a:p>
            <a:fld id="{FFC34EEA-53D1-4661-9D8A-77EED7BBB355}" type="slidenum">
              <a:rPr lang="zh-TW" altLang="en-US" smtClean="0"/>
              <a:t>2</a:t>
            </a:fld>
            <a:endParaRPr lang="zh-TW" altLang="en-US"/>
          </a:p>
        </p:txBody>
      </p:sp>
    </p:spTree>
    <p:extLst>
      <p:ext uri="{BB962C8B-B14F-4D97-AF65-F5344CB8AC3E}">
        <p14:creationId xmlns:p14="http://schemas.microsoft.com/office/powerpoint/2010/main" val="1605372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Neighbors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left neighbor ln(</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ln(</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if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is the nearest item before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such that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right neighbor </a:t>
            </a:r>
            <a:r>
              <a:rPr lang="en-US" altLang="zh-TW" dirty="0" err="1">
                <a:latin typeface="Times New Roman" panose="02020603050405020304" pitchFamily="18" charset="0"/>
                <a:cs typeface="Times New Roman" panose="02020603050405020304" pitchFamily="18" charset="0"/>
              </a:rPr>
              <a:t>rn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rn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if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is the nearest item after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such that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up neighbor un(</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un(</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if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is the nearest item before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such that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- 1.</a:t>
            </a:r>
          </a:p>
          <a:p>
            <a:pPr marL="0" indent="0">
              <a:buNone/>
            </a:pPr>
            <a:r>
              <a:rPr lang="en-US" altLang="zh-TW" dirty="0">
                <a:latin typeface="Times New Roman" panose="02020603050405020304" pitchFamily="18" charset="0"/>
                <a:cs typeface="Times New Roman" panose="02020603050405020304" pitchFamily="18" charset="0"/>
              </a:rPr>
              <a:t>down neighbor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if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is the nearest item before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such that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RL(</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+ 1.</a:t>
            </a: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3</a:t>
            </a:fld>
            <a:endParaRPr lang="zh-TW" altLang="en-US"/>
          </a:p>
        </p:txBody>
      </p:sp>
    </p:spTree>
    <p:extLst>
      <p:ext uri="{BB962C8B-B14F-4D97-AF65-F5344CB8AC3E}">
        <p14:creationId xmlns:p14="http://schemas.microsoft.com/office/powerpoint/2010/main" val="425444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Data Structure</a:t>
            </a:r>
            <a:endParaRPr lang="zh-TW" altLang="en-US" dirty="0">
              <a:latin typeface="Times New Roman" panose="02020603050405020304" pitchFamily="18" charset="0"/>
              <a:cs typeface="Times New Roman" panose="02020603050405020304" pitchFamily="18" charset="0"/>
            </a:endParaRPr>
          </a:p>
        </p:txBody>
      </p:sp>
      <p:sp>
        <p:nvSpPr>
          <p:cNvPr id="6" name="文字版面配置區 5"/>
          <p:cNvSpPr>
            <a:spLocks noGrp="1"/>
          </p:cNvSpPr>
          <p:nvPr>
            <p:ph type="body" idx="1"/>
          </p:nvPr>
        </p:nvSpPr>
        <p:spPr/>
        <p:txBody>
          <a:bodyPr/>
          <a:lstStyle/>
          <a:p>
            <a:r>
              <a:rPr lang="en-US" altLang="zh-TW" dirty="0"/>
              <a:t>Horizontal lists</a:t>
            </a:r>
            <a:endParaRPr lang="zh-TW" altLang="en-US" dirty="0"/>
          </a:p>
        </p:txBody>
      </p:sp>
      <p:pic>
        <p:nvPicPr>
          <p:cNvPr id="10" name="內容版面配置區 9"/>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88" y="2597805"/>
            <a:ext cx="3268064" cy="3196708"/>
          </a:xfrm>
        </p:spPr>
      </p:pic>
      <p:sp>
        <p:nvSpPr>
          <p:cNvPr id="8" name="文字版面配置區 7"/>
          <p:cNvSpPr>
            <a:spLocks noGrp="1"/>
          </p:cNvSpPr>
          <p:nvPr>
            <p:ph type="body" sz="quarter" idx="3"/>
          </p:nvPr>
        </p:nvSpPr>
        <p:spPr/>
        <p:txBody>
          <a:bodyPr/>
          <a:lstStyle/>
          <a:p>
            <a:r>
              <a:rPr lang="en-US" altLang="zh-TW" dirty="0"/>
              <a:t>QN-List</a:t>
            </a:r>
            <a:endParaRPr lang="zh-TW" altLang="en-US" dirty="0"/>
          </a:p>
        </p:txBody>
      </p:sp>
      <p:pic>
        <p:nvPicPr>
          <p:cNvPr id="11" name="內容版面配置區 10"/>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097588" y="2505075"/>
            <a:ext cx="3061252" cy="3184249"/>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4</a:t>
            </a:fld>
            <a:endParaRPr lang="zh-TW" altLang="en-US"/>
          </a:p>
        </p:txBody>
      </p:sp>
    </p:spTree>
    <p:extLst>
      <p:ext uri="{BB962C8B-B14F-4D97-AF65-F5344CB8AC3E}">
        <p14:creationId xmlns:p14="http://schemas.microsoft.com/office/powerpoint/2010/main" val="3649286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 Construction</a:t>
            </a:r>
            <a:endParaRPr lang="zh-TW" altLang="en-US" dirty="0">
              <a:latin typeface="Times New Roman" panose="02020603050405020304" pitchFamily="18" charset="0"/>
              <a:cs typeface="Times New Roman" panose="02020603050405020304" pitchFamily="18" charset="0"/>
            </a:endParaRPr>
          </a:p>
        </p:txBody>
      </p:sp>
      <p:pic>
        <p:nvPicPr>
          <p:cNvPr id="10" name="內容版面配置區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69904"/>
            <a:ext cx="10966383" cy="2610209"/>
          </a:xfrm>
        </p:spPr>
      </p:pic>
      <p:sp>
        <p:nvSpPr>
          <p:cNvPr id="7" name="投影片編號版面配置區 6"/>
          <p:cNvSpPr>
            <a:spLocks noGrp="1"/>
          </p:cNvSpPr>
          <p:nvPr>
            <p:ph type="sldNum" sz="quarter" idx="12"/>
          </p:nvPr>
        </p:nvSpPr>
        <p:spPr/>
        <p:txBody>
          <a:bodyPr/>
          <a:lstStyle/>
          <a:p>
            <a:fld id="{FFC34EEA-53D1-4661-9D8A-77EED7BBB355}" type="slidenum">
              <a:rPr lang="zh-TW" altLang="en-US" smtClean="0"/>
              <a:t>5</a:t>
            </a:fld>
            <a:endParaRPr lang="zh-TW" altLang="en-US"/>
          </a:p>
        </p:txBody>
      </p:sp>
    </p:spTree>
    <p:extLst>
      <p:ext uri="{BB962C8B-B14F-4D97-AF65-F5344CB8AC3E}">
        <p14:creationId xmlns:p14="http://schemas.microsoft.com/office/powerpoint/2010/main" val="2778291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k-Hop Up Neighbor</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400388"/>
            <a:ext cx="7441824" cy="1684593"/>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6</a:t>
            </a:fld>
            <a:endParaRPr lang="zh-TW" altLang="en-US"/>
          </a:p>
        </p:txBody>
      </p:sp>
    </p:spTree>
    <p:extLst>
      <p:ext uri="{BB962C8B-B14F-4D97-AF65-F5344CB8AC3E}">
        <p14:creationId xmlns:p14="http://schemas.microsoft.com/office/powerpoint/2010/main" val="1816053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Horizontal Update</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9091" y="1690687"/>
            <a:ext cx="8885952" cy="4352303"/>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7</a:t>
            </a:fld>
            <a:endParaRPr lang="zh-TW" altLang="en-US"/>
          </a:p>
        </p:txBody>
      </p:sp>
    </p:spTree>
    <p:extLst>
      <p:ext uri="{BB962C8B-B14F-4D97-AF65-F5344CB8AC3E}">
        <p14:creationId xmlns:p14="http://schemas.microsoft.com/office/powerpoint/2010/main" val="206246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Smart Division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514350" indent="-514350">
              <a:buAutoNum type="arabicPeriod"/>
            </a:pPr>
            <a:r>
              <a:rPr lang="en-US" altLang="zh-TW" dirty="0">
                <a:latin typeface="Times New Roman" panose="02020603050405020304" pitchFamily="18" charset="0"/>
                <a:cs typeface="Times New Roman" panose="02020603050405020304" pitchFamily="18" charset="0"/>
              </a:rPr>
              <a:t>If Right(</a:t>
            </a:r>
            <a:r>
              <a:rPr lang="en-US" altLang="zh-TW" dirty="0" err="1">
                <a:latin typeface="Times New Roman" panose="02020603050405020304" pitchFamily="18" charset="0"/>
                <a:cs typeface="Times New Roman" panose="02020603050405020304" pitchFamily="18" charset="0"/>
              </a:rPr>
              <a:t>L</a:t>
            </a:r>
            <a:r>
              <a:rPr lang="en-US" altLang="zh-TW" baseline="-25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 = NULL   =&gt;   all below lists are set to be the left part.</a:t>
            </a:r>
          </a:p>
          <a:p>
            <a:pPr marL="514350" indent="-514350">
              <a:buAutoNum type="arabicPeriod"/>
            </a:pPr>
            <a:endParaRPr lang="en-US" altLang="zh-TW" dirty="0">
              <a:latin typeface="Times New Roman" panose="02020603050405020304" pitchFamily="18" charset="0"/>
              <a:cs typeface="Times New Roman" panose="02020603050405020304" pitchFamily="18" charset="0"/>
            </a:endParaRPr>
          </a:p>
          <a:p>
            <a:pPr marL="514350" indent="-514350">
              <a:buAutoNum type="arabicPeriod"/>
            </a:pPr>
            <a:r>
              <a:rPr lang="en-US" altLang="zh-TW" dirty="0">
                <a:latin typeface="Times New Roman" panose="02020603050405020304" pitchFamily="18" charset="0"/>
                <a:cs typeface="Times New Roman" panose="02020603050405020304" pitchFamily="18" charset="0"/>
              </a:rPr>
              <a:t>If Right(</a:t>
            </a:r>
            <a:r>
              <a:rPr lang="en-US" altLang="zh-TW" dirty="0" err="1">
                <a:latin typeface="Times New Roman" panose="02020603050405020304" pitchFamily="18" charset="0"/>
                <a:cs typeface="Times New Roman" panose="02020603050405020304" pitchFamily="18" charset="0"/>
              </a:rPr>
              <a:t>L</a:t>
            </a:r>
            <a:r>
              <a:rPr lang="en-US" altLang="zh-TW" baseline="-25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 != NULL and HEAD(Right(</a:t>
            </a:r>
            <a:r>
              <a:rPr lang="en-US" altLang="zh-TW" dirty="0" err="1">
                <a:latin typeface="Times New Roman" panose="02020603050405020304" pitchFamily="18" charset="0"/>
                <a:cs typeface="Times New Roman" panose="02020603050405020304" pitchFamily="18" charset="0"/>
              </a:rPr>
              <a:t>L</a:t>
            </a:r>
            <a:r>
              <a:rPr lang="en-US" altLang="zh-TW" baseline="-25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dirty="0">
                <a:latin typeface="Times New Roman" panose="02020603050405020304" pitchFamily="18" charset="0"/>
                <a:cs typeface="Times New Roman" panose="02020603050405020304" pitchFamily="18" charset="0"/>
                <a:sym typeface="Symbol" panose="05050102010706020507" pitchFamily="18" charset="2"/>
              </a:rPr>
              <a:t>) ) </a:t>
            </a:r>
            <a:r>
              <a:rPr lang="en-US" altLang="zh-TW" dirty="0">
                <a:latin typeface="Times New Roman" panose="02020603050405020304" pitchFamily="18" charset="0"/>
                <a:cs typeface="Times New Roman" panose="02020603050405020304" pitchFamily="18" charset="0"/>
              </a:rPr>
              <a:t>is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a:t>
            </a:r>
          </a:p>
          <a:p>
            <a:pPr marL="971550" lvl="1" indent="-514350">
              <a:buAutoNum type="arabicPeriod"/>
            </a:pPr>
            <a:r>
              <a:rPr lang="en-US" altLang="zh-TW" dirty="0">
                <a:latin typeface="Times New Roman" panose="02020603050405020304" pitchFamily="18" charset="0"/>
                <a:cs typeface="Times New Roman" panose="02020603050405020304" pitchFamily="18" charset="0"/>
              </a:rPr>
              <a:t>if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does not exist   =&gt; L</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t+1</a:t>
            </a:r>
            <a:r>
              <a:rPr lang="en-US" altLang="zh-TW" dirty="0">
                <a:latin typeface="Times New Roman" panose="02020603050405020304" pitchFamily="18" charset="0"/>
                <a:cs typeface="Times New Roman" panose="02020603050405020304" pitchFamily="18" charset="0"/>
              </a:rPr>
              <a:t>  is empty at the time when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is inserted into </a:t>
            </a:r>
            <a:r>
              <a:rPr lang="en-US" altLang="zh-TW" dirty="0" err="1">
                <a:latin typeface="Times New Roman" panose="02020603050405020304" pitchFamily="18" charset="0"/>
                <a:cs typeface="Times New Roman" panose="02020603050405020304" pitchFamily="18" charset="0"/>
              </a:rPr>
              <a:t>L</a:t>
            </a:r>
            <a:r>
              <a:rPr lang="en-US" altLang="zh-TW" baseline="-25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=&gt;  </a:t>
            </a:r>
            <a:r>
              <a:rPr lang="en-US" altLang="zh-TW" dirty="0">
                <a:latin typeface="Times New Roman" panose="02020603050405020304" pitchFamily="18" charset="0"/>
                <a:cs typeface="Times New Roman" panose="02020603050405020304" pitchFamily="18" charset="0"/>
              </a:rPr>
              <a:t>the t-hop up neighbor of each item in L</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t+1</a:t>
            </a:r>
            <a:r>
              <a:rPr lang="en-US" altLang="zh-TW" dirty="0">
                <a:latin typeface="Times New Roman" panose="02020603050405020304" pitchFamily="18" charset="0"/>
                <a:cs typeface="Times New Roman" panose="02020603050405020304" pitchFamily="18" charset="0"/>
              </a:rPr>
              <a:t> cannot be a</a:t>
            </a:r>
            <a:r>
              <a:rPr lang="en-US" altLang="zh-TW" baseline="-25000" dirty="0">
                <a:latin typeface="Times New Roman" panose="02020603050405020304" pitchFamily="18" charset="0"/>
                <a:cs typeface="Times New Roman" panose="02020603050405020304" pitchFamily="18" charset="0"/>
              </a:rPr>
              <a:t>1</a:t>
            </a:r>
          </a:p>
          <a:p>
            <a:pPr marL="971550" lvl="1" indent="-514350">
              <a:buAutoNum type="arabicPeriod"/>
            </a:pPr>
            <a:r>
              <a:rPr lang="en-US" altLang="zh-TW" dirty="0">
                <a:latin typeface="Times New Roman" panose="02020603050405020304" pitchFamily="18" charset="0"/>
                <a:cs typeface="Times New Roman" panose="02020603050405020304" pitchFamily="18" charset="0"/>
              </a:rPr>
              <a:t>if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exists  =&gt;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and items at its left side come before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and their up neighbors can only be at the left side of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=&gt; the t-hop up neighbor of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or items on the left of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must be a</a:t>
            </a:r>
            <a:r>
              <a:rPr lang="en-US" altLang="zh-TW" baseline="-25000"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8</a:t>
            </a:fld>
            <a:endParaRPr lang="zh-TW" altLang="en-US"/>
          </a:p>
        </p:txBody>
      </p:sp>
    </p:spTree>
    <p:extLst>
      <p:ext uri="{BB962C8B-B14F-4D97-AF65-F5344CB8AC3E}">
        <p14:creationId xmlns:p14="http://schemas.microsoft.com/office/powerpoint/2010/main" val="3117291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Vertical Update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when we promote Left(</a:t>
            </a:r>
            <a:r>
              <a:rPr lang="en-US" altLang="zh-TW" dirty="0" err="1">
                <a:latin typeface="Times New Roman" panose="02020603050405020304" pitchFamily="18" charset="0"/>
                <a:cs typeface="Times New Roman" panose="02020603050405020304" pitchFamily="18" charset="0"/>
              </a:rPr>
              <a:t>L</a:t>
            </a:r>
            <a:r>
              <a:rPr lang="en-US" altLang="zh-TW" baseline="-25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to the above level, we need to </a:t>
            </a:r>
            <a:r>
              <a:rPr lang="en-US" altLang="zh-TW" dirty="0">
                <a:solidFill>
                  <a:srgbClr val="FF0000"/>
                </a:solidFill>
                <a:latin typeface="Times New Roman" panose="02020603050405020304" pitchFamily="18" charset="0"/>
                <a:cs typeface="Times New Roman" panose="02020603050405020304" pitchFamily="18" charset="0"/>
              </a:rPr>
              <a:t>change their up neighbors</a:t>
            </a:r>
            <a:r>
              <a:rPr lang="en-US" altLang="zh-TW" dirty="0">
                <a:latin typeface="Times New Roman" panose="02020603050405020304" pitchFamily="18" charset="0"/>
                <a:cs typeface="Times New Roman" panose="02020603050405020304" pitchFamily="18" charset="0"/>
              </a:rPr>
              <a:t> but not down neighbors. </a:t>
            </a:r>
          </a:p>
          <a:p>
            <a:r>
              <a:rPr lang="en-US" altLang="zh-TW" dirty="0">
                <a:latin typeface="Times New Roman" panose="02020603050405020304" pitchFamily="18" charset="0"/>
                <a:cs typeface="Times New Roman" panose="02020603050405020304" pitchFamily="18" charset="0"/>
              </a:rPr>
              <a:t>While, Right(</a:t>
            </a:r>
            <a:r>
              <a:rPr lang="en-US" altLang="zh-TW" dirty="0" err="1">
                <a:latin typeface="Times New Roman" panose="02020603050405020304" pitchFamily="18" charset="0"/>
                <a:cs typeface="Times New Roman" panose="02020603050405020304" pitchFamily="18" charset="0"/>
              </a:rPr>
              <a:t>L</a:t>
            </a:r>
            <a:r>
              <a:rPr lang="en-US" altLang="zh-TW" baseline="-25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 is still in the same level after the horizontal update. We need to </a:t>
            </a:r>
            <a:r>
              <a:rPr lang="en-US" altLang="zh-TW" dirty="0">
                <a:solidFill>
                  <a:srgbClr val="FF0000"/>
                </a:solidFill>
                <a:latin typeface="Times New Roman" panose="02020603050405020304" pitchFamily="18" charset="0"/>
                <a:cs typeface="Times New Roman" panose="02020603050405020304" pitchFamily="18" charset="0"/>
              </a:rPr>
              <a:t>change their down neighbors </a:t>
            </a:r>
            <a:r>
              <a:rPr lang="en-US" altLang="zh-TW" dirty="0">
                <a:latin typeface="Times New Roman" panose="02020603050405020304" pitchFamily="18" charset="0"/>
                <a:cs typeface="Times New Roman" panose="02020603050405020304" pitchFamily="18" charset="0"/>
              </a:rPr>
              <a:t>but not up neighbors.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9</a:t>
            </a:fld>
            <a:endParaRPr lang="zh-TW" altLang="en-US"/>
          </a:p>
        </p:txBody>
      </p:sp>
    </p:spTree>
    <p:extLst>
      <p:ext uri="{BB962C8B-B14F-4D97-AF65-F5344CB8AC3E}">
        <p14:creationId xmlns:p14="http://schemas.microsoft.com/office/powerpoint/2010/main" val="766318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720351"/>
            <a:ext cx="10821433" cy="2209457"/>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10</a:t>
            </a:fld>
            <a:endParaRPr lang="zh-TW" altLang="en-US"/>
          </a:p>
        </p:txBody>
      </p:sp>
    </p:spTree>
    <p:extLst>
      <p:ext uri="{BB962C8B-B14F-4D97-AF65-F5344CB8AC3E}">
        <p14:creationId xmlns:p14="http://schemas.microsoft.com/office/powerpoint/2010/main" val="1304184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Find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If </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(x) != NULL, then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is exactly </a:t>
            </a:r>
            <a:r>
              <a:rPr lang="en-US" altLang="zh-TW" dirty="0" err="1">
                <a:latin typeface="Times New Roman" panose="02020603050405020304" pitchFamily="18" charset="0"/>
                <a:cs typeface="Times New Roman" panose="02020603050405020304" pitchFamily="18" charset="0"/>
              </a:rPr>
              <a:t>rn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dn</a:t>
            </a:r>
            <a:r>
              <a:rPr lang="en-US" altLang="zh-TW" dirty="0">
                <a:latin typeface="Times New Roman" panose="02020603050405020304" pitchFamily="18" charset="0"/>
                <a:cs typeface="Times New Roman" panose="02020603050405020304" pitchFamily="18" charset="0"/>
              </a:rPr>
              <a:t>(x)); otherwise,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is HEAD(L</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RL(</a:t>
            </a:r>
            <a:r>
              <a:rPr lang="en-US" altLang="zh-TW" baseline="30000" dirty="0" err="1">
                <a:latin typeface="Times New Roman" panose="02020603050405020304" pitchFamily="18" charset="0"/>
                <a:cs typeface="Times New Roman" panose="02020603050405020304" pitchFamily="18" charset="0"/>
                <a:sym typeface="Symbol" panose="05050102010706020507" pitchFamily="18" charset="2"/>
              </a:rPr>
              <a:t>ai</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11</a:t>
            </a:fld>
            <a:endParaRPr lang="zh-TW" altLang="en-US"/>
          </a:p>
        </p:txBody>
      </p:sp>
    </p:spTree>
    <p:extLst>
      <p:ext uri="{BB962C8B-B14F-4D97-AF65-F5344CB8AC3E}">
        <p14:creationId xmlns:p14="http://schemas.microsoft.com/office/powerpoint/2010/main" val="3843998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Left:</a:t>
            </a:r>
          </a:p>
          <a:p>
            <a:r>
              <a:rPr lang="en-US" altLang="zh-TW" dirty="0">
                <a:latin typeface="Times New Roman" panose="02020603050405020304" pitchFamily="18" charset="0"/>
                <a:cs typeface="Times New Roman" panose="02020603050405020304" pitchFamily="18" charset="0"/>
              </a:rPr>
              <a:t>finding the rightmost item whose position is before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in sequence a</a:t>
            </a:r>
            <a:r>
              <a:rPr lang="en-US" altLang="zh-TW" baseline="-25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Right:</a:t>
            </a:r>
          </a:p>
          <a:p>
            <a:r>
              <a:rPr lang="en-US" altLang="zh-TW" dirty="0">
                <a:latin typeface="Times New Roman" panose="02020603050405020304" pitchFamily="18" charset="0"/>
                <a:cs typeface="Times New Roman" panose="02020603050405020304" pitchFamily="18" charset="0"/>
              </a:rPr>
              <a:t>finding the rightmost item whose position is before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in sequence a</a:t>
            </a:r>
            <a:r>
              <a:rPr lang="en-US" altLang="zh-TW" baseline="-25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p>
          <a:p>
            <a:endParaRPr lang="zh-TW" altLang="en-US" dirty="0"/>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12</a:t>
            </a:fld>
            <a:endParaRPr lang="zh-TW" altLang="en-US"/>
          </a:p>
        </p:txBody>
      </p:sp>
    </p:spTree>
    <p:extLst>
      <p:ext uri="{BB962C8B-B14F-4D97-AF65-F5344CB8AC3E}">
        <p14:creationId xmlns:p14="http://schemas.microsoft.com/office/powerpoint/2010/main" val="2076123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Construction QN list: O(</a:t>
            </a:r>
            <a:r>
              <a:rPr lang="en-US" altLang="zh-TW" dirty="0" err="1">
                <a:latin typeface="Times New Roman" panose="02020603050405020304" pitchFamily="18" charset="0"/>
                <a:cs typeface="Times New Roman" panose="02020603050405020304" pitchFamily="18" charset="0"/>
              </a:rPr>
              <a:t>wlogw</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Insert: O(</a:t>
            </a:r>
            <a:r>
              <a:rPr lang="en-US" altLang="zh-TW" dirty="0" err="1">
                <a:latin typeface="Times New Roman" panose="02020603050405020304" pitchFamily="18" charset="0"/>
                <a:cs typeface="Times New Roman" panose="02020603050405020304" pitchFamily="18" charset="0"/>
              </a:rPr>
              <a:t>logw</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Delete: O(w)</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13</a:t>
            </a:fld>
            <a:endParaRPr lang="zh-TW" altLang="en-US"/>
          </a:p>
        </p:txBody>
      </p:sp>
    </p:spTree>
    <p:extLst>
      <p:ext uri="{BB962C8B-B14F-4D97-AF65-F5344CB8AC3E}">
        <p14:creationId xmlns:p14="http://schemas.microsoft.com/office/powerpoint/2010/main" val="185201544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3921</TotalTime>
  <Words>662</Words>
  <Application>Microsoft Office PowerPoint</Application>
  <PresentationFormat>寬螢幕</PresentationFormat>
  <Paragraphs>52</Paragraphs>
  <Slides>13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vt:lpstr>
      <vt:lpstr>Calibri Light</vt:lpstr>
      <vt:lpstr>Times New Roman</vt:lpstr>
      <vt:lpstr>Office 佈景主題</vt:lpstr>
      <vt:lpstr>Longest Increasing Subsequence Computation over Streaming Sequences</vt:lpstr>
      <vt:lpstr>Abstract</vt:lpstr>
      <vt:lpstr>Neighbors</vt:lpstr>
      <vt:lpstr>Data Structure</vt:lpstr>
      <vt:lpstr>L Construction</vt:lpstr>
      <vt:lpstr>k-Hop Up Neighbor</vt:lpstr>
      <vt:lpstr>Horizontal Update</vt:lpstr>
      <vt:lpstr>Smart Division</vt:lpstr>
      <vt:lpstr>Vertical Update</vt:lpstr>
      <vt:lpstr>PowerPoint 簡報</vt:lpstr>
      <vt:lpstr>Find ai’</vt:lpstr>
      <vt:lpstr>PowerPoint 簡報</vt:lpstr>
      <vt:lpstr>Time 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Longest Increasing Subsequences in Sliding Windows</dc:title>
  <dc:creator>沈之承</dc:creator>
  <cp:lastModifiedBy>pplab</cp:lastModifiedBy>
  <cp:revision>138</cp:revision>
  <dcterms:created xsi:type="dcterms:W3CDTF">2023-03-06T07:11:02Z</dcterms:created>
  <dcterms:modified xsi:type="dcterms:W3CDTF">2023-09-12T10:37:13Z</dcterms:modified>
</cp:coreProperties>
</file>