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2" r:id="rId9"/>
    <p:sldId id="267" r:id="rId10"/>
    <p:sldId id="270" r:id="rId11"/>
    <p:sldId id="268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987C2-7401-411A-8364-A7DD0C7E4546}" v="169" dt="2023-02-20T13:27:32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103040027@o365.student.nsysu.edu.tw" userId="3f9e91f6-8075-42b8-a82c-73aaf5ffdbcb" providerId="ADAL" clId="{938987C2-7401-411A-8364-A7DD0C7E4546}"/>
    <pc:docChg chg="undo redo custSel addSld delSld modSld">
      <pc:chgData name="M103040027@o365.student.nsysu.edu.tw" userId="3f9e91f6-8075-42b8-a82c-73aaf5ffdbcb" providerId="ADAL" clId="{938987C2-7401-411A-8364-A7DD0C7E4546}" dt="2023-02-20T14:17:34.958" v="972" actId="1076"/>
      <pc:docMkLst>
        <pc:docMk/>
      </pc:docMkLst>
      <pc:sldChg chg="modSp mod">
        <pc:chgData name="M103040027@o365.student.nsysu.edu.tw" userId="3f9e91f6-8075-42b8-a82c-73aaf5ffdbcb" providerId="ADAL" clId="{938987C2-7401-411A-8364-A7DD0C7E4546}" dt="2023-02-19T15:39:51.429" v="50" actId="20577"/>
        <pc:sldMkLst>
          <pc:docMk/>
          <pc:sldMk cId="992846163" sldId="256"/>
        </pc:sldMkLst>
        <pc:spChg chg="mod">
          <ac:chgData name="M103040027@o365.student.nsysu.edu.tw" userId="3f9e91f6-8075-42b8-a82c-73aaf5ffdbcb" providerId="ADAL" clId="{938987C2-7401-411A-8364-A7DD0C7E4546}" dt="2023-02-19T15:36:13.826" v="1" actId="27636"/>
          <ac:spMkLst>
            <pc:docMk/>
            <pc:sldMk cId="992846163" sldId="256"/>
            <ac:spMk id="2" creationId="{15143474-6387-4BE8-A4BF-0CDEA67657E1}"/>
          </ac:spMkLst>
        </pc:spChg>
        <pc:spChg chg="mod">
          <ac:chgData name="M103040027@o365.student.nsysu.edu.tw" userId="3f9e91f6-8075-42b8-a82c-73aaf5ffdbcb" providerId="ADAL" clId="{938987C2-7401-411A-8364-A7DD0C7E4546}" dt="2023-02-19T15:39:51.429" v="50" actId="20577"/>
          <ac:spMkLst>
            <pc:docMk/>
            <pc:sldMk cId="992846163" sldId="256"/>
            <ac:spMk id="3" creationId="{92B8BEBC-EA8D-40AC-8B6F-CE2FB945F54D}"/>
          </ac:spMkLst>
        </pc:spChg>
      </pc:sldChg>
      <pc:sldChg chg="modSp mod">
        <pc:chgData name="M103040027@o365.student.nsysu.edu.tw" userId="3f9e91f6-8075-42b8-a82c-73aaf5ffdbcb" providerId="ADAL" clId="{938987C2-7401-411A-8364-A7DD0C7E4546}" dt="2023-02-19T15:45:57.695" v="92" actId="6549"/>
        <pc:sldMkLst>
          <pc:docMk/>
          <pc:sldMk cId="847236665" sldId="258"/>
        </pc:sldMkLst>
        <pc:spChg chg="mod">
          <ac:chgData name="M103040027@o365.student.nsysu.edu.tw" userId="3f9e91f6-8075-42b8-a82c-73aaf5ffdbcb" providerId="ADAL" clId="{938987C2-7401-411A-8364-A7DD0C7E4546}" dt="2023-02-19T15:45:57.695" v="92" actId="6549"/>
          <ac:spMkLst>
            <pc:docMk/>
            <pc:sldMk cId="847236665" sldId="258"/>
            <ac:spMk id="3" creationId="{2FBE2A12-C9F0-4093-A018-44F05764C477}"/>
          </ac:spMkLst>
        </pc:spChg>
      </pc:sldChg>
      <pc:sldChg chg="addSp delSp modSp new mod">
        <pc:chgData name="M103040027@o365.student.nsysu.edu.tw" userId="3f9e91f6-8075-42b8-a82c-73aaf5ffdbcb" providerId="ADAL" clId="{938987C2-7401-411A-8364-A7DD0C7E4546}" dt="2023-02-19T16:36:49.205" v="158" actId="22"/>
        <pc:sldMkLst>
          <pc:docMk/>
          <pc:sldMk cId="1450744753" sldId="259"/>
        </pc:sldMkLst>
        <pc:spChg chg="mod">
          <ac:chgData name="M103040027@o365.student.nsysu.edu.tw" userId="3f9e91f6-8075-42b8-a82c-73aaf5ffdbcb" providerId="ADAL" clId="{938987C2-7401-411A-8364-A7DD0C7E4546}" dt="2023-02-19T15:46:33.012" v="157" actId="20577"/>
          <ac:spMkLst>
            <pc:docMk/>
            <pc:sldMk cId="1450744753" sldId="259"/>
            <ac:spMk id="2" creationId="{FFA81E98-A004-DDE4-6933-7B4801CE7862}"/>
          </ac:spMkLst>
        </pc:spChg>
        <pc:spChg chg="del">
          <ac:chgData name="M103040027@o365.student.nsysu.edu.tw" userId="3f9e91f6-8075-42b8-a82c-73aaf5ffdbcb" providerId="ADAL" clId="{938987C2-7401-411A-8364-A7DD0C7E4546}" dt="2023-02-19T16:36:49.205" v="158" actId="22"/>
          <ac:spMkLst>
            <pc:docMk/>
            <pc:sldMk cId="1450744753" sldId="259"/>
            <ac:spMk id="3" creationId="{DEAE9ADE-1DE0-7256-30FC-9C2224EBAD8E}"/>
          </ac:spMkLst>
        </pc:spChg>
        <pc:picChg chg="add mod ord">
          <ac:chgData name="M103040027@o365.student.nsysu.edu.tw" userId="3f9e91f6-8075-42b8-a82c-73aaf5ffdbcb" providerId="ADAL" clId="{938987C2-7401-411A-8364-A7DD0C7E4546}" dt="2023-02-19T16:36:49.205" v="158" actId="22"/>
          <ac:picMkLst>
            <pc:docMk/>
            <pc:sldMk cId="1450744753" sldId="259"/>
            <ac:picMk id="6" creationId="{EF4ABB72-64BC-B952-D2B6-810BAC4F9B9A}"/>
          </ac:picMkLst>
        </pc:picChg>
      </pc:sldChg>
      <pc:sldChg chg="addSp delSp modSp new mod">
        <pc:chgData name="M103040027@o365.student.nsysu.edu.tw" userId="3f9e91f6-8075-42b8-a82c-73aaf5ffdbcb" providerId="ADAL" clId="{938987C2-7401-411A-8364-A7DD0C7E4546}" dt="2023-02-19T16:47:13.580" v="178" actId="22"/>
        <pc:sldMkLst>
          <pc:docMk/>
          <pc:sldMk cId="3788976511" sldId="260"/>
        </pc:sldMkLst>
        <pc:spChg chg="mod">
          <ac:chgData name="M103040027@o365.student.nsysu.edu.tw" userId="3f9e91f6-8075-42b8-a82c-73aaf5ffdbcb" providerId="ADAL" clId="{938987C2-7401-411A-8364-A7DD0C7E4546}" dt="2023-02-19T16:44:18.698" v="174" actId="20577"/>
          <ac:spMkLst>
            <pc:docMk/>
            <pc:sldMk cId="3788976511" sldId="260"/>
            <ac:spMk id="2" creationId="{DD95B138-CC41-BCD7-5978-19038A9DA9A2}"/>
          </ac:spMkLst>
        </pc:spChg>
        <pc:spChg chg="del">
          <ac:chgData name="M103040027@o365.student.nsysu.edu.tw" userId="3f9e91f6-8075-42b8-a82c-73aaf5ffdbcb" providerId="ADAL" clId="{938987C2-7401-411A-8364-A7DD0C7E4546}" dt="2023-02-19T16:44:07.123" v="160" actId="22"/>
          <ac:spMkLst>
            <pc:docMk/>
            <pc:sldMk cId="3788976511" sldId="260"/>
            <ac:spMk id="3" creationId="{4EAEE850-4861-E903-3592-3D924F1F960D}"/>
          </ac:spMkLst>
        </pc:spChg>
        <pc:spChg chg="add del">
          <ac:chgData name="M103040027@o365.student.nsysu.edu.tw" userId="3f9e91f6-8075-42b8-a82c-73aaf5ffdbcb" providerId="ADAL" clId="{938987C2-7401-411A-8364-A7DD0C7E4546}" dt="2023-02-19T16:47:11.395" v="176" actId="22"/>
          <ac:spMkLst>
            <pc:docMk/>
            <pc:sldMk cId="3788976511" sldId="260"/>
            <ac:spMk id="8" creationId="{B33D1D85-49B0-9736-A38D-A79AECE9E0ED}"/>
          </ac:spMkLst>
        </pc:spChg>
        <pc:spChg chg="add del">
          <ac:chgData name="M103040027@o365.student.nsysu.edu.tw" userId="3f9e91f6-8075-42b8-a82c-73aaf5ffdbcb" providerId="ADAL" clId="{938987C2-7401-411A-8364-A7DD0C7E4546}" dt="2023-02-19T16:47:13.580" v="178" actId="22"/>
          <ac:spMkLst>
            <pc:docMk/>
            <pc:sldMk cId="3788976511" sldId="260"/>
            <ac:spMk id="10" creationId="{335208BF-5CFE-7B29-F76C-E3E09431604B}"/>
          </ac:spMkLst>
        </pc:spChg>
        <pc:picChg chg="add mod ord">
          <ac:chgData name="M103040027@o365.student.nsysu.edu.tw" userId="3f9e91f6-8075-42b8-a82c-73aaf5ffdbcb" providerId="ADAL" clId="{938987C2-7401-411A-8364-A7DD0C7E4546}" dt="2023-02-19T16:44:07.123" v="160" actId="22"/>
          <ac:picMkLst>
            <pc:docMk/>
            <pc:sldMk cId="3788976511" sldId="260"/>
            <ac:picMk id="6" creationId="{62079654-CF14-C27D-1EFB-BBB5DCA770B6}"/>
          </ac:picMkLst>
        </pc:picChg>
      </pc:sldChg>
      <pc:sldChg chg="addSp delSp modSp new mod">
        <pc:chgData name="M103040027@o365.student.nsysu.edu.tw" userId="3f9e91f6-8075-42b8-a82c-73aaf5ffdbcb" providerId="ADAL" clId="{938987C2-7401-411A-8364-A7DD0C7E4546}" dt="2023-02-20T13:29:41.364" v="922" actId="20577"/>
        <pc:sldMkLst>
          <pc:docMk/>
          <pc:sldMk cId="2241038147" sldId="261"/>
        </pc:sldMkLst>
        <pc:spChg chg="mod">
          <ac:chgData name="M103040027@o365.student.nsysu.edu.tw" userId="3f9e91f6-8075-42b8-a82c-73aaf5ffdbcb" providerId="ADAL" clId="{938987C2-7401-411A-8364-A7DD0C7E4546}" dt="2023-02-20T13:29:41.364" v="922" actId="20577"/>
          <ac:spMkLst>
            <pc:docMk/>
            <pc:sldMk cId="2241038147" sldId="261"/>
            <ac:spMk id="2" creationId="{DBCAA0CB-E145-04A9-3DBC-12E2A4EE05FE}"/>
          </ac:spMkLst>
        </pc:spChg>
        <pc:spChg chg="del mod">
          <ac:chgData name="M103040027@o365.student.nsysu.edu.tw" userId="3f9e91f6-8075-42b8-a82c-73aaf5ffdbcb" providerId="ADAL" clId="{938987C2-7401-411A-8364-A7DD0C7E4546}" dt="2023-02-19T16:57:52.636" v="304"/>
          <ac:spMkLst>
            <pc:docMk/>
            <pc:sldMk cId="2241038147" sldId="261"/>
            <ac:spMk id="3" creationId="{C7D11DBB-8B63-AEE9-056C-38C8C29809F4}"/>
          </ac:spMkLst>
        </pc:spChg>
        <pc:spChg chg="add del mod">
          <ac:chgData name="M103040027@o365.student.nsysu.edu.tw" userId="3f9e91f6-8075-42b8-a82c-73aaf5ffdbcb" providerId="ADAL" clId="{938987C2-7401-411A-8364-A7DD0C7E4546}" dt="2023-02-19T17:00:19.797" v="323" actId="478"/>
          <ac:spMkLst>
            <pc:docMk/>
            <pc:sldMk cId="2241038147" sldId="261"/>
            <ac:spMk id="9" creationId="{2402BABF-BFF9-5F51-35F5-2165A9989C1A}"/>
          </ac:spMkLst>
        </pc:spChg>
        <pc:graphicFrameChg chg="add mod modGraphic">
          <ac:chgData name="M103040027@o365.student.nsysu.edu.tw" userId="3f9e91f6-8075-42b8-a82c-73aaf5ffdbcb" providerId="ADAL" clId="{938987C2-7401-411A-8364-A7DD0C7E4546}" dt="2023-02-19T17:05:45.220" v="452" actId="1076"/>
          <ac:graphicFrameMkLst>
            <pc:docMk/>
            <pc:sldMk cId="2241038147" sldId="261"/>
            <ac:graphicFrameMk id="5" creationId="{7D1D9795-A9EA-6180-DFAC-320B11C6ED96}"/>
          </ac:graphicFrameMkLst>
        </pc:graphicFrameChg>
        <pc:picChg chg="add mod">
          <ac:chgData name="M103040027@o365.student.nsysu.edu.tw" userId="3f9e91f6-8075-42b8-a82c-73aaf5ffdbcb" providerId="ADAL" clId="{938987C2-7401-411A-8364-A7DD0C7E4546}" dt="2023-02-19T16:58:52.357" v="313" actId="12788"/>
          <ac:picMkLst>
            <pc:docMk/>
            <pc:sldMk cId="2241038147" sldId="261"/>
            <ac:picMk id="7" creationId="{39A5E8FB-FC37-3EEA-B38A-4008B72B6407}"/>
          </ac:picMkLst>
        </pc:picChg>
      </pc:sldChg>
      <pc:sldChg chg="addSp delSp modSp new mod">
        <pc:chgData name="M103040027@o365.student.nsysu.edu.tw" userId="3f9e91f6-8075-42b8-a82c-73aaf5ffdbcb" providerId="ADAL" clId="{938987C2-7401-411A-8364-A7DD0C7E4546}" dt="2023-02-20T13:28:18.252" v="903" actId="207"/>
        <pc:sldMkLst>
          <pc:docMk/>
          <pc:sldMk cId="796674449" sldId="262"/>
        </pc:sldMkLst>
        <pc:spChg chg="mod">
          <ac:chgData name="M103040027@o365.student.nsysu.edu.tw" userId="3f9e91f6-8075-42b8-a82c-73aaf5ffdbcb" providerId="ADAL" clId="{938987C2-7401-411A-8364-A7DD0C7E4546}" dt="2023-02-20T13:22:21.209" v="753" actId="20577"/>
          <ac:spMkLst>
            <pc:docMk/>
            <pc:sldMk cId="796674449" sldId="262"/>
            <ac:spMk id="2" creationId="{D43D75BE-E7DE-1985-D293-E59A7BFE38B4}"/>
          </ac:spMkLst>
        </pc:spChg>
        <pc:spChg chg="del">
          <ac:chgData name="M103040027@o365.student.nsysu.edu.tw" userId="3f9e91f6-8075-42b8-a82c-73aaf5ffdbcb" providerId="ADAL" clId="{938987C2-7401-411A-8364-A7DD0C7E4546}" dt="2023-02-19T16:48:11.608" v="190" actId="3680"/>
          <ac:spMkLst>
            <pc:docMk/>
            <pc:sldMk cId="796674449" sldId="262"/>
            <ac:spMk id="3" creationId="{11449E5C-9737-22CB-6D8C-D128E039EC2E}"/>
          </ac:spMkLst>
        </pc:spChg>
        <pc:spChg chg="add mod">
          <ac:chgData name="M103040027@o365.student.nsysu.edu.tw" userId="3f9e91f6-8075-42b8-a82c-73aaf5ffdbcb" providerId="ADAL" clId="{938987C2-7401-411A-8364-A7DD0C7E4546}" dt="2023-02-20T13:27:47.537" v="898" actId="1076"/>
          <ac:spMkLst>
            <pc:docMk/>
            <pc:sldMk cId="796674449" sldId="262"/>
            <ac:spMk id="8" creationId="{550D1AE3-D6ED-DAFA-D48F-870E586FE5EF}"/>
          </ac:spMkLst>
        </pc:spChg>
        <pc:spChg chg="add del mod">
          <ac:chgData name="M103040027@o365.student.nsysu.edu.tw" userId="3f9e91f6-8075-42b8-a82c-73aaf5ffdbcb" providerId="ADAL" clId="{938987C2-7401-411A-8364-A7DD0C7E4546}" dt="2023-02-20T13:24:51.281" v="784" actId="478"/>
          <ac:spMkLst>
            <pc:docMk/>
            <pc:sldMk cId="796674449" sldId="262"/>
            <ac:spMk id="10" creationId="{FD7ABCF4-5295-17A7-6B67-4389C46268C3}"/>
          </ac:spMkLst>
        </pc:spChg>
        <pc:spChg chg="add del mod">
          <ac:chgData name="M103040027@o365.student.nsysu.edu.tw" userId="3f9e91f6-8075-42b8-a82c-73aaf5ffdbcb" providerId="ADAL" clId="{938987C2-7401-411A-8364-A7DD0C7E4546}" dt="2023-02-20T13:24:49.446" v="783" actId="478"/>
          <ac:spMkLst>
            <pc:docMk/>
            <pc:sldMk cId="796674449" sldId="262"/>
            <ac:spMk id="11" creationId="{2BC02599-611F-170F-6B5B-8373AD26562A}"/>
          </ac:spMkLst>
        </pc:spChg>
        <pc:graphicFrameChg chg="add mod ord modGraphic">
          <ac:chgData name="M103040027@o365.student.nsysu.edu.tw" userId="3f9e91f6-8075-42b8-a82c-73aaf5ffdbcb" providerId="ADAL" clId="{938987C2-7401-411A-8364-A7DD0C7E4546}" dt="2023-02-20T13:28:12.300" v="902" actId="207"/>
          <ac:graphicFrameMkLst>
            <pc:docMk/>
            <pc:sldMk cId="796674449" sldId="262"/>
            <ac:graphicFrameMk id="5" creationId="{35659570-9562-7771-A6B5-5ED798835B28}"/>
          </ac:graphicFrameMkLst>
        </pc:graphicFrameChg>
        <pc:graphicFrameChg chg="add del mod">
          <ac:chgData name="M103040027@o365.student.nsysu.edu.tw" userId="3f9e91f6-8075-42b8-a82c-73aaf5ffdbcb" providerId="ADAL" clId="{938987C2-7401-411A-8364-A7DD0C7E4546}" dt="2023-02-20T13:11:30.810" v="710"/>
          <ac:graphicFrameMkLst>
            <pc:docMk/>
            <pc:sldMk cId="796674449" sldId="262"/>
            <ac:graphicFrameMk id="6" creationId="{06EF30CA-68B4-3471-B4F6-36EB062D6007}"/>
          </ac:graphicFrameMkLst>
        </pc:graphicFrameChg>
        <pc:graphicFrameChg chg="add mod modGraphic">
          <ac:chgData name="M103040027@o365.student.nsysu.edu.tw" userId="3f9e91f6-8075-42b8-a82c-73aaf5ffdbcb" providerId="ADAL" clId="{938987C2-7401-411A-8364-A7DD0C7E4546}" dt="2023-02-20T13:27:55.773" v="900" actId="1076"/>
          <ac:graphicFrameMkLst>
            <pc:docMk/>
            <pc:sldMk cId="796674449" sldId="262"/>
            <ac:graphicFrameMk id="7" creationId="{AA713E48-8DA2-3F67-0D9D-F7DC99122565}"/>
          </ac:graphicFrameMkLst>
        </pc:graphicFrameChg>
        <pc:graphicFrameChg chg="add mod modGraphic">
          <ac:chgData name="M103040027@o365.student.nsysu.edu.tw" userId="3f9e91f6-8075-42b8-a82c-73aaf5ffdbcb" providerId="ADAL" clId="{938987C2-7401-411A-8364-A7DD0C7E4546}" dt="2023-02-20T13:28:18.252" v="903" actId="207"/>
          <ac:graphicFrameMkLst>
            <pc:docMk/>
            <pc:sldMk cId="796674449" sldId="262"/>
            <ac:graphicFrameMk id="12" creationId="{45740483-AB38-A659-03E3-D75B63107BAF}"/>
          </ac:graphicFrameMkLst>
        </pc:graphicFrameChg>
      </pc:sldChg>
      <pc:sldChg chg="addSp modSp new mod">
        <pc:chgData name="M103040027@o365.student.nsysu.edu.tw" userId="3f9e91f6-8075-42b8-a82c-73aaf5ffdbcb" providerId="ADAL" clId="{938987C2-7401-411A-8364-A7DD0C7E4546}" dt="2023-02-20T13:29:39.958" v="921" actId="20577"/>
        <pc:sldMkLst>
          <pc:docMk/>
          <pc:sldMk cId="4271784725" sldId="263"/>
        </pc:sldMkLst>
        <pc:spChg chg="mod">
          <ac:chgData name="M103040027@o365.student.nsysu.edu.tw" userId="3f9e91f6-8075-42b8-a82c-73aaf5ffdbcb" providerId="ADAL" clId="{938987C2-7401-411A-8364-A7DD0C7E4546}" dt="2023-02-20T13:29:39.958" v="921" actId="20577"/>
          <ac:spMkLst>
            <pc:docMk/>
            <pc:sldMk cId="4271784725" sldId="263"/>
            <ac:spMk id="2" creationId="{B6F4123D-3DBC-00D0-2709-55F3B03C005B}"/>
          </ac:spMkLst>
        </pc:spChg>
        <pc:spChg chg="mod">
          <ac:chgData name="M103040027@o365.student.nsysu.edu.tw" userId="3f9e91f6-8075-42b8-a82c-73aaf5ffdbcb" providerId="ADAL" clId="{938987C2-7401-411A-8364-A7DD0C7E4546}" dt="2023-02-20T12:17:51.114" v="502"/>
          <ac:spMkLst>
            <pc:docMk/>
            <pc:sldMk cId="4271784725" sldId="263"/>
            <ac:spMk id="3" creationId="{BBBD5BDA-C310-ECEA-5198-074D3C9A0991}"/>
          </ac:spMkLst>
        </pc:spChg>
        <pc:graphicFrameChg chg="add mod modGraphic">
          <ac:chgData name="M103040027@o365.student.nsysu.edu.tw" userId="3f9e91f6-8075-42b8-a82c-73aaf5ffdbcb" providerId="ADAL" clId="{938987C2-7401-411A-8364-A7DD0C7E4546}" dt="2023-02-20T13:06:24.784" v="679" actId="572"/>
          <ac:graphicFrameMkLst>
            <pc:docMk/>
            <pc:sldMk cId="4271784725" sldId="263"/>
            <ac:graphicFrameMk id="7" creationId="{BF0BC74D-59C5-C7EB-ECCF-F0944E6B83E2}"/>
          </ac:graphicFrameMkLst>
        </pc:graphicFrameChg>
        <pc:graphicFrameChg chg="add mod modGraphic">
          <ac:chgData name="M103040027@o365.student.nsysu.edu.tw" userId="3f9e91f6-8075-42b8-a82c-73aaf5ffdbcb" providerId="ADAL" clId="{938987C2-7401-411A-8364-A7DD0C7E4546}" dt="2023-02-20T13:05:24.234" v="673" actId="20577"/>
          <ac:graphicFrameMkLst>
            <pc:docMk/>
            <pc:sldMk cId="4271784725" sldId="263"/>
            <ac:graphicFrameMk id="8" creationId="{DE72BC44-A374-29D9-26DB-41C33171CB75}"/>
          </ac:graphicFrameMkLst>
        </pc:graphicFrameChg>
        <pc:picChg chg="add mod">
          <ac:chgData name="M103040027@o365.student.nsysu.edu.tw" userId="3f9e91f6-8075-42b8-a82c-73aaf5ffdbcb" providerId="ADAL" clId="{938987C2-7401-411A-8364-A7DD0C7E4546}" dt="2023-02-20T12:18:29.773" v="506" actId="1076"/>
          <ac:picMkLst>
            <pc:docMk/>
            <pc:sldMk cId="4271784725" sldId="263"/>
            <ac:picMk id="6" creationId="{31153791-F141-FC16-05BA-0397F811F419}"/>
          </ac:picMkLst>
        </pc:picChg>
      </pc:sldChg>
      <pc:sldChg chg="addSp delSp modSp add mod">
        <pc:chgData name="M103040027@o365.student.nsysu.edu.tw" userId="3f9e91f6-8075-42b8-a82c-73aaf5ffdbcb" providerId="ADAL" clId="{938987C2-7401-411A-8364-A7DD0C7E4546}" dt="2023-02-20T13:29:37.843" v="920" actId="20577"/>
        <pc:sldMkLst>
          <pc:docMk/>
          <pc:sldMk cId="3753085931" sldId="264"/>
        </pc:sldMkLst>
        <pc:spChg chg="mod">
          <ac:chgData name="M103040027@o365.student.nsysu.edu.tw" userId="3f9e91f6-8075-42b8-a82c-73aaf5ffdbcb" providerId="ADAL" clId="{938987C2-7401-411A-8364-A7DD0C7E4546}" dt="2023-02-20T13:29:37.843" v="920" actId="20577"/>
          <ac:spMkLst>
            <pc:docMk/>
            <pc:sldMk cId="3753085931" sldId="264"/>
            <ac:spMk id="2" creationId="{B6F4123D-3DBC-00D0-2709-55F3B03C005B}"/>
          </ac:spMkLst>
        </pc:spChg>
        <pc:spChg chg="mod">
          <ac:chgData name="M103040027@o365.student.nsysu.edu.tw" userId="3f9e91f6-8075-42b8-a82c-73aaf5ffdbcb" providerId="ADAL" clId="{938987C2-7401-411A-8364-A7DD0C7E4546}" dt="2023-02-20T13:00:22.721" v="643" actId="20577"/>
          <ac:spMkLst>
            <pc:docMk/>
            <pc:sldMk cId="3753085931" sldId="264"/>
            <ac:spMk id="3" creationId="{BBBD5BDA-C310-ECEA-5198-074D3C9A0991}"/>
          </ac:spMkLst>
        </pc:spChg>
        <pc:graphicFrameChg chg="mod">
          <ac:chgData name="M103040027@o365.student.nsysu.edu.tw" userId="3f9e91f6-8075-42b8-a82c-73aaf5ffdbcb" providerId="ADAL" clId="{938987C2-7401-411A-8364-A7DD0C7E4546}" dt="2023-02-20T13:07:02.255" v="680"/>
          <ac:graphicFrameMkLst>
            <pc:docMk/>
            <pc:sldMk cId="3753085931" sldId="264"/>
            <ac:graphicFrameMk id="7" creationId="{BF0BC74D-59C5-C7EB-ECCF-F0944E6B83E2}"/>
          </ac:graphicFrameMkLst>
        </pc:graphicFrameChg>
        <pc:graphicFrameChg chg="mod modGraphic">
          <ac:chgData name="M103040027@o365.student.nsysu.edu.tw" userId="3f9e91f6-8075-42b8-a82c-73aaf5ffdbcb" providerId="ADAL" clId="{938987C2-7401-411A-8364-A7DD0C7E4546}" dt="2023-02-20T13:02:36.836" v="671" actId="20577"/>
          <ac:graphicFrameMkLst>
            <pc:docMk/>
            <pc:sldMk cId="3753085931" sldId="264"/>
            <ac:graphicFrameMk id="8" creationId="{DE72BC44-A374-29D9-26DB-41C33171CB75}"/>
          </ac:graphicFrameMkLst>
        </pc:graphicFrameChg>
        <pc:picChg chg="del">
          <ac:chgData name="M103040027@o365.student.nsysu.edu.tw" userId="3f9e91f6-8075-42b8-a82c-73aaf5ffdbcb" providerId="ADAL" clId="{938987C2-7401-411A-8364-A7DD0C7E4546}" dt="2023-02-20T13:00:45.941" v="644" actId="478"/>
          <ac:picMkLst>
            <pc:docMk/>
            <pc:sldMk cId="3753085931" sldId="264"/>
            <ac:picMk id="6" creationId="{31153791-F141-FC16-05BA-0397F811F419}"/>
          </ac:picMkLst>
        </pc:picChg>
        <pc:picChg chg="add mod">
          <ac:chgData name="M103040027@o365.student.nsysu.edu.tw" userId="3f9e91f6-8075-42b8-a82c-73aaf5ffdbcb" providerId="ADAL" clId="{938987C2-7401-411A-8364-A7DD0C7E4546}" dt="2023-02-20T13:02:03.637" v="660" actId="1076"/>
          <ac:picMkLst>
            <pc:docMk/>
            <pc:sldMk cId="3753085931" sldId="264"/>
            <ac:picMk id="9" creationId="{483AF595-C292-7520-B0D1-5EDEA733D2C8}"/>
          </ac:picMkLst>
        </pc:picChg>
      </pc:sldChg>
      <pc:sldChg chg="new del">
        <pc:chgData name="M103040027@o365.student.nsysu.edu.tw" userId="3f9e91f6-8075-42b8-a82c-73aaf5ffdbcb" providerId="ADAL" clId="{938987C2-7401-411A-8364-A7DD0C7E4546}" dt="2023-02-20T13:22:15.643" v="741" actId="47"/>
        <pc:sldMkLst>
          <pc:docMk/>
          <pc:sldMk cId="1446429478" sldId="265"/>
        </pc:sldMkLst>
      </pc:sldChg>
      <pc:sldChg chg="delSp modSp add del mod">
        <pc:chgData name="M103040027@o365.student.nsysu.edu.tw" userId="3f9e91f6-8075-42b8-a82c-73aaf5ffdbcb" providerId="ADAL" clId="{938987C2-7401-411A-8364-A7DD0C7E4546}" dt="2023-02-20T13:25:55.762" v="845" actId="47"/>
        <pc:sldMkLst>
          <pc:docMk/>
          <pc:sldMk cId="2021132809" sldId="266"/>
        </pc:sldMkLst>
        <pc:spChg chg="del">
          <ac:chgData name="M103040027@o365.student.nsysu.edu.tw" userId="3f9e91f6-8075-42b8-a82c-73aaf5ffdbcb" providerId="ADAL" clId="{938987C2-7401-411A-8364-A7DD0C7E4546}" dt="2023-02-20T13:22:39.928" v="756" actId="478"/>
          <ac:spMkLst>
            <pc:docMk/>
            <pc:sldMk cId="2021132809" sldId="266"/>
            <ac:spMk id="8" creationId="{550D1AE3-D6ED-DAFA-D48F-870E586FE5EF}"/>
          </ac:spMkLst>
        </pc:spChg>
        <pc:graphicFrameChg chg="mod modGraphic">
          <ac:chgData name="M103040027@o365.student.nsysu.edu.tw" userId="3f9e91f6-8075-42b8-a82c-73aaf5ffdbcb" providerId="ADAL" clId="{938987C2-7401-411A-8364-A7DD0C7E4546}" dt="2023-02-20T13:24:07.943" v="775" actId="572"/>
          <ac:graphicFrameMkLst>
            <pc:docMk/>
            <pc:sldMk cId="2021132809" sldId="266"/>
            <ac:graphicFrameMk id="5" creationId="{35659570-9562-7771-A6B5-5ED798835B28}"/>
          </ac:graphicFrameMkLst>
        </pc:graphicFrameChg>
        <pc:graphicFrameChg chg="del">
          <ac:chgData name="M103040027@o365.student.nsysu.edu.tw" userId="3f9e91f6-8075-42b8-a82c-73aaf5ffdbcb" providerId="ADAL" clId="{938987C2-7401-411A-8364-A7DD0C7E4546}" dt="2023-02-20T13:22:29.011" v="754" actId="478"/>
          <ac:graphicFrameMkLst>
            <pc:docMk/>
            <pc:sldMk cId="2021132809" sldId="266"/>
            <ac:graphicFrameMk id="7" creationId="{AA713E48-8DA2-3F67-0D9D-F7DC99122565}"/>
          </ac:graphicFrameMkLst>
        </pc:graphicFrameChg>
      </pc:sldChg>
      <pc:sldChg chg="addSp modSp new mod">
        <pc:chgData name="M103040027@o365.student.nsysu.edu.tw" userId="3f9e91f6-8075-42b8-a82c-73aaf5ffdbcb" providerId="ADAL" clId="{938987C2-7401-411A-8364-A7DD0C7E4546}" dt="2023-02-20T13:29:02.195" v="916" actId="20577"/>
        <pc:sldMkLst>
          <pc:docMk/>
          <pc:sldMk cId="37348774" sldId="267"/>
        </pc:sldMkLst>
        <pc:spChg chg="mod">
          <ac:chgData name="M103040027@o365.student.nsysu.edu.tw" userId="3f9e91f6-8075-42b8-a82c-73aaf5ffdbcb" providerId="ADAL" clId="{938987C2-7401-411A-8364-A7DD0C7E4546}" dt="2023-02-20T13:25:49.319" v="844" actId="20577"/>
          <ac:spMkLst>
            <pc:docMk/>
            <pc:sldMk cId="37348774" sldId="267"/>
            <ac:spMk id="2" creationId="{523A1B24-A8FB-8BD8-4EC5-599BF223B9BA}"/>
          </ac:spMkLst>
        </pc:spChg>
        <pc:spChg chg="mod">
          <ac:chgData name="M103040027@o365.student.nsysu.edu.tw" userId="3f9e91f6-8075-42b8-a82c-73aaf5ffdbcb" providerId="ADAL" clId="{938987C2-7401-411A-8364-A7DD0C7E4546}" dt="2023-02-20T13:29:02.195" v="916" actId="20577"/>
          <ac:spMkLst>
            <pc:docMk/>
            <pc:sldMk cId="37348774" sldId="267"/>
            <ac:spMk id="3" creationId="{6B21E9BC-E712-6B50-7CDB-D1FF5298709A}"/>
          </ac:spMkLst>
        </pc:spChg>
        <pc:graphicFrameChg chg="add mod">
          <ac:chgData name="M103040027@o365.student.nsysu.edu.tw" userId="3f9e91f6-8075-42b8-a82c-73aaf5ffdbcb" providerId="ADAL" clId="{938987C2-7401-411A-8364-A7DD0C7E4546}" dt="2023-02-20T13:26:06.077" v="846" actId="1076"/>
          <ac:graphicFrameMkLst>
            <pc:docMk/>
            <pc:sldMk cId="37348774" sldId="267"/>
            <ac:graphicFrameMk id="5" creationId="{6AF86D0B-F980-557E-DF71-C47AD32720B9}"/>
          </ac:graphicFrameMkLst>
        </pc:graphicFrameChg>
      </pc:sldChg>
      <pc:sldChg chg="addSp delSp modSp new mod">
        <pc:chgData name="M103040027@o365.student.nsysu.edu.tw" userId="3f9e91f6-8075-42b8-a82c-73aaf5ffdbcb" providerId="ADAL" clId="{938987C2-7401-411A-8364-A7DD0C7E4546}" dt="2023-02-20T14:17:34.958" v="972" actId="1076"/>
        <pc:sldMkLst>
          <pc:docMk/>
          <pc:sldMk cId="3070953913" sldId="268"/>
        </pc:sldMkLst>
        <pc:spChg chg="mod">
          <ac:chgData name="M103040027@o365.student.nsysu.edu.tw" userId="3f9e91f6-8075-42b8-a82c-73aaf5ffdbcb" providerId="ADAL" clId="{938987C2-7401-411A-8364-A7DD0C7E4546}" dt="2023-02-20T14:16:29.674" v="955" actId="20577"/>
          <ac:spMkLst>
            <pc:docMk/>
            <pc:sldMk cId="3070953913" sldId="268"/>
            <ac:spMk id="2" creationId="{79E803C4-E751-A37A-764F-E9725C2BBC35}"/>
          </ac:spMkLst>
        </pc:spChg>
        <pc:spChg chg="del">
          <ac:chgData name="M103040027@o365.student.nsysu.edu.tw" userId="3f9e91f6-8075-42b8-a82c-73aaf5ffdbcb" providerId="ADAL" clId="{938987C2-7401-411A-8364-A7DD0C7E4546}" dt="2023-02-20T14:11:39.977" v="941" actId="22"/>
          <ac:spMkLst>
            <pc:docMk/>
            <pc:sldMk cId="3070953913" sldId="268"/>
            <ac:spMk id="3" creationId="{938CA014-6DD5-07E4-91B0-8BEF97DD8D39}"/>
          </ac:spMkLst>
        </pc:spChg>
        <pc:picChg chg="add mod ord">
          <ac:chgData name="M103040027@o365.student.nsysu.edu.tw" userId="3f9e91f6-8075-42b8-a82c-73aaf5ffdbcb" providerId="ADAL" clId="{938987C2-7401-411A-8364-A7DD0C7E4546}" dt="2023-02-20T14:17:34.958" v="972" actId="1076"/>
          <ac:picMkLst>
            <pc:docMk/>
            <pc:sldMk cId="3070953913" sldId="268"/>
            <ac:picMk id="6" creationId="{0F4C3FCF-45A6-FED2-C87B-3F30C7CDD4EF}"/>
          </ac:picMkLst>
        </pc:picChg>
      </pc:sldChg>
      <pc:sldChg chg="addSp delSp modSp new mod">
        <pc:chgData name="M103040027@o365.student.nsysu.edu.tw" userId="3f9e91f6-8075-42b8-a82c-73aaf5ffdbcb" providerId="ADAL" clId="{938987C2-7401-411A-8364-A7DD0C7E4546}" dt="2023-02-20T14:17:11.616" v="967" actId="1076"/>
        <pc:sldMkLst>
          <pc:docMk/>
          <pc:sldMk cId="1699341194" sldId="269"/>
        </pc:sldMkLst>
        <pc:spChg chg="mod">
          <ac:chgData name="M103040027@o365.student.nsysu.edu.tw" userId="3f9e91f6-8075-42b8-a82c-73aaf5ffdbcb" providerId="ADAL" clId="{938987C2-7401-411A-8364-A7DD0C7E4546}" dt="2023-02-20T14:16:45.675" v="960" actId="20577"/>
          <ac:spMkLst>
            <pc:docMk/>
            <pc:sldMk cId="1699341194" sldId="269"/>
            <ac:spMk id="2" creationId="{9065C8F4-8A9C-DB7E-1E6B-1ABFB521C52C}"/>
          </ac:spMkLst>
        </pc:spChg>
        <pc:spChg chg="del">
          <ac:chgData name="M103040027@o365.student.nsysu.edu.tw" userId="3f9e91f6-8075-42b8-a82c-73aaf5ffdbcb" providerId="ADAL" clId="{938987C2-7401-411A-8364-A7DD0C7E4546}" dt="2023-02-20T14:16:22.368" v="943" actId="22"/>
          <ac:spMkLst>
            <pc:docMk/>
            <pc:sldMk cId="1699341194" sldId="269"/>
            <ac:spMk id="3" creationId="{D2591511-185E-6757-64D6-CEEE363DC336}"/>
          </ac:spMkLst>
        </pc:spChg>
        <pc:picChg chg="add mod ord">
          <ac:chgData name="M103040027@o365.student.nsysu.edu.tw" userId="3f9e91f6-8075-42b8-a82c-73aaf5ffdbcb" providerId="ADAL" clId="{938987C2-7401-411A-8364-A7DD0C7E4546}" dt="2023-02-20T14:17:11.616" v="967" actId="1076"/>
          <ac:picMkLst>
            <pc:docMk/>
            <pc:sldMk cId="1699341194" sldId="269"/>
            <ac:picMk id="6" creationId="{8F1EB0B7-BAD4-9D43-814E-AAC11EF499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2023/2/21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An Improved Order-Preserving Pattern Matching Algorithm</a:t>
            </a:r>
            <a:br>
              <a:rPr lang="en-US" altLang="zh-TW" dirty="0"/>
            </a:br>
            <a:r>
              <a:rPr lang="en-US" altLang="zh-TW" dirty="0"/>
              <a:t>Using Fingerprints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Youngjoon</a:t>
            </a:r>
            <a:r>
              <a:rPr lang="en-US" altLang="zh-TW" dirty="0"/>
              <a:t> Kim, </a:t>
            </a:r>
            <a:r>
              <a:rPr lang="en-US" altLang="zh-TW" dirty="0" err="1"/>
              <a:t>Youngho</a:t>
            </a:r>
            <a:r>
              <a:rPr lang="en-US" altLang="zh-TW" dirty="0"/>
              <a:t> Kim, </a:t>
            </a:r>
            <a:r>
              <a:rPr lang="en-US" altLang="zh-TW" dirty="0" err="1"/>
              <a:t>Jeong</a:t>
            </a:r>
            <a:r>
              <a:rPr lang="en-US" altLang="zh-TW" dirty="0"/>
              <a:t> </a:t>
            </a:r>
            <a:r>
              <a:rPr lang="en-US" altLang="zh-TW" dirty="0" err="1"/>
              <a:t>Seop</a:t>
            </a:r>
            <a:r>
              <a:rPr lang="en-US" altLang="zh-TW" dirty="0"/>
              <a:t> Sim</a:t>
            </a:r>
          </a:p>
          <a:p>
            <a:r>
              <a:rPr lang="en-US" altLang="zh-TW" dirty="0"/>
              <a:t>Mathematics, vol. 10, no. 12, 2022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9474926" y="6211669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Feb. 16, 2022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E2A12-C9F0-4093-A018-44F05764C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/>
                  <a:t>Two strings of the same length are order isomorphic if their relative orders are the same. The order-preserving pattern matching problem is to ﬁnd all substrings of text T that are order isomorphic to pattern P when T (|T| = n) and P (|P| = m) are given. An O(</a:t>
                </a:r>
                <a:r>
                  <a:rPr lang="en-US" altLang="zh-TW" sz="2400" dirty="0" err="1"/>
                  <a:t>mn</a:t>
                </a:r>
                <a:r>
                  <a:rPr lang="en-US" altLang="zh-TW" sz="2400" dirty="0"/>
                  <a:t> + nq log q + q!)-time algorithm using the O(m + q!) space for the order-preserving pattern matching problem has been proposed utilizing ﬁngerprints of q-grams based on the factorial number system and the bad character heuristic. In this paper, we propose an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sz="2400" dirty="0"/>
                  <a:t>)-time algorithm using the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sz="2400" dirty="0"/>
                  <a:t>) space for the order-preserving pattern matching problem, but utilizing ﬁngerprints of q-grams converted to binary numbers. A comparative experiment using three types of time series data demonstrates that the proposed algorithm is faster than existing algorithms because it reduces the number of order isomorphism tests.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E2A12-C9F0-4093-A018-44F05764C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9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81E98-A004-DDE4-6933-7B4801CE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Pattern Matching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F4ABB72-64BC-B952-D2B6-810BAC4F9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3829"/>
            <a:ext cx="10515600" cy="345492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3F3811-1BE2-1162-F2B2-A2F37F57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0744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95B138-CC41-BCD7-5978-19038A9D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Relative Table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2079654-CF14-C27D-1EFB-BBB5DCA77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98331"/>
            <a:ext cx="10515600" cy="26059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B1FCD2-FB26-0DD5-70EE-CD31620C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897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CAA0CB-E145-04A9-3DBC-12E2A4EE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Preprocessing (1 / 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7D1D9795-A9EA-6180-DFAC-320B11C6ED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4351116"/>
                  </p:ext>
                </p:extLst>
              </p:nvPr>
            </p:nvGraphicFramePr>
            <p:xfrm>
              <a:off x="838200" y="4104518"/>
              <a:ext cx="1051560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278365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619108680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4907031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10283979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67087063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27095374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2048168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40454586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083280158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6824047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1250561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44653429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9616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T’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2345283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5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 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+0×</m:t>
                              </m:r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30320359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 </a:t>
                          </a:r>
                          <a:r>
                            <a:rPr lang="en-US" altLang="zh-TW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3,</a:t>
                          </a:r>
                          <a:r>
                            <a:rPr lang="zh-TW" alt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 = 6</a:t>
                          </a:r>
                          <a:endParaRPr lang="zh-TW" altLang="en-US" sz="24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5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805986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內容版面配置區 4">
                <a:extLst>
                  <a:ext uri="{FF2B5EF4-FFF2-40B4-BE49-F238E27FC236}">
                    <a16:creationId xmlns:a16="http://schemas.microsoft.com/office/drawing/2014/main" id="{7D1D9795-A9EA-6180-DFAC-320B11C6ED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4351116"/>
                  </p:ext>
                </p:extLst>
              </p:nvPr>
            </p:nvGraphicFramePr>
            <p:xfrm>
              <a:off x="838200" y="4104518"/>
              <a:ext cx="10515600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278365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619108680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4907031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10283979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67087063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27095374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2048168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40454586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083280158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68240476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1250561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44653429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8961604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T’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23452831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endParaRPr lang="zh-TW" alt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5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2"/>
                          <a:stretch>
                            <a:fillRect l="-140195" t="-106000" r="-278" b="-14667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303203596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 </a:t>
                          </a:r>
                          <a:r>
                            <a:rPr lang="en-US" altLang="zh-TW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3,</a:t>
                          </a:r>
                          <a:r>
                            <a:rPr lang="zh-TW" alt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(w) = 6</a:t>
                          </a:r>
                          <a:endParaRPr lang="zh-TW" altLang="en-US" sz="24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5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extLst>
                      <a:ext uri="{0D108BD9-81ED-4DB2-BD59-A6C34878D82A}">
                        <a16:rowId xmlns:a16="http://schemas.microsoft.com/office/drawing/2014/main" val="8059867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121BB8-02F2-CDAD-ECF8-F6165DFEF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9A5E8FB-FC37-3EEA-B38A-4008B72B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854" y="2170674"/>
            <a:ext cx="5278293" cy="145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4123D-3DBC-00D0-2709-55F3B03C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Preprocessing (2 / 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BD5BDA-C310-ECEA-5198-074D3C9A0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Shift Tables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BD5BDA-C310-ECEA-5198-074D3C9A0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A524F-04C1-094B-775B-71C9F46A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153791-F141-FC16-05BA-0397F811F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1825625"/>
            <a:ext cx="8046720" cy="1273028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F0BC74D-59C5-C7EB-ECCF-F0944E6B8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61552"/>
              </p:ext>
            </p:extLst>
          </p:nvPr>
        </p:nvGraphicFramePr>
        <p:xfrm>
          <a:off x="1714500" y="3733800"/>
          <a:ext cx="8763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3654561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0781608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3873946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679559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627817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2146089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9075951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8380687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2596437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8211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374242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122772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P’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00802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DE72BC44-A374-29D9-26DB-41C33171CB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34559"/>
                  </p:ext>
                </p:extLst>
              </p:nvPr>
            </p:nvGraphicFramePr>
            <p:xfrm>
              <a:off x="2152650" y="515350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DE72BC44-A374-29D9-26DB-41C33171CB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34559"/>
                  </p:ext>
                </p:extLst>
              </p:nvPr>
            </p:nvGraphicFramePr>
            <p:xfrm>
              <a:off x="2152650" y="515350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4" t="-109231" r="-800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7178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4123D-3DBC-00D0-2709-55F3B03C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Preprocessing (3 / 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BD5BDA-C310-ECEA-5198-074D3C9A0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Shift Tables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BD5BDA-C310-ECEA-5198-074D3C9A0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A524F-04C1-094B-775B-71C9F46A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F0BC74D-59C5-C7EB-ECCF-F0944E6B8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60833"/>
              </p:ext>
            </p:extLst>
          </p:nvPr>
        </p:nvGraphicFramePr>
        <p:xfrm>
          <a:off x="1714500" y="3733800"/>
          <a:ext cx="8763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03654561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0781608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3873946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679559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627817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2146089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49075951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8380687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2596437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82116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374242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122772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P’</a:t>
                      </a: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00802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DE72BC44-A374-29D9-26DB-41C33171CB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32198"/>
                  </p:ext>
                </p:extLst>
              </p:nvPr>
            </p:nvGraphicFramePr>
            <p:xfrm>
              <a:off x="2152650" y="515350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DE72BC44-A374-29D9-26DB-41C33171CB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8132198"/>
                  </p:ext>
                </p:extLst>
              </p:nvPr>
            </p:nvGraphicFramePr>
            <p:xfrm>
              <a:off x="2152650" y="515350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" t="-109231" r="-800000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483AF595-C292-7520-B0D1-5EDEA733D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857" y="1691886"/>
            <a:ext cx="8273143" cy="10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8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D75BE-E7DE-1985-D293-E59A7BFE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(1 / 2)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659570-9562-7771-A6B5-5ED798835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045690"/>
              </p:ext>
            </p:extLst>
          </p:nvPr>
        </p:nvGraphicFramePr>
        <p:xfrm>
          <a:off x="838200" y="4221480"/>
          <a:ext cx="1051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90132749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110019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0245083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5188211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6908563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8940892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9034409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1882501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229536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325730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16300046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33201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90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3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60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3680171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P’</a:t>
                      </a:r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460984776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3CBE9F-3B29-908A-1B9E-CAA97DE1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AA713E48-8DA2-3F67-0D9D-F7DC99122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15263"/>
                  </p:ext>
                </p:extLst>
              </p:nvPr>
            </p:nvGraphicFramePr>
            <p:xfrm>
              <a:off x="2152650" y="181526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AA713E48-8DA2-3F67-0D9D-F7DC991225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15263"/>
                  </p:ext>
                </p:extLst>
              </p:nvPr>
            </p:nvGraphicFramePr>
            <p:xfrm>
              <a:off x="2152650" y="1815261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4" t="-109231" r="-800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箭號: 弧形下彎 7">
            <a:extLst>
              <a:ext uri="{FF2B5EF4-FFF2-40B4-BE49-F238E27FC236}">
                <a16:creationId xmlns:a16="http://schemas.microsoft.com/office/drawing/2014/main" id="{550D1AE3-D6ED-DAFA-D48F-870E586FE5EF}"/>
              </a:ext>
            </a:extLst>
          </p:cNvPr>
          <p:cNvSpPr/>
          <p:nvPr/>
        </p:nvSpPr>
        <p:spPr>
          <a:xfrm>
            <a:off x="8212183" y="3873137"/>
            <a:ext cx="2838994" cy="348343"/>
          </a:xfrm>
          <a:prstGeom prst="curvedDownArrow">
            <a:avLst>
              <a:gd name="adj1" fmla="val 25000"/>
              <a:gd name="adj2" fmla="val 9284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8">
                <a:extLst>
                  <a:ext uri="{FF2B5EF4-FFF2-40B4-BE49-F238E27FC236}">
                    <a16:creationId xmlns:a16="http://schemas.microsoft.com/office/drawing/2014/main" id="{45740483-AB38-A659-03E3-D75B63107B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6461705"/>
                  </p:ext>
                </p:extLst>
              </p:nvPr>
            </p:nvGraphicFramePr>
            <p:xfrm>
              <a:off x="2152650" y="2844199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TW" sz="20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8">
                <a:extLst>
                  <a:ext uri="{FF2B5EF4-FFF2-40B4-BE49-F238E27FC236}">
                    <a16:creationId xmlns:a16="http://schemas.microsoft.com/office/drawing/2014/main" id="{45740483-AB38-A659-03E3-D75B63107B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6461705"/>
                  </p:ext>
                </p:extLst>
              </p:nvPr>
            </p:nvGraphicFramePr>
            <p:xfrm>
              <a:off x="2152650" y="2844199"/>
              <a:ext cx="7886700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6300">
                      <a:extLst>
                        <a:ext uri="{9D8B030D-6E8A-4147-A177-3AD203B41FA5}">
                          <a16:colId xmlns:a16="http://schemas.microsoft.com/office/drawing/2014/main" val="3618458412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785092821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867462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32293125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953198953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135152405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58964857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2707993689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96446649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altLang="zh-TW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567787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4" t="-109231" r="-800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42172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667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A1B24-A8FB-8BD8-4EC5-599BF223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(2 / 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21E9BC-E712-6B50-7CDB-D1FF52987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Make sure 2 </a:t>
            </a:r>
            <a:r>
              <a:rPr lang="en-US" altLang="zh-TW" i="1" dirty="0"/>
              <a:t>q-gram</a:t>
            </a:r>
            <a:r>
              <a:rPr lang="en-US" altLang="zh-TW" dirty="0"/>
              <a:t> are match</a:t>
            </a:r>
          </a:p>
          <a:p>
            <a:endParaRPr lang="en-US" altLang="zh-TW" i="1" dirty="0"/>
          </a:p>
          <a:p>
            <a:endParaRPr lang="en-US" altLang="zh-TW" i="1" dirty="0"/>
          </a:p>
          <a:p>
            <a:endParaRPr lang="en-US" altLang="zh-TW" i="1" dirty="0"/>
          </a:p>
          <a:p>
            <a:endParaRPr lang="en-US" altLang="zh-TW" i="1" dirty="0"/>
          </a:p>
          <a:p>
            <a:endParaRPr lang="en-US" altLang="zh-TW" i="1" dirty="0"/>
          </a:p>
          <a:p>
            <a:endParaRPr lang="en-US" altLang="zh-TW" i="1" dirty="0"/>
          </a:p>
          <a:p>
            <a:r>
              <a:rPr lang="en-US" altLang="zh-TW" dirty="0"/>
              <a:t>Check the order by </a:t>
            </a:r>
            <a:r>
              <a:rPr lang="en-US" altLang="zh-TW" i="1" dirty="0" err="1"/>
              <a:t>LMax</a:t>
            </a:r>
            <a:r>
              <a:rPr lang="en-US" altLang="zh-TW" i="1" dirty="0"/>
              <a:t>, </a:t>
            </a:r>
            <a:r>
              <a:rPr lang="en-US" altLang="zh-TW" i="1" dirty="0" err="1"/>
              <a:t>LMin</a:t>
            </a:r>
            <a:r>
              <a:rPr lang="en-US" altLang="zh-TW" i="1" dirty="0"/>
              <a:t> </a:t>
            </a:r>
            <a:endParaRPr lang="zh-TW" altLang="en-US" i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FE148B-BDA9-24F6-B5C0-AE427FD6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AF86D0B-F980-557E-DF71-C47AD3272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982624"/>
              </p:ext>
            </p:extLst>
          </p:nvPr>
        </p:nvGraphicFramePr>
        <p:xfrm>
          <a:off x="838200" y="3074194"/>
          <a:ext cx="1051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390132749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110019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0245083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45188211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36908563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48940892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89034409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1882501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2295367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03257308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16300046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033201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190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3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560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3680171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0984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8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649DF-AF26-3CEF-9FFF-B2FC2B90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6065676-99D3-7136-9403-B4A8BC364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Preprocessing</a:t>
                </a:r>
              </a:p>
              <a:p>
                <a:pPr lvl="1"/>
                <a:r>
                  <a:rPr lang="en-US" altLang="zh-TW" dirty="0" err="1"/>
                  <a:t>LMax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LMin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O(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dirty="0"/>
                  <a:t>Shift Table</a:t>
                </a:r>
              </a:p>
              <a:p>
                <a:pPr lvl="2"/>
                <a:r>
                  <a:rPr lang="en-US" altLang="zh-TW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r>
                  <a:rPr lang="en-US" altLang="zh-TW" dirty="0"/>
                  <a:t>Search</a:t>
                </a:r>
              </a:p>
              <a:p>
                <a:pPr lvl="1"/>
                <a:r>
                  <a:rPr lang="en-US" altLang="zh-TW" dirty="0"/>
                  <a:t>O(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𝑚𝑛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Total</a:t>
                </a:r>
              </a:p>
              <a:p>
                <a:pPr lvl="1"/>
                <a:r>
                  <a:rPr lang="en-US" altLang="zh-TW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𝑚𝑛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6065676-99D3-7136-9403-B4A8BC364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8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C8C1F-891C-6938-306D-39DED472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748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E803C4-E751-A37A-764F-E9725C2B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(1 / 2)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F4C3FCF-45A6-FED2-C87B-3F30C7CDD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35" y="1689268"/>
            <a:ext cx="11525730" cy="466708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2107D5-D6A8-88E4-91E2-E013EC96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0953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C8F4-8A9C-DB7E-1E6B-1ABFB521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 (2 / 2)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F1EB0B7-BAD4-9D43-814E-AAC11EF49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55" y="1914015"/>
            <a:ext cx="11826689" cy="421900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CB1697-FA9A-18EF-AA08-F9D5F03D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934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632</Words>
  <Application>Microsoft Office PowerPoint</Application>
  <PresentationFormat>寬螢幕</PresentationFormat>
  <Paragraphs>317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源流明體 M</vt:lpstr>
      <vt:lpstr>Arial</vt:lpstr>
      <vt:lpstr>Calibri</vt:lpstr>
      <vt:lpstr>Cambria Math</vt:lpstr>
      <vt:lpstr>Times New Roman</vt:lpstr>
      <vt:lpstr>Office 佈景主題</vt:lpstr>
      <vt:lpstr>An Improved Order-Preserving Pattern Matching Algorithm Using Fingerprints</vt:lpstr>
      <vt:lpstr>Abstract</vt:lpstr>
      <vt:lpstr>Order Preserving Pattern Matching</vt:lpstr>
      <vt:lpstr>Relative Table</vt:lpstr>
      <vt:lpstr>Preprocessing (1 / 3)</vt:lpstr>
      <vt:lpstr>Preprocessing (2 / 3)</vt:lpstr>
      <vt:lpstr>Preprocessing (3 / 3)</vt:lpstr>
      <vt:lpstr>Example (1 / 2)</vt:lpstr>
      <vt:lpstr>Example (2 / 2)</vt:lpstr>
      <vt:lpstr>Time Complexity</vt:lpstr>
      <vt:lpstr>Experiment (1 / 2)</vt:lpstr>
      <vt:lpstr>Experiment (2 /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Ting B</cp:lastModifiedBy>
  <cp:revision>19</cp:revision>
  <dcterms:created xsi:type="dcterms:W3CDTF">2022-02-13T12:00:20Z</dcterms:created>
  <dcterms:modified xsi:type="dcterms:W3CDTF">2023-02-21T10:57:09Z</dcterms:modified>
</cp:coreProperties>
</file>