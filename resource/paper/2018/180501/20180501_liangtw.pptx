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handoutMasterIdLst>
    <p:handoutMasterId r:id="rId12"/>
  </p:handoutMasterIdLst>
  <p:sldIdLst>
    <p:sldId id="256" r:id="rId2"/>
    <p:sldId id="258" r:id="rId3"/>
    <p:sldId id="265" r:id="rId4"/>
    <p:sldId id="259" r:id="rId5"/>
    <p:sldId id="266" r:id="rId6"/>
    <p:sldId id="270" r:id="rId7"/>
    <p:sldId id="267" r:id="rId8"/>
    <p:sldId id="269" r:id="rId9"/>
    <p:sldId id="268"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88876" autoAdjust="0"/>
  </p:normalViewPr>
  <p:slideViewPr>
    <p:cSldViewPr snapToGrid="0">
      <p:cViewPr varScale="1">
        <p:scale>
          <a:sx n="83" d="100"/>
          <a:sy n="83" d="100"/>
        </p:scale>
        <p:origin x="396" y="90"/>
      </p:cViewPr>
      <p:guideLst/>
    </p:cSldViewPr>
  </p:slideViewPr>
  <p:notesTextViewPr>
    <p:cViewPr>
      <p:scale>
        <a:sx n="150" d="100"/>
        <a:sy n="150" d="100"/>
      </p:scale>
      <p:origin x="0" y="0"/>
    </p:cViewPr>
  </p:notesTextViewPr>
  <p:sorterViewPr>
    <p:cViewPr>
      <p:scale>
        <a:sx n="100" d="100"/>
        <a:sy n="100" d="100"/>
      </p:scale>
      <p:origin x="0" y="-19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BCB409-2DA1-4BCA-B435-C6D650D60C53}" type="datetimeFigureOut">
              <a:rPr lang="zh-TW" altLang="en-US" smtClean="0"/>
              <a:t>2018/5/1</a:t>
            </a:fld>
            <a:endParaRPr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6F0565-5FB6-414C-A160-5E7695D65A9B}" type="slidenum">
              <a:rPr lang="zh-TW" altLang="en-US" smtClean="0"/>
              <a:t>‹#›</a:t>
            </a:fld>
            <a:endParaRPr lang="zh-TW" altLang="en-US"/>
          </a:p>
        </p:txBody>
      </p:sp>
    </p:spTree>
    <p:extLst>
      <p:ext uri="{BB962C8B-B14F-4D97-AF65-F5344CB8AC3E}">
        <p14:creationId xmlns:p14="http://schemas.microsoft.com/office/powerpoint/2010/main" val="41654234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DEB75-3589-4D32-B44A-E0772C0D15C5}" type="datetimeFigureOut">
              <a:rPr lang="zh-TW" altLang="en-US" smtClean="0"/>
              <a:t>2018/5/1</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0D5DF-B2A2-41B1-A94F-55B40B4E12BA}" type="slidenum">
              <a:rPr lang="zh-TW" altLang="en-US" smtClean="0"/>
              <a:t>‹#›</a:t>
            </a:fld>
            <a:endParaRPr lang="zh-TW" altLang="en-US"/>
          </a:p>
        </p:txBody>
      </p:sp>
    </p:spTree>
    <p:extLst>
      <p:ext uri="{BB962C8B-B14F-4D97-AF65-F5344CB8AC3E}">
        <p14:creationId xmlns:p14="http://schemas.microsoft.com/office/powerpoint/2010/main" val="30957097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a:t>
            </a:fld>
            <a:endParaRPr lang="zh-TW" altLang="en-US"/>
          </a:p>
        </p:txBody>
      </p:sp>
    </p:spTree>
    <p:extLst>
      <p:ext uri="{BB962C8B-B14F-4D97-AF65-F5344CB8AC3E}">
        <p14:creationId xmlns:p14="http://schemas.microsoft.com/office/powerpoint/2010/main" val="949795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a:t>
            </a:fld>
            <a:endParaRPr lang="zh-TW" altLang="en-US"/>
          </a:p>
        </p:txBody>
      </p:sp>
    </p:spTree>
    <p:extLst>
      <p:ext uri="{BB962C8B-B14F-4D97-AF65-F5344CB8AC3E}">
        <p14:creationId xmlns:p14="http://schemas.microsoft.com/office/powerpoint/2010/main" val="2339558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3</a:t>
            </a:fld>
            <a:endParaRPr lang="zh-TW" altLang="en-US"/>
          </a:p>
        </p:txBody>
      </p:sp>
    </p:spTree>
    <p:extLst>
      <p:ext uri="{BB962C8B-B14F-4D97-AF65-F5344CB8AC3E}">
        <p14:creationId xmlns:p14="http://schemas.microsoft.com/office/powerpoint/2010/main" val="1481782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346D7AD2-AD46-4F9C-9DB9-311BC9C511FB}" type="datetime1">
              <a:rPr lang="zh-TW" altLang="en-US" smtClean="0"/>
              <a:t>2018/5/1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69900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ACF8EA7-3B33-4CFB-BDA8-CB4ED22BDFA6}" type="datetime1">
              <a:rPr lang="zh-TW" altLang="en-US" smtClean="0"/>
              <a:t>2018/5/1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79523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3AB09E7C-A5F4-4E44-A0D0-D8D823ED55EC}" type="datetime1">
              <a:rPr lang="zh-TW" altLang="en-US" smtClean="0"/>
              <a:t>2018/5/1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9713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7FA09CB-B913-4CE8-9656-48ED378732FA}" type="datetime1">
              <a:rPr lang="zh-TW" altLang="en-US" smtClean="0"/>
              <a:t>2018/5/1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3484120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40E74B2C-81A9-40B9-8191-4AFF6A362158}" type="datetime1">
              <a:rPr lang="zh-TW" altLang="en-US" smtClean="0"/>
              <a:t>2018/5/1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753329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8D792B90-13AF-4EA9-8E1C-B6AB9BFE2FEA}" type="datetime1">
              <a:rPr lang="zh-TW" altLang="en-US" smtClean="0"/>
              <a:t>2018/5/1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5853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BC651D-9550-4C8E-A2AF-E9628836D6AE}" type="datetime1">
              <a:rPr lang="zh-TW" altLang="en-US" smtClean="0"/>
              <a:t>2018/5/1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30512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801F1AE1-4A31-4B16-8CF5-B0A0C6DC12AA}" type="datetime1">
              <a:rPr lang="zh-TW" altLang="en-US" smtClean="0"/>
              <a:t>2018/5/1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4895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9896643-C3C1-4791-B485-3954350756FB}" type="datetime1">
              <a:rPr lang="zh-TW" altLang="en-US" smtClean="0"/>
              <a:t>2018/5/1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615642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9EA2DB6-053F-4534-9F02-C898C0154A73}" type="datetime1">
              <a:rPr lang="zh-TW" altLang="en-US" smtClean="0"/>
              <a:t>2018/5/1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29441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7FACD7D-FFB8-45BA-8DA5-BBC396FFB252}" type="datetime1">
              <a:rPr lang="zh-TW" altLang="en-US" smtClean="0"/>
              <a:t>2018/5/1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1995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8CBB84-2B8D-4741-B97A-9F882A8CC49B}" type="datetime1">
              <a:rPr lang="zh-TW" altLang="en-US" smtClean="0"/>
              <a:t>2018/5/1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123555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9449" y="0"/>
            <a:ext cx="8905101" cy="1496976"/>
          </a:xfrm>
        </p:spPr>
        <p:txBody>
          <a:bodyPr>
            <a:normAutofit/>
          </a:bodyPr>
          <a:lstStyle/>
          <a:p>
            <a:r>
              <a:rPr lang="en-US" altLang="zh-TW" sz="4000" dirty="0">
                <a:latin typeface="Times New Roman" panose="02020603050405020304" pitchFamily="18" charset="0"/>
                <a:cs typeface="Times New Roman" panose="02020603050405020304" pitchFamily="18" charset="0"/>
              </a:rPr>
              <a:t>LCS algorithm with vector-markers</a:t>
            </a:r>
            <a:endParaRPr lang="zh-TW" altLang="en-US" sz="40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395299" y="2129361"/>
            <a:ext cx="8353402" cy="3573055"/>
          </a:xfrm>
        </p:spPr>
        <p:txBody>
          <a:bodyPr>
            <a:noAutofit/>
          </a:bodyPr>
          <a:lstStyle/>
          <a:p>
            <a:r>
              <a:rPr lang="en-US" altLang="zh-TW" sz="2800" dirty="0" err="1">
                <a:latin typeface="Times New Roman" panose="02020603050405020304" pitchFamily="18" charset="0"/>
                <a:ea typeface="+mj-ea"/>
                <a:cs typeface="Times New Roman" panose="02020603050405020304" pitchFamily="18" charset="0"/>
              </a:rPr>
              <a:t>Levon</a:t>
            </a:r>
            <a:r>
              <a:rPr lang="en-US" altLang="zh-TW" sz="2800" dirty="0">
                <a:latin typeface="Times New Roman" panose="02020603050405020304" pitchFamily="18" charset="0"/>
                <a:ea typeface="+mj-ea"/>
                <a:cs typeface="Times New Roman" panose="02020603050405020304" pitchFamily="18" charset="0"/>
              </a:rPr>
              <a:t> </a:t>
            </a:r>
            <a:r>
              <a:rPr lang="en-US" altLang="zh-TW" sz="2800" dirty="0" err="1">
                <a:latin typeface="Times New Roman" panose="02020603050405020304" pitchFamily="18" charset="0"/>
                <a:ea typeface="+mj-ea"/>
                <a:cs typeface="Times New Roman" panose="02020603050405020304" pitchFamily="18" charset="0"/>
              </a:rPr>
              <a:t>Aslanyan</a:t>
            </a:r>
            <a:endParaRPr lang="en-US" altLang="zh-TW" sz="2800" dirty="0">
              <a:latin typeface="Times New Roman" panose="02020603050405020304" pitchFamily="18" charset="0"/>
              <a:ea typeface="+mj-ea"/>
              <a:cs typeface="Times New Roman" panose="02020603050405020304" pitchFamily="18" charset="0"/>
            </a:endParaRPr>
          </a:p>
          <a:p>
            <a:endParaRPr lang="en-US" altLang="zh-TW" sz="2800" dirty="0">
              <a:latin typeface="Times New Roman" panose="02020603050405020304" pitchFamily="18" charset="0"/>
              <a:ea typeface="+mj-ea"/>
              <a:cs typeface="Times New Roman" panose="02020603050405020304" pitchFamily="18" charset="0"/>
            </a:endParaRPr>
          </a:p>
          <a:p>
            <a:r>
              <a:rPr lang="en-US" altLang="zh-TW" sz="1800" dirty="0">
                <a:latin typeface="Times New Roman" panose="02020603050405020304" pitchFamily="18" charset="0"/>
                <a:ea typeface="+mj-ea"/>
                <a:cs typeface="Times New Roman" panose="02020603050405020304" pitchFamily="18" charset="0"/>
              </a:rPr>
              <a:t>Institute for Informatics and Automation Problems of the National Academy of Science of Armenia, Yerevan, Armenia</a:t>
            </a:r>
          </a:p>
          <a:p>
            <a:endParaRPr lang="en-US" altLang="zh-TW" sz="1800" dirty="0">
              <a:latin typeface="Times New Roman" panose="02020603050405020304" pitchFamily="18" charset="0"/>
              <a:ea typeface="+mj-ea"/>
              <a:cs typeface="Times New Roman" panose="02020603050405020304" pitchFamily="18" charset="0"/>
            </a:endParaRPr>
          </a:p>
          <a:p>
            <a:r>
              <a:rPr lang="fr-FR" altLang="zh-TW" sz="2000">
                <a:latin typeface="Times New Roman" panose="02020603050405020304" pitchFamily="18" charset="0"/>
                <a:ea typeface="+mj-ea"/>
                <a:cs typeface="Times New Roman" panose="02020603050405020304" pitchFamily="18" charset="0"/>
              </a:rPr>
              <a:t> </a:t>
            </a:r>
            <a:r>
              <a:rPr lang="fr-FR" altLang="zh-TW" sz="2000" smtClean="0">
                <a:latin typeface="Times New Roman" panose="02020603050405020304" pitchFamily="18" charset="0"/>
                <a:ea typeface="+mj-ea"/>
                <a:cs typeface="Times New Roman" panose="02020603050405020304" pitchFamily="18" charset="0"/>
              </a:rPr>
              <a:t>Proceedings of  Computer </a:t>
            </a:r>
            <a:r>
              <a:rPr lang="fr-FR" altLang="zh-TW" sz="2000" dirty="0">
                <a:latin typeface="Times New Roman" panose="02020603050405020304" pitchFamily="18" charset="0"/>
                <a:ea typeface="+mj-ea"/>
                <a:cs typeface="Times New Roman" panose="02020603050405020304" pitchFamily="18" charset="0"/>
              </a:rPr>
              <a:t>Science and Information Technologies (CSIT)</a:t>
            </a:r>
          </a:p>
          <a:p>
            <a:r>
              <a:rPr lang="en-US" altLang="zh-TW" sz="2000" dirty="0">
                <a:latin typeface="Times New Roman" panose="02020603050405020304" pitchFamily="18" charset="0"/>
                <a:ea typeface="+mj-ea"/>
                <a:cs typeface="Times New Roman" panose="02020603050405020304" pitchFamily="18" charset="0"/>
              </a:rPr>
              <a:t>25-29 Sept. 2017, Yerevan, Armenia</a:t>
            </a:r>
          </a:p>
          <a:p>
            <a:endParaRPr lang="en-US" altLang="zh-TW" dirty="0">
              <a:latin typeface="Times New Roman" panose="02020603050405020304" pitchFamily="18" charset="0"/>
              <a:ea typeface="+mj-ea"/>
              <a:cs typeface="Times New Roman" panose="02020603050405020304" pitchFamily="18" charset="0"/>
            </a:endParaRPr>
          </a:p>
          <a:p>
            <a:r>
              <a:rPr lang="en-US" altLang="zh-TW" dirty="0">
                <a:latin typeface="Times New Roman" panose="02020603050405020304" pitchFamily="18" charset="0"/>
                <a:ea typeface="+mj-ea"/>
                <a:cs typeface="Times New Roman" panose="02020603050405020304" pitchFamily="18" charset="0"/>
              </a:rPr>
              <a:t>Presenter: Ting-Wei Liang</a:t>
            </a:r>
          </a:p>
          <a:p>
            <a:r>
              <a:rPr lang="en-US" altLang="zh-TW" dirty="0">
                <a:latin typeface="Times New Roman" panose="02020603050405020304" pitchFamily="18" charset="0"/>
                <a:ea typeface="+mj-ea"/>
                <a:cs typeface="Times New Roman" panose="02020603050405020304" pitchFamily="18" charset="0"/>
              </a:rPr>
              <a:t>Date: 2018/05/01</a:t>
            </a:r>
            <a:endParaRPr lang="zh-TW" altLang="en-US" dirty="0">
              <a:latin typeface="Times New Roman" panose="02020603050405020304" pitchFamily="18" charset="0"/>
              <a:ea typeface="+mj-ea"/>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B9CF4E80-5859-4E39-A40B-ED9B772D8B0F}" type="slidenum">
              <a:rPr lang="zh-TW" altLang="en-US" smtClean="0">
                <a:latin typeface="Times New Roman" panose="02020603050405020304" pitchFamily="18" charset="0"/>
                <a:cs typeface="Times New Roman" panose="02020603050405020304" pitchFamily="18" charset="0"/>
              </a:rPr>
              <a:t>1</a:t>
            </a:fld>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2000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1565566"/>
            <a:ext cx="7886700" cy="4351338"/>
          </a:xfrm>
        </p:spPr>
        <p:txBody>
          <a:bodyPr>
            <a:noAutofit/>
          </a:bodyPr>
          <a:lstStyle/>
          <a:p>
            <a:pPr>
              <a:lnSpc>
                <a:spcPct val="120000"/>
              </a:lnSpc>
              <a:buNone/>
            </a:pP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The Multiple Longest Common Subsequence (MLCS) problem is aimed at constructing a maximum length subsequence, common to a given set of sequences, defined on some finite alphabet of symbols. The paper considers the particular case of two input sequences (LCS), which is simply extendable to the general MLCS problem. We consider the problem in an online manner, where symbols arrive one-by-one and the next acquired symbol is appending any one of the two input sequences. </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2</a:t>
            </a:fld>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05064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1565566"/>
            <a:ext cx="7886700" cy="4351338"/>
          </a:xfrm>
        </p:spPr>
        <p:txBody>
          <a:bodyPr>
            <a:noAutofit/>
          </a:bodyPr>
          <a:lstStyle/>
          <a:p>
            <a:pPr>
              <a:lnSpc>
                <a:spcPct val="120000"/>
              </a:lnSpc>
              <a:buNone/>
            </a:pPr>
            <a:r>
              <a:rPr lang="en-US" altLang="zh-TW" sz="2400" dirty="0">
                <a:latin typeface="Times New Roman" panose="02020603050405020304" pitchFamily="18" charset="0"/>
                <a:cs typeface="Times New Roman" panose="02020603050405020304" pitchFamily="18" charset="0"/>
              </a:rPr>
              <a:t>   The sought-for LCS algorithm acts by recursive handling of parts of sequences arrived so far, constructing and updating specific supportive structures of markers representing the interrelations of the longest common subsequences of the two input sequences. In paper we discuss a perfect online parallelization framework of the algorithm for the “simple” memory model, so that the parallel complexity becomes O(</a:t>
            </a:r>
            <a:r>
              <a:rPr lang="en-US" altLang="zh-TW" sz="2400" dirty="0" err="1">
                <a:latin typeface="Times New Roman" panose="02020603050405020304" pitchFamily="18" charset="0"/>
                <a:cs typeface="Times New Roman" panose="02020603050405020304" pitchFamily="18" charset="0"/>
              </a:rPr>
              <a:t>mn</a:t>
            </a:r>
            <a:r>
              <a:rPr lang="en-US" altLang="zh-TW" sz="2400" dirty="0">
                <a:latin typeface="Times New Roman" panose="02020603050405020304" pitchFamily="18" charset="0"/>
                <a:cs typeface="Times New Roman" panose="02020603050405020304" pitchFamily="18" charset="0"/>
              </a:rPr>
              <a:t>/t) for t parallel threads. The general outcome of paper is the use of vector markers instead of matrix markers or graphs, which helps in minimization of the memory, used by the algorithm. </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a:t>
            </a:fld>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90435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7E40FF6F-D5BE-4BB7-94BE-FAA21B30B38A}"/>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LCS problem in this paper</a:t>
            </a:r>
            <a:endParaRPr lang="zh-TW" altLang="en-US" dirty="0">
              <a:latin typeface="Times New Roman" panose="02020603050405020304" pitchFamily="18" charset="0"/>
              <a:cs typeface="Times New Roman" panose="02020603050405020304" pitchFamily="18" charset="0"/>
            </a:endParaRPr>
          </a:p>
        </p:txBody>
      </p:sp>
      <p:graphicFrame>
        <p:nvGraphicFramePr>
          <p:cNvPr id="5" name="內容版面配置區 4">
            <a:extLst>
              <a:ext uri="{FF2B5EF4-FFF2-40B4-BE49-F238E27FC236}">
                <a16:creationId xmlns="" xmlns:a16="http://schemas.microsoft.com/office/drawing/2014/main" id="{7BD58545-1366-48A7-91B4-206D958046DB}"/>
              </a:ext>
            </a:extLst>
          </p:cNvPr>
          <p:cNvGraphicFramePr>
            <a:graphicFrameLocks noGrp="1"/>
          </p:cNvGraphicFramePr>
          <p:nvPr>
            <p:ph idx="1"/>
            <p:extLst>
              <p:ext uri="{D42A27DB-BD31-4B8C-83A1-F6EECF244321}">
                <p14:modId xmlns:p14="http://schemas.microsoft.com/office/powerpoint/2010/main" val="2615914881"/>
              </p:ext>
            </p:extLst>
          </p:nvPr>
        </p:nvGraphicFramePr>
        <p:xfrm>
          <a:off x="2021223" y="2169806"/>
          <a:ext cx="4719245" cy="598561"/>
        </p:xfrm>
        <a:graphic>
          <a:graphicData uri="http://schemas.openxmlformats.org/drawingml/2006/table">
            <a:tbl>
              <a:tblPr firstRow="1" bandRow="1">
                <a:tableStyleId>{5940675A-B579-460E-94D1-54222C63F5DA}</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extLst>
                  <a:ext uri="{0D108BD9-81ED-4DB2-BD59-A6C34878D82A}">
                    <a16:rowId xmlns="" xmlns:a16="http://schemas.microsoft.com/office/drawing/2014/main" val="219371619"/>
                  </a:ext>
                </a:extLst>
              </a:tr>
            </a:tbl>
          </a:graphicData>
        </a:graphic>
      </p:graphicFrame>
      <p:sp>
        <p:nvSpPr>
          <p:cNvPr id="4" name="投影片編號版面配置區 3">
            <a:extLst>
              <a:ext uri="{FF2B5EF4-FFF2-40B4-BE49-F238E27FC236}">
                <a16:creationId xmlns="" xmlns:a16="http://schemas.microsoft.com/office/drawing/2014/main" id="{D0CE57CE-E3E8-4BEE-8B4A-8C6655509146}"/>
              </a:ext>
            </a:extLst>
          </p:cNvPr>
          <p:cNvSpPr>
            <a:spLocks noGrp="1"/>
          </p:cNvSpPr>
          <p:nvPr>
            <p:ph type="sldNum" sz="quarter" idx="12"/>
          </p:nvPr>
        </p:nvSpPr>
        <p:spPr/>
        <p:txBody>
          <a:bodyPr/>
          <a:lstStyle/>
          <a:p>
            <a:fld id="{B9CF4E80-5859-4E39-A40B-ED9B772D8B0F}" type="slidenum">
              <a:rPr lang="zh-TW" altLang="en-US" smtClean="0"/>
              <a:t>4</a:t>
            </a:fld>
            <a:endParaRPr lang="zh-TW" altLang="en-US"/>
          </a:p>
        </p:txBody>
      </p:sp>
      <p:graphicFrame>
        <p:nvGraphicFramePr>
          <p:cNvPr id="6" name="內容版面配置區 4">
            <a:extLst>
              <a:ext uri="{FF2B5EF4-FFF2-40B4-BE49-F238E27FC236}">
                <a16:creationId xmlns="" xmlns:a16="http://schemas.microsoft.com/office/drawing/2014/main" id="{5634D562-5DB7-4F1D-A31D-A5F89845465B}"/>
              </a:ext>
            </a:extLst>
          </p:cNvPr>
          <p:cNvGraphicFramePr>
            <a:graphicFrameLocks/>
          </p:cNvGraphicFramePr>
          <p:nvPr>
            <p:extLst>
              <p:ext uri="{D42A27DB-BD31-4B8C-83A1-F6EECF244321}">
                <p14:modId xmlns:p14="http://schemas.microsoft.com/office/powerpoint/2010/main" val="2990991460"/>
              </p:ext>
            </p:extLst>
          </p:nvPr>
        </p:nvGraphicFramePr>
        <p:xfrm>
          <a:off x="2021223" y="3429000"/>
          <a:ext cx="4719245" cy="598561"/>
        </p:xfrm>
        <a:graphic>
          <a:graphicData uri="http://schemas.openxmlformats.org/drawingml/2006/table">
            <a:tbl>
              <a:tblPr firstRow="1" bandRow="1">
                <a:tableStyleId>{5940675A-B579-460E-94D1-54222C63F5DA}</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tc>
                  <a:txBody>
                    <a:bodyPr/>
                    <a:lstStyle/>
                    <a:p>
                      <a:pPr algn="ctr"/>
                      <a:r>
                        <a:rPr lang="en-US" altLang="zh-TW" sz="2400" dirty="0"/>
                        <a:t>a</a:t>
                      </a:r>
                      <a:endParaRPr lang="zh-TW" altLang="en-US" sz="2400" dirty="0"/>
                    </a:p>
                  </a:txBody>
                  <a:tcPr/>
                </a:tc>
                <a:extLst>
                  <a:ext uri="{0D108BD9-81ED-4DB2-BD59-A6C34878D82A}">
                    <a16:rowId xmlns="" xmlns:a16="http://schemas.microsoft.com/office/drawing/2014/main" val="219371619"/>
                  </a:ext>
                </a:extLst>
              </a:tr>
            </a:tbl>
          </a:graphicData>
        </a:graphic>
      </p:graphicFrame>
      <p:sp>
        <p:nvSpPr>
          <p:cNvPr id="7" name="文字方塊 6">
            <a:extLst>
              <a:ext uri="{FF2B5EF4-FFF2-40B4-BE49-F238E27FC236}">
                <a16:creationId xmlns="" xmlns:a16="http://schemas.microsoft.com/office/drawing/2014/main" id="{E15DC213-B66D-4A6D-BF20-31562C9966D9}"/>
              </a:ext>
            </a:extLst>
          </p:cNvPr>
          <p:cNvSpPr txBox="1"/>
          <p:nvPr/>
        </p:nvSpPr>
        <p:spPr>
          <a:xfrm>
            <a:off x="1278383" y="2200510"/>
            <a:ext cx="362600" cy="461665"/>
          </a:xfrm>
          <a:prstGeom prst="rect">
            <a:avLst/>
          </a:prstGeom>
          <a:noFill/>
        </p:spPr>
        <p:txBody>
          <a:bodyPr wrap="none" rtlCol="0">
            <a:spAutoFit/>
          </a:bodyPr>
          <a:lstStyle/>
          <a:p>
            <a:r>
              <a:rPr lang="en-US" altLang="zh-TW" sz="2400" dirty="0"/>
              <a:t>A</a:t>
            </a:r>
            <a:endParaRPr lang="zh-TW" altLang="en-US" sz="2400" dirty="0"/>
          </a:p>
        </p:txBody>
      </p:sp>
      <p:sp>
        <p:nvSpPr>
          <p:cNvPr id="8" name="文字方塊 7">
            <a:extLst>
              <a:ext uri="{FF2B5EF4-FFF2-40B4-BE49-F238E27FC236}">
                <a16:creationId xmlns="" xmlns:a16="http://schemas.microsoft.com/office/drawing/2014/main" id="{F6929C32-F762-464C-A734-1648C9C00E33}"/>
              </a:ext>
            </a:extLst>
          </p:cNvPr>
          <p:cNvSpPr txBox="1"/>
          <p:nvPr/>
        </p:nvSpPr>
        <p:spPr>
          <a:xfrm>
            <a:off x="1278383" y="3475930"/>
            <a:ext cx="351378" cy="461665"/>
          </a:xfrm>
          <a:prstGeom prst="rect">
            <a:avLst/>
          </a:prstGeom>
          <a:noFill/>
        </p:spPr>
        <p:txBody>
          <a:bodyPr wrap="none" rtlCol="0">
            <a:spAutoFit/>
          </a:bodyPr>
          <a:lstStyle/>
          <a:p>
            <a:r>
              <a:rPr lang="en-US" altLang="zh-TW" sz="2400" dirty="0"/>
              <a:t>B</a:t>
            </a:r>
            <a:endParaRPr lang="zh-TW" altLang="en-US" sz="2400" dirty="0"/>
          </a:p>
        </p:txBody>
      </p:sp>
      <p:graphicFrame>
        <p:nvGraphicFramePr>
          <p:cNvPr id="11" name="內容版面配置區 4">
            <a:extLst>
              <a:ext uri="{FF2B5EF4-FFF2-40B4-BE49-F238E27FC236}">
                <a16:creationId xmlns="" xmlns:a16="http://schemas.microsoft.com/office/drawing/2014/main" id="{673B272D-E665-47B1-9ED7-10F61AE45E24}"/>
              </a:ext>
            </a:extLst>
          </p:cNvPr>
          <p:cNvGraphicFramePr>
            <a:graphicFrameLocks/>
          </p:cNvGraphicFramePr>
          <p:nvPr>
            <p:extLst>
              <p:ext uri="{D42A27DB-BD31-4B8C-83A1-F6EECF244321}">
                <p14:modId xmlns:p14="http://schemas.microsoft.com/office/powerpoint/2010/main" val="412097826"/>
              </p:ext>
            </p:extLst>
          </p:nvPr>
        </p:nvGraphicFramePr>
        <p:xfrm>
          <a:off x="2021223" y="4979392"/>
          <a:ext cx="5663094" cy="598561"/>
        </p:xfrm>
        <a:graphic>
          <a:graphicData uri="http://schemas.openxmlformats.org/drawingml/2006/table">
            <a:tbl>
              <a:tblPr firstRow="1" bandRow="1">
                <a:tableStyleId>{5940675A-B579-460E-94D1-54222C63F5DA}</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gridCol w="943849">
                  <a:extLst>
                    <a:ext uri="{9D8B030D-6E8A-4147-A177-3AD203B41FA5}">
                      <a16:colId xmlns="" xmlns:a16="http://schemas.microsoft.com/office/drawing/2014/main" val="515376970"/>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tc>
                  <a:txBody>
                    <a:bodyPr/>
                    <a:lstStyle/>
                    <a:p>
                      <a:pPr algn="ctr"/>
                      <a:r>
                        <a:rPr lang="en-US" altLang="zh-TW" sz="2400" dirty="0">
                          <a:solidFill>
                            <a:srgbClr val="FF0000"/>
                          </a:solidFill>
                        </a:rPr>
                        <a:t>b</a:t>
                      </a: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p:sp>
        <p:nvSpPr>
          <p:cNvPr id="12" name="文字方塊 11">
            <a:extLst>
              <a:ext uri="{FF2B5EF4-FFF2-40B4-BE49-F238E27FC236}">
                <a16:creationId xmlns="" xmlns:a16="http://schemas.microsoft.com/office/drawing/2014/main" id="{BDB3300B-29D6-4497-9613-AE239CC220A8}"/>
              </a:ext>
            </a:extLst>
          </p:cNvPr>
          <p:cNvSpPr txBox="1"/>
          <p:nvPr/>
        </p:nvSpPr>
        <p:spPr>
          <a:xfrm>
            <a:off x="1278383" y="5010096"/>
            <a:ext cx="429926" cy="461665"/>
          </a:xfrm>
          <a:prstGeom prst="rect">
            <a:avLst/>
          </a:prstGeom>
          <a:noFill/>
        </p:spPr>
        <p:txBody>
          <a:bodyPr wrap="none" rtlCol="0">
            <a:spAutoFit/>
          </a:bodyPr>
          <a:lstStyle/>
          <a:p>
            <a:r>
              <a:rPr lang="en-US" altLang="zh-TW" sz="2400" dirty="0"/>
              <a:t>A’</a:t>
            </a:r>
            <a:endParaRPr lang="zh-TW" altLang="en-US" sz="2400" dirty="0"/>
          </a:p>
        </p:txBody>
      </p:sp>
    </p:spTree>
    <p:extLst>
      <p:ext uri="{BB962C8B-B14F-4D97-AF65-F5344CB8AC3E}">
        <p14:creationId xmlns:p14="http://schemas.microsoft.com/office/powerpoint/2010/main" val="44079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7E40FF6F-D5BE-4BB7-94BE-FAA21B30B38A}"/>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Minimum last elements of</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 k-length LCS</a:t>
            </a:r>
            <a:endParaRPr lang="zh-TW" altLang="en-US" dirty="0">
              <a:latin typeface="Times New Roman" panose="02020603050405020304" pitchFamily="18" charset="0"/>
              <a:cs typeface="Times New Roman" panose="02020603050405020304" pitchFamily="18" charset="0"/>
            </a:endParaRPr>
          </a:p>
        </p:txBody>
      </p:sp>
      <p:graphicFrame>
        <p:nvGraphicFramePr>
          <p:cNvPr id="5" name="內容版面配置區 4">
            <a:extLst>
              <a:ext uri="{FF2B5EF4-FFF2-40B4-BE49-F238E27FC236}">
                <a16:creationId xmlns="" xmlns:a16="http://schemas.microsoft.com/office/drawing/2014/main" id="{7BD58545-1366-48A7-91B4-206D958046DB}"/>
              </a:ext>
            </a:extLst>
          </p:cNvPr>
          <p:cNvGraphicFramePr>
            <a:graphicFrameLocks noGrp="1"/>
          </p:cNvGraphicFramePr>
          <p:nvPr>
            <p:ph idx="1"/>
            <p:extLst>
              <p:ext uri="{D42A27DB-BD31-4B8C-83A1-F6EECF244321}">
                <p14:modId xmlns:p14="http://schemas.microsoft.com/office/powerpoint/2010/main" val="1226297194"/>
              </p:ext>
            </p:extLst>
          </p:nvPr>
        </p:nvGraphicFramePr>
        <p:xfrm>
          <a:off x="2021223" y="2169806"/>
          <a:ext cx="4719245" cy="598561"/>
        </p:xfrm>
        <a:graphic>
          <a:graphicData uri="http://schemas.openxmlformats.org/drawingml/2006/table">
            <a:tbl>
              <a:tblPr firstRow="1" bandRow="1">
                <a:tableStyleId>{5940675A-B579-460E-94D1-54222C63F5DA}</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extLst>
                  <a:ext uri="{0D108BD9-81ED-4DB2-BD59-A6C34878D82A}">
                    <a16:rowId xmlns="" xmlns:a16="http://schemas.microsoft.com/office/drawing/2014/main" val="219371619"/>
                  </a:ext>
                </a:extLst>
              </a:tr>
            </a:tbl>
          </a:graphicData>
        </a:graphic>
      </p:graphicFrame>
      <p:sp>
        <p:nvSpPr>
          <p:cNvPr id="4" name="投影片編號版面配置區 3">
            <a:extLst>
              <a:ext uri="{FF2B5EF4-FFF2-40B4-BE49-F238E27FC236}">
                <a16:creationId xmlns="" xmlns:a16="http://schemas.microsoft.com/office/drawing/2014/main" id="{D0CE57CE-E3E8-4BEE-8B4A-8C6655509146}"/>
              </a:ext>
            </a:extLst>
          </p:cNvPr>
          <p:cNvSpPr>
            <a:spLocks noGrp="1"/>
          </p:cNvSpPr>
          <p:nvPr>
            <p:ph type="sldNum" sz="quarter" idx="12"/>
          </p:nvPr>
        </p:nvSpPr>
        <p:spPr/>
        <p:txBody>
          <a:bodyPr/>
          <a:lstStyle/>
          <a:p>
            <a:fld id="{B9CF4E80-5859-4E39-A40B-ED9B772D8B0F}" type="slidenum">
              <a:rPr lang="zh-TW" altLang="en-US" smtClean="0"/>
              <a:t>5</a:t>
            </a:fld>
            <a:endParaRPr lang="zh-TW" altLang="en-US"/>
          </a:p>
        </p:txBody>
      </p:sp>
      <p:graphicFrame>
        <p:nvGraphicFramePr>
          <p:cNvPr id="6" name="內容版面配置區 4">
            <a:extLst>
              <a:ext uri="{FF2B5EF4-FFF2-40B4-BE49-F238E27FC236}">
                <a16:creationId xmlns="" xmlns:a16="http://schemas.microsoft.com/office/drawing/2014/main" id="{5634D562-5DB7-4F1D-A31D-A5F89845465B}"/>
              </a:ext>
            </a:extLst>
          </p:cNvPr>
          <p:cNvGraphicFramePr>
            <a:graphicFrameLocks/>
          </p:cNvGraphicFramePr>
          <p:nvPr>
            <p:extLst>
              <p:ext uri="{D42A27DB-BD31-4B8C-83A1-F6EECF244321}">
                <p14:modId xmlns:p14="http://schemas.microsoft.com/office/powerpoint/2010/main" val="1486130883"/>
              </p:ext>
            </p:extLst>
          </p:nvPr>
        </p:nvGraphicFramePr>
        <p:xfrm>
          <a:off x="2021223" y="4195826"/>
          <a:ext cx="4719245" cy="598561"/>
        </p:xfrm>
        <a:graphic>
          <a:graphicData uri="http://schemas.openxmlformats.org/drawingml/2006/table">
            <a:tbl>
              <a:tblPr firstRow="1" bandRow="1">
                <a:tableStyleId>{5940675A-B579-460E-94D1-54222C63F5DA}</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tc>
                  <a:txBody>
                    <a:bodyPr/>
                    <a:lstStyle/>
                    <a:p>
                      <a:pPr algn="ctr"/>
                      <a:r>
                        <a:rPr lang="en-US" altLang="zh-TW" sz="2400" dirty="0"/>
                        <a:t>a</a:t>
                      </a:r>
                      <a:endParaRPr lang="zh-TW" altLang="en-US" sz="2400" dirty="0"/>
                    </a:p>
                  </a:txBody>
                  <a:tcPr/>
                </a:tc>
                <a:extLst>
                  <a:ext uri="{0D108BD9-81ED-4DB2-BD59-A6C34878D82A}">
                    <a16:rowId xmlns="" xmlns:a16="http://schemas.microsoft.com/office/drawing/2014/main" val="219371619"/>
                  </a:ext>
                </a:extLst>
              </a:tr>
            </a:tbl>
          </a:graphicData>
        </a:graphic>
      </p:graphicFrame>
      <p:sp>
        <p:nvSpPr>
          <p:cNvPr id="7" name="文字方塊 6">
            <a:extLst>
              <a:ext uri="{FF2B5EF4-FFF2-40B4-BE49-F238E27FC236}">
                <a16:creationId xmlns="" xmlns:a16="http://schemas.microsoft.com/office/drawing/2014/main" id="{E15DC213-B66D-4A6D-BF20-31562C9966D9}"/>
              </a:ext>
            </a:extLst>
          </p:cNvPr>
          <p:cNvSpPr txBox="1"/>
          <p:nvPr/>
        </p:nvSpPr>
        <p:spPr>
          <a:xfrm>
            <a:off x="1278383" y="2200510"/>
            <a:ext cx="362600" cy="461665"/>
          </a:xfrm>
          <a:prstGeom prst="rect">
            <a:avLst/>
          </a:prstGeom>
          <a:noFill/>
        </p:spPr>
        <p:txBody>
          <a:bodyPr wrap="none" rtlCol="0">
            <a:spAutoFit/>
          </a:bodyPr>
          <a:lstStyle/>
          <a:p>
            <a:r>
              <a:rPr lang="en-US" altLang="zh-TW" sz="2400" dirty="0"/>
              <a:t>A</a:t>
            </a:r>
            <a:endParaRPr lang="zh-TW" altLang="en-US" sz="2400" dirty="0"/>
          </a:p>
        </p:txBody>
      </p:sp>
      <p:sp>
        <p:nvSpPr>
          <p:cNvPr id="8" name="文字方塊 7">
            <a:extLst>
              <a:ext uri="{FF2B5EF4-FFF2-40B4-BE49-F238E27FC236}">
                <a16:creationId xmlns="" xmlns:a16="http://schemas.microsoft.com/office/drawing/2014/main" id="{F6929C32-F762-464C-A734-1648C9C00E33}"/>
              </a:ext>
            </a:extLst>
          </p:cNvPr>
          <p:cNvSpPr txBox="1"/>
          <p:nvPr/>
        </p:nvSpPr>
        <p:spPr>
          <a:xfrm>
            <a:off x="1278383" y="4242756"/>
            <a:ext cx="351378" cy="461665"/>
          </a:xfrm>
          <a:prstGeom prst="rect">
            <a:avLst/>
          </a:prstGeom>
          <a:noFill/>
        </p:spPr>
        <p:txBody>
          <a:bodyPr wrap="none" rtlCol="0">
            <a:spAutoFit/>
          </a:bodyPr>
          <a:lstStyle/>
          <a:p>
            <a:r>
              <a:rPr lang="en-US" altLang="zh-TW" sz="2400" dirty="0"/>
              <a:t>B</a:t>
            </a:r>
            <a:endParaRPr lang="zh-TW" altLang="en-US" sz="2400" dirty="0"/>
          </a:p>
        </p:txBody>
      </p:sp>
      <mc:AlternateContent xmlns:mc="http://schemas.openxmlformats.org/markup-compatibility/2006" xmlns:a14="http://schemas.microsoft.com/office/drawing/2010/main">
        <mc:Choice Requires="a14">
          <p:graphicFrame>
            <p:nvGraphicFramePr>
              <p:cNvPr id="10" name="內容版面配置區 4">
                <a:extLst>
                  <a:ext uri="{FF2B5EF4-FFF2-40B4-BE49-F238E27FC236}">
                    <a16:creationId xmlns="" xmlns:a16="http://schemas.microsoft.com/office/drawing/2014/main" id="{32CE5A3E-D33B-4770-AEE2-F9E4B1515AE9}"/>
                  </a:ext>
                </a:extLst>
              </p:cNvPr>
              <p:cNvGraphicFramePr>
                <a:graphicFrameLocks/>
              </p:cNvGraphicFramePr>
              <p:nvPr>
                <p:extLst>
                  <p:ext uri="{D42A27DB-BD31-4B8C-83A1-F6EECF244321}">
                    <p14:modId xmlns:p14="http://schemas.microsoft.com/office/powerpoint/2010/main" val="3514677791"/>
                  </p:ext>
                </p:extLst>
              </p:nvPr>
            </p:nvGraphicFramePr>
            <p:xfrm>
              <a:off x="2021222" y="2870287"/>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𝑖</m:t>
                                    </m:r>
                                  </m:e>
                                  <m:sub>
                                    <m:r>
                                      <a:rPr lang="en-US" altLang="zh-TW" sz="1800" b="0" i="1" smtClean="0">
                                        <a:latin typeface="Cambria Math" panose="02040503050406030204" pitchFamily="18" charset="0"/>
                                      </a:rPr>
                                      <m:t>1</m:t>
                                    </m:r>
                                  </m:sub>
                                </m:sSub>
                                <m:r>
                                  <a:rPr lang="en-US" altLang="zh-TW" sz="1800" b="0" i="1" smtClean="0">
                                    <a:latin typeface="Cambria Math" panose="02040503050406030204" pitchFamily="18" charset="0"/>
                                  </a:rPr>
                                  <m:t>=1</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𝑖</m:t>
                                    </m:r>
                                  </m:e>
                                  <m:sub>
                                    <m:r>
                                      <a:rPr lang="en-US" altLang="zh-TW" sz="1800" b="0" i="1" smtClean="0">
                                        <a:latin typeface="Cambria Math" panose="02040503050406030204" pitchFamily="18" charset="0"/>
                                      </a:rPr>
                                      <m:t>2</m:t>
                                    </m:r>
                                  </m:sub>
                                </m:sSub>
                                <m:r>
                                  <a:rPr lang="en-US" altLang="zh-TW" sz="1800" b="0" i="1" smtClean="0">
                                    <a:latin typeface="Cambria Math" panose="02040503050406030204" pitchFamily="18" charset="0"/>
                                  </a:rPr>
                                  <m:t>=2</m:t>
                                </m:r>
                              </m:oMath>
                            </m:oMathPara>
                          </a14:m>
                          <a:endParaRPr lang="zh-TW" altLang="en-US" sz="1800" dirty="0"/>
                        </a:p>
                      </a:txBody>
                      <a:tcPr/>
                    </a:tc>
                    <a:tc>
                      <a:txBody>
                        <a:bodyPr/>
                        <a:lstStyle/>
                        <a:p>
                          <a:pPr algn="ctr"/>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𝑖</m:t>
                                    </m:r>
                                  </m:e>
                                  <m:sub>
                                    <m:r>
                                      <a:rPr lang="en-US" altLang="zh-TW" sz="1800" b="0" i="1" smtClean="0">
                                        <a:latin typeface="Cambria Math" panose="02040503050406030204" pitchFamily="18" charset="0"/>
                                      </a:rPr>
                                      <m:t>3</m:t>
                                    </m:r>
                                  </m:sub>
                                </m:sSub>
                                <m:r>
                                  <a:rPr lang="en-US" altLang="zh-TW" sz="1800" b="0" i="1" smtClean="0">
                                    <a:latin typeface="Cambria Math" panose="02040503050406030204" pitchFamily="18" charset="0"/>
                                  </a:rPr>
                                  <m:t>=4</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𝑖</m:t>
                                    </m:r>
                                  </m:e>
                                  <m:sub>
                                    <m:r>
                                      <a:rPr lang="en-US" altLang="zh-TW" sz="1800" b="0" i="1" smtClean="0">
                                        <a:latin typeface="Cambria Math" panose="02040503050406030204" pitchFamily="18" charset="0"/>
                                      </a:rPr>
                                      <m:t>4</m:t>
                                    </m:r>
                                  </m:sub>
                                </m:sSub>
                                <m:r>
                                  <a:rPr lang="en-US" altLang="zh-TW" sz="1800" b="0" i="1" smtClean="0">
                                    <a:latin typeface="Cambria Math" panose="02040503050406030204" pitchFamily="18" charset="0"/>
                                  </a:rPr>
                                  <m:t>=5</m:t>
                                </m:r>
                              </m:oMath>
                            </m:oMathPara>
                          </a14:m>
                          <a:endParaRPr lang="zh-TW" altLang="en-US" sz="1800" dirty="0"/>
                        </a:p>
                      </a:txBody>
                      <a:tcPr/>
                    </a:tc>
                    <a:extLst>
                      <a:ext uri="{0D108BD9-81ED-4DB2-BD59-A6C34878D82A}">
                        <a16:rowId xmlns="" xmlns:a16="http://schemas.microsoft.com/office/drawing/2014/main" val="219371619"/>
                      </a:ext>
                    </a:extLst>
                  </a:tr>
                </a:tbl>
              </a:graphicData>
            </a:graphic>
          </p:graphicFrame>
        </mc:Choice>
        <mc:Fallback xmlns="">
          <p:graphicFrame>
            <p:nvGraphicFramePr>
              <p:cNvPr id="10" name="內容版面配置區 4">
                <a:extLst>
                  <a:ext uri="{FF2B5EF4-FFF2-40B4-BE49-F238E27FC236}">
                    <a16:creationId xmlns:a16="http://schemas.microsoft.com/office/drawing/2014/main" id="{32CE5A3E-D33B-4770-AEE2-F9E4B1515AE9}"/>
                  </a:ext>
                </a:extLst>
              </p:cNvPr>
              <p:cNvGraphicFramePr>
                <a:graphicFrameLocks/>
              </p:cNvGraphicFramePr>
              <p:nvPr>
                <p:extLst>
                  <p:ext uri="{D42A27DB-BD31-4B8C-83A1-F6EECF244321}">
                    <p14:modId xmlns:p14="http://schemas.microsoft.com/office/powerpoint/2010/main" val="3514677791"/>
                  </p:ext>
                </p:extLst>
              </p:nvPr>
            </p:nvGraphicFramePr>
            <p:xfrm>
              <a:off x="2021222" y="2870287"/>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a16="http://schemas.microsoft.com/office/drawing/2014/main" val="2554865449"/>
                        </a:ext>
                      </a:extLst>
                    </a:gridCol>
                    <a:gridCol w="943849">
                      <a:extLst>
                        <a:ext uri="{9D8B030D-6E8A-4147-A177-3AD203B41FA5}">
                          <a16:colId xmlns:a16="http://schemas.microsoft.com/office/drawing/2014/main" val="1658986702"/>
                        </a:ext>
                      </a:extLst>
                    </a:gridCol>
                    <a:gridCol w="943849">
                      <a:extLst>
                        <a:ext uri="{9D8B030D-6E8A-4147-A177-3AD203B41FA5}">
                          <a16:colId xmlns:a16="http://schemas.microsoft.com/office/drawing/2014/main" val="2332965136"/>
                        </a:ext>
                      </a:extLst>
                    </a:gridCol>
                    <a:gridCol w="943849">
                      <a:extLst>
                        <a:ext uri="{9D8B030D-6E8A-4147-A177-3AD203B41FA5}">
                          <a16:colId xmlns:a16="http://schemas.microsoft.com/office/drawing/2014/main" val="1566191998"/>
                        </a:ext>
                      </a:extLst>
                    </a:gridCol>
                    <a:gridCol w="943849">
                      <a:extLst>
                        <a:ext uri="{9D8B030D-6E8A-4147-A177-3AD203B41FA5}">
                          <a16:colId xmlns:a16="http://schemas.microsoft.com/office/drawing/2014/main" val="1400755339"/>
                        </a:ext>
                      </a:extLst>
                    </a:gridCol>
                  </a:tblGrid>
                  <a:tr h="598561">
                    <a:tc>
                      <a:txBody>
                        <a:bodyPr/>
                        <a:lstStyle/>
                        <a:p>
                          <a:endParaRPr lang="zh-TW"/>
                        </a:p>
                      </a:txBody>
                      <a:tcPr>
                        <a:blipFill>
                          <a:blip r:embed="rId3"/>
                          <a:stretch>
                            <a:fillRect r="-400000"/>
                          </a:stretch>
                        </a:blipFill>
                      </a:tcPr>
                    </a:tc>
                    <a:tc>
                      <a:txBody>
                        <a:bodyPr/>
                        <a:lstStyle/>
                        <a:p>
                          <a:endParaRPr lang="zh-TW"/>
                        </a:p>
                      </a:txBody>
                      <a:tcPr>
                        <a:blipFill>
                          <a:blip r:embed="rId3"/>
                          <a:stretch>
                            <a:fillRect l="-100000" r="-300000"/>
                          </a:stretch>
                        </a:blipFill>
                      </a:tcPr>
                    </a:tc>
                    <a:tc>
                      <a:txBody>
                        <a:bodyPr/>
                        <a:lstStyle/>
                        <a:p>
                          <a:pPr algn="ctr"/>
                          <a:endParaRPr lang="zh-TW" altLang="en-US" sz="1800" dirty="0"/>
                        </a:p>
                      </a:txBody>
                      <a:tcPr/>
                    </a:tc>
                    <a:tc>
                      <a:txBody>
                        <a:bodyPr/>
                        <a:lstStyle/>
                        <a:p>
                          <a:endParaRPr lang="zh-TW"/>
                        </a:p>
                      </a:txBody>
                      <a:tcPr>
                        <a:blipFill>
                          <a:blip r:embed="rId3"/>
                          <a:stretch>
                            <a:fillRect l="-300000" r="-100000"/>
                          </a:stretch>
                        </a:blipFill>
                      </a:tcPr>
                    </a:tc>
                    <a:tc>
                      <a:txBody>
                        <a:bodyPr/>
                        <a:lstStyle/>
                        <a:p>
                          <a:endParaRPr lang="zh-TW"/>
                        </a:p>
                      </a:txBody>
                      <a:tcPr>
                        <a:blipFill>
                          <a:blip r:embed="rId3"/>
                          <a:stretch>
                            <a:fillRect l="-400000"/>
                          </a:stretch>
                        </a:blipFill>
                      </a:tcPr>
                    </a:tc>
                    <a:extLst>
                      <a:ext uri="{0D108BD9-81ED-4DB2-BD59-A6C34878D82A}">
                        <a16:rowId xmlns:a16="http://schemas.microsoft.com/office/drawing/2014/main" val="21937161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內容版面配置區 4">
                <a:extLst>
                  <a:ext uri="{FF2B5EF4-FFF2-40B4-BE49-F238E27FC236}">
                    <a16:creationId xmlns="" xmlns:a16="http://schemas.microsoft.com/office/drawing/2014/main" id="{362B426C-BA7A-45BB-A084-A9F2D10F0FBB}"/>
                  </a:ext>
                </a:extLst>
              </p:cNvPr>
              <p:cNvGraphicFramePr>
                <a:graphicFrameLocks/>
              </p:cNvGraphicFramePr>
              <p:nvPr>
                <p:extLst>
                  <p:ext uri="{D42A27DB-BD31-4B8C-83A1-F6EECF244321}">
                    <p14:modId xmlns:p14="http://schemas.microsoft.com/office/powerpoint/2010/main" val="3391929011"/>
                  </p:ext>
                </p:extLst>
              </p:nvPr>
            </p:nvGraphicFramePr>
            <p:xfrm>
              <a:off x="2021221" y="4896307"/>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𝑗</m:t>
                                    </m:r>
                                  </m:e>
                                  <m:sub>
                                    <m:r>
                                      <a:rPr lang="en-US" altLang="zh-TW" sz="1800" b="0" i="1" smtClean="0">
                                        <a:latin typeface="Cambria Math" panose="02040503050406030204" pitchFamily="18" charset="0"/>
                                      </a:rPr>
                                      <m:t>1</m:t>
                                    </m:r>
                                  </m:sub>
                                </m:sSub>
                                <m:r>
                                  <a:rPr lang="en-US" altLang="zh-TW" sz="1800" b="0" i="1" smtClean="0">
                                    <a:latin typeface="Cambria Math" panose="02040503050406030204" pitchFamily="18" charset="0"/>
                                  </a:rPr>
                                  <m:t>=1</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𝑗</m:t>
                                    </m:r>
                                  </m:e>
                                  <m:sub>
                                    <m:r>
                                      <a:rPr lang="en-US" altLang="zh-TW" sz="1800" b="0" i="1" smtClean="0">
                                        <a:latin typeface="Cambria Math" panose="02040503050406030204" pitchFamily="18" charset="0"/>
                                      </a:rPr>
                                      <m:t>2</m:t>
                                    </m:r>
                                  </m:sub>
                                </m:sSub>
                                <m:r>
                                  <a:rPr lang="en-US" altLang="zh-TW" sz="1800" b="0" i="1" smtClean="0">
                                    <a:latin typeface="Cambria Math" panose="02040503050406030204" pitchFamily="18" charset="0"/>
                                  </a:rPr>
                                  <m:t>=2</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𝑗</m:t>
                                    </m:r>
                                  </m:e>
                                  <m:sub>
                                    <m:r>
                                      <a:rPr lang="en-US" altLang="zh-TW" sz="1800" b="0" i="1" smtClean="0">
                                        <a:latin typeface="Cambria Math" panose="02040503050406030204" pitchFamily="18" charset="0"/>
                                      </a:rPr>
                                      <m:t>3</m:t>
                                    </m:r>
                                  </m:sub>
                                </m:sSub>
                                <m:r>
                                  <a:rPr lang="en-US" altLang="zh-TW" sz="1800" b="0" i="1" smtClean="0">
                                    <a:latin typeface="Cambria Math" panose="02040503050406030204" pitchFamily="18" charset="0"/>
                                  </a:rPr>
                                  <m:t>=3</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𝑗</m:t>
                                    </m:r>
                                  </m:e>
                                  <m:sub>
                                    <m:r>
                                      <a:rPr lang="en-US" altLang="zh-TW" sz="1800" b="0" i="1" smtClean="0">
                                        <a:latin typeface="Cambria Math" panose="02040503050406030204" pitchFamily="18" charset="0"/>
                                      </a:rPr>
                                      <m:t>4</m:t>
                                    </m:r>
                                  </m:sub>
                                </m:sSub>
                                <m:r>
                                  <a:rPr lang="en-US" altLang="zh-TW" sz="1800" b="0" i="1" smtClean="0">
                                    <a:latin typeface="Cambria Math" panose="02040503050406030204" pitchFamily="18" charset="0"/>
                                  </a:rPr>
                                  <m:t>=5</m:t>
                                </m:r>
                              </m:oMath>
                            </m:oMathPara>
                          </a14:m>
                          <a:endParaRPr lang="zh-TW" altLang="en-US" sz="1800" dirty="0"/>
                        </a:p>
                      </a:txBody>
                      <a:tcPr/>
                    </a:tc>
                    <a:tc>
                      <a:txBody>
                        <a:bodyPr/>
                        <a:lstStyle/>
                        <a:p>
                          <a:pPr algn="ctr"/>
                          <a:endParaRPr lang="zh-TW" altLang="en-US" sz="1800" dirty="0"/>
                        </a:p>
                      </a:txBody>
                      <a:tcPr/>
                    </a:tc>
                    <a:extLst>
                      <a:ext uri="{0D108BD9-81ED-4DB2-BD59-A6C34878D82A}">
                        <a16:rowId xmlns="" xmlns:a16="http://schemas.microsoft.com/office/drawing/2014/main" val="219371619"/>
                      </a:ext>
                    </a:extLst>
                  </a:tr>
                </a:tbl>
              </a:graphicData>
            </a:graphic>
          </p:graphicFrame>
        </mc:Choice>
        <mc:Fallback xmlns="">
          <p:graphicFrame>
            <p:nvGraphicFramePr>
              <p:cNvPr id="13" name="內容版面配置區 4">
                <a:extLst>
                  <a:ext uri="{FF2B5EF4-FFF2-40B4-BE49-F238E27FC236}">
                    <a16:creationId xmlns:a16="http://schemas.microsoft.com/office/drawing/2014/main" id="{362B426C-BA7A-45BB-A084-A9F2D10F0FBB}"/>
                  </a:ext>
                </a:extLst>
              </p:cNvPr>
              <p:cNvGraphicFramePr>
                <a:graphicFrameLocks/>
              </p:cNvGraphicFramePr>
              <p:nvPr>
                <p:extLst>
                  <p:ext uri="{D42A27DB-BD31-4B8C-83A1-F6EECF244321}">
                    <p14:modId xmlns:p14="http://schemas.microsoft.com/office/powerpoint/2010/main" val="3391929011"/>
                  </p:ext>
                </p:extLst>
              </p:nvPr>
            </p:nvGraphicFramePr>
            <p:xfrm>
              <a:off x="2021221" y="4896307"/>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a16="http://schemas.microsoft.com/office/drawing/2014/main" val="2554865449"/>
                        </a:ext>
                      </a:extLst>
                    </a:gridCol>
                    <a:gridCol w="943849">
                      <a:extLst>
                        <a:ext uri="{9D8B030D-6E8A-4147-A177-3AD203B41FA5}">
                          <a16:colId xmlns:a16="http://schemas.microsoft.com/office/drawing/2014/main" val="1658986702"/>
                        </a:ext>
                      </a:extLst>
                    </a:gridCol>
                    <a:gridCol w="943849">
                      <a:extLst>
                        <a:ext uri="{9D8B030D-6E8A-4147-A177-3AD203B41FA5}">
                          <a16:colId xmlns:a16="http://schemas.microsoft.com/office/drawing/2014/main" val="2332965136"/>
                        </a:ext>
                      </a:extLst>
                    </a:gridCol>
                    <a:gridCol w="943849">
                      <a:extLst>
                        <a:ext uri="{9D8B030D-6E8A-4147-A177-3AD203B41FA5}">
                          <a16:colId xmlns:a16="http://schemas.microsoft.com/office/drawing/2014/main" val="1566191998"/>
                        </a:ext>
                      </a:extLst>
                    </a:gridCol>
                    <a:gridCol w="943849">
                      <a:extLst>
                        <a:ext uri="{9D8B030D-6E8A-4147-A177-3AD203B41FA5}">
                          <a16:colId xmlns:a16="http://schemas.microsoft.com/office/drawing/2014/main" val="1400755339"/>
                        </a:ext>
                      </a:extLst>
                    </a:gridCol>
                  </a:tblGrid>
                  <a:tr h="598561">
                    <a:tc>
                      <a:txBody>
                        <a:bodyPr/>
                        <a:lstStyle/>
                        <a:p>
                          <a:endParaRPr lang="zh-TW"/>
                        </a:p>
                      </a:txBody>
                      <a:tcPr>
                        <a:blipFill>
                          <a:blip r:embed="rId4"/>
                          <a:stretch>
                            <a:fillRect r="-400000"/>
                          </a:stretch>
                        </a:blipFill>
                      </a:tcPr>
                    </a:tc>
                    <a:tc>
                      <a:txBody>
                        <a:bodyPr/>
                        <a:lstStyle/>
                        <a:p>
                          <a:endParaRPr lang="zh-TW"/>
                        </a:p>
                      </a:txBody>
                      <a:tcPr>
                        <a:blipFill>
                          <a:blip r:embed="rId4"/>
                          <a:stretch>
                            <a:fillRect l="-100000" r="-300000"/>
                          </a:stretch>
                        </a:blipFill>
                      </a:tcPr>
                    </a:tc>
                    <a:tc>
                      <a:txBody>
                        <a:bodyPr/>
                        <a:lstStyle/>
                        <a:p>
                          <a:endParaRPr lang="zh-TW"/>
                        </a:p>
                      </a:txBody>
                      <a:tcPr>
                        <a:blipFill>
                          <a:blip r:embed="rId4"/>
                          <a:stretch>
                            <a:fillRect l="-200000" r="-200000"/>
                          </a:stretch>
                        </a:blipFill>
                      </a:tcPr>
                    </a:tc>
                    <a:tc>
                      <a:txBody>
                        <a:bodyPr/>
                        <a:lstStyle/>
                        <a:p>
                          <a:endParaRPr lang="zh-TW"/>
                        </a:p>
                      </a:txBody>
                      <a:tcPr>
                        <a:blipFill>
                          <a:blip r:embed="rId4"/>
                          <a:stretch>
                            <a:fillRect l="-300000" r="-100000"/>
                          </a:stretch>
                        </a:blipFill>
                      </a:tcPr>
                    </a:tc>
                    <a:tc>
                      <a:txBody>
                        <a:bodyPr/>
                        <a:lstStyle/>
                        <a:p>
                          <a:pPr algn="ctr"/>
                          <a:endParaRPr lang="zh-TW" altLang="en-US" sz="1800" dirty="0"/>
                        </a:p>
                      </a:txBody>
                      <a:tcPr/>
                    </a:tc>
                    <a:extLst>
                      <a:ext uri="{0D108BD9-81ED-4DB2-BD59-A6C34878D82A}">
                        <a16:rowId xmlns:a16="http://schemas.microsoft.com/office/drawing/2014/main" val="219371619"/>
                      </a:ext>
                    </a:extLst>
                  </a:tr>
                </a:tbl>
              </a:graphicData>
            </a:graphic>
          </p:graphicFrame>
        </mc:Fallback>
      </mc:AlternateContent>
      <mc:AlternateContent xmlns:mc="http://schemas.openxmlformats.org/markup-compatibility/2006" xmlns:a14="http://schemas.microsoft.com/office/drawing/2010/main">
        <mc:Choice Requires="a14">
          <p:sp>
            <p:nvSpPr>
              <p:cNvPr id="3" name="文字方塊 2"/>
              <p:cNvSpPr txBox="1"/>
              <p:nvPr/>
            </p:nvSpPr>
            <p:spPr>
              <a:xfrm>
                <a:off x="7103533" y="3252653"/>
                <a:ext cx="1182311"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3200" b="0" i="1" smtClean="0">
                          <a:latin typeface="Cambria Math" panose="02040503050406030204" pitchFamily="18" charset="0"/>
                        </a:rPr>
                        <m:t>𝑙</m:t>
                      </m:r>
                      <m:r>
                        <a:rPr lang="en-US" altLang="zh-TW" sz="3200" b="0" i="1" smtClean="0">
                          <a:latin typeface="Cambria Math" panose="02040503050406030204" pitchFamily="18" charset="0"/>
                        </a:rPr>
                        <m:t>=5</m:t>
                      </m:r>
                    </m:oMath>
                  </m:oMathPara>
                </a14:m>
                <a:endParaRPr lang="zh-TW" altLang="en-US"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7103533" y="3252653"/>
                <a:ext cx="1182311" cy="584775"/>
              </a:xfrm>
              <a:prstGeom prst="rect">
                <a:avLst/>
              </a:prstGeom>
              <a:blipFill rotWithShape="0">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447917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 xmlns:a16="http://schemas.microsoft.com/office/drawing/2014/main" id="{40AE98D6-9AD1-42E6-99C4-F7FAEFB66C89}"/>
              </a:ext>
            </a:extLst>
          </p:cNvPr>
          <p:cNvPicPr>
            <a:picLocks noGrp="1" noChangeAspect="1"/>
          </p:cNvPicPr>
          <p:nvPr>
            <p:ph idx="1"/>
          </p:nvPr>
        </p:nvPicPr>
        <p:blipFill>
          <a:blip r:embed="rId2"/>
          <a:stretch>
            <a:fillRect/>
          </a:stretch>
        </p:blipFill>
        <p:spPr>
          <a:xfrm>
            <a:off x="-24643" y="1999048"/>
            <a:ext cx="9045255" cy="3230009"/>
          </a:xfrm>
          <a:prstGeom prst="rect">
            <a:avLst/>
          </a:prstGeom>
        </p:spPr>
      </p:pic>
      <p:sp>
        <p:nvSpPr>
          <p:cNvPr id="4" name="投影片編號版面配置區 3">
            <a:extLst>
              <a:ext uri="{FF2B5EF4-FFF2-40B4-BE49-F238E27FC236}">
                <a16:creationId xmlns="" xmlns:a16="http://schemas.microsoft.com/office/drawing/2014/main" id="{F8DF6012-A425-4636-A5CE-06D83AA52EAE}"/>
              </a:ext>
            </a:extLst>
          </p:cNvPr>
          <p:cNvSpPr>
            <a:spLocks noGrp="1"/>
          </p:cNvSpPr>
          <p:nvPr>
            <p:ph type="sldNum" sz="quarter" idx="12"/>
          </p:nvPr>
        </p:nvSpPr>
        <p:spPr/>
        <p:txBody>
          <a:bodyPr/>
          <a:lstStyle/>
          <a:p>
            <a:fld id="{B9CF4E80-5859-4E39-A40B-ED9B772D8B0F}" type="slidenum">
              <a:rPr lang="zh-TW" altLang="en-US" smtClean="0"/>
              <a:t>6</a:t>
            </a:fld>
            <a:endParaRPr lang="zh-TW" altLang="en-US"/>
          </a:p>
        </p:txBody>
      </p:sp>
    </p:spTree>
    <p:extLst>
      <p:ext uri="{BB962C8B-B14F-4D97-AF65-F5344CB8AC3E}">
        <p14:creationId xmlns:p14="http://schemas.microsoft.com/office/powerpoint/2010/main" val="12190635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 xmlns:a16="http://schemas.microsoft.com/office/drawing/2014/main" id="{7E40FF6F-D5BE-4BB7-94BE-FAA21B30B38A}"/>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Arrivals &amp; Updating(</a:t>
                </a: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𝑙</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𝑙</m:t>
                    </m:r>
                  </m:oMath>
                </a14:m>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Choice>
        <mc:Fallback xmlns="">
          <p:sp>
            <p:nvSpPr>
              <p:cNvPr id="2" name="標題 1">
                <a:extLst>
                  <a:ext uri="{FF2B5EF4-FFF2-40B4-BE49-F238E27FC236}">
                    <a16:creationId xmlns:a16="http://schemas.microsoft.com/office/drawing/2014/main" id="{7E40FF6F-D5BE-4BB7-94BE-FAA21B30B38A}"/>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 xmlns:a16="http://schemas.microsoft.com/office/drawing/2014/main" id="{D0CE57CE-E3E8-4BEE-8B4A-8C6655509146}"/>
              </a:ext>
            </a:extLst>
          </p:cNvPr>
          <p:cNvSpPr>
            <a:spLocks noGrp="1"/>
          </p:cNvSpPr>
          <p:nvPr>
            <p:ph type="sldNum" sz="quarter" idx="12"/>
          </p:nvPr>
        </p:nvSpPr>
        <p:spPr/>
        <p:txBody>
          <a:bodyPr/>
          <a:lstStyle/>
          <a:p>
            <a:fld id="{B9CF4E80-5859-4E39-A40B-ED9B772D8B0F}" type="slidenum">
              <a:rPr lang="zh-TW" altLang="en-US" smtClean="0"/>
              <a:t>7</a:t>
            </a:fld>
            <a:endParaRPr lang="zh-TW" altLang="en-US" dirty="0"/>
          </a:p>
        </p:txBody>
      </p:sp>
      <p:graphicFrame>
        <p:nvGraphicFramePr>
          <p:cNvPr id="6" name="內容版面配置區 4">
            <a:extLst>
              <a:ext uri="{FF2B5EF4-FFF2-40B4-BE49-F238E27FC236}">
                <a16:creationId xmlns="" xmlns:a16="http://schemas.microsoft.com/office/drawing/2014/main" id="{5634D562-5DB7-4F1D-A31D-A5F89845465B}"/>
              </a:ext>
            </a:extLst>
          </p:cNvPr>
          <p:cNvGraphicFramePr>
            <a:graphicFrameLocks/>
          </p:cNvGraphicFramePr>
          <p:nvPr/>
        </p:nvGraphicFramePr>
        <p:xfrm>
          <a:off x="2021223" y="4195826"/>
          <a:ext cx="4719245" cy="598561"/>
        </p:xfrm>
        <a:graphic>
          <a:graphicData uri="http://schemas.openxmlformats.org/drawingml/2006/table">
            <a:tbl>
              <a:tblPr firstRow="1" bandRow="1">
                <a:tableStyleId>{5940675A-B579-460E-94D1-54222C63F5DA}</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tc>
                  <a:txBody>
                    <a:bodyPr/>
                    <a:lstStyle/>
                    <a:p>
                      <a:pPr algn="ctr"/>
                      <a:r>
                        <a:rPr lang="en-US" altLang="zh-TW" sz="2400" dirty="0"/>
                        <a:t>a</a:t>
                      </a:r>
                      <a:endParaRPr lang="zh-TW" altLang="en-US" sz="2400" dirty="0"/>
                    </a:p>
                  </a:txBody>
                  <a:tcPr/>
                </a:tc>
                <a:extLst>
                  <a:ext uri="{0D108BD9-81ED-4DB2-BD59-A6C34878D82A}">
                    <a16:rowId xmlns="" xmlns:a16="http://schemas.microsoft.com/office/drawing/2014/main" val="219371619"/>
                  </a:ext>
                </a:extLst>
              </a:tr>
            </a:tbl>
          </a:graphicData>
        </a:graphic>
      </p:graphicFrame>
      <p:sp>
        <p:nvSpPr>
          <p:cNvPr id="7" name="文字方塊 6">
            <a:extLst>
              <a:ext uri="{FF2B5EF4-FFF2-40B4-BE49-F238E27FC236}">
                <a16:creationId xmlns="" xmlns:a16="http://schemas.microsoft.com/office/drawing/2014/main" id="{E15DC213-B66D-4A6D-BF20-31562C9966D9}"/>
              </a:ext>
            </a:extLst>
          </p:cNvPr>
          <p:cNvSpPr txBox="1"/>
          <p:nvPr/>
        </p:nvSpPr>
        <p:spPr>
          <a:xfrm>
            <a:off x="1278383" y="2200510"/>
            <a:ext cx="429926" cy="461665"/>
          </a:xfrm>
          <a:prstGeom prst="rect">
            <a:avLst/>
          </a:prstGeom>
          <a:noFill/>
        </p:spPr>
        <p:txBody>
          <a:bodyPr wrap="none" rtlCol="0">
            <a:spAutoFit/>
          </a:bodyPr>
          <a:lstStyle/>
          <a:p>
            <a:r>
              <a:rPr lang="en-US" altLang="zh-TW" sz="2400" dirty="0"/>
              <a:t>A’</a:t>
            </a:r>
            <a:endParaRPr lang="zh-TW" altLang="en-US" sz="2400" dirty="0"/>
          </a:p>
        </p:txBody>
      </p:sp>
      <p:sp>
        <p:nvSpPr>
          <p:cNvPr id="8" name="文字方塊 7">
            <a:extLst>
              <a:ext uri="{FF2B5EF4-FFF2-40B4-BE49-F238E27FC236}">
                <a16:creationId xmlns="" xmlns:a16="http://schemas.microsoft.com/office/drawing/2014/main" id="{F6929C32-F762-464C-A734-1648C9C00E33}"/>
              </a:ext>
            </a:extLst>
          </p:cNvPr>
          <p:cNvSpPr txBox="1"/>
          <p:nvPr/>
        </p:nvSpPr>
        <p:spPr>
          <a:xfrm>
            <a:off x="1278383" y="4242756"/>
            <a:ext cx="351378" cy="461665"/>
          </a:xfrm>
          <a:prstGeom prst="rect">
            <a:avLst/>
          </a:prstGeom>
          <a:noFill/>
        </p:spPr>
        <p:txBody>
          <a:bodyPr wrap="none" rtlCol="0">
            <a:spAutoFit/>
          </a:bodyPr>
          <a:lstStyle/>
          <a:p>
            <a:r>
              <a:rPr lang="en-US" altLang="zh-TW" sz="2400" dirty="0"/>
              <a:t>B</a:t>
            </a:r>
            <a:endParaRPr lang="zh-TW" altLang="en-US" sz="2400" dirty="0"/>
          </a:p>
        </p:txBody>
      </p:sp>
      <mc:AlternateContent xmlns:mc="http://schemas.openxmlformats.org/markup-compatibility/2006" xmlns:a14="http://schemas.microsoft.com/office/drawing/2010/main">
        <mc:Choice Requires="a14">
          <p:graphicFrame>
            <p:nvGraphicFramePr>
              <p:cNvPr id="10" name="內容版面配置區 4">
                <a:extLst>
                  <a:ext uri="{FF2B5EF4-FFF2-40B4-BE49-F238E27FC236}">
                    <a16:creationId xmlns="" xmlns:a16="http://schemas.microsoft.com/office/drawing/2014/main" id="{32CE5A3E-D33B-4770-AEE2-F9E4B1515AE9}"/>
                  </a:ext>
                </a:extLst>
              </p:cNvPr>
              <p:cNvGraphicFramePr>
                <a:graphicFrameLocks/>
              </p:cNvGraphicFramePr>
              <p:nvPr/>
            </p:nvGraphicFramePr>
            <p:xfrm>
              <a:off x="2021222" y="2870287"/>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𝑖</m:t>
                                    </m:r>
                                  </m:e>
                                  <m:sub>
                                    <m:r>
                                      <a:rPr lang="en-US" altLang="zh-TW" sz="1800" b="0" i="1" smtClean="0">
                                        <a:latin typeface="Cambria Math" panose="02040503050406030204" pitchFamily="18" charset="0"/>
                                      </a:rPr>
                                      <m:t>1</m:t>
                                    </m:r>
                                  </m:sub>
                                </m:sSub>
                                <m:r>
                                  <a:rPr lang="en-US" altLang="zh-TW" sz="1800" b="0" i="1" smtClean="0">
                                    <a:latin typeface="Cambria Math" panose="02040503050406030204" pitchFamily="18" charset="0"/>
                                  </a:rPr>
                                  <m:t>=1</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𝑖</m:t>
                                    </m:r>
                                  </m:e>
                                  <m:sub>
                                    <m:r>
                                      <a:rPr lang="en-US" altLang="zh-TW" sz="1800" b="0" i="1" smtClean="0">
                                        <a:latin typeface="Cambria Math" panose="02040503050406030204" pitchFamily="18" charset="0"/>
                                      </a:rPr>
                                      <m:t>2</m:t>
                                    </m:r>
                                  </m:sub>
                                </m:sSub>
                                <m:r>
                                  <a:rPr lang="en-US" altLang="zh-TW" sz="1800" b="0" i="1" smtClean="0">
                                    <a:latin typeface="Cambria Math" panose="02040503050406030204" pitchFamily="18" charset="0"/>
                                  </a:rPr>
                                  <m:t>=2</m:t>
                                </m:r>
                              </m:oMath>
                            </m:oMathPara>
                          </a14:m>
                          <a:endParaRPr lang="zh-TW" altLang="en-US" sz="1800" dirty="0"/>
                        </a:p>
                      </a:txBody>
                      <a:tcPr/>
                    </a:tc>
                    <a:tc>
                      <a:txBody>
                        <a:bodyPr/>
                        <a:lstStyle/>
                        <a:p>
                          <a:pPr algn="ctr"/>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𝑖</m:t>
                                    </m:r>
                                  </m:e>
                                  <m:sub>
                                    <m:r>
                                      <a:rPr lang="en-US" altLang="zh-TW" sz="1800" b="0" i="1" smtClean="0">
                                        <a:latin typeface="Cambria Math" panose="02040503050406030204" pitchFamily="18" charset="0"/>
                                      </a:rPr>
                                      <m:t>3</m:t>
                                    </m:r>
                                  </m:sub>
                                </m:sSub>
                                <m:r>
                                  <a:rPr lang="en-US" altLang="zh-TW" sz="1800" b="0" i="1" smtClean="0">
                                    <a:latin typeface="Cambria Math" panose="02040503050406030204" pitchFamily="18" charset="0"/>
                                  </a:rPr>
                                  <m:t>=4</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𝑖</m:t>
                                    </m:r>
                                  </m:e>
                                  <m:sub>
                                    <m:r>
                                      <a:rPr lang="en-US" altLang="zh-TW" sz="1800" b="0" i="1" smtClean="0">
                                        <a:latin typeface="Cambria Math" panose="02040503050406030204" pitchFamily="18" charset="0"/>
                                      </a:rPr>
                                      <m:t>4</m:t>
                                    </m:r>
                                  </m:sub>
                                </m:sSub>
                                <m:r>
                                  <a:rPr lang="en-US" altLang="zh-TW" sz="1800" b="0" i="1" smtClean="0">
                                    <a:latin typeface="Cambria Math" panose="02040503050406030204" pitchFamily="18" charset="0"/>
                                  </a:rPr>
                                  <m:t>=5</m:t>
                                </m:r>
                              </m:oMath>
                            </m:oMathPara>
                          </a14:m>
                          <a:endParaRPr lang="zh-TW" altLang="en-US" sz="1800" dirty="0"/>
                        </a:p>
                      </a:txBody>
                      <a:tcPr/>
                    </a:tc>
                    <a:extLst>
                      <a:ext uri="{0D108BD9-81ED-4DB2-BD59-A6C34878D82A}">
                        <a16:rowId xmlns="" xmlns:a16="http://schemas.microsoft.com/office/drawing/2014/main" val="219371619"/>
                      </a:ext>
                    </a:extLst>
                  </a:tr>
                </a:tbl>
              </a:graphicData>
            </a:graphic>
          </p:graphicFrame>
        </mc:Choice>
        <mc:Fallback xmlns="">
          <p:graphicFrame>
            <p:nvGraphicFramePr>
              <p:cNvPr id="10" name="內容版面配置區 4">
                <a:extLst>
                  <a:ext uri="{FF2B5EF4-FFF2-40B4-BE49-F238E27FC236}">
                    <a16:creationId xmlns:a16="http://schemas.microsoft.com/office/drawing/2014/main" id="{32CE5A3E-D33B-4770-AEE2-F9E4B1515AE9}"/>
                  </a:ext>
                </a:extLst>
              </p:cNvPr>
              <p:cNvGraphicFramePr>
                <a:graphicFrameLocks/>
              </p:cNvGraphicFramePr>
              <p:nvPr/>
            </p:nvGraphicFramePr>
            <p:xfrm>
              <a:off x="2021222" y="2870287"/>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a16="http://schemas.microsoft.com/office/drawing/2014/main" val="2554865449"/>
                        </a:ext>
                      </a:extLst>
                    </a:gridCol>
                    <a:gridCol w="943849">
                      <a:extLst>
                        <a:ext uri="{9D8B030D-6E8A-4147-A177-3AD203B41FA5}">
                          <a16:colId xmlns:a16="http://schemas.microsoft.com/office/drawing/2014/main" val="1658986702"/>
                        </a:ext>
                      </a:extLst>
                    </a:gridCol>
                    <a:gridCol w="943849">
                      <a:extLst>
                        <a:ext uri="{9D8B030D-6E8A-4147-A177-3AD203B41FA5}">
                          <a16:colId xmlns:a16="http://schemas.microsoft.com/office/drawing/2014/main" val="2332965136"/>
                        </a:ext>
                      </a:extLst>
                    </a:gridCol>
                    <a:gridCol w="943849">
                      <a:extLst>
                        <a:ext uri="{9D8B030D-6E8A-4147-A177-3AD203B41FA5}">
                          <a16:colId xmlns:a16="http://schemas.microsoft.com/office/drawing/2014/main" val="1566191998"/>
                        </a:ext>
                      </a:extLst>
                    </a:gridCol>
                    <a:gridCol w="943849">
                      <a:extLst>
                        <a:ext uri="{9D8B030D-6E8A-4147-A177-3AD203B41FA5}">
                          <a16:colId xmlns:a16="http://schemas.microsoft.com/office/drawing/2014/main" val="1400755339"/>
                        </a:ext>
                      </a:extLst>
                    </a:gridCol>
                  </a:tblGrid>
                  <a:tr h="598561">
                    <a:tc>
                      <a:txBody>
                        <a:bodyPr/>
                        <a:lstStyle/>
                        <a:p>
                          <a:endParaRPr lang="zh-TW"/>
                        </a:p>
                      </a:txBody>
                      <a:tcPr>
                        <a:blipFill>
                          <a:blip r:embed="rId3"/>
                          <a:stretch>
                            <a:fillRect r="-400000"/>
                          </a:stretch>
                        </a:blipFill>
                      </a:tcPr>
                    </a:tc>
                    <a:tc>
                      <a:txBody>
                        <a:bodyPr/>
                        <a:lstStyle/>
                        <a:p>
                          <a:endParaRPr lang="zh-TW"/>
                        </a:p>
                      </a:txBody>
                      <a:tcPr>
                        <a:blipFill>
                          <a:blip r:embed="rId3"/>
                          <a:stretch>
                            <a:fillRect l="-100000" r="-300000"/>
                          </a:stretch>
                        </a:blipFill>
                      </a:tcPr>
                    </a:tc>
                    <a:tc>
                      <a:txBody>
                        <a:bodyPr/>
                        <a:lstStyle/>
                        <a:p>
                          <a:pPr algn="ctr"/>
                          <a:endParaRPr lang="zh-TW" altLang="en-US" sz="1800" dirty="0"/>
                        </a:p>
                      </a:txBody>
                      <a:tcPr/>
                    </a:tc>
                    <a:tc>
                      <a:txBody>
                        <a:bodyPr/>
                        <a:lstStyle/>
                        <a:p>
                          <a:endParaRPr lang="zh-TW"/>
                        </a:p>
                      </a:txBody>
                      <a:tcPr>
                        <a:blipFill>
                          <a:blip r:embed="rId3"/>
                          <a:stretch>
                            <a:fillRect l="-300000" r="-100000"/>
                          </a:stretch>
                        </a:blipFill>
                      </a:tcPr>
                    </a:tc>
                    <a:tc>
                      <a:txBody>
                        <a:bodyPr/>
                        <a:lstStyle/>
                        <a:p>
                          <a:endParaRPr lang="zh-TW"/>
                        </a:p>
                      </a:txBody>
                      <a:tcPr>
                        <a:blipFill>
                          <a:blip r:embed="rId3"/>
                          <a:stretch>
                            <a:fillRect l="-400000"/>
                          </a:stretch>
                        </a:blipFill>
                      </a:tcPr>
                    </a:tc>
                    <a:extLst>
                      <a:ext uri="{0D108BD9-81ED-4DB2-BD59-A6C34878D82A}">
                        <a16:rowId xmlns:a16="http://schemas.microsoft.com/office/drawing/2014/main" val="21937161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內容版面配置區 4">
                <a:extLst>
                  <a:ext uri="{FF2B5EF4-FFF2-40B4-BE49-F238E27FC236}">
                    <a16:creationId xmlns="" xmlns:a16="http://schemas.microsoft.com/office/drawing/2014/main" id="{362B426C-BA7A-45BB-A084-A9F2D10F0FBB}"/>
                  </a:ext>
                </a:extLst>
              </p:cNvPr>
              <p:cNvGraphicFramePr>
                <a:graphicFrameLocks/>
              </p:cNvGraphicFramePr>
              <p:nvPr/>
            </p:nvGraphicFramePr>
            <p:xfrm>
              <a:off x="2021221" y="4896307"/>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𝑗</m:t>
                                    </m:r>
                                  </m:e>
                                  <m:sub>
                                    <m:r>
                                      <a:rPr lang="en-US" altLang="zh-TW" sz="1800" b="0" i="1" smtClean="0">
                                        <a:latin typeface="Cambria Math" panose="02040503050406030204" pitchFamily="18" charset="0"/>
                                      </a:rPr>
                                      <m:t>1</m:t>
                                    </m:r>
                                  </m:sub>
                                </m:sSub>
                                <m:r>
                                  <a:rPr lang="en-US" altLang="zh-TW" sz="1800" b="0" i="1" smtClean="0">
                                    <a:latin typeface="Cambria Math" panose="02040503050406030204" pitchFamily="18" charset="0"/>
                                  </a:rPr>
                                  <m:t>=1</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𝑗</m:t>
                                    </m:r>
                                  </m:e>
                                  <m:sub>
                                    <m:r>
                                      <a:rPr lang="en-US" altLang="zh-TW" sz="1800" b="0" i="1" smtClean="0">
                                        <a:latin typeface="Cambria Math" panose="02040503050406030204" pitchFamily="18" charset="0"/>
                                      </a:rPr>
                                      <m:t>2</m:t>
                                    </m:r>
                                  </m:sub>
                                </m:sSub>
                                <m:r>
                                  <a:rPr lang="en-US" altLang="zh-TW" sz="1800" b="0" i="1" smtClean="0">
                                    <a:latin typeface="Cambria Math" panose="02040503050406030204" pitchFamily="18" charset="0"/>
                                  </a:rPr>
                                  <m:t>=2</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𝑗</m:t>
                                    </m:r>
                                  </m:e>
                                  <m:sub>
                                    <m:r>
                                      <a:rPr lang="en-US" altLang="zh-TW" sz="1800" b="0" i="1" smtClean="0">
                                        <a:latin typeface="Cambria Math" panose="02040503050406030204" pitchFamily="18" charset="0"/>
                                      </a:rPr>
                                      <m:t>3</m:t>
                                    </m:r>
                                  </m:sub>
                                </m:sSub>
                                <m:r>
                                  <a:rPr lang="en-US" altLang="zh-TW" sz="1800" b="0" i="1" smtClean="0">
                                    <a:latin typeface="Cambria Math" panose="02040503050406030204" pitchFamily="18" charset="0"/>
                                  </a:rPr>
                                  <m:t>=3</m:t>
                                </m:r>
                              </m:oMath>
                            </m:oMathPara>
                          </a14:m>
                          <a:endParaRPr lang="zh-TW" altLang="en-US" sz="1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𝑗</m:t>
                                    </m:r>
                                  </m:e>
                                  <m:sub>
                                    <m:r>
                                      <a:rPr lang="en-US" altLang="zh-TW" sz="1800" b="0" i="1" smtClean="0">
                                        <a:latin typeface="Cambria Math" panose="02040503050406030204" pitchFamily="18" charset="0"/>
                                      </a:rPr>
                                      <m:t>4</m:t>
                                    </m:r>
                                  </m:sub>
                                </m:sSub>
                                <m:r>
                                  <a:rPr lang="en-US" altLang="zh-TW" sz="1800" b="0" i="1" smtClean="0">
                                    <a:latin typeface="Cambria Math" panose="02040503050406030204" pitchFamily="18" charset="0"/>
                                  </a:rPr>
                                  <m:t>=5</m:t>
                                </m:r>
                              </m:oMath>
                            </m:oMathPara>
                          </a14:m>
                          <a:endParaRPr lang="zh-TW" altLang="en-US" sz="1800" dirty="0"/>
                        </a:p>
                      </a:txBody>
                      <a:tcPr/>
                    </a:tc>
                    <a:tc>
                      <a:txBody>
                        <a:bodyPr/>
                        <a:lstStyle/>
                        <a:p>
                          <a:pPr algn="ctr"/>
                          <a:endParaRPr lang="zh-TW" altLang="en-US" sz="1800" dirty="0"/>
                        </a:p>
                      </a:txBody>
                      <a:tcPr/>
                    </a:tc>
                    <a:extLst>
                      <a:ext uri="{0D108BD9-81ED-4DB2-BD59-A6C34878D82A}">
                        <a16:rowId xmlns="" xmlns:a16="http://schemas.microsoft.com/office/drawing/2014/main" val="219371619"/>
                      </a:ext>
                    </a:extLst>
                  </a:tr>
                </a:tbl>
              </a:graphicData>
            </a:graphic>
          </p:graphicFrame>
        </mc:Choice>
        <mc:Fallback xmlns="">
          <p:graphicFrame>
            <p:nvGraphicFramePr>
              <p:cNvPr id="13" name="內容版面配置區 4">
                <a:extLst>
                  <a:ext uri="{FF2B5EF4-FFF2-40B4-BE49-F238E27FC236}">
                    <a16:creationId xmlns:a16="http://schemas.microsoft.com/office/drawing/2014/main" id="{362B426C-BA7A-45BB-A084-A9F2D10F0FBB}"/>
                  </a:ext>
                </a:extLst>
              </p:cNvPr>
              <p:cNvGraphicFramePr>
                <a:graphicFrameLocks/>
              </p:cNvGraphicFramePr>
              <p:nvPr/>
            </p:nvGraphicFramePr>
            <p:xfrm>
              <a:off x="2021221" y="4896307"/>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a16="http://schemas.microsoft.com/office/drawing/2014/main" val="2554865449"/>
                        </a:ext>
                      </a:extLst>
                    </a:gridCol>
                    <a:gridCol w="943849">
                      <a:extLst>
                        <a:ext uri="{9D8B030D-6E8A-4147-A177-3AD203B41FA5}">
                          <a16:colId xmlns:a16="http://schemas.microsoft.com/office/drawing/2014/main" val="1658986702"/>
                        </a:ext>
                      </a:extLst>
                    </a:gridCol>
                    <a:gridCol w="943849">
                      <a:extLst>
                        <a:ext uri="{9D8B030D-6E8A-4147-A177-3AD203B41FA5}">
                          <a16:colId xmlns:a16="http://schemas.microsoft.com/office/drawing/2014/main" val="2332965136"/>
                        </a:ext>
                      </a:extLst>
                    </a:gridCol>
                    <a:gridCol w="943849">
                      <a:extLst>
                        <a:ext uri="{9D8B030D-6E8A-4147-A177-3AD203B41FA5}">
                          <a16:colId xmlns:a16="http://schemas.microsoft.com/office/drawing/2014/main" val="1566191998"/>
                        </a:ext>
                      </a:extLst>
                    </a:gridCol>
                    <a:gridCol w="943849">
                      <a:extLst>
                        <a:ext uri="{9D8B030D-6E8A-4147-A177-3AD203B41FA5}">
                          <a16:colId xmlns:a16="http://schemas.microsoft.com/office/drawing/2014/main" val="1400755339"/>
                        </a:ext>
                      </a:extLst>
                    </a:gridCol>
                  </a:tblGrid>
                  <a:tr h="598561">
                    <a:tc>
                      <a:txBody>
                        <a:bodyPr/>
                        <a:lstStyle/>
                        <a:p>
                          <a:endParaRPr lang="zh-TW"/>
                        </a:p>
                      </a:txBody>
                      <a:tcPr>
                        <a:blipFill>
                          <a:blip r:embed="rId4"/>
                          <a:stretch>
                            <a:fillRect r="-400000"/>
                          </a:stretch>
                        </a:blipFill>
                      </a:tcPr>
                    </a:tc>
                    <a:tc>
                      <a:txBody>
                        <a:bodyPr/>
                        <a:lstStyle/>
                        <a:p>
                          <a:endParaRPr lang="zh-TW"/>
                        </a:p>
                      </a:txBody>
                      <a:tcPr>
                        <a:blipFill>
                          <a:blip r:embed="rId4"/>
                          <a:stretch>
                            <a:fillRect l="-100000" r="-300000"/>
                          </a:stretch>
                        </a:blipFill>
                      </a:tcPr>
                    </a:tc>
                    <a:tc>
                      <a:txBody>
                        <a:bodyPr/>
                        <a:lstStyle/>
                        <a:p>
                          <a:endParaRPr lang="zh-TW"/>
                        </a:p>
                      </a:txBody>
                      <a:tcPr>
                        <a:blipFill>
                          <a:blip r:embed="rId4"/>
                          <a:stretch>
                            <a:fillRect l="-200000" r="-200000"/>
                          </a:stretch>
                        </a:blipFill>
                      </a:tcPr>
                    </a:tc>
                    <a:tc>
                      <a:txBody>
                        <a:bodyPr/>
                        <a:lstStyle/>
                        <a:p>
                          <a:endParaRPr lang="zh-TW"/>
                        </a:p>
                      </a:txBody>
                      <a:tcPr>
                        <a:blipFill>
                          <a:blip r:embed="rId4"/>
                          <a:stretch>
                            <a:fillRect l="-300000" r="-100000"/>
                          </a:stretch>
                        </a:blipFill>
                      </a:tcPr>
                    </a:tc>
                    <a:tc>
                      <a:txBody>
                        <a:bodyPr/>
                        <a:lstStyle/>
                        <a:p>
                          <a:pPr algn="ctr"/>
                          <a:endParaRPr lang="zh-TW" altLang="en-US" sz="1800" dirty="0"/>
                        </a:p>
                      </a:txBody>
                      <a:tcPr/>
                    </a:tc>
                    <a:extLst>
                      <a:ext uri="{0D108BD9-81ED-4DB2-BD59-A6C34878D82A}">
                        <a16:rowId xmlns:a16="http://schemas.microsoft.com/office/drawing/2014/main" val="219371619"/>
                      </a:ext>
                    </a:extLst>
                  </a:tr>
                </a:tbl>
              </a:graphicData>
            </a:graphic>
          </p:graphicFrame>
        </mc:Fallback>
      </mc:AlternateContent>
      <p:graphicFrame>
        <p:nvGraphicFramePr>
          <p:cNvPr id="11" name="內容版面配置區 4">
            <a:extLst>
              <a:ext uri="{FF2B5EF4-FFF2-40B4-BE49-F238E27FC236}">
                <a16:creationId xmlns="" xmlns:a16="http://schemas.microsoft.com/office/drawing/2014/main" id="{C80F1EF3-FF6E-4580-8DEA-2A1ED6CE8F21}"/>
              </a:ext>
            </a:extLst>
          </p:cNvPr>
          <p:cNvGraphicFramePr>
            <a:graphicFrameLocks/>
          </p:cNvGraphicFramePr>
          <p:nvPr>
            <p:extLst>
              <p:ext uri="{D42A27DB-BD31-4B8C-83A1-F6EECF244321}">
                <p14:modId xmlns:p14="http://schemas.microsoft.com/office/powerpoint/2010/main" val="3980912360"/>
              </p:ext>
            </p:extLst>
          </p:nvPr>
        </p:nvGraphicFramePr>
        <p:xfrm>
          <a:off x="2021221" y="2169806"/>
          <a:ext cx="5663094" cy="598561"/>
        </p:xfrm>
        <a:graphic>
          <a:graphicData uri="http://schemas.openxmlformats.org/drawingml/2006/table">
            <a:tbl>
              <a:tblPr firstRow="1" bandRow="1">
                <a:tableStyleId>{5940675A-B579-460E-94D1-54222C63F5DA}</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gridCol w="943849">
                  <a:extLst>
                    <a:ext uri="{9D8B030D-6E8A-4147-A177-3AD203B41FA5}">
                      <a16:colId xmlns="" xmlns:a16="http://schemas.microsoft.com/office/drawing/2014/main" val="515376970"/>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tc>
                  <a:txBody>
                    <a:bodyPr/>
                    <a:lstStyle/>
                    <a:p>
                      <a:pPr algn="ctr"/>
                      <a:r>
                        <a:rPr lang="en-US" altLang="zh-TW" sz="2400" dirty="0">
                          <a:solidFill>
                            <a:srgbClr val="FF0000"/>
                          </a:solidFill>
                        </a:rPr>
                        <a:t>b</a:t>
                      </a: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AlternateContent xmlns:mc="http://schemas.openxmlformats.org/markup-compatibility/2006" xmlns:a14="http://schemas.microsoft.com/office/drawing/2010/main">
        <mc:Choice Requires="a14">
          <p:graphicFrame>
            <p:nvGraphicFramePr>
              <p:cNvPr id="16" name="內容版面配置區 4">
                <a:extLst>
                  <a:ext uri="{FF2B5EF4-FFF2-40B4-BE49-F238E27FC236}">
                    <a16:creationId xmlns="" xmlns:a16="http://schemas.microsoft.com/office/drawing/2014/main" id="{81C1288A-4DE6-441C-A3C5-BCF91D15F56F}"/>
                  </a:ext>
                </a:extLst>
              </p:cNvPr>
              <p:cNvGraphicFramePr>
                <a:graphicFrameLocks/>
              </p:cNvGraphicFramePr>
              <p:nvPr>
                <p:extLst>
                  <p:ext uri="{D42A27DB-BD31-4B8C-83A1-F6EECF244321}">
                    <p14:modId xmlns:p14="http://schemas.microsoft.com/office/powerpoint/2010/main" val="1401994904"/>
                  </p:ext>
                </p:extLst>
              </p:nvPr>
            </p:nvGraphicFramePr>
            <p:xfrm>
              <a:off x="2021221" y="3546305"/>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solidFill>
                                          <a:srgbClr val="FF0000"/>
                                        </a:solidFill>
                                        <a:latin typeface="Cambria Math" panose="02040503050406030204" pitchFamily="18" charset="0"/>
                                      </a:rPr>
                                    </m:ctrlPr>
                                  </m:sSubPr>
                                  <m:e>
                                    <m:r>
                                      <a:rPr lang="en-US" altLang="zh-TW" sz="1800" b="0" i="1" smtClean="0">
                                        <a:solidFill>
                                          <a:srgbClr val="FF0000"/>
                                        </a:solidFill>
                                        <a:latin typeface="Cambria Math" panose="02040503050406030204" pitchFamily="18" charset="0"/>
                                      </a:rPr>
                                      <m:t>𝑖</m:t>
                                    </m:r>
                                  </m:e>
                                  <m:sub>
                                    <m:r>
                                      <a:rPr lang="en-US" altLang="zh-TW" sz="1800" b="0" i="1" smtClean="0">
                                        <a:solidFill>
                                          <a:srgbClr val="FF0000"/>
                                        </a:solidFill>
                                        <a:latin typeface="Cambria Math" panose="02040503050406030204" pitchFamily="18" charset="0"/>
                                      </a:rPr>
                                      <m:t>1</m:t>
                                    </m:r>
                                  </m:sub>
                                </m:sSub>
                                <m:r>
                                  <a:rPr lang="en-US" altLang="zh-TW" sz="1800" b="0" i="1" smtClean="0">
                                    <a:solidFill>
                                      <a:srgbClr val="FF0000"/>
                                    </a:solidFill>
                                    <a:latin typeface="Cambria Math" panose="02040503050406030204" pitchFamily="18" charset="0"/>
                                  </a:rPr>
                                  <m:t>′=1</m:t>
                                </m:r>
                              </m:oMath>
                            </m:oMathPara>
                          </a14:m>
                          <a:endParaRPr lang="zh-TW" altLang="en-US" sz="1800"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solidFill>
                                          <a:srgbClr val="FF0000"/>
                                        </a:solidFill>
                                        <a:latin typeface="Cambria Math" panose="02040503050406030204" pitchFamily="18" charset="0"/>
                                      </a:rPr>
                                    </m:ctrlPr>
                                  </m:sSubPr>
                                  <m:e>
                                    <m:r>
                                      <a:rPr lang="en-US" altLang="zh-TW" sz="1800" b="0" i="1" smtClean="0">
                                        <a:solidFill>
                                          <a:srgbClr val="FF0000"/>
                                        </a:solidFill>
                                        <a:latin typeface="Cambria Math" panose="02040503050406030204" pitchFamily="18" charset="0"/>
                                      </a:rPr>
                                      <m:t>𝑖</m:t>
                                    </m:r>
                                  </m:e>
                                  <m:sub>
                                    <m:r>
                                      <a:rPr lang="en-US" altLang="zh-TW" sz="1800" b="0" i="1" smtClean="0">
                                        <a:solidFill>
                                          <a:srgbClr val="FF0000"/>
                                        </a:solidFill>
                                        <a:latin typeface="Cambria Math" panose="02040503050406030204" pitchFamily="18" charset="0"/>
                                      </a:rPr>
                                      <m:t>2</m:t>
                                    </m:r>
                                  </m:sub>
                                </m:sSub>
                                <m:r>
                                  <a:rPr lang="en-US" altLang="zh-TW" sz="1800" b="0" i="1" smtClean="0">
                                    <a:solidFill>
                                      <a:srgbClr val="FF0000"/>
                                    </a:solidFill>
                                    <a:latin typeface="Cambria Math" panose="02040503050406030204" pitchFamily="18" charset="0"/>
                                  </a:rPr>
                                  <m:t>′=2</m:t>
                                </m:r>
                              </m:oMath>
                            </m:oMathPara>
                          </a14:m>
                          <a:endParaRPr lang="zh-TW" altLang="en-US" sz="1800" dirty="0">
                            <a:solidFill>
                              <a:srgbClr val="FF0000"/>
                            </a:solidFill>
                          </a:endParaRPr>
                        </a:p>
                      </a:txBody>
                      <a:tcPr/>
                    </a:tc>
                    <a:tc>
                      <a:txBody>
                        <a:bodyPr/>
                        <a:lstStyle/>
                        <a:p>
                          <a:pPr algn="ctr"/>
                          <a:endParaRPr lang="zh-TW" altLang="en-US" sz="1800"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solidFill>
                                          <a:srgbClr val="FF0000"/>
                                        </a:solidFill>
                                        <a:latin typeface="Cambria Math" panose="02040503050406030204" pitchFamily="18" charset="0"/>
                                      </a:rPr>
                                    </m:ctrlPr>
                                  </m:sSubPr>
                                  <m:e>
                                    <m:r>
                                      <a:rPr lang="en-US" altLang="zh-TW" sz="1800" b="0" i="1" smtClean="0">
                                        <a:solidFill>
                                          <a:srgbClr val="FF0000"/>
                                        </a:solidFill>
                                        <a:latin typeface="Cambria Math" panose="02040503050406030204" pitchFamily="18" charset="0"/>
                                      </a:rPr>
                                      <m:t>𝑖</m:t>
                                    </m:r>
                                  </m:e>
                                  <m:sub>
                                    <m:r>
                                      <a:rPr lang="en-US" altLang="zh-TW" sz="1800" b="0" i="1" smtClean="0">
                                        <a:solidFill>
                                          <a:srgbClr val="FF0000"/>
                                        </a:solidFill>
                                        <a:latin typeface="Cambria Math" panose="02040503050406030204" pitchFamily="18" charset="0"/>
                                      </a:rPr>
                                      <m:t>3</m:t>
                                    </m:r>
                                  </m:sub>
                                </m:sSub>
                                <m:r>
                                  <a:rPr lang="en-US" altLang="zh-TW" sz="1800" b="0" i="1" smtClean="0">
                                    <a:solidFill>
                                      <a:srgbClr val="FF0000"/>
                                    </a:solidFill>
                                    <a:latin typeface="Cambria Math" panose="02040503050406030204" pitchFamily="18" charset="0"/>
                                  </a:rPr>
                                  <m:t>′=4</m:t>
                                </m:r>
                              </m:oMath>
                            </m:oMathPara>
                          </a14:m>
                          <a:endParaRPr lang="zh-TW" altLang="en-US" sz="1800"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solidFill>
                                          <a:srgbClr val="FF0000"/>
                                        </a:solidFill>
                                        <a:latin typeface="Cambria Math" panose="02040503050406030204" pitchFamily="18" charset="0"/>
                                      </a:rPr>
                                    </m:ctrlPr>
                                  </m:sSubPr>
                                  <m:e>
                                    <m:r>
                                      <a:rPr lang="en-US" altLang="zh-TW" sz="1800" b="0" i="1" smtClean="0">
                                        <a:solidFill>
                                          <a:srgbClr val="FF0000"/>
                                        </a:solidFill>
                                        <a:latin typeface="Cambria Math" panose="02040503050406030204" pitchFamily="18" charset="0"/>
                                      </a:rPr>
                                      <m:t>𝑖</m:t>
                                    </m:r>
                                  </m:e>
                                  <m:sub>
                                    <m:r>
                                      <a:rPr lang="en-US" altLang="zh-TW" sz="1800" b="0" i="1" smtClean="0">
                                        <a:solidFill>
                                          <a:srgbClr val="FF0000"/>
                                        </a:solidFill>
                                        <a:latin typeface="Cambria Math" panose="02040503050406030204" pitchFamily="18" charset="0"/>
                                      </a:rPr>
                                      <m:t>4</m:t>
                                    </m:r>
                                  </m:sub>
                                </m:sSub>
                                <m:r>
                                  <a:rPr lang="en-US" altLang="zh-TW" sz="1800" b="0" i="1" smtClean="0">
                                    <a:solidFill>
                                      <a:srgbClr val="FF0000"/>
                                    </a:solidFill>
                                    <a:latin typeface="Cambria Math" panose="02040503050406030204" pitchFamily="18" charset="0"/>
                                  </a:rPr>
                                  <m:t>′=5</m:t>
                                </m:r>
                              </m:oMath>
                            </m:oMathPara>
                          </a14:m>
                          <a:endParaRPr lang="zh-TW" altLang="en-US" sz="1800" dirty="0">
                            <a:solidFill>
                              <a:srgbClr val="FF0000"/>
                            </a:solidFill>
                          </a:endParaRPr>
                        </a:p>
                      </a:txBody>
                      <a:tcPr/>
                    </a:tc>
                    <a:extLst>
                      <a:ext uri="{0D108BD9-81ED-4DB2-BD59-A6C34878D82A}">
                        <a16:rowId xmlns="" xmlns:a16="http://schemas.microsoft.com/office/drawing/2014/main" val="219371619"/>
                      </a:ext>
                    </a:extLst>
                  </a:tr>
                </a:tbl>
              </a:graphicData>
            </a:graphic>
          </p:graphicFrame>
        </mc:Choice>
        <mc:Fallback xmlns="">
          <p:graphicFrame>
            <p:nvGraphicFramePr>
              <p:cNvPr id="16" name="內容版面配置區 4">
                <a:extLst>
                  <a:ext uri="{FF2B5EF4-FFF2-40B4-BE49-F238E27FC236}">
                    <a16:creationId xmlns:a16="http://schemas.microsoft.com/office/drawing/2014/main" id="{81C1288A-4DE6-441C-A3C5-BCF91D15F56F}"/>
                  </a:ext>
                </a:extLst>
              </p:cNvPr>
              <p:cNvGraphicFramePr>
                <a:graphicFrameLocks/>
              </p:cNvGraphicFramePr>
              <p:nvPr>
                <p:extLst>
                  <p:ext uri="{D42A27DB-BD31-4B8C-83A1-F6EECF244321}">
                    <p14:modId xmlns:p14="http://schemas.microsoft.com/office/powerpoint/2010/main" val="1401994904"/>
                  </p:ext>
                </p:extLst>
              </p:nvPr>
            </p:nvGraphicFramePr>
            <p:xfrm>
              <a:off x="2021221" y="3546305"/>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a16="http://schemas.microsoft.com/office/drawing/2014/main" val="2554865449"/>
                        </a:ext>
                      </a:extLst>
                    </a:gridCol>
                    <a:gridCol w="943849">
                      <a:extLst>
                        <a:ext uri="{9D8B030D-6E8A-4147-A177-3AD203B41FA5}">
                          <a16:colId xmlns:a16="http://schemas.microsoft.com/office/drawing/2014/main" val="1658986702"/>
                        </a:ext>
                      </a:extLst>
                    </a:gridCol>
                    <a:gridCol w="943849">
                      <a:extLst>
                        <a:ext uri="{9D8B030D-6E8A-4147-A177-3AD203B41FA5}">
                          <a16:colId xmlns:a16="http://schemas.microsoft.com/office/drawing/2014/main" val="2332965136"/>
                        </a:ext>
                      </a:extLst>
                    </a:gridCol>
                    <a:gridCol w="943849">
                      <a:extLst>
                        <a:ext uri="{9D8B030D-6E8A-4147-A177-3AD203B41FA5}">
                          <a16:colId xmlns:a16="http://schemas.microsoft.com/office/drawing/2014/main" val="1566191998"/>
                        </a:ext>
                      </a:extLst>
                    </a:gridCol>
                    <a:gridCol w="943849">
                      <a:extLst>
                        <a:ext uri="{9D8B030D-6E8A-4147-A177-3AD203B41FA5}">
                          <a16:colId xmlns:a16="http://schemas.microsoft.com/office/drawing/2014/main" val="1400755339"/>
                        </a:ext>
                      </a:extLst>
                    </a:gridCol>
                  </a:tblGrid>
                  <a:tr h="598561">
                    <a:tc>
                      <a:txBody>
                        <a:bodyPr/>
                        <a:lstStyle/>
                        <a:p>
                          <a:endParaRPr lang="zh-TW"/>
                        </a:p>
                      </a:txBody>
                      <a:tcPr>
                        <a:blipFill>
                          <a:blip r:embed="rId5"/>
                          <a:stretch>
                            <a:fillRect r="-400000"/>
                          </a:stretch>
                        </a:blipFill>
                      </a:tcPr>
                    </a:tc>
                    <a:tc>
                      <a:txBody>
                        <a:bodyPr/>
                        <a:lstStyle/>
                        <a:p>
                          <a:endParaRPr lang="zh-TW"/>
                        </a:p>
                      </a:txBody>
                      <a:tcPr>
                        <a:blipFill>
                          <a:blip r:embed="rId5"/>
                          <a:stretch>
                            <a:fillRect l="-100000" r="-300000"/>
                          </a:stretch>
                        </a:blipFill>
                      </a:tcPr>
                    </a:tc>
                    <a:tc>
                      <a:txBody>
                        <a:bodyPr/>
                        <a:lstStyle/>
                        <a:p>
                          <a:pPr algn="ctr"/>
                          <a:endParaRPr lang="zh-TW" altLang="en-US" sz="1800" dirty="0">
                            <a:solidFill>
                              <a:srgbClr val="FF0000"/>
                            </a:solidFill>
                          </a:endParaRPr>
                        </a:p>
                      </a:txBody>
                      <a:tcPr/>
                    </a:tc>
                    <a:tc>
                      <a:txBody>
                        <a:bodyPr/>
                        <a:lstStyle/>
                        <a:p>
                          <a:endParaRPr lang="zh-TW"/>
                        </a:p>
                      </a:txBody>
                      <a:tcPr>
                        <a:blipFill>
                          <a:blip r:embed="rId5"/>
                          <a:stretch>
                            <a:fillRect l="-300000" r="-100000"/>
                          </a:stretch>
                        </a:blipFill>
                      </a:tcPr>
                    </a:tc>
                    <a:tc>
                      <a:txBody>
                        <a:bodyPr/>
                        <a:lstStyle/>
                        <a:p>
                          <a:endParaRPr lang="zh-TW"/>
                        </a:p>
                      </a:txBody>
                      <a:tcPr>
                        <a:blipFill>
                          <a:blip r:embed="rId5"/>
                          <a:stretch>
                            <a:fillRect l="-400000"/>
                          </a:stretch>
                        </a:blipFill>
                      </a:tcPr>
                    </a:tc>
                    <a:extLst>
                      <a:ext uri="{0D108BD9-81ED-4DB2-BD59-A6C34878D82A}">
                        <a16:rowId xmlns:a16="http://schemas.microsoft.com/office/drawing/2014/main" val="21937161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內容版面配置區 4">
                <a:extLst>
                  <a:ext uri="{FF2B5EF4-FFF2-40B4-BE49-F238E27FC236}">
                    <a16:creationId xmlns="" xmlns:a16="http://schemas.microsoft.com/office/drawing/2014/main" id="{A7A17F70-D80F-4858-BCEF-16F3CDED5F7C}"/>
                  </a:ext>
                </a:extLst>
              </p:cNvPr>
              <p:cNvGraphicFramePr>
                <a:graphicFrameLocks/>
              </p:cNvGraphicFramePr>
              <p:nvPr>
                <p:extLst>
                  <p:ext uri="{D42A27DB-BD31-4B8C-83A1-F6EECF244321}">
                    <p14:modId xmlns:p14="http://schemas.microsoft.com/office/powerpoint/2010/main" val="2043782524"/>
                  </p:ext>
                </p:extLst>
              </p:nvPr>
            </p:nvGraphicFramePr>
            <p:xfrm>
              <a:off x="2021220" y="5493616"/>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 xmlns:a16="http://schemas.microsoft.com/office/drawing/2014/main" val="2554865449"/>
                        </a:ext>
                      </a:extLst>
                    </a:gridCol>
                    <a:gridCol w="943849">
                      <a:extLst>
                        <a:ext uri="{9D8B030D-6E8A-4147-A177-3AD203B41FA5}">
                          <a16:colId xmlns="" xmlns:a16="http://schemas.microsoft.com/office/drawing/2014/main" val="1658986702"/>
                        </a:ext>
                      </a:extLst>
                    </a:gridCol>
                    <a:gridCol w="943849">
                      <a:extLst>
                        <a:ext uri="{9D8B030D-6E8A-4147-A177-3AD203B41FA5}">
                          <a16:colId xmlns="" xmlns:a16="http://schemas.microsoft.com/office/drawing/2014/main" val="2332965136"/>
                        </a:ext>
                      </a:extLst>
                    </a:gridCol>
                    <a:gridCol w="943849">
                      <a:extLst>
                        <a:ext uri="{9D8B030D-6E8A-4147-A177-3AD203B41FA5}">
                          <a16:colId xmlns="" xmlns:a16="http://schemas.microsoft.com/office/drawing/2014/main" val="1566191998"/>
                        </a:ext>
                      </a:extLst>
                    </a:gridCol>
                    <a:gridCol w="943849">
                      <a:extLst>
                        <a:ext uri="{9D8B030D-6E8A-4147-A177-3AD203B41FA5}">
                          <a16:colId xmlns="" xmlns:a16="http://schemas.microsoft.com/office/drawing/2014/main" val="1400755339"/>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solidFill>
                                          <a:srgbClr val="FF0000"/>
                                        </a:solidFill>
                                        <a:latin typeface="Cambria Math" panose="02040503050406030204" pitchFamily="18" charset="0"/>
                                      </a:rPr>
                                    </m:ctrlPr>
                                  </m:sSubPr>
                                  <m:e>
                                    <m:r>
                                      <a:rPr lang="en-US" altLang="zh-TW" sz="1800" b="0" i="1" smtClean="0">
                                        <a:solidFill>
                                          <a:srgbClr val="FF0000"/>
                                        </a:solidFill>
                                        <a:latin typeface="Cambria Math" panose="02040503050406030204" pitchFamily="18" charset="0"/>
                                      </a:rPr>
                                      <m:t>𝑗</m:t>
                                    </m:r>
                                  </m:e>
                                  <m:sub>
                                    <m:r>
                                      <a:rPr lang="en-US" altLang="zh-TW" sz="1800" b="0" i="1" smtClean="0">
                                        <a:solidFill>
                                          <a:srgbClr val="FF0000"/>
                                        </a:solidFill>
                                        <a:latin typeface="Cambria Math" panose="02040503050406030204" pitchFamily="18" charset="0"/>
                                      </a:rPr>
                                      <m:t>1</m:t>
                                    </m:r>
                                  </m:sub>
                                </m:sSub>
                                <m:r>
                                  <a:rPr lang="en-US" altLang="zh-TW" sz="1800" b="0" i="1" smtClean="0">
                                    <a:solidFill>
                                      <a:srgbClr val="FF0000"/>
                                    </a:solidFill>
                                    <a:latin typeface="Cambria Math" panose="02040503050406030204" pitchFamily="18" charset="0"/>
                                  </a:rPr>
                                  <m:t>′=1</m:t>
                                </m:r>
                              </m:oMath>
                            </m:oMathPara>
                          </a14:m>
                          <a:endParaRPr lang="zh-TW" altLang="en-US" sz="1800"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solidFill>
                                          <a:srgbClr val="FF0000"/>
                                        </a:solidFill>
                                        <a:latin typeface="Cambria Math" panose="02040503050406030204" pitchFamily="18" charset="0"/>
                                      </a:rPr>
                                    </m:ctrlPr>
                                  </m:sSubPr>
                                  <m:e>
                                    <m:r>
                                      <a:rPr lang="en-US" altLang="zh-TW" sz="1800" b="0" i="1" smtClean="0">
                                        <a:solidFill>
                                          <a:srgbClr val="FF0000"/>
                                        </a:solidFill>
                                        <a:latin typeface="Cambria Math" panose="02040503050406030204" pitchFamily="18" charset="0"/>
                                      </a:rPr>
                                      <m:t>𝑗</m:t>
                                    </m:r>
                                  </m:e>
                                  <m:sub>
                                    <m:r>
                                      <a:rPr lang="en-US" altLang="zh-TW" sz="1800" b="0" i="1" smtClean="0">
                                        <a:solidFill>
                                          <a:srgbClr val="FF0000"/>
                                        </a:solidFill>
                                        <a:latin typeface="Cambria Math" panose="02040503050406030204" pitchFamily="18" charset="0"/>
                                      </a:rPr>
                                      <m:t>2</m:t>
                                    </m:r>
                                  </m:sub>
                                </m:sSub>
                                <m:r>
                                  <a:rPr lang="en-US" altLang="zh-TW" sz="1800" b="0" i="1" smtClean="0">
                                    <a:solidFill>
                                      <a:srgbClr val="FF0000"/>
                                    </a:solidFill>
                                    <a:latin typeface="Cambria Math" panose="02040503050406030204" pitchFamily="18" charset="0"/>
                                  </a:rPr>
                                  <m:t>′=2</m:t>
                                </m:r>
                              </m:oMath>
                            </m:oMathPara>
                          </a14:m>
                          <a:endParaRPr lang="zh-TW" altLang="en-US" sz="1800"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solidFill>
                                          <a:srgbClr val="FF0000"/>
                                        </a:solidFill>
                                        <a:latin typeface="Cambria Math" panose="02040503050406030204" pitchFamily="18" charset="0"/>
                                      </a:rPr>
                                    </m:ctrlPr>
                                  </m:sSubPr>
                                  <m:e>
                                    <m:r>
                                      <a:rPr lang="en-US" altLang="zh-TW" sz="1800" b="0" i="1" smtClean="0">
                                        <a:solidFill>
                                          <a:srgbClr val="FF0000"/>
                                        </a:solidFill>
                                        <a:latin typeface="Cambria Math" panose="02040503050406030204" pitchFamily="18" charset="0"/>
                                      </a:rPr>
                                      <m:t>𝑗</m:t>
                                    </m:r>
                                  </m:e>
                                  <m:sub>
                                    <m:r>
                                      <a:rPr lang="en-US" altLang="zh-TW" sz="1800" b="0" i="1" smtClean="0">
                                        <a:solidFill>
                                          <a:srgbClr val="FF0000"/>
                                        </a:solidFill>
                                        <a:latin typeface="Cambria Math" panose="02040503050406030204" pitchFamily="18" charset="0"/>
                                      </a:rPr>
                                      <m:t>3</m:t>
                                    </m:r>
                                  </m:sub>
                                </m:sSub>
                                <m:r>
                                  <a:rPr lang="en-US" altLang="zh-TW" sz="1800" b="0" i="1" smtClean="0">
                                    <a:solidFill>
                                      <a:srgbClr val="FF0000"/>
                                    </a:solidFill>
                                    <a:latin typeface="Cambria Math" panose="02040503050406030204" pitchFamily="18" charset="0"/>
                                  </a:rPr>
                                  <m:t>′=3</m:t>
                                </m:r>
                              </m:oMath>
                            </m:oMathPara>
                          </a14:m>
                          <a:endParaRPr lang="zh-TW" altLang="en-US" sz="1800"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solidFill>
                                          <a:srgbClr val="FF0000"/>
                                        </a:solidFill>
                                        <a:latin typeface="Cambria Math" panose="02040503050406030204" pitchFamily="18" charset="0"/>
                                      </a:rPr>
                                    </m:ctrlPr>
                                  </m:sSubPr>
                                  <m:e>
                                    <m:r>
                                      <a:rPr lang="en-US" altLang="zh-TW" sz="1800" b="0" i="1" smtClean="0">
                                        <a:solidFill>
                                          <a:srgbClr val="FF0000"/>
                                        </a:solidFill>
                                        <a:latin typeface="Cambria Math" panose="02040503050406030204" pitchFamily="18" charset="0"/>
                                      </a:rPr>
                                      <m:t>𝑗</m:t>
                                    </m:r>
                                  </m:e>
                                  <m:sub>
                                    <m:r>
                                      <a:rPr lang="en-US" altLang="zh-TW" sz="1800" b="0" i="1" smtClean="0">
                                        <a:solidFill>
                                          <a:srgbClr val="FF0000"/>
                                        </a:solidFill>
                                        <a:latin typeface="Cambria Math" panose="02040503050406030204" pitchFamily="18" charset="0"/>
                                      </a:rPr>
                                      <m:t>4</m:t>
                                    </m:r>
                                  </m:sub>
                                </m:sSub>
                                <m:r>
                                  <a:rPr lang="en-US" altLang="zh-TW" sz="1800" b="0" i="1" smtClean="0">
                                    <a:solidFill>
                                      <a:srgbClr val="FF0000"/>
                                    </a:solidFill>
                                    <a:latin typeface="Cambria Math" panose="02040503050406030204" pitchFamily="18" charset="0"/>
                                  </a:rPr>
                                  <m:t>′=5</m:t>
                                </m:r>
                              </m:oMath>
                            </m:oMathPara>
                          </a14:m>
                          <a:endParaRPr lang="zh-TW" altLang="en-US" sz="1800" dirty="0">
                            <a:solidFill>
                              <a:srgbClr val="FF0000"/>
                            </a:solidFill>
                          </a:endParaRPr>
                        </a:p>
                      </a:txBody>
                      <a:tcPr/>
                    </a:tc>
                    <a:tc>
                      <a:txBody>
                        <a:bodyPr/>
                        <a:lstStyle/>
                        <a:p>
                          <a:pPr algn="ctr"/>
                          <a:endParaRPr lang="zh-TW" altLang="en-US" sz="1800" dirty="0"/>
                        </a:p>
                      </a:txBody>
                      <a:tcPr/>
                    </a:tc>
                    <a:extLst>
                      <a:ext uri="{0D108BD9-81ED-4DB2-BD59-A6C34878D82A}">
                        <a16:rowId xmlns="" xmlns:a16="http://schemas.microsoft.com/office/drawing/2014/main" val="219371619"/>
                      </a:ext>
                    </a:extLst>
                  </a:tr>
                </a:tbl>
              </a:graphicData>
            </a:graphic>
          </p:graphicFrame>
        </mc:Choice>
        <mc:Fallback xmlns="">
          <p:graphicFrame>
            <p:nvGraphicFramePr>
              <p:cNvPr id="17" name="內容版面配置區 4">
                <a:extLst>
                  <a:ext uri="{FF2B5EF4-FFF2-40B4-BE49-F238E27FC236}">
                    <a16:creationId xmlns:a16="http://schemas.microsoft.com/office/drawing/2014/main" id="{A7A17F70-D80F-4858-BCEF-16F3CDED5F7C}"/>
                  </a:ext>
                </a:extLst>
              </p:cNvPr>
              <p:cNvGraphicFramePr>
                <a:graphicFrameLocks/>
              </p:cNvGraphicFramePr>
              <p:nvPr>
                <p:extLst>
                  <p:ext uri="{D42A27DB-BD31-4B8C-83A1-F6EECF244321}">
                    <p14:modId xmlns:p14="http://schemas.microsoft.com/office/powerpoint/2010/main" val="2043782524"/>
                  </p:ext>
                </p:extLst>
              </p:nvPr>
            </p:nvGraphicFramePr>
            <p:xfrm>
              <a:off x="2021220" y="5493616"/>
              <a:ext cx="4719245" cy="598561"/>
            </p:xfrm>
            <a:graphic>
              <a:graphicData uri="http://schemas.openxmlformats.org/drawingml/2006/table">
                <a:tbl>
                  <a:tblPr firstRow="1" bandRow="1">
                    <a:tableStyleId>{2D5ABB26-0587-4C30-8999-92F81FD0307C}</a:tableStyleId>
                  </a:tblPr>
                  <a:tblGrid>
                    <a:gridCol w="943849">
                      <a:extLst>
                        <a:ext uri="{9D8B030D-6E8A-4147-A177-3AD203B41FA5}">
                          <a16:colId xmlns:a16="http://schemas.microsoft.com/office/drawing/2014/main" val="2554865449"/>
                        </a:ext>
                      </a:extLst>
                    </a:gridCol>
                    <a:gridCol w="943849">
                      <a:extLst>
                        <a:ext uri="{9D8B030D-6E8A-4147-A177-3AD203B41FA5}">
                          <a16:colId xmlns:a16="http://schemas.microsoft.com/office/drawing/2014/main" val="1658986702"/>
                        </a:ext>
                      </a:extLst>
                    </a:gridCol>
                    <a:gridCol w="943849">
                      <a:extLst>
                        <a:ext uri="{9D8B030D-6E8A-4147-A177-3AD203B41FA5}">
                          <a16:colId xmlns:a16="http://schemas.microsoft.com/office/drawing/2014/main" val="2332965136"/>
                        </a:ext>
                      </a:extLst>
                    </a:gridCol>
                    <a:gridCol w="943849">
                      <a:extLst>
                        <a:ext uri="{9D8B030D-6E8A-4147-A177-3AD203B41FA5}">
                          <a16:colId xmlns:a16="http://schemas.microsoft.com/office/drawing/2014/main" val="1566191998"/>
                        </a:ext>
                      </a:extLst>
                    </a:gridCol>
                    <a:gridCol w="943849">
                      <a:extLst>
                        <a:ext uri="{9D8B030D-6E8A-4147-A177-3AD203B41FA5}">
                          <a16:colId xmlns:a16="http://schemas.microsoft.com/office/drawing/2014/main" val="1400755339"/>
                        </a:ext>
                      </a:extLst>
                    </a:gridCol>
                  </a:tblGrid>
                  <a:tr h="598561">
                    <a:tc>
                      <a:txBody>
                        <a:bodyPr/>
                        <a:lstStyle/>
                        <a:p>
                          <a:endParaRPr lang="zh-TW"/>
                        </a:p>
                      </a:txBody>
                      <a:tcPr>
                        <a:blipFill>
                          <a:blip r:embed="rId6"/>
                          <a:stretch>
                            <a:fillRect r="-400000"/>
                          </a:stretch>
                        </a:blipFill>
                      </a:tcPr>
                    </a:tc>
                    <a:tc>
                      <a:txBody>
                        <a:bodyPr/>
                        <a:lstStyle/>
                        <a:p>
                          <a:endParaRPr lang="zh-TW"/>
                        </a:p>
                      </a:txBody>
                      <a:tcPr>
                        <a:blipFill>
                          <a:blip r:embed="rId6"/>
                          <a:stretch>
                            <a:fillRect l="-100000" r="-300000"/>
                          </a:stretch>
                        </a:blipFill>
                      </a:tcPr>
                    </a:tc>
                    <a:tc>
                      <a:txBody>
                        <a:bodyPr/>
                        <a:lstStyle/>
                        <a:p>
                          <a:endParaRPr lang="zh-TW"/>
                        </a:p>
                      </a:txBody>
                      <a:tcPr>
                        <a:blipFill>
                          <a:blip r:embed="rId6"/>
                          <a:stretch>
                            <a:fillRect l="-200000" r="-200000"/>
                          </a:stretch>
                        </a:blipFill>
                      </a:tcPr>
                    </a:tc>
                    <a:tc>
                      <a:txBody>
                        <a:bodyPr/>
                        <a:lstStyle/>
                        <a:p>
                          <a:endParaRPr lang="zh-TW"/>
                        </a:p>
                      </a:txBody>
                      <a:tcPr>
                        <a:blipFill>
                          <a:blip r:embed="rId6"/>
                          <a:stretch>
                            <a:fillRect l="-300000" r="-100000"/>
                          </a:stretch>
                        </a:blipFill>
                      </a:tcPr>
                    </a:tc>
                    <a:tc>
                      <a:txBody>
                        <a:bodyPr/>
                        <a:lstStyle/>
                        <a:p>
                          <a:pPr algn="ctr"/>
                          <a:endParaRPr lang="zh-TW" altLang="en-US" sz="1800" dirty="0"/>
                        </a:p>
                      </a:txBody>
                      <a:tcPr/>
                    </a:tc>
                    <a:extLst>
                      <a:ext uri="{0D108BD9-81ED-4DB2-BD59-A6C34878D82A}">
                        <a16:rowId xmlns:a16="http://schemas.microsoft.com/office/drawing/2014/main" val="219371619"/>
                      </a:ext>
                    </a:extLst>
                  </a:tr>
                </a:tbl>
              </a:graphicData>
            </a:graphic>
          </p:graphicFrame>
        </mc:Fallback>
      </mc:AlternateContent>
      <p:sp>
        <p:nvSpPr>
          <p:cNvPr id="19" name="文字方塊 18">
            <a:extLst>
              <a:ext uri="{FF2B5EF4-FFF2-40B4-BE49-F238E27FC236}">
                <a16:creationId xmlns="" xmlns:a16="http://schemas.microsoft.com/office/drawing/2014/main" id="{041D0551-BBAB-49BD-AF8C-B0D3742125E5}"/>
              </a:ext>
            </a:extLst>
          </p:cNvPr>
          <p:cNvSpPr txBox="1"/>
          <p:nvPr/>
        </p:nvSpPr>
        <p:spPr>
          <a:xfrm>
            <a:off x="861505" y="3482670"/>
            <a:ext cx="1185133" cy="461665"/>
          </a:xfrm>
          <a:prstGeom prst="rect">
            <a:avLst/>
          </a:prstGeom>
          <a:noFill/>
        </p:spPr>
        <p:txBody>
          <a:bodyPr wrap="none" rtlCol="0">
            <a:spAutoFit/>
          </a:bodyPr>
          <a:lstStyle/>
          <a:p>
            <a:r>
              <a:rPr lang="en-US" altLang="zh-TW" sz="2400" dirty="0"/>
              <a:t>Update:</a:t>
            </a:r>
            <a:endParaRPr lang="zh-TW" altLang="en-US" sz="2400" dirty="0"/>
          </a:p>
        </p:txBody>
      </p:sp>
      <p:sp>
        <p:nvSpPr>
          <p:cNvPr id="20" name="文字方塊 19">
            <a:extLst>
              <a:ext uri="{FF2B5EF4-FFF2-40B4-BE49-F238E27FC236}">
                <a16:creationId xmlns="" xmlns:a16="http://schemas.microsoft.com/office/drawing/2014/main" id="{79F86E28-62B2-49EF-B682-CA711BED1BE9}"/>
              </a:ext>
            </a:extLst>
          </p:cNvPr>
          <p:cNvSpPr txBox="1"/>
          <p:nvPr/>
        </p:nvSpPr>
        <p:spPr>
          <a:xfrm>
            <a:off x="861505" y="5463314"/>
            <a:ext cx="1185133" cy="461665"/>
          </a:xfrm>
          <a:prstGeom prst="rect">
            <a:avLst/>
          </a:prstGeom>
          <a:noFill/>
        </p:spPr>
        <p:txBody>
          <a:bodyPr wrap="none" rtlCol="0">
            <a:spAutoFit/>
          </a:bodyPr>
          <a:lstStyle/>
          <a:p>
            <a:r>
              <a:rPr lang="en-US" altLang="zh-TW" sz="2400" dirty="0"/>
              <a:t>Update:</a:t>
            </a:r>
            <a:endParaRPr lang="zh-TW" altLang="en-US" sz="2400" dirty="0"/>
          </a:p>
        </p:txBody>
      </p:sp>
    </p:spTree>
    <p:extLst>
      <p:ext uri="{BB962C8B-B14F-4D97-AF65-F5344CB8AC3E}">
        <p14:creationId xmlns:p14="http://schemas.microsoft.com/office/powerpoint/2010/main" val="27695588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7E40FF6F-D5BE-4BB7-94BE-FAA21B30B38A}"/>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Arrivals &amp; Updating</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 xmlns:a16="http://schemas.microsoft.com/office/drawing/2014/main" id="{D0CE57CE-E3E8-4BEE-8B4A-8C6655509146}"/>
              </a:ext>
            </a:extLst>
          </p:cNvPr>
          <p:cNvSpPr>
            <a:spLocks noGrp="1"/>
          </p:cNvSpPr>
          <p:nvPr>
            <p:ph type="sldNum" sz="quarter" idx="12"/>
          </p:nvPr>
        </p:nvSpPr>
        <p:spPr/>
        <p:txBody>
          <a:bodyPr/>
          <a:lstStyle/>
          <a:p>
            <a:fld id="{B9CF4E80-5859-4E39-A40B-ED9B772D8B0F}" type="slidenum">
              <a:rPr lang="zh-TW" altLang="en-US" smtClean="0"/>
              <a:t>8</a:t>
            </a:fld>
            <a:endParaRPr lang="zh-TW" altLang="en-US" dirty="0"/>
          </a:p>
        </p:txBody>
      </p:sp>
      <p:graphicFrame>
        <p:nvGraphicFramePr>
          <p:cNvPr id="6" name="內容版面配置區 4">
            <a:extLst>
              <a:ext uri="{FF2B5EF4-FFF2-40B4-BE49-F238E27FC236}">
                <a16:creationId xmlns="" xmlns:a16="http://schemas.microsoft.com/office/drawing/2014/main" id="{5634D562-5DB7-4F1D-A31D-A5F89845465B}"/>
              </a:ext>
            </a:extLst>
          </p:cNvPr>
          <p:cNvGraphicFramePr>
            <a:graphicFrameLocks/>
          </p:cNvGraphicFramePr>
          <p:nvPr>
            <p:extLst>
              <p:ext uri="{D42A27DB-BD31-4B8C-83A1-F6EECF244321}">
                <p14:modId xmlns:p14="http://schemas.microsoft.com/office/powerpoint/2010/main" val="2054414433"/>
              </p:ext>
            </p:extLst>
          </p:nvPr>
        </p:nvGraphicFramePr>
        <p:xfrm>
          <a:off x="2021221" y="4195826"/>
          <a:ext cx="6342606" cy="598561"/>
        </p:xfrm>
        <a:graphic>
          <a:graphicData uri="http://schemas.openxmlformats.org/drawingml/2006/table">
            <a:tbl>
              <a:tblPr firstRow="1" bandRow="1">
                <a:tableStyleId>{5940675A-B579-460E-94D1-54222C63F5DA}</a:tableStyleId>
              </a:tblPr>
              <a:tblGrid>
                <a:gridCol w="704734">
                  <a:extLst>
                    <a:ext uri="{9D8B030D-6E8A-4147-A177-3AD203B41FA5}">
                      <a16:colId xmlns="" xmlns:a16="http://schemas.microsoft.com/office/drawing/2014/main" val="2554865449"/>
                    </a:ext>
                  </a:extLst>
                </a:gridCol>
                <a:gridCol w="704734">
                  <a:extLst>
                    <a:ext uri="{9D8B030D-6E8A-4147-A177-3AD203B41FA5}">
                      <a16:colId xmlns="" xmlns:a16="http://schemas.microsoft.com/office/drawing/2014/main" val="2445452588"/>
                    </a:ext>
                  </a:extLst>
                </a:gridCol>
                <a:gridCol w="704734">
                  <a:extLst>
                    <a:ext uri="{9D8B030D-6E8A-4147-A177-3AD203B41FA5}">
                      <a16:colId xmlns="" xmlns:a16="http://schemas.microsoft.com/office/drawing/2014/main" val="1658986702"/>
                    </a:ext>
                  </a:extLst>
                </a:gridCol>
                <a:gridCol w="704734">
                  <a:extLst>
                    <a:ext uri="{9D8B030D-6E8A-4147-A177-3AD203B41FA5}">
                      <a16:colId xmlns="" xmlns:a16="http://schemas.microsoft.com/office/drawing/2014/main" val="2332965136"/>
                    </a:ext>
                  </a:extLst>
                </a:gridCol>
                <a:gridCol w="704734">
                  <a:extLst>
                    <a:ext uri="{9D8B030D-6E8A-4147-A177-3AD203B41FA5}">
                      <a16:colId xmlns="" xmlns:a16="http://schemas.microsoft.com/office/drawing/2014/main" val="1016799648"/>
                    </a:ext>
                  </a:extLst>
                </a:gridCol>
                <a:gridCol w="704734">
                  <a:extLst>
                    <a:ext uri="{9D8B030D-6E8A-4147-A177-3AD203B41FA5}">
                      <a16:colId xmlns="" xmlns:a16="http://schemas.microsoft.com/office/drawing/2014/main" val="1566191998"/>
                    </a:ext>
                  </a:extLst>
                </a:gridCol>
                <a:gridCol w="704734">
                  <a:extLst>
                    <a:ext uri="{9D8B030D-6E8A-4147-A177-3AD203B41FA5}">
                      <a16:colId xmlns="" xmlns:a16="http://schemas.microsoft.com/office/drawing/2014/main" val="2365726399"/>
                    </a:ext>
                  </a:extLst>
                </a:gridCol>
                <a:gridCol w="704734">
                  <a:extLst>
                    <a:ext uri="{9D8B030D-6E8A-4147-A177-3AD203B41FA5}">
                      <a16:colId xmlns="" xmlns:a16="http://schemas.microsoft.com/office/drawing/2014/main" val="1400755339"/>
                    </a:ext>
                  </a:extLst>
                </a:gridCol>
                <a:gridCol w="704734">
                  <a:extLst>
                    <a:ext uri="{9D8B030D-6E8A-4147-A177-3AD203B41FA5}">
                      <a16:colId xmlns="" xmlns:a16="http://schemas.microsoft.com/office/drawing/2014/main" val="3451816217"/>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solidFill>
                            <a:schemeClr val="tx1"/>
                          </a:solidFill>
                        </a:rPr>
                        <a:t>d</a:t>
                      </a:r>
                      <a:endParaRPr lang="zh-TW" altLang="en-US" sz="2400" dirty="0">
                        <a:solidFill>
                          <a:schemeClr val="tx1"/>
                        </a:solidFill>
                      </a:endParaRPr>
                    </a:p>
                  </a:txBody>
                  <a:tcPr/>
                </a:tc>
                <a:tc>
                  <a:txBody>
                    <a:bodyPr/>
                    <a:lstStyle/>
                    <a:p>
                      <a:pPr algn="ctr"/>
                      <a:r>
                        <a:rPr lang="en-US" altLang="zh-TW" sz="2400" dirty="0">
                          <a:solidFill>
                            <a:schemeClr val="tx1"/>
                          </a:solidFill>
                        </a:rPr>
                        <a:t>c</a:t>
                      </a:r>
                      <a:endParaRPr lang="zh-TW" altLang="en-US" sz="2400" dirty="0">
                        <a:solidFill>
                          <a:schemeClr val="tx1"/>
                        </a:solidFill>
                      </a:endParaRPr>
                    </a:p>
                  </a:txBody>
                  <a:tcPr/>
                </a:tc>
                <a:tc>
                  <a:txBody>
                    <a:bodyPr/>
                    <a:lstStyle/>
                    <a:p>
                      <a:pPr algn="ctr"/>
                      <a:r>
                        <a:rPr lang="en-US" altLang="zh-TW" sz="2400" dirty="0">
                          <a:solidFill>
                            <a:schemeClr val="tx1"/>
                          </a:solidFill>
                        </a:rPr>
                        <a:t>b</a:t>
                      </a:r>
                      <a:endParaRPr lang="zh-TW" altLang="en-US" sz="2400" dirty="0">
                        <a:solidFill>
                          <a:schemeClr val="tx1"/>
                        </a:solidFill>
                      </a:endParaRPr>
                    </a:p>
                  </a:txBody>
                  <a:tcPr/>
                </a:tc>
                <a:tc>
                  <a:txBody>
                    <a:bodyPr/>
                    <a:lstStyle/>
                    <a:p>
                      <a:pPr algn="ctr"/>
                      <a:r>
                        <a:rPr lang="en-US" altLang="zh-TW" sz="2400" dirty="0">
                          <a:solidFill>
                            <a:schemeClr val="tx1"/>
                          </a:solidFill>
                        </a:rPr>
                        <a:t>b</a:t>
                      </a:r>
                      <a:endParaRPr lang="zh-TW" altLang="en-US" sz="2400" dirty="0">
                        <a:solidFill>
                          <a:schemeClr val="tx1"/>
                        </a:solidFill>
                      </a:endParaRPr>
                    </a:p>
                  </a:txBody>
                  <a:tcPr/>
                </a:tc>
                <a:tc>
                  <a:txBody>
                    <a:bodyPr/>
                    <a:lstStyle/>
                    <a:p>
                      <a:pPr algn="ctr"/>
                      <a:r>
                        <a:rPr lang="en-US" altLang="zh-TW" sz="2400" dirty="0">
                          <a:solidFill>
                            <a:schemeClr val="tx1"/>
                          </a:solidFill>
                        </a:rPr>
                        <a:t>b</a:t>
                      </a:r>
                      <a:endParaRPr lang="zh-TW" altLang="en-US" sz="2400" dirty="0">
                        <a:solidFill>
                          <a:schemeClr val="tx1"/>
                        </a:solidFill>
                      </a:endParaRPr>
                    </a:p>
                  </a:txBody>
                  <a:tcPr/>
                </a:tc>
                <a:tc>
                  <a:txBody>
                    <a:bodyPr/>
                    <a:lstStyle/>
                    <a:p>
                      <a:pPr algn="ctr"/>
                      <a:r>
                        <a:rPr lang="en-US" altLang="zh-TW" sz="2400" dirty="0">
                          <a:solidFill>
                            <a:schemeClr val="tx1"/>
                          </a:solidFill>
                        </a:rPr>
                        <a:t>a</a:t>
                      </a:r>
                      <a:endParaRPr lang="zh-TW" altLang="en-US" sz="2400" dirty="0">
                        <a:solidFill>
                          <a:schemeClr val="tx1"/>
                        </a:solidFill>
                      </a:endParaRPr>
                    </a:p>
                  </a:txBody>
                  <a:tcPr/>
                </a:tc>
                <a:tc>
                  <a:txBody>
                    <a:bodyPr/>
                    <a:lstStyle/>
                    <a:p>
                      <a:pPr algn="ctr"/>
                      <a:r>
                        <a:rPr lang="en-US" altLang="zh-TW" sz="2400" dirty="0">
                          <a:solidFill>
                            <a:schemeClr val="tx1"/>
                          </a:solidFill>
                        </a:rPr>
                        <a:t>d</a:t>
                      </a:r>
                      <a:endParaRPr lang="zh-TW" altLang="en-US" sz="2400" dirty="0">
                        <a:solidFill>
                          <a:schemeClr val="tx1"/>
                        </a:solidFill>
                      </a:endParaRPr>
                    </a:p>
                  </a:txBody>
                  <a:tcPr/>
                </a:tc>
                <a:tc>
                  <a:txBody>
                    <a:bodyPr/>
                    <a:lstStyle/>
                    <a:p>
                      <a:pPr algn="ctr"/>
                      <a:r>
                        <a:rPr lang="en-US" altLang="zh-TW" sz="2400" dirty="0"/>
                        <a:t>a</a:t>
                      </a:r>
                      <a:endParaRPr lang="zh-TW" altLang="en-US" sz="2400" dirty="0"/>
                    </a:p>
                  </a:txBody>
                  <a:tcPr/>
                </a:tc>
                <a:extLst>
                  <a:ext uri="{0D108BD9-81ED-4DB2-BD59-A6C34878D82A}">
                    <a16:rowId xmlns="" xmlns:a16="http://schemas.microsoft.com/office/drawing/2014/main" val="219371619"/>
                  </a:ext>
                </a:extLst>
              </a:tr>
            </a:tbl>
          </a:graphicData>
        </a:graphic>
      </p:graphicFrame>
      <p:sp>
        <p:nvSpPr>
          <p:cNvPr id="7" name="文字方塊 6">
            <a:extLst>
              <a:ext uri="{FF2B5EF4-FFF2-40B4-BE49-F238E27FC236}">
                <a16:creationId xmlns="" xmlns:a16="http://schemas.microsoft.com/office/drawing/2014/main" id="{E15DC213-B66D-4A6D-BF20-31562C9966D9}"/>
              </a:ext>
            </a:extLst>
          </p:cNvPr>
          <p:cNvSpPr txBox="1"/>
          <p:nvPr/>
        </p:nvSpPr>
        <p:spPr>
          <a:xfrm>
            <a:off x="1278383" y="2200510"/>
            <a:ext cx="429926" cy="461665"/>
          </a:xfrm>
          <a:prstGeom prst="rect">
            <a:avLst/>
          </a:prstGeom>
          <a:noFill/>
        </p:spPr>
        <p:txBody>
          <a:bodyPr wrap="none" rtlCol="0">
            <a:spAutoFit/>
          </a:bodyPr>
          <a:lstStyle/>
          <a:p>
            <a:r>
              <a:rPr lang="en-US" altLang="zh-TW" sz="2400" dirty="0"/>
              <a:t>A’</a:t>
            </a:r>
            <a:endParaRPr lang="zh-TW" altLang="en-US" sz="2400" dirty="0"/>
          </a:p>
        </p:txBody>
      </p:sp>
      <p:sp>
        <p:nvSpPr>
          <p:cNvPr id="8" name="文字方塊 7">
            <a:extLst>
              <a:ext uri="{FF2B5EF4-FFF2-40B4-BE49-F238E27FC236}">
                <a16:creationId xmlns="" xmlns:a16="http://schemas.microsoft.com/office/drawing/2014/main" id="{F6929C32-F762-464C-A734-1648C9C00E33}"/>
              </a:ext>
            </a:extLst>
          </p:cNvPr>
          <p:cNvSpPr txBox="1"/>
          <p:nvPr/>
        </p:nvSpPr>
        <p:spPr>
          <a:xfrm>
            <a:off x="1278383" y="4242756"/>
            <a:ext cx="351378" cy="461665"/>
          </a:xfrm>
          <a:prstGeom prst="rect">
            <a:avLst/>
          </a:prstGeom>
          <a:noFill/>
        </p:spPr>
        <p:txBody>
          <a:bodyPr wrap="none" rtlCol="0">
            <a:spAutoFit/>
          </a:bodyPr>
          <a:lstStyle/>
          <a:p>
            <a:r>
              <a:rPr lang="en-US" altLang="zh-TW" sz="2400" dirty="0"/>
              <a:t>B</a:t>
            </a:r>
            <a:endParaRPr lang="zh-TW" altLang="en-US" sz="2400" dirty="0"/>
          </a:p>
        </p:txBody>
      </p:sp>
      <p:graphicFrame>
        <p:nvGraphicFramePr>
          <p:cNvPr id="11" name="內容版面配置區 4">
            <a:extLst>
              <a:ext uri="{FF2B5EF4-FFF2-40B4-BE49-F238E27FC236}">
                <a16:creationId xmlns="" xmlns:a16="http://schemas.microsoft.com/office/drawing/2014/main" id="{C80F1EF3-FF6E-4580-8DEA-2A1ED6CE8F21}"/>
              </a:ext>
            </a:extLst>
          </p:cNvPr>
          <p:cNvGraphicFramePr>
            <a:graphicFrameLocks/>
          </p:cNvGraphicFramePr>
          <p:nvPr>
            <p:extLst/>
          </p:nvPr>
        </p:nvGraphicFramePr>
        <p:xfrm>
          <a:off x="2021221" y="2169806"/>
          <a:ext cx="5663088" cy="598561"/>
        </p:xfrm>
        <a:graphic>
          <a:graphicData uri="http://schemas.openxmlformats.org/drawingml/2006/table">
            <a:tbl>
              <a:tblPr firstRow="1" bandRow="1">
                <a:tableStyleId>{5940675A-B579-460E-94D1-54222C63F5DA}</a:tableStyleId>
              </a:tblPr>
              <a:tblGrid>
                <a:gridCol w="707886">
                  <a:extLst>
                    <a:ext uri="{9D8B030D-6E8A-4147-A177-3AD203B41FA5}">
                      <a16:colId xmlns="" xmlns:a16="http://schemas.microsoft.com/office/drawing/2014/main" val="2554865449"/>
                    </a:ext>
                  </a:extLst>
                </a:gridCol>
                <a:gridCol w="707886">
                  <a:extLst>
                    <a:ext uri="{9D8B030D-6E8A-4147-A177-3AD203B41FA5}">
                      <a16:colId xmlns="" xmlns:a16="http://schemas.microsoft.com/office/drawing/2014/main" val="1658986702"/>
                    </a:ext>
                  </a:extLst>
                </a:gridCol>
                <a:gridCol w="707886">
                  <a:extLst>
                    <a:ext uri="{9D8B030D-6E8A-4147-A177-3AD203B41FA5}">
                      <a16:colId xmlns="" xmlns:a16="http://schemas.microsoft.com/office/drawing/2014/main" val="2332965136"/>
                    </a:ext>
                  </a:extLst>
                </a:gridCol>
                <a:gridCol w="707886">
                  <a:extLst>
                    <a:ext uri="{9D8B030D-6E8A-4147-A177-3AD203B41FA5}">
                      <a16:colId xmlns="" xmlns:a16="http://schemas.microsoft.com/office/drawing/2014/main" val="378839106"/>
                    </a:ext>
                  </a:extLst>
                </a:gridCol>
                <a:gridCol w="707886">
                  <a:extLst>
                    <a:ext uri="{9D8B030D-6E8A-4147-A177-3AD203B41FA5}">
                      <a16:colId xmlns="" xmlns:a16="http://schemas.microsoft.com/office/drawing/2014/main" val="1566191998"/>
                    </a:ext>
                  </a:extLst>
                </a:gridCol>
                <a:gridCol w="707886">
                  <a:extLst>
                    <a:ext uri="{9D8B030D-6E8A-4147-A177-3AD203B41FA5}">
                      <a16:colId xmlns="" xmlns:a16="http://schemas.microsoft.com/office/drawing/2014/main" val="1400755339"/>
                    </a:ext>
                  </a:extLst>
                </a:gridCol>
                <a:gridCol w="707886">
                  <a:extLst>
                    <a:ext uri="{9D8B030D-6E8A-4147-A177-3AD203B41FA5}">
                      <a16:colId xmlns="" xmlns:a16="http://schemas.microsoft.com/office/drawing/2014/main" val="280258104"/>
                    </a:ext>
                  </a:extLst>
                </a:gridCol>
                <a:gridCol w="707886">
                  <a:extLst>
                    <a:ext uri="{9D8B030D-6E8A-4147-A177-3AD203B41FA5}">
                      <a16:colId xmlns="" xmlns:a16="http://schemas.microsoft.com/office/drawing/2014/main" val="515376970"/>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tc>
                  <a:txBody>
                    <a:bodyPr/>
                    <a:lstStyle/>
                    <a:p>
                      <a:pPr algn="ctr"/>
                      <a:r>
                        <a:rPr lang="en-US" altLang="zh-TW" sz="2400" dirty="0">
                          <a:solidFill>
                            <a:schemeClr val="tx1"/>
                          </a:solidFill>
                        </a:rPr>
                        <a:t>c</a:t>
                      </a:r>
                      <a:endParaRPr lang="zh-TW" altLang="en-US" sz="2400" dirty="0">
                        <a:solidFill>
                          <a:schemeClr val="tx1"/>
                        </a:solidFill>
                      </a:endParaRPr>
                    </a:p>
                  </a:txBody>
                  <a:tcPr/>
                </a:tc>
                <a:tc>
                  <a:txBody>
                    <a:bodyPr/>
                    <a:lstStyle/>
                    <a:p>
                      <a:pPr algn="ctr"/>
                      <a:r>
                        <a:rPr lang="en-US" altLang="zh-TW" sz="2400" dirty="0">
                          <a:solidFill>
                            <a:srgbClr val="FF0000"/>
                          </a:solidFill>
                        </a:rPr>
                        <a:t>d</a:t>
                      </a: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AlternateContent xmlns:mc="http://schemas.openxmlformats.org/markup-compatibility/2006" xmlns:a14="http://schemas.microsoft.com/office/drawing/2010/main">
        <mc:Choice Requires="a14">
          <p:graphicFrame>
            <p:nvGraphicFramePr>
              <p:cNvPr id="14" name="內容版面配置區 4">
                <a:extLst>
                  <a:ext uri="{FF2B5EF4-FFF2-40B4-BE49-F238E27FC236}">
                    <a16:creationId xmlns="" xmlns:a16="http://schemas.microsoft.com/office/drawing/2014/main" id="{C9CFEB88-F302-4B72-B5F2-66B0582E73F8}"/>
                  </a:ext>
                </a:extLst>
              </p:cNvPr>
              <p:cNvGraphicFramePr>
                <a:graphicFrameLocks/>
              </p:cNvGraphicFramePr>
              <p:nvPr>
                <p:extLst/>
              </p:nvPr>
            </p:nvGraphicFramePr>
            <p:xfrm>
              <a:off x="2021221" y="2883535"/>
              <a:ext cx="5663088" cy="598561"/>
            </p:xfrm>
            <a:graphic>
              <a:graphicData uri="http://schemas.openxmlformats.org/drawingml/2006/table">
                <a:tbl>
                  <a:tblPr firstRow="1" bandRow="1">
                    <a:tableStyleId>{2D5ABB26-0587-4C30-8999-92F81FD0307C}</a:tableStyleId>
                  </a:tblPr>
                  <a:tblGrid>
                    <a:gridCol w="707886">
                      <a:extLst>
                        <a:ext uri="{9D8B030D-6E8A-4147-A177-3AD203B41FA5}">
                          <a16:colId xmlns="" xmlns:a16="http://schemas.microsoft.com/office/drawing/2014/main" val="2554865449"/>
                        </a:ext>
                      </a:extLst>
                    </a:gridCol>
                    <a:gridCol w="707886">
                      <a:extLst>
                        <a:ext uri="{9D8B030D-6E8A-4147-A177-3AD203B41FA5}">
                          <a16:colId xmlns="" xmlns:a16="http://schemas.microsoft.com/office/drawing/2014/main" val="1658986702"/>
                        </a:ext>
                      </a:extLst>
                    </a:gridCol>
                    <a:gridCol w="707886">
                      <a:extLst>
                        <a:ext uri="{9D8B030D-6E8A-4147-A177-3AD203B41FA5}">
                          <a16:colId xmlns="" xmlns:a16="http://schemas.microsoft.com/office/drawing/2014/main" val="2332965136"/>
                        </a:ext>
                      </a:extLst>
                    </a:gridCol>
                    <a:gridCol w="707886">
                      <a:extLst>
                        <a:ext uri="{9D8B030D-6E8A-4147-A177-3AD203B41FA5}">
                          <a16:colId xmlns="" xmlns:a16="http://schemas.microsoft.com/office/drawing/2014/main" val="378839106"/>
                        </a:ext>
                      </a:extLst>
                    </a:gridCol>
                    <a:gridCol w="707886">
                      <a:extLst>
                        <a:ext uri="{9D8B030D-6E8A-4147-A177-3AD203B41FA5}">
                          <a16:colId xmlns="" xmlns:a16="http://schemas.microsoft.com/office/drawing/2014/main" val="1566191998"/>
                        </a:ext>
                      </a:extLst>
                    </a:gridCol>
                    <a:gridCol w="707886">
                      <a:extLst>
                        <a:ext uri="{9D8B030D-6E8A-4147-A177-3AD203B41FA5}">
                          <a16:colId xmlns="" xmlns:a16="http://schemas.microsoft.com/office/drawing/2014/main" val="1400755339"/>
                        </a:ext>
                      </a:extLst>
                    </a:gridCol>
                    <a:gridCol w="707886">
                      <a:extLst>
                        <a:ext uri="{9D8B030D-6E8A-4147-A177-3AD203B41FA5}">
                          <a16:colId xmlns="" xmlns:a16="http://schemas.microsoft.com/office/drawing/2014/main" val="280258104"/>
                        </a:ext>
                      </a:extLst>
                    </a:gridCol>
                    <a:gridCol w="707886">
                      <a:extLst>
                        <a:ext uri="{9D8B030D-6E8A-4147-A177-3AD203B41FA5}">
                          <a16:colId xmlns="" xmlns:a16="http://schemas.microsoft.com/office/drawing/2014/main" val="515376970"/>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1</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2</m:t>
                                    </m:r>
                                  </m:sub>
                                </m:sSub>
                              </m:oMath>
                            </m:oMathPara>
                          </a14:m>
                          <a:endParaRPr lang="zh-TW" altLang="en-US" sz="2400" dirty="0"/>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3</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4</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5</m:t>
                                    </m:r>
                                  </m:sub>
                                </m:sSub>
                              </m:oMath>
                            </m:oMathPara>
                          </a14:m>
                          <a:endParaRPr lang="zh-TW" altLang="en-US" sz="2400" dirty="0"/>
                        </a:p>
                      </a:txBody>
                      <a:tcPr/>
                    </a:tc>
                    <a:tc>
                      <a:txBody>
                        <a:bodyPr/>
                        <a:lstStyle/>
                        <a:p>
                          <a:pPr algn="ctr"/>
                          <a:endParaRPr lang="zh-TW" altLang="en-US" sz="2400" dirty="0">
                            <a:solidFill>
                              <a:schemeClr val="tx1"/>
                            </a:solidFill>
                          </a:endParaRPr>
                        </a:p>
                      </a:txBody>
                      <a:tcPr/>
                    </a:tc>
                    <a:tc>
                      <a:txBody>
                        <a:bodyPr/>
                        <a:lstStyle/>
                        <a:p>
                          <a:pPr algn="ct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Choice>
        <mc:Fallback xmlns="">
          <p:graphicFrame>
            <p:nvGraphicFramePr>
              <p:cNvPr id="14" name="內容版面配置區 4">
                <a:extLst>
                  <a:ext uri="{FF2B5EF4-FFF2-40B4-BE49-F238E27FC236}">
                    <a16:creationId xmlns:a16="http://schemas.microsoft.com/office/drawing/2014/main" id="{C9CFEB88-F302-4B72-B5F2-66B0582E73F8}"/>
                  </a:ext>
                </a:extLst>
              </p:cNvPr>
              <p:cNvGraphicFramePr>
                <a:graphicFrameLocks/>
              </p:cNvGraphicFramePr>
              <p:nvPr>
                <p:extLst>
                  <p:ext uri="{D42A27DB-BD31-4B8C-83A1-F6EECF244321}">
                    <p14:modId xmlns:p14="http://schemas.microsoft.com/office/powerpoint/2010/main" val="4150196292"/>
                  </p:ext>
                </p:extLst>
              </p:nvPr>
            </p:nvGraphicFramePr>
            <p:xfrm>
              <a:off x="2021221" y="2883535"/>
              <a:ext cx="5663088" cy="598561"/>
            </p:xfrm>
            <a:graphic>
              <a:graphicData uri="http://schemas.openxmlformats.org/drawingml/2006/table">
                <a:tbl>
                  <a:tblPr firstRow="1" bandRow="1">
                    <a:tableStyleId>{2D5ABB26-0587-4C30-8999-92F81FD0307C}</a:tableStyleId>
                  </a:tblPr>
                  <a:tblGrid>
                    <a:gridCol w="707886">
                      <a:extLst>
                        <a:ext uri="{9D8B030D-6E8A-4147-A177-3AD203B41FA5}">
                          <a16:colId xmlns:a16="http://schemas.microsoft.com/office/drawing/2014/main" val="2554865449"/>
                        </a:ext>
                      </a:extLst>
                    </a:gridCol>
                    <a:gridCol w="707886">
                      <a:extLst>
                        <a:ext uri="{9D8B030D-6E8A-4147-A177-3AD203B41FA5}">
                          <a16:colId xmlns:a16="http://schemas.microsoft.com/office/drawing/2014/main" val="1658986702"/>
                        </a:ext>
                      </a:extLst>
                    </a:gridCol>
                    <a:gridCol w="707886">
                      <a:extLst>
                        <a:ext uri="{9D8B030D-6E8A-4147-A177-3AD203B41FA5}">
                          <a16:colId xmlns:a16="http://schemas.microsoft.com/office/drawing/2014/main" val="2332965136"/>
                        </a:ext>
                      </a:extLst>
                    </a:gridCol>
                    <a:gridCol w="707886">
                      <a:extLst>
                        <a:ext uri="{9D8B030D-6E8A-4147-A177-3AD203B41FA5}">
                          <a16:colId xmlns:a16="http://schemas.microsoft.com/office/drawing/2014/main" val="378839106"/>
                        </a:ext>
                      </a:extLst>
                    </a:gridCol>
                    <a:gridCol w="707886">
                      <a:extLst>
                        <a:ext uri="{9D8B030D-6E8A-4147-A177-3AD203B41FA5}">
                          <a16:colId xmlns:a16="http://schemas.microsoft.com/office/drawing/2014/main" val="1566191998"/>
                        </a:ext>
                      </a:extLst>
                    </a:gridCol>
                    <a:gridCol w="707886">
                      <a:extLst>
                        <a:ext uri="{9D8B030D-6E8A-4147-A177-3AD203B41FA5}">
                          <a16:colId xmlns:a16="http://schemas.microsoft.com/office/drawing/2014/main" val="1400755339"/>
                        </a:ext>
                      </a:extLst>
                    </a:gridCol>
                    <a:gridCol w="707886">
                      <a:extLst>
                        <a:ext uri="{9D8B030D-6E8A-4147-A177-3AD203B41FA5}">
                          <a16:colId xmlns:a16="http://schemas.microsoft.com/office/drawing/2014/main" val="280258104"/>
                        </a:ext>
                      </a:extLst>
                    </a:gridCol>
                    <a:gridCol w="707886">
                      <a:extLst>
                        <a:ext uri="{9D8B030D-6E8A-4147-A177-3AD203B41FA5}">
                          <a16:colId xmlns:a16="http://schemas.microsoft.com/office/drawing/2014/main" val="515376970"/>
                        </a:ext>
                      </a:extLst>
                    </a:gridCol>
                  </a:tblGrid>
                  <a:tr h="598561">
                    <a:tc>
                      <a:txBody>
                        <a:bodyPr/>
                        <a:lstStyle/>
                        <a:p>
                          <a:endParaRPr lang="zh-TW"/>
                        </a:p>
                      </a:txBody>
                      <a:tcPr>
                        <a:blipFill>
                          <a:blip r:embed="rId2"/>
                          <a:stretch>
                            <a:fillRect r="-701724"/>
                          </a:stretch>
                        </a:blipFill>
                      </a:tcPr>
                    </a:tc>
                    <a:tc>
                      <a:txBody>
                        <a:bodyPr/>
                        <a:lstStyle/>
                        <a:p>
                          <a:endParaRPr lang="zh-TW"/>
                        </a:p>
                      </a:txBody>
                      <a:tcPr>
                        <a:blipFill>
                          <a:blip r:embed="rId2"/>
                          <a:stretch>
                            <a:fillRect l="-99145" r="-595726"/>
                          </a:stretch>
                        </a:blipFill>
                      </a:tcPr>
                    </a:tc>
                    <a:tc>
                      <a:txBody>
                        <a:bodyPr/>
                        <a:lstStyle/>
                        <a:p>
                          <a:pPr algn="ctr"/>
                          <a:endParaRPr lang="zh-TW" altLang="en-US" sz="2400" dirty="0"/>
                        </a:p>
                      </a:txBody>
                      <a:tcPr/>
                    </a:tc>
                    <a:tc>
                      <a:txBody>
                        <a:bodyPr/>
                        <a:lstStyle/>
                        <a:p>
                          <a:endParaRPr lang="zh-TW"/>
                        </a:p>
                      </a:txBody>
                      <a:tcPr>
                        <a:blipFill>
                          <a:blip r:embed="rId2"/>
                          <a:stretch>
                            <a:fillRect l="-300862" r="-400862"/>
                          </a:stretch>
                        </a:blipFill>
                      </a:tcPr>
                    </a:tc>
                    <a:tc>
                      <a:txBody>
                        <a:bodyPr/>
                        <a:lstStyle/>
                        <a:p>
                          <a:endParaRPr lang="zh-TW"/>
                        </a:p>
                      </a:txBody>
                      <a:tcPr>
                        <a:blipFill>
                          <a:blip r:embed="rId2"/>
                          <a:stretch>
                            <a:fillRect l="-400862" r="-300862"/>
                          </a:stretch>
                        </a:blipFill>
                      </a:tcPr>
                    </a:tc>
                    <a:tc>
                      <a:txBody>
                        <a:bodyPr/>
                        <a:lstStyle/>
                        <a:p>
                          <a:endParaRPr lang="zh-TW"/>
                        </a:p>
                      </a:txBody>
                      <a:tcPr>
                        <a:blipFill>
                          <a:blip r:embed="rId2"/>
                          <a:stretch>
                            <a:fillRect l="-496581" r="-198291"/>
                          </a:stretch>
                        </a:blipFill>
                      </a:tcPr>
                    </a:tc>
                    <a:tc>
                      <a:txBody>
                        <a:bodyPr/>
                        <a:lstStyle/>
                        <a:p>
                          <a:pPr algn="ctr"/>
                          <a:endParaRPr lang="zh-TW" altLang="en-US" sz="2400" dirty="0">
                            <a:solidFill>
                              <a:schemeClr val="tx1"/>
                            </a:solidFill>
                          </a:endParaRPr>
                        </a:p>
                      </a:txBody>
                      <a:tcPr/>
                    </a:tc>
                    <a:tc>
                      <a:txBody>
                        <a:bodyPr/>
                        <a:lstStyle/>
                        <a:p>
                          <a:pPr algn="ctr"/>
                          <a:endParaRPr lang="zh-TW" altLang="en-US" sz="2400" dirty="0">
                            <a:solidFill>
                              <a:srgbClr val="FF0000"/>
                            </a:solidFill>
                          </a:endParaRPr>
                        </a:p>
                      </a:txBody>
                      <a:tcPr/>
                    </a:tc>
                    <a:extLst>
                      <a:ext uri="{0D108BD9-81ED-4DB2-BD59-A6C34878D82A}">
                        <a16:rowId xmlns:a16="http://schemas.microsoft.com/office/drawing/2014/main" val="21937161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內容版面配置區 4">
                <a:extLst>
                  <a:ext uri="{FF2B5EF4-FFF2-40B4-BE49-F238E27FC236}">
                    <a16:creationId xmlns="" xmlns:a16="http://schemas.microsoft.com/office/drawing/2014/main" id="{22FE351F-07B7-43EB-9B0C-9E3665879701}"/>
                  </a:ext>
                </a:extLst>
              </p:cNvPr>
              <p:cNvGraphicFramePr>
                <a:graphicFrameLocks/>
              </p:cNvGraphicFramePr>
              <p:nvPr>
                <p:extLst/>
              </p:nvPr>
            </p:nvGraphicFramePr>
            <p:xfrm>
              <a:off x="2021221" y="4909556"/>
              <a:ext cx="6342606" cy="598561"/>
            </p:xfrm>
            <a:graphic>
              <a:graphicData uri="http://schemas.openxmlformats.org/drawingml/2006/table">
                <a:tbl>
                  <a:tblPr firstRow="1" bandRow="1">
                    <a:tableStyleId>{2D5ABB26-0587-4C30-8999-92F81FD0307C}</a:tableStyleId>
                  </a:tblPr>
                  <a:tblGrid>
                    <a:gridCol w="704734">
                      <a:extLst>
                        <a:ext uri="{9D8B030D-6E8A-4147-A177-3AD203B41FA5}">
                          <a16:colId xmlns="" xmlns:a16="http://schemas.microsoft.com/office/drawing/2014/main" val="2554865449"/>
                        </a:ext>
                      </a:extLst>
                    </a:gridCol>
                    <a:gridCol w="704734">
                      <a:extLst>
                        <a:ext uri="{9D8B030D-6E8A-4147-A177-3AD203B41FA5}">
                          <a16:colId xmlns="" xmlns:a16="http://schemas.microsoft.com/office/drawing/2014/main" val="483195597"/>
                        </a:ext>
                      </a:extLst>
                    </a:gridCol>
                    <a:gridCol w="704734">
                      <a:extLst>
                        <a:ext uri="{9D8B030D-6E8A-4147-A177-3AD203B41FA5}">
                          <a16:colId xmlns="" xmlns:a16="http://schemas.microsoft.com/office/drawing/2014/main" val="1658986702"/>
                        </a:ext>
                      </a:extLst>
                    </a:gridCol>
                    <a:gridCol w="704734">
                      <a:extLst>
                        <a:ext uri="{9D8B030D-6E8A-4147-A177-3AD203B41FA5}">
                          <a16:colId xmlns="" xmlns:a16="http://schemas.microsoft.com/office/drawing/2014/main" val="2332965136"/>
                        </a:ext>
                      </a:extLst>
                    </a:gridCol>
                    <a:gridCol w="704734">
                      <a:extLst>
                        <a:ext uri="{9D8B030D-6E8A-4147-A177-3AD203B41FA5}">
                          <a16:colId xmlns="" xmlns:a16="http://schemas.microsoft.com/office/drawing/2014/main" val="378839106"/>
                        </a:ext>
                      </a:extLst>
                    </a:gridCol>
                    <a:gridCol w="704734">
                      <a:extLst>
                        <a:ext uri="{9D8B030D-6E8A-4147-A177-3AD203B41FA5}">
                          <a16:colId xmlns="" xmlns:a16="http://schemas.microsoft.com/office/drawing/2014/main" val="1566191998"/>
                        </a:ext>
                      </a:extLst>
                    </a:gridCol>
                    <a:gridCol w="704734">
                      <a:extLst>
                        <a:ext uri="{9D8B030D-6E8A-4147-A177-3AD203B41FA5}">
                          <a16:colId xmlns="" xmlns:a16="http://schemas.microsoft.com/office/drawing/2014/main" val="1400755339"/>
                        </a:ext>
                      </a:extLst>
                    </a:gridCol>
                    <a:gridCol w="704734">
                      <a:extLst>
                        <a:ext uri="{9D8B030D-6E8A-4147-A177-3AD203B41FA5}">
                          <a16:colId xmlns="" xmlns:a16="http://schemas.microsoft.com/office/drawing/2014/main" val="280258104"/>
                        </a:ext>
                      </a:extLst>
                    </a:gridCol>
                    <a:gridCol w="704734">
                      <a:extLst>
                        <a:ext uri="{9D8B030D-6E8A-4147-A177-3AD203B41FA5}">
                          <a16:colId xmlns="" xmlns:a16="http://schemas.microsoft.com/office/drawing/2014/main" val="515376970"/>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1</m:t>
                                    </m:r>
                                  </m:sub>
                                </m:sSub>
                              </m:oMath>
                            </m:oMathPara>
                          </a14:m>
                          <a:endParaRPr lang="zh-TW" altLang="en-US" sz="2400" dirty="0"/>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2</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3</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4</m:t>
                                    </m:r>
                                  </m:sub>
                                </m:sSub>
                              </m:oMath>
                            </m:oMathPara>
                          </a14:m>
                          <a:endParaRPr lang="zh-TW" altLang="en-US" sz="2400" dirty="0"/>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5</m:t>
                                    </m:r>
                                  </m:sub>
                                </m:sSub>
                              </m:oMath>
                            </m:oMathPara>
                          </a14:m>
                          <a:endParaRPr lang="zh-TW" altLang="en-US" sz="2400" dirty="0"/>
                        </a:p>
                      </a:txBody>
                      <a:tcPr/>
                    </a:tc>
                    <a:tc>
                      <a:txBody>
                        <a:bodyPr/>
                        <a:lstStyle/>
                        <a:p>
                          <a:pPr algn="ctr"/>
                          <a:endParaRPr lang="zh-TW" altLang="en-US" sz="2400" dirty="0">
                            <a:solidFill>
                              <a:schemeClr val="tx1"/>
                            </a:solidFill>
                          </a:endParaRPr>
                        </a:p>
                      </a:txBody>
                      <a:tcPr/>
                    </a:tc>
                    <a:tc>
                      <a:txBody>
                        <a:bodyPr/>
                        <a:lstStyle/>
                        <a:p>
                          <a:pPr algn="ct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Choice>
        <mc:Fallback xmlns="">
          <p:graphicFrame>
            <p:nvGraphicFramePr>
              <p:cNvPr id="15" name="內容版面配置區 4">
                <a:extLst>
                  <a:ext uri="{FF2B5EF4-FFF2-40B4-BE49-F238E27FC236}">
                    <a16:creationId xmlns:a16="http://schemas.microsoft.com/office/drawing/2014/main" id="{22FE351F-07B7-43EB-9B0C-9E3665879701}"/>
                  </a:ext>
                </a:extLst>
              </p:cNvPr>
              <p:cNvGraphicFramePr>
                <a:graphicFrameLocks/>
              </p:cNvGraphicFramePr>
              <p:nvPr>
                <p:extLst>
                  <p:ext uri="{D42A27DB-BD31-4B8C-83A1-F6EECF244321}">
                    <p14:modId xmlns:p14="http://schemas.microsoft.com/office/powerpoint/2010/main" val="869665980"/>
                  </p:ext>
                </p:extLst>
              </p:nvPr>
            </p:nvGraphicFramePr>
            <p:xfrm>
              <a:off x="2021221" y="4909556"/>
              <a:ext cx="6342606" cy="598561"/>
            </p:xfrm>
            <a:graphic>
              <a:graphicData uri="http://schemas.openxmlformats.org/drawingml/2006/table">
                <a:tbl>
                  <a:tblPr firstRow="1" bandRow="1">
                    <a:tableStyleId>{2D5ABB26-0587-4C30-8999-92F81FD0307C}</a:tableStyleId>
                  </a:tblPr>
                  <a:tblGrid>
                    <a:gridCol w="704734">
                      <a:extLst>
                        <a:ext uri="{9D8B030D-6E8A-4147-A177-3AD203B41FA5}">
                          <a16:colId xmlns:a16="http://schemas.microsoft.com/office/drawing/2014/main" val="2554865449"/>
                        </a:ext>
                      </a:extLst>
                    </a:gridCol>
                    <a:gridCol w="704734">
                      <a:extLst>
                        <a:ext uri="{9D8B030D-6E8A-4147-A177-3AD203B41FA5}">
                          <a16:colId xmlns:a16="http://schemas.microsoft.com/office/drawing/2014/main" val="483195597"/>
                        </a:ext>
                      </a:extLst>
                    </a:gridCol>
                    <a:gridCol w="704734">
                      <a:extLst>
                        <a:ext uri="{9D8B030D-6E8A-4147-A177-3AD203B41FA5}">
                          <a16:colId xmlns:a16="http://schemas.microsoft.com/office/drawing/2014/main" val="1658986702"/>
                        </a:ext>
                      </a:extLst>
                    </a:gridCol>
                    <a:gridCol w="704734">
                      <a:extLst>
                        <a:ext uri="{9D8B030D-6E8A-4147-A177-3AD203B41FA5}">
                          <a16:colId xmlns:a16="http://schemas.microsoft.com/office/drawing/2014/main" val="2332965136"/>
                        </a:ext>
                      </a:extLst>
                    </a:gridCol>
                    <a:gridCol w="704734">
                      <a:extLst>
                        <a:ext uri="{9D8B030D-6E8A-4147-A177-3AD203B41FA5}">
                          <a16:colId xmlns:a16="http://schemas.microsoft.com/office/drawing/2014/main" val="378839106"/>
                        </a:ext>
                      </a:extLst>
                    </a:gridCol>
                    <a:gridCol w="704734">
                      <a:extLst>
                        <a:ext uri="{9D8B030D-6E8A-4147-A177-3AD203B41FA5}">
                          <a16:colId xmlns:a16="http://schemas.microsoft.com/office/drawing/2014/main" val="1566191998"/>
                        </a:ext>
                      </a:extLst>
                    </a:gridCol>
                    <a:gridCol w="704734">
                      <a:extLst>
                        <a:ext uri="{9D8B030D-6E8A-4147-A177-3AD203B41FA5}">
                          <a16:colId xmlns:a16="http://schemas.microsoft.com/office/drawing/2014/main" val="1400755339"/>
                        </a:ext>
                      </a:extLst>
                    </a:gridCol>
                    <a:gridCol w="704734">
                      <a:extLst>
                        <a:ext uri="{9D8B030D-6E8A-4147-A177-3AD203B41FA5}">
                          <a16:colId xmlns:a16="http://schemas.microsoft.com/office/drawing/2014/main" val="280258104"/>
                        </a:ext>
                      </a:extLst>
                    </a:gridCol>
                    <a:gridCol w="704734">
                      <a:extLst>
                        <a:ext uri="{9D8B030D-6E8A-4147-A177-3AD203B41FA5}">
                          <a16:colId xmlns:a16="http://schemas.microsoft.com/office/drawing/2014/main" val="515376970"/>
                        </a:ext>
                      </a:extLst>
                    </a:gridCol>
                  </a:tblGrid>
                  <a:tr h="598561">
                    <a:tc>
                      <a:txBody>
                        <a:bodyPr/>
                        <a:lstStyle/>
                        <a:p>
                          <a:endParaRPr lang="zh-TW"/>
                        </a:p>
                      </a:txBody>
                      <a:tcPr>
                        <a:blipFill>
                          <a:blip r:embed="rId3"/>
                          <a:stretch>
                            <a:fillRect r="-798276"/>
                          </a:stretch>
                        </a:blipFill>
                      </a:tcPr>
                    </a:tc>
                    <a:tc>
                      <a:txBody>
                        <a:bodyPr/>
                        <a:lstStyle/>
                        <a:p>
                          <a:pPr algn="ctr"/>
                          <a:endParaRPr lang="zh-TW" altLang="en-US" sz="2400" dirty="0"/>
                        </a:p>
                      </a:txBody>
                      <a:tcPr/>
                    </a:tc>
                    <a:tc>
                      <a:txBody>
                        <a:bodyPr/>
                        <a:lstStyle/>
                        <a:p>
                          <a:endParaRPr lang="zh-TW"/>
                        </a:p>
                      </a:txBody>
                      <a:tcPr>
                        <a:blipFill>
                          <a:blip r:embed="rId3"/>
                          <a:stretch>
                            <a:fillRect l="-201739" r="-604348"/>
                          </a:stretch>
                        </a:blipFill>
                      </a:tcPr>
                    </a:tc>
                    <a:tc>
                      <a:txBody>
                        <a:bodyPr/>
                        <a:lstStyle/>
                        <a:p>
                          <a:endParaRPr lang="zh-TW"/>
                        </a:p>
                      </a:txBody>
                      <a:tcPr>
                        <a:blipFill>
                          <a:blip r:embed="rId3"/>
                          <a:stretch>
                            <a:fillRect l="-299138" r="-499138"/>
                          </a:stretch>
                        </a:blipFill>
                      </a:tcPr>
                    </a:tc>
                    <a:tc>
                      <a:txBody>
                        <a:bodyPr/>
                        <a:lstStyle/>
                        <a:p>
                          <a:endParaRPr lang="zh-TW"/>
                        </a:p>
                      </a:txBody>
                      <a:tcPr>
                        <a:blipFill>
                          <a:blip r:embed="rId3"/>
                          <a:stretch>
                            <a:fillRect l="-399138" r="-399138"/>
                          </a:stretch>
                        </a:blipFill>
                      </a:tcPr>
                    </a:tc>
                    <a:tc>
                      <a:txBody>
                        <a:bodyPr/>
                        <a:lstStyle/>
                        <a:p>
                          <a:pPr algn="ctr"/>
                          <a:endParaRPr lang="zh-TW" altLang="en-US" sz="2400" dirty="0"/>
                        </a:p>
                      </a:txBody>
                      <a:tcPr/>
                    </a:tc>
                    <a:tc>
                      <a:txBody>
                        <a:bodyPr/>
                        <a:lstStyle/>
                        <a:p>
                          <a:endParaRPr lang="zh-TW"/>
                        </a:p>
                      </a:txBody>
                      <a:tcPr>
                        <a:blipFill>
                          <a:blip r:embed="rId3"/>
                          <a:stretch>
                            <a:fillRect l="-604348" r="-201739"/>
                          </a:stretch>
                        </a:blipFill>
                      </a:tcPr>
                    </a:tc>
                    <a:tc>
                      <a:txBody>
                        <a:bodyPr/>
                        <a:lstStyle/>
                        <a:p>
                          <a:pPr algn="ctr"/>
                          <a:endParaRPr lang="zh-TW" altLang="en-US" sz="2400" dirty="0">
                            <a:solidFill>
                              <a:schemeClr val="tx1"/>
                            </a:solidFill>
                          </a:endParaRPr>
                        </a:p>
                      </a:txBody>
                      <a:tcPr/>
                    </a:tc>
                    <a:tc>
                      <a:txBody>
                        <a:bodyPr/>
                        <a:lstStyle/>
                        <a:p>
                          <a:pPr algn="ctr"/>
                          <a:endParaRPr lang="zh-TW" altLang="en-US" sz="2400" dirty="0">
                            <a:solidFill>
                              <a:srgbClr val="FF0000"/>
                            </a:solidFill>
                          </a:endParaRPr>
                        </a:p>
                      </a:txBody>
                      <a:tcPr/>
                    </a:tc>
                    <a:extLst>
                      <a:ext uri="{0D108BD9-81ED-4DB2-BD59-A6C34878D82A}">
                        <a16:rowId xmlns:a16="http://schemas.microsoft.com/office/drawing/2014/main" val="219371619"/>
                      </a:ext>
                    </a:extLst>
                  </a:tr>
                </a:tbl>
              </a:graphicData>
            </a:graphic>
          </p:graphicFrame>
        </mc:Fallback>
      </mc:AlternateContent>
    </p:spTree>
    <p:extLst>
      <p:ext uri="{BB962C8B-B14F-4D97-AF65-F5344CB8AC3E}">
        <p14:creationId xmlns:p14="http://schemas.microsoft.com/office/powerpoint/2010/main" val="16711312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 xmlns:a16="http://schemas.microsoft.com/office/drawing/2014/main" id="{7E40FF6F-D5BE-4BB7-94BE-FAA21B30B38A}"/>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Arrivals &amp; Updating(</a:t>
                </a: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𝑙</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𝑙</m:t>
                    </m:r>
                    <m:r>
                      <a:rPr lang="en-US" altLang="zh-TW" b="0" i="1" smtClean="0">
                        <a:latin typeface="Cambria Math" panose="02040503050406030204" pitchFamily="18" charset="0"/>
                        <a:cs typeface="Times New Roman" panose="02020603050405020304" pitchFamily="18" charset="0"/>
                      </a:rPr>
                      <m:t>+1</m:t>
                    </m:r>
                  </m:oMath>
                </a14:m>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Choice>
        <mc:Fallback xmlns="">
          <p:sp>
            <p:nvSpPr>
              <p:cNvPr id="2" name="標題 1">
                <a:extLst>
                  <a:ext uri="{FF2B5EF4-FFF2-40B4-BE49-F238E27FC236}">
                    <a16:creationId xmlns:a16="http://schemas.microsoft.com/office/drawing/2014/main" id="{7E40FF6F-D5BE-4BB7-94BE-FAA21B30B38A}"/>
                  </a:ext>
                </a:extLst>
              </p:cNvPr>
              <p:cNvSpPr>
                <a:spLocks noGrp="1" noRot="1" noChangeAspect="1" noMove="1" noResize="1" noEditPoints="1" noAdjustHandles="1" noChangeArrowheads="1" noChangeShapeType="1" noTextEdit="1"/>
              </p:cNvSpPr>
              <p:nvPr>
                <p:ph type="title"/>
              </p:nvPr>
            </p:nvSpPr>
            <p:spPr>
              <a:blipFill>
                <a:blip r:embed="rId2"/>
                <a:stretch>
                  <a:fillRect l="-309" r="-38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 xmlns:a16="http://schemas.microsoft.com/office/drawing/2014/main" id="{D0CE57CE-E3E8-4BEE-8B4A-8C6655509146}"/>
              </a:ext>
            </a:extLst>
          </p:cNvPr>
          <p:cNvSpPr>
            <a:spLocks noGrp="1"/>
          </p:cNvSpPr>
          <p:nvPr>
            <p:ph type="sldNum" sz="quarter" idx="12"/>
          </p:nvPr>
        </p:nvSpPr>
        <p:spPr/>
        <p:txBody>
          <a:bodyPr/>
          <a:lstStyle/>
          <a:p>
            <a:fld id="{B9CF4E80-5859-4E39-A40B-ED9B772D8B0F}" type="slidenum">
              <a:rPr lang="zh-TW" altLang="en-US" smtClean="0"/>
              <a:t>9</a:t>
            </a:fld>
            <a:endParaRPr lang="zh-TW" altLang="en-US" dirty="0"/>
          </a:p>
        </p:txBody>
      </p:sp>
      <p:graphicFrame>
        <p:nvGraphicFramePr>
          <p:cNvPr id="6" name="內容版面配置區 4">
            <a:extLst>
              <a:ext uri="{FF2B5EF4-FFF2-40B4-BE49-F238E27FC236}">
                <a16:creationId xmlns="" xmlns:a16="http://schemas.microsoft.com/office/drawing/2014/main" id="{5634D562-5DB7-4F1D-A31D-A5F89845465B}"/>
              </a:ext>
            </a:extLst>
          </p:cNvPr>
          <p:cNvGraphicFramePr>
            <a:graphicFrameLocks/>
          </p:cNvGraphicFramePr>
          <p:nvPr>
            <p:extLst>
              <p:ext uri="{D42A27DB-BD31-4B8C-83A1-F6EECF244321}">
                <p14:modId xmlns:p14="http://schemas.microsoft.com/office/powerpoint/2010/main" val="34352208"/>
              </p:ext>
            </p:extLst>
          </p:nvPr>
        </p:nvGraphicFramePr>
        <p:xfrm>
          <a:off x="2021221" y="4195826"/>
          <a:ext cx="6342606" cy="598561"/>
        </p:xfrm>
        <a:graphic>
          <a:graphicData uri="http://schemas.openxmlformats.org/drawingml/2006/table">
            <a:tbl>
              <a:tblPr firstRow="1" bandRow="1">
                <a:tableStyleId>{5940675A-B579-460E-94D1-54222C63F5DA}</a:tableStyleId>
              </a:tblPr>
              <a:tblGrid>
                <a:gridCol w="704734">
                  <a:extLst>
                    <a:ext uri="{9D8B030D-6E8A-4147-A177-3AD203B41FA5}">
                      <a16:colId xmlns="" xmlns:a16="http://schemas.microsoft.com/office/drawing/2014/main" val="2554865449"/>
                    </a:ext>
                  </a:extLst>
                </a:gridCol>
                <a:gridCol w="704734">
                  <a:extLst>
                    <a:ext uri="{9D8B030D-6E8A-4147-A177-3AD203B41FA5}">
                      <a16:colId xmlns="" xmlns:a16="http://schemas.microsoft.com/office/drawing/2014/main" val="2445452588"/>
                    </a:ext>
                  </a:extLst>
                </a:gridCol>
                <a:gridCol w="704734">
                  <a:extLst>
                    <a:ext uri="{9D8B030D-6E8A-4147-A177-3AD203B41FA5}">
                      <a16:colId xmlns="" xmlns:a16="http://schemas.microsoft.com/office/drawing/2014/main" val="1658986702"/>
                    </a:ext>
                  </a:extLst>
                </a:gridCol>
                <a:gridCol w="704734">
                  <a:extLst>
                    <a:ext uri="{9D8B030D-6E8A-4147-A177-3AD203B41FA5}">
                      <a16:colId xmlns="" xmlns:a16="http://schemas.microsoft.com/office/drawing/2014/main" val="2332965136"/>
                    </a:ext>
                  </a:extLst>
                </a:gridCol>
                <a:gridCol w="704734">
                  <a:extLst>
                    <a:ext uri="{9D8B030D-6E8A-4147-A177-3AD203B41FA5}">
                      <a16:colId xmlns="" xmlns:a16="http://schemas.microsoft.com/office/drawing/2014/main" val="1016799648"/>
                    </a:ext>
                  </a:extLst>
                </a:gridCol>
                <a:gridCol w="704734">
                  <a:extLst>
                    <a:ext uri="{9D8B030D-6E8A-4147-A177-3AD203B41FA5}">
                      <a16:colId xmlns="" xmlns:a16="http://schemas.microsoft.com/office/drawing/2014/main" val="1566191998"/>
                    </a:ext>
                  </a:extLst>
                </a:gridCol>
                <a:gridCol w="704734">
                  <a:extLst>
                    <a:ext uri="{9D8B030D-6E8A-4147-A177-3AD203B41FA5}">
                      <a16:colId xmlns="" xmlns:a16="http://schemas.microsoft.com/office/drawing/2014/main" val="2365726399"/>
                    </a:ext>
                  </a:extLst>
                </a:gridCol>
                <a:gridCol w="704734">
                  <a:extLst>
                    <a:ext uri="{9D8B030D-6E8A-4147-A177-3AD203B41FA5}">
                      <a16:colId xmlns="" xmlns:a16="http://schemas.microsoft.com/office/drawing/2014/main" val="1400755339"/>
                    </a:ext>
                  </a:extLst>
                </a:gridCol>
                <a:gridCol w="704734">
                  <a:extLst>
                    <a:ext uri="{9D8B030D-6E8A-4147-A177-3AD203B41FA5}">
                      <a16:colId xmlns="" xmlns:a16="http://schemas.microsoft.com/office/drawing/2014/main" val="3451816217"/>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solidFill>
                            <a:srgbClr val="FF0000"/>
                          </a:solidFill>
                        </a:rPr>
                        <a:t>d</a:t>
                      </a:r>
                      <a:endParaRPr lang="zh-TW" altLang="en-US" sz="2400" dirty="0">
                        <a:solidFill>
                          <a:srgbClr val="FF0000"/>
                        </a:solidFill>
                      </a:endParaRPr>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tc>
                  <a:txBody>
                    <a:bodyPr/>
                    <a:lstStyle/>
                    <a:p>
                      <a:pPr algn="ctr"/>
                      <a:r>
                        <a:rPr lang="en-US" altLang="zh-TW" sz="2400" dirty="0">
                          <a:solidFill>
                            <a:srgbClr val="FF0000"/>
                          </a:solidFill>
                        </a:rPr>
                        <a:t>d</a:t>
                      </a:r>
                      <a:endParaRPr lang="zh-TW" altLang="en-US" sz="2400" dirty="0">
                        <a:solidFill>
                          <a:srgbClr val="FF0000"/>
                        </a:solidFill>
                      </a:endParaRPr>
                    </a:p>
                  </a:txBody>
                  <a:tcPr/>
                </a:tc>
                <a:tc>
                  <a:txBody>
                    <a:bodyPr/>
                    <a:lstStyle/>
                    <a:p>
                      <a:pPr algn="ctr"/>
                      <a:r>
                        <a:rPr lang="en-US" altLang="zh-TW" sz="2400" dirty="0"/>
                        <a:t>a</a:t>
                      </a:r>
                      <a:endParaRPr lang="zh-TW" altLang="en-US" sz="2400" dirty="0"/>
                    </a:p>
                  </a:txBody>
                  <a:tcPr/>
                </a:tc>
                <a:extLst>
                  <a:ext uri="{0D108BD9-81ED-4DB2-BD59-A6C34878D82A}">
                    <a16:rowId xmlns="" xmlns:a16="http://schemas.microsoft.com/office/drawing/2014/main" val="219371619"/>
                  </a:ext>
                </a:extLst>
              </a:tr>
            </a:tbl>
          </a:graphicData>
        </a:graphic>
      </p:graphicFrame>
      <p:sp>
        <p:nvSpPr>
          <p:cNvPr id="7" name="文字方塊 6">
            <a:extLst>
              <a:ext uri="{FF2B5EF4-FFF2-40B4-BE49-F238E27FC236}">
                <a16:creationId xmlns="" xmlns:a16="http://schemas.microsoft.com/office/drawing/2014/main" id="{E15DC213-B66D-4A6D-BF20-31562C9966D9}"/>
              </a:ext>
            </a:extLst>
          </p:cNvPr>
          <p:cNvSpPr txBox="1"/>
          <p:nvPr/>
        </p:nvSpPr>
        <p:spPr>
          <a:xfrm>
            <a:off x="1278383" y="2200510"/>
            <a:ext cx="429926" cy="461665"/>
          </a:xfrm>
          <a:prstGeom prst="rect">
            <a:avLst/>
          </a:prstGeom>
          <a:noFill/>
        </p:spPr>
        <p:txBody>
          <a:bodyPr wrap="none" rtlCol="0">
            <a:spAutoFit/>
          </a:bodyPr>
          <a:lstStyle/>
          <a:p>
            <a:r>
              <a:rPr lang="en-US" altLang="zh-TW" sz="2400" dirty="0"/>
              <a:t>A’</a:t>
            </a:r>
            <a:endParaRPr lang="zh-TW" altLang="en-US" sz="2400" dirty="0"/>
          </a:p>
        </p:txBody>
      </p:sp>
      <p:sp>
        <p:nvSpPr>
          <p:cNvPr id="8" name="文字方塊 7">
            <a:extLst>
              <a:ext uri="{FF2B5EF4-FFF2-40B4-BE49-F238E27FC236}">
                <a16:creationId xmlns="" xmlns:a16="http://schemas.microsoft.com/office/drawing/2014/main" id="{F6929C32-F762-464C-A734-1648C9C00E33}"/>
              </a:ext>
            </a:extLst>
          </p:cNvPr>
          <p:cNvSpPr txBox="1"/>
          <p:nvPr/>
        </p:nvSpPr>
        <p:spPr>
          <a:xfrm>
            <a:off x="1278383" y="4242756"/>
            <a:ext cx="351378" cy="461665"/>
          </a:xfrm>
          <a:prstGeom prst="rect">
            <a:avLst/>
          </a:prstGeom>
          <a:noFill/>
        </p:spPr>
        <p:txBody>
          <a:bodyPr wrap="none" rtlCol="0">
            <a:spAutoFit/>
          </a:bodyPr>
          <a:lstStyle/>
          <a:p>
            <a:r>
              <a:rPr lang="en-US" altLang="zh-TW" sz="2400" dirty="0"/>
              <a:t>B</a:t>
            </a:r>
            <a:endParaRPr lang="zh-TW" altLang="en-US" sz="2400" dirty="0"/>
          </a:p>
        </p:txBody>
      </p:sp>
      <p:graphicFrame>
        <p:nvGraphicFramePr>
          <p:cNvPr id="11" name="內容版面配置區 4">
            <a:extLst>
              <a:ext uri="{FF2B5EF4-FFF2-40B4-BE49-F238E27FC236}">
                <a16:creationId xmlns="" xmlns:a16="http://schemas.microsoft.com/office/drawing/2014/main" id="{C80F1EF3-FF6E-4580-8DEA-2A1ED6CE8F21}"/>
              </a:ext>
            </a:extLst>
          </p:cNvPr>
          <p:cNvGraphicFramePr>
            <a:graphicFrameLocks/>
          </p:cNvGraphicFramePr>
          <p:nvPr>
            <p:extLst>
              <p:ext uri="{D42A27DB-BD31-4B8C-83A1-F6EECF244321}">
                <p14:modId xmlns:p14="http://schemas.microsoft.com/office/powerpoint/2010/main" val="3153519511"/>
              </p:ext>
            </p:extLst>
          </p:nvPr>
        </p:nvGraphicFramePr>
        <p:xfrm>
          <a:off x="2021221" y="2169806"/>
          <a:ext cx="5663088" cy="598561"/>
        </p:xfrm>
        <a:graphic>
          <a:graphicData uri="http://schemas.openxmlformats.org/drawingml/2006/table">
            <a:tbl>
              <a:tblPr firstRow="1" bandRow="1">
                <a:tableStyleId>{5940675A-B579-460E-94D1-54222C63F5DA}</a:tableStyleId>
              </a:tblPr>
              <a:tblGrid>
                <a:gridCol w="707886">
                  <a:extLst>
                    <a:ext uri="{9D8B030D-6E8A-4147-A177-3AD203B41FA5}">
                      <a16:colId xmlns="" xmlns:a16="http://schemas.microsoft.com/office/drawing/2014/main" val="2554865449"/>
                    </a:ext>
                  </a:extLst>
                </a:gridCol>
                <a:gridCol w="707886">
                  <a:extLst>
                    <a:ext uri="{9D8B030D-6E8A-4147-A177-3AD203B41FA5}">
                      <a16:colId xmlns="" xmlns:a16="http://schemas.microsoft.com/office/drawing/2014/main" val="1658986702"/>
                    </a:ext>
                  </a:extLst>
                </a:gridCol>
                <a:gridCol w="707886">
                  <a:extLst>
                    <a:ext uri="{9D8B030D-6E8A-4147-A177-3AD203B41FA5}">
                      <a16:colId xmlns="" xmlns:a16="http://schemas.microsoft.com/office/drawing/2014/main" val="2332965136"/>
                    </a:ext>
                  </a:extLst>
                </a:gridCol>
                <a:gridCol w="707886">
                  <a:extLst>
                    <a:ext uri="{9D8B030D-6E8A-4147-A177-3AD203B41FA5}">
                      <a16:colId xmlns="" xmlns:a16="http://schemas.microsoft.com/office/drawing/2014/main" val="378839106"/>
                    </a:ext>
                  </a:extLst>
                </a:gridCol>
                <a:gridCol w="707886">
                  <a:extLst>
                    <a:ext uri="{9D8B030D-6E8A-4147-A177-3AD203B41FA5}">
                      <a16:colId xmlns="" xmlns:a16="http://schemas.microsoft.com/office/drawing/2014/main" val="1566191998"/>
                    </a:ext>
                  </a:extLst>
                </a:gridCol>
                <a:gridCol w="707886">
                  <a:extLst>
                    <a:ext uri="{9D8B030D-6E8A-4147-A177-3AD203B41FA5}">
                      <a16:colId xmlns="" xmlns:a16="http://schemas.microsoft.com/office/drawing/2014/main" val="1400755339"/>
                    </a:ext>
                  </a:extLst>
                </a:gridCol>
                <a:gridCol w="707886">
                  <a:extLst>
                    <a:ext uri="{9D8B030D-6E8A-4147-A177-3AD203B41FA5}">
                      <a16:colId xmlns="" xmlns:a16="http://schemas.microsoft.com/office/drawing/2014/main" val="280258104"/>
                    </a:ext>
                  </a:extLst>
                </a:gridCol>
                <a:gridCol w="707886">
                  <a:extLst>
                    <a:ext uri="{9D8B030D-6E8A-4147-A177-3AD203B41FA5}">
                      <a16:colId xmlns="" xmlns:a16="http://schemas.microsoft.com/office/drawing/2014/main" val="515376970"/>
                    </a:ext>
                  </a:extLst>
                </a:gridCol>
              </a:tblGrid>
              <a:tr h="598561">
                <a:tc>
                  <a:txBody>
                    <a:bodyPr/>
                    <a:lstStyle/>
                    <a:p>
                      <a:pPr algn="ctr"/>
                      <a:r>
                        <a:rPr lang="en-US" altLang="zh-TW" sz="2400" dirty="0"/>
                        <a:t>a</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c</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b</a:t>
                      </a:r>
                      <a:endParaRPr lang="zh-TW" altLang="en-US" sz="2400" dirty="0"/>
                    </a:p>
                  </a:txBody>
                  <a:tcPr/>
                </a:tc>
                <a:tc>
                  <a:txBody>
                    <a:bodyPr/>
                    <a:lstStyle/>
                    <a:p>
                      <a:pPr algn="ctr"/>
                      <a:r>
                        <a:rPr lang="en-US" altLang="zh-TW" sz="2400" dirty="0"/>
                        <a:t>a</a:t>
                      </a:r>
                      <a:endParaRPr lang="zh-TW" altLang="en-US" sz="2400" dirty="0"/>
                    </a:p>
                  </a:txBody>
                  <a:tcPr/>
                </a:tc>
                <a:tc>
                  <a:txBody>
                    <a:bodyPr/>
                    <a:lstStyle/>
                    <a:p>
                      <a:pPr algn="ctr"/>
                      <a:r>
                        <a:rPr lang="en-US" altLang="zh-TW" sz="2400" dirty="0">
                          <a:solidFill>
                            <a:schemeClr val="tx1"/>
                          </a:solidFill>
                        </a:rPr>
                        <a:t>c</a:t>
                      </a:r>
                      <a:endParaRPr lang="zh-TW" altLang="en-US" sz="2400" dirty="0">
                        <a:solidFill>
                          <a:schemeClr val="tx1"/>
                        </a:solidFill>
                      </a:endParaRPr>
                    </a:p>
                  </a:txBody>
                  <a:tcPr/>
                </a:tc>
                <a:tc>
                  <a:txBody>
                    <a:bodyPr/>
                    <a:lstStyle/>
                    <a:p>
                      <a:pPr algn="ctr"/>
                      <a:r>
                        <a:rPr lang="en-US" altLang="zh-TW" sz="2400" dirty="0">
                          <a:solidFill>
                            <a:srgbClr val="FF0000"/>
                          </a:solidFill>
                        </a:rPr>
                        <a:t>d</a:t>
                      </a: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AlternateContent xmlns:mc="http://schemas.openxmlformats.org/markup-compatibility/2006" xmlns:a14="http://schemas.microsoft.com/office/drawing/2010/main">
        <mc:Choice Requires="a14">
          <p:graphicFrame>
            <p:nvGraphicFramePr>
              <p:cNvPr id="14" name="內容版面配置區 4">
                <a:extLst>
                  <a:ext uri="{FF2B5EF4-FFF2-40B4-BE49-F238E27FC236}">
                    <a16:creationId xmlns="" xmlns:a16="http://schemas.microsoft.com/office/drawing/2014/main" id="{C9CFEB88-F302-4B72-B5F2-66B0582E73F8}"/>
                  </a:ext>
                </a:extLst>
              </p:cNvPr>
              <p:cNvGraphicFramePr>
                <a:graphicFrameLocks/>
              </p:cNvGraphicFramePr>
              <p:nvPr>
                <p:extLst>
                  <p:ext uri="{D42A27DB-BD31-4B8C-83A1-F6EECF244321}">
                    <p14:modId xmlns:p14="http://schemas.microsoft.com/office/powerpoint/2010/main" val="4150196292"/>
                  </p:ext>
                </p:extLst>
              </p:nvPr>
            </p:nvGraphicFramePr>
            <p:xfrm>
              <a:off x="2021221" y="2883535"/>
              <a:ext cx="5663088" cy="598561"/>
            </p:xfrm>
            <a:graphic>
              <a:graphicData uri="http://schemas.openxmlformats.org/drawingml/2006/table">
                <a:tbl>
                  <a:tblPr firstRow="1" bandRow="1">
                    <a:tableStyleId>{2D5ABB26-0587-4C30-8999-92F81FD0307C}</a:tableStyleId>
                  </a:tblPr>
                  <a:tblGrid>
                    <a:gridCol w="707886">
                      <a:extLst>
                        <a:ext uri="{9D8B030D-6E8A-4147-A177-3AD203B41FA5}">
                          <a16:colId xmlns="" xmlns:a16="http://schemas.microsoft.com/office/drawing/2014/main" val="2554865449"/>
                        </a:ext>
                      </a:extLst>
                    </a:gridCol>
                    <a:gridCol w="707886">
                      <a:extLst>
                        <a:ext uri="{9D8B030D-6E8A-4147-A177-3AD203B41FA5}">
                          <a16:colId xmlns="" xmlns:a16="http://schemas.microsoft.com/office/drawing/2014/main" val="1658986702"/>
                        </a:ext>
                      </a:extLst>
                    </a:gridCol>
                    <a:gridCol w="707886">
                      <a:extLst>
                        <a:ext uri="{9D8B030D-6E8A-4147-A177-3AD203B41FA5}">
                          <a16:colId xmlns="" xmlns:a16="http://schemas.microsoft.com/office/drawing/2014/main" val="2332965136"/>
                        </a:ext>
                      </a:extLst>
                    </a:gridCol>
                    <a:gridCol w="707886">
                      <a:extLst>
                        <a:ext uri="{9D8B030D-6E8A-4147-A177-3AD203B41FA5}">
                          <a16:colId xmlns="" xmlns:a16="http://schemas.microsoft.com/office/drawing/2014/main" val="378839106"/>
                        </a:ext>
                      </a:extLst>
                    </a:gridCol>
                    <a:gridCol w="707886">
                      <a:extLst>
                        <a:ext uri="{9D8B030D-6E8A-4147-A177-3AD203B41FA5}">
                          <a16:colId xmlns="" xmlns:a16="http://schemas.microsoft.com/office/drawing/2014/main" val="1566191998"/>
                        </a:ext>
                      </a:extLst>
                    </a:gridCol>
                    <a:gridCol w="707886">
                      <a:extLst>
                        <a:ext uri="{9D8B030D-6E8A-4147-A177-3AD203B41FA5}">
                          <a16:colId xmlns="" xmlns:a16="http://schemas.microsoft.com/office/drawing/2014/main" val="1400755339"/>
                        </a:ext>
                      </a:extLst>
                    </a:gridCol>
                    <a:gridCol w="707886">
                      <a:extLst>
                        <a:ext uri="{9D8B030D-6E8A-4147-A177-3AD203B41FA5}">
                          <a16:colId xmlns="" xmlns:a16="http://schemas.microsoft.com/office/drawing/2014/main" val="280258104"/>
                        </a:ext>
                      </a:extLst>
                    </a:gridCol>
                    <a:gridCol w="707886">
                      <a:extLst>
                        <a:ext uri="{9D8B030D-6E8A-4147-A177-3AD203B41FA5}">
                          <a16:colId xmlns="" xmlns:a16="http://schemas.microsoft.com/office/drawing/2014/main" val="515376970"/>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1</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2</m:t>
                                    </m:r>
                                  </m:sub>
                                </m:sSub>
                              </m:oMath>
                            </m:oMathPara>
                          </a14:m>
                          <a:endParaRPr lang="zh-TW" altLang="en-US" sz="2400" dirty="0"/>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3</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4</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5</m:t>
                                    </m:r>
                                  </m:sub>
                                </m:sSub>
                              </m:oMath>
                            </m:oMathPara>
                          </a14:m>
                          <a:endParaRPr lang="zh-TW" altLang="en-US" sz="2400" dirty="0"/>
                        </a:p>
                      </a:txBody>
                      <a:tcPr/>
                    </a:tc>
                    <a:tc>
                      <a:txBody>
                        <a:bodyPr/>
                        <a:lstStyle/>
                        <a:p>
                          <a:pPr algn="ctr"/>
                          <a:endParaRPr lang="zh-TW" altLang="en-US" sz="2400" dirty="0">
                            <a:solidFill>
                              <a:schemeClr val="tx1"/>
                            </a:solidFill>
                          </a:endParaRPr>
                        </a:p>
                      </a:txBody>
                      <a:tcPr/>
                    </a:tc>
                    <a:tc>
                      <a:txBody>
                        <a:bodyPr/>
                        <a:lstStyle/>
                        <a:p>
                          <a:pPr algn="ct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Choice>
        <mc:Fallback xmlns="">
          <p:graphicFrame>
            <p:nvGraphicFramePr>
              <p:cNvPr id="14" name="內容版面配置區 4">
                <a:extLst>
                  <a:ext uri="{FF2B5EF4-FFF2-40B4-BE49-F238E27FC236}">
                    <a16:creationId xmlns:a16="http://schemas.microsoft.com/office/drawing/2014/main" id="{C9CFEB88-F302-4B72-B5F2-66B0582E73F8}"/>
                  </a:ext>
                </a:extLst>
              </p:cNvPr>
              <p:cNvGraphicFramePr>
                <a:graphicFrameLocks/>
              </p:cNvGraphicFramePr>
              <p:nvPr>
                <p:extLst>
                  <p:ext uri="{D42A27DB-BD31-4B8C-83A1-F6EECF244321}">
                    <p14:modId xmlns:p14="http://schemas.microsoft.com/office/powerpoint/2010/main" val="4150196292"/>
                  </p:ext>
                </p:extLst>
              </p:nvPr>
            </p:nvGraphicFramePr>
            <p:xfrm>
              <a:off x="2021221" y="2883535"/>
              <a:ext cx="5663088" cy="598561"/>
            </p:xfrm>
            <a:graphic>
              <a:graphicData uri="http://schemas.openxmlformats.org/drawingml/2006/table">
                <a:tbl>
                  <a:tblPr firstRow="1" bandRow="1">
                    <a:tableStyleId>{2D5ABB26-0587-4C30-8999-92F81FD0307C}</a:tableStyleId>
                  </a:tblPr>
                  <a:tblGrid>
                    <a:gridCol w="707886">
                      <a:extLst>
                        <a:ext uri="{9D8B030D-6E8A-4147-A177-3AD203B41FA5}">
                          <a16:colId xmlns:a16="http://schemas.microsoft.com/office/drawing/2014/main" val="2554865449"/>
                        </a:ext>
                      </a:extLst>
                    </a:gridCol>
                    <a:gridCol w="707886">
                      <a:extLst>
                        <a:ext uri="{9D8B030D-6E8A-4147-A177-3AD203B41FA5}">
                          <a16:colId xmlns:a16="http://schemas.microsoft.com/office/drawing/2014/main" val="1658986702"/>
                        </a:ext>
                      </a:extLst>
                    </a:gridCol>
                    <a:gridCol w="707886">
                      <a:extLst>
                        <a:ext uri="{9D8B030D-6E8A-4147-A177-3AD203B41FA5}">
                          <a16:colId xmlns:a16="http://schemas.microsoft.com/office/drawing/2014/main" val="2332965136"/>
                        </a:ext>
                      </a:extLst>
                    </a:gridCol>
                    <a:gridCol w="707886">
                      <a:extLst>
                        <a:ext uri="{9D8B030D-6E8A-4147-A177-3AD203B41FA5}">
                          <a16:colId xmlns:a16="http://schemas.microsoft.com/office/drawing/2014/main" val="378839106"/>
                        </a:ext>
                      </a:extLst>
                    </a:gridCol>
                    <a:gridCol w="707886">
                      <a:extLst>
                        <a:ext uri="{9D8B030D-6E8A-4147-A177-3AD203B41FA5}">
                          <a16:colId xmlns:a16="http://schemas.microsoft.com/office/drawing/2014/main" val="1566191998"/>
                        </a:ext>
                      </a:extLst>
                    </a:gridCol>
                    <a:gridCol w="707886">
                      <a:extLst>
                        <a:ext uri="{9D8B030D-6E8A-4147-A177-3AD203B41FA5}">
                          <a16:colId xmlns:a16="http://schemas.microsoft.com/office/drawing/2014/main" val="1400755339"/>
                        </a:ext>
                      </a:extLst>
                    </a:gridCol>
                    <a:gridCol w="707886">
                      <a:extLst>
                        <a:ext uri="{9D8B030D-6E8A-4147-A177-3AD203B41FA5}">
                          <a16:colId xmlns:a16="http://schemas.microsoft.com/office/drawing/2014/main" val="280258104"/>
                        </a:ext>
                      </a:extLst>
                    </a:gridCol>
                    <a:gridCol w="707886">
                      <a:extLst>
                        <a:ext uri="{9D8B030D-6E8A-4147-A177-3AD203B41FA5}">
                          <a16:colId xmlns:a16="http://schemas.microsoft.com/office/drawing/2014/main" val="515376970"/>
                        </a:ext>
                      </a:extLst>
                    </a:gridCol>
                  </a:tblGrid>
                  <a:tr h="598561">
                    <a:tc>
                      <a:txBody>
                        <a:bodyPr/>
                        <a:lstStyle/>
                        <a:p>
                          <a:endParaRPr lang="zh-TW"/>
                        </a:p>
                      </a:txBody>
                      <a:tcPr>
                        <a:blipFill>
                          <a:blip r:embed="rId3"/>
                          <a:stretch>
                            <a:fillRect r="-701724"/>
                          </a:stretch>
                        </a:blipFill>
                      </a:tcPr>
                    </a:tc>
                    <a:tc>
                      <a:txBody>
                        <a:bodyPr/>
                        <a:lstStyle/>
                        <a:p>
                          <a:endParaRPr lang="zh-TW"/>
                        </a:p>
                      </a:txBody>
                      <a:tcPr>
                        <a:blipFill>
                          <a:blip r:embed="rId3"/>
                          <a:stretch>
                            <a:fillRect l="-99145" r="-595726"/>
                          </a:stretch>
                        </a:blipFill>
                      </a:tcPr>
                    </a:tc>
                    <a:tc>
                      <a:txBody>
                        <a:bodyPr/>
                        <a:lstStyle/>
                        <a:p>
                          <a:pPr algn="ctr"/>
                          <a:endParaRPr lang="zh-TW" altLang="en-US" sz="2400" dirty="0"/>
                        </a:p>
                      </a:txBody>
                      <a:tcPr/>
                    </a:tc>
                    <a:tc>
                      <a:txBody>
                        <a:bodyPr/>
                        <a:lstStyle/>
                        <a:p>
                          <a:endParaRPr lang="zh-TW"/>
                        </a:p>
                      </a:txBody>
                      <a:tcPr>
                        <a:blipFill>
                          <a:blip r:embed="rId3"/>
                          <a:stretch>
                            <a:fillRect l="-300862" r="-400862"/>
                          </a:stretch>
                        </a:blipFill>
                      </a:tcPr>
                    </a:tc>
                    <a:tc>
                      <a:txBody>
                        <a:bodyPr/>
                        <a:lstStyle/>
                        <a:p>
                          <a:endParaRPr lang="zh-TW"/>
                        </a:p>
                      </a:txBody>
                      <a:tcPr>
                        <a:blipFill>
                          <a:blip r:embed="rId3"/>
                          <a:stretch>
                            <a:fillRect l="-400862" r="-300862"/>
                          </a:stretch>
                        </a:blipFill>
                      </a:tcPr>
                    </a:tc>
                    <a:tc>
                      <a:txBody>
                        <a:bodyPr/>
                        <a:lstStyle/>
                        <a:p>
                          <a:endParaRPr lang="zh-TW"/>
                        </a:p>
                      </a:txBody>
                      <a:tcPr>
                        <a:blipFill>
                          <a:blip r:embed="rId3"/>
                          <a:stretch>
                            <a:fillRect l="-496581" r="-198291"/>
                          </a:stretch>
                        </a:blipFill>
                      </a:tcPr>
                    </a:tc>
                    <a:tc>
                      <a:txBody>
                        <a:bodyPr/>
                        <a:lstStyle/>
                        <a:p>
                          <a:pPr algn="ctr"/>
                          <a:endParaRPr lang="zh-TW" altLang="en-US" sz="2400" dirty="0">
                            <a:solidFill>
                              <a:schemeClr val="tx1"/>
                            </a:solidFill>
                          </a:endParaRPr>
                        </a:p>
                      </a:txBody>
                      <a:tcPr/>
                    </a:tc>
                    <a:tc>
                      <a:txBody>
                        <a:bodyPr/>
                        <a:lstStyle/>
                        <a:p>
                          <a:pPr algn="ctr"/>
                          <a:endParaRPr lang="zh-TW" altLang="en-US" sz="2400" dirty="0">
                            <a:solidFill>
                              <a:srgbClr val="FF0000"/>
                            </a:solidFill>
                          </a:endParaRPr>
                        </a:p>
                      </a:txBody>
                      <a:tcPr/>
                    </a:tc>
                    <a:extLst>
                      <a:ext uri="{0D108BD9-81ED-4DB2-BD59-A6C34878D82A}">
                        <a16:rowId xmlns:a16="http://schemas.microsoft.com/office/drawing/2014/main" val="21937161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內容版面配置區 4">
                <a:extLst>
                  <a:ext uri="{FF2B5EF4-FFF2-40B4-BE49-F238E27FC236}">
                    <a16:creationId xmlns="" xmlns:a16="http://schemas.microsoft.com/office/drawing/2014/main" id="{22FE351F-07B7-43EB-9B0C-9E3665879701}"/>
                  </a:ext>
                </a:extLst>
              </p:cNvPr>
              <p:cNvGraphicFramePr>
                <a:graphicFrameLocks/>
              </p:cNvGraphicFramePr>
              <p:nvPr>
                <p:extLst>
                  <p:ext uri="{D42A27DB-BD31-4B8C-83A1-F6EECF244321}">
                    <p14:modId xmlns:p14="http://schemas.microsoft.com/office/powerpoint/2010/main" val="869665980"/>
                  </p:ext>
                </p:extLst>
              </p:nvPr>
            </p:nvGraphicFramePr>
            <p:xfrm>
              <a:off x="2021221" y="4909556"/>
              <a:ext cx="6342606" cy="598561"/>
            </p:xfrm>
            <a:graphic>
              <a:graphicData uri="http://schemas.openxmlformats.org/drawingml/2006/table">
                <a:tbl>
                  <a:tblPr firstRow="1" bandRow="1">
                    <a:tableStyleId>{2D5ABB26-0587-4C30-8999-92F81FD0307C}</a:tableStyleId>
                  </a:tblPr>
                  <a:tblGrid>
                    <a:gridCol w="704734">
                      <a:extLst>
                        <a:ext uri="{9D8B030D-6E8A-4147-A177-3AD203B41FA5}">
                          <a16:colId xmlns="" xmlns:a16="http://schemas.microsoft.com/office/drawing/2014/main" val="2554865449"/>
                        </a:ext>
                      </a:extLst>
                    </a:gridCol>
                    <a:gridCol w="704734">
                      <a:extLst>
                        <a:ext uri="{9D8B030D-6E8A-4147-A177-3AD203B41FA5}">
                          <a16:colId xmlns="" xmlns:a16="http://schemas.microsoft.com/office/drawing/2014/main" val="483195597"/>
                        </a:ext>
                      </a:extLst>
                    </a:gridCol>
                    <a:gridCol w="704734">
                      <a:extLst>
                        <a:ext uri="{9D8B030D-6E8A-4147-A177-3AD203B41FA5}">
                          <a16:colId xmlns="" xmlns:a16="http://schemas.microsoft.com/office/drawing/2014/main" val="1658986702"/>
                        </a:ext>
                      </a:extLst>
                    </a:gridCol>
                    <a:gridCol w="704734">
                      <a:extLst>
                        <a:ext uri="{9D8B030D-6E8A-4147-A177-3AD203B41FA5}">
                          <a16:colId xmlns="" xmlns:a16="http://schemas.microsoft.com/office/drawing/2014/main" val="2332965136"/>
                        </a:ext>
                      </a:extLst>
                    </a:gridCol>
                    <a:gridCol w="704734">
                      <a:extLst>
                        <a:ext uri="{9D8B030D-6E8A-4147-A177-3AD203B41FA5}">
                          <a16:colId xmlns="" xmlns:a16="http://schemas.microsoft.com/office/drawing/2014/main" val="378839106"/>
                        </a:ext>
                      </a:extLst>
                    </a:gridCol>
                    <a:gridCol w="704734">
                      <a:extLst>
                        <a:ext uri="{9D8B030D-6E8A-4147-A177-3AD203B41FA5}">
                          <a16:colId xmlns="" xmlns:a16="http://schemas.microsoft.com/office/drawing/2014/main" val="1566191998"/>
                        </a:ext>
                      </a:extLst>
                    </a:gridCol>
                    <a:gridCol w="704734">
                      <a:extLst>
                        <a:ext uri="{9D8B030D-6E8A-4147-A177-3AD203B41FA5}">
                          <a16:colId xmlns="" xmlns:a16="http://schemas.microsoft.com/office/drawing/2014/main" val="1400755339"/>
                        </a:ext>
                      </a:extLst>
                    </a:gridCol>
                    <a:gridCol w="704734">
                      <a:extLst>
                        <a:ext uri="{9D8B030D-6E8A-4147-A177-3AD203B41FA5}">
                          <a16:colId xmlns="" xmlns:a16="http://schemas.microsoft.com/office/drawing/2014/main" val="280258104"/>
                        </a:ext>
                      </a:extLst>
                    </a:gridCol>
                    <a:gridCol w="704734">
                      <a:extLst>
                        <a:ext uri="{9D8B030D-6E8A-4147-A177-3AD203B41FA5}">
                          <a16:colId xmlns="" xmlns:a16="http://schemas.microsoft.com/office/drawing/2014/main" val="515376970"/>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1</m:t>
                                    </m:r>
                                  </m:sub>
                                </m:sSub>
                              </m:oMath>
                            </m:oMathPara>
                          </a14:m>
                          <a:endParaRPr lang="zh-TW" altLang="en-US" sz="2400" dirty="0"/>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2</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3</m:t>
                                    </m:r>
                                  </m:sub>
                                </m:sSub>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4</m:t>
                                    </m:r>
                                  </m:sub>
                                </m:sSub>
                              </m:oMath>
                            </m:oMathPara>
                          </a14:m>
                          <a:endParaRPr lang="zh-TW" altLang="en-US" sz="2400" dirty="0"/>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5</m:t>
                                    </m:r>
                                  </m:sub>
                                </m:sSub>
                              </m:oMath>
                            </m:oMathPara>
                          </a14:m>
                          <a:endParaRPr lang="zh-TW" altLang="en-US" sz="2400" dirty="0"/>
                        </a:p>
                      </a:txBody>
                      <a:tcPr/>
                    </a:tc>
                    <a:tc>
                      <a:txBody>
                        <a:bodyPr/>
                        <a:lstStyle/>
                        <a:p>
                          <a:pPr algn="ctr"/>
                          <a:endParaRPr lang="zh-TW" altLang="en-US" sz="2400" dirty="0">
                            <a:solidFill>
                              <a:schemeClr val="tx1"/>
                            </a:solidFill>
                          </a:endParaRPr>
                        </a:p>
                      </a:txBody>
                      <a:tcPr/>
                    </a:tc>
                    <a:tc>
                      <a:txBody>
                        <a:bodyPr/>
                        <a:lstStyle/>
                        <a:p>
                          <a:pPr algn="ct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Choice>
        <mc:Fallback xmlns="">
          <p:graphicFrame>
            <p:nvGraphicFramePr>
              <p:cNvPr id="15" name="內容版面配置區 4">
                <a:extLst>
                  <a:ext uri="{FF2B5EF4-FFF2-40B4-BE49-F238E27FC236}">
                    <a16:creationId xmlns:a16="http://schemas.microsoft.com/office/drawing/2014/main" id="{22FE351F-07B7-43EB-9B0C-9E3665879701}"/>
                  </a:ext>
                </a:extLst>
              </p:cNvPr>
              <p:cNvGraphicFramePr>
                <a:graphicFrameLocks/>
              </p:cNvGraphicFramePr>
              <p:nvPr>
                <p:extLst>
                  <p:ext uri="{D42A27DB-BD31-4B8C-83A1-F6EECF244321}">
                    <p14:modId xmlns:p14="http://schemas.microsoft.com/office/powerpoint/2010/main" val="869665980"/>
                  </p:ext>
                </p:extLst>
              </p:nvPr>
            </p:nvGraphicFramePr>
            <p:xfrm>
              <a:off x="2021221" y="4909556"/>
              <a:ext cx="6342606" cy="598561"/>
            </p:xfrm>
            <a:graphic>
              <a:graphicData uri="http://schemas.openxmlformats.org/drawingml/2006/table">
                <a:tbl>
                  <a:tblPr firstRow="1" bandRow="1">
                    <a:tableStyleId>{2D5ABB26-0587-4C30-8999-92F81FD0307C}</a:tableStyleId>
                  </a:tblPr>
                  <a:tblGrid>
                    <a:gridCol w="704734">
                      <a:extLst>
                        <a:ext uri="{9D8B030D-6E8A-4147-A177-3AD203B41FA5}">
                          <a16:colId xmlns:a16="http://schemas.microsoft.com/office/drawing/2014/main" val="2554865449"/>
                        </a:ext>
                      </a:extLst>
                    </a:gridCol>
                    <a:gridCol w="704734">
                      <a:extLst>
                        <a:ext uri="{9D8B030D-6E8A-4147-A177-3AD203B41FA5}">
                          <a16:colId xmlns:a16="http://schemas.microsoft.com/office/drawing/2014/main" val="483195597"/>
                        </a:ext>
                      </a:extLst>
                    </a:gridCol>
                    <a:gridCol w="704734">
                      <a:extLst>
                        <a:ext uri="{9D8B030D-6E8A-4147-A177-3AD203B41FA5}">
                          <a16:colId xmlns:a16="http://schemas.microsoft.com/office/drawing/2014/main" val="1658986702"/>
                        </a:ext>
                      </a:extLst>
                    </a:gridCol>
                    <a:gridCol w="704734">
                      <a:extLst>
                        <a:ext uri="{9D8B030D-6E8A-4147-A177-3AD203B41FA5}">
                          <a16:colId xmlns:a16="http://schemas.microsoft.com/office/drawing/2014/main" val="2332965136"/>
                        </a:ext>
                      </a:extLst>
                    </a:gridCol>
                    <a:gridCol w="704734">
                      <a:extLst>
                        <a:ext uri="{9D8B030D-6E8A-4147-A177-3AD203B41FA5}">
                          <a16:colId xmlns:a16="http://schemas.microsoft.com/office/drawing/2014/main" val="378839106"/>
                        </a:ext>
                      </a:extLst>
                    </a:gridCol>
                    <a:gridCol w="704734">
                      <a:extLst>
                        <a:ext uri="{9D8B030D-6E8A-4147-A177-3AD203B41FA5}">
                          <a16:colId xmlns:a16="http://schemas.microsoft.com/office/drawing/2014/main" val="1566191998"/>
                        </a:ext>
                      </a:extLst>
                    </a:gridCol>
                    <a:gridCol w="704734">
                      <a:extLst>
                        <a:ext uri="{9D8B030D-6E8A-4147-A177-3AD203B41FA5}">
                          <a16:colId xmlns:a16="http://schemas.microsoft.com/office/drawing/2014/main" val="1400755339"/>
                        </a:ext>
                      </a:extLst>
                    </a:gridCol>
                    <a:gridCol w="704734">
                      <a:extLst>
                        <a:ext uri="{9D8B030D-6E8A-4147-A177-3AD203B41FA5}">
                          <a16:colId xmlns:a16="http://schemas.microsoft.com/office/drawing/2014/main" val="280258104"/>
                        </a:ext>
                      </a:extLst>
                    </a:gridCol>
                    <a:gridCol w="704734">
                      <a:extLst>
                        <a:ext uri="{9D8B030D-6E8A-4147-A177-3AD203B41FA5}">
                          <a16:colId xmlns:a16="http://schemas.microsoft.com/office/drawing/2014/main" val="515376970"/>
                        </a:ext>
                      </a:extLst>
                    </a:gridCol>
                  </a:tblGrid>
                  <a:tr h="598561">
                    <a:tc>
                      <a:txBody>
                        <a:bodyPr/>
                        <a:lstStyle/>
                        <a:p>
                          <a:endParaRPr lang="zh-TW"/>
                        </a:p>
                      </a:txBody>
                      <a:tcPr>
                        <a:blipFill>
                          <a:blip r:embed="rId4"/>
                          <a:stretch>
                            <a:fillRect r="-798276"/>
                          </a:stretch>
                        </a:blipFill>
                      </a:tcPr>
                    </a:tc>
                    <a:tc>
                      <a:txBody>
                        <a:bodyPr/>
                        <a:lstStyle/>
                        <a:p>
                          <a:pPr algn="ctr"/>
                          <a:endParaRPr lang="zh-TW" altLang="en-US" sz="2400" dirty="0"/>
                        </a:p>
                      </a:txBody>
                      <a:tcPr/>
                    </a:tc>
                    <a:tc>
                      <a:txBody>
                        <a:bodyPr/>
                        <a:lstStyle/>
                        <a:p>
                          <a:endParaRPr lang="zh-TW"/>
                        </a:p>
                      </a:txBody>
                      <a:tcPr>
                        <a:blipFill>
                          <a:blip r:embed="rId4"/>
                          <a:stretch>
                            <a:fillRect l="-201739" r="-604348"/>
                          </a:stretch>
                        </a:blipFill>
                      </a:tcPr>
                    </a:tc>
                    <a:tc>
                      <a:txBody>
                        <a:bodyPr/>
                        <a:lstStyle/>
                        <a:p>
                          <a:endParaRPr lang="zh-TW"/>
                        </a:p>
                      </a:txBody>
                      <a:tcPr>
                        <a:blipFill>
                          <a:blip r:embed="rId4"/>
                          <a:stretch>
                            <a:fillRect l="-299138" r="-499138"/>
                          </a:stretch>
                        </a:blipFill>
                      </a:tcPr>
                    </a:tc>
                    <a:tc>
                      <a:txBody>
                        <a:bodyPr/>
                        <a:lstStyle/>
                        <a:p>
                          <a:endParaRPr lang="zh-TW"/>
                        </a:p>
                      </a:txBody>
                      <a:tcPr>
                        <a:blipFill>
                          <a:blip r:embed="rId4"/>
                          <a:stretch>
                            <a:fillRect l="-399138" r="-399138"/>
                          </a:stretch>
                        </a:blipFill>
                      </a:tcPr>
                    </a:tc>
                    <a:tc>
                      <a:txBody>
                        <a:bodyPr/>
                        <a:lstStyle/>
                        <a:p>
                          <a:pPr algn="ctr"/>
                          <a:endParaRPr lang="zh-TW" altLang="en-US" sz="2400" dirty="0"/>
                        </a:p>
                      </a:txBody>
                      <a:tcPr/>
                    </a:tc>
                    <a:tc>
                      <a:txBody>
                        <a:bodyPr/>
                        <a:lstStyle/>
                        <a:p>
                          <a:endParaRPr lang="zh-TW"/>
                        </a:p>
                      </a:txBody>
                      <a:tcPr>
                        <a:blipFill>
                          <a:blip r:embed="rId4"/>
                          <a:stretch>
                            <a:fillRect l="-604348" r="-201739"/>
                          </a:stretch>
                        </a:blipFill>
                      </a:tcPr>
                    </a:tc>
                    <a:tc>
                      <a:txBody>
                        <a:bodyPr/>
                        <a:lstStyle/>
                        <a:p>
                          <a:pPr algn="ctr"/>
                          <a:endParaRPr lang="zh-TW" altLang="en-US" sz="2400" dirty="0">
                            <a:solidFill>
                              <a:schemeClr val="tx1"/>
                            </a:solidFill>
                          </a:endParaRPr>
                        </a:p>
                      </a:txBody>
                      <a:tcPr/>
                    </a:tc>
                    <a:tc>
                      <a:txBody>
                        <a:bodyPr/>
                        <a:lstStyle/>
                        <a:p>
                          <a:pPr algn="ctr"/>
                          <a:endParaRPr lang="zh-TW" altLang="en-US" sz="2400" dirty="0">
                            <a:solidFill>
                              <a:srgbClr val="FF0000"/>
                            </a:solidFill>
                          </a:endParaRPr>
                        </a:p>
                      </a:txBody>
                      <a:tcPr/>
                    </a:tc>
                    <a:extLst>
                      <a:ext uri="{0D108BD9-81ED-4DB2-BD59-A6C34878D82A}">
                        <a16:rowId xmlns:a16="http://schemas.microsoft.com/office/drawing/2014/main" val="219371619"/>
                      </a:ext>
                    </a:extLst>
                  </a:tr>
                </a:tbl>
              </a:graphicData>
            </a:graphic>
          </p:graphicFrame>
        </mc:Fallback>
      </mc:AlternateContent>
      <p:sp>
        <p:nvSpPr>
          <p:cNvPr id="16" name="文字方塊 15">
            <a:extLst>
              <a:ext uri="{FF2B5EF4-FFF2-40B4-BE49-F238E27FC236}">
                <a16:creationId xmlns="" xmlns:a16="http://schemas.microsoft.com/office/drawing/2014/main" id="{2A10A161-6E0D-4979-9A50-6FC4986BD30D}"/>
              </a:ext>
            </a:extLst>
          </p:cNvPr>
          <p:cNvSpPr txBox="1"/>
          <p:nvPr/>
        </p:nvSpPr>
        <p:spPr>
          <a:xfrm>
            <a:off x="836088" y="3482096"/>
            <a:ext cx="1185133" cy="461665"/>
          </a:xfrm>
          <a:prstGeom prst="rect">
            <a:avLst/>
          </a:prstGeom>
          <a:noFill/>
        </p:spPr>
        <p:txBody>
          <a:bodyPr wrap="none" rtlCol="0">
            <a:spAutoFit/>
          </a:bodyPr>
          <a:lstStyle/>
          <a:p>
            <a:r>
              <a:rPr lang="en-US" altLang="zh-TW" sz="2400" dirty="0"/>
              <a:t>Update:</a:t>
            </a:r>
            <a:endParaRPr lang="zh-TW" altLang="en-US" sz="2400" dirty="0"/>
          </a:p>
        </p:txBody>
      </p:sp>
      <p:sp>
        <p:nvSpPr>
          <p:cNvPr id="17" name="文字方塊 16">
            <a:extLst>
              <a:ext uri="{FF2B5EF4-FFF2-40B4-BE49-F238E27FC236}">
                <a16:creationId xmlns="" xmlns:a16="http://schemas.microsoft.com/office/drawing/2014/main" id="{478E00DD-B51B-4407-B2B2-5CDBBB5B629A}"/>
              </a:ext>
            </a:extLst>
          </p:cNvPr>
          <p:cNvSpPr txBox="1"/>
          <p:nvPr/>
        </p:nvSpPr>
        <p:spPr>
          <a:xfrm>
            <a:off x="861505" y="5525568"/>
            <a:ext cx="1185133" cy="461665"/>
          </a:xfrm>
          <a:prstGeom prst="rect">
            <a:avLst/>
          </a:prstGeom>
          <a:noFill/>
        </p:spPr>
        <p:txBody>
          <a:bodyPr wrap="none" rtlCol="0">
            <a:spAutoFit/>
          </a:bodyPr>
          <a:lstStyle/>
          <a:p>
            <a:r>
              <a:rPr lang="en-US" altLang="zh-TW" sz="2400" dirty="0"/>
              <a:t>Update:</a:t>
            </a:r>
            <a:endParaRPr lang="zh-TW" altLang="en-US" sz="2400" dirty="0"/>
          </a:p>
        </p:txBody>
      </p:sp>
      <mc:AlternateContent xmlns:mc="http://schemas.openxmlformats.org/markup-compatibility/2006" xmlns:a14="http://schemas.microsoft.com/office/drawing/2010/main">
        <mc:Choice Requires="a14">
          <p:graphicFrame>
            <p:nvGraphicFramePr>
              <p:cNvPr id="19" name="內容版面配置區 4">
                <a:extLst>
                  <a:ext uri="{FF2B5EF4-FFF2-40B4-BE49-F238E27FC236}">
                    <a16:creationId xmlns="" xmlns:a16="http://schemas.microsoft.com/office/drawing/2014/main" id="{05B816C4-C59F-4B7E-94A0-CE655F24BFC6}"/>
                  </a:ext>
                </a:extLst>
              </p:cNvPr>
              <p:cNvGraphicFramePr>
                <a:graphicFrameLocks/>
              </p:cNvGraphicFramePr>
              <p:nvPr>
                <p:extLst>
                  <p:ext uri="{D42A27DB-BD31-4B8C-83A1-F6EECF244321}">
                    <p14:modId xmlns:p14="http://schemas.microsoft.com/office/powerpoint/2010/main" val="1971087683"/>
                  </p:ext>
                </p:extLst>
              </p:nvPr>
            </p:nvGraphicFramePr>
            <p:xfrm>
              <a:off x="2021221" y="3472429"/>
              <a:ext cx="5663088" cy="598561"/>
            </p:xfrm>
            <a:graphic>
              <a:graphicData uri="http://schemas.openxmlformats.org/drawingml/2006/table">
                <a:tbl>
                  <a:tblPr firstRow="1" bandRow="1">
                    <a:tableStyleId>{2D5ABB26-0587-4C30-8999-92F81FD0307C}</a:tableStyleId>
                  </a:tblPr>
                  <a:tblGrid>
                    <a:gridCol w="707886">
                      <a:extLst>
                        <a:ext uri="{9D8B030D-6E8A-4147-A177-3AD203B41FA5}">
                          <a16:colId xmlns="" xmlns:a16="http://schemas.microsoft.com/office/drawing/2014/main" val="2554865449"/>
                        </a:ext>
                      </a:extLst>
                    </a:gridCol>
                    <a:gridCol w="707886">
                      <a:extLst>
                        <a:ext uri="{9D8B030D-6E8A-4147-A177-3AD203B41FA5}">
                          <a16:colId xmlns="" xmlns:a16="http://schemas.microsoft.com/office/drawing/2014/main" val="1658986702"/>
                        </a:ext>
                      </a:extLst>
                    </a:gridCol>
                    <a:gridCol w="707886">
                      <a:extLst>
                        <a:ext uri="{9D8B030D-6E8A-4147-A177-3AD203B41FA5}">
                          <a16:colId xmlns="" xmlns:a16="http://schemas.microsoft.com/office/drawing/2014/main" val="2332965136"/>
                        </a:ext>
                      </a:extLst>
                    </a:gridCol>
                    <a:gridCol w="707886">
                      <a:extLst>
                        <a:ext uri="{9D8B030D-6E8A-4147-A177-3AD203B41FA5}">
                          <a16:colId xmlns="" xmlns:a16="http://schemas.microsoft.com/office/drawing/2014/main" val="378839106"/>
                        </a:ext>
                      </a:extLst>
                    </a:gridCol>
                    <a:gridCol w="707886">
                      <a:extLst>
                        <a:ext uri="{9D8B030D-6E8A-4147-A177-3AD203B41FA5}">
                          <a16:colId xmlns="" xmlns:a16="http://schemas.microsoft.com/office/drawing/2014/main" val="1566191998"/>
                        </a:ext>
                      </a:extLst>
                    </a:gridCol>
                    <a:gridCol w="707886">
                      <a:extLst>
                        <a:ext uri="{9D8B030D-6E8A-4147-A177-3AD203B41FA5}">
                          <a16:colId xmlns="" xmlns:a16="http://schemas.microsoft.com/office/drawing/2014/main" val="1400755339"/>
                        </a:ext>
                      </a:extLst>
                    </a:gridCol>
                    <a:gridCol w="707886">
                      <a:extLst>
                        <a:ext uri="{9D8B030D-6E8A-4147-A177-3AD203B41FA5}">
                          <a16:colId xmlns="" xmlns:a16="http://schemas.microsoft.com/office/drawing/2014/main" val="280258104"/>
                        </a:ext>
                      </a:extLst>
                    </a:gridCol>
                    <a:gridCol w="707886">
                      <a:extLst>
                        <a:ext uri="{9D8B030D-6E8A-4147-A177-3AD203B41FA5}">
                          <a16:colId xmlns="" xmlns:a16="http://schemas.microsoft.com/office/drawing/2014/main" val="515376970"/>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4</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5</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endParaRPr lang="zh-TW" altLang="en-US" sz="2400"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𝑖</m:t>
                                    </m:r>
                                  </m:e>
                                  <m:sub>
                                    <m:r>
                                      <a:rPr lang="en-US" altLang="zh-TW" sz="2400" b="0" i="1" smtClean="0">
                                        <a:solidFill>
                                          <a:srgbClr val="FF0000"/>
                                        </a:solidFill>
                                        <a:latin typeface="Cambria Math" panose="02040503050406030204" pitchFamily="18" charset="0"/>
                                      </a:rPr>
                                      <m:t>6</m:t>
                                    </m:r>
                                  </m:sub>
                                </m:sSub>
                                <m:r>
                                  <a:rPr lang="en-US" altLang="zh-TW" sz="2400" b="0" i="1" smtClean="0">
                                    <a:solidFill>
                                      <a:srgbClr val="FF0000"/>
                                    </a:solidFill>
                                    <a:latin typeface="Cambria Math" panose="02040503050406030204" pitchFamily="18" charset="0"/>
                                  </a:rPr>
                                  <m:t>′</m:t>
                                </m:r>
                              </m:oMath>
                            </m:oMathPara>
                          </a14:m>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Choice>
        <mc:Fallback xmlns="">
          <p:graphicFrame>
            <p:nvGraphicFramePr>
              <p:cNvPr id="19" name="內容版面配置區 4">
                <a:extLst>
                  <a:ext uri="{FF2B5EF4-FFF2-40B4-BE49-F238E27FC236}">
                    <a16:creationId xmlns:a16="http://schemas.microsoft.com/office/drawing/2014/main" id="{05B816C4-C59F-4B7E-94A0-CE655F24BFC6}"/>
                  </a:ext>
                </a:extLst>
              </p:cNvPr>
              <p:cNvGraphicFramePr>
                <a:graphicFrameLocks/>
              </p:cNvGraphicFramePr>
              <p:nvPr>
                <p:extLst>
                  <p:ext uri="{D42A27DB-BD31-4B8C-83A1-F6EECF244321}">
                    <p14:modId xmlns:p14="http://schemas.microsoft.com/office/powerpoint/2010/main" val="1971087683"/>
                  </p:ext>
                </p:extLst>
              </p:nvPr>
            </p:nvGraphicFramePr>
            <p:xfrm>
              <a:off x="2021221" y="3472429"/>
              <a:ext cx="5663088" cy="598561"/>
            </p:xfrm>
            <a:graphic>
              <a:graphicData uri="http://schemas.openxmlformats.org/drawingml/2006/table">
                <a:tbl>
                  <a:tblPr firstRow="1" bandRow="1">
                    <a:tableStyleId>{2D5ABB26-0587-4C30-8999-92F81FD0307C}</a:tableStyleId>
                  </a:tblPr>
                  <a:tblGrid>
                    <a:gridCol w="707886">
                      <a:extLst>
                        <a:ext uri="{9D8B030D-6E8A-4147-A177-3AD203B41FA5}">
                          <a16:colId xmlns:a16="http://schemas.microsoft.com/office/drawing/2014/main" val="2554865449"/>
                        </a:ext>
                      </a:extLst>
                    </a:gridCol>
                    <a:gridCol w="707886">
                      <a:extLst>
                        <a:ext uri="{9D8B030D-6E8A-4147-A177-3AD203B41FA5}">
                          <a16:colId xmlns:a16="http://schemas.microsoft.com/office/drawing/2014/main" val="1658986702"/>
                        </a:ext>
                      </a:extLst>
                    </a:gridCol>
                    <a:gridCol w="707886">
                      <a:extLst>
                        <a:ext uri="{9D8B030D-6E8A-4147-A177-3AD203B41FA5}">
                          <a16:colId xmlns:a16="http://schemas.microsoft.com/office/drawing/2014/main" val="2332965136"/>
                        </a:ext>
                      </a:extLst>
                    </a:gridCol>
                    <a:gridCol w="707886">
                      <a:extLst>
                        <a:ext uri="{9D8B030D-6E8A-4147-A177-3AD203B41FA5}">
                          <a16:colId xmlns:a16="http://schemas.microsoft.com/office/drawing/2014/main" val="378839106"/>
                        </a:ext>
                      </a:extLst>
                    </a:gridCol>
                    <a:gridCol w="707886">
                      <a:extLst>
                        <a:ext uri="{9D8B030D-6E8A-4147-A177-3AD203B41FA5}">
                          <a16:colId xmlns:a16="http://schemas.microsoft.com/office/drawing/2014/main" val="1566191998"/>
                        </a:ext>
                      </a:extLst>
                    </a:gridCol>
                    <a:gridCol w="707886">
                      <a:extLst>
                        <a:ext uri="{9D8B030D-6E8A-4147-A177-3AD203B41FA5}">
                          <a16:colId xmlns:a16="http://schemas.microsoft.com/office/drawing/2014/main" val="1400755339"/>
                        </a:ext>
                      </a:extLst>
                    </a:gridCol>
                    <a:gridCol w="707886">
                      <a:extLst>
                        <a:ext uri="{9D8B030D-6E8A-4147-A177-3AD203B41FA5}">
                          <a16:colId xmlns:a16="http://schemas.microsoft.com/office/drawing/2014/main" val="280258104"/>
                        </a:ext>
                      </a:extLst>
                    </a:gridCol>
                    <a:gridCol w="707886">
                      <a:extLst>
                        <a:ext uri="{9D8B030D-6E8A-4147-A177-3AD203B41FA5}">
                          <a16:colId xmlns:a16="http://schemas.microsoft.com/office/drawing/2014/main" val="515376970"/>
                        </a:ext>
                      </a:extLst>
                    </a:gridCol>
                  </a:tblGrid>
                  <a:tr h="598561">
                    <a:tc>
                      <a:txBody>
                        <a:bodyPr/>
                        <a:lstStyle/>
                        <a:p>
                          <a:endParaRPr lang="zh-TW"/>
                        </a:p>
                      </a:txBody>
                      <a:tcPr>
                        <a:blipFill>
                          <a:blip r:embed="rId5"/>
                          <a:stretch>
                            <a:fillRect r="-701724"/>
                          </a:stretch>
                        </a:blipFill>
                      </a:tcPr>
                    </a:tc>
                    <a:tc>
                      <a:txBody>
                        <a:bodyPr/>
                        <a:lstStyle/>
                        <a:p>
                          <a:endParaRPr lang="zh-TW"/>
                        </a:p>
                      </a:txBody>
                      <a:tcPr>
                        <a:blipFill>
                          <a:blip r:embed="rId5"/>
                          <a:stretch>
                            <a:fillRect l="-99145" r="-595726"/>
                          </a:stretch>
                        </a:blipFill>
                      </a:tcPr>
                    </a:tc>
                    <a:tc>
                      <a:txBody>
                        <a:bodyPr/>
                        <a:lstStyle/>
                        <a:p>
                          <a:pPr algn="ctr"/>
                          <a:endParaRPr lang="zh-TW" altLang="en-US" sz="2400" dirty="0"/>
                        </a:p>
                      </a:txBody>
                      <a:tcPr/>
                    </a:tc>
                    <a:tc>
                      <a:txBody>
                        <a:bodyPr/>
                        <a:lstStyle/>
                        <a:p>
                          <a:endParaRPr lang="zh-TW"/>
                        </a:p>
                      </a:txBody>
                      <a:tcPr>
                        <a:blipFill>
                          <a:blip r:embed="rId5"/>
                          <a:stretch>
                            <a:fillRect l="-300862" r="-400862"/>
                          </a:stretch>
                        </a:blipFill>
                      </a:tcPr>
                    </a:tc>
                    <a:tc>
                      <a:txBody>
                        <a:bodyPr/>
                        <a:lstStyle/>
                        <a:p>
                          <a:endParaRPr lang="zh-TW"/>
                        </a:p>
                      </a:txBody>
                      <a:tcPr>
                        <a:blipFill>
                          <a:blip r:embed="rId5"/>
                          <a:stretch>
                            <a:fillRect l="-400862" r="-300862"/>
                          </a:stretch>
                        </a:blipFill>
                      </a:tcPr>
                    </a:tc>
                    <a:tc>
                      <a:txBody>
                        <a:bodyPr/>
                        <a:lstStyle/>
                        <a:p>
                          <a:endParaRPr lang="zh-TW"/>
                        </a:p>
                      </a:txBody>
                      <a:tcPr>
                        <a:blipFill>
                          <a:blip r:embed="rId5"/>
                          <a:stretch>
                            <a:fillRect l="-496581" r="-198291"/>
                          </a:stretch>
                        </a:blipFill>
                      </a:tcPr>
                    </a:tc>
                    <a:tc>
                      <a:txBody>
                        <a:bodyPr/>
                        <a:lstStyle/>
                        <a:p>
                          <a:pPr algn="ctr"/>
                          <a:endParaRPr lang="zh-TW" altLang="en-US" sz="2400" dirty="0">
                            <a:solidFill>
                              <a:schemeClr val="tx1"/>
                            </a:solidFill>
                          </a:endParaRPr>
                        </a:p>
                      </a:txBody>
                      <a:tcPr/>
                    </a:tc>
                    <a:tc>
                      <a:txBody>
                        <a:bodyPr/>
                        <a:lstStyle/>
                        <a:p>
                          <a:endParaRPr lang="zh-TW"/>
                        </a:p>
                      </a:txBody>
                      <a:tcPr>
                        <a:blipFill>
                          <a:blip r:embed="rId5"/>
                          <a:stretch>
                            <a:fillRect l="-701724"/>
                          </a:stretch>
                        </a:blipFill>
                      </a:tcPr>
                    </a:tc>
                    <a:extLst>
                      <a:ext uri="{0D108BD9-81ED-4DB2-BD59-A6C34878D82A}">
                        <a16:rowId xmlns:a16="http://schemas.microsoft.com/office/drawing/2014/main" val="21937161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0" name="內容版面配置區 4">
                <a:extLst>
                  <a:ext uri="{FF2B5EF4-FFF2-40B4-BE49-F238E27FC236}">
                    <a16:creationId xmlns="" xmlns:a16="http://schemas.microsoft.com/office/drawing/2014/main" id="{A8442F99-6C30-4E51-BEED-0827F7583F9F}"/>
                  </a:ext>
                </a:extLst>
              </p:cNvPr>
              <p:cNvGraphicFramePr>
                <a:graphicFrameLocks/>
              </p:cNvGraphicFramePr>
              <p:nvPr>
                <p:extLst>
                  <p:ext uri="{D42A27DB-BD31-4B8C-83A1-F6EECF244321}">
                    <p14:modId xmlns:p14="http://schemas.microsoft.com/office/powerpoint/2010/main" val="2528107382"/>
                  </p:ext>
                </p:extLst>
              </p:nvPr>
            </p:nvGraphicFramePr>
            <p:xfrm>
              <a:off x="2021221" y="5505725"/>
              <a:ext cx="6342606" cy="598561"/>
            </p:xfrm>
            <a:graphic>
              <a:graphicData uri="http://schemas.openxmlformats.org/drawingml/2006/table">
                <a:tbl>
                  <a:tblPr firstRow="1" bandRow="1">
                    <a:tableStyleId>{2D5ABB26-0587-4C30-8999-92F81FD0307C}</a:tableStyleId>
                  </a:tblPr>
                  <a:tblGrid>
                    <a:gridCol w="704734">
                      <a:extLst>
                        <a:ext uri="{9D8B030D-6E8A-4147-A177-3AD203B41FA5}">
                          <a16:colId xmlns="" xmlns:a16="http://schemas.microsoft.com/office/drawing/2014/main" val="2554865449"/>
                        </a:ext>
                      </a:extLst>
                    </a:gridCol>
                    <a:gridCol w="704734">
                      <a:extLst>
                        <a:ext uri="{9D8B030D-6E8A-4147-A177-3AD203B41FA5}">
                          <a16:colId xmlns="" xmlns:a16="http://schemas.microsoft.com/office/drawing/2014/main" val="483195597"/>
                        </a:ext>
                      </a:extLst>
                    </a:gridCol>
                    <a:gridCol w="704734">
                      <a:extLst>
                        <a:ext uri="{9D8B030D-6E8A-4147-A177-3AD203B41FA5}">
                          <a16:colId xmlns="" xmlns:a16="http://schemas.microsoft.com/office/drawing/2014/main" val="1658986702"/>
                        </a:ext>
                      </a:extLst>
                    </a:gridCol>
                    <a:gridCol w="704734">
                      <a:extLst>
                        <a:ext uri="{9D8B030D-6E8A-4147-A177-3AD203B41FA5}">
                          <a16:colId xmlns="" xmlns:a16="http://schemas.microsoft.com/office/drawing/2014/main" val="2332965136"/>
                        </a:ext>
                      </a:extLst>
                    </a:gridCol>
                    <a:gridCol w="704734">
                      <a:extLst>
                        <a:ext uri="{9D8B030D-6E8A-4147-A177-3AD203B41FA5}">
                          <a16:colId xmlns="" xmlns:a16="http://schemas.microsoft.com/office/drawing/2014/main" val="378839106"/>
                        </a:ext>
                      </a:extLst>
                    </a:gridCol>
                    <a:gridCol w="704734">
                      <a:extLst>
                        <a:ext uri="{9D8B030D-6E8A-4147-A177-3AD203B41FA5}">
                          <a16:colId xmlns="" xmlns:a16="http://schemas.microsoft.com/office/drawing/2014/main" val="1566191998"/>
                        </a:ext>
                      </a:extLst>
                    </a:gridCol>
                    <a:gridCol w="704734">
                      <a:extLst>
                        <a:ext uri="{9D8B030D-6E8A-4147-A177-3AD203B41FA5}">
                          <a16:colId xmlns="" xmlns:a16="http://schemas.microsoft.com/office/drawing/2014/main" val="1400755339"/>
                        </a:ext>
                      </a:extLst>
                    </a:gridCol>
                    <a:gridCol w="704734">
                      <a:extLst>
                        <a:ext uri="{9D8B030D-6E8A-4147-A177-3AD203B41FA5}">
                          <a16:colId xmlns="" xmlns:a16="http://schemas.microsoft.com/office/drawing/2014/main" val="280258104"/>
                        </a:ext>
                      </a:extLst>
                    </a:gridCol>
                    <a:gridCol w="704734">
                      <a:extLst>
                        <a:ext uri="{9D8B030D-6E8A-4147-A177-3AD203B41FA5}">
                          <a16:colId xmlns="" xmlns:a16="http://schemas.microsoft.com/office/drawing/2014/main" val="515376970"/>
                        </a:ext>
                      </a:extLst>
                    </a:gridCol>
                  </a:tblGrid>
                  <a:tr h="5985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𝑗</m:t>
                                    </m:r>
                                  </m:e>
                                  <m:sub>
                                    <m:r>
                                      <a:rPr lang="en-US" altLang="zh-TW" sz="2400" b="0" i="1" smtClean="0">
                                        <a:solidFill>
                                          <a:srgbClr val="FF0000"/>
                                        </a:solidFill>
                                        <a:latin typeface="Cambria Math" panose="02040503050406030204" pitchFamily="18" charset="0"/>
                                      </a:rPr>
                                      <m:t>2</m:t>
                                    </m:r>
                                  </m:sub>
                                </m:sSub>
                                <m:r>
                                  <a:rPr lang="en-US" altLang="zh-TW" sz="2400" b="0" i="1" smtClean="0">
                                    <a:solidFill>
                                      <a:srgbClr val="FF0000"/>
                                    </a:solidFill>
                                    <a:latin typeface="Cambria Math" panose="02040503050406030204" pitchFamily="18" charset="0"/>
                                  </a:rPr>
                                  <m:t>′</m:t>
                                </m:r>
                              </m:oMath>
                            </m:oMathPara>
                          </a14:m>
                          <a:endParaRPr lang="zh-TW" altLang="en-US" sz="2400" dirty="0">
                            <a:solidFill>
                              <a:srgbClr val="FF0000"/>
                            </a:solidFill>
                          </a:endParaRPr>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4</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5</m:t>
                                    </m:r>
                                  </m:sub>
                                </m:sSub>
                                <m:r>
                                  <a:rPr lang="en-US" altLang="zh-TW" sz="2400" b="0" i="1" smtClean="0">
                                    <a:latin typeface="Cambria Math" panose="02040503050406030204" pitchFamily="18" charset="0"/>
                                  </a:rPr>
                                  <m:t>′</m:t>
                                </m:r>
                              </m:oMath>
                            </m:oMathPara>
                          </a14:m>
                          <a:endParaRPr lang="zh-TW" alt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𝑗</m:t>
                                    </m:r>
                                  </m:e>
                                  <m:sub>
                                    <m:r>
                                      <a:rPr lang="en-US" altLang="zh-TW" sz="2400" b="0" i="1" smtClean="0">
                                        <a:solidFill>
                                          <a:srgbClr val="FF0000"/>
                                        </a:solidFill>
                                        <a:latin typeface="Cambria Math" panose="02040503050406030204" pitchFamily="18" charset="0"/>
                                      </a:rPr>
                                      <m:t>6</m:t>
                                    </m:r>
                                  </m:sub>
                                </m:sSub>
                                <m:r>
                                  <a:rPr lang="en-US" altLang="zh-TW" sz="2400" b="0" i="1" smtClean="0">
                                    <a:solidFill>
                                      <a:srgbClr val="FF0000"/>
                                    </a:solidFill>
                                    <a:latin typeface="Cambria Math" panose="02040503050406030204" pitchFamily="18" charset="0"/>
                                  </a:rPr>
                                  <m:t>′</m:t>
                                </m:r>
                              </m:oMath>
                            </m:oMathPara>
                          </a14:m>
                          <a:endParaRPr lang="zh-TW" altLang="en-US" sz="2400" dirty="0">
                            <a:solidFill>
                              <a:srgbClr val="FF0000"/>
                            </a:solidFill>
                          </a:endParaRPr>
                        </a:p>
                      </a:txBody>
                      <a:tcPr/>
                    </a:tc>
                    <a:tc>
                      <a:txBody>
                        <a:bodyPr/>
                        <a:lstStyle/>
                        <a:p>
                          <a:pPr algn="ctr"/>
                          <a:endParaRPr lang="zh-TW" altLang="en-US" sz="2400" dirty="0">
                            <a:solidFill>
                              <a:srgbClr val="FF0000"/>
                            </a:solidFill>
                          </a:endParaRPr>
                        </a:p>
                      </a:txBody>
                      <a:tcPr/>
                    </a:tc>
                    <a:extLst>
                      <a:ext uri="{0D108BD9-81ED-4DB2-BD59-A6C34878D82A}">
                        <a16:rowId xmlns="" xmlns:a16="http://schemas.microsoft.com/office/drawing/2014/main" val="219371619"/>
                      </a:ext>
                    </a:extLst>
                  </a:tr>
                </a:tbl>
              </a:graphicData>
            </a:graphic>
          </p:graphicFrame>
        </mc:Choice>
        <mc:Fallback xmlns="">
          <p:graphicFrame>
            <p:nvGraphicFramePr>
              <p:cNvPr id="20" name="內容版面配置區 4">
                <a:extLst>
                  <a:ext uri="{FF2B5EF4-FFF2-40B4-BE49-F238E27FC236}">
                    <a16:creationId xmlns:a16="http://schemas.microsoft.com/office/drawing/2014/main" id="{A8442F99-6C30-4E51-BEED-0827F7583F9F}"/>
                  </a:ext>
                </a:extLst>
              </p:cNvPr>
              <p:cNvGraphicFramePr>
                <a:graphicFrameLocks/>
              </p:cNvGraphicFramePr>
              <p:nvPr>
                <p:extLst>
                  <p:ext uri="{D42A27DB-BD31-4B8C-83A1-F6EECF244321}">
                    <p14:modId xmlns:p14="http://schemas.microsoft.com/office/powerpoint/2010/main" val="2528107382"/>
                  </p:ext>
                </p:extLst>
              </p:nvPr>
            </p:nvGraphicFramePr>
            <p:xfrm>
              <a:off x="2021221" y="5505725"/>
              <a:ext cx="6342606" cy="598561"/>
            </p:xfrm>
            <a:graphic>
              <a:graphicData uri="http://schemas.openxmlformats.org/drawingml/2006/table">
                <a:tbl>
                  <a:tblPr firstRow="1" bandRow="1">
                    <a:tableStyleId>{2D5ABB26-0587-4C30-8999-92F81FD0307C}</a:tableStyleId>
                  </a:tblPr>
                  <a:tblGrid>
                    <a:gridCol w="704734">
                      <a:extLst>
                        <a:ext uri="{9D8B030D-6E8A-4147-A177-3AD203B41FA5}">
                          <a16:colId xmlns:a16="http://schemas.microsoft.com/office/drawing/2014/main" val="2554865449"/>
                        </a:ext>
                      </a:extLst>
                    </a:gridCol>
                    <a:gridCol w="704734">
                      <a:extLst>
                        <a:ext uri="{9D8B030D-6E8A-4147-A177-3AD203B41FA5}">
                          <a16:colId xmlns:a16="http://schemas.microsoft.com/office/drawing/2014/main" val="483195597"/>
                        </a:ext>
                      </a:extLst>
                    </a:gridCol>
                    <a:gridCol w="704734">
                      <a:extLst>
                        <a:ext uri="{9D8B030D-6E8A-4147-A177-3AD203B41FA5}">
                          <a16:colId xmlns:a16="http://schemas.microsoft.com/office/drawing/2014/main" val="1658986702"/>
                        </a:ext>
                      </a:extLst>
                    </a:gridCol>
                    <a:gridCol w="704734">
                      <a:extLst>
                        <a:ext uri="{9D8B030D-6E8A-4147-A177-3AD203B41FA5}">
                          <a16:colId xmlns:a16="http://schemas.microsoft.com/office/drawing/2014/main" val="2332965136"/>
                        </a:ext>
                      </a:extLst>
                    </a:gridCol>
                    <a:gridCol w="704734">
                      <a:extLst>
                        <a:ext uri="{9D8B030D-6E8A-4147-A177-3AD203B41FA5}">
                          <a16:colId xmlns:a16="http://schemas.microsoft.com/office/drawing/2014/main" val="378839106"/>
                        </a:ext>
                      </a:extLst>
                    </a:gridCol>
                    <a:gridCol w="704734">
                      <a:extLst>
                        <a:ext uri="{9D8B030D-6E8A-4147-A177-3AD203B41FA5}">
                          <a16:colId xmlns:a16="http://schemas.microsoft.com/office/drawing/2014/main" val="1566191998"/>
                        </a:ext>
                      </a:extLst>
                    </a:gridCol>
                    <a:gridCol w="704734">
                      <a:extLst>
                        <a:ext uri="{9D8B030D-6E8A-4147-A177-3AD203B41FA5}">
                          <a16:colId xmlns:a16="http://schemas.microsoft.com/office/drawing/2014/main" val="1400755339"/>
                        </a:ext>
                      </a:extLst>
                    </a:gridCol>
                    <a:gridCol w="704734">
                      <a:extLst>
                        <a:ext uri="{9D8B030D-6E8A-4147-A177-3AD203B41FA5}">
                          <a16:colId xmlns:a16="http://schemas.microsoft.com/office/drawing/2014/main" val="280258104"/>
                        </a:ext>
                      </a:extLst>
                    </a:gridCol>
                    <a:gridCol w="704734">
                      <a:extLst>
                        <a:ext uri="{9D8B030D-6E8A-4147-A177-3AD203B41FA5}">
                          <a16:colId xmlns:a16="http://schemas.microsoft.com/office/drawing/2014/main" val="515376970"/>
                        </a:ext>
                      </a:extLst>
                    </a:gridCol>
                  </a:tblGrid>
                  <a:tr h="598561">
                    <a:tc>
                      <a:txBody>
                        <a:bodyPr/>
                        <a:lstStyle/>
                        <a:p>
                          <a:endParaRPr lang="zh-TW"/>
                        </a:p>
                      </a:txBody>
                      <a:tcPr>
                        <a:blipFill>
                          <a:blip r:embed="rId6"/>
                          <a:stretch>
                            <a:fillRect r="-798276"/>
                          </a:stretch>
                        </a:blipFill>
                      </a:tcPr>
                    </a:tc>
                    <a:tc>
                      <a:txBody>
                        <a:bodyPr/>
                        <a:lstStyle/>
                        <a:p>
                          <a:endParaRPr lang="zh-TW"/>
                        </a:p>
                      </a:txBody>
                      <a:tcPr>
                        <a:blipFill>
                          <a:blip r:embed="rId6"/>
                          <a:stretch>
                            <a:fillRect l="-100000" r="-698276"/>
                          </a:stretch>
                        </a:blipFill>
                      </a:tcPr>
                    </a:tc>
                    <a:tc>
                      <a:txBody>
                        <a:bodyPr/>
                        <a:lstStyle/>
                        <a:p>
                          <a:pPr algn="ctr"/>
                          <a:endParaRPr lang="zh-TW" altLang="en-US" sz="2400" dirty="0"/>
                        </a:p>
                      </a:txBody>
                      <a:tcPr/>
                    </a:tc>
                    <a:tc>
                      <a:txBody>
                        <a:bodyPr/>
                        <a:lstStyle/>
                        <a:p>
                          <a:endParaRPr lang="zh-TW"/>
                        </a:p>
                      </a:txBody>
                      <a:tcPr>
                        <a:blipFill>
                          <a:blip r:embed="rId6"/>
                          <a:stretch>
                            <a:fillRect l="-299138" r="-499138"/>
                          </a:stretch>
                        </a:blipFill>
                      </a:tcPr>
                    </a:tc>
                    <a:tc>
                      <a:txBody>
                        <a:bodyPr/>
                        <a:lstStyle/>
                        <a:p>
                          <a:endParaRPr lang="zh-TW"/>
                        </a:p>
                      </a:txBody>
                      <a:tcPr>
                        <a:blipFill>
                          <a:blip r:embed="rId6"/>
                          <a:stretch>
                            <a:fillRect l="-399138" r="-399138"/>
                          </a:stretch>
                        </a:blipFill>
                      </a:tcPr>
                    </a:tc>
                    <a:tc>
                      <a:txBody>
                        <a:bodyPr/>
                        <a:lstStyle/>
                        <a:p>
                          <a:pPr algn="ctr"/>
                          <a:endParaRPr lang="zh-TW" altLang="en-US" sz="2400" dirty="0"/>
                        </a:p>
                      </a:txBody>
                      <a:tcPr/>
                    </a:tc>
                    <a:tc>
                      <a:txBody>
                        <a:bodyPr/>
                        <a:lstStyle/>
                        <a:p>
                          <a:endParaRPr lang="zh-TW"/>
                        </a:p>
                      </a:txBody>
                      <a:tcPr>
                        <a:blipFill>
                          <a:blip r:embed="rId6"/>
                          <a:stretch>
                            <a:fillRect l="-604348" r="-201739"/>
                          </a:stretch>
                        </a:blipFill>
                      </a:tcPr>
                    </a:tc>
                    <a:tc>
                      <a:txBody>
                        <a:bodyPr/>
                        <a:lstStyle/>
                        <a:p>
                          <a:endParaRPr lang="zh-TW"/>
                        </a:p>
                      </a:txBody>
                      <a:tcPr>
                        <a:blipFill>
                          <a:blip r:embed="rId6"/>
                          <a:stretch>
                            <a:fillRect l="-698276" r="-100000"/>
                          </a:stretch>
                        </a:blipFill>
                      </a:tcPr>
                    </a:tc>
                    <a:tc>
                      <a:txBody>
                        <a:bodyPr/>
                        <a:lstStyle/>
                        <a:p>
                          <a:pPr algn="ctr"/>
                          <a:endParaRPr lang="zh-TW" altLang="en-US" sz="2400" dirty="0">
                            <a:solidFill>
                              <a:srgbClr val="FF0000"/>
                            </a:solidFill>
                          </a:endParaRPr>
                        </a:p>
                      </a:txBody>
                      <a:tcPr/>
                    </a:tc>
                    <a:extLst>
                      <a:ext uri="{0D108BD9-81ED-4DB2-BD59-A6C34878D82A}">
                        <a16:rowId xmlns:a16="http://schemas.microsoft.com/office/drawing/2014/main" val="219371619"/>
                      </a:ext>
                    </a:extLst>
                  </a:tr>
                </a:tbl>
              </a:graphicData>
            </a:graphic>
          </p:graphicFrame>
        </mc:Fallback>
      </mc:AlternateContent>
    </p:spTree>
    <p:extLst>
      <p:ext uri="{BB962C8B-B14F-4D97-AF65-F5344CB8AC3E}">
        <p14:creationId xmlns:p14="http://schemas.microsoft.com/office/powerpoint/2010/main" val="12139958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36229</TotalTime>
  <Words>376</Words>
  <Application>Microsoft Office PowerPoint</Application>
  <PresentationFormat>如螢幕大小 (4:3)</PresentationFormat>
  <Paragraphs>174</Paragraphs>
  <Slides>9</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9</vt:i4>
      </vt:variant>
    </vt:vector>
  </HeadingPairs>
  <TitlesOfParts>
    <vt:vector size="16" baseType="lpstr">
      <vt:lpstr>新細明體</vt:lpstr>
      <vt:lpstr>Arial</vt:lpstr>
      <vt:lpstr>Calibri</vt:lpstr>
      <vt:lpstr>Calibri Light</vt:lpstr>
      <vt:lpstr>Cambria Math</vt:lpstr>
      <vt:lpstr>Times New Roman</vt:lpstr>
      <vt:lpstr>Office 佈景主題</vt:lpstr>
      <vt:lpstr>LCS algorithm with vector-markers</vt:lpstr>
      <vt:lpstr>Abstract(1/2)</vt:lpstr>
      <vt:lpstr>Abstract(2/2)</vt:lpstr>
      <vt:lpstr>LCS problem in this paper</vt:lpstr>
      <vt:lpstr>Minimum last elements of  k-length LCS</vt:lpstr>
      <vt:lpstr>PowerPoint 簡報</vt:lpstr>
      <vt:lpstr>Arrivals &amp; Updating(l^′=l)</vt:lpstr>
      <vt:lpstr>Arrivals &amp; Updating</vt:lpstr>
      <vt:lpstr>Arrivals &amp; Updating(l^′=l+1)</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Association Rules in Big Data for E-healthcare Information System</dc:title>
  <dc:creator>muchmuch</dc:creator>
  <cp:lastModifiedBy>pplab-class</cp:lastModifiedBy>
  <cp:revision>432</cp:revision>
  <dcterms:created xsi:type="dcterms:W3CDTF">2016-04-23T07:31:56Z</dcterms:created>
  <dcterms:modified xsi:type="dcterms:W3CDTF">2018-05-01T11:54:15Z</dcterms:modified>
</cp:coreProperties>
</file>