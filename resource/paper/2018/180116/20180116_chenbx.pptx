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76" r:id="rId3"/>
    <p:sldId id="294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25" autoAdjust="0"/>
    <p:restoredTop sz="88835" autoAdjust="0"/>
  </p:normalViewPr>
  <p:slideViewPr>
    <p:cSldViewPr snapToGrid="0">
      <p:cViewPr varScale="1">
        <p:scale>
          <a:sx n="75" d="100"/>
          <a:sy n="75" d="100"/>
        </p:scale>
        <p:origin x="3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7986E-2186-42F2-A1F5-4424A07DD94D}" type="datetimeFigureOut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14D64-E656-4722-AF7D-B3D63D1F5D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97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9810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Neighbour</a:t>
            </a:r>
            <a:r>
              <a:rPr lang="en-US" altLang="zh-TW" sz="12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】= neighbor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517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0652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855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3713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5579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14935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729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346F-159C-4E5E-A9BC-B4FAF4B8F4AD}" type="datetime1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646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45FE-5976-4612-A121-9F7FA6C65956}" type="datetime1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3751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126F-36C8-4C5A-8698-9E4A53D999E5}" type="datetime1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596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8B67-291F-45ED-BF8F-60129A7CAFCF}" type="datetime1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85235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5E44-883D-47F1-80F2-BBD83A64BF20}" type="datetime1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006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DBBE2-5504-4D7F-9CC4-F2C58F132876}" type="datetime1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DA84-72B1-4070-A970-AE6E5670C53F}" type="datetime1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29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C297-F23E-49C2-9FD2-1DB5A3D63A00}" type="datetime1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6121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853A-160A-4D81-8E79-297A6811D44C}" type="datetime1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72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68B-4BF6-411C-BDB8-9879BE85A868}" type="datetime1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80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472C-E7F7-4061-8A6B-A2FC31C7A013}" type="datetime1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83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A8E3B-251A-4826-B76B-2ED6FD8BECB3}" type="datetime1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18681" y="559444"/>
            <a:ext cx="9954638" cy="1819245"/>
          </a:xfrm>
        </p:spPr>
        <p:txBody>
          <a:bodyPr anchor="ctr">
            <a:normAutofit/>
          </a:bodyPr>
          <a:lstStyle/>
          <a:p>
            <a:r>
              <a:rPr lang="en-US" altLang="zh-TW" sz="48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DTW-Global Constraint Learning Using </a:t>
            </a:r>
            <a:r>
              <a:rPr lang="en-US" altLang="zh-TW" sz="4800" b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Tabu</a:t>
            </a:r>
            <a:r>
              <a:rPr lang="en-US" altLang="zh-TW" sz="48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Search Algorithm</a:t>
            </a:r>
            <a:endParaRPr lang="zh-TW" altLang="en-US" sz="4800" b="1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959305" y="5620621"/>
            <a:ext cx="3893389" cy="935455"/>
          </a:xfrm>
        </p:spPr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Bo-Xian Chen</a:t>
            </a:r>
          </a:p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Date : </a:t>
            </a:r>
            <a:fld id="{DA00540B-99AF-4B5E-9AEF-55C0985778C8}" type="datetime1">
              <a:rPr lang="zh-TW" altLang="en-US" smtClean="0">
                <a:latin typeface="Cambria Math" panose="02040503050406030204" pitchFamily="18" charset="0"/>
                <a:cs typeface="Times New Roman" panose="02020603050405020304" pitchFamily="18" charset="0"/>
              </a:rPr>
              <a:t>2018/1/16</a:t>
            </a:fld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991843" y="3616817"/>
            <a:ext cx="10208313" cy="110991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449" b="1" dirty="0" err="1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Bilel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49" b="1" dirty="0" err="1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BenAli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Youssef </a:t>
            </a:r>
            <a:r>
              <a:rPr lang="en-US" altLang="zh-TW" sz="2449" b="1" dirty="0" err="1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Masmoudi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49" b="1" dirty="0" err="1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Souhail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49" b="1" dirty="0" err="1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Dhouib</a:t>
            </a:r>
            <a:endParaRPr lang="en-US" altLang="zh-TW" sz="2449" b="1" dirty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Procedia Computer Science</a:t>
            </a:r>
            <a:r>
              <a:rPr lang="en-US" altLang="zh-TW" sz="2449" b="1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Volume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82, 2016, pp. 12-19</a:t>
            </a:r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7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0695" y="972044"/>
            <a:ext cx="11110609" cy="538905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Many methods have been proposed to measure the similarity between time series data sets, each with advantages and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weaknesses.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It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is to choose the most appropriate similarity measure depending on the intended application domain and data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considered.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performance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of machine learning algorithms depends on the metric used to compare two objects. For time series, Dynamic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Time</a:t>
            </a:r>
            <a:r>
              <a:rPr lang="zh-TW" altLang="en-US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Warping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(DTW) is the most appropriate distance measure used. Many variants of DTW intended to accelerate the calculation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of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this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distance are proposed. The distance learning is a subject already well studied. Indeed Data Mining tools, such as the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algorithm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k-Means clustering, and K-Nearest Neighbor classification, require the use of a similarity/distance measure. This measure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must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be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adapted to the application domain. </a:t>
            </a:r>
            <a:endParaRPr lang="zh-TW" altLang="en-US" sz="2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458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Abstract(2/2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0695" y="972044"/>
            <a:ext cx="11110609" cy="538905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For this reason, it is important to have and develop effective methods of computation and algorithms that can be applied to a large data set integrating the constraints of the specific field of study. In this paper a new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hybrid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approach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to learn a global constraint of DTW distance is proposed. This approach is based on Large Margin Nearest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Neighbors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classification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26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Tabu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Search algorithm. Experiments show the effectiveness of this approach to improve time series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classification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results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150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Tabu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Search Algorithm(1/6)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3637" y="1257685"/>
            <a:ext cx="3619500" cy="2076450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4</a:t>
            </a:fld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549" y="3334135"/>
            <a:ext cx="7200900" cy="1276350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8078824" y="5075636"/>
            <a:ext cx="327497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Intermediate-term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</a:t>
            </a:r>
            <a:endParaRPr lang="zh-TW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4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Tabu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Search Algorithm(2/6)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5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736" y="1832876"/>
            <a:ext cx="7248525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7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Tabu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Search Algorithm(3/6)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6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449" y="1742389"/>
            <a:ext cx="7277100" cy="3943350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5873578" y="4201297"/>
            <a:ext cx="378941" cy="26361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7605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Tabu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Search Algorithm(4/6)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7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299" y="1656664"/>
            <a:ext cx="73914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9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Tabu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Search Algorithm(5/6)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8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386" y="1756676"/>
            <a:ext cx="7515225" cy="3914775"/>
          </a:xfrm>
          <a:prstGeom prst="rect">
            <a:avLst/>
          </a:prstGeom>
        </p:spPr>
      </p:pic>
      <p:sp>
        <p:nvSpPr>
          <p:cNvPr id="6" name="標題 1"/>
          <p:cNvSpPr txBox="1">
            <a:spLocks/>
          </p:cNvSpPr>
          <p:nvPr/>
        </p:nvSpPr>
        <p:spPr>
          <a:xfrm>
            <a:off x="6632635" y="5671451"/>
            <a:ext cx="3220976" cy="552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Aspiration criterion</a:t>
            </a:r>
            <a:endParaRPr lang="zh-TW" altLang="en-US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498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Tabu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Search Algorithm(6/6)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9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836" y="1885264"/>
            <a:ext cx="717232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39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8832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83957"/>
            <a:ext cx="10515600" cy="4793006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Three parameter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iterations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of 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Tabu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List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global constraints segment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 smtClean="0"/>
              <a:t>10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52560"/>
            <a:ext cx="4093242" cy="189250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080" y="4186474"/>
            <a:ext cx="4488720" cy="195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66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8832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 smtClean="0"/>
              <a:t>11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62" y="2346154"/>
            <a:ext cx="70770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527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14213</TotalTime>
  <Words>328</Words>
  <Application>Microsoft Office PowerPoint</Application>
  <PresentationFormat>寬螢幕</PresentationFormat>
  <Paragraphs>46</Paragraphs>
  <Slides>11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DTW-Global Constraint Learning Using Tabu Search Algorithm</vt:lpstr>
      <vt:lpstr>Abstract(1/2)</vt:lpstr>
      <vt:lpstr>Abstract(2/2)</vt:lpstr>
      <vt:lpstr>Tabu Search Algorithm(1/6)</vt:lpstr>
      <vt:lpstr>Tabu Search Algorithm(2/6)</vt:lpstr>
      <vt:lpstr>Tabu Search Algorithm(3/6)</vt:lpstr>
      <vt:lpstr>Tabu Search Algorithm(4/6)</vt:lpstr>
      <vt:lpstr>Tabu Search Algorithm(5/6)</vt:lpstr>
      <vt:lpstr>Tabu Search Algorithm(6/6)</vt:lpstr>
      <vt:lpstr>Experiment</vt:lpstr>
      <vt:lpstr>Experiment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 for Computing  Maximal Common Subsequences</dc:title>
  <dc:creator>BX CHEN</dc:creator>
  <cp:lastModifiedBy>pplab-class</cp:lastModifiedBy>
  <cp:revision>388</cp:revision>
  <dcterms:created xsi:type="dcterms:W3CDTF">2016-10-10T16:56:48Z</dcterms:created>
  <dcterms:modified xsi:type="dcterms:W3CDTF">2018-01-16T11:41:05Z</dcterms:modified>
</cp:coreProperties>
</file>