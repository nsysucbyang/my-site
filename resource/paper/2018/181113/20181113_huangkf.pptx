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3" r:id="rId3"/>
    <p:sldId id="276" r:id="rId4"/>
    <p:sldId id="306" r:id="rId5"/>
    <p:sldId id="343" r:id="rId6"/>
    <p:sldId id="345" r:id="rId7"/>
    <p:sldId id="360" r:id="rId8"/>
    <p:sldId id="344" r:id="rId9"/>
    <p:sldId id="362" r:id="rId10"/>
    <p:sldId id="358" r:id="rId11"/>
    <p:sldId id="359" r:id="rId12"/>
    <p:sldId id="346" r:id="rId13"/>
    <p:sldId id="3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363"/>
            <p14:sldId id="276"/>
            <p14:sldId id="306"/>
            <p14:sldId id="343"/>
            <p14:sldId id="345"/>
            <p14:sldId id="360"/>
            <p14:sldId id="344"/>
            <p14:sldId id="362"/>
            <p14:sldId id="358"/>
            <p14:sldId id="359"/>
            <p14:sldId id="346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7F28A7-1CE6-4A2E-BE2A-327E4772F132}" v="91" dt="2018-11-13T09:48:17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國峰 黃" userId="07d7d89e1f669cb9" providerId="LiveId" clId="{E97F28A7-1CE6-4A2E-BE2A-327E4772F132}"/>
    <pc:docChg chg="undo custSel mod addSld delSld modSld sldOrd modSection">
      <pc:chgData name="國峰 黃" userId="07d7d89e1f669cb9" providerId="LiveId" clId="{E97F28A7-1CE6-4A2E-BE2A-327E4772F132}" dt="2018-11-13T10:14:52.203" v="343" actId="27636"/>
      <pc:docMkLst>
        <pc:docMk/>
      </pc:docMkLst>
      <pc:sldChg chg="modSp">
        <pc:chgData name="國峰 黃" userId="07d7d89e1f669cb9" providerId="LiveId" clId="{E97F28A7-1CE6-4A2E-BE2A-327E4772F132}" dt="2018-11-13T08:56:03.246" v="263"/>
        <pc:sldMkLst>
          <pc:docMk/>
          <pc:sldMk cId="3676774769" sldId="256"/>
        </pc:sldMkLst>
        <pc:spChg chg="mod">
          <ac:chgData name="國峰 黃" userId="07d7d89e1f669cb9" providerId="LiveId" clId="{E97F28A7-1CE6-4A2E-BE2A-327E4772F132}" dt="2018-11-05T13:57:36.504" v="0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E97F28A7-1CE6-4A2E-BE2A-327E4772F132}" dt="2018-11-05T14:02:18.976" v="15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E97F28A7-1CE6-4A2E-BE2A-327E4772F132}" dt="2018-11-13T08:56:03.246" v="263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E97F28A7-1CE6-4A2E-BE2A-327E4772F132}" dt="2018-11-05T14:22:44.019" v="53"/>
        <pc:sldMkLst>
          <pc:docMk/>
          <pc:sldMk cId="2726883200" sldId="276"/>
        </pc:sldMkLst>
        <pc:spChg chg="mod">
          <ac:chgData name="國峰 黃" userId="07d7d89e1f669cb9" providerId="LiveId" clId="{E97F28A7-1CE6-4A2E-BE2A-327E4772F132}" dt="2018-11-05T14:02:37.603" v="22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國峰 黃" userId="07d7d89e1f669cb9" providerId="LiveId" clId="{E97F28A7-1CE6-4A2E-BE2A-327E4772F132}" dt="2018-11-05T14:22:44.019" v="53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">
        <pc:chgData name="國峰 黃" userId="07d7d89e1f669cb9" providerId="LiveId" clId="{E97F28A7-1CE6-4A2E-BE2A-327E4772F132}" dt="2018-11-06T10:15:18.296" v="257" actId="20577"/>
        <pc:sldMkLst>
          <pc:docMk/>
          <pc:sldMk cId="2693855290" sldId="306"/>
        </pc:sldMkLst>
        <pc:spChg chg="mod">
          <ac:chgData name="國峰 黃" userId="07d7d89e1f669cb9" providerId="LiveId" clId="{E97F28A7-1CE6-4A2E-BE2A-327E4772F132}" dt="2018-11-06T09:16:28.888" v="247" actId="20577"/>
          <ac:spMkLst>
            <pc:docMk/>
            <pc:sldMk cId="2693855290" sldId="306"/>
            <ac:spMk id="2" creationId="{E7747DF4-4375-4FEA-AD33-D3E0A18DB5F5}"/>
          </ac:spMkLst>
        </pc:spChg>
        <pc:spChg chg="add mod">
          <ac:chgData name="國峰 黃" userId="07d7d89e1f669cb9" providerId="LiveId" clId="{E97F28A7-1CE6-4A2E-BE2A-327E4772F132}" dt="2018-11-06T10:15:18.296" v="257" actId="20577"/>
          <ac:spMkLst>
            <pc:docMk/>
            <pc:sldMk cId="2693855290" sldId="306"/>
            <ac:spMk id="4" creationId="{9E708711-49F6-4FF0-A488-26964698170B}"/>
          </ac:spMkLst>
        </pc:spChg>
        <pc:spChg chg="del">
          <ac:chgData name="國峰 黃" userId="07d7d89e1f669cb9" providerId="LiveId" clId="{E97F28A7-1CE6-4A2E-BE2A-327E4772F132}" dt="2018-11-05T14:13:50.140" v="28" actId="478"/>
          <ac:spMkLst>
            <pc:docMk/>
            <pc:sldMk cId="2693855290" sldId="306"/>
            <ac:spMk id="7" creationId="{99086DC2-F8C8-4EA5-B068-5864D10D2125}"/>
          </ac:spMkLst>
        </pc:spChg>
        <pc:spChg chg="del">
          <ac:chgData name="國峰 黃" userId="07d7d89e1f669cb9" providerId="LiveId" clId="{E97F28A7-1CE6-4A2E-BE2A-327E4772F132}" dt="2018-11-05T14:13:50.920" v="29" actId="478"/>
          <ac:spMkLst>
            <pc:docMk/>
            <pc:sldMk cId="2693855290" sldId="306"/>
            <ac:spMk id="10" creationId="{2926D08C-BA85-41E6-B116-353ACFCCED33}"/>
          </ac:spMkLst>
        </pc:spChg>
        <pc:picChg chg="del">
          <ac:chgData name="國峰 黃" userId="07d7d89e1f669cb9" providerId="LiveId" clId="{E97F28A7-1CE6-4A2E-BE2A-327E4772F132}" dt="2018-11-05T14:04:51.262" v="24" actId="478"/>
          <ac:picMkLst>
            <pc:docMk/>
            <pc:sldMk cId="2693855290" sldId="306"/>
            <ac:picMk id="5" creationId="{9A88F7FA-EE34-4AD8-92B7-F465D22AC41C}"/>
          </ac:picMkLst>
        </pc:picChg>
        <pc:picChg chg="add mod">
          <ac:chgData name="國峰 黃" userId="07d7d89e1f669cb9" providerId="LiveId" clId="{E97F28A7-1CE6-4A2E-BE2A-327E4772F132}" dt="2018-11-05T14:16:09.376" v="51" actId="1076"/>
          <ac:picMkLst>
            <pc:docMk/>
            <pc:sldMk cId="2693855290" sldId="306"/>
            <ac:picMk id="8" creationId="{E78C0173-69F7-4203-8330-0C3EC20918F0}"/>
          </ac:picMkLst>
        </pc:picChg>
      </pc:sldChg>
      <pc:sldChg chg="delSp modSp">
        <pc:chgData name="國峰 黃" userId="07d7d89e1f669cb9" providerId="LiveId" clId="{E97F28A7-1CE6-4A2E-BE2A-327E4772F132}" dt="2018-11-13T10:14:52.203" v="343" actId="27636"/>
        <pc:sldMkLst>
          <pc:docMk/>
          <pc:sldMk cId="2294589171" sldId="343"/>
        </pc:sldMkLst>
        <pc:spChg chg="mod">
          <ac:chgData name="國峰 黃" userId="07d7d89e1f669cb9" providerId="LiveId" clId="{E97F28A7-1CE6-4A2E-BE2A-327E4772F132}" dt="2018-11-05T14:27:23.023" v="62" actId="20577"/>
          <ac:spMkLst>
            <pc:docMk/>
            <pc:sldMk cId="2294589171" sldId="343"/>
            <ac:spMk id="2" creationId="{E7747DF4-4375-4FEA-AD33-D3E0A18DB5F5}"/>
          </ac:spMkLst>
        </pc:spChg>
        <pc:spChg chg="mod">
          <ac:chgData name="國峰 黃" userId="07d7d89e1f669cb9" providerId="LiveId" clId="{E97F28A7-1CE6-4A2E-BE2A-327E4772F132}" dt="2018-11-13T10:14:52.203" v="343" actId="27636"/>
          <ac:spMkLst>
            <pc:docMk/>
            <pc:sldMk cId="2294589171" sldId="343"/>
            <ac:spMk id="4" creationId="{0627CD87-F003-4658-806F-C0DB9B7E1520}"/>
          </ac:spMkLst>
        </pc:spChg>
        <pc:spChg chg="del">
          <ac:chgData name="國峰 黃" userId="07d7d89e1f669cb9" providerId="LiveId" clId="{E97F28A7-1CE6-4A2E-BE2A-327E4772F132}" dt="2018-11-05T14:27:10.450" v="56" actId="478"/>
          <ac:spMkLst>
            <pc:docMk/>
            <pc:sldMk cId="2294589171" sldId="343"/>
            <ac:spMk id="12" creationId="{81269035-5DAD-4DE5-8E44-871A03901DE5}"/>
          </ac:spMkLst>
        </pc:spChg>
        <pc:spChg chg="del">
          <ac:chgData name="國峰 黃" userId="07d7d89e1f669cb9" providerId="LiveId" clId="{E97F28A7-1CE6-4A2E-BE2A-327E4772F132}" dt="2018-11-05T14:27:11.140" v="57" actId="478"/>
          <ac:spMkLst>
            <pc:docMk/>
            <pc:sldMk cId="2294589171" sldId="343"/>
            <ac:spMk id="14" creationId="{EDDD686F-5C03-4BC6-AA6C-7513C0CC6E40}"/>
          </ac:spMkLst>
        </pc:spChg>
        <pc:picChg chg="del">
          <ac:chgData name="國峰 黃" userId="07d7d89e1f669cb9" providerId="LiveId" clId="{E97F28A7-1CE6-4A2E-BE2A-327E4772F132}" dt="2018-11-05T14:27:08.300" v="55" actId="478"/>
          <ac:picMkLst>
            <pc:docMk/>
            <pc:sldMk cId="2294589171" sldId="343"/>
            <ac:picMk id="15" creationId="{77C83F64-B1FD-4640-9F88-7815B8B63E80}"/>
          </ac:picMkLst>
        </pc:picChg>
      </pc:sldChg>
      <pc:sldChg chg="addSp delSp modSp">
        <pc:chgData name="國峰 黃" userId="07d7d89e1f669cb9" providerId="LiveId" clId="{E97F28A7-1CE6-4A2E-BE2A-327E4772F132}" dt="2018-11-13T09:39:07.236" v="318" actId="404"/>
        <pc:sldMkLst>
          <pc:docMk/>
          <pc:sldMk cId="440958540" sldId="344"/>
        </pc:sldMkLst>
        <pc:spChg chg="mod">
          <ac:chgData name="國峰 黃" userId="07d7d89e1f669cb9" providerId="LiveId" clId="{E97F28A7-1CE6-4A2E-BE2A-327E4772F132}" dt="2018-11-13T09:39:07.236" v="318" actId="404"/>
          <ac:spMkLst>
            <pc:docMk/>
            <pc:sldMk cId="440958540" sldId="344"/>
            <ac:spMk id="2" creationId="{E7747DF4-4375-4FEA-AD33-D3E0A18DB5F5}"/>
          </ac:spMkLst>
        </pc:spChg>
        <pc:spChg chg="del mod">
          <ac:chgData name="國峰 黃" userId="07d7d89e1f669cb9" providerId="LiveId" clId="{E97F28A7-1CE6-4A2E-BE2A-327E4772F132}" dt="2018-11-05T14:50:23.321" v="83" actId="931"/>
          <ac:spMkLst>
            <pc:docMk/>
            <pc:sldMk cId="440958540" sldId="344"/>
            <ac:spMk id="4" creationId="{0627CD87-F003-4658-806F-C0DB9B7E1520}"/>
          </ac:spMkLst>
        </pc:spChg>
        <pc:picChg chg="add mod">
          <ac:chgData name="國峰 黃" userId="07d7d89e1f669cb9" providerId="LiveId" clId="{E97F28A7-1CE6-4A2E-BE2A-327E4772F132}" dt="2018-11-05T14:50:38.755" v="90" actId="1076"/>
          <ac:picMkLst>
            <pc:docMk/>
            <pc:sldMk cId="440958540" sldId="344"/>
            <ac:picMk id="5" creationId="{E77A53C1-E661-439B-AAD2-FA2A6D0670BA}"/>
          </ac:picMkLst>
        </pc:picChg>
        <pc:picChg chg="add del mod">
          <ac:chgData name="國峰 黃" userId="07d7d89e1f669cb9" providerId="LiveId" clId="{E97F28A7-1CE6-4A2E-BE2A-327E4772F132}" dt="2018-11-06T08:54:45.440" v="222" actId="931"/>
          <ac:picMkLst>
            <pc:docMk/>
            <pc:sldMk cId="440958540" sldId="344"/>
            <ac:picMk id="7" creationId="{3B15E88A-823B-4485-B0BB-09A2E33BB4F2}"/>
          </ac:picMkLst>
        </pc:picChg>
        <pc:picChg chg="add del mod">
          <ac:chgData name="國峰 黃" userId="07d7d89e1f669cb9" providerId="LiveId" clId="{E97F28A7-1CE6-4A2E-BE2A-327E4772F132}" dt="2018-11-06T08:54:44.740" v="221" actId="931"/>
          <ac:picMkLst>
            <pc:docMk/>
            <pc:sldMk cId="440958540" sldId="344"/>
            <ac:picMk id="9" creationId="{7314697D-BB61-4611-B3C5-309370836E38}"/>
          </ac:picMkLst>
        </pc:picChg>
        <pc:picChg chg="del">
          <ac:chgData name="國峰 黃" userId="07d7d89e1f669cb9" providerId="LiveId" clId="{E97F28A7-1CE6-4A2E-BE2A-327E4772F132}" dt="2018-11-05T14:50:17.737" v="82" actId="478"/>
          <ac:picMkLst>
            <pc:docMk/>
            <pc:sldMk cId="440958540" sldId="344"/>
            <ac:picMk id="13" creationId="{53680BE6-D780-4D45-804B-D7776E5BF019}"/>
          </ac:picMkLst>
        </pc:picChg>
        <pc:cxnChg chg="del">
          <ac:chgData name="國峰 黃" userId="07d7d89e1f669cb9" providerId="LiveId" clId="{E97F28A7-1CE6-4A2E-BE2A-327E4772F132}" dt="2018-11-05T14:50:16.697" v="81" actId="478"/>
          <ac:cxnSpMkLst>
            <pc:docMk/>
            <pc:sldMk cId="440958540" sldId="344"/>
            <ac:cxnSpMk id="17" creationId="{2F3D7E13-A008-405A-B17B-76B3C897A3B1}"/>
          </ac:cxnSpMkLst>
        </pc:cxnChg>
      </pc:sldChg>
      <pc:sldChg chg="delSp modSp ord">
        <pc:chgData name="國峰 黃" userId="07d7d89e1f669cb9" providerId="LiveId" clId="{E97F28A7-1CE6-4A2E-BE2A-327E4772F132}" dt="2018-11-06T09:34:43.818" v="248" actId="20577"/>
        <pc:sldMkLst>
          <pc:docMk/>
          <pc:sldMk cId="3466925056" sldId="345"/>
        </pc:sldMkLst>
        <pc:spChg chg="mod">
          <ac:chgData name="國峰 黃" userId="07d7d89e1f669cb9" providerId="LiveId" clId="{E97F28A7-1CE6-4A2E-BE2A-327E4772F132}" dt="2018-11-05T15:52:47.759" v="159" actId="20577"/>
          <ac:spMkLst>
            <pc:docMk/>
            <pc:sldMk cId="3466925056" sldId="345"/>
            <ac:spMk id="2" creationId="{E7747DF4-4375-4FEA-AD33-D3E0A18DB5F5}"/>
          </ac:spMkLst>
        </pc:spChg>
        <pc:spChg chg="mod">
          <ac:chgData name="國峰 黃" userId="07d7d89e1f669cb9" providerId="LiveId" clId="{E97F28A7-1CE6-4A2E-BE2A-327E4772F132}" dt="2018-11-06T09:34:43.818" v="248" actId="20577"/>
          <ac:spMkLst>
            <pc:docMk/>
            <pc:sldMk cId="3466925056" sldId="345"/>
            <ac:spMk id="4" creationId="{0627CD87-F003-4658-806F-C0DB9B7E1520}"/>
          </ac:spMkLst>
        </pc:spChg>
        <pc:picChg chg="del">
          <ac:chgData name="國峰 黃" userId="07d7d89e1f669cb9" providerId="LiveId" clId="{E97F28A7-1CE6-4A2E-BE2A-327E4772F132}" dt="2018-11-05T15:54:20.625" v="161" actId="478"/>
          <ac:picMkLst>
            <pc:docMk/>
            <pc:sldMk cId="3466925056" sldId="345"/>
            <ac:picMk id="5" creationId="{28202393-B885-45C2-A753-614F8B35A798}"/>
          </ac:picMkLst>
        </pc:picChg>
        <pc:picChg chg="del">
          <ac:chgData name="國峰 黃" userId="07d7d89e1f669cb9" providerId="LiveId" clId="{E97F28A7-1CE6-4A2E-BE2A-327E4772F132}" dt="2018-11-05T15:54:21.446" v="162" actId="478"/>
          <ac:picMkLst>
            <pc:docMk/>
            <pc:sldMk cId="3466925056" sldId="345"/>
            <ac:picMk id="7" creationId="{B67CAC1D-2FB1-4E76-B548-824BED8C015B}"/>
          </ac:picMkLst>
        </pc:picChg>
      </pc:sldChg>
      <pc:sldChg chg="delSp modSp ord">
        <pc:chgData name="國峰 黃" userId="07d7d89e1f669cb9" providerId="LiveId" clId="{E97F28A7-1CE6-4A2E-BE2A-327E4772F132}" dt="2018-11-06T09:00:34.176" v="232" actId="20577"/>
        <pc:sldMkLst>
          <pc:docMk/>
          <pc:sldMk cId="1559617487" sldId="346"/>
        </pc:sldMkLst>
        <pc:spChg chg="mod">
          <ac:chgData name="國峰 黃" userId="07d7d89e1f669cb9" providerId="LiveId" clId="{E97F28A7-1CE6-4A2E-BE2A-327E4772F132}" dt="2018-11-06T09:00:34.176" v="232" actId="20577"/>
          <ac:spMkLst>
            <pc:docMk/>
            <pc:sldMk cId="1559617487" sldId="346"/>
            <ac:spMk id="2" creationId="{E7747DF4-4375-4FEA-AD33-D3E0A18DB5F5}"/>
          </ac:spMkLst>
        </pc:spChg>
        <pc:spChg chg="mod">
          <ac:chgData name="國峰 黃" userId="07d7d89e1f669cb9" providerId="LiveId" clId="{E97F28A7-1CE6-4A2E-BE2A-327E4772F132}" dt="2018-11-06T08:57:35.553" v="228" actId="20577"/>
          <ac:spMkLst>
            <pc:docMk/>
            <pc:sldMk cId="1559617487" sldId="346"/>
            <ac:spMk id="4" creationId="{0627CD87-F003-4658-806F-C0DB9B7E1520}"/>
          </ac:spMkLst>
        </pc:spChg>
        <pc:picChg chg="del">
          <ac:chgData name="國峰 黃" userId="07d7d89e1f669cb9" providerId="LiveId" clId="{E97F28A7-1CE6-4A2E-BE2A-327E4772F132}" dt="2018-11-05T16:10:13.376" v="172" actId="478"/>
          <ac:picMkLst>
            <pc:docMk/>
            <pc:sldMk cId="1559617487" sldId="346"/>
            <ac:picMk id="11" creationId="{8B60C95A-F964-433F-93C8-9384E02AC4CE}"/>
          </ac:picMkLst>
        </pc:picChg>
        <pc:picChg chg="del">
          <ac:chgData name="國峰 黃" userId="07d7d89e1f669cb9" providerId="LiveId" clId="{E97F28A7-1CE6-4A2E-BE2A-327E4772F132}" dt="2018-11-05T16:10:20.250" v="180" actId="478"/>
          <ac:picMkLst>
            <pc:docMk/>
            <pc:sldMk cId="1559617487" sldId="346"/>
            <ac:picMk id="13" creationId="{27F7F5B9-F14C-4B47-9CDB-708B0C1369F5}"/>
          </ac:picMkLst>
        </pc:picChg>
      </pc:sldChg>
      <pc:sldChg chg="addSp delSp modSp add ord">
        <pc:chgData name="國峰 黃" userId="07d7d89e1f669cb9" providerId="LiveId" clId="{E97F28A7-1CE6-4A2E-BE2A-327E4772F132}" dt="2018-11-06T08:56:33.045" v="226"/>
        <pc:sldMkLst>
          <pc:docMk/>
          <pc:sldMk cId="280328986" sldId="358"/>
        </pc:sldMkLst>
        <pc:spChg chg="mod">
          <ac:chgData name="國峰 黃" userId="07d7d89e1f669cb9" providerId="LiveId" clId="{E97F28A7-1CE6-4A2E-BE2A-327E4772F132}" dt="2018-11-05T15:04:01.789" v="96" actId="20577"/>
          <ac:spMkLst>
            <pc:docMk/>
            <pc:sldMk cId="280328986" sldId="358"/>
            <ac:spMk id="2" creationId="{E7747DF4-4375-4FEA-AD33-D3E0A18DB5F5}"/>
          </ac:spMkLst>
        </pc:spChg>
        <pc:spChg chg="add del mod">
          <ac:chgData name="國峰 黃" userId="07d7d89e1f669cb9" providerId="LiveId" clId="{E97F28A7-1CE6-4A2E-BE2A-327E4772F132}" dt="2018-11-05T15:04:10.323" v="98" actId="931"/>
          <ac:spMkLst>
            <pc:docMk/>
            <pc:sldMk cId="280328986" sldId="358"/>
            <ac:spMk id="4" creationId="{41B9C323-A6B3-4169-91C7-A6ED1768EE17}"/>
          </ac:spMkLst>
        </pc:spChg>
        <pc:spChg chg="add del mod">
          <ac:chgData name="國峰 黃" userId="07d7d89e1f669cb9" providerId="LiveId" clId="{E97F28A7-1CE6-4A2E-BE2A-327E4772F132}" dt="2018-11-05T15:05:18.066" v="105" actId="931"/>
          <ac:spMkLst>
            <pc:docMk/>
            <pc:sldMk cId="280328986" sldId="358"/>
            <ac:spMk id="9" creationId="{688F4D9F-F370-4AE4-A1A4-28BFE04A2344}"/>
          </ac:spMkLst>
        </pc:spChg>
        <pc:spChg chg="add del mod">
          <ac:chgData name="國峰 黃" userId="07d7d89e1f669cb9" providerId="LiveId" clId="{E97F28A7-1CE6-4A2E-BE2A-327E4772F132}" dt="2018-11-05T15:05:34.581" v="109" actId="478"/>
          <ac:spMkLst>
            <pc:docMk/>
            <pc:sldMk cId="280328986" sldId="358"/>
            <ac:spMk id="15" creationId="{428807FC-6648-4DB0-A685-14B244EAF539}"/>
          </ac:spMkLst>
        </pc:spChg>
        <pc:picChg chg="del">
          <ac:chgData name="國峰 黃" userId="07d7d89e1f669cb9" providerId="LiveId" clId="{E97F28A7-1CE6-4A2E-BE2A-327E4772F132}" dt="2018-11-05T15:04:04.932" v="97" actId="478"/>
          <ac:picMkLst>
            <pc:docMk/>
            <pc:sldMk cId="280328986" sldId="358"/>
            <ac:picMk id="5" creationId="{E77A53C1-E661-439B-AAD2-FA2A6D0670BA}"/>
          </ac:picMkLst>
        </pc:picChg>
        <pc:picChg chg="add del mod">
          <ac:chgData name="國峰 黃" userId="07d7d89e1f669cb9" providerId="LiveId" clId="{E97F28A7-1CE6-4A2E-BE2A-327E4772F132}" dt="2018-11-05T15:05:05.107" v="104" actId="478"/>
          <ac:picMkLst>
            <pc:docMk/>
            <pc:sldMk cId="280328986" sldId="358"/>
            <ac:picMk id="7" creationId="{A4579D53-C130-4123-AFE9-B18C975ECC81}"/>
          </ac:picMkLst>
        </pc:picChg>
        <pc:picChg chg="add del mod">
          <ac:chgData name="國峰 黃" userId="07d7d89e1f669cb9" providerId="LiveId" clId="{E97F28A7-1CE6-4A2E-BE2A-327E4772F132}" dt="2018-11-05T15:05:27.873" v="108" actId="478"/>
          <ac:picMkLst>
            <pc:docMk/>
            <pc:sldMk cId="280328986" sldId="358"/>
            <ac:picMk id="11" creationId="{03C50162-D1BB-4F30-A629-C4637B4C2E37}"/>
          </ac:picMkLst>
        </pc:picChg>
        <pc:picChg chg="add mod">
          <ac:chgData name="國峰 黃" userId="07d7d89e1f669cb9" providerId="LiveId" clId="{E97F28A7-1CE6-4A2E-BE2A-327E4772F132}" dt="2018-11-05T15:05:36.627" v="110" actId="14100"/>
          <ac:picMkLst>
            <pc:docMk/>
            <pc:sldMk cId="280328986" sldId="358"/>
            <ac:picMk id="13" creationId="{E41A4948-7E1F-439C-9529-C060495F6261}"/>
          </ac:picMkLst>
        </pc:picChg>
      </pc:sldChg>
      <pc:sldChg chg="addSp delSp modSp add">
        <pc:chgData name="國峰 黃" userId="07d7d89e1f669cb9" providerId="LiveId" clId="{E97F28A7-1CE6-4A2E-BE2A-327E4772F132}" dt="2018-11-13T09:39:52.219" v="327" actId="404"/>
        <pc:sldMkLst>
          <pc:docMk/>
          <pc:sldMk cId="4131553573" sldId="359"/>
        </pc:sldMkLst>
        <pc:spChg chg="mod">
          <ac:chgData name="國峰 黃" userId="07d7d89e1f669cb9" providerId="LiveId" clId="{E97F28A7-1CE6-4A2E-BE2A-327E4772F132}" dt="2018-11-13T09:39:52.219" v="327" actId="404"/>
          <ac:spMkLst>
            <pc:docMk/>
            <pc:sldMk cId="4131553573" sldId="359"/>
            <ac:spMk id="2" creationId="{E7747DF4-4375-4FEA-AD33-D3E0A18DB5F5}"/>
          </ac:spMkLst>
        </pc:spChg>
        <pc:spChg chg="add mod">
          <ac:chgData name="國峰 黃" userId="07d7d89e1f669cb9" providerId="LiveId" clId="{E97F28A7-1CE6-4A2E-BE2A-327E4772F132}" dt="2018-11-13T09:08:15.470" v="268" actId="1076"/>
          <ac:spMkLst>
            <pc:docMk/>
            <pc:sldMk cId="4131553573" sldId="359"/>
            <ac:spMk id="3" creationId="{A11983A9-E54D-4605-A93F-A6650EACEAE0}"/>
          </ac:spMkLst>
        </pc:spChg>
        <pc:spChg chg="add mod">
          <ac:chgData name="國峰 黃" userId="07d7d89e1f669cb9" providerId="LiveId" clId="{E97F28A7-1CE6-4A2E-BE2A-327E4772F132}" dt="2018-11-13T09:09:54.802" v="280" actId="20577"/>
          <ac:spMkLst>
            <pc:docMk/>
            <pc:sldMk cId="4131553573" sldId="359"/>
            <ac:spMk id="11" creationId="{9F4D8726-F982-48EF-9D5B-2A8A85E75138}"/>
          </ac:spMkLst>
        </pc:spChg>
        <pc:spChg chg="add mod">
          <ac:chgData name="國峰 黃" userId="07d7d89e1f669cb9" providerId="LiveId" clId="{E97F28A7-1CE6-4A2E-BE2A-327E4772F132}" dt="2018-11-13T09:08:45.668" v="278" actId="20577"/>
          <ac:spMkLst>
            <pc:docMk/>
            <pc:sldMk cId="4131553573" sldId="359"/>
            <ac:spMk id="13" creationId="{C6304187-DA31-49ED-8C80-C68A7001AD47}"/>
          </ac:spMkLst>
        </pc:spChg>
        <pc:spChg chg="add mod">
          <ac:chgData name="國峰 黃" userId="07d7d89e1f669cb9" providerId="LiveId" clId="{E97F28A7-1CE6-4A2E-BE2A-327E4772F132}" dt="2018-11-13T09:11:01.529" v="286" actId="20577"/>
          <ac:spMkLst>
            <pc:docMk/>
            <pc:sldMk cId="4131553573" sldId="359"/>
            <ac:spMk id="14" creationId="{50975278-FCE3-4E3C-ADF6-FBDFF53E354A}"/>
          </ac:spMkLst>
        </pc:spChg>
        <pc:spChg chg="add del mod">
          <ac:chgData name="國峰 黃" userId="07d7d89e1f669cb9" providerId="LiveId" clId="{E97F28A7-1CE6-4A2E-BE2A-327E4772F132}" dt="2018-11-13T09:11:41.872" v="296" actId="478"/>
          <ac:spMkLst>
            <pc:docMk/>
            <pc:sldMk cId="4131553573" sldId="359"/>
            <ac:spMk id="16" creationId="{0BF81C2E-8202-4020-B859-6B4842029C1A}"/>
          </ac:spMkLst>
        </pc:spChg>
        <pc:spChg chg="add del mod">
          <ac:chgData name="國峰 黃" userId="07d7d89e1f669cb9" providerId="LiveId" clId="{E97F28A7-1CE6-4A2E-BE2A-327E4772F132}" dt="2018-11-13T09:11:39.805" v="295" actId="478"/>
          <ac:spMkLst>
            <pc:docMk/>
            <pc:sldMk cId="4131553573" sldId="359"/>
            <ac:spMk id="18" creationId="{3044C5FF-BEB1-4EAF-8423-C7BDC9D65190}"/>
          </ac:spMkLst>
        </pc:spChg>
        <pc:picChg chg="add mod">
          <ac:chgData name="國峰 黃" userId="07d7d89e1f669cb9" providerId="LiveId" clId="{E97F28A7-1CE6-4A2E-BE2A-327E4772F132}" dt="2018-11-13T09:10:52.759" v="283" actId="1076"/>
          <ac:picMkLst>
            <pc:docMk/>
            <pc:sldMk cId="4131553573" sldId="359"/>
            <ac:picMk id="4" creationId="{15D32BB8-E965-4D42-93B5-7D82404ABA2F}"/>
          </ac:picMkLst>
        </pc:picChg>
        <pc:picChg chg="add mod">
          <ac:chgData name="國峰 黃" userId="07d7d89e1f669cb9" providerId="LiveId" clId="{E97F28A7-1CE6-4A2E-BE2A-327E4772F132}" dt="2018-11-05T15:09:40.757" v="128" actId="1076"/>
          <ac:picMkLst>
            <pc:docMk/>
            <pc:sldMk cId="4131553573" sldId="359"/>
            <ac:picMk id="6" creationId="{F4C6D8A4-1FAA-4CC4-828B-1BDF1B666F66}"/>
          </ac:picMkLst>
        </pc:picChg>
        <pc:picChg chg="add mod">
          <ac:chgData name="國峰 黃" userId="07d7d89e1f669cb9" providerId="LiveId" clId="{E97F28A7-1CE6-4A2E-BE2A-327E4772F132}" dt="2018-11-05T15:13:47.048" v="140" actId="1076"/>
          <ac:picMkLst>
            <pc:docMk/>
            <pc:sldMk cId="4131553573" sldId="359"/>
            <ac:picMk id="8" creationId="{E6AA00AC-6469-484A-8775-5A19D51139D6}"/>
          </ac:picMkLst>
        </pc:picChg>
        <pc:picChg chg="add del mod">
          <ac:chgData name="國峰 黃" userId="07d7d89e1f669cb9" providerId="LiveId" clId="{E97F28A7-1CE6-4A2E-BE2A-327E4772F132}" dt="2018-11-05T15:12:46.647" v="133" actId="478"/>
          <ac:picMkLst>
            <pc:docMk/>
            <pc:sldMk cId="4131553573" sldId="359"/>
            <ac:picMk id="10" creationId="{3914D84B-5DFF-4605-9F72-FBF3D6462CD4}"/>
          </ac:picMkLst>
        </pc:picChg>
        <pc:picChg chg="add del">
          <ac:chgData name="國峰 黃" userId="07d7d89e1f669cb9" providerId="LiveId" clId="{E97F28A7-1CE6-4A2E-BE2A-327E4772F132}" dt="2018-11-13T09:08:19.439" v="270"/>
          <ac:picMkLst>
            <pc:docMk/>
            <pc:sldMk cId="4131553573" sldId="359"/>
            <ac:picMk id="10" creationId="{666FF895-5FDE-446D-BF31-5A91537CC313}"/>
          </ac:picMkLst>
        </pc:picChg>
        <pc:picChg chg="add mod">
          <ac:chgData name="國峰 黃" userId="07d7d89e1f669cb9" providerId="LiveId" clId="{E97F28A7-1CE6-4A2E-BE2A-327E4772F132}" dt="2018-11-05T15:13:52.770" v="142" actId="1076"/>
          <ac:picMkLst>
            <pc:docMk/>
            <pc:sldMk cId="4131553573" sldId="359"/>
            <ac:picMk id="12" creationId="{E0C4E04B-DC65-41DC-B600-3AE6FE880EE1}"/>
          </ac:picMkLst>
        </pc:picChg>
        <pc:picChg chg="del">
          <ac:chgData name="國峰 黃" userId="07d7d89e1f669cb9" providerId="LiveId" clId="{E97F28A7-1CE6-4A2E-BE2A-327E4772F132}" dt="2018-11-05T15:08:21.531" v="112" actId="478"/>
          <ac:picMkLst>
            <pc:docMk/>
            <pc:sldMk cId="4131553573" sldId="359"/>
            <ac:picMk id="13" creationId="{E41A4948-7E1F-439C-9529-C060495F6261}"/>
          </ac:picMkLst>
        </pc:picChg>
        <pc:picChg chg="add mod">
          <ac:chgData name="國峰 黃" userId="07d7d89e1f669cb9" providerId="LiveId" clId="{E97F28A7-1CE6-4A2E-BE2A-327E4772F132}" dt="2018-11-05T15:15:09.906" v="146" actId="14100"/>
          <ac:picMkLst>
            <pc:docMk/>
            <pc:sldMk cId="4131553573" sldId="359"/>
            <ac:picMk id="15" creationId="{37D09198-924C-4385-9FBD-E4981F0739BB}"/>
          </ac:picMkLst>
        </pc:picChg>
        <pc:picChg chg="add mod">
          <ac:chgData name="國峰 黃" userId="07d7d89e1f669cb9" providerId="LiveId" clId="{E97F28A7-1CE6-4A2E-BE2A-327E4772F132}" dt="2018-11-05T15:15:01.107" v="144" actId="1076"/>
          <ac:picMkLst>
            <pc:docMk/>
            <pc:sldMk cId="4131553573" sldId="359"/>
            <ac:picMk id="17" creationId="{FD584FD0-C6AC-47EC-8D84-50BAC1300B30}"/>
          </ac:picMkLst>
        </pc:picChg>
      </pc:sldChg>
      <pc:sldChg chg="addSp delSp modSp add">
        <pc:chgData name="國峰 黃" userId="07d7d89e1f669cb9" providerId="LiveId" clId="{E97F28A7-1CE6-4A2E-BE2A-327E4772F132}" dt="2018-11-06T08:55:02.086" v="225" actId="931"/>
        <pc:sldMkLst>
          <pc:docMk/>
          <pc:sldMk cId="1305925355" sldId="360"/>
        </pc:sldMkLst>
        <pc:spChg chg="mod">
          <ac:chgData name="國峰 黃" userId="07d7d89e1f669cb9" providerId="LiveId" clId="{E97F28A7-1CE6-4A2E-BE2A-327E4772F132}" dt="2018-11-06T08:52:57.038" v="212"/>
          <ac:spMkLst>
            <pc:docMk/>
            <pc:sldMk cId="1305925355" sldId="360"/>
            <ac:spMk id="2" creationId="{E7747DF4-4375-4FEA-AD33-D3E0A18DB5F5}"/>
          </ac:spMkLst>
        </pc:spChg>
        <pc:picChg chg="add del mod">
          <ac:chgData name="國峰 黃" userId="07d7d89e1f669cb9" providerId="LiveId" clId="{E97F28A7-1CE6-4A2E-BE2A-327E4772F132}" dt="2018-11-06T08:54:23.349" v="216" actId="478"/>
          <ac:picMkLst>
            <pc:docMk/>
            <pc:sldMk cId="1305925355" sldId="360"/>
            <ac:picMk id="5" creationId="{1E58E509-EC7B-4D1C-90DC-46D7E8A8457D}"/>
          </ac:picMkLst>
        </pc:picChg>
        <pc:picChg chg="add del">
          <ac:chgData name="國峰 黃" userId="07d7d89e1f669cb9" providerId="LiveId" clId="{E97F28A7-1CE6-4A2E-BE2A-327E4772F132}" dt="2018-11-06T08:54:56.158" v="224"/>
          <ac:picMkLst>
            <pc:docMk/>
            <pc:sldMk cId="1305925355" sldId="360"/>
            <ac:picMk id="6" creationId="{9A1B0332-17C1-43C9-A4F4-49A5A5ED2750}"/>
          </ac:picMkLst>
        </pc:picChg>
        <pc:picChg chg="add mod">
          <ac:chgData name="國峰 黃" userId="07d7d89e1f669cb9" providerId="LiveId" clId="{E97F28A7-1CE6-4A2E-BE2A-327E4772F132}" dt="2018-11-06T08:55:02.086" v="225" actId="931"/>
          <ac:picMkLst>
            <pc:docMk/>
            <pc:sldMk cId="1305925355" sldId="360"/>
            <ac:picMk id="8" creationId="{C88E0D4A-D61A-4B7B-B4E2-7ECEAE926A09}"/>
          </ac:picMkLst>
        </pc:picChg>
      </pc:sldChg>
      <pc:sldChg chg="addSp delSp modSp add mod setBg">
        <pc:chgData name="國峰 黃" userId="07d7d89e1f669cb9" providerId="LiveId" clId="{E97F28A7-1CE6-4A2E-BE2A-327E4772F132}" dt="2018-11-06T09:04:54.131" v="246" actId="478"/>
        <pc:sldMkLst>
          <pc:docMk/>
          <pc:sldMk cId="3818536234" sldId="361"/>
        </pc:sldMkLst>
        <pc:spChg chg="mod">
          <ac:chgData name="國峰 黃" userId="07d7d89e1f669cb9" providerId="LiveId" clId="{E97F28A7-1CE6-4A2E-BE2A-327E4772F132}" dt="2018-11-06T09:04:39.912" v="242" actId="26606"/>
          <ac:spMkLst>
            <pc:docMk/>
            <pc:sldMk cId="3818536234" sldId="361"/>
            <ac:spMk id="2" creationId="{E7747DF4-4375-4FEA-AD33-D3E0A18DB5F5}"/>
          </ac:spMkLst>
        </pc:spChg>
        <pc:spChg chg="del mod">
          <ac:chgData name="國峰 黃" userId="07d7d89e1f669cb9" providerId="LiveId" clId="{E97F28A7-1CE6-4A2E-BE2A-327E4772F132}" dt="2018-11-06T09:04:54.131" v="246" actId="478"/>
          <ac:spMkLst>
            <pc:docMk/>
            <pc:sldMk cId="3818536234" sldId="361"/>
            <ac:spMk id="4" creationId="{0627CD87-F003-4658-806F-C0DB9B7E1520}"/>
          </ac:spMkLst>
        </pc:spChg>
        <pc:spChg chg="add del">
          <ac:chgData name="國峰 黃" userId="07d7d89e1f669cb9" providerId="LiveId" clId="{E97F28A7-1CE6-4A2E-BE2A-327E4772F132}" dt="2018-11-06T09:04:39.912" v="242" actId="26606"/>
          <ac:spMkLst>
            <pc:docMk/>
            <pc:sldMk cId="3818536234" sldId="361"/>
            <ac:spMk id="10" creationId="{867D4867-5BA7-4462-B2F6-A23F4A622AA7}"/>
          </ac:spMkLst>
        </pc:spChg>
        <pc:picChg chg="add mod">
          <ac:chgData name="國峰 黃" userId="07d7d89e1f669cb9" providerId="LiveId" clId="{E97F28A7-1CE6-4A2E-BE2A-327E4772F132}" dt="2018-11-06T09:04:47.209" v="245" actId="1076"/>
          <ac:picMkLst>
            <pc:docMk/>
            <pc:sldMk cId="3818536234" sldId="361"/>
            <ac:picMk id="5" creationId="{2F35601F-6E5C-4FA2-9E29-194794C81C58}"/>
          </ac:picMkLst>
        </pc:picChg>
      </pc:sldChg>
      <pc:sldChg chg="addSp delSp modSp add mod setBg">
        <pc:chgData name="國峰 黃" userId="07d7d89e1f669cb9" providerId="LiveId" clId="{E97F28A7-1CE6-4A2E-BE2A-327E4772F132}" dt="2018-11-06T09:56:15.545" v="255" actId="14100"/>
        <pc:sldMkLst>
          <pc:docMk/>
          <pc:sldMk cId="585915121" sldId="362"/>
        </pc:sldMkLst>
        <pc:spChg chg="mod ord">
          <ac:chgData name="國峰 黃" userId="07d7d89e1f669cb9" providerId="LiveId" clId="{E97F28A7-1CE6-4A2E-BE2A-327E4772F132}" dt="2018-11-06T09:56:10.387" v="254" actId="26606"/>
          <ac:spMkLst>
            <pc:docMk/>
            <pc:sldMk cId="585915121" sldId="362"/>
            <ac:spMk id="2" creationId="{E7747DF4-4375-4FEA-AD33-D3E0A18DB5F5}"/>
          </ac:spMkLst>
        </pc:spChg>
        <pc:spChg chg="add del mod">
          <ac:chgData name="國峰 黃" userId="07d7d89e1f669cb9" providerId="LiveId" clId="{E97F28A7-1CE6-4A2E-BE2A-327E4772F132}" dt="2018-11-06T09:56:02.174" v="251" actId="931"/>
          <ac:spMkLst>
            <pc:docMk/>
            <pc:sldMk cId="585915121" sldId="362"/>
            <ac:spMk id="4" creationId="{FD1C6132-6871-44E8-9A8C-C467B5FEC1A2}"/>
          </ac:spMkLst>
        </pc:spChg>
        <pc:spChg chg="add del">
          <ac:chgData name="國峰 黃" userId="07d7d89e1f669cb9" providerId="LiveId" clId="{E97F28A7-1CE6-4A2E-BE2A-327E4772F132}" dt="2018-11-06T09:56:10.387" v="254" actId="26606"/>
          <ac:spMkLst>
            <pc:docMk/>
            <pc:sldMk cId="585915121" sldId="362"/>
            <ac:spMk id="12" creationId="{37C89E4B-3C9F-44B9-8B86-D9E3D112D8EC}"/>
          </ac:spMkLst>
        </pc:spChg>
        <pc:picChg chg="del">
          <ac:chgData name="國峰 黃" userId="07d7d89e1f669cb9" providerId="LiveId" clId="{E97F28A7-1CE6-4A2E-BE2A-327E4772F132}" dt="2018-11-06T09:55:03.326" v="250" actId="478"/>
          <ac:picMkLst>
            <pc:docMk/>
            <pc:sldMk cId="585915121" sldId="362"/>
            <ac:picMk id="5" creationId="{E77A53C1-E661-439B-AAD2-FA2A6D0670BA}"/>
          </ac:picMkLst>
        </pc:picChg>
        <pc:picChg chg="add mod">
          <ac:chgData name="國峰 黃" userId="07d7d89e1f669cb9" providerId="LiveId" clId="{E97F28A7-1CE6-4A2E-BE2A-327E4772F132}" dt="2018-11-06T09:56:15.545" v="255" actId="14100"/>
          <ac:picMkLst>
            <pc:docMk/>
            <pc:sldMk cId="585915121" sldId="362"/>
            <ac:picMk id="7" creationId="{02B16303-0D45-4209-8156-72229747899E}"/>
          </ac:picMkLst>
        </pc:picChg>
        <pc:cxnChg chg="add del">
          <ac:chgData name="國峰 黃" userId="07d7d89e1f669cb9" providerId="LiveId" clId="{E97F28A7-1CE6-4A2E-BE2A-327E4772F132}" dt="2018-11-06T09:56:10.387" v="254" actId="26606"/>
          <ac:cxnSpMkLst>
            <pc:docMk/>
            <pc:sldMk cId="585915121" sldId="362"/>
            <ac:cxnSpMk id="14" creationId="{AA2EAA10-076F-46BD-8F0F-B9A2FB77A85C}"/>
          </ac:cxnSpMkLst>
        </pc:cxnChg>
        <pc:cxnChg chg="add del">
          <ac:chgData name="國峰 黃" userId="07d7d89e1f669cb9" providerId="LiveId" clId="{E97F28A7-1CE6-4A2E-BE2A-327E4772F132}" dt="2018-11-06T09:56:10.387" v="254" actId="26606"/>
          <ac:cxnSpMkLst>
            <pc:docMk/>
            <pc:sldMk cId="585915121" sldId="362"/>
            <ac:cxnSpMk id="16" creationId="{D891E407-403B-4764-86C9-33A56D3BCAA3}"/>
          </ac:cxnSpMkLst>
        </pc:cxnChg>
      </pc:sldChg>
      <pc:sldChg chg="addSp delSp modSp add">
        <pc:chgData name="國峰 黃" userId="07d7d89e1f669cb9" providerId="LiveId" clId="{E97F28A7-1CE6-4A2E-BE2A-327E4772F132}" dt="2018-11-13T09:48:17.559" v="341"/>
        <pc:sldMkLst>
          <pc:docMk/>
          <pc:sldMk cId="1008352898" sldId="363"/>
        </pc:sldMkLst>
        <pc:spChg chg="mod">
          <ac:chgData name="國峰 黃" userId="07d7d89e1f669cb9" providerId="LiveId" clId="{E97F28A7-1CE6-4A2E-BE2A-327E4772F132}" dt="2018-11-13T09:48:17.559" v="341"/>
          <ac:spMkLst>
            <pc:docMk/>
            <pc:sldMk cId="1008352898" sldId="363"/>
            <ac:spMk id="2" creationId="{12F05902-5919-470C-8063-8C8BA1F98A77}"/>
          </ac:spMkLst>
        </pc:spChg>
        <pc:spChg chg="del">
          <ac:chgData name="國峰 黃" userId="07d7d89e1f669cb9" providerId="LiveId" clId="{E97F28A7-1CE6-4A2E-BE2A-327E4772F132}" dt="2018-11-13T09:47:47.239" v="331" actId="931"/>
          <ac:spMkLst>
            <pc:docMk/>
            <pc:sldMk cId="1008352898" sldId="363"/>
            <ac:spMk id="3" creationId="{3820327E-5BD8-40BC-A30C-865F68D66CF9}"/>
          </ac:spMkLst>
        </pc:spChg>
        <pc:picChg chg="add del">
          <ac:chgData name="國峰 黃" userId="07d7d89e1f669cb9" providerId="LiveId" clId="{E97F28A7-1CE6-4A2E-BE2A-327E4772F132}" dt="2018-11-13T09:47:40.780" v="330"/>
          <ac:picMkLst>
            <pc:docMk/>
            <pc:sldMk cId="1008352898" sldId="363"/>
            <ac:picMk id="4" creationId="{B6B9BDA6-3D15-4E2A-BDC3-3FAEC2197B0D}"/>
          </ac:picMkLst>
        </pc:picChg>
        <pc:picChg chg="add mod">
          <ac:chgData name="國峰 黃" userId="07d7d89e1f669cb9" providerId="LiveId" clId="{E97F28A7-1CE6-4A2E-BE2A-327E4772F132}" dt="2018-11-13T09:47:58.550" v="336" actId="1076"/>
          <ac:picMkLst>
            <pc:docMk/>
            <pc:sldMk cId="1008352898" sldId="363"/>
            <ac:picMk id="6" creationId="{C476E7C2-3CC3-4333-93D0-3120397F5069}"/>
          </ac:picMkLst>
        </pc:picChg>
      </pc:sldChg>
    </pc:docChg>
  </pc:docChgLst>
  <pc:docChgLst>
    <pc:chgData name="黃國峰" userId="07d7d89e1f669cb9" providerId="LiveId" clId="{D7E13699-1C50-409E-984A-872A6EE95369}"/>
  </pc:docChgLst>
  <pc:docChgLst>
    <pc:chgData userId="07d7d89e1f669cb9" providerId="LiveId" clId="{A25C8640-2F66-41E6-A9F0-00AB598344A4}"/>
  </pc:docChgLst>
  <pc:docChgLst>
    <pc:chgData name="國峰 黃" userId="07d7d89e1f669cb9" providerId="LiveId" clId="{2317824F-B36D-4B63-B144-CA71A6898041}"/>
    <pc:docChg chg="undo custSel mod addSld delSld modSld sldOrd modSection">
      <pc:chgData name="國峰 黃" userId="07d7d89e1f669cb9" providerId="LiveId" clId="{2317824F-B36D-4B63-B144-CA71A6898041}" dt="2018-09-18T10:08:46.512" v="902"/>
      <pc:docMkLst>
        <pc:docMk/>
      </pc:docMkLst>
      <pc:sldChg chg="modSp">
        <pc:chgData name="國峰 黃" userId="07d7d89e1f669cb9" providerId="LiveId" clId="{2317824F-B36D-4B63-B144-CA71A6898041}" dt="2018-09-18T04:57:57.134" v="27" actId="20577"/>
        <pc:sldMkLst>
          <pc:docMk/>
          <pc:sldMk cId="3676774769" sldId="256"/>
        </pc:sldMkLst>
        <pc:spChg chg="mod">
          <ac:chgData name="國峰 黃" userId="07d7d89e1f669cb9" providerId="LiveId" clId="{2317824F-B36D-4B63-B144-CA71A6898041}" dt="2018-09-18T04:57:09.486" v="10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2317824F-B36D-4B63-B144-CA71A6898041}" dt="2018-09-18T04:57:57.134" v="27" actId="20577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2317824F-B36D-4B63-B144-CA71A6898041}" dt="2018-09-18T04:56:57.783" v="8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2317824F-B36D-4B63-B144-CA71A6898041}" dt="2018-09-18T04:59:37.838" v="39" actId="20577"/>
        <pc:sldMkLst>
          <pc:docMk/>
          <pc:sldMk cId="2726883200" sldId="276"/>
        </pc:sldMkLst>
        <pc:spChg chg="mod">
          <ac:chgData name="國峰 黃" userId="07d7d89e1f669cb9" providerId="LiveId" clId="{2317824F-B36D-4B63-B144-CA71A6898041}" dt="2018-09-18T04:59:37.838" v="39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 mod setBg">
        <pc:chgData name="國峰 黃" userId="07d7d89e1f669cb9" providerId="LiveId" clId="{2317824F-B36D-4B63-B144-CA71A6898041}" dt="2018-09-18T05:47:32.801" v="419" actId="20577"/>
        <pc:sldMkLst>
          <pc:docMk/>
          <pc:sldMk cId="2693855290" sldId="306"/>
        </pc:sldMkLst>
        <pc:spChg chg="mod">
          <ac:chgData name="國峰 黃" userId="07d7d89e1f669cb9" providerId="LiveId" clId="{2317824F-B36D-4B63-B144-CA71A6898041}" dt="2018-09-18T05:47:32.801" v="419" actId="20577"/>
          <ac:spMkLst>
            <pc:docMk/>
            <pc:sldMk cId="2693855290" sldId="306"/>
            <ac:spMk id="2" creationId="{E7747DF4-4375-4FEA-AD33-D3E0A18DB5F5}"/>
          </ac:spMkLst>
        </pc:spChg>
        <pc:spChg chg="del mod">
          <ac:chgData name="國峰 黃" userId="07d7d89e1f669cb9" providerId="LiveId" clId="{2317824F-B36D-4B63-B144-CA71A6898041}" dt="2018-09-18T05:06:08.131" v="44" actId="931"/>
          <ac:spMkLst>
            <pc:docMk/>
            <pc:sldMk cId="2693855290" sldId="306"/>
            <ac:spMk id="3" creationId="{7EA8248B-CF22-4D53-BD43-208C1FD8B188}"/>
          </ac:spMkLst>
        </pc:spChg>
        <pc:spChg chg="add del mod">
          <ac:chgData name="國峰 黃" userId="07d7d89e1f669cb9" providerId="LiveId" clId="{2317824F-B36D-4B63-B144-CA71A6898041}" dt="2018-09-18T05:06:36.541" v="49" actId="11529"/>
          <ac:spMkLst>
            <pc:docMk/>
            <pc:sldMk cId="2693855290" sldId="306"/>
            <ac:spMk id="6" creationId="{F550D620-E62B-4456-A002-B595CC85533A}"/>
          </ac:spMkLst>
        </pc:spChg>
        <pc:spChg chg="add mod">
          <ac:chgData name="國峰 黃" userId="07d7d89e1f669cb9" providerId="LiveId" clId="{2317824F-B36D-4B63-B144-CA71A6898041}" dt="2018-09-18T05:06:52.334" v="50" actId="11529"/>
          <ac:spMkLst>
            <pc:docMk/>
            <pc:sldMk cId="2693855290" sldId="306"/>
            <ac:spMk id="7" creationId="{99086DC2-F8C8-4EA5-B068-5864D10D2125}"/>
          </ac:spMkLst>
        </pc:spChg>
        <pc:spChg chg="add mod">
          <ac:chgData name="國峰 黃" userId="07d7d89e1f669cb9" providerId="LiveId" clId="{2317824F-B36D-4B63-B144-CA71A6898041}" dt="2018-09-18T05:07:16.370" v="54" actId="1076"/>
          <ac:spMkLst>
            <pc:docMk/>
            <pc:sldMk cId="2693855290" sldId="306"/>
            <ac:spMk id="10" creationId="{2926D08C-BA85-41E6-B116-353ACFCCED33}"/>
          </ac:spMkLst>
        </pc:spChg>
        <pc:spChg chg="add del">
          <ac:chgData name="國峰 黃" userId="07d7d89e1f669cb9" providerId="LiveId" clId="{2317824F-B36D-4B63-B144-CA71A6898041}" dt="2018-09-18T05:06:14.765" v="47" actId="26606"/>
          <ac:spMkLst>
            <pc:docMk/>
            <pc:sldMk cId="2693855290" sldId="306"/>
            <ac:spMk id="13" creationId="{73DE2CFE-42F2-48F0-8706-5264E012B10C}"/>
          </ac:spMkLst>
        </pc:spChg>
        <pc:picChg chg="add mod">
          <ac:chgData name="國峰 黃" userId="07d7d89e1f669cb9" providerId="LiveId" clId="{2317824F-B36D-4B63-B144-CA71A6898041}" dt="2018-09-18T05:07:10.733" v="52" actId="1076"/>
          <ac:picMkLst>
            <pc:docMk/>
            <pc:sldMk cId="2693855290" sldId="306"/>
            <ac:picMk id="5" creationId="{9A88F7FA-EE34-4AD8-92B7-F465D22AC41C}"/>
          </ac:picMkLst>
        </pc:picChg>
        <pc:picChg chg="add del">
          <ac:chgData name="國峰 黃" userId="07d7d89e1f669cb9" providerId="LiveId" clId="{2317824F-B36D-4B63-B144-CA71A6898041}" dt="2018-09-18T05:06:14.765" v="47" actId="26606"/>
          <ac:picMkLst>
            <pc:docMk/>
            <pc:sldMk cId="2693855290" sldId="306"/>
            <ac:picMk id="8" creationId="{9A88F7FA-EE34-4AD8-92B7-F465D22AC41C}"/>
          </ac:picMkLst>
        </pc:picChg>
      </pc:sldChg>
      <pc:sldChg chg="addSp delSp modSp add">
        <pc:chgData name="國峰 黃" userId="07d7d89e1f669cb9" providerId="LiveId" clId="{2317824F-B36D-4B63-B144-CA71A6898041}" dt="2018-09-18T05:47:35.428" v="421" actId="20577"/>
        <pc:sldMkLst>
          <pc:docMk/>
          <pc:sldMk cId="2294589171" sldId="343"/>
        </pc:sldMkLst>
        <pc:spChg chg="mod">
          <ac:chgData name="國峰 黃" userId="07d7d89e1f669cb9" providerId="LiveId" clId="{2317824F-B36D-4B63-B144-CA71A6898041}" dt="2018-09-18T05:47:35.428" v="421" actId="20577"/>
          <ac:spMkLst>
            <pc:docMk/>
            <pc:sldMk cId="2294589171" sldId="343"/>
            <ac:spMk id="2" creationId="{E7747DF4-4375-4FEA-AD33-D3E0A18DB5F5}"/>
          </ac:spMkLst>
        </pc:spChg>
        <pc:spChg chg="add mod">
          <ac:chgData name="國峰 黃" userId="07d7d89e1f669cb9" providerId="LiveId" clId="{2317824F-B36D-4B63-B144-CA71A6898041}" dt="2018-09-18T05:44:23.133" v="411" actId="20577"/>
          <ac:spMkLst>
            <pc:docMk/>
            <pc:sldMk cId="2294589171" sldId="343"/>
            <ac:spMk id="4" creationId="{0627CD87-F003-4658-806F-C0DB9B7E1520}"/>
          </ac:spMkLst>
        </pc:spChg>
        <pc:spChg chg="add del mod">
          <ac:chgData name="國峰 黃" userId="07d7d89e1f669cb9" providerId="LiveId" clId="{2317824F-B36D-4B63-B144-CA71A6898041}" dt="2018-09-18T05:12:53.161" v="128" actId="11529"/>
          <ac:spMkLst>
            <pc:docMk/>
            <pc:sldMk cId="2294589171" sldId="343"/>
            <ac:spMk id="6" creationId="{6BD9FDF2-AB9A-4945-9E61-14C8C9A98D87}"/>
          </ac:spMkLst>
        </pc:spChg>
        <pc:spChg chg="del">
          <ac:chgData name="國峰 黃" userId="07d7d89e1f669cb9" providerId="LiveId" clId="{2317824F-B36D-4B63-B144-CA71A6898041}" dt="2018-09-18T05:12:27.882" v="124" actId="478"/>
          <ac:spMkLst>
            <pc:docMk/>
            <pc:sldMk cId="2294589171" sldId="343"/>
            <ac:spMk id="7" creationId="{99086DC2-F8C8-4EA5-B068-5864D10D2125}"/>
          </ac:spMkLst>
        </pc:spChg>
        <pc:spChg chg="add mod">
          <ac:chgData name="國峰 黃" userId="07d7d89e1f669cb9" providerId="LiveId" clId="{2317824F-B36D-4B63-B144-CA71A6898041}" dt="2018-09-18T05:40:59.268" v="364" actId="14100"/>
          <ac:spMkLst>
            <pc:docMk/>
            <pc:sldMk cId="2294589171" sldId="343"/>
            <ac:spMk id="8" creationId="{F6FB5659-D818-4D67-BFFE-5E5309CB65FB}"/>
          </ac:spMkLst>
        </pc:spChg>
        <pc:spChg chg="del">
          <ac:chgData name="國峰 黃" userId="07d7d89e1f669cb9" providerId="LiveId" clId="{2317824F-B36D-4B63-B144-CA71A6898041}" dt="2018-09-18T05:12:27.882" v="124" actId="478"/>
          <ac:spMkLst>
            <pc:docMk/>
            <pc:sldMk cId="2294589171" sldId="343"/>
            <ac:spMk id="10" creationId="{2926D08C-BA85-41E6-B116-353ACFCCED33}"/>
          </ac:spMkLst>
        </pc:spChg>
        <pc:spChg chg="add mod">
          <ac:chgData name="國峰 黃" userId="07d7d89e1f669cb9" providerId="LiveId" clId="{2317824F-B36D-4B63-B144-CA71A6898041}" dt="2018-09-18T05:18:58.658" v="155" actId="1076"/>
          <ac:spMkLst>
            <pc:docMk/>
            <pc:sldMk cId="2294589171" sldId="343"/>
            <ac:spMk id="11" creationId="{5168AB9F-F403-4697-9944-3CAE1499F539}"/>
          </ac:spMkLst>
        </pc:spChg>
        <pc:spChg chg="add mod">
          <ac:chgData name="國峰 黃" userId="07d7d89e1f669cb9" providerId="LiveId" clId="{2317824F-B36D-4B63-B144-CA71A6898041}" dt="2018-09-18T05:20:26.955" v="176" actId="14100"/>
          <ac:spMkLst>
            <pc:docMk/>
            <pc:sldMk cId="2294589171" sldId="343"/>
            <ac:spMk id="12" creationId="{81269035-5DAD-4DE5-8E44-871A03901DE5}"/>
          </ac:spMkLst>
        </pc:spChg>
        <pc:spChg chg="add del">
          <ac:chgData name="國峰 黃" userId="07d7d89e1f669cb9" providerId="LiveId" clId="{2317824F-B36D-4B63-B144-CA71A6898041}" dt="2018-09-18T05:19:37.092" v="162"/>
          <ac:spMkLst>
            <pc:docMk/>
            <pc:sldMk cId="2294589171" sldId="343"/>
            <ac:spMk id="13" creationId="{D0884158-CF4F-4E29-9662-3EA4EC1DBBE8}"/>
          </ac:spMkLst>
        </pc:spChg>
        <pc:spChg chg="add mod">
          <ac:chgData name="國峰 黃" userId="07d7d89e1f669cb9" providerId="LiveId" clId="{2317824F-B36D-4B63-B144-CA71A6898041}" dt="2018-09-18T05:19:53.347" v="167" actId="14100"/>
          <ac:spMkLst>
            <pc:docMk/>
            <pc:sldMk cId="2294589171" sldId="343"/>
            <ac:spMk id="14" creationId="{EDDD686F-5C03-4BC6-AA6C-7513C0CC6E40}"/>
          </ac:spMkLst>
        </pc:spChg>
        <pc:picChg chg="del">
          <ac:chgData name="國峰 黃" userId="07d7d89e1f669cb9" providerId="LiveId" clId="{2317824F-B36D-4B63-B144-CA71A6898041}" dt="2018-09-18T05:11:39.541" v="83" actId="478"/>
          <ac:picMkLst>
            <pc:docMk/>
            <pc:sldMk cId="2294589171" sldId="343"/>
            <ac:picMk id="5" creationId="{9A88F7FA-EE34-4AD8-92B7-F465D22AC41C}"/>
          </ac:picMkLst>
        </pc:picChg>
        <pc:picChg chg="add mod">
          <ac:chgData name="國峰 黃" userId="07d7d89e1f669cb9" providerId="LiveId" clId="{2317824F-B36D-4B63-B144-CA71A6898041}" dt="2018-09-18T05:44:31.764" v="412" actId="1076"/>
          <ac:picMkLst>
            <pc:docMk/>
            <pc:sldMk cId="2294589171" sldId="343"/>
            <ac:picMk id="15" creationId="{77C83F64-B1FD-4640-9F88-7815B8B63E80}"/>
          </ac:picMkLst>
        </pc:picChg>
      </pc:sldChg>
      <pc:sldChg chg="addSp delSp modSp add">
        <pc:chgData name="國峰 黃" userId="07d7d89e1f669cb9" providerId="LiveId" clId="{2317824F-B36D-4B63-B144-CA71A6898041}" dt="2018-09-18T08:28:32.913" v="900" actId="20577"/>
        <pc:sldMkLst>
          <pc:docMk/>
          <pc:sldMk cId="440958540" sldId="344"/>
        </pc:sldMkLst>
        <pc:spChg chg="mod">
          <ac:chgData name="國峰 黃" userId="07d7d89e1f669cb9" providerId="LiveId" clId="{2317824F-B36D-4B63-B144-CA71A6898041}" dt="2018-09-18T05:50:37.637" v="436" actId="20577"/>
          <ac:spMkLst>
            <pc:docMk/>
            <pc:sldMk cId="440958540" sldId="344"/>
            <ac:spMk id="2" creationId="{E7747DF4-4375-4FEA-AD33-D3E0A18DB5F5}"/>
          </ac:spMkLst>
        </pc:spChg>
        <pc:spChg chg="add del mod">
          <ac:chgData name="國峰 黃" userId="07d7d89e1f669cb9" providerId="LiveId" clId="{2317824F-B36D-4B63-B144-CA71A6898041}" dt="2018-09-18T08:28:32.913" v="900" actId="20577"/>
          <ac:spMkLst>
            <pc:docMk/>
            <pc:sldMk cId="440958540" sldId="344"/>
            <ac:spMk id="4" creationId="{0627CD87-F003-4658-806F-C0DB9B7E1520}"/>
          </ac:spMkLst>
        </pc:spChg>
        <pc:spChg chg="add del mod">
          <ac:chgData name="國峰 黃" userId="07d7d89e1f669cb9" providerId="LiveId" clId="{2317824F-B36D-4B63-B144-CA71A6898041}" dt="2018-09-18T06:02:56.170" v="498" actId="478"/>
          <ac:spMkLst>
            <pc:docMk/>
            <pc:sldMk cId="440958540" sldId="344"/>
            <ac:spMk id="5" creationId="{4CA89CC7-D783-4BFA-AB69-72E7957A10F1}"/>
          </ac:spMkLst>
        </pc:spChg>
        <pc:spChg chg="del">
          <ac:chgData name="國峰 黃" userId="07d7d89e1f669cb9" providerId="LiveId" clId="{2317824F-B36D-4B63-B144-CA71A6898041}" dt="2018-09-18T06:03:04.499" v="500" actId="478"/>
          <ac:spMkLst>
            <pc:docMk/>
            <pc:sldMk cId="440958540" sldId="344"/>
            <ac:spMk id="8" creationId="{F6FB5659-D818-4D67-BFFE-5E5309CB65FB}"/>
          </ac:spMkLst>
        </pc:spChg>
        <pc:spChg chg="del">
          <ac:chgData name="國峰 黃" userId="07d7d89e1f669cb9" providerId="LiveId" clId="{2317824F-B36D-4B63-B144-CA71A6898041}" dt="2018-09-18T06:03:05.063" v="501" actId="478"/>
          <ac:spMkLst>
            <pc:docMk/>
            <pc:sldMk cId="440958540" sldId="344"/>
            <ac:spMk id="11" creationId="{5168AB9F-F403-4697-9944-3CAE1499F539}"/>
          </ac:spMkLst>
        </pc:spChg>
        <pc:spChg chg="del">
          <ac:chgData name="國峰 黃" userId="07d7d89e1f669cb9" providerId="LiveId" clId="{2317824F-B36D-4B63-B144-CA71A6898041}" dt="2018-09-18T06:02:54.008" v="496" actId="478"/>
          <ac:spMkLst>
            <pc:docMk/>
            <pc:sldMk cId="440958540" sldId="344"/>
            <ac:spMk id="12" creationId="{81269035-5DAD-4DE5-8E44-871A03901DE5}"/>
          </ac:spMkLst>
        </pc:spChg>
        <pc:spChg chg="del">
          <ac:chgData name="國峰 黃" userId="07d7d89e1f669cb9" providerId="LiveId" clId="{2317824F-B36D-4B63-B144-CA71A6898041}" dt="2018-09-18T06:02:58.925" v="499" actId="478"/>
          <ac:spMkLst>
            <pc:docMk/>
            <pc:sldMk cId="440958540" sldId="344"/>
            <ac:spMk id="14" creationId="{EDDD686F-5C03-4BC6-AA6C-7513C0CC6E40}"/>
          </ac:spMkLst>
        </pc:spChg>
        <pc:picChg chg="add del mod">
          <ac:chgData name="國峰 黃" userId="07d7d89e1f669cb9" providerId="LiveId" clId="{2317824F-B36D-4B63-B144-CA71A6898041}" dt="2018-09-18T06:03:14.784" v="505" actId="931"/>
          <ac:picMkLst>
            <pc:docMk/>
            <pc:sldMk cId="440958540" sldId="344"/>
            <ac:picMk id="7" creationId="{34E24206-0296-4F7B-BEAA-69A8167E99A7}"/>
          </ac:picMkLst>
        </pc:picChg>
        <pc:picChg chg="add del">
          <ac:chgData name="國峰 黃" userId="07d7d89e1f669cb9" providerId="LiveId" clId="{2317824F-B36D-4B63-B144-CA71A6898041}" dt="2018-09-18T06:03:23.814" v="508"/>
          <ac:picMkLst>
            <pc:docMk/>
            <pc:sldMk cId="440958540" sldId="344"/>
            <ac:picMk id="9" creationId="{D7AEED2B-B25A-4AD1-AA3F-64F7F92EB7A6}"/>
          </ac:picMkLst>
        </pc:picChg>
        <pc:picChg chg="add mod">
          <ac:chgData name="國峰 黃" userId="07d7d89e1f669cb9" providerId="LiveId" clId="{2317824F-B36D-4B63-B144-CA71A6898041}" dt="2018-09-18T06:03:34.812" v="510" actId="1076"/>
          <ac:picMkLst>
            <pc:docMk/>
            <pc:sldMk cId="440958540" sldId="344"/>
            <ac:picMk id="13" creationId="{53680BE6-D780-4D45-804B-D7776E5BF019}"/>
          </ac:picMkLst>
        </pc:picChg>
        <pc:picChg chg="del">
          <ac:chgData name="國峰 黃" userId="07d7d89e1f669cb9" providerId="LiveId" clId="{2317824F-B36D-4B63-B144-CA71A6898041}" dt="2018-09-18T05:50:13.897" v="422" actId="478"/>
          <ac:picMkLst>
            <pc:docMk/>
            <pc:sldMk cId="440958540" sldId="344"/>
            <ac:picMk id="15" creationId="{77C83F64-B1FD-4640-9F88-7815B8B63E80}"/>
          </ac:picMkLst>
        </pc:picChg>
        <pc:cxnChg chg="add mod">
          <ac:chgData name="國峰 黃" userId="07d7d89e1f669cb9" providerId="LiveId" clId="{2317824F-B36D-4B63-B144-CA71A6898041}" dt="2018-09-18T06:08:45.076" v="543" actId="14100"/>
          <ac:cxnSpMkLst>
            <pc:docMk/>
            <pc:sldMk cId="440958540" sldId="344"/>
            <ac:cxnSpMk id="17" creationId="{2F3D7E13-A008-405A-B17B-76B3C897A3B1}"/>
          </ac:cxnSpMkLst>
        </pc:cxnChg>
      </pc:sldChg>
      <pc:sldChg chg="addSp delSp modSp add">
        <pc:chgData name="國峰 黃" userId="07d7d89e1f669cb9" providerId="LiveId" clId="{2317824F-B36D-4B63-B144-CA71A6898041}" dt="2018-09-18T06:25:32.301" v="617" actId="1076"/>
        <pc:sldMkLst>
          <pc:docMk/>
          <pc:sldMk cId="3466925056" sldId="345"/>
        </pc:sldMkLst>
        <pc:spChg chg="mod">
          <ac:chgData name="國峰 黃" userId="07d7d89e1f669cb9" providerId="LiveId" clId="{2317824F-B36D-4B63-B144-CA71A6898041}" dt="2018-09-18T06:12:12.584" v="568"/>
          <ac:spMkLst>
            <pc:docMk/>
            <pc:sldMk cId="3466925056" sldId="345"/>
            <ac:spMk id="2" creationId="{E7747DF4-4375-4FEA-AD33-D3E0A18DB5F5}"/>
          </ac:spMkLst>
        </pc:spChg>
        <pc:spChg chg="mod">
          <ac:chgData name="國峰 黃" userId="07d7d89e1f669cb9" providerId="LiveId" clId="{2317824F-B36D-4B63-B144-CA71A6898041}" dt="2018-09-18T06:25:30.765" v="616" actId="20577"/>
          <ac:spMkLst>
            <pc:docMk/>
            <pc:sldMk cId="3466925056" sldId="345"/>
            <ac:spMk id="4" creationId="{0627CD87-F003-4658-806F-C0DB9B7E1520}"/>
          </ac:spMkLst>
        </pc:spChg>
        <pc:picChg chg="add mod">
          <ac:chgData name="國峰 黃" userId="07d7d89e1f669cb9" providerId="LiveId" clId="{2317824F-B36D-4B63-B144-CA71A6898041}" dt="2018-09-18T06:14:41.244" v="593" actId="1076"/>
          <ac:picMkLst>
            <pc:docMk/>
            <pc:sldMk cId="3466925056" sldId="345"/>
            <ac:picMk id="5" creationId="{28202393-B885-45C2-A753-614F8B35A798}"/>
          </ac:picMkLst>
        </pc:picChg>
        <pc:picChg chg="add mod">
          <ac:chgData name="國峰 黃" userId="07d7d89e1f669cb9" providerId="LiveId" clId="{2317824F-B36D-4B63-B144-CA71A6898041}" dt="2018-09-18T06:25:32.301" v="617" actId="1076"/>
          <ac:picMkLst>
            <pc:docMk/>
            <pc:sldMk cId="3466925056" sldId="345"/>
            <ac:picMk id="7" creationId="{B67CAC1D-2FB1-4E76-B548-824BED8C015B}"/>
          </ac:picMkLst>
        </pc:picChg>
        <pc:picChg chg="del">
          <ac:chgData name="國峰 黃" userId="07d7d89e1f669cb9" providerId="LiveId" clId="{2317824F-B36D-4B63-B144-CA71A6898041}" dt="2018-09-18T06:12:18.042" v="571" actId="478"/>
          <ac:picMkLst>
            <pc:docMk/>
            <pc:sldMk cId="3466925056" sldId="345"/>
            <ac:picMk id="13" creationId="{53680BE6-D780-4D45-804B-D7776E5BF019}"/>
          </ac:picMkLst>
        </pc:picChg>
        <pc:cxnChg chg="del">
          <ac:chgData name="國峰 黃" userId="07d7d89e1f669cb9" providerId="LiveId" clId="{2317824F-B36D-4B63-B144-CA71A6898041}" dt="2018-09-18T06:12:20.808" v="573" actId="478"/>
          <ac:cxnSpMkLst>
            <pc:docMk/>
            <pc:sldMk cId="3466925056" sldId="345"/>
            <ac:cxnSpMk id="17" creationId="{2F3D7E13-A008-405A-B17B-76B3C897A3B1}"/>
          </ac:cxnSpMkLst>
        </pc:cxnChg>
      </pc:sldChg>
      <pc:sldChg chg="addSp delSp modSp add ord">
        <pc:chgData name="國峰 黃" userId="07d7d89e1f669cb9" providerId="LiveId" clId="{2317824F-B36D-4B63-B144-CA71A6898041}" dt="2018-09-18T10:08:46.512" v="902"/>
        <pc:sldMkLst>
          <pc:docMk/>
          <pc:sldMk cId="1559617487" sldId="346"/>
        </pc:sldMkLst>
        <pc:spChg chg="mod">
          <ac:chgData name="國峰 黃" userId="07d7d89e1f669cb9" providerId="LiveId" clId="{2317824F-B36D-4B63-B144-CA71A6898041}" dt="2018-09-18T06:43:32.903" v="677" actId="20577"/>
          <ac:spMkLst>
            <pc:docMk/>
            <pc:sldMk cId="1559617487" sldId="346"/>
            <ac:spMk id="4" creationId="{0627CD87-F003-4658-806F-C0DB9B7E1520}"/>
          </ac:spMkLst>
        </pc:spChg>
        <pc:picChg chg="del">
          <ac:chgData name="國峰 黃" userId="07d7d89e1f669cb9" providerId="LiveId" clId="{2317824F-B36D-4B63-B144-CA71A6898041}" dt="2018-09-18T06:28:33.905" v="630" actId="478"/>
          <ac:picMkLst>
            <pc:docMk/>
            <pc:sldMk cId="1559617487" sldId="346"/>
            <ac:picMk id="5" creationId="{28202393-B885-45C2-A753-614F8B35A798}"/>
          </ac:picMkLst>
        </pc:picChg>
        <pc:picChg chg="add del mod">
          <ac:chgData name="國峰 黃" userId="07d7d89e1f669cb9" providerId="LiveId" clId="{2317824F-B36D-4B63-B144-CA71A6898041}" dt="2018-09-18T06:39:10.858" v="646" actId="478"/>
          <ac:picMkLst>
            <pc:docMk/>
            <pc:sldMk cId="1559617487" sldId="346"/>
            <ac:picMk id="6" creationId="{50698303-2EB6-4249-A334-544D8F980C38}"/>
          </ac:picMkLst>
        </pc:picChg>
        <pc:picChg chg="del">
          <ac:chgData name="國峰 黃" userId="07d7d89e1f669cb9" providerId="LiveId" clId="{2317824F-B36D-4B63-B144-CA71A6898041}" dt="2018-09-18T06:28:34.875" v="631" actId="478"/>
          <ac:picMkLst>
            <pc:docMk/>
            <pc:sldMk cId="1559617487" sldId="346"/>
            <ac:picMk id="7" creationId="{B67CAC1D-2FB1-4E76-B548-824BED8C015B}"/>
          </ac:picMkLst>
        </pc:picChg>
        <pc:picChg chg="add del mod">
          <ac:chgData name="國峰 黃" userId="07d7d89e1f669cb9" providerId="LiveId" clId="{2317824F-B36D-4B63-B144-CA71A6898041}" dt="2018-09-18T06:39:24.416" v="648" actId="478"/>
          <ac:picMkLst>
            <pc:docMk/>
            <pc:sldMk cId="1559617487" sldId="346"/>
            <ac:picMk id="9" creationId="{88883C1D-2FAA-4BE8-840C-88EABE11F4EE}"/>
          </ac:picMkLst>
        </pc:picChg>
        <pc:picChg chg="add mod">
          <ac:chgData name="國峰 黃" userId="07d7d89e1f669cb9" providerId="LiveId" clId="{2317824F-B36D-4B63-B144-CA71A6898041}" dt="2018-09-18T06:43:17.062" v="671" actId="1076"/>
          <ac:picMkLst>
            <pc:docMk/>
            <pc:sldMk cId="1559617487" sldId="346"/>
            <ac:picMk id="11" creationId="{8B60C95A-F964-433F-93C8-9384E02AC4CE}"/>
          </ac:picMkLst>
        </pc:picChg>
        <pc:picChg chg="add mod">
          <ac:chgData name="國峰 黃" userId="07d7d89e1f669cb9" providerId="LiveId" clId="{2317824F-B36D-4B63-B144-CA71A6898041}" dt="2018-09-18T06:43:18.477" v="672" actId="1076"/>
          <ac:picMkLst>
            <pc:docMk/>
            <pc:sldMk cId="1559617487" sldId="346"/>
            <ac:picMk id="13" creationId="{27F7F5B9-F14C-4B47-9CDB-708B0C1369F5}"/>
          </ac:picMkLst>
        </pc:picChg>
      </pc:sldChg>
    </pc:docChg>
  </pc:docChgLst>
  <pc:docChgLst>
    <pc:chgData name="國峰 黃" userId="07d7d89e1f669cb9" providerId="LiveId" clId="{63381159-AF27-4007-98E4-C86A851EF65F}"/>
  </pc:docChgLst>
  <pc:docChgLst>
    <pc:chgData userId="07d7d89e1f669cb9" providerId="LiveId" clId="{30E17E0D-8901-4D2A-98BE-E37AEFA1001D}"/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parnec.nuaa.edu.cn/xtan/data/ClosedEyeDatabase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arnec.nuaa.edu.cn/xtan/data/ClosedEyeDatabase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Batang" panose="02030600000101010101" pitchFamily="18" charset="-127"/>
                <a:ea typeface="Batang" panose="02030600000101010101" pitchFamily="18" charset="-127"/>
              </a:rPr>
              <a:t>In </a:t>
            </a:r>
            <a:r>
              <a:rPr lang="en-US" altLang="zh-TW" dirty="0" err="1">
                <a:latin typeface="Batang" panose="02030600000101010101" pitchFamily="18" charset="-127"/>
                <a:ea typeface="Batang" panose="02030600000101010101" pitchFamily="18" charset="-127"/>
              </a:rPr>
              <a:t>Ictu</a:t>
            </a:r>
            <a:r>
              <a:rPr lang="en-US" altLang="zh-TW" dirty="0">
                <a:latin typeface="Batang" panose="02030600000101010101" pitchFamily="18" charset="-127"/>
                <a:ea typeface="Batang" panose="02030600000101010101" pitchFamily="18" charset="-127"/>
              </a:rPr>
              <a:t> Oculi: Exposing AI Generated Fake Face Videos by Detecting Eye Blinking</a:t>
            </a:r>
            <a:endParaRPr lang="zh-TW" altLang="en-US" sz="54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en-US" altLang="zh-TW" dirty="0" err="1"/>
              <a:t>Yuezun</a:t>
            </a:r>
            <a:r>
              <a:rPr lang="en-US" altLang="zh-TW" dirty="0"/>
              <a:t> Li, Ming-Ching Chang and </a:t>
            </a:r>
            <a:r>
              <a:rPr lang="en-US" altLang="zh-TW" dirty="0" err="1"/>
              <a:t>Siwei</a:t>
            </a:r>
            <a:r>
              <a:rPr lang="en-US" altLang="zh-TW" dirty="0"/>
              <a:t> </a:t>
            </a:r>
            <a:r>
              <a:rPr lang="en-US" altLang="zh-TW" dirty="0" err="1"/>
              <a:t>Lyu</a:t>
            </a:r>
            <a:endParaRPr lang="en-US" altLang="zh-TW" dirty="0"/>
          </a:p>
          <a:p>
            <a:r>
              <a:rPr lang="en-US" altLang="zh-TW" dirty="0"/>
              <a:t>    https://arxiv.org/abs/1806.02877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2018/11/13</a:t>
            </a:r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2F05902-5919-470C-8063-8C8BA1F9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University at Albany - State University of New York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C476E7C2-3CC3-4333-93D0-3120397F5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9"/>
            <a:ext cx="5270864" cy="4998547"/>
          </a:xfrm>
        </p:spPr>
      </p:pic>
    </p:spTree>
    <p:extLst>
      <p:ext uri="{BB962C8B-B14F-4D97-AF65-F5344CB8AC3E}">
        <p14:creationId xmlns:p14="http://schemas.microsoft.com/office/powerpoint/2010/main" val="100835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The new developments in deep generative networks have significantly improve the quality and efficiency in generating realistically-looking fake face videos. In this work, we describe a new method to expose fake face videos generated with neural networks. Our method is based on detection of eye blinking in the videos, which is a physiological signal that is not well presented in the synthesized fake videos. Our method is tested over benchmarks of eye-blinking detection datasets and also show promising performance on detecting videos generated with </a:t>
            </a:r>
            <a:r>
              <a:rPr lang="en-US" altLang="zh-TW" dirty="0" err="1"/>
              <a:t>DeepFake</a:t>
            </a:r>
            <a:r>
              <a:rPr lang="en-US" altLang="zh-TW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DeepFake</a:t>
            </a:r>
            <a:endParaRPr lang="en-US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9E708711-49F6-4FF0-A488-269646981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https://www.youtube.com/watch?v=JQGQcQrTy38 </a:t>
            </a:r>
          </a:p>
          <a:p>
            <a:r>
              <a:rPr lang="en-US" altLang="zh-TW" dirty="0" err="1"/>
              <a:t>DeepFake</a:t>
            </a:r>
            <a:r>
              <a:rPr lang="en-US" altLang="zh-TW" dirty="0"/>
              <a:t> uses generative adversary networks</a:t>
            </a:r>
            <a:r>
              <a:rPr lang="zh-TW" altLang="en-US" dirty="0"/>
              <a:t> </a:t>
            </a:r>
            <a:r>
              <a:rPr lang="en-US" altLang="zh-TW" dirty="0"/>
              <a:t>(GANs) to create videos of human faces of one</a:t>
            </a:r>
            <a:r>
              <a:rPr lang="zh-TW" altLang="en-US" dirty="0"/>
              <a:t> </a:t>
            </a:r>
            <a:r>
              <a:rPr lang="en-US" altLang="zh-TW" dirty="0"/>
              <a:t>subject to</a:t>
            </a:r>
            <a:r>
              <a:rPr lang="zh-TW" altLang="en-US" dirty="0"/>
              <a:t> </a:t>
            </a:r>
            <a:r>
              <a:rPr lang="en-US" altLang="zh-TW" dirty="0"/>
              <a:t>replace those in an original video.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E78C0173-69F7-4203-8330-0C3EC2091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21074"/>
            <a:ext cx="76200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Blinking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0627CD87-F003-4658-806F-C0DB9B7E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The mean resting blinking rate is 17 blinks/min or 0.283 blinks per second (during conversation this rate increases to 26 blinks/min, and decreases to 4.5 blinks/second while reading)</a:t>
            </a:r>
          </a:p>
          <a:p>
            <a:r>
              <a:rPr lang="en-US" altLang="zh-TW" dirty="0"/>
              <a:t>For now, however, I’ll assume an average rate of 17 blinks/min. The length of a blink is 0.1-0.4 seconds/blink .</a:t>
            </a: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xmlns="" id="{F6FB5659-D818-4D67-BFFE-5E5309CB65FB}"/>
              </a:ext>
            </a:extLst>
          </p:cNvPr>
          <p:cNvSpPr/>
          <p:nvPr/>
        </p:nvSpPr>
        <p:spPr>
          <a:xfrm flipV="1">
            <a:off x="1308683" y="2625752"/>
            <a:ext cx="318783" cy="159391"/>
          </a:xfrm>
          <a:prstGeom prst="arc">
            <a:avLst>
              <a:gd name="adj1" fmla="val 10929612"/>
              <a:gd name="adj2" fmla="val 21560949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弧形 10">
            <a:extLst>
              <a:ext uri="{FF2B5EF4-FFF2-40B4-BE49-F238E27FC236}">
                <a16:creationId xmlns:a16="http://schemas.microsoft.com/office/drawing/2014/main" xmlns="" id="{5168AB9F-F403-4697-9944-3CAE1499F539}"/>
              </a:ext>
            </a:extLst>
          </p:cNvPr>
          <p:cNvSpPr/>
          <p:nvPr/>
        </p:nvSpPr>
        <p:spPr>
          <a:xfrm flipV="1">
            <a:off x="1719742" y="2625753"/>
            <a:ext cx="318783" cy="159392"/>
          </a:xfrm>
          <a:prstGeom prst="arc">
            <a:avLst>
              <a:gd name="adj1" fmla="val 10929612"/>
              <a:gd name="adj2" fmla="val 21560949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58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Dataset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0627CD87-F003-4658-806F-C0DB9B7E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75175"/>
          </a:xfrm>
        </p:spPr>
        <p:txBody>
          <a:bodyPr>
            <a:normAutofit/>
          </a:bodyPr>
          <a:lstStyle/>
          <a:p>
            <a:r>
              <a:rPr lang="en-US" altLang="zh-TW" dirty="0"/>
              <a:t>In our experiments, we use the CEW dataset to train the front-end CNN model, and select 40 videos as our training set for the overall LRCN model and 10 videos as the testing set.</a:t>
            </a:r>
          </a:p>
          <a:p>
            <a:r>
              <a:rPr lang="en-US" altLang="zh-TW" u="sng" dirty="0">
                <a:hlinkClick r:id="rId2"/>
              </a:rPr>
              <a:t>The Closed Eyes in the Wild (CEW) dataset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692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Fake Videos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0627CD87-F003-4658-806F-C0DB9B7E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75175"/>
          </a:xfrm>
        </p:spPr>
        <p:txBody>
          <a:bodyPr>
            <a:normAutofit/>
          </a:bodyPr>
          <a:lstStyle/>
          <a:p>
            <a:r>
              <a:rPr lang="en-US" altLang="zh-TW" dirty="0"/>
              <a:t>http://www.cs.albany.edu/∼</a:t>
            </a:r>
            <a:r>
              <a:rPr lang="en-US" altLang="zh-TW" dirty="0" err="1"/>
              <a:t>lsw</a:t>
            </a:r>
            <a:r>
              <a:rPr lang="en-US" altLang="zh-TW" dirty="0"/>
              <a:t>/downloads.html</a:t>
            </a:r>
          </a:p>
          <a:p>
            <a:r>
              <a:rPr lang="en-US" altLang="zh-TW" dirty="0"/>
              <a:t>In our experiments, we use the CEW dataset to train the front-end CNN model, and select 40 videos as our training set for the overall LRCN model and 10 videos as the testing set.</a:t>
            </a:r>
          </a:p>
          <a:p>
            <a:r>
              <a:rPr lang="en-US" altLang="zh-TW" u="sng" dirty="0">
                <a:hlinkClick r:id="rId2"/>
              </a:rPr>
              <a:t>The Closed Eyes in the Wild (CEW) dataset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C88E0D4A-D61A-4B7B-B4E2-7ECEAE926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204"/>
            <a:ext cx="9144000" cy="392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2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5" y="365126"/>
            <a:ext cx="8988541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LRCN (</a:t>
            </a:r>
            <a:r>
              <a:rPr lang="en-US" altLang="zh-TW" sz="2800" dirty="0"/>
              <a:t>Long-term Recurrent Convolutional Networks</a:t>
            </a:r>
            <a:r>
              <a:rPr lang="en-US" altLang="zh-TW" dirty="0"/>
              <a:t>) 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E77A53C1-E661-439B-AAD2-FA2A6D067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8" y="1571707"/>
            <a:ext cx="8477587" cy="3714585"/>
          </a:xfrm>
        </p:spPr>
      </p:pic>
    </p:spTree>
    <p:extLst>
      <p:ext uri="{BB962C8B-B14F-4D97-AF65-F5344CB8AC3E}">
        <p14:creationId xmlns:p14="http://schemas.microsoft.com/office/powerpoint/2010/main" val="44095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/>
              <a:t>LRCN method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xmlns="" id="{02B16303-0D45-4209-8156-722297478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26860"/>
            <a:ext cx="6949100" cy="4693691"/>
          </a:xfrm>
        </p:spPr>
      </p:pic>
    </p:spTree>
    <p:extLst>
      <p:ext uri="{BB962C8B-B14F-4D97-AF65-F5344CB8AC3E}">
        <p14:creationId xmlns:p14="http://schemas.microsoft.com/office/powerpoint/2010/main" val="58591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VGG16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xmlns="" id="{E41A4948-7E1F-439C-9529-C060495F6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1433622"/>
            <a:ext cx="7886699" cy="463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LSTM (</a:t>
            </a:r>
            <a:r>
              <a:rPr lang="en-US" altLang="zh-TW" sz="2800" dirty="0"/>
              <a:t>Long Short Term Memory Network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15D32BB8-E965-4D42-93B5-7D82404AB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4" y="1633644"/>
            <a:ext cx="5410955" cy="354379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F4C6D8A4-1FAA-4CC4-828B-1BDF1B666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175" y="1845497"/>
            <a:ext cx="3839111" cy="19719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E6AA00AC-6469-484A-8775-5A19D5113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35" y="5878687"/>
            <a:ext cx="1581371" cy="38105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xmlns="" id="{E0C4E04B-DC65-41DC-B600-3AE6FE880E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099" y="5878687"/>
            <a:ext cx="2000529" cy="38105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xmlns="" id="{37D09198-924C-4385-9FBD-E4981F0739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757" y="5177439"/>
            <a:ext cx="1712626" cy="171262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xmlns="" id="{FD584FD0-C6AC-47EC-8D84-50BAC1300B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019" y="4599686"/>
            <a:ext cx="3429000" cy="221932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A11983A9-E54D-4605-A93F-A6650EACEAE0}"/>
              </a:ext>
            </a:extLst>
          </p:cNvPr>
          <p:cNvSpPr txBox="1"/>
          <p:nvPr/>
        </p:nvSpPr>
        <p:spPr>
          <a:xfrm>
            <a:off x="1303699" y="258987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9F4D8726-F982-48EF-9D5B-2A8A85E75138}"/>
              </a:ext>
            </a:extLst>
          </p:cNvPr>
          <p:cNvSpPr txBox="1"/>
          <p:nvPr/>
        </p:nvSpPr>
        <p:spPr>
          <a:xfrm>
            <a:off x="2072895" y="277227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C6304187-DA31-49ED-8C80-C68A7001AD47}"/>
              </a:ext>
            </a:extLst>
          </p:cNvPr>
          <p:cNvSpPr txBox="1"/>
          <p:nvPr/>
        </p:nvSpPr>
        <p:spPr>
          <a:xfrm>
            <a:off x="2870945" y="295694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50975278-FCE3-4E3C-ADF6-FBDFF53E354A}"/>
              </a:ext>
            </a:extLst>
          </p:cNvPr>
          <p:cNvSpPr txBox="1"/>
          <p:nvPr/>
        </p:nvSpPr>
        <p:spPr>
          <a:xfrm>
            <a:off x="3321813" y="28314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155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Training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0627CD87-F003-4658-806F-C0DB9B7E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75175"/>
          </a:xfrm>
        </p:spPr>
        <p:txBody>
          <a:bodyPr>
            <a:normAutofit/>
          </a:bodyPr>
          <a:lstStyle/>
          <a:p>
            <a:r>
              <a:rPr lang="en-US" altLang="zh-TW" dirty="0"/>
              <a:t>The input size is fixed as 224x224 and the batch size is 16. The learning rate starts from 0.01 and decays by 0.9 each 2 epochs. We employ stochastic gradient descent optimizer and terminate training until it reaches the maximum epoch number 100.</a:t>
            </a:r>
          </a:p>
          <a:p>
            <a:r>
              <a:rPr lang="en-US" altLang="zh-TW" dirty="0"/>
              <a:t>We set batch size as 4. The learning rate starts from 0.01 and decay by 0.9 each 2 epochs. We use the ADAM optimizer [33] and terminate training until 100 epochs.</a:t>
            </a:r>
          </a:p>
          <a:p>
            <a:r>
              <a:rPr lang="en-US" altLang="zh-TW" sz="1800" dirty="0"/>
              <a:t>[33] D. P. </a:t>
            </a:r>
            <a:r>
              <a:rPr lang="en-US" altLang="zh-TW" sz="1800" dirty="0" err="1"/>
              <a:t>Kingma</a:t>
            </a:r>
            <a:r>
              <a:rPr lang="en-US" altLang="zh-TW" sz="1800" dirty="0"/>
              <a:t> and J. Ba, “Adam: A method for stochastic optimization,” </a:t>
            </a:r>
            <a:r>
              <a:rPr lang="en-US" altLang="zh-TW" sz="1800" dirty="0" err="1"/>
              <a:t>arXiv</a:t>
            </a:r>
            <a:r>
              <a:rPr lang="en-US" altLang="zh-TW" sz="1800" dirty="0"/>
              <a:t> preprint arXiv:1412.6980, 2014.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5961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/>
              <a:t>Results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2F35601F-6E5C-4FA2-9E29-194794C81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94613"/>
            <a:ext cx="4820323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36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4600</TotalTime>
  <Words>452</Words>
  <Application>Microsoft Office PowerPoint</Application>
  <PresentationFormat>如螢幕大小 (4:3)</PresentationFormat>
  <Paragraphs>35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Batang</vt:lpstr>
      <vt:lpstr>新細明體</vt:lpstr>
      <vt:lpstr>Arial</vt:lpstr>
      <vt:lpstr>Calibri</vt:lpstr>
      <vt:lpstr>Calibri Light</vt:lpstr>
      <vt:lpstr>Office 佈景主題</vt:lpstr>
      <vt:lpstr>In Ictu Oculi: Exposing AI Generated Fake Face Videos by Detecting Eye Blinking</vt:lpstr>
      <vt:lpstr>University at Albany - State University of New York</vt:lpstr>
      <vt:lpstr>Abstract</vt:lpstr>
      <vt:lpstr>DeepFake</vt:lpstr>
      <vt:lpstr>Blinking</vt:lpstr>
      <vt:lpstr>Dataset</vt:lpstr>
      <vt:lpstr>Fake Videos</vt:lpstr>
      <vt:lpstr>LRCN (Long-term Recurrent Convolutional Networks) </vt:lpstr>
      <vt:lpstr>LRCN method</vt:lpstr>
      <vt:lpstr>VGG16</vt:lpstr>
      <vt:lpstr>LSTM (Long Short Term Memory Network)</vt:lpstr>
      <vt:lpstr>Training</vt:lpstr>
      <vt:lpstr>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68</cp:revision>
  <dcterms:created xsi:type="dcterms:W3CDTF">2017-10-02T04:56:24Z</dcterms:created>
  <dcterms:modified xsi:type="dcterms:W3CDTF">2018-11-13T10:39:33Z</dcterms:modified>
</cp:coreProperties>
</file>