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63" r:id="rId3"/>
    <p:sldId id="364" r:id="rId4"/>
    <p:sldId id="276" r:id="rId5"/>
    <p:sldId id="365" r:id="rId6"/>
    <p:sldId id="306" r:id="rId7"/>
    <p:sldId id="343" r:id="rId8"/>
    <p:sldId id="366" r:id="rId9"/>
    <p:sldId id="367" r:id="rId10"/>
    <p:sldId id="368" r:id="rId11"/>
    <p:sldId id="369" r:id="rId12"/>
    <p:sldId id="370" r:id="rId13"/>
    <p:sldId id="371" r:id="rId14"/>
    <p:sldId id="372"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EAD7078E-7038-4986-B0ED-CBFCB84320F6}">
          <p14:sldIdLst>
            <p14:sldId id="256"/>
            <p14:sldId id="363"/>
            <p14:sldId id="364"/>
            <p14:sldId id="276"/>
            <p14:sldId id="365"/>
            <p14:sldId id="306"/>
            <p14:sldId id="343"/>
            <p14:sldId id="366"/>
            <p14:sldId id="367"/>
            <p14:sldId id="368"/>
            <p14:sldId id="369"/>
            <p14:sldId id="370"/>
            <p14:sldId id="37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0CAD1B-94C6-4683-96BA-1DF4E703FDD6}" v="83" dt="2018-12-10T09:41:59.89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06" d="100"/>
          <a:sy n="106" d="100"/>
        </p:scale>
        <p:origin x="16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國峰 黃" userId="07d7d89e1f669cb9" providerId="LiveId" clId="{E97F28A7-1CE6-4A2E-BE2A-327E4772F132}"/>
    <pc:docChg chg="undo custSel mod addSld delSld modSld sldOrd modSection">
      <pc:chgData name="國峰 黃" userId="07d7d89e1f669cb9" providerId="LiveId" clId="{E97F28A7-1CE6-4A2E-BE2A-327E4772F132}" dt="2018-11-13T10:14:52.203" v="343" actId="27636"/>
      <pc:docMkLst>
        <pc:docMk/>
      </pc:docMkLst>
      <pc:sldChg chg="modSp">
        <pc:chgData name="國峰 黃" userId="07d7d89e1f669cb9" providerId="LiveId" clId="{E97F28A7-1CE6-4A2E-BE2A-327E4772F132}" dt="2018-11-13T08:56:03.246" v="263"/>
        <pc:sldMkLst>
          <pc:docMk/>
          <pc:sldMk cId="3676774769" sldId="256"/>
        </pc:sldMkLst>
        <pc:spChg chg="mod">
          <ac:chgData name="國峰 黃" userId="07d7d89e1f669cb9" providerId="LiveId" clId="{E97F28A7-1CE6-4A2E-BE2A-327E4772F132}" dt="2018-11-05T13:57:36.504" v="0"/>
          <ac:spMkLst>
            <pc:docMk/>
            <pc:sldMk cId="3676774769" sldId="256"/>
            <ac:spMk id="2" creationId="{55822F15-00D1-4FDE-A019-FC933C4E2549}"/>
          </ac:spMkLst>
        </pc:spChg>
        <pc:spChg chg="mod">
          <ac:chgData name="國峰 黃" userId="07d7d89e1f669cb9" providerId="LiveId" clId="{E97F28A7-1CE6-4A2E-BE2A-327E4772F132}" dt="2018-11-05T14:02:18.976" v="15"/>
          <ac:spMkLst>
            <pc:docMk/>
            <pc:sldMk cId="3676774769" sldId="256"/>
            <ac:spMk id="3" creationId="{7ABD29E4-B887-45D9-9793-DA3B272D07C3}"/>
          </ac:spMkLst>
        </pc:spChg>
        <pc:spChg chg="mod">
          <ac:chgData name="國峰 黃" userId="07d7d89e1f669cb9" providerId="LiveId" clId="{E97F28A7-1CE6-4A2E-BE2A-327E4772F132}" dt="2018-11-13T08:56:03.246" v="263"/>
          <ac:spMkLst>
            <pc:docMk/>
            <pc:sldMk cId="3676774769" sldId="256"/>
            <ac:spMk id="4" creationId="{DBCD3618-401B-49E4-9C85-373848D9AA50}"/>
          </ac:spMkLst>
        </pc:spChg>
      </pc:sldChg>
      <pc:sldChg chg="modSp">
        <pc:chgData name="國峰 黃" userId="07d7d89e1f669cb9" providerId="LiveId" clId="{E97F28A7-1CE6-4A2E-BE2A-327E4772F132}" dt="2018-11-05T14:22:44.019" v="53"/>
        <pc:sldMkLst>
          <pc:docMk/>
          <pc:sldMk cId="2726883200" sldId="276"/>
        </pc:sldMkLst>
        <pc:spChg chg="mod">
          <ac:chgData name="國峰 黃" userId="07d7d89e1f669cb9" providerId="LiveId" clId="{E97F28A7-1CE6-4A2E-BE2A-327E4772F132}" dt="2018-11-05T14:02:37.603" v="22" actId="20577"/>
          <ac:spMkLst>
            <pc:docMk/>
            <pc:sldMk cId="2726883200" sldId="276"/>
            <ac:spMk id="2" creationId="{A81FADCC-098F-42B3-A516-7A8E8C1A4646}"/>
          </ac:spMkLst>
        </pc:spChg>
        <pc:spChg chg="mod">
          <ac:chgData name="國峰 黃" userId="07d7d89e1f669cb9" providerId="LiveId" clId="{E97F28A7-1CE6-4A2E-BE2A-327E4772F132}" dt="2018-11-05T14:22:44.019" v="53"/>
          <ac:spMkLst>
            <pc:docMk/>
            <pc:sldMk cId="2726883200" sldId="276"/>
            <ac:spMk id="3" creationId="{7DB8E5E2-9D37-4095-8A46-00A68D1D282E}"/>
          </ac:spMkLst>
        </pc:spChg>
      </pc:sldChg>
      <pc:sldChg chg="addSp delSp modSp">
        <pc:chgData name="國峰 黃" userId="07d7d89e1f669cb9" providerId="LiveId" clId="{E97F28A7-1CE6-4A2E-BE2A-327E4772F132}" dt="2018-11-06T10:15:18.296" v="257" actId="20577"/>
        <pc:sldMkLst>
          <pc:docMk/>
          <pc:sldMk cId="2693855290" sldId="306"/>
        </pc:sldMkLst>
        <pc:spChg chg="mod">
          <ac:chgData name="國峰 黃" userId="07d7d89e1f669cb9" providerId="LiveId" clId="{E97F28A7-1CE6-4A2E-BE2A-327E4772F132}" dt="2018-11-06T09:16:28.888" v="247" actId="20577"/>
          <ac:spMkLst>
            <pc:docMk/>
            <pc:sldMk cId="2693855290" sldId="306"/>
            <ac:spMk id="2" creationId="{E7747DF4-4375-4FEA-AD33-D3E0A18DB5F5}"/>
          </ac:spMkLst>
        </pc:spChg>
        <pc:spChg chg="add mod">
          <ac:chgData name="國峰 黃" userId="07d7d89e1f669cb9" providerId="LiveId" clId="{E97F28A7-1CE6-4A2E-BE2A-327E4772F132}" dt="2018-11-06T10:15:18.296" v="257" actId="20577"/>
          <ac:spMkLst>
            <pc:docMk/>
            <pc:sldMk cId="2693855290" sldId="306"/>
            <ac:spMk id="4" creationId="{9E708711-49F6-4FF0-A488-26964698170B}"/>
          </ac:spMkLst>
        </pc:spChg>
        <pc:spChg chg="del">
          <ac:chgData name="國峰 黃" userId="07d7d89e1f669cb9" providerId="LiveId" clId="{E97F28A7-1CE6-4A2E-BE2A-327E4772F132}" dt="2018-11-05T14:13:50.140" v="28" actId="478"/>
          <ac:spMkLst>
            <pc:docMk/>
            <pc:sldMk cId="2693855290" sldId="306"/>
            <ac:spMk id="7" creationId="{99086DC2-F8C8-4EA5-B068-5864D10D2125}"/>
          </ac:spMkLst>
        </pc:spChg>
        <pc:spChg chg="del">
          <ac:chgData name="國峰 黃" userId="07d7d89e1f669cb9" providerId="LiveId" clId="{E97F28A7-1CE6-4A2E-BE2A-327E4772F132}" dt="2018-11-05T14:13:50.920" v="29" actId="478"/>
          <ac:spMkLst>
            <pc:docMk/>
            <pc:sldMk cId="2693855290" sldId="306"/>
            <ac:spMk id="10" creationId="{2926D08C-BA85-41E6-B116-353ACFCCED33}"/>
          </ac:spMkLst>
        </pc:spChg>
        <pc:picChg chg="del">
          <ac:chgData name="國峰 黃" userId="07d7d89e1f669cb9" providerId="LiveId" clId="{E97F28A7-1CE6-4A2E-BE2A-327E4772F132}" dt="2018-11-05T14:04:51.262" v="24" actId="478"/>
          <ac:picMkLst>
            <pc:docMk/>
            <pc:sldMk cId="2693855290" sldId="306"/>
            <ac:picMk id="5" creationId="{9A88F7FA-EE34-4AD8-92B7-F465D22AC41C}"/>
          </ac:picMkLst>
        </pc:picChg>
        <pc:picChg chg="add mod">
          <ac:chgData name="國峰 黃" userId="07d7d89e1f669cb9" providerId="LiveId" clId="{E97F28A7-1CE6-4A2E-BE2A-327E4772F132}" dt="2018-11-05T14:16:09.376" v="51" actId="1076"/>
          <ac:picMkLst>
            <pc:docMk/>
            <pc:sldMk cId="2693855290" sldId="306"/>
            <ac:picMk id="8" creationId="{E78C0173-69F7-4203-8330-0C3EC20918F0}"/>
          </ac:picMkLst>
        </pc:picChg>
      </pc:sldChg>
      <pc:sldChg chg="delSp modSp">
        <pc:chgData name="國峰 黃" userId="07d7d89e1f669cb9" providerId="LiveId" clId="{E97F28A7-1CE6-4A2E-BE2A-327E4772F132}" dt="2018-11-13T10:14:52.203" v="343" actId="27636"/>
        <pc:sldMkLst>
          <pc:docMk/>
          <pc:sldMk cId="2294589171" sldId="343"/>
        </pc:sldMkLst>
        <pc:spChg chg="mod">
          <ac:chgData name="國峰 黃" userId="07d7d89e1f669cb9" providerId="LiveId" clId="{E97F28A7-1CE6-4A2E-BE2A-327E4772F132}" dt="2018-11-05T14:27:23.023" v="62" actId="20577"/>
          <ac:spMkLst>
            <pc:docMk/>
            <pc:sldMk cId="2294589171" sldId="343"/>
            <ac:spMk id="2" creationId="{E7747DF4-4375-4FEA-AD33-D3E0A18DB5F5}"/>
          </ac:spMkLst>
        </pc:spChg>
        <pc:spChg chg="mod">
          <ac:chgData name="國峰 黃" userId="07d7d89e1f669cb9" providerId="LiveId" clId="{E97F28A7-1CE6-4A2E-BE2A-327E4772F132}" dt="2018-11-13T10:14:52.203" v="343" actId="27636"/>
          <ac:spMkLst>
            <pc:docMk/>
            <pc:sldMk cId="2294589171" sldId="343"/>
            <ac:spMk id="4" creationId="{0627CD87-F003-4658-806F-C0DB9B7E1520}"/>
          </ac:spMkLst>
        </pc:spChg>
        <pc:spChg chg="del">
          <ac:chgData name="國峰 黃" userId="07d7d89e1f669cb9" providerId="LiveId" clId="{E97F28A7-1CE6-4A2E-BE2A-327E4772F132}" dt="2018-11-05T14:27:10.450" v="56" actId="478"/>
          <ac:spMkLst>
            <pc:docMk/>
            <pc:sldMk cId="2294589171" sldId="343"/>
            <ac:spMk id="12" creationId="{81269035-5DAD-4DE5-8E44-871A03901DE5}"/>
          </ac:spMkLst>
        </pc:spChg>
        <pc:spChg chg="del">
          <ac:chgData name="國峰 黃" userId="07d7d89e1f669cb9" providerId="LiveId" clId="{E97F28A7-1CE6-4A2E-BE2A-327E4772F132}" dt="2018-11-05T14:27:11.140" v="57" actId="478"/>
          <ac:spMkLst>
            <pc:docMk/>
            <pc:sldMk cId="2294589171" sldId="343"/>
            <ac:spMk id="14" creationId="{EDDD686F-5C03-4BC6-AA6C-7513C0CC6E40}"/>
          </ac:spMkLst>
        </pc:spChg>
        <pc:picChg chg="del">
          <ac:chgData name="國峰 黃" userId="07d7d89e1f669cb9" providerId="LiveId" clId="{E97F28A7-1CE6-4A2E-BE2A-327E4772F132}" dt="2018-11-05T14:27:08.300" v="55" actId="478"/>
          <ac:picMkLst>
            <pc:docMk/>
            <pc:sldMk cId="2294589171" sldId="343"/>
            <ac:picMk id="15" creationId="{77C83F64-B1FD-4640-9F88-7815B8B63E80}"/>
          </ac:picMkLst>
        </pc:picChg>
      </pc:sldChg>
      <pc:sldChg chg="addSp delSp modSp add">
        <pc:chgData name="國峰 黃" userId="07d7d89e1f669cb9" providerId="LiveId" clId="{E97F28A7-1CE6-4A2E-BE2A-327E4772F132}" dt="2018-11-13T09:48:17.559" v="341"/>
        <pc:sldMkLst>
          <pc:docMk/>
          <pc:sldMk cId="1008352898" sldId="363"/>
        </pc:sldMkLst>
        <pc:spChg chg="mod">
          <ac:chgData name="國峰 黃" userId="07d7d89e1f669cb9" providerId="LiveId" clId="{E97F28A7-1CE6-4A2E-BE2A-327E4772F132}" dt="2018-11-13T09:48:17.559" v="341"/>
          <ac:spMkLst>
            <pc:docMk/>
            <pc:sldMk cId="1008352898" sldId="363"/>
            <ac:spMk id="2" creationId="{12F05902-5919-470C-8063-8C8BA1F98A77}"/>
          </ac:spMkLst>
        </pc:spChg>
        <pc:spChg chg="del">
          <ac:chgData name="國峰 黃" userId="07d7d89e1f669cb9" providerId="LiveId" clId="{E97F28A7-1CE6-4A2E-BE2A-327E4772F132}" dt="2018-11-13T09:47:47.239" v="331" actId="931"/>
          <ac:spMkLst>
            <pc:docMk/>
            <pc:sldMk cId="1008352898" sldId="363"/>
            <ac:spMk id="3" creationId="{3820327E-5BD8-40BC-A30C-865F68D66CF9}"/>
          </ac:spMkLst>
        </pc:spChg>
        <pc:picChg chg="add del">
          <ac:chgData name="國峰 黃" userId="07d7d89e1f669cb9" providerId="LiveId" clId="{E97F28A7-1CE6-4A2E-BE2A-327E4772F132}" dt="2018-11-13T09:47:40.780" v="330"/>
          <ac:picMkLst>
            <pc:docMk/>
            <pc:sldMk cId="1008352898" sldId="363"/>
            <ac:picMk id="4" creationId="{B6B9BDA6-3D15-4E2A-BDC3-3FAEC2197B0D}"/>
          </ac:picMkLst>
        </pc:picChg>
        <pc:picChg chg="add mod">
          <ac:chgData name="國峰 黃" userId="07d7d89e1f669cb9" providerId="LiveId" clId="{E97F28A7-1CE6-4A2E-BE2A-327E4772F132}" dt="2018-11-13T09:47:58.550" v="336" actId="1076"/>
          <ac:picMkLst>
            <pc:docMk/>
            <pc:sldMk cId="1008352898" sldId="363"/>
            <ac:picMk id="6" creationId="{C476E7C2-3CC3-4333-93D0-3120397F5069}"/>
          </ac:picMkLst>
        </pc:picChg>
      </pc:sldChg>
    </pc:docChg>
  </pc:docChgLst>
  <pc:docChgLst>
    <pc:chgData name="國峰 黃" userId="07d7d89e1f669cb9" providerId="LiveId" clId="{FF0CAD1B-94C6-4683-96BA-1DF4E703FDD6}"/>
    <pc:docChg chg="undo custSel addSld delSld modSld modSection">
      <pc:chgData name="國峰 黃" userId="07d7d89e1f669cb9" providerId="LiveId" clId="{FF0CAD1B-94C6-4683-96BA-1DF4E703FDD6}" dt="2018-12-10T09:41:59.896" v="470"/>
      <pc:docMkLst>
        <pc:docMk/>
      </pc:docMkLst>
      <pc:sldChg chg="modSp">
        <pc:chgData name="國峰 黃" userId="07d7d89e1f669cb9" providerId="LiveId" clId="{FF0CAD1B-94C6-4683-96BA-1DF4E703FDD6}" dt="2018-12-10T09:41:59.896" v="470"/>
        <pc:sldMkLst>
          <pc:docMk/>
          <pc:sldMk cId="3676774769" sldId="256"/>
        </pc:sldMkLst>
        <pc:spChg chg="mod">
          <ac:chgData name="國峰 黃" userId="07d7d89e1f669cb9" providerId="LiveId" clId="{FF0CAD1B-94C6-4683-96BA-1DF4E703FDD6}" dt="2018-11-27T07:50:11.764" v="164" actId="2711"/>
          <ac:spMkLst>
            <pc:docMk/>
            <pc:sldMk cId="3676774769" sldId="256"/>
            <ac:spMk id="2" creationId="{55822F15-00D1-4FDE-A019-FC933C4E2549}"/>
          </ac:spMkLst>
        </pc:spChg>
        <pc:spChg chg="mod">
          <ac:chgData name="國峰 黃" userId="07d7d89e1f669cb9" providerId="LiveId" clId="{FF0CAD1B-94C6-4683-96BA-1DF4E703FDD6}" dt="2018-11-27T07:50:17.205" v="165" actId="2711"/>
          <ac:spMkLst>
            <pc:docMk/>
            <pc:sldMk cId="3676774769" sldId="256"/>
            <ac:spMk id="3" creationId="{7ABD29E4-B887-45D9-9793-DA3B272D07C3}"/>
          </ac:spMkLst>
        </pc:spChg>
        <pc:spChg chg="mod">
          <ac:chgData name="國峰 黃" userId="07d7d89e1f669cb9" providerId="LiveId" clId="{FF0CAD1B-94C6-4683-96BA-1DF4E703FDD6}" dt="2018-12-10T09:41:59.896" v="470"/>
          <ac:spMkLst>
            <pc:docMk/>
            <pc:sldMk cId="3676774769" sldId="256"/>
            <ac:spMk id="4" creationId="{DBCD3618-401B-49E4-9C85-373848D9AA50}"/>
          </ac:spMkLst>
        </pc:spChg>
      </pc:sldChg>
      <pc:sldChg chg="modSp">
        <pc:chgData name="國峰 黃" userId="07d7d89e1f669cb9" providerId="LiveId" clId="{FF0CAD1B-94C6-4683-96BA-1DF4E703FDD6}" dt="2018-11-27T07:50:43.126" v="170" actId="2711"/>
        <pc:sldMkLst>
          <pc:docMk/>
          <pc:sldMk cId="2726883200" sldId="276"/>
        </pc:sldMkLst>
        <pc:spChg chg="mod">
          <ac:chgData name="國峰 黃" userId="07d7d89e1f669cb9" providerId="LiveId" clId="{FF0CAD1B-94C6-4683-96BA-1DF4E703FDD6}" dt="2018-11-27T07:50:43.126" v="170" actId="2711"/>
          <ac:spMkLst>
            <pc:docMk/>
            <pc:sldMk cId="2726883200" sldId="276"/>
            <ac:spMk id="2" creationId="{A81FADCC-098F-42B3-A516-7A8E8C1A4646}"/>
          </ac:spMkLst>
        </pc:spChg>
        <pc:spChg chg="mod">
          <ac:chgData name="國峰 黃" userId="07d7d89e1f669cb9" providerId="LiveId" clId="{FF0CAD1B-94C6-4683-96BA-1DF4E703FDD6}" dt="2018-11-27T07:50:40.142" v="169" actId="2711"/>
          <ac:spMkLst>
            <pc:docMk/>
            <pc:sldMk cId="2726883200" sldId="276"/>
            <ac:spMk id="3" creationId="{7DB8E5E2-9D37-4095-8A46-00A68D1D282E}"/>
          </ac:spMkLst>
        </pc:spChg>
      </pc:sldChg>
      <pc:sldChg chg="addSp delSp modSp">
        <pc:chgData name="國峰 黃" userId="07d7d89e1f669cb9" providerId="LiveId" clId="{FF0CAD1B-94C6-4683-96BA-1DF4E703FDD6}" dt="2018-11-27T07:50:53.407" v="173" actId="2711"/>
        <pc:sldMkLst>
          <pc:docMk/>
          <pc:sldMk cId="2693855290" sldId="306"/>
        </pc:sldMkLst>
        <pc:spChg chg="mod">
          <ac:chgData name="國峰 黃" userId="07d7d89e1f669cb9" providerId="LiveId" clId="{FF0CAD1B-94C6-4683-96BA-1DF4E703FDD6}" dt="2018-11-27T07:50:53.407" v="173" actId="2711"/>
          <ac:spMkLst>
            <pc:docMk/>
            <pc:sldMk cId="2693855290" sldId="306"/>
            <ac:spMk id="2" creationId="{E7747DF4-4375-4FEA-AD33-D3E0A18DB5F5}"/>
          </ac:spMkLst>
        </pc:spChg>
        <pc:spChg chg="del mod">
          <ac:chgData name="國峰 黃" userId="07d7d89e1f669cb9" providerId="LiveId" clId="{FF0CAD1B-94C6-4683-96BA-1DF4E703FDD6}" dt="2018-11-27T07:38:00.001" v="57" actId="931"/>
          <ac:spMkLst>
            <pc:docMk/>
            <pc:sldMk cId="2693855290" sldId="306"/>
            <ac:spMk id="4" creationId="{9E708711-49F6-4FF0-A488-26964698170B}"/>
          </ac:spMkLst>
        </pc:spChg>
        <pc:spChg chg="add del">
          <ac:chgData name="國峰 黃" userId="07d7d89e1f669cb9" providerId="LiveId" clId="{FF0CAD1B-94C6-4683-96BA-1DF4E703FDD6}" dt="2018-11-27T07:38:20.042" v="59"/>
          <ac:spMkLst>
            <pc:docMk/>
            <pc:sldMk cId="2693855290" sldId="306"/>
            <ac:spMk id="6" creationId="{8FD84472-92A0-4471-A5B9-774C17C21C07}"/>
          </ac:spMkLst>
        </pc:spChg>
        <pc:picChg chg="add mod">
          <ac:chgData name="國峰 黃" userId="07d7d89e1f669cb9" providerId="LiveId" clId="{FF0CAD1B-94C6-4683-96BA-1DF4E703FDD6}" dt="2018-11-27T07:38:00.001" v="57" actId="931"/>
          <ac:picMkLst>
            <pc:docMk/>
            <pc:sldMk cId="2693855290" sldId="306"/>
            <ac:picMk id="5" creationId="{7D7F0169-C3E4-4A08-8276-1A6D35A470D6}"/>
          </ac:picMkLst>
        </pc:picChg>
        <pc:picChg chg="del">
          <ac:chgData name="國峰 黃" userId="07d7d89e1f669cb9" providerId="LiveId" clId="{FF0CAD1B-94C6-4683-96BA-1DF4E703FDD6}" dt="2018-11-27T07:37:53.267" v="55" actId="478"/>
          <ac:picMkLst>
            <pc:docMk/>
            <pc:sldMk cId="2693855290" sldId="306"/>
            <ac:picMk id="8" creationId="{E78C0173-69F7-4203-8330-0C3EC20918F0}"/>
          </ac:picMkLst>
        </pc:picChg>
      </pc:sldChg>
      <pc:sldChg chg="addSp delSp modSp">
        <pc:chgData name="國峰 黃" userId="07d7d89e1f669cb9" providerId="LiveId" clId="{FF0CAD1B-94C6-4683-96BA-1DF4E703FDD6}" dt="2018-12-04T07:33:35.441" v="464" actId="1076"/>
        <pc:sldMkLst>
          <pc:docMk/>
          <pc:sldMk cId="2294589171" sldId="343"/>
        </pc:sldMkLst>
        <pc:spChg chg="mod">
          <ac:chgData name="國峰 黃" userId="07d7d89e1f669cb9" providerId="LiveId" clId="{FF0CAD1B-94C6-4683-96BA-1DF4E703FDD6}" dt="2018-11-27T07:52:08.057" v="183"/>
          <ac:spMkLst>
            <pc:docMk/>
            <pc:sldMk cId="2294589171" sldId="343"/>
            <ac:spMk id="2" creationId="{E7747DF4-4375-4FEA-AD33-D3E0A18DB5F5}"/>
          </ac:spMkLst>
        </pc:spChg>
        <pc:spChg chg="del mod">
          <ac:chgData name="國峰 黃" userId="07d7d89e1f669cb9" providerId="LiveId" clId="{FF0CAD1B-94C6-4683-96BA-1DF4E703FDD6}" dt="2018-11-27T07:40:25.469" v="76" actId="931"/>
          <ac:spMkLst>
            <pc:docMk/>
            <pc:sldMk cId="2294589171" sldId="343"/>
            <ac:spMk id="4" creationId="{0627CD87-F003-4658-806F-C0DB9B7E1520}"/>
          </ac:spMkLst>
        </pc:spChg>
        <pc:spChg chg="add mod">
          <ac:chgData name="國峰 黃" userId="07d7d89e1f669cb9" providerId="LiveId" clId="{FF0CAD1B-94C6-4683-96BA-1DF4E703FDD6}" dt="2018-12-04T07:33:35.441" v="464" actId="1076"/>
          <ac:spMkLst>
            <pc:docMk/>
            <pc:sldMk cId="2294589171" sldId="343"/>
            <ac:spMk id="6" creationId="{557132B1-9379-4387-ABC5-E77EB136BF1B}"/>
          </ac:spMkLst>
        </pc:spChg>
        <pc:spChg chg="del">
          <ac:chgData name="國峰 黃" userId="07d7d89e1f669cb9" providerId="LiveId" clId="{FF0CAD1B-94C6-4683-96BA-1DF4E703FDD6}" dt="2018-11-27T07:42:28.205" v="99" actId="478"/>
          <ac:spMkLst>
            <pc:docMk/>
            <pc:sldMk cId="2294589171" sldId="343"/>
            <ac:spMk id="8" creationId="{F6FB5659-D818-4D67-BFFE-5E5309CB65FB}"/>
          </ac:spMkLst>
        </pc:spChg>
        <pc:spChg chg="del">
          <ac:chgData name="國峰 黃" userId="07d7d89e1f669cb9" providerId="LiveId" clId="{FF0CAD1B-94C6-4683-96BA-1DF4E703FDD6}" dt="2018-11-27T07:42:27.346" v="98" actId="478"/>
          <ac:spMkLst>
            <pc:docMk/>
            <pc:sldMk cId="2294589171" sldId="343"/>
            <ac:spMk id="11" creationId="{5168AB9F-F403-4697-9944-3CAE1499F539}"/>
          </ac:spMkLst>
        </pc:spChg>
        <pc:picChg chg="add mod">
          <ac:chgData name="國峰 黃" userId="07d7d89e1f669cb9" providerId="LiveId" clId="{FF0CAD1B-94C6-4683-96BA-1DF4E703FDD6}" dt="2018-11-27T07:42:52.454" v="103" actId="1076"/>
          <ac:picMkLst>
            <pc:docMk/>
            <pc:sldMk cId="2294589171" sldId="343"/>
            <ac:picMk id="5" creationId="{6F19EF68-75FC-424A-8C36-A10BB19F955C}"/>
          </ac:picMkLst>
        </pc:picChg>
      </pc:sldChg>
      <pc:sldChg chg="addSp delSp modSp">
        <pc:chgData name="國峰 黃" userId="07d7d89e1f669cb9" providerId="LiveId" clId="{FF0CAD1B-94C6-4683-96BA-1DF4E703FDD6}" dt="2018-11-27T07:50:27.486" v="167" actId="2711"/>
        <pc:sldMkLst>
          <pc:docMk/>
          <pc:sldMk cId="1008352898" sldId="363"/>
        </pc:sldMkLst>
        <pc:spChg chg="mod">
          <ac:chgData name="國峰 黃" userId="07d7d89e1f669cb9" providerId="LiveId" clId="{FF0CAD1B-94C6-4683-96BA-1DF4E703FDD6}" dt="2018-11-27T07:50:27.486" v="167" actId="2711"/>
          <ac:spMkLst>
            <pc:docMk/>
            <pc:sldMk cId="1008352898" sldId="363"/>
            <ac:spMk id="2" creationId="{12F05902-5919-470C-8063-8C8BA1F98A77}"/>
          </ac:spMkLst>
        </pc:spChg>
        <pc:spChg chg="add del mod">
          <ac:chgData name="國峰 黃" userId="07d7d89e1f669cb9" providerId="LiveId" clId="{FF0CAD1B-94C6-4683-96BA-1DF4E703FDD6}" dt="2018-11-27T07:31:32.137" v="27" actId="931"/>
          <ac:spMkLst>
            <pc:docMk/>
            <pc:sldMk cId="1008352898" sldId="363"/>
            <ac:spMk id="4" creationId="{E33CFF70-9A5A-4CAE-95B4-D341996379D9}"/>
          </ac:spMkLst>
        </pc:spChg>
        <pc:picChg chg="del">
          <ac:chgData name="國峰 黃" userId="07d7d89e1f669cb9" providerId="LiveId" clId="{FF0CAD1B-94C6-4683-96BA-1DF4E703FDD6}" dt="2018-11-27T07:31:27.071" v="26" actId="478"/>
          <ac:picMkLst>
            <pc:docMk/>
            <pc:sldMk cId="1008352898" sldId="363"/>
            <ac:picMk id="6" creationId="{C476E7C2-3CC3-4333-93D0-3120397F5069}"/>
          </ac:picMkLst>
        </pc:picChg>
        <pc:picChg chg="add mod">
          <ac:chgData name="國峰 黃" userId="07d7d89e1f669cb9" providerId="LiveId" clId="{FF0CAD1B-94C6-4683-96BA-1DF4E703FDD6}" dt="2018-11-27T07:31:32.137" v="27" actId="931"/>
          <ac:picMkLst>
            <pc:docMk/>
            <pc:sldMk cId="1008352898" sldId="363"/>
            <ac:picMk id="7" creationId="{06F07229-5A86-43AB-8B22-DA947E2ED600}"/>
          </ac:picMkLst>
        </pc:picChg>
      </pc:sldChg>
      <pc:sldChg chg="addSp delSp modSp add">
        <pc:chgData name="國峰 黃" userId="07d7d89e1f669cb9" providerId="LiveId" clId="{FF0CAD1B-94C6-4683-96BA-1DF4E703FDD6}" dt="2018-11-27T07:50:36.767" v="168" actId="2711"/>
        <pc:sldMkLst>
          <pc:docMk/>
          <pc:sldMk cId="3534587461" sldId="364"/>
        </pc:sldMkLst>
        <pc:spChg chg="mod">
          <ac:chgData name="國峰 黃" userId="07d7d89e1f669cb9" providerId="LiveId" clId="{FF0CAD1B-94C6-4683-96BA-1DF4E703FDD6}" dt="2018-11-27T07:50:36.767" v="168" actId="2711"/>
          <ac:spMkLst>
            <pc:docMk/>
            <pc:sldMk cId="3534587461" sldId="364"/>
            <ac:spMk id="2" creationId="{12F05902-5919-470C-8063-8C8BA1F98A77}"/>
          </ac:spMkLst>
        </pc:spChg>
        <pc:spChg chg="add del mod">
          <ac:chgData name="國峰 黃" userId="07d7d89e1f669cb9" providerId="LiveId" clId="{FF0CAD1B-94C6-4683-96BA-1DF4E703FDD6}" dt="2018-11-27T07:33:35.599" v="33" actId="931"/>
          <ac:spMkLst>
            <pc:docMk/>
            <pc:sldMk cId="3534587461" sldId="364"/>
            <ac:spMk id="5" creationId="{A77B1652-3C70-41C2-8325-FF39685D5924}"/>
          </ac:spMkLst>
        </pc:spChg>
        <pc:picChg chg="add del">
          <ac:chgData name="國峰 黃" userId="07d7d89e1f669cb9" providerId="LiveId" clId="{FF0CAD1B-94C6-4683-96BA-1DF4E703FDD6}" dt="2018-11-27T07:32:37.628" v="30"/>
          <ac:picMkLst>
            <pc:docMk/>
            <pc:sldMk cId="3534587461" sldId="364"/>
            <ac:picMk id="3" creationId="{8802A5D2-1128-4F9D-B24C-5C2A40B447DA}"/>
          </ac:picMkLst>
        </pc:picChg>
        <pc:picChg chg="del">
          <ac:chgData name="國峰 黃" userId="07d7d89e1f669cb9" providerId="LiveId" clId="{FF0CAD1B-94C6-4683-96BA-1DF4E703FDD6}" dt="2018-11-27T07:33:01.398" v="32" actId="478"/>
          <ac:picMkLst>
            <pc:docMk/>
            <pc:sldMk cId="3534587461" sldId="364"/>
            <ac:picMk id="7" creationId="{06F07229-5A86-43AB-8B22-DA947E2ED600}"/>
          </ac:picMkLst>
        </pc:picChg>
        <pc:picChg chg="add mod">
          <ac:chgData name="國峰 黃" userId="07d7d89e1f669cb9" providerId="LiveId" clId="{FF0CAD1B-94C6-4683-96BA-1DF4E703FDD6}" dt="2018-11-27T07:33:35.599" v="33" actId="931"/>
          <ac:picMkLst>
            <pc:docMk/>
            <pc:sldMk cId="3534587461" sldId="364"/>
            <ac:picMk id="8" creationId="{698C2CC7-A0E6-42CE-B305-DE811F28DF4D}"/>
          </ac:picMkLst>
        </pc:picChg>
      </pc:sldChg>
      <pc:sldChg chg="modSp add">
        <pc:chgData name="國峰 黃" userId="07d7d89e1f669cb9" providerId="LiveId" clId="{FF0CAD1B-94C6-4683-96BA-1DF4E703FDD6}" dt="2018-11-27T07:50:49.985" v="172" actId="2711"/>
        <pc:sldMkLst>
          <pc:docMk/>
          <pc:sldMk cId="3140755891" sldId="365"/>
        </pc:sldMkLst>
        <pc:spChg chg="mod">
          <ac:chgData name="國峰 黃" userId="07d7d89e1f669cb9" providerId="LiveId" clId="{FF0CAD1B-94C6-4683-96BA-1DF4E703FDD6}" dt="2018-11-27T07:50:47.089" v="171" actId="2711"/>
          <ac:spMkLst>
            <pc:docMk/>
            <pc:sldMk cId="3140755891" sldId="365"/>
            <ac:spMk id="2" creationId="{A81FADCC-098F-42B3-A516-7A8E8C1A4646}"/>
          </ac:spMkLst>
        </pc:spChg>
        <pc:spChg chg="mod">
          <ac:chgData name="國峰 黃" userId="07d7d89e1f669cb9" providerId="LiveId" clId="{FF0CAD1B-94C6-4683-96BA-1DF4E703FDD6}" dt="2018-11-27T07:50:49.985" v="172" actId="2711"/>
          <ac:spMkLst>
            <pc:docMk/>
            <pc:sldMk cId="3140755891" sldId="365"/>
            <ac:spMk id="3" creationId="{7DB8E5E2-9D37-4095-8A46-00A68D1D282E}"/>
          </ac:spMkLst>
        </pc:spChg>
      </pc:sldChg>
      <pc:sldChg chg="addSp delSp modSp add">
        <pc:chgData name="國峰 黃" userId="07d7d89e1f669cb9" providerId="LiveId" clId="{FF0CAD1B-94C6-4683-96BA-1DF4E703FDD6}" dt="2018-11-27T10:09:05.244" v="438" actId="20577"/>
        <pc:sldMkLst>
          <pc:docMk/>
          <pc:sldMk cId="1473708507" sldId="366"/>
        </pc:sldMkLst>
        <pc:spChg chg="mod">
          <ac:chgData name="國峰 黃" userId="07d7d89e1f669cb9" providerId="LiveId" clId="{FF0CAD1B-94C6-4683-96BA-1DF4E703FDD6}" dt="2018-11-27T07:51:53.205" v="179" actId="2711"/>
          <ac:spMkLst>
            <pc:docMk/>
            <pc:sldMk cId="1473708507" sldId="366"/>
            <ac:spMk id="2" creationId="{E7747DF4-4375-4FEA-AD33-D3E0A18DB5F5}"/>
          </ac:spMkLst>
        </pc:spChg>
        <pc:spChg chg="add del mod">
          <ac:chgData name="國峰 黃" userId="07d7d89e1f669cb9" providerId="LiveId" clId="{FF0CAD1B-94C6-4683-96BA-1DF4E703FDD6}" dt="2018-11-27T07:45:16.548" v="121" actId="47"/>
          <ac:spMkLst>
            <pc:docMk/>
            <pc:sldMk cId="1473708507" sldId="366"/>
            <ac:spMk id="6" creationId="{557132B1-9379-4387-ABC5-E77EB136BF1B}"/>
          </ac:spMkLst>
        </pc:spChg>
        <pc:spChg chg="add del mod">
          <ac:chgData name="國峰 黃" userId="07d7d89e1f669cb9" providerId="LiveId" clId="{FF0CAD1B-94C6-4683-96BA-1DF4E703FDD6}" dt="2018-11-27T07:45:21.579" v="123" actId="478"/>
          <ac:spMkLst>
            <pc:docMk/>
            <pc:sldMk cId="1473708507" sldId="366"/>
            <ac:spMk id="9" creationId="{E33E4CFA-93DE-45DF-96EC-049A3BABDE5C}"/>
          </ac:spMkLst>
        </pc:spChg>
        <pc:spChg chg="add mod">
          <ac:chgData name="國峰 黃" userId="07d7d89e1f669cb9" providerId="LiveId" clId="{FF0CAD1B-94C6-4683-96BA-1DF4E703FDD6}" dt="2018-11-27T10:08:42.369" v="426" actId="20577"/>
          <ac:spMkLst>
            <pc:docMk/>
            <pc:sldMk cId="1473708507" sldId="366"/>
            <ac:spMk id="10" creationId="{EEC538C9-C43F-45D1-B372-CC560EC08A53}"/>
          </ac:spMkLst>
        </pc:spChg>
        <pc:spChg chg="add mod">
          <ac:chgData name="國峰 黃" userId="07d7d89e1f669cb9" providerId="LiveId" clId="{FF0CAD1B-94C6-4683-96BA-1DF4E703FDD6}" dt="2018-11-27T10:08:49.401" v="430" actId="20577"/>
          <ac:spMkLst>
            <pc:docMk/>
            <pc:sldMk cId="1473708507" sldId="366"/>
            <ac:spMk id="11" creationId="{F744364A-3E62-423F-AC60-3A0EC58F2368}"/>
          </ac:spMkLst>
        </pc:spChg>
        <pc:spChg chg="add mod">
          <ac:chgData name="國峰 黃" userId="07d7d89e1f669cb9" providerId="LiveId" clId="{FF0CAD1B-94C6-4683-96BA-1DF4E703FDD6}" dt="2018-11-27T10:08:58.041" v="434" actId="20577"/>
          <ac:spMkLst>
            <pc:docMk/>
            <pc:sldMk cId="1473708507" sldId="366"/>
            <ac:spMk id="12" creationId="{5E4BF0CA-73C5-44CC-8162-AE293CABA5E0}"/>
          </ac:spMkLst>
        </pc:spChg>
        <pc:spChg chg="add mod">
          <ac:chgData name="國峰 黃" userId="07d7d89e1f669cb9" providerId="LiveId" clId="{FF0CAD1B-94C6-4683-96BA-1DF4E703FDD6}" dt="2018-11-27T10:09:05.244" v="438" actId="20577"/>
          <ac:spMkLst>
            <pc:docMk/>
            <pc:sldMk cId="1473708507" sldId="366"/>
            <ac:spMk id="13" creationId="{44E25BA8-F5AE-44CA-9AC0-11BE3A9A2E63}"/>
          </ac:spMkLst>
        </pc:spChg>
        <pc:picChg chg="add del mod">
          <ac:chgData name="國峰 黃" userId="07d7d89e1f669cb9" providerId="LiveId" clId="{FF0CAD1B-94C6-4683-96BA-1DF4E703FDD6}" dt="2018-11-27T07:44:40.046" v="110"/>
          <ac:picMkLst>
            <pc:docMk/>
            <pc:sldMk cId="1473708507" sldId="366"/>
            <ac:picMk id="3" creationId="{F226FDB6-6D3D-4122-A8E9-95DDE76DC513}"/>
          </ac:picMkLst>
        </pc:picChg>
        <pc:picChg chg="del mod">
          <ac:chgData name="國峰 黃" userId="07d7d89e1f669cb9" providerId="LiveId" clId="{FF0CAD1B-94C6-4683-96BA-1DF4E703FDD6}" dt="2018-11-27T07:44:57.438" v="114" actId="478"/>
          <ac:picMkLst>
            <pc:docMk/>
            <pc:sldMk cId="1473708507" sldId="366"/>
            <ac:picMk id="5" creationId="{6F19EF68-75FC-424A-8C36-A10BB19F955C}"/>
          </ac:picMkLst>
        </pc:picChg>
        <pc:picChg chg="add del mod">
          <ac:chgData name="國峰 黃" userId="07d7d89e1f669cb9" providerId="LiveId" clId="{FF0CAD1B-94C6-4683-96BA-1DF4E703FDD6}" dt="2018-11-27T08:07:38.832" v="289" actId="1076"/>
          <ac:picMkLst>
            <pc:docMk/>
            <pc:sldMk cId="1473708507" sldId="366"/>
            <ac:picMk id="7" creationId="{ED8739CF-FB3D-4371-B506-E5D47653907B}"/>
          </ac:picMkLst>
        </pc:picChg>
      </pc:sldChg>
      <pc:sldChg chg="addSp delSp modSp add">
        <pc:chgData name="國峰 黃" userId="07d7d89e1f669cb9" providerId="LiveId" clId="{FF0CAD1B-94C6-4683-96BA-1DF4E703FDD6}" dt="2018-11-27T08:13:52.491" v="357" actId="1076"/>
        <pc:sldMkLst>
          <pc:docMk/>
          <pc:sldMk cId="471094479" sldId="367"/>
        </pc:sldMkLst>
        <pc:spChg chg="mod">
          <ac:chgData name="國峰 黃" userId="07d7d89e1f669cb9" providerId="LiveId" clId="{FF0CAD1B-94C6-4683-96BA-1DF4E703FDD6}" dt="2018-11-27T08:12:10.254" v="338" actId="2711"/>
          <ac:spMkLst>
            <pc:docMk/>
            <pc:sldMk cId="471094479" sldId="367"/>
            <ac:spMk id="2" creationId="{9B003F61-DD93-4036-9318-A5621607A6E3}"/>
          </ac:spMkLst>
        </pc:spChg>
        <pc:spChg chg="add del">
          <ac:chgData name="國峰 黃" userId="07d7d89e1f669cb9" providerId="LiveId" clId="{FF0CAD1B-94C6-4683-96BA-1DF4E703FDD6}" dt="2018-11-27T08:10:38.317" v="320" actId="931"/>
          <ac:spMkLst>
            <pc:docMk/>
            <pc:sldMk cId="471094479" sldId="367"/>
            <ac:spMk id="3" creationId="{C63DD07F-1E06-41E1-9941-C579311FD29F}"/>
          </ac:spMkLst>
        </pc:spChg>
        <pc:spChg chg="add del mod">
          <ac:chgData name="國峰 黃" userId="07d7d89e1f669cb9" providerId="LiveId" clId="{FF0CAD1B-94C6-4683-96BA-1DF4E703FDD6}" dt="2018-11-27T08:12:22.427" v="343"/>
          <ac:spMkLst>
            <pc:docMk/>
            <pc:sldMk cId="471094479" sldId="367"/>
            <ac:spMk id="7" creationId="{2D8AA049-2D72-44D2-9C57-EB1A21B00AED}"/>
          </ac:spMkLst>
        </pc:spChg>
        <pc:spChg chg="add mod">
          <ac:chgData name="國峰 黃" userId="07d7d89e1f669cb9" providerId="LiveId" clId="{FF0CAD1B-94C6-4683-96BA-1DF4E703FDD6}" dt="2018-11-27T08:13:52.491" v="357" actId="1076"/>
          <ac:spMkLst>
            <pc:docMk/>
            <pc:sldMk cId="471094479" sldId="367"/>
            <ac:spMk id="8" creationId="{2D6BAACC-7FC3-4AF2-A7A6-C89F1D90E159}"/>
          </ac:spMkLst>
        </pc:spChg>
        <pc:picChg chg="add del mod">
          <ac:chgData name="國峰 黃" userId="07d7d89e1f669cb9" providerId="LiveId" clId="{FF0CAD1B-94C6-4683-96BA-1DF4E703FDD6}" dt="2018-11-27T08:10:32.306" v="319"/>
          <ac:picMkLst>
            <pc:docMk/>
            <pc:sldMk cId="471094479" sldId="367"/>
            <ac:picMk id="4" creationId="{12897729-5277-4357-9713-E5512A857871}"/>
          </ac:picMkLst>
        </pc:picChg>
        <pc:picChg chg="add mod">
          <ac:chgData name="國峰 黃" userId="07d7d89e1f669cb9" providerId="LiveId" clId="{FF0CAD1B-94C6-4683-96BA-1DF4E703FDD6}" dt="2018-11-27T08:12:21.817" v="341" actId="1076"/>
          <ac:picMkLst>
            <pc:docMk/>
            <pc:sldMk cId="471094479" sldId="367"/>
            <ac:picMk id="6" creationId="{75FF52B7-0DFA-4024-9E54-1556547BC002}"/>
          </ac:picMkLst>
        </pc:picChg>
      </pc:sldChg>
      <pc:sldChg chg="addSp delSp modSp add">
        <pc:chgData name="國峰 黃" userId="07d7d89e1f669cb9" providerId="LiveId" clId="{FF0CAD1B-94C6-4683-96BA-1DF4E703FDD6}" dt="2018-11-27T09:26:17.127" v="413" actId="1076"/>
        <pc:sldMkLst>
          <pc:docMk/>
          <pc:sldMk cId="664800468" sldId="368"/>
        </pc:sldMkLst>
        <pc:spChg chg="mod">
          <ac:chgData name="國峰 黃" userId="07d7d89e1f669cb9" providerId="LiveId" clId="{FF0CAD1B-94C6-4683-96BA-1DF4E703FDD6}" dt="2018-11-27T09:25:42.284" v="378"/>
          <ac:spMkLst>
            <pc:docMk/>
            <pc:sldMk cId="664800468" sldId="368"/>
            <ac:spMk id="2" creationId="{9B003F61-DD93-4036-9318-A5621607A6E3}"/>
          </ac:spMkLst>
        </pc:spChg>
        <pc:spChg chg="add del mod">
          <ac:chgData name="國峰 黃" userId="07d7d89e1f669cb9" providerId="LiveId" clId="{FF0CAD1B-94C6-4683-96BA-1DF4E703FDD6}" dt="2018-11-27T09:25:05.351" v="372" actId="478"/>
          <ac:spMkLst>
            <pc:docMk/>
            <pc:sldMk cId="664800468" sldId="368"/>
            <ac:spMk id="4" creationId="{43C0D13D-B447-4D21-B94E-637FB0FFE511}"/>
          </ac:spMkLst>
        </pc:spChg>
        <pc:spChg chg="del">
          <ac:chgData name="國峰 黃" userId="07d7d89e1f669cb9" providerId="LiveId" clId="{FF0CAD1B-94C6-4683-96BA-1DF4E703FDD6}" dt="2018-11-27T09:25:06.257" v="373" actId="478"/>
          <ac:spMkLst>
            <pc:docMk/>
            <pc:sldMk cId="664800468" sldId="368"/>
            <ac:spMk id="8" creationId="{2D6BAACC-7FC3-4AF2-A7A6-C89F1D90E159}"/>
          </ac:spMkLst>
        </pc:spChg>
        <pc:spChg chg="add mod">
          <ac:chgData name="國峰 黃" userId="07d7d89e1f669cb9" providerId="LiveId" clId="{FF0CAD1B-94C6-4683-96BA-1DF4E703FDD6}" dt="2018-11-27T09:26:17.127" v="413" actId="1076"/>
          <ac:spMkLst>
            <pc:docMk/>
            <pc:sldMk cId="664800468" sldId="368"/>
            <ac:spMk id="9" creationId="{A1B92D98-3B62-499F-985F-DDB91A297BE2}"/>
          </ac:spMkLst>
        </pc:spChg>
        <pc:picChg chg="del">
          <ac:chgData name="國峰 黃" userId="07d7d89e1f669cb9" providerId="LiveId" clId="{FF0CAD1B-94C6-4683-96BA-1DF4E703FDD6}" dt="2018-11-27T09:25:01.679" v="371" actId="478"/>
          <ac:picMkLst>
            <pc:docMk/>
            <pc:sldMk cId="664800468" sldId="368"/>
            <ac:picMk id="6" creationId="{75FF52B7-0DFA-4024-9E54-1556547BC002}"/>
          </ac:picMkLst>
        </pc:picChg>
        <pc:picChg chg="add mod">
          <ac:chgData name="國峰 黃" userId="07d7d89e1f669cb9" providerId="LiveId" clId="{FF0CAD1B-94C6-4683-96BA-1DF4E703FDD6}" dt="2018-11-27T09:25:11.299" v="375" actId="1076"/>
          <ac:picMkLst>
            <pc:docMk/>
            <pc:sldMk cId="664800468" sldId="368"/>
            <ac:picMk id="7" creationId="{D36C2DC8-A5FE-47FF-ACA2-C928D04E8C7A}"/>
          </ac:picMkLst>
        </pc:picChg>
      </pc:sldChg>
      <pc:sldChg chg="addSp delSp modSp add">
        <pc:chgData name="國峰 黃" userId="07d7d89e1f669cb9" providerId="LiveId" clId="{FF0CAD1B-94C6-4683-96BA-1DF4E703FDD6}" dt="2018-11-27T10:06:53.589" v="423" actId="1076"/>
        <pc:sldMkLst>
          <pc:docMk/>
          <pc:sldMk cId="3973228373" sldId="369"/>
        </pc:sldMkLst>
        <pc:spChg chg="mod">
          <ac:chgData name="國峰 黃" userId="07d7d89e1f669cb9" providerId="LiveId" clId="{FF0CAD1B-94C6-4683-96BA-1DF4E703FDD6}" dt="2018-11-27T10:06:51.168" v="422" actId="2711"/>
          <ac:spMkLst>
            <pc:docMk/>
            <pc:sldMk cId="3973228373" sldId="369"/>
            <ac:spMk id="2" creationId="{9B003F61-DD93-4036-9318-A5621607A6E3}"/>
          </ac:spMkLst>
        </pc:spChg>
        <pc:spChg chg="del mod">
          <ac:chgData name="國峰 黃" userId="07d7d89e1f669cb9" providerId="LiveId" clId="{FF0CAD1B-94C6-4683-96BA-1DF4E703FDD6}" dt="2018-11-27T10:06:05.025" v="417" actId="478"/>
          <ac:spMkLst>
            <pc:docMk/>
            <pc:sldMk cId="3973228373" sldId="369"/>
            <ac:spMk id="9" creationId="{A1B92D98-3B62-499F-985F-DDB91A297BE2}"/>
          </ac:spMkLst>
        </pc:spChg>
        <pc:picChg chg="add mod">
          <ac:chgData name="國峰 黃" userId="07d7d89e1f669cb9" providerId="LiveId" clId="{FF0CAD1B-94C6-4683-96BA-1DF4E703FDD6}" dt="2018-11-27T10:06:53.589" v="423" actId="1076"/>
          <ac:picMkLst>
            <pc:docMk/>
            <pc:sldMk cId="3973228373" sldId="369"/>
            <ac:picMk id="4" creationId="{493BDB45-2C0F-46A3-9509-A48F382DEEFE}"/>
          </ac:picMkLst>
        </pc:picChg>
        <pc:picChg chg="del">
          <ac:chgData name="國峰 黃" userId="07d7d89e1f669cb9" providerId="LiveId" clId="{FF0CAD1B-94C6-4683-96BA-1DF4E703FDD6}" dt="2018-11-27T10:06:02.136" v="415" actId="478"/>
          <ac:picMkLst>
            <pc:docMk/>
            <pc:sldMk cId="3973228373" sldId="369"/>
            <ac:picMk id="7" creationId="{D36C2DC8-A5FE-47FF-ACA2-C928D04E8C7A}"/>
          </ac:picMkLst>
        </pc:picChg>
      </pc:sldChg>
      <pc:sldChg chg="addSp delSp modSp add">
        <pc:chgData name="國峰 黃" userId="07d7d89e1f669cb9" providerId="LiveId" clId="{FF0CAD1B-94C6-4683-96BA-1DF4E703FDD6}" dt="2018-11-27T10:19:25.254" v="453" actId="1076"/>
        <pc:sldMkLst>
          <pc:docMk/>
          <pc:sldMk cId="2049306390" sldId="370"/>
        </pc:sldMkLst>
        <pc:picChg chg="del">
          <ac:chgData name="國峰 黃" userId="07d7d89e1f669cb9" providerId="LiveId" clId="{FF0CAD1B-94C6-4683-96BA-1DF4E703FDD6}" dt="2018-11-27T10:17:11.939" v="440" actId="478"/>
          <ac:picMkLst>
            <pc:docMk/>
            <pc:sldMk cId="2049306390" sldId="370"/>
            <ac:picMk id="4" creationId="{493BDB45-2C0F-46A3-9509-A48F382DEEFE}"/>
          </ac:picMkLst>
        </pc:picChg>
        <pc:picChg chg="add mod">
          <ac:chgData name="國峰 黃" userId="07d7d89e1f669cb9" providerId="LiveId" clId="{FF0CAD1B-94C6-4683-96BA-1DF4E703FDD6}" dt="2018-11-27T10:19:25.254" v="453" actId="1076"/>
          <ac:picMkLst>
            <pc:docMk/>
            <pc:sldMk cId="2049306390" sldId="370"/>
            <ac:picMk id="5" creationId="{09925872-9BDE-46EF-8889-75326EEEF552}"/>
          </ac:picMkLst>
        </pc:picChg>
      </pc:sldChg>
      <pc:sldChg chg="addSp delSp modSp add">
        <pc:chgData name="國峰 黃" userId="07d7d89e1f669cb9" providerId="LiveId" clId="{FF0CAD1B-94C6-4683-96BA-1DF4E703FDD6}" dt="2018-11-27T10:19:27.582" v="454" actId="1076"/>
        <pc:sldMkLst>
          <pc:docMk/>
          <pc:sldMk cId="2122565305" sldId="371"/>
        </pc:sldMkLst>
        <pc:picChg chg="add mod">
          <ac:chgData name="國峰 黃" userId="07d7d89e1f669cb9" providerId="LiveId" clId="{FF0CAD1B-94C6-4683-96BA-1DF4E703FDD6}" dt="2018-11-27T10:19:27.582" v="454" actId="1076"/>
          <ac:picMkLst>
            <pc:docMk/>
            <pc:sldMk cId="2122565305" sldId="371"/>
            <ac:picMk id="4" creationId="{D6EB4CBA-9710-41F1-8786-A9440E6F683D}"/>
          </ac:picMkLst>
        </pc:picChg>
        <pc:picChg chg="del">
          <ac:chgData name="國峰 黃" userId="07d7d89e1f669cb9" providerId="LiveId" clId="{FF0CAD1B-94C6-4683-96BA-1DF4E703FDD6}" dt="2018-11-27T10:18:09.097" v="444" actId="478"/>
          <ac:picMkLst>
            <pc:docMk/>
            <pc:sldMk cId="2122565305" sldId="371"/>
            <ac:picMk id="5" creationId="{09925872-9BDE-46EF-8889-75326EEEF552}"/>
          </ac:picMkLst>
        </pc:picChg>
      </pc:sldChg>
      <pc:sldChg chg="addSp delSp modSp add">
        <pc:chgData name="國峰 黃" userId="07d7d89e1f669cb9" providerId="LiveId" clId="{FF0CAD1B-94C6-4683-96BA-1DF4E703FDD6}" dt="2018-11-27T10:19:15.766" v="452" actId="14100"/>
        <pc:sldMkLst>
          <pc:docMk/>
          <pc:sldMk cId="3629085157" sldId="372"/>
        </pc:sldMkLst>
        <pc:picChg chg="del">
          <ac:chgData name="國峰 黃" userId="07d7d89e1f669cb9" providerId="LiveId" clId="{FF0CAD1B-94C6-4683-96BA-1DF4E703FDD6}" dt="2018-11-27T10:18:59.403" v="448" actId="478"/>
          <ac:picMkLst>
            <pc:docMk/>
            <pc:sldMk cId="3629085157" sldId="372"/>
            <ac:picMk id="4" creationId="{D6EB4CBA-9710-41F1-8786-A9440E6F683D}"/>
          </ac:picMkLst>
        </pc:picChg>
        <pc:picChg chg="add mod">
          <ac:chgData name="國峰 黃" userId="07d7d89e1f669cb9" providerId="LiveId" clId="{FF0CAD1B-94C6-4683-96BA-1DF4E703FDD6}" dt="2018-11-27T10:19:15.766" v="452" actId="14100"/>
          <ac:picMkLst>
            <pc:docMk/>
            <pc:sldMk cId="3629085157" sldId="372"/>
            <ac:picMk id="5" creationId="{67BA7B51-9E59-4C87-ACB1-A25941C84909}"/>
          </ac:picMkLst>
        </pc:picChg>
      </pc:sldChg>
    </pc:docChg>
  </pc:docChgLst>
  <pc:docChgLst>
    <pc:chgData name="黃國峰" userId="07d7d89e1f669cb9" providerId="LiveId" clId="{D7E13699-1C50-409E-984A-872A6EE95369}"/>
  </pc:docChgLst>
  <pc:docChgLst>
    <pc:chgData userId="07d7d89e1f669cb9" providerId="LiveId" clId="{A25C8640-2F66-41E6-A9F0-00AB598344A4}"/>
  </pc:docChgLst>
  <pc:docChgLst>
    <pc:chgData name="國峰 黃" userId="07d7d89e1f669cb9" providerId="LiveId" clId="{2317824F-B36D-4B63-B144-CA71A6898041}"/>
    <pc:docChg chg="undo custSel mod addSld delSld modSld sldOrd modSection">
      <pc:chgData name="國峰 黃" userId="07d7d89e1f669cb9" providerId="LiveId" clId="{2317824F-B36D-4B63-B144-CA71A6898041}" dt="2018-09-18T10:08:46.512" v="902"/>
      <pc:docMkLst>
        <pc:docMk/>
      </pc:docMkLst>
      <pc:sldChg chg="modSp">
        <pc:chgData name="國峰 黃" userId="07d7d89e1f669cb9" providerId="LiveId" clId="{2317824F-B36D-4B63-B144-CA71A6898041}" dt="2018-09-18T04:57:57.134" v="27" actId="20577"/>
        <pc:sldMkLst>
          <pc:docMk/>
          <pc:sldMk cId="3676774769" sldId="256"/>
        </pc:sldMkLst>
        <pc:spChg chg="mod">
          <ac:chgData name="國峰 黃" userId="07d7d89e1f669cb9" providerId="LiveId" clId="{2317824F-B36D-4B63-B144-CA71A6898041}" dt="2018-09-18T04:57:09.486" v="10" actId="27636"/>
          <ac:spMkLst>
            <pc:docMk/>
            <pc:sldMk cId="3676774769" sldId="256"/>
            <ac:spMk id="2" creationId="{55822F15-00D1-4FDE-A019-FC933C4E2549}"/>
          </ac:spMkLst>
        </pc:spChg>
        <pc:spChg chg="mod">
          <ac:chgData name="國峰 黃" userId="07d7d89e1f669cb9" providerId="LiveId" clId="{2317824F-B36D-4B63-B144-CA71A6898041}" dt="2018-09-18T04:57:57.134" v="27" actId="20577"/>
          <ac:spMkLst>
            <pc:docMk/>
            <pc:sldMk cId="3676774769" sldId="256"/>
            <ac:spMk id="3" creationId="{7ABD29E4-B887-45D9-9793-DA3B272D07C3}"/>
          </ac:spMkLst>
        </pc:spChg>
        <pc:spChg chg="mod">
          <ac:chgData name="國峰 黃" userId="07d7d89e1f669cb9" providerId="LiveId" clId="{2317824F-B36D-4B63-B144-CA71A6898041}" dt="2018-09-18T04:56:57.783" v="8"/>
          <ac:spMkLst>
            <pc:docMk/>
            <pc:sldMk cId="3676774769" sldId="256"/>
            <ac:spMk id="4" creationId="{DBCD3618-401B-49E4-9C85-373848D9AA50}"/>
          </ac:spMkLst>
        </pc:spChg>
      </pc:sldChg>
      <pc:sldChg chg="modSp">
        <pc:chgData name="國峰 黃" userId="07d7d89e1f669cb9" providerId="LiveId" clId="{2317824F-B36D-4B63-B144-CA71A6898041}" dt="2018-09-18T04:59:37.838" v="39" actId="20577"/>
        <pc:sldMkLst>
          <pc:docMk/>
          <pc:sldMk cId="2726883200" sldId="276"/>
        </pc:sldMkLst>
        <pc:spChg chg="mod">
          <ac:chgData name="國峰 黃" userId="07d7d89e1f669cb9" providerId="LiveId" clId="{2317824F-B36D-4B63-B144-CA71A6898041}" dt="2018-09-18T04:59:37.838" v="39" actId="20577"/>
          <ac:spMkLst>
            <pc:docMk/>
            <pc:sldMk cId="2726883200" sldId="276"/>
            <ac:spMk id="3" creationId="{7DB8E5E2-9D37-4095-8A46-00A68D1D282E}"/>
          </ac:spMkLst>
        </pc:spChg>
      </pc:sldChg>
      <pc:sldChg chg="addSp delSp modSp mod setBg">
        <pc:chgData name="國峰 黃" userId="07d7d89e1f669cb9" providerId="LiveId" clId="{2317824F-B36D-4B63-B144-CA71A6898041}" dt="2018-09-18T05:47:32.801" v="419" actId="20577"/>
        <pc:sldMkLst>
          <pc:docMk/>
          <pc:sldMk cId="2693855290" sldId="306"/>
        </pc:sldMkLst>
        <pc:spChg chg="mod">
          <ac:chgData name="國峰 黃" userId="07d7d89e1f669cb9" providerId="LiveId" clId="{2317824F-B36D-4B63-B144-CA71A6898041}" dt="2018-09-18T05:47:32.801" v="419" actId="20577"/>
          <ac:spMkLst>
            <pc:docMk/>
            <pc:sldMk cId="2693855290" sldId="306"/>
            <ac:spMk id="2" creationId="{E7747DF4-4375-4FEA-AD33-D3E0A18DB5F5}"/>
          </ac:spMkLst>
        </pc:spChg>
        <pc:spChg chg="del mod">
          <ac:chgData name="國峰 黃" userId="07d7d89e1f669cb9" providerId="LiveId" clId="{2317824F-B36D-4B63-B144-CA71A6898041}" dt="2018-09-18T05:06:08.131" v="44" actId="931"/>
          <ac:spMkLst>
            <pc:docMk/>
            <pc:sldMk cId="2693855290" sldId="306"/>
            <ac:spMk id="3" creationId="{7EA8248B-CF22-4D53-BD43-208C1FD8B188}"/>
          </ac:spMkLst>
        </pc:spChg>
        <pc:spChg chg="add del mod">
          <ac:chgData name="國峰 黃" userId="07d7d89e1f669cb9" providerId="LiveId" clId="{2317824F-B36D-4B63-B144-CA71A6898041}" dt="2018-09-18T05:06:36.541" v="49" actId="11529"/>
          <ac:spMkLst>
            <pc:docMk/>
            <pc:sldMk cId="2693855290" sldId="306"/>
            <ac:spMk id="6" creationId="{F550D620-E62B-4456-A002-B595CC85533A}"/>
          </ac:spMkLst>
        </pc:spChg>
        <pc:spChg chg="add mod">
          <ac:chgData name="國峰 黃" userId="07d7d89e1f669cb9" providerId="LiveId" clId="{2317824F-B36D-4B63-B144-CA71A6898041}" dt="2018-09-18T05:06:52.334" v="50" actId="11529"/>
          <ac:spMkLst>
            <pc:docMk/>
            <pc:sldMk cId="2693855290" sldId="306"/>
            <ac:spMk id="7" creationId="{99086DC2-F8C8-4EA5-B068-5864D10D2125}"/>
          </ac:spMkLst>
        </pc:spChg>
        <pc:spChg chg="add mod">
          <ac:chgData name="國峰 黃" userId="07d7d89e1f669cb9" providerId="LiveId" clId="{2317824F-B36D-4B63-B144-CA71A6898041}" dt="2018-09-18T05:07:16.370" v="54" actId="1076"/>
          <ac:spMkLst>
            <pc:docMk/>
            <pc:sldMk cId="2693855290" sldId="306"/>
            <ac:spMk id="10" creationId="{2926D08C-BA85-41E6-B116-353ACFCCED33}"/>
          </ac:spMkLst>
        </pc:spChg>
        <pc:spChg chg="add del">
          <ac:chgData name="國峰 黃" userId="07d7d89e1f669cb9" providerId="LiveId" clId="{2317824F-B36D-4B63-B144-CA71A6898041}" dt="2018-09-18T05:06:14.765" v="47" actId="26606"/>
          <ac:spMkLst>
            <pc:docMk/>
            <pc:sldMk cId="2693855290" sldId="306"/>
            <ac:spMk id="13" creationId="{73DE2CFE-42F2-48F0-8706-5264E012B10C}"/>
          </ac:spMkLst>
        </pc:spChg>
        <pc:picChg chg="add mod">
          <ac:chgData name="國峰 黃" userId="07d7d89e1f669cb9" providerId="LiveId" clId="{2317824F-B36D-4B63-B144-CA71A6898041}" dt="2018-09-18T05:07:10.733" v="52" actId="1076"/>
          <ac:picMkLst>
            <pc:docMk/>
            <pc:sldMk cId="2693855290" sldId="306"/>
            <ac:picMk id="5" creationId="{9A88F7FA-EE34-4AD8-92B7-F465D22AC41C}"/>
          </ac:picMkLst>
        </pc:picChg>
        <pc:picChg chg="add del">
          <ac:chgData name="國峰 黃" userId="07d7d89e1f669cb9" providerId="LiveId" clId="{2317824F-B36D-4B63-B144-CA71A6898041}" dt="2018-09-18T05:06:14.765" v="47" actId="26606"/>
          <ac:picMkLst>
            <pc:docMk/>
            <pc:sldMk cId="2693855290" sldId="306"/>
            <ac:picMk id="8" creationId="{9A88F7FA-EE34-4AD8-92B7-F465D22AC41C}"/>
          </ac:picMkLst>
        </pc:picChg>
      </pc:sldChg>
      <pc:sldChg chg="addSp delSp modSp add">
        <pc:chgData name="國峰 黃" userId="07d7d89e1f669cb9" providerId="LiveId" clId="{2317824F-B36D-4B63-B144-CA71A6898041}" dt="2018-09-18T05:47:35.428" v="421" actId="20577"/>
        <pc:sldMkLst>
          <pc:docMk/>
          <pc:sldMk cId="2294589171" sldId="343"/>
        </pc:sldMkLst>
        <pc:spChg chg="mod">
          <ac:chgData name="國峰 黃" userId="07d7d89e1f669cb9" providerId="LiveId" clId="{2317824F-B36D-4B63-B144-CA71A6898041}" dt="2018-09-18T05:47:35.428" v="421" actId="20577"/>
          <ac:spMkLst>
            <pc:docMk/>
            <pc:sldMk cId="2294589171" sldId="343"/>
            <ac:spMk id="2" creationId="{E7747DF4-4375-4FEA-AD33-D3E0A18DB5F5}"/>
          </ac:spMkLst>
        </pc:spChg>
        <pc:spChg chg="add mod">
          <ac:chgData name="國峰 黃" userId="07d7d89e1f669cb9" providerId="LiveId" clId="{2317824F-B36D-4B63-B144-CA71A6898041}" dt="2018-09-18T05:44:23.133" v="411" actId="20577"/>
          <ac:spMkLst>
            <pc:docMk/>
            <pc:sldMk cId="2294589171" sldId="343"/>
            <ac:spMk id="4" creationId="{0627CD87-F003-4658-806F-C0DB9B7E1520}"/>
          </ac:spMkLst>
        </pc:spChg>
        <pc:spChg chg="add del mod">
          <ac:chgData name="國峰 黃" userId="07d7d89e1f669cb9" providerId="LiveId" clId="{2317824F-B36D-4B63-B144-CA71A6898041}" dt="2018-09-18T05:12:53.161" v="128" actId="11529"/>
          <ac:spMkLst>
            <pc:docMk/>
            <pc:sldMk cId="2294589171" sldId="343"/>
            <ac:spMk id="6" creationId="{6BD9FDF2-AB9A-4945-9E61-14C8C9A98D87}"/>
          </ac:spMkLst>
        </pc:spChg>
        <pc:spChg chg="del">
          <ac:chgData name="國峰 黃" userId="07d7d89e1f669cb9" providerId="LiveId" clId="{2317824F-B36D-4B63-B144-CA71A6898041}" dt="2018-09-18T05:12:27.882" v="124" actId="478"/>
          <ac:spMkLst>
            <pc:docMk/>
            <pc:sldMk cId="2294589171" sldId="343"/>
            <ac:spMk id="7" creationId="{99086DC2-F8C8-4EA5-B068-5864D10D2125}"/>
          </ac:spMkLst>
        </pc:spChg>
        <pc:spChg chg="add mod">
          <ac:chgData name="國峰 黃" userId="07d7d89e1f669cb9" providerId="LiveId" clId="{2317824F-B36D-4B63-B144-CA71A6898041}" dt="2018-09-18T05:40:59.268" v="364" actId="14100"/>
          <ac:spMkLst>
            <pc:docMk/>
            <pc:sldMk cId="2294589171" sldId="343"/>
            <ac:spMk id="8" creationId="{F6FB5659-D818-4D67-BFFE-5E5309CB65FB}"/>
          </ac:spMkLst>
        </pc:spChg>
        <pc:spChg chg="del">
          <ac:chgData name="國峰 黃" userId="07d7d89e1f669cb9" providerId="LiveId" clId="{2317824F-B36D-4B63-B144-CA71A6898041}" dt="2018-09-18T05:12:27.882" v="124" actId="478"/>
          <ac:spMkLst>
            <pc:docMk/>
            <pc:sldMk cId="2294589171" sldId="343"/>
            <ac:spMk id="10" creationId="{2926D08C-BA85-41E6-B116-353ACFCCED33}"/>
          </ac:spMkLst>
        </pc:spChg>
        <pc:spChg chg="add mod">
          <ac:chgData name="國峰 黃" userId="07d7d89e1f669cb9" providerId="LiveId" clId="{2317824F-B36D-4B63-B144-CA71A6898041}" dt="2018-09-18T05:18:58.658" v="155" actId="1076"/>
          <ac:spMkLst>
            <pc:docMk/>
            <pc:sldMk cId="2294589171" sldId="343"/>
            <ac:spMk id="11" creationId="{5168AB9F-F403-4697-9944-3CAE1499F539}"/>
          </ac:spMkLst>
        </pc:spChg>
        <pc:spChg chg="add mod">
          <ac:chgData name="國峰 黃" userId="07d7d89e1f669cb9" providerId="LiveId" clId="{2317824F-B36D-4B63-B144-CA71A6898041}" dt="2018-09-18T05:20:26.955" v="176" actId="14100"/>
          <ac:spMkLst>
            <pc:docMk/>
            <pc:sldMk cId="2294589171" sldId="343"/>
            <ac:spMk id="12" creationId="{81269035-5DAD-4DE5-8E44-871A03901DE5}"/>
          </ac:spMkLst>
        </pc:spChg>
        <pc:spChg chg="add del">
          <ac:chgData name="國峰 黃" userId="07d7d89e1f669cb9" providerId="LiveId" clId="{2317824F-B36D-4B63-B144-CA71A6898041}" dt="2018-09-18T05:19:37.092" v="162"/>
          <ac:spMkLst>
            <pc:docMk/>
            <pc:sldMk cId="2294589171" sldId="343"/>
            <ac:spMk id="13" creationId="{D0884158-CF4F-4E29-9662-3EA4EC1DBBE8}"/>
          </ac:spMkLst>
        </pc:spChg>
        <pc:spChg chg="add mod">
          <ac:chgData name="國峰 黃" userId="07d7d89e1f669cb9" providerId="LiveId" clId="{2317824F-B36D-4B63-B144-CA71A6898041}" dt="2018-09-18T05:19:53.347" v="167" actId="14100"/>
          <ac:spMkLst>
            <pc:docMk/>
            <pc:sldMk cId="2294589171" sldId="343"/>
            <ac:spMk id="14" creationId="{EDDD686F-5C03-4BC6-AA6C-7513C0CC6E40}"/>
          </ac:spMkLst>
        </pc:spChg>
        <pc:picChg chg="del">
          <ac:chgData name="國峰 黃" userId="07d7d89e1f669cb9" providerId="LiveId" clId="{2317824F-B36D-4B63-B144-CA71A6898041}" dt="2018-09-18T05:11:39.541" v="83" actId="478"/>
          <ac:picMkLst>
            <pc:docMk/>
            <pc:sldMk cId="2294589171" sldId="343"/>
            <ac:picMk id="5" creationId="{9A88F7FA-EE34-4AD8-92B7-F465D22AC41C}"/>
          </ac:picMkLst>
        </pc:picChg>
        <pc:picChg chg="add mod">
          <ac:chgData name="國峰 黃" userId="07d7d89e1f669cb9" providerId="LiveId" clId="{2317824F-B36D-4B63-B144-CA71A6898041}" dt="2018-09-18T05:44:31.764" v="412" actId="1076"/>
          <ac:picMkLst>
            <pc:docMk/>
            <pc:sldMk cId="2294589171" sldId="343"/>
            <ac:picMk id="15" creationId="{77C83F64-B1FD-4640-9F88-7815B8B63E80}"/>
          </ac:picMkLst>
        </pc:picChg>
      </pc:sldChg>
    </pc:docChg>
  </pc:docChgLst>
  <pc:docChgLst>
    <pc:chgData name="國峰 黃" userId="07d7d89e1f669cb9" providerId="LiveId" clId="{63381159-AF27-4007-98E4-C86A851EF65F}"/>
  </pc:docChgLst>
  <pc:docChgLst>
    <pc:chgData userId="07d7d89e1f669cb9" providerId="LiveId" clId="{30E17E0D-8901-4D2A-98BE-E37AEFA1001D}"/>
  </pc:docChgLst>
  <pc:docChgLst>
    <pc:chgData name="黃國峰" userId="07d7d89e1f669cb9" providerId="LiveId" clId="{9BB67EFE-CA73-4D31-92CA-DFD98D1BF03B}"/>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75517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97101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417644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86076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16664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2773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58612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234302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53100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12781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2018/12/10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507516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12AB2-5A3A-4BEC-B8CF-6ED0EDD219CF}" type="datetimeFigureOut">
              <a:rPr lang="zh-TW" altLang="en-US" smtClean="0"/>
              <a:t>2018/12/10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3719006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822F15-00D1-4FDE-A019-FC933C4E2549}"/>
              </a:ext>
            </a:extLst>
          </p:cNvPr>
          <p:cNvSpPr>
            <a:spLocks noGrp="1"/>
          </p:cNvSpPr>
          <p:nvPr>
            <p:ph type="ctrTitle"/>
          </p:nvPr>
        </p:nvSpPr>
        <p:spPr>
          <a:xfrm>
            <a:off x="0" y="561048"/>
            <a:ext cx="9144000" cy="2387600"/>
          </a:xfrm>
        </p:spPr>
        <p:txBody>
          <a:bodyPr>
            <a:normAutofit fontScale="90000"/>
          </a:bodyPr>
          <a:lstStyle/>
          <a:p>
            <a:r>
              <a:rPr lang="en-US" altLang="zh-TW" dirty="0">
                <a:latin typeface="+mj-ea"/>
              </a:rPr>
              <a:t>An improved algorithm for the all-pairs suffix–prefix problem</a:t>
            </a:r>
            <a:endParaRPr lang="zh-TW" altLang="en-US" sz="5400" dirty="0">
              <a:latin typeface="+mj-ea"/>
            </a:endParaRPr>
          </a:p>
        </p:txBody>
      </p:sp>
      <p:sp>
        <p:nvSpPr>
          <p:cNvPr id="3" name="副標題 2">
            <a:extLst>
              <a:ext uri="{FF2B5EF4-FFF2-40B4-BE49-F238E27FC236}">
                <a16:creationId xmlns:a16="http://schemas.microsoft.com/office/drawing/2014/main" id="{7ABD29E4-B887-45D9-9793-DA3B272D07C3}"/>
              </a:ext>
            </a:extLst>
          </p:cNvPr>
          <p:cNvSpPr>
            <a:spLocks noGrp="1"/>
          </p:cNvSpPr>
          <p:nvPr>
            <p:ph type="subTitle" idx="1"/>
          </p:nvPr>
        </p:nvSpPr>
        <p:spPr>
          <a:xfrm>
            <a:off x="-135802" y="3299357"/>
            <a:ext cx="9415603" cy="1989499"/>
          </a:xfrm>
        </p:spPr>
        <p:txBody>
          <a:bodyPr>
            <a:normAutofit/>
          </a:bodyPr>
          <a:lstStyle/>
          <a:p>
            <a:endParaRPr lang="en-US" altLang="zh-TW" dirty="0">
              <a:latin typeface="+mj-ea"/>
              <a:ea typeface="+mj-ea"/>
            </a:endParaRPr>
          </a:p>
          <a:p>
            <a:r>
              <a:rPr lang="en-US" altLang="zh-TW" dirty="0">
                <a:latin typeface="+mj-ea"/>
                <a:ea typeface="+mj-ea"/>
              </a:rPr>
              <a:t>William H.A. </a:t>
            </a:r>
            <a:r>
              <a:rPr lang="en-US" altLang="zh-TW" dirty="0" err="1">
                <a:latin typeface="+mj-ea"/>
                <a:ea typeface="+mj-ea"/>
              </a:rPr>
              <a:t>Tustumi</a:t>
            </a:r>
            <a:r>
              <a:rPr lang="en-US" altLang="zh-TW" dirty="0">
                <a:latin typeface="+mj-ea"/>
                <a:ea typeface="+mj-ea"/>
              </a:rPr>
              <a:t>, Simon Gog, Guilherme P. </a:t>
            </a:r>
            <a:r>
              <a:rPr lang="en-US" altLang="zh-TW" dirty="0" err="1">
                <a:latin typeface="+mj-ea"/>
                <a:ea typeface="+mj-ea"/>
              </a:rPr>
              <a:t>Telles</a:t>
            </a:r>
            <a:r>
              <a:rPr lang="en-US" altLang="zh-TW" dirty="0">
                <a:latin typeface="+mj-ea"/>
                <a:ea typeface="+mj-ea"/>
              </a:rPr>
              <a:t>, and Felipe A. </a:t>
            </a:r>
            <a:r>
              <a:rPr lang="en-US" altLang="zh-TW" dirty="0" err="1">
                <a:latin typeface="+mj-ea"/>
                <a:ea typeface="+mj-ea"/>
              </a:rPr>
              <a:t>Louza</a:t>
            </a:r>
            <a:endParaRPr lang="en-US" altLang="zh-TW" dirty="0">
              <a:latin typeface="+mj-ea"/>
              <a:ea typeface="+mj-ea"/>
            </a:endParaRPr>
          </a:p>
          <a:p>
            <a:r>
              <a:rPr lang="en-US" altLang="zh-TW" dirty="0">
                <a:latin typeface="+mj-ea"/>
                <a:ea typeface="+mj-ea"/>
              </a:rPr>
              <a:t>Journal of Discrete Algorithms 37 (2016) 34–43</a:t>
            </a:r>
            <a:endParaRPr lang="zh-TW" altLang="en-US" dirty="0">
              <a:latin typeface="+mj-ea"/>
              <a:ea typeface="+mj-ea"/>
            </a:endParaRPr>
          </a:p>
        </p:txBody>
      </p:sp>
      <p:sp>
        <p:nvSpPr>
          <p:cNvPr id="4" name="文字方塊 3">
            <a:extLst>
              <a:ext uri="{FF2B5EF4-FFF2-40B4-BE49-F238E27FC236}">
                <a16:creationId xmlns:a16="http://schemas.microsoft.com/office/drawing/2014/main" id="{DBCD3618-401B-49E4-9C85-373848D9AA50}"/>
              </a:ext>
            </a:extLst>
          </p:cNvPr>
          <p:cNvSpPr txBox="1"/>
          <p:nvPr/>
        </p:nvSpPr>
        <p:spPr>
          <a:xfrm>
            <a:off x="6781803" y="5288856"/>
            <a:ext cx="2018501" cy="715581"/>
          </a:xfrm>
          <a:prstGeom prst="rect">
            <a:avLst/>
          </a:prstGeom>
          <a:noFill/>
        </p:spPr>
        <p:txBody>
          <a:bodyPr wrap="none" rtlCol="0">
            <a:spAutoFit/>
          </a:bodyPr>
          <a:lstStyle/>
          <a:p>
            <a:r>
              <a:rPr lang="en-US" altLang="zh-TW" sz="1350" dirty="0">
                <a:latin typeface="+mj-ea"/>
                <a:ea typeface="+mj-ea"/>
              </a:rPr>
              <a:t>Presenter: Kuo-Feng Huang</a:t>
            </a:r>
          </a:p>
          <a:p>
            <a:r>
              <a:rPr lang="en-US" altLang="zh-TW" sz="1350" dirty="0">
                <a:latin typeface="+mj-ea"/>
                <a:ea typeface="+mj-ea"/>
              </a:rPr>
              <a:t>Date:</a:t>
            </a:r>
            <a:r>
              <a:rPr lang="zh-TW" altLang="en-US" sz="1350" dirty="0">
                <a:latin typeface="+mj-ea"/>
                <a:ea typeface="+mj-ea"/>
              </a:rPr>
              <a:t> </a:t>
            </a:r>
            <a:r>
              <a:rPr lang="en-US" altLang="zh-TW" sz="1350">
                <a:latin typeface="+mj-ea"/>
                <a:ea typeface="+mj-ea"/>
              </a:rPr>
              <a:t>2018/12/10</a:t>
            </a:r>
            <a:endParaRPr lang="en-US" altLang="zh-TW" sz="1350" dirty="0">
              <a:latin typeface="+mj-ea"/>
              <a:ea typeface="+mj-ea"/>
            </a:endParaRPr>
          </a:p>
          <a:p>
            <a:endParaRPr lang="en-US" altLang="zh-TW" sz="1350" dirty="0">
              <a:latin typeface="+mj-ea"/>
              <a:ea typeface="+mj-ea"/>
            </a:endParaRPr>
          </a:p>
        </p:txBody>
      </p:sp>
    </p:spTree>
    <p:extLst>
      <p:ext uri="{BB962C8B-B14F-4D97-AF65-F5344CB8AC3E}">
        <p14:creationId xmlns:p14="http://schemas.microsoft.com/office/powerpoint/2010/main" val="367677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F05902-5919-470C-8063-8C8BA1F98A77}"/>
              </a:ext>
            </a:extLst>
          </p:cNvPr>
          <p:cNvSpPr>
            <a:spLocks noGrp="1"/>
          </p:cNvSpPr>
          <p:nvPr>
            <p:ph type="title"/>
          </p:nvPr>
        </p:nvSpPr>
        <p:spPr/>
        <p:txBody>
          <a:bodyPr>
            <a:normAutofit/>
          </a:bodyPr>
          <a:lstStyle/>
          <a:p>
            <a:r>
              <a:rPr lang="en-US" altLang="zh-TW" sz="3200" dirty="0">
                <a:latin typeface="+mj-ea"/>
              </a:rPr>
              <a:t>Institute of Computing, University of Campinas, Campinas, SP, Brazil</a:t>
            </a:r>
            <a:endParaRPr lang="zh-TW" altLang="en-US" sz="3200" dirty="0">
              <a:latin typeface="+mj-ea"/>
            </a:endParaRPr>
          </a:p>
        </p:txBody>
      </p:sp>
      <p:pic>
        <p:nvPicPr>
          <p:cNvPr id="7" name="內容版面配置區 6">
            <a:extLst>
              <a:ext uri="{FF2B5EF4-FFF2-40B4-BE49-F238E27FC236}">
                <a16:creationId xmlns:a16="http://schemas.microsoft.com/office/drawing/2014/main" id="{06F07229-5A86-43AB-8B22-DA947E2ED6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4477" y="1825625"/>
            <a:ext cx="6355046" cy="4351338"/>
          </a:xfrm>
        </p:spPr>
      </p:pic>
    </p:spTree>
    <p:extLst>
      <p:ext uri="{BB962C8B-B14F-4D97-AF65-F5344CB8AC3E}">
        <p14:creationId xmlns:p14="http://schemas.microsoft.com/office/powerpoint/2010/main" val="100835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F05902-5919-470C-8063-8C8BA1F98A77}"/>
              </a:ext>
            </a:extLst>
          </p:cNvPr>
          <p:cNvSpPr>
            <a:spLocks noGrp="1"/>
          </p:cNvSpPr>
          <p:nvPr>
            <p:ph type="title"/>
          </p:nvPr>
        </p:nvSpPr>
        <p:spPr/>
        <p:txBody>
          <a:bodyPr>
            <a:normAutofit/>
          </a:bodyPr>
          <a:lstStyle/>
          <a:p>
            <a:r>
              <a:rPr lang="en-US" altLang="zh-TW" sz="3200" dirty="0">
                <a:latin typeface="+mj-ea"/>
              </a:rPr>
              <a:t>Institute of Theoretical Informatics, Karlsruhe Institute of Technology, Germany</a:t>
            </a:r>
            <a:endParaRPr lang="zh-TW" altLang="en-US" sz="3200" dirty="0">
              <a:latin typeface="+mj-ea"/>
            </a:endParaRPr>
          </a:p>
        </p:txBody>
      </p:sp>
      <p:pic>
        <p:nvPicPr>
          <p:cNvPr id="8" name="內容版面配置區 7">
            <a:extLst>
              <a:ext uri="{FF2B5EF4-FFF2-40B4-BE49-F238E27FC236}">
                <a16:creationId xmlns:a16="http://schemas.microsoft.com/office/drawing/2014/main" id="{698C2CC7-A0E6-42CE-B305-DE811F28DF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0644" y="1825625"/>
            <a:ext cx="6362711" cy="4351338"/>
          </a:xfrm>
        </p:spPr>
      </p:pic>
    </p:spTree>
    <p:extLst>
      <p:ext uri="{BB962C8B-B14F-4D97-AF65-F5344CB8AC3E}">
        <p14:creationId xmlns:p14="http://schemas.microsoft.com/office/powerpoint/2010/main" val="353458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1FADCC-098F-42B3-A516-7A8E8C1A4646}"/>
              </a:ext>
            </a:extLst>
          </p:cNvPr>
          <p:cNvSpPr>
            <a:spLocks noGrp="1"/>
          </p:cNvSpPr>
          <p:nvPr>
            <p:ph type="title"/>
          </p:nvPr>
        </p:nvSpPr>
        <p:spPr/>
        <p:txBody>
          <a:bodyPr/>
          <a:lstStyle/>
          <a:p>
            <a:r>
              <a:rPr lang="en-US" altLang="zh-TW" dirty="0">
                <a:latin typeface="+mj-ea"/>
              </a:rPr>
              <a:t>Abstract (1/2)</a:t>
            </a:r>
            <a:endParaRPr lang="zh-TW" altLang="en-US" dirty="0">
              <a:latin typeface="+mj-ea"/>
            </a:endParaRPr>
          </a:p>
        </p:txBody>
      </p:sp>
      <p:sp>
        <p:nvSpPr>
          <p:cNvPr id="3" name="內容版面配置區 2">
            <a:extLst>
              <a:ext uri="{FF2B5EF4-FFF2-40B4-BE49-F238E27FC236}">
                <a16:creationId xmlns:a16="http://schemas.microsoft.com/office/drawing/2014/main" id="{7DB8E5E2-9D37-4095-8A46-00A68D1D282E}"/>
              </a:ext>
            </a:extLst>
          </p:cNvPr>
          <p:cNvSpPr>
            <a:spLocks noGrp="1"/>
          </p:cNvSpPr>
          <p:nvPr>
            <p:ph idx="1"/>
          </p:nvPr>
        </p:nvSpPr>
        <p:spPr>
          <a:xfrm>
            <a:off x="628650" y="1825625"/>
            <a:ext cx="7886700" cy="4351338"/>
          </a:xfrm>
        </p:spPr>
        <p:txBody>
          <a:bodyPr>
            <a:noAutofit/>
          </a:bodyPr>
          <a:lstStyle/>
          <a:p>
            <a:pPr marL="0" indent="0">
              <a:buNone/>
            </a:pPr>
            <a:r>
              <a:rPr lang="en-US" altLang="zh-TW" dirty="0">
                <a:latin typeface="+mj-ea"/>
                <a:ea typeface="+mj-ea"/>
              </a:rPr>
              <a:t>Finding all longest suffix–prefix matches for a collection of strings is known as the all pairs suffix–prefix match problem and its main application is de novo genome assembly. This problem is well studied in </a:t>
            </a:r>
            <a:r>
              <a:rPr lang="en-US" altLang="zh-TW" dirty="0" err="1">
                <a:latin typeface="+mj-ea"/>
                <a:ea typeface="+mj-ea"/>
              </a:rPr>
              <a:t>stringology</a:t>
            </a:r>
            <a:r>
              <a:rPr lang="en-US" altLang="zh-TW" dirty="0">
                <a:latin typeface="+mj-ea"/>
                <a:ea typeface="+mj-ea"/>
              </a:rPr>
              <a:t> and has been solved optimally in 1992 by </a:t>
            </a:r>
            <a:r>
              <a:rPr lang="en-US" altLang="zh-TW" dirty="0" err="1">
                <a:latin typeface="+mj-ea"/>
                <a:ea typeface="+mj-ea"/>
              </a:rPr>
              <a:t>Gusfield</a:t>
            </a:r>
            <a:r>
              <a:rPr lang="en-US" altLang="zh-TW" dirty="0">
                <a:latin typeface="+mj-ea"/>
                <a:ea typeface="+mj-ea"/>
              </a:rPr>
              <a:t> et al. using suffix trees. In 2010, </a:t>
            </a:r>
            <a:r>
              <a:rPr lang="en-US" altLang="zh-TW" dirty="0" err="1">
                <a:latin typeface="+mj-ea"/>
                <a:ea typeface="+mj-ea"/>
              </a:rPr>
              <a:t>Ohlebusch</a:t>
            </a:r>
            <a:r>
              <a:rPr lang="en-US" altLang="zh-TW" dirty="0">
                <a:latin typeface="+mj-ea"/>
                <a:ea typeface="+mj-ea"/>
              </a:rPr>
              <a:t> and Gog proposed an alternative solution based on enhanced suffix arrays which has also optimal time complexity but is faster in practice. In this article, we present another optimal algorithm based on enhanced suffix arrays which further improves the practical running time. </a:t>
            </a:r>
          </a:p>
        </p:txBody>
      </p:sp>
    </p:spTree>
    <p:extLst>
      <p:ext uri="{BB962C8B-B14F-4D97-AF65-F5344CB8AC3E}">
        <p14:creationId xmlns:p14="http://schemas.microsoft.com/office/powerpoint/2010/main" val="2726883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1FADCC-098F-42B3-A516-7A8E8C1A4646}"/>
              </a:ext>
            </a:extLst>
          </p:cNvPr>
          <p:cNvSpPr>
            <a:spLocks noGrp="1"/>
          </p:cNvSpPr>
          <p:nvPr>
            <p:ph type="title"/>
          </p:nvPr>
        </p:nvSpPr>
        <p:spPr/>
        <p:txBody>
          <a:bodyPr/>
          <a:lstStyle/>
          <a:p>
            <a:r>
              <a:rPr lang="en-US" altLang="zh-TW" dirty="0">
                <a:latin typeface="+mj-ea"/>
              </a:rPr>
              <a:t>Abstract (2/2)</a:t>
            </a:r>
            <a:endParaRPr lang="zh-TW" altLang="en-US" dirty="0">
              <a:latin typeface="+mj-ea"/>
            </a:endParaRPr>
          </a:p>
        </p:txBody>
      </p:sp>
      <p:sp>
        <p:nvSpPr>
          <p:cNvPr id="3" name="內容版面配置區 2">
            <a:extLst>
              <a:ext uri="{FF2B5EF4-FFF2-40B4-BE49-F238E27FC236}">
                <a16:creationId xmlns:a16="http://schemas.microsoft.com/office/drawing/2014/main" id="{7DB8E5E2-9D37-4095-8A46-00A68D1D282E}"/>
              </a:ext>
            </a:extLst>
          </p:cNvPr>
          <p:cNvSpPr>
            <a:spLocks noGrp="1"/>
          </p:cNvSpPr>
          <p:nvPr>
            <p:ph idx="1"/>
          </p:nvPr>
        </p:nvSpPr>
        <p:spPr>
          <a:xfrm>
            <a:off x="628650" y="1825625"/>
            <a:ext cx="7886700" cy="4351338"/>
          </a:xfrm>
        </p:spPr>
        <p:txBody>
          <a:bodyPr>
            <a:noAutofit/>
          </a:bodyPr>
          <a:lstStyle/>
          <a:p>
            <a:pPr marL="0" indent="0">
              <a:buNone/>
            </a:pPr>
            <a:r>
              <a:rPr lang="en-US" altLang="zh-TW" dirty="0">
                <a:latin typeface="+mj-ea"/>
                <a:ea typeface="+mj-ea"/>
              </a:rPr>
              <a:t>Our new solution solves the problem locally for each string, scanning the enhanced suffix array backwards to avoid the processing of suffixes that are no suffix–prefix matching candidates. In an empirical evaluation we observed that the new algorithm is over two times faster and more space-efficient than the method proposed by </a:t>
            </a:r>
            <a:r>
              <a:rPr lang="en-US" altLang="zh-TW" dirty="0" err="1">
                <a:latin typeface="+mj-ea"/>
                <a:ea typeface="+mj-ea"/>
              </a:rPr>
              <a:t>Ohlebusch</a:t>
            </a:r>
            <a:r>
              <a:rPr lang="en-US" altLang="zh-TW" dirty="0">
                <a:latin typeface="+mj-ea"/>
                <a:ea typeface="+mj-ea"/>
              </a:rPr>
              <a:t> and Gog. When compared to </a:t>
            </a:r>
            <a:r>
              <a:rPr lang="en-US" altLang="zh-TW" dirty="0" err="1">
                <a:latin typeface="+mj-ea"/>
                <a:ea typeface="+mj-ea"/>
              </a:rPr>
              <a:t>Readjoiner</a:t>
            </a:r>
            <a:r>
              <a:rPr lang="en-US" altLang="zh-TW" dirty="0">
                <a:latin typeface="+mj-ea"/>
                <a:ea typeface="+mj-ea"/>
              </a:rPr>
              <a:t>, a good practical solution, our algorithm is faster for small overlap lengths, in pace with theoretical optimality.</a:t>
            </a:r>
          </a:p>
        </p:txBody>
      </p:sp>
    </p:spTree>
    <p:extLst>
      <p:ext uri="{BB962C8B-B14F-4D97-AF65-F5344CB8AC3E}">
        <p14:creationId xmlns:p14="http://schemas.microsoft.com/office/powerpoint/2010/main" val="3140755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All longest suffix–prefix matches</a:t>
            </a:r>
          </a:p>
        </p:txBody>
      </p:sp>
      <p:pic>
        <p:nvPicPr>
          <p:cNvPr id="5" name="內容版面配置區 4">
            <a:extLst>
              <a:ext uri="{FF2B5EF4-FFF2-40B4-BE49-F238E27FC236}">
                <a16:creationId xmlns:a16="http://schemas.microsoft.com/office/drawing/2014/main" id="{7D7F0169-C3E4-4A08-8276-1A6D35A470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5443" y="2710476"/>
            <a:ext cx="6373114" cy="2581635"/>
          </a:xfrm>
        </p:spPr>
      </p:pic>
    </p:spTree>
    <p:extLst>
      <p:ext uri="{BB962C8B-B14F-4D97-AF65-F5344CB8AC3E}">
        <p14:creationId xmlns:p14="http://schemas.microsoft.com/office/powerpoint/2010/main" val="2693855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The generalized enhanced suffix array (GESA)</a:t>
            </a:r>
            <a:endParaRPr lang="zh-TW" altLang="en-US" dirty="0">
              <a:latin typeface="+mj-ea"/>
            </a:endParaRPr>
          </a:p>
        </p:txBody>
      </p:sp>
      <p:pic>
        <p:nvPicPr>
          <p:cNvPr id="5" name="內容版面配置區 4">
            <a:extLst>
              <a:ext uri="{FF2B5EF4-FFF2-40B4-BE49-F238E27FC236}">
                <a16:creationId xmlns:a16="http://schemas.microsoft.com/office/drawing/2014/main" id="{6F19EF68-75FC-424A-8C36-A10BB19F95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1630" y="1979533"/>
            <a:ext cx="5247473" cy="4351338"/>
          </a:xfrm>
        </p:spPr>
      </p:pic>
      <p:sp>
        <p:nvSpPr>
          <p:cNvPr id="6" name="文字方塊 5">
            <a:extLst>
              <a:ext uri="{FF2B5EF4-FFF2-40B4-BE49-F238E27FC236}">
                <a16:creationId xmlns:a16="http://schemas.microsoft.com/office/drawing/2014/main" id="{557132B1-9379-4387-ABC5-E77EB136BF1B}"/>
              </a:ext>
            </a:extLst>
          </p:cNvPr>
          <p:cNvSpPr txBox="1"/>
          <p:nvPr/>
        </p:nvSpPr>
        <p:spPr>
          <a:xfrm>
            <a:off x="5364279" y="2951946"/>
            <a:ext cx="3417923" cy="954107"/>
          </a:xfrm>
          <a:prstGeom prst="rect">
            <a:avLst/>
          </a:prstGeom>
          <a:noFill/>
        </p:spPr>
        <p:txBody>
          <a:bodyPr wrap="none" rtlCol="0">
            <a:spAutoFit/>
          </a:bodyPr>
          <a:lstStyle/>
          <a:p>
            <a:r>
              <a:rPr lang="en-US" altLang="zh-TW" sz="2800" dirty="0">
                <a:latin typeface="+mj-ea"/>
                <a:ea typeface="+mj-ea"/>
              </a:rPr>
              <a:t>S= aac$</a:t>
            </a:r>
            <a:r>
              <a:rPr lang="en-US" altLang="zh-TW" sz="2800" baseline="-25000" dirty="0">
                <a:latin typeface="+mj-ea"/>
                <a:ea typeface="+mj-ea"/>
              </a:rPr>
              <a:t>1</a:t>
            </a:r>
            <a:r>
              <a:rPr lang="en-US" altLang="zh-TW" sz="2800" dirty="0">
                <a:latin typeface="+mj-ea"/>
                <a:ea typeface="+mj-ea"/>
              </a:rPr>
              <a:t>aca$</a:t>
            </a:r>
            <a:r>
              <a:rPr lang="en-US" altLang="zh-TW" sz="2800" baseline="-25000" dirty="0">
                <a:latin typeface="+mj-ea"/>
                <a:ea typeface="+mj-ea"/>
              </a:rPr>
              <a:t>2</a:t>
            </a:r>
            <a:r>
              <a:rPr lang="en-US" altLang="zh-TW" sz="2800" dirty="0">
                <a:latin typeface="+mj-ea"/>
                <a:ea typeface="+mj-ea"/>
              </a:rPr>
              <a:t>aa$</a:t>
            </a:r>
            <a:r>
              <a:rPr lang="en-US" altLang="zh-TW" sz="2800" baseline="-25000" dirty="0">
                <a:latin typeface="+mj-ea"/>
                <a:ea typeface="+mj-ea"/>
              </a:rPr>
              <a:t>3</a:t>
            </a:r>
            <a:r>
              <a:rPr lang="en-US" altLang="zh-TW" sz="2800" dirty="0">
                <a:latin typeface="+mj-ea"/>
                <a:ea typeface="+mj-ea"/>
              </a:rPr>
              <a:t>caa$</a:t>
            </a:r>
            <a:r>
              <a:rPr lang="en-US" altLang="zh-TW" sz="2800" baseline="-25000" dirty="0">
                <a:latin typeface="+mj-ea"/>
                <a:ea typeface="+mj-ea"/>
              </a:rPr>
              <a:t>4</a:t>
            </a:r>
          </a:p>
          <a:p>
            <a:r>
              <a:rPr lang="en-US" altLang="zh-TW" sz="2800" dirty="0">
                <a:latin typeface="+mj-ea"/>
                <a:ea typeface="+mj-ea"/>
              </a:rPr>
              <a:t>P={8,10,12,15}</a:t>
            </a:r>
            <a:endParaRPr lang="zh-TW" altLang="en-US" sz="2800" dirty="0">
              <a:latin typeface="+mj-ea"/>
              <a:ea typeface="+mj-ea"/>
            </a:endParaRPr>
          </a:p>
        </p:txBody>
      </p:sp>
    </p:spTree>
    <p:extLst>
      <p:ext uri="{BB962C8B-B14F-4D97-AF65-F5344CB8AC3E}">
        <p14:creationId xmlns:p14="http://schemas.microsoft.com/office/powerpoint/2010/main" val="2294589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GESA and local lists</a:t>
            </a:r>
            <a:endParaRPr lang="zh-TW" altLang="en-US" dirty="0">
              <a:latin typeface="+mj-ea"/>
            </a:endParaRPr>
          </a:p>
        </p:txBody>
      </p:sp>
      <p:sp>
        <p:nvSpPr>
          <p:cNvPr id="6" name="文字方塊 5">
            <a:extLst>
              <a:ext uri="{FF2B5EF4-FFF2-40B4-BE49-F238E27FC236}">
                <a16:creationId xmlns:a16="http://schemas.microsoft.com/office/drawing/2014/main" id="{557132B1-9379-4387-ABC5-E77EB136BF1B}"/>
              </a:ext>
            </a:extLst>
          </p:cNvPr>
          <p:cNvSpPr txBox="1"/>
          <p:nvPr/>
        </p:nvSpPr>
        <p:spPr>
          <a:xfrm>
            <a:off x="2593919" y="1285640"/>
            <a:ext cx="184731" cy="276999"/>
          </a:xfrm>
          <a:prstGeom prst="rect">
            <a:avLst/>
          </a:prstGeom>
          <a:noFill/>
        </p:spPr>
        <p:txBody>
          <a:bodyPr wrap="none" rtlCol="0">
            <a:spAutoFit/>
          </a:bodyPr>
          <a:lstStyle/>
          <a:p>
            <a:endParaRPr lang="zh-TW" altLang="en-US" baseline="-25000" dirty="0"/>
          </a:p>
        </p:txBody>
      </p:sp>
      <p:pic>
        <p:nvPicPr>
          <p:cNvPr id="7" name="圖片 6">
            <a:extLst>
              <a:ext uri="{FF2B5EF4-FFF2-40B4-BE49-F238E27FC236}">
                <a16:creationId xmlns:a16="http://schemas.microsoft.com/office/drawing/2014/main" id="{ED8739CF-FB3D-4371-B506-E5D476539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99" y="1562639"/>
            <a:ext cx="8792802" cy="5182323"/>
          </a:xfrm>
          <a:prstGeom prst="rect">
            <a:avLst/>
          </a:prstGeom>
        </p:spPr>
      </p:pic>
      <p:sp>
        <p:nvSpPr>
          <p:cNvPr id="10" name="文字方塊 9">
            <a:extLst>
              <a:ext uri="{FF2B5EF4-FFF2-40B4-BE49-F238E27FC236}">
                <a16:creationId xmlns:a16="http://schemas.microsoft.com/office/drawing/2014/main" id="{EEC538C9-C43F-45D1-B372-CC560EC08A53}"/>
              </a:ext>
            </a:extLst>
          </p:cNvPr>
          <p:cNvSpPr txBox="1"/>
          <p:nvPr/>
        </p:nvSpPr>
        <p:spPr>
          <a:xfrm>
            <a:off x="7623289" y="2218686"/>
            <a:ext cx="994183" cy="1077218"/>
          </a:xfrm>
          <a:prstGeom prst="rect">
            <a:avLst/>
          </a:prstGeom>
          <a:noFill/>
        </p:spPr>
        <p:txBody>
          <a:bodyPr wrap="none" rtlCol="0">
            <a:spAutoFit/>
          </a:bodyPr>
          <a:lstStyle/>
          <a:p>
            <a:r>
              <a:rPr lang="en-US" altLang="zh-TW" sz="1600" dirty="0">
                <a:latin typeface="+mn-ea"/>
              </a:rPr>
              <a:t>L= ∞ aa</a:t>
            </a:r>
          </a:p>
          <a:p>
            <a:r>
              <a:rPr lang="en-US" altLang="zh-TW" sz="1600" dirty="0">
                <a:latin typeface="+mn-ea"/>
              </a:rPr>
              <a:t>L=1  |a|=1</a:t>
            </a:r>
          </a:p>
          <a:p>
            <a:r>
              <a:rPr lang="en-US" altLang="zh-TW" sz="1600" dirty="0">
                <a:latin typeface="+mn-ea"/>
              </a:rPr>
              <a:t>L=1  |a|=1</a:t>
            </a:r>
          </a:p>
          <a:p>
            <a:r>
              <a:rPr lang="en-US" altLang="zh-TW" sz="1600" dirty="0">
                <a:latin typeface="+mn-ea"/>
              </a:rPr>
              <a:t>L=1  |a|=1</a:t>
            </a:r>
          </a:p>
        </p:txBody>
      </p:sp>
      <p:sp>
        <p:nvSpPr>
          <p:cNvPr id="11" name="矩形 10">
            <a:extLst>
              <a:ext uri="{FF2B5EF4-FFF2-40B4-BE49-F238E27FC236}">
                <a16:creationId xmlns:a16="http://schemas.microsoft.com/office/drawing/2014/main" id="{F744364A-3E62-423F-AC60-3A0EC58F2368}"/>
              </a:ext>
            </a:extLst>
          </p:cNvPr>
          <p:cNvSpPr/>
          <p:nvPr/>
        </p:nvSpPr>
        <p:spPr>
          <a:xfrm>
            <a:off x="7623289" y="3386828"/>
            <a:ext cx="1066318" cy="830997"/>
          </a:xfrm>
          <a:prstGeom prst="rect">
            <a:avLst/>
          </a:prstGeom>
        </p:spPr>
        <p:txBody>
          <a:bodyPr wrap="none">
            <a:spAutoFit/>
          </a:bodyPr>
          <a:lstStyle/>
          <a:p>
            <a:r>
              <a:rPr lang="en-US" altLang="zh-TW" sz="1600" dirty="0">
                <a:latin typeface="+mn-ea"/>
              </a:rPr>
              <a:t>L= ∞ </a:t>
            </a:r>
            <a:r>
              <a:rPr lang="en-US" altLang="zh-TW" sz="1600" dirty="0" err="1">
                <a:latin typeface="+mn-ea"/>
              </a:rPr>
              <a:t>aac</a:t>
            </a:r>
            <a:endParaRPr lang="en-US" altLang="zh-TW" sz="1600" dirty="0">
              <a:latin typeface="+mn-ea"/>
            </a:endParaRPr>
          </a:p>
          <a:p>
            <a:r>
              <a:rPr lang="en-US" altLang="zh-TW" sz="1600" dirty="0">
                <a:latin typeface="+mn-ea"/>
              </a:rPr>
              <a:t>L=2  |aa|=2</a:t>
            </a:r>
          </a:p>
          <a:p>
            <a:r>
              <a:rPr lang="en-US" altLang="zh-TW" sz="1600" dirty="0">
                <a:latin typeface="+mn-ea"/>
              </a:rPr>
              <a:t>L=2  |aa|=2</a:t>
            </a:r>
          </a:p>
        </p:txBody>
      </p:sp>
      <p:sp>
        <p:nvSpPr>
          <p:cNvPr id="12" name="矩形 11">
            <a:extLst>
              <a:ext uri="{FF2B5EF4-FFF2-40B4-BE49-F238E27FC236}">
                <a16:creationId xmlns:a16="http://schemas.microsoft.com/office/drawing/2014/main" id="{5E4BF0CA-73C5-44CC-8162-AE293CABA5E0}"/>
              </a:ext>
            </a:extLst>
          </p:cNvPr>
          <p:cNvSpPr/>
          <p:nvPr/>
        </p:nvSpPr>
        <p:spPr>
          <a:xfrm>
            <a:off x="7630915" y="4333807"/>
            <a:ext cx="1597937" cy="861774"/>
          </a:xfrm>
          <a:prstGeom prst="rect">
            <a:avLst/>
          </a:prstGeom>
        </p:spPr>
        <p:txBody>
          <a:bodyPr wrap="square">
            <a:spAutoFit/>
          </a:bodyPr>
          <a:lstStyle/>
          <a:p>
            <a:r>
              <a:rPr lang="en-US" altLang="zh-TW" sz="1600" dirty="0">
                <a:latin typeface="+mn-ea"/>
              </a:rPr>
              <a:t>L= ∞ aca</a:t>
            </a:r>
          </a:p>
          <a:p>
            <a:r>
              <a:rPr lang="en-US" altLang="zh-TW" sz="1600" dirty="0">
                <a:latin typeface="+mn-ea"/>
              </a:rPr>
              <a:t>L=2  |ac|=2</a:t>
            </a:r>
          </a:p>
          <a:p>
            <a:r>
              <a:rPr lang="en-US" altLang="zh-TW" sz="1600" dirty="0">
                <a:latin typeface="+mn-ea"/>
              </a:rPr>
              <a:t>L=1  |</a:t>
            </a:r>
            <a:r>
              <a:rPr lang="en-US" altLang="zh-TW" sz="1600" dirty="0" err="1">
                <a:latin typeface="+mn-ea"/>
              </a:rPr>
              <a:t>aac</a:t>
            </a:r>
            <a:r>
              <a:rPr lang="en-US" altLang="zh-TW" sz="1600" dirty="0">
                <a:latin typeface="+mn-ea"/>
              </a:rPr>
              <a:t>|=3</a:t>
            </a:r>
          </a:p>
        </p:txBody>
      </p:sp>
      <p:sp>
        <p:nvSpPr>
          <p:cNvPr id="13" name="矩形 12">
            <a:extLst>
              <a:ext uri="{FF2B5EF4-FFF2-40B4-BE49-F238E27FC236}">
                <a16:creationId xmlns:a16="http://schemas.microsoft.com/office/drawing/2014/main" id="{44E25BA8-F5AE-44CA-9AC0-11BE3A9A2E63}"/>
              </a:ext>
            </a:extLst>
          </p:cNvPr>
          <p:cNvSpPr/>
          <p:nvPr/>
        </p:nvSpPr>
        <p:spPr>
          <a:xfrm>
            <a:off x="7639427" y="5323887"/>
            <a:ext cx="1751846" cy="1077218"/>
          </a:xfrm>
          <a:prstGeom prst="rect">
            <a:avLst/>
          </a:prstGeom>
        </p:spPr>
        <p:txBody>
          <a:bodyPr wrap="square">
            <a:spAutoFit/>
          </a:bodyPr>
          <a:lstStyle/>
          <a:p>
            <a:r>
              <a:rPr lang="en-US" altLang="zh-TW" sz="1600" dirty="0">
                <a:latin typeface="+mn-ea"/>
              </a:rPr>
              <a:t>L= ∞ </a:t>
            </a:r>
            <a:r>
              <a:rPr lang="en-US" altLang="zh-TW" sz="1600" dirty="0" err="1">
                <a:latin typeface="+mn-ea"/>
              </a:rPr>
              <a:t>caa</a:t>
            </a:r>
            <a:endParaRPr lang="en-US" altLang="zh-TW" sz="1600" dirty="0">
              <a:latin typeface="+mn-ea"/>
            </a:endParaRPr>
          </a:p>
          <a:p>
            <a:r>
              <a:rPr lang="en-US" altLang="zh-TW" sz="1600" dirty="0">
                <a:latin typeface="+mn-ea"/>
              </a:rPr>
              <a:t>L=2  |ca|=2</a:t>
            </a:r>
          </a:p>
          <a:p>
            <a:r>
              <a:rPr lang="en-US" altLang="zh-TW" sz="1600" dirty="0">
                <a:latin typeface="+mn-ea"/>
              </a:rPr>
              <a:t>L=1  |c|=1</a:t>
            </a:r>
          </a:p>
          <a:p>
            <a:r>
              <a:rPr lang="en-US" altLang="zh-TW" sz="1600" dirty="0">
                <a:latin typeface="+mn-ea"/>
              </a:rPr>
              <a:t>L=0  |aca|=3</a:t>
            </a:r>
          </a:p>
        </p:txBody>
      </p:sp>
    </p:spTree>
    <p:extLst>
      <p:ext uri="{BB962C8B-B14F-4D97-AF65-F5344CB8AC3E}">
        <p14:creationId xmlns:p14="http://schemas.microsoft.com/office/powerpoint/2010/main" val="1473708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003F61-DD93-4036-9318-A5621607A6E3}"/>
              </a:ext>
            </a:extLst>
          </p:cNvPr>
          <p:cNvSpPr>
            <a:spLocks noGrp="1"/>
          </p:cNvSpPr>
          <p:nvPr>
            <p:ph type="title"/>
          </p:nvPr>
        </p:nvSpPr>
        <p:spPr/>
        <p:txBody>
          <a:bodyPr/>
          <a:lstStyle/>
          <a:p>
            <a:r>
              <a:rPr lang="en-US" altLang="zh-TW" dirty="0">
                <a:latin typeface="+mj-ea"/>
              </a:rPr>
              <a:t>Output</a:t>
            </a:r>
            <a:endParaRPr lang="zh-TW" altLang="en-US" dirty="0">
              <a:latin typeface="+mj-ea"/>
            </a:endParaRPr>
          </a:p>
        </p:txBody>
      </p:sp>
      <p:pic>
        <p:nvPicPr>
          <p:cNvPr id="6" name="內容版面配置區 5">
            <a:extLst>
              <a:ext uri="{FF2B5EF4-FFF2-40B4-BE49-F238E27FC236}">
                <a16:creationId xmlns:a16="http://schemas.microsoft.com/office/drawing/2014/main" id="{75FF52B7-0DFA-4024-9E54-1556547BC0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7163" y="1852735"/>
            <a:ext cx="5621728" cy="4235549"/>
          </a:xfrm>
        </p:spPr>
      </p:pic>
      <p:sp>
        <p:nvSpPr>
          <p:cNvPr id="8" name="文字方塊 7">
            <a:extLst>
              <a:ext uri="{FF2B5EF4-FFF2-40B4-BE49-F238E27FC236}">
                <a16:creationId xmlns:a16="http://schemas.microsoft.com/office/drawing/2014/main" id="{2D6BAACC-7FC3-4AF2-A7A6-C89F1D90E159}"/>
              </a:ext>
            </a:extLst>
          </p:cNvPr>
          <p:cNvSpPr txBox="1"/>
          <p:nvPr/>
        </p:nvSpPr>
        <p:spPr>
          <a:xfrm>
            <a:off x="1231272" y="2268232"/>
            <a:ext cx="301686" cy="1477328"/>
          </a:xfrm>
          <a:prstGeom prst="rect">
            <a:avLst/>
          </a:prstGeom>
          <a:noFill/>
        </p:spPr>
        <p:txBody>
          <a:bodyPr wrap="none" rtlCol="0">
            <a:spAutoFit/>
          </a:bodyPr>
          <a:lstStyle/>
          <a:p>
            <a:r>
              <a:rPr lang="en-US" altLang="zh-TW" dirty="0"/>
              <a:t>3</a:t>
            </a:r>
          </a:p>
          <a:p>
            <a:r>
              <a:rPr lang="en-US" altLang="zh-TW" dirty="0"/>
              <a:t>1</a:t>
            </a:r>
          </a:p>
          <a:p>
            <a:r>
              <a:rPr lang="en-US" altLang="zh-TW" dirty="0"/>
              <a:t>2</a:t>
            </a:r>
          </a:p>
          <a:p>
            <a:r>
              <a:rPr lang="en-US" altLang="zh-TW" dirty="0"/>
              <a:t>4</a:t>
            </a:r>
          </a:p>
          <a:p>
            <a:endParaRPr lang="zh-TW" altLang="en-US" dirty="0"/>
          </a:p>
        </p:txBody>
      </p:sp>
    </p:spTree>
    <p:extLst>
      <p:ext uri="{BB962C8B-B14F-4D97-AF65-F5344CB8AC3E}">
        <p14:creationId xmlns:p14="http://schemas.microsoft.com/office/powerpoint/2010/main" val="471094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003F61-DD93-4036-9318-A5621607A6E3}"/>
              </a:ext>
            </a:extLst>
          </p:cNvPr>
          <p:cNvSpPr>
            <a:spLocks noGrp="1"/>
          </p:cNvSpPr>
          <p:nvPr>
            <p:ph type="title"/>
          </p:nvPr>
        </p:nvSpPr>
        <p:spPr/>
        <p:txBody>
          <a:bodyPr/>
          <a:lstStyle/>
          <a:p>
            <a:r>
              <a:rPr lang="en-US" altLang="zh-TW" dirty="0">
                <a:latin typeface="+mj-ea"/>
              </a:rPr>
              <a:t>Algorithm</a:t>
            </a:r>
            <a:r>
              <a:rPr lang="zh-TW" altLang="en-US" dirty="0">
                <a:latin typeface="+mj-ea"/>
              </a:rPr>
              <a:t> </a:t>
            </a:r>
          </a:p>
        </p:txBody>
      </p:sp>
      <p:pic>
        <p:nvPicPr>
          <p:cNvPr id="7" name="圖片 6">
            <a:extLst>
              <a:ext uri="{FF2B5EF4-FFF2-40B4-BE49-F238E27FC236}">
                <a16:creationId xmlns:a16="http://schemas.microsoft.com/office/drawing/2014/main" id="{D36C2DC8-A5FE-47FF-ACA2-C928D04E8C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41" y="1548194"/>
            <a:ext cx="8888065" cy="4648849"/>
          </a:xfrm>
          <a:prstGeom prst="rect">
            <a:avLst/>
          </a:prstGeom>
        </p:spPr>
      </p:pic>
      <p:sp>
        <p:nvSpPr>
          <p:cNvPr id="9" name="文字方塊 8">
            <a:extLst>
              <a:ext uri="{FF2B5EF4-FFF2-40B4-BE49-F238E27FC236}">
                <a16:creationId xmlns:a16="http://schemas.microsoft.com/office/drawing/2014/main" id="{A1B92D98-3B62-499F-985F-DDB91A297BE2}"/>
              </a:ext>
            </a:extLst>
          </p:cNvPr>
          <p:cNvSpPr txBox="1"/>
          <p:nvPr/>
        </p:nvSpPr>
        <p:spPr>
          <a:xfrm>
            <a:off x="266512" y="6308208"/>
            <a:ext cx="1585690" cy="369332"/>
          </a:xfrm>
          <a:prstGeom prst="rect">
            <a:avLst/>
          </a:prstGeom>
          <a:noFill/>
        </p:spPr>
        <p:txBody>
          <a:bodyPr wrap="none" rtlCol="0">
            <a:spAutoFit/>
          </a:bodyPr>
          <a:lstStyle/>
          <a:p>
            <a:r>
              <a:rPr lang="en-US" altLang="zh-TW" dirty="0"/>
              <a:t>Time: O(N+m</a:t>
            </a:r>
            <a:r>
              <a:rPr lang="en-US" altLang="zh-TW" baseline="30000" dirty="0"/>
              <a:t>2</a:t>
            </a:r>
            <a:r>
              <a:rPr lang="en-US" altLang="zh-TW" dirty="0"/>
              <a:t>)</a:t>
            </a:r>
            <a:endParaRPr lang="zh-TW" altLang="en-US" dirty="0"/>
          </a:p>
        </p:txBody>
      </p:sp>
    </p:spTree>
    <p:extLst>
      <p:ext uri="{BB962C8B-B14F-4D97-AF65-F5344CB8AC3E}">
        <p14:creationId xmlns:p14="http://schemas.microsoft.com/office/powerpoint/2010/main" val="664800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003F61-DD93-4036-9318-A5621607A6E3}"/>
              </a:ext>
            </a:extLst>
          </p:cNvPr>
          <p:cNvSpPr>
            <a:spLocks noGrp="1"/>
          </p:cNvSpPr>
          <p:nvPr>
            <p:ph type="title"/>
          </p:nvPr>
        </p:nvSpPr>
        <p:spPr/>
        <p:txBody>
          <a:bodyPr/>
          <a:lstStyle/>
          <a:p>
            <a:r>
              <a:rPr lang="en-US" altLang="zh-TW" dirty="0">
                <a:latin typeface="+mj-ea"/>
              </a:rPr>
              <a:t>Experimental results</a:t>
            </a:r>
            <a:endParaRPr lang="zh-TW" altLang="en-US" dirty="0">
              <a:latin typeface="+mj-ea"/>
            </a:endParaRPr>
          </a:p>
        </p:txBody>
      </p:sp>
      <p:pic>
        <p:nvPicPr>
          <p:cNvPr id="4" name="圖片 3">
            <a:extLst>
              <a:ext uri="{FF2B5EF4-FFF2-40B4-BE49-F238E27FC236}">
                <a16:creationId xmlns:a16="http://schemas.microsoft.com/office/drawing/2014/main" id="{493BDB45-2C0F-46A3-9509-A48F382DEE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562" y="1479387"/>
            <a:ext cx="5411795" cy="5140235"/>
          </a:xfrm>
          <a:prstGeom prst="rect">
            <a:avLst/>
          </a:prstGeom>
        </p:spPr>
      </p:pic>
    </p:spTree>
    <p:extLst>
      <p:ext uri="{BB962C8B-B14F-4D97-AF65-F5344CB8AC3E}">
        <p14:creationId xmlns:p14="http://schemas.microsoft.com/office/powerpoint/2010/main" val="3973228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003F61-DD93-4036-9318-A5621607A6E3}"/>
              </a:ext>
            </a:extLst>
          </p:cNvPr>
          <p:cNvSpPr>
            <a:spLocks noGrp="1"/>
          </p:cNvSpPr>
          <p:nvPr>
            <p:ph type="title"/>
          </p:nvPr>
        </p:nvSpPr>
        <p:spPr/>
        <p:txBody>
          <a:bodyPr/>
          <a:lstStyle/>
          <a:p>
            <a:r>
              <a:rPr lang="en-US" altLang="zh-TW" dirty="0">
                <a:latin typeface="+mj-ea"/>
              </a:rPr>
              <a:t>Experimental results</a:t>
            </a:r>
            <a:endParaRPr lang="zh-TW" altLang="en-US" dirty="0">
              <a:latin typeface="+mj-ea"/>
            </a:endParaRPr>
          </a:p>
        </p:txBody>
      </p:sp>
      <p:pic>
        <p:nvPicPr>
          <p:cNvPr id="5" name="圖片 4">
            <a:extLst>
              <a:ext uri="{FF2B5EF4-FFF2-40B4-BE49-F238E27FC236}">
                <a16:creationId xmlns:a16="http://schemas.microsoft.com/office/drawing/2014/main" id="{09925872-9BDE-46EF-8889-75326EEEF5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440691"/>
            <a:ext cx="5991872" cy="5417309"/>
          </a:xfrm>
          <a:prstGeom prst="rect">
            <a:avLst/>
          </a:prstGeom>
        </p:spPr>
      </p:pic>
    </p:spTree>
    <p:extLst>
      <p:ext uri="{BB962C8B-B14F-4D97-AF65-F5344CB8AC3E}">
        <p14:creationId xmlns:p14="http://schemas.microsoft.com/office/powerpoint/2010/main" val="2049306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003F61-DD93-4036-9318-A5621607A6E3}"/>
              </a:ext>
            </a:extLst>
          </p:cNvPr>
          <p:cNvSpPr>
            <a:spLocks noGrp="1"/>
          </p:cNvSpPr>
          <p:nvPr>
            <p:ph type="title"/>
          </p:nvPr>
        </p:nvSpPr>
        <p:spPr/>
        <p:txBody>
          <a:bodyPr/>
          <a:lstStyle/>
          <a:p>
            <a:r>
              <a:rPr lang="en-US" altLang="zh-TW" dirty="0">
                <a:latin typeface="+mj-ea"/>
              </a:rPr>
              <a:t>Experimental results</a:t>
            </a:r>
            <a:endParaRPr lang="zh-TW" altLang="en-US" dirty="0">
              <a:latin typeface="+mj-ea"/>
            </a:endParaRPr>
          </a:p>
        </p:txBody>
      </p:sp>
      <p:pic>
        <p:nvPicPr>
          <p:cNvPr id="4" name="圖片 3">
            <a:extLst>
              <a:ext uri="{FF2B5EF4-FFF2-40B4-BE49-F238E27FC236}">
                <a16:creationId xmlns:a16="http://schemas.microsoft.com/office/drawing/2014/main" id="{D6EB4CBA-9710-41F1-8786-A9440E6F6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416354"/>
            <a:ext cx="6227662" cy="5441646"/>
          </a:xfrm>
          <a:prstGeom prst="rect">
            <a:avLst/>
          </a:prstGeom>
        </p:spPr>
      </p:pic>
    </p:spTree>
    <p:extLst>
      <p:ext uri="{BB962C8B-B14F-4D97-AF65-F5344CB8AC3E}">
        <p14:creationId xmlns:p14="http://schemas.microsoft.com/office/powerpoint/2010/main" val="2122565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003F61-DD93-4036-9318-A5621607A6E3}"/>
              </a:ext>
            </a:extLst>
          </p:cNvPr>
          <p:cNvSpPr>
            <a:spLocks noGrp="1"/>
          </p:cNvSpPr>
          <p:nvPr>
            <p:ph type="title"/>
          </p:nvPr>
        </p:nvSpPr>
        <p:spPr/>
        <p:txBody>
          <a:bodyPr/>
          <a:lstStyle/>
          <a:p>
            <a:r>
              <a:rPr lang="en-US" altLang="zh-TW" dirty="0">
                <a:latin typeface="+mj-ea"/>
              </a:rPr>
              <a:t>Experimental results</a:t>
            </a:r>
            <a:endParaRPr lang="zh-TW" altLang="en-US" dirty="0">
              <a:latin typeface="+mj-ea"/>
            </a:endParaRPr>
          </a:p>
        </p:txBody>
      </p:sp>
      <p:pic>
        <p:nvPicPr>
          <p:cNvPr id="5" name="圖片 4">
            <a:extLst>
              <a:ext uri="{FF2B5EF4-FFF2-40B4-BE49-F238E27FC236}">
                <a16:creationId xmlns:a16="http://schemas.microsoft.com/office/drawing/2014/main" id="{67BA7B51-9E59-4C87-ACB1-A25941C849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218" y="1448555"/>
            <a:ext cx="6071676" cy="5409446"/>
          </a:xfrm>
          <a:prstGeom prst="rect">
            <a:avLst/>
          </a:prstGeom>
        </p:spPr>
      </p:pic>
    </p:spTree>
    <p:extLst>
      <p:ext uri="{BB962C8B-B14F-4D97-AF65-F5344CB8AC3E}">
        <p14:creationId xmlns:p14="http://schemas.microsoft.com/office/powerpoint/2010/main" val="3629085157"/>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4851</TotalTime>
  <Words>408</Words>
  <Application>Microsoft Office PowerPoint</Application>
  <PresentationFormat>如螢幕大小 (4:3)</PresentationFormat>
  <Paragraphs>42</Paragraphs>
  <Slides>14</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新細明體</vt:lpstr>
      <vt:lpstr>Arial</vt:lpstr>
      <vt:lpstr>Calibri</vt:lpstr>
      <vt:lpstr>Calibri Light</vt:lpstr>
      <vt:lpstr>Office 佈景主題</vt:lpstr>
      <vt:lpstr>An improved algorithm for the all-pairs suffix–prefix problem</vt:lpstr>
      <vt:lpstr>Institute of Computing, University of Campinas, Campinas, SP, Brazil</vt:lpstr>
      <vt:lpstr>Institute of Theoretical Informatics, Karlsruhe Institute of Technology, Germany</vt:lpstr>
      <vt:lpstr>Abstract (1/2)</vt:lpstr>
      <vt:lpstr>Abstract (2/2)</vt:lpstr>
      <vt:lpstr>All longest suffix–prefix matches</vt:lpstr>
      <vt:lpstr>The generalized enhanced suffix array (GESA)</vt:lpstr>
      <vt:lpstr>GESA and local lists</vt:lpstr>
      <vt:lpstr>Output</vt:lpstr>
      <vt:lpstr>Algorithm </vt:lpstr>
      <vt:lpstr>Experimental results</vt:lpstr>
      <vt:lpstr>Experimental results</vt:lpstr>
      <vt:lpstr>Experimental results</vt:lpstr>
      <vt:lpstr>Experimental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a longest common increasing subsequence</dc:title>
  <dc:creator>黃國峰</dc:creator>
  <cp:lastModifiedBy>K.HUANG</cp:lastModifiedBy>
  <cp:revision>67</cp:revision>
  <dcterms:created xsi:type="dcterms:W3CDTF">2017-10-02T04:56:24Z</dcterms:created>
  <dcterms:modified xsi:type="dcterms:W3CDTF">2018-12-10T09:42:01Z</dcterms:modified>
</cp:coreProperties>
</file>