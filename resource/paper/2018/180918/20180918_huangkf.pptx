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342" r:id="rId4"/>
    <p:sldId id="306" r:id="rId5"/>
    <p:sldId id="343" r:id="rId6"/>
    <p:sldId id="344" r:id="rId7"/>
    <p:sldId id="345" r:id="rId8"/>
    <p:sldId id="346" r:id="rId9"/>
    <p:sldId id="347" r:id="rId10"/>
    <p:sldId id="348" r:id="rId11"/>
    <p:sldId id="349" r:id="rId12"/>
    <p:sldId id="350" r:id="rId13"/>
    <p:sldId id="351" r:id="rId14"/>
    <p:sldId id="352" r:id="rId15"/>
    <p:sldId id="353" r:id="rId16"/>
    <p:sldId id="354" r:id="rId17"/>
    <p:sldId id="355" r:id="rId18"/>
    <p:sldId id="356" r:id="rId19"/>
    <p:sldId id="357"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EAD7078E-7038-4986-B0ED-CBFCB84320F6}">
          <p14:sldIdLst>
            <p14:sldId id="256"/>
            <p14:sldId id="276"/>
            <p14:sldId id="342"/>
            <p14:sldId id="306"/>
            <p14:sldId id="343"/>
            <p14:sldId id="344"/>
            <p14:sldId id="345"/>
            <p14:sldId id="346"/>
            <p14:sldId id="347"/>
            <p14:sldId id="348"/>
            <p14:sldId id="349"/>
            <p14:sldId id="350"/>
            <p14:sldId id="351"/>
            <p14:sldId id="352"/>
            <p14:sldId id="353"/>
            <p14:sldId id="354"/>
            <p14:sldId id="355"/>
            <p14:sldId id="356"/>
            <p14:sldId id="3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17824F-B36D-4B63-B144-CA71A6898041}" v="906" dt="2018-09-18T10:08:46.512"/>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114" d="100"/>
          <a:sy n="114" d="100"/>
        </p:scale>
        <p:origin x="156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黃國峰" userId="07d7d89e1f669cb9" providerId="LiveId" clId="{D7E13699-1C50-409E-984A-872A6EE95369}"/>
  </pc:docChgLst>
  <pc:docChgLst>
    <pc:chgData userId="07d7d89e1f669cb9" providerId="LiveId" clId="{A25C8640-2F66-41E6-A9F0-00AB598344A4}"/>
  </pc:docChgLst>
  <pc:docChgLst>
    <pc:chgData name="國峰 黃" userId="07d7d89e1f669cb9" providerId="LiveId" clId="{2317824F-B36D-4B63-B144-CA71A6898041}"/>
    <pc:docChg chg="undo custSel mod addSld delSld modSld sldOrd modSection">
      <pc:chgData name="國峰 黃" userId="07d7d89e1f669cb9" providerId="LiveId" clId="{2317824F-B36D-4B63-B144-CA71A6898041}" dt="2018-09-18T10:08:46.512" v="902"/>
      <pc:docMkLst>
        <pc:docMk/>
      </pc:docMkLst>
      <pc:sldChg chg="modSp">
        <pc:chgData name="國峰 黃" userId="07d7d89e1f669cb9" providerId="LiveId" clId="{2317824F-B36D-4B63-B144-CA71A6898041}" dt="2018-09-18T04:57:57.134" v="27" actId="20577"/>
        <pc:sldMkLst>
          <pc:docMk/>
          <pc:sldMk cId="3676774769" sldId="256"/>
        </pc:sldMkLst>
        <pc:spChg chg="mod">
          <ac:chgData name="國峰 黃" userId="07d7d89e1f669cb9" providerId="LiveId" clId="{2317824F-B36D-4B63-B144-CA71A6898041}" dt="2018-09-18T04:57:09.486" v="10" actId="27636"/>
          <ac:spMkLst>
            <pc:docMk/>
            <pc:sldMk cId="3676774769" sldId="256"/>
            <ac:spMk id="2" creationId="{55822F15-00D1-4FDE-A019-FC933C4E2549}"/>
          </ac:spMkLst>
        </pc:spChg>
        <pc:spChg chg="mod">
          <ac:chgData name="國峰 黃" userId="07d7d89e1f669cb9" providerId="LiveId" clId="{2317824F-B36D-4B63-B144-CA71A6898041}" dt="2018-09-18T04:57:57.134" v="27" actId="20577"/>
          <ac:spMkLst>
            <pc:docMk/>
            <pc:sldMk cId="3676774769" sldId="256"/>
            <ac:spMk id="3" creationId="{7ABD29E4-B887-45D9-9793-DA3B272D07C3}"/>
          </ac:spMkLst>
        </pc:spChg>
        <pc:spChg chg="mod">
          <ac:chgData name="國峰 黃" userId="07d7d89e1f669cb9" providerId="LiveId" clId="{2317824F-B36D-4B63-B144-CA71A6898041}" dt="2018-09-18T04:56:57.783" v="8"/>
          <ac:spMkLst>
            <pc:docMk/>
            <pc:sldMk cId="3676774769" sldId="256"/>
            <ac:spMk id="4" creationId="{DBCD3618-401B-49E4-9C85-373848D9AA50}"/>
          </ac:spMkLst>
        </pc:spChg>
      </pc:sldChg>
      <pc:sldChg chg="modSp">
        <pc:chgData name="國峰 黃" userId="07d7d89e1f669cb9" providerId="LiveId" clId="{2317824F-B36D-4B63-B144-CA71A6898041}" dt="2018-09-18T04:59:37.838" v="39" actId="20577"/>
        <pc:sldMkLst>
          <pc:docMk/>
          <pc:sldMk cId="2726883200" sldId="276"/>
        </pc:sldMkLst>
        <pc:spChg chg="mod">
          <ac:chgData name="國峰 黃" userId="07d7d89e1f669cb9" providerId="LiveId" clId="{2317824F-B36D-4B63-B144-CA71A6898041}" dt="2018-09-18T04:59:37.838" v="39" actId="20577"/>
          <ac:spMkLst>
            <pc:docMk/>
            <pc:sldMk cId="2726883200" sldId="276"/>
            <ac:spMk id="3" creationId="{7DB8E5E2-9D37-4095-8A46-00A68D1D282E}"/>
          </ac:spMkLst>
        </pc:spChg>
      </pc:sldChg>
      <pc:sldChg chg="addSp delSp modSp mod setBg">
        <pc:chgData name="國峰 黃" userId="07d7d89e1f669cb9" providerId="LiveId" clId="{2317824F-B36D-4B63-B144-CA71A6898041}" dt="2018-09-18T05:47:32.801" v="419" actId="20577"/>
        <pc:sldMkLst>
          <pc:docMk/>
          <pc:sldMk cId="2693855290" sldId="306"/>
        </pc:sldMkLst>
        <pc:spChg chg="mod">
          <ac:chgData name="國峰 黃" userId="07d7d89e1f669cb9" providerId="LiveId" clId="{2317824F-B36D-4B63-B144-CA71A6898041}" dt="2018-09-18T05:47:32.801" v="419" actId="20577"/>
          <ac:spMkLst>
            <pc:docMk/>
            <pc:sldMk cId="2693855290" sldId="306"/>
            <ac:spMk id="2" creationId="{E7747DF4-4375-4FEA-AD33-D3E0A18DB5F5}"/>
          </ac:spMkLst>
        </pc:spChg>
        <pc:spChg chg="del mod">
          <ac:chgData name="國峰 黃" userId="07d7d89e1f669cb9" providerId="LiveId" clId="{2317824F-B36D-4B63-B144-CA71A6898041}" dt="2018-09-18T05:06:08.131" v="44" actId="931"/>
          <ac:spMkLst>
            <pc:docMk/>
            <pc:sldMk cId="2693855290" sldId="306"/>
            <ac:spMk id="3" creationId="{7EA8248B-CF22-4D53-BD43-208C1FD8B188}"/>
          </ac:spMkLst>
        </pc:spChg>
        <pc:spChg chg="add del mod">
          <ac:chgData name="國峰 黃" userId="07d7d89e1f669cb9" providerId="LiveId" clId="{2317824F-B36D-4B63-B144-CA71A6898041}" dt="2018-09-18T05:06:36.541" v="49" actId="11529"/>
          <ac:spMkLst>
            <pc:docMk/>
            <pc:sldMk cId="2693855290" sldId="306"/>
            <ac:spMk id="6" creationId="{F550D620-E62B-4456-A002-B595CC85533A}"/>
          </ac:spMkLst>
        </pc:spChg>
        <pc:spChg chg="add mod">
          <ac:chgData name="國峰 黃" userId="07d7d89e1f669cb9" providerId="LiveId" clId="{2317824F-B36D-4B63-B144-CA71A6898041}" dt="2018-09-18T05:06:52.334" v="50" actId="11529"/>
          <ac:spMkLst>
            <pc:docMk/>
            <pc:sldMk cId="2693855290" sldId="306"/>
            <ac:spMk id="7" creationId="{99086DC2-F8C8-4EA5-B068-5864D10D2125}"/>
          </ac:spMkLst>
        </pc:spChg>
        <pc:spChg chg="add mod">
          <ac:chgData name="國峰 黃" userId="07d7d89e1f669cb9" providerId="LiveId" clId="{2317824F-B36D-4B63-B144-CA71A6898041}" dt="2018-09-18T05:07:16.370" v="54" actId="1076"/>
          <ac:spMkLst>
            <pc:docMk/>
            <pc:sldMk cId="2693855290" sldId="306"/>
            <ac:spMk id="10" creationId="{2926D08C-BA85-41E6-B116-353ACFCCED33}"/>
          </ac:spMkLst>
        </pc:spChg>
        <pc:spChg chg="add del">
          <ac:chgData name="國峰 黃" userId="07d7d89e1f669cb9" providerId="LiveId" clId="{2317824F-B36D-4B63-B144-CA71A6898041}" dt="2018-09-18T05:06:14.765" v="47" actId="26606"/>
          <ac:spMkLst>
            <pc:docMk/>
            <pc:sldMk cId="2693855290" sldId="306"/>
            <ac:spMk id="13" creationId="{73DE2CFE-42F2-48F0-8706-5264E012B10C}"/>
          </ac:spMkLst>
        </pc:spChg>
        <pc:picChg chg="add mod">
          <ac:chgData name="國峰 黃" userId="07d7d89e1f669cb9" providerId="LiveId" clId="{2317824F-B36D-4B63-B144-CA71A6898041}" dt="2018-09-18T05:07:10.733" v="52" actId="1076"/>
          <ac:picMkLst>
            <pc:docMk/>
            <pc:sldMk cId="2693855290" sldId="306"/>
            <ac:picMk id="5" creationId="{9A88F7FA-EE34-4AD8-92B7-F465D22AC41C}"/>
          </ac:picMkLst>
        </pc:picChg>
        <pc:picChg chg="add del">
          <ac:chgData name="國峰 黃" userId="07d7d89e1f669cb9" providerId="LiveId" clId="{2317824F-B36D-4B63-B144-CA71A6898041}" dt="2018-09-18T05:06:14.765" v="47" actId="26606"/>
          <ac:picMkLst>
            <pc:docMk/>
            <pc:sldMk cId="2693855290" sldId="306"/>
            <ac:picMk id="8" creationId="{9A88F7FA-EE34-4AD8-92B7-F465D22AC41C}"/>
          </ac:picMkLst>
        </pc:picChg>
      </pc:sldChg>
      <pc:sldChg chg="del">
        <pc:chgData name="國峰 黃" userId="07d7d89e1f669cb9" providerId="LiveId" clId="{2317824F-B36D-4B63-B144-CA71A6898041}" dt="2018-09-18T05:11:13.142" v="55" actId="2696"/>
        <pc:sldMkLst>
          <pc:docMk/>
          <pc:sldMk cId="4204789167" sldId="307"/>
        </pc:sldMkLst>
      </pc:sldChg>
      <pc:sldChg chg="del">
        <pc:chgData name="國峰 黃" userId="07d7d89e1f669cb9" providerId="LiveId" clId="{2317824F-B36D-4B63-B144-CA71A6898041}" dt="2018-09-18T05:11:13.153" v="56" actId="2696"/>
        <pc:sldMkLst>
          <pc:docMk/>
          <pc:sldMk cId="2567095144" sldId="308"/>
        </pc:sldMkLst>
      </pc:sldChg>
      <pc:sldChg chg="del">
        <pc:chgData name="國峰 黃" userId="07d7d89e1f669cb9" providerId="LiveId" clId="{2317824F-B36D-4B63-B144-CA71A6898041}" dt="2018-09-18T05:11:13.163" v="57" actId="2696"/>
        <pc:sldMkLst>
          <pc:docMk/>
          <pc:sldMk cId="3641686533" sldId="309"/>
        </pc:sldMkLst>
      </pc:sldChg>
      <pc:sldChg chg="del">
        <pc:chgData name="國峰 黃" userId="07d7d89e1f669cb9" providerId="LiveId" clId="{2317824F-B36D-4B63-B144-CA71A6898041}" dt="2018-09-18T05:11:13.181" v="58" actId="2696"/>
        <pc:sldMkLst>
          <pc:docMk/>
          <pc:sldMk cId="1057479836" sldId="310"/>
        </pc:sldMkLst>
      </pc:sldChg>
      <pc:sldChg chg="del">
        <pc:chgData name="國峰 黃" userId="07d7d89e1f669cb9" providerId="LiveId" clId="{2317824F-B36D-4B63-B144-CA71A6898041}" dt="2018-09-18T05:11:13.197" v="59" actId="2696"/>
        <pc:sldMkLst>
          <pc:docMk/>
          <pc:sldMk cId="707892836" sldId="311"/>
        </pc:sldMkLst>
      </pc:sldChg>
      <pc:sldChg chg="del">
        <pc:chgData name="國峰 黃" userId="07d7d89e1f669cb9" providerId="LiveId" clId="{2317824F-B36D-4B63-B144-CA71A6898041}" dt="2018-09-18T05:11:13.209" v="60" actId="2696"/>
        <pc:sldMkLst>
          <pc:docMk/>
          <pc:sldMk cId="2291637731" sldId="312"/>
        </pc:sldMkLst>
      </pc:sldChg>
      <pc:sldChg chg="del">
        <pc:chgData name="國峰 黃" userId="07d7d89e1f669cb9" providerId="LiveId" clId="{2317824F-B36D-4B63-B144-CA71A6898041}" dt="2018-09-18T05:11:13.221" v="61" actId="2696"/>
        <pc:sldMkLst>
          <pc:docMk/>
          <pc:sldMk cId="368784331" sldId="313"/>
        </pc:sldMkLst>
      </pc:sldChg>
      <pc:sldChg chg="del">
        <pc:chgData name="國峰 黃" userId="07d7d89e1f669cb9" providerId="LiveId" clId="{2317824F-B36D-4B63-B144-CA71A6898041}" dt="2018-09-18T05:11:13.232" v="62" actId="2696"/>
        <pc:sldMkLst>
          <pc:docMk/>
          <pc:sldMk cId="4134884123" sldId="314"/>
        </pc:sldMkLst>
      </pc:sldChg>
      <pc:sldChg chg="del">
        <pc:chgData name="國峰 黃" userId="07d7d89e1f669cb9" providerId="LiveId" clId="{2317824F-B36D-4B63-B144-CA71A6898041}" dt="2018-09-18T05:11:13.247" v="63" actId="2696"/>
        <pc:sldMkLst>
          <pc:docMk/>
          <pc:sldMk cId="988860146" sldId="315"/>
        </pc:sldMkLst>
      </pc:sldChg>
      <pc:sldChg chg="del">
        <pc:chgData name="國峰 黃" userId="07d7d89e1f669cb9" providerId="LiveId" clId="{2317824F-B36D-4B63-B144-CA71A6898041}" dt="2018-09-18T05:11:13.265" v="64" actId="2696"/>
        <pc:sldMkLst>
          <pc:docMk/>
          <pc:sldMk cId="3558162537" sldId="316"/>
        </pc:sldMkLst>
      </pc:sldChg>
      <pc:sldChg chg="del">
        <pc:chgData name="國峰 黃" userId="07d7d89e1f669cb9" providerId="LiveId" clId="{2317824F-B36D-4B63-B144-CA71A6898041}" dt="2018-09-18T05:11:13.286" v="66" actId="2696"/>
        <pc:sldMkLst>
          <pc:docMk/>
          <pc:sldMk cId="3553391544" sldId="325"/>
        </pc:sldMkLst>
      </pc:sldChg>
      <pc:sldChg chg="del">
        <pc:chgData name="國峰 黃" userId="07d7d89e1f669cb9" providerId="LiveId" clId="{2317824F-B36D-4B63-B144-CA71A6898041}" dt="2018-09-18T05:11:13.298" v="67" actId="2696"/>
        <pc:sldMkLst>
          <pc:docMk/>
          <pc:sldMk cId="2650279340" sldId="326"/>
        </pc:sldMkLst>
      </pc:sldChg>
      <pc:sldChg chg="del">
        <pc:chgData name="國峰 黃" userId="07d7d89e1f669cb9" providerId="LiveId" clId="{2317824F-B36D-4B63-B144-CA71A6898041}" dt="2018-09-18T05:11:13.316" v="68" actId="2696"/>
        <pc:sldMkLst>
          <pc:docMk/>
          <pc:sldMk cId="2323250931" sldId="327"/>
        </pc:sldMkLst>
      </pc:sldChg>
      <pc:sldChg chg="del">
        <pc:chgData name="國峰 黃" userId="07d7d89e1f669cb9" providerId="LiveId" clId="{2317824F-B36D-4B63-B144-CA71A6898041}" dt="2018-09-18T05:11:13.332" v="69" actId="2696"/>
        <pc:sldMkLst>
          <pc:docMk/>
          <pc:sldMk cId="1240605290" sldId="328"/>
        </pc:sldMkLst>
      </pc:sldChg>
      <pc:sldChg chg="del">
        <pc:chgData name="國峰 黃" userId="07d7d89e1f669cb9" providerId="LiveId" clId="{2317824F-B36D-4B63-B144-CA71A6898041}" dt="2018-09-18T05:11:13.345" v="70" actId="2696"/>
        <pc:sldMkLst>
          <pc:docMk/>
          <pc:sldMk cId="2228032836" sldId="329"/>
        </pc:sldMkLst>
      </pc:sldChg>
      <pc:sldChg chg="del">
        <pc:chgData name="國峰 黃" userId="07d7d89e1f669cb9" providerId="LiveId" clId="{2317824F-B36D-4B63-B144-CA71A6898041}" dt="2018-09-18T05:11:13.356" v="71" actId="2696"/>
        <pc:sldMkLst>
          <pc:docMk/>
          <pc:sldMk cId="1614394585" sldId="330"/>
        </pc:sldMkLst>
      </pc:sldChg>
      <pc:sldChg chg="del">
        <pc:chgData name="國峰 黃" userId="07d7d89e1f669cb9" providerId="LiveId" clId="{2317824F-B36D-4B63-B144-CA71A6898041}" dt="2018-09-18T05:11:13.366" v="72" actId="2696"/>
        <pc:sldMkLst>
          <pc:docMk/>
          <pc:sldMk cId="1709756330" sldId="331"/>
        </pc:sldMkLst>
      </pc:sldChg>
      <pc:sldChg chg="del">
        <pc:chgData name="國峰 黃" userId="07d7d89e1f669cb9" providerId="LiveId" clId="{2317824F-B36D-4B63-B144-CA71A6898041}" dt="2018-09-18T05:11:13.382" v="73" actId="2696"/>
        <pc:sldMkLst>
          <pc:docMk/>
          <pc:sldMk cId="3261222491" sldId="332"/>
        </pc:sldMkLst>
      </pc:sldChg>
      <pc:sldChg chg="del">
        <pc:chgData name="國峰 黃" userId="07d7d89e1f669cb9" providerId="LiveId" clId="{2317824F-B36D-4B63-B144-CA71A6898041}" dt="2018-09-18T05:11:13.397" v="74" actId="2696"/>
        <pc:sldMkLst>
          <pc:docMk/>
          <pc:sldMk cId="1776689362" sldId="333"/>
        </pc:sldMkLst>
      </pc:sldChg>
      <pc:sldChg chg="del">
        <pc:chgData name="國峰 黃" userId="07d7d89e1f669cb9" providerId="LiveId" clId="{2317824F-B36D-4B63-B144-CA71A6898041}" dt="2018-09-18T05:11:13.409" v="75" actId="2696"/>
        <pc:sldMkLst>
          <pc:docMk/>
          <pc:sldMk cId="613439087" sldId="334"/>
        </pc:sldMkLst>
      </pc:sldChg>
      <pc:sldChg chg="del">
        <pc:chgData name="國峰 黃" userId="07d7d89e1f669cb9" providerId="LiveId" clId="{2317824F-B36D-4B63-B144-CA71A6898041}" dt="2018-09-18T05:11:13.419" v="76" actId="2696"/>
        <pc:sldMkLst>
          <pc:docMk/>
          <pc:sldMk cId="3390310178" sldId="335"/>
        </pc:sldMkLst>
      </pc:sldChg>
      <pc:sldChg chg="del">
        <pc:chgData name="國峰 黃" userId="07d7d89e1f669cb9" providerId="LiveId" clId="{2317824F-B36D-4B63-B144-CA71A6898041}" dt="2018-09-18T05:11:13.430" v="77" actId="2696"/>
        <pc:sldMkLst>
          <pc:docMk/>
          <pc:sldMk cId="2355410583" sldId="336"/>
        </pc:sldMkLst>
      </pc:sldChg>
      <pc:sldChg chg="del">
        <pc:chgData name="國峰 黃" userId="07d7d89e1f669cb9" providerId="LiveId" clId="{2317824F-B36D-4B63-B144-CA71A6898041}" dt="2018-09-18T05:11:13.446" v="78" actId="2696"/>
        <pc:sldMkLst>
          <pc:docMk/>
          <pc:sldMk cId="1505972402" sldId="337"/>
        </pc:sldMkLst>
      </pc:sldChg>
      <pc:sldChg chg="del">
        <pc:chgData name="國峰 黃" userId="07d7d89e1f669cb9" providerId="LiveId" clId="{2317824F-B36D-4B63-B144-CA71A6898041}" dt="2018-09-18T05:11:13.463" v="79" actId="2696"/>
        <pc:sldMkLst>
          <pc:docMk/>
          <pc:sldMk cId="3229139895" sldId="338"/>
        </pc:sldMkLst>
      </pc:sldChg>
      <pc:sldChg chg="del">
        <pc:chgData name="國峰 黃" userId="07d7d89e1f669cb9" providerId="LiveId" clId="{2317824F-B36D-4B63-B144-CA71A6898041}" dt="2018-09-18T05:11:13.478" v="80" actId="2696"/>
        <pc:sldMkLst>
          <pc:docMk/>
          <pc:sldMk cId="418349167" sldId="339"/>
        </pc:sldMkLst>
      </pc:sldChg>
      <pc:sldChg chg="del">
        <pc:chgData name="國峰 黃" userId="07d7d89e1f669cb9" providerId="LiveId" clId="{2317824F-B36D-4B63-B144-CA71A6898041}" dt="2018-09-18T05:11:13.485" v="81" actId="2696"/>
        <pc:sldMkLst>
          <pc:docMk/>
          <pc:sldMk cId="2468493754" sldId="340"/>
        </pc:sldMkLst>
      </pc:sldChg>
      <pc:sldChg chg="del">
        <pc:chgData name="國峰 黃" userId="07d7d89e1f669cb9" providerId="LiveId" clId="{2317824F-B36D-4B63-B144-CA71A6898041}" dt="2018-09-18T05:11:13.276" v="65" actId="2696"/>
        <pc:sldMkLst>
          <pc:docMk/>
          <pc:sldMk cId="2597200247" sldId="341"/>
        </pc:sldMkLst>
      </pc:sldChg>
      <pc:sldChg chg="modSp add">
        <pc:chgData name="國峰 黃" userId="07d7d89e1f669cb9" providerId="LiveId" clId="{2317824F-B36D-4B63-B144-CA71A6898041}" dt="2018-09-18T04:59:10.414" v="35" actId="20577"/>
        <pc:sldMkLst>
          <pc:docMk/>
          <pc:sldMk cId="1356823141" sldId="342"/>
        </pc:sldMkLst>
        <pc:spChg chg="mod">
          <ac:chgData name="國峰 黃" userId="07d7d89e1f669cb9" providerId="LiveId" clId="{2317824F-B36D-4B63-B144-CA71A6898041}" dt="2018-09-18T04:58:41.476" v="31" actId="20577"/>
          <ac:spMkLst>
            <pc:docMk/>
            <pc:sldMk cId="1356823141" sldId="342"/>
            <ac:spMk id="2" creationId="{A81FADCC-098F-42B3-A516-7A8E8C1A4646}"/>
          </ac:spMkLst>
        </pc:spChg>
        <pc:spChg chg="mod">
          <ac:chgData name="國峰 黃" userId="07d7d89e1f669cb9" providerId="LiveId" clId="{2317824F-B36D-4B63-B144-CA71A6898041}" dt="2018-09-18T04:59:10.414" v="35" actId="20577"/>
          <ac:spMkLst>
            <pc:docMk/>
            <pc:sldMk cId="1356823141" sldId="342"/>
            <ac:spMk id="3" creationId="{7DB8E5E2-9D37-4095-8A46-00A68D1D282E}"/>
          </ac:spMkLst>
        </pc:spChg>
      </pc:sldChg>
      <pc:sldChg chg="addSp delSp modSp add">
        <pc:chgData name="國峰 黃" userId="07d7d89e1f669cb9" providerId="LiveId" clId="{2317824F-B36D-4B63-B144-CA71A6898041}" dt="2018-09-18T05:47:35.428" v="421" actId="20577"/>
        <pc:sldMkLst>
          <pc:docMk/>
          <pc:sldMk cId="2294589171" sldId="343"/>
        </pc:sldMkLst>
        <pc:spChg chg="mod">
          <ac:chgData name="國峰 黃" userId="07d7d89e1f669cb9" providerId="LiveId" clId="{2317824F-B36D-4B63-B144-CA71A6898041}" dt="2018-09-18T05:47:35.428" v="421" actId="20577"/>
          <ac:spMkLst>
            <pc:docMk/>
            <pc:sldMk cId="2294589171" sldId="343"/>
            <ac:spMk id="2" creationId="{E7747DF4-4375-4FEA-AD33-D3E0A18DB5F5}"/>
          </ac:spMkLst>
        </pc:spChg>
        <pc:spChg chg="add mod">
          <ac:chgData name="國峰 黃" userId="07d7d89e1f669cb9" providerId="LiveId" clId="{2317824F-B36D-4B63-B144-CA71A6898041}" dt="2018-09-18T05:44:23.133" v="411" actId="20577"/>
          <ac:spMkLst>
            <pc:docMk/>
            <pc:sldMk cId="2294589171" sldId="343"/>
            <ac:spMk id="4" creationId="{0627CD87-F003-4658-806F-C0DB9B7E1520}"/>
          </ac:spMkLst>
        </pc:spChg>
        <pc:spChg chg="add del mod">
          <ac:chgData name="國峰 黃" userId="07d7d89e1f669cb9" providerId="LiveId" clId="{2317824F-B36D-4B63-B144-CA71A6898041}" dt="2018-09-18T05:12:53.161" v="128" actId="11529"/>
          <ac:spMkLst>
            <pc:docMk/>
            <pc:sldMk cId="2294589171" sldId="343"/>
            <ac:spMk id="6" creationId="{6BD9FDF2-AB9A-4945-9E61-14C8C9A98D87}"/>
          </ac:spMkLst>
        </pc:spChg>
        <pc:spChg chg="del">
          <ac:chgData name="國峰 黃" userId="07d7d89e1f669cb9" providerId="LiveId" clId="{2317824F-B36D-4B63-B144-CA71A6898041}" dt="2018-09-18T05:12:27.882" v="124" actId="478"/>
          <ac:spMkLst>
            <pc:docMk/>
            <pc:sldMk cId="2294589171" sldId="343"/>
            <ac:spMk id="7" creationId="{99086DC2-F8C8-4EA5-B068-5864D10D2125}"/>
          </ac:spMkLst>
        </pc:spChg>
        <pc:spChg chg="add mod">
          <ac:chgData name="國峰 黃" userId="07d7d89e1f669cb9" providerId="LiveId" clId="{2317824F-B36D-4B63-B144-CA71A6898041}" dt="2018-09-18T05:40:59.268" v="364" actId="14100"/>
          <ac:spMkLst>
            <pc:docMk/>
            <pc:sldMk cId="2294589171" sldId="343"/>
            <ac:spMk id="8" creationId="{F6FB5659-D818-4D67-BFFE-5E5309CB65FB}"/>
          </ac:spMkLst>
        </pc:spChg>
        <pc:spChg chg="del">
          <ac:chgData name="國峰 黃" userId="07d7d89e1f669cb9" providerId="LiveId" clId="{2317824F-B36D-4B63-B144-CA71A6898041}" dt="2018-09-18T05:12:27.882" v="124" actId="478"/>
          <ac:spMkLst>
            <pc:docMk/>
            <pc:sldMk cId="2294589171" sldId="343"/>
            <ac:spMk id="10" creationId="{2926D08C-BA85-41E6-B116-353ACFCCED33}"/>
          </ac:spMkLst>
        </pc:spChg>
        <pc:spChg chg="add mod">
          <ac:chgData name="國峰 黃" userId="07d7d89e1f669cb9" providerId="LiveId" clId="{2317824F-B36D-4B63-B144-CA71A6898041}" dt="2018-09-18T05:18:58.658" v="155" actId="1076"/>
          <ac:spMkLst>
            <pc:docMk/>
            <pc:sldMk cId="2294589171" sldId="343"/>
            <ac:spMk id="11" creationId="{5168AB9F-F403-4697-9944-3CAE1499F539}"/>
          </ac:spMkLst>
        </pc:spChg>
        <pc:spChg chg="add mod">
          <ac:chgData name="國峰 黃" userId="07d7d89e1f669cb9" providerId="LiveId" clId="{2317824F-B36D-4B63-B144-CA71A6898041}" dt="2018-09-18T05:20:26.955" v="176" actId="14100"/>
          <ac:spMkLst>
            <pc:docMk/>
            <pc:sldMk cId="2294589171" sldId="343"/>
            <ac:spMk id="12" creationId="{81269035-5DAD-4DE5-8E44-871A03901DE5}"/>
          </ac:spMkLst>
        </pc:spChg>
        <pc:spChg chg="add del">
          <ac:chgData name="國峰 黃" userId="07d7d89e1f669cb9" providerId="LiveId" clId="{2317824F-B36D-4B63-B144-CA71A6898041}" dt="2018-09-18T05:19:37.092" v="162"/>
          <ac:spMkLst>
            <pc:docMk/>
            <pc:sldMk cId="2294589171" sldId="343"/>
            <ac:spMk id="13" creationId="{D0884158-CF4F-4E29-9662-3EA4EC1DBBE8}"/>
          </ac:spMkLst>
        </pc:spChg>
        <pc:spChg chg="add mod">
          <ac:chgData name="國峰 黃" userId="07d7d89e1f669cb9" providerId="LiveId" clId="{2317824F-B36D-4B63-B144-CA71A6898041}" dt="2018-09-18T05:19:53.347" v="167" actId="14100"/>
          <ac:spMkLst>
            <pc:docMk/>
            <pc:sldMk cId="2294589171" sldId="343"/>
            <ac:spMk id="14" creationId="{EDDD686F-5C03-4BC6-AA6C-7513C0CC6E40}"/>
          </ac:spMkLst>
        </pc:spChg>
        <pc:picChg chg="del">
          <ac:chgData name="國峰 黃" userId="07d7d89e1f669cb9" providerId="LiveId" clId="{2317824F-B36D-4B63-B144-CA71A6898041}" dt="2018-09-18T05:11:39.541" v="83" actId="478"/>
          <ac:picMkLst>
            <pc:docMk/>
            <pc:sldMk cId="2294589171" sldId="343"/>
            <ac:picMk id="5" creationId="{9A88F7FA-EE34-4AD8-92B7-F465D22AC41C}"/>
          </ac:picMkLst>
        </pc:picChg>
        <pc:picChg chg="add mod">
          <ac:chgData name="國峰 黃" userId="07d7d89e1f669cb9" providerId="LiveId" clId="{2317824F-B36D-4B63-B144-CA71A6898041}" dt="2018-09-18T05:44:31.764" v="412" actId="1076"/>
          <ac:picMkLst>
            <pc:docMk/>
            <pc:sldMk cId="2294589171" sldId="343"/>
            <ac:picMk id="15" creationId="{77C83F64-B1FD-4640-9F88-7815B8B63E80}"/>
          </ac:picMkLst>
        </pc:picChg>
      </pc:sldChg>
      <pc:sldChg chg="addSp delSp modSp add">
        <pc:chgData name="國峰 黃" userId="07d7d89e1f669cb9" providerId="LiveId" clId="{2317824F-B36D-4B63-B144-CA71A6898041}" dt="2018-09-18T08:28:32.913" v="900" actId="20577"/>
        <pc:sldMkLst>
          <pc:docMk/>
          <pc:sldMk cId="440958540" sldId="344"/>
        </pc:sldMkLst>
        <pc:spChg chg="mod">
          <ac:chgData name="國峰 黃" userId="07d7d89e1f669cb9" providerId="LiveId" clId="{2317824F-B36D-4B63-B144-CA71A6898041}" dt="2018-09-18T05:50:37.637" v="436" actId="20577"/>
          <ac:spMkLst>
            <pc:docMk/>
            <pc:sldMk cId="440958540" sldId="344"/>
            <ac:spMk id="2" creationId="{E7747DF4-4375-4FEA-AD33-D3E0A18DB5F5}"/>
          </ac:spMkLst>
        </pc:spChg>
        <pc:spChg chg="add del mod">
          <ac:chgData name="國峰 黃" userId="07d7d89e1f669cb9" providerId="LiveId" clId="{2317824F-B36D-4B63-B144-CA71A6898041}" dt="2018-09-18T08:28:32.913" v="900" actId="20577"/>
          <ac:spMkLst>
            <pc:docMk/>
            <pc:sldMk cId="440958540" sldId="344"/>
            <ac:spMk id="4" creationId="{0627CD87-F003-4658-806F-C0DB9B7E1520}"/>
          </ac:spMkLst>
        </pc:spChg>
        <pc:spChg chg="add del mod">
          <ac:chgData name="國峰 黃" userId="07d7d89e1f669cb9" providerId="LiveId" clId="{2317824F-B36D-4B63-B144-CA71A6898041}" dt="2018-09-18T06:02:56.170" v="498" actId="478"/>
          <ac:spMkLst>
            <pc:docMk/>
            <pc:sldMk cId="440958540" sldId="344"/>
            <ac:spMk id="5" creationId="{4CA89CC7-D783-4BFA-AB69-72E7957A10F1}"/>
          </ac:spMkLst>
        </pc:spChg>
        <pc:spChg chg="del">
          <ac:chgData name="國峰 黃" userId="07d7d89e1f669cb9" providerId="LiveId" clId="{2317824F-B36D-4B63-B144-CA71A6898041}" dt="2018-09-18T06:03:04.499" v="500" actId="478"/>
          <ac:spMkLst>
            <pc:docMk/>
            <pc:sldMk cId="440958540" sldId="344"/>
            <ac:spMk id="8" creationId="{F6FB5659-D818-4D67-BFFE-5E5309CB65FB}"/>
          </ac:spMkLst>
        </pc:spChg>
        <pc:spChg chg="del">
          <ac:chgData name="國峰 黃" userId="07d7d89e1f669cb9" providerId="LiveId" clId="{2317824F-B36D-4B63-B144-CA71A6898041}" dt="2018-09-18T06:03:05.063" v="501" actId="478"/>
          <ac:spMkLst>
            <pc:docMk/>
            <pc:sldMk cId="440958540" sldId="344"/>
            <ac:spMk id="11" creationId="{5168AB9F-F403-4697-9944-3CAE1499F539}"/>
          </ac:spMkLst>
        </pc:spChg>
        <pc:spChg chg="del">
          <ac:chgData name="國峰 黃" userId="07d7d89e1f669cb9" providerId="LiveId" clId="{2317824F-B36D-4B63-B144-CA71A6898041}" dt="2018-09-18T06:02:54.008" v="496" actId="478"/>
          <ac:spMkLst>
            <pc:docMk/>
            <pc:sldMk cId="440958540" sldId="344"/>
            <ac:spMk id="12" creationId="{81269035-5DAD-4DE5-8E44-871A03901DE5}"/>
          </ac:spMkLst>
        </pc:spChg>
        <pc:spChg chg="del">
          <ac:chgData name="國峰 黃" userId="07d7d89e1f669cb9" providerId="LiveId" clId="{2317824F-B36D-4B63-B144-CA71A6898041}" dt="2018-09-18T06:02:58.925" v="499" actId="478"/>
          <ac:spMkLst>
            <pc:docMk/>
            <pc:sldMk cId="440958540" sldId="344"/>
            <ac:spMk id="14" creationId="{EDDD686F-5C03-4BC6-AA6C-7513C0CC6E40}"/>
          </ac:spMkLst>
        </pc:spChg>
        <pc:picChg chg="add del mod">
          <ac:chgData name="國峰 黃" userId="07d7d89e1f669cb9" providerId="LiveId" clId="{2317824F-B36D-4B63-B144-CA71A6898041}" dt="2018-09-18T06:03:14.784" v="505" actId="931"/>
          <ac:picMkLst>
            <pc:docMk/>
            <pc:sldMk cId="440958540" sldId="344"/>
            <ac:picMk id="7" creationId="{34E24206-0296-4F7B-BEAA-69A8167E99A7}"/>
          </ac:picMkLst>
        </pc:picChg>
        <pc:picChg chg="add del">
          <ac:chgData name="國峰 黃" userId="07d7d89e1f669cb9" providerId="LiveId" clId="{2317824F-B36D-4B63-B144-CA71A6898041}" dt="2018-09-18T06:03:23.814" v="508"/>
          <ac:picMkLst>
            <pc:docMk/>
            <pc:sldMk cId="440958540" sldId="344"/>
            <ac:picMk id="9" creationId="{D7AEED2B-B25A-4AD1-AA3F-64F7F92EB7A6}"/>
          </ac:picMkLst>
        </pc:picChg>
        <pc:picChg chg="add mod">
          <ac:chgData name="國峰 黃" userId="07d7d89e1f669cb9" providerId="LiveId" clId="{2317824F-B36D-4B63-B144-CA71A6898041}" dt="2018-09-18T06:03:34.812" v="510" actId="1076"/>
          <ac:picMkLst>
            <pc:docMk/>
            <pc:sldMk cId="440958540" sldId="344"/>
            <ac:picMk id="13" creationId="{53680BE6-D780-4D45-804B-D7776E5BF019}"/>
          </ac:picMkLst>
        </pc:picChg>
        <pc:picChg chg="del">
          <ac:chgData name="國峰 黃" userId="07d7d89e1f669cb9" providerId="LiveId" clId="{2317824F-B36D-4B63-B144-CA71A6898041}" dt="2018-09-18T05:50:13.897" v="422" actId="478"/>
          <ac:picMkLst>
            <pc:docMk/>
            <pc:sldMk cId="440958540" sldId="344"/>
            <ac:picMk id="15" creationId="{77C83F64-B1FD-4640-9F88-7815B8B63E80}"/>
          </ac:picMkLst>
        </pc:picChg>
        <pc:cxnChg chg="add mod">
          <ac:chgData name="國峰 黃" userId="07d7d89e1f669cb9" providerId="LiveId" clId="{2317824F-B36D-4B63-B144-CA71A6898041}" dt="2018-09-18T06:08:45.076" v="543" actId="14100"/>
          <ac:cxnSpMkLst>
            <pc:docMk/>
            <pc:sldMk cId="440958540" sldId="344"/>
            <ac:cxnSpMk id="17" creationId="{2F3D7E13-A008-405A-B17B-76B3C897A3B1}"/>
          </ac:cxnSpMkLst>
        </pc:cxnChg>
      </pc:sldChg>
      <pc:sldChg chg="addSp delSp modSp add">
        <pc:chgData name="國峰 黃" userId="07d7d89e1f669cb9" providerId="LiveId" clId="{2317824F-B36D-4B63-B144-CA71A6898041}" dt="2018-09-18T06:25:32.301" v="617" actId="1076"/>
        <pc:sldMkLst>
          <pc:docMk/>
          <pc:sldMk cId="3466925056" sldId="345"/>
        </pc:sldMkLst>
        <pc:spChg chg="mod">
          <ac:chgData name="國峰 黃" userId="07d7d89e1f669cb9" providerId="LiveId" clId="{2317824F-B36D-4B63-B144-CA71A6898041}" dt="2018-09-18T06:12:12.584" v="568"/>
          <ac:spMkLst>
            <pc:docMk/>
            <pc:sldMk cId="3466925056" sldId="345"/>
            <ac:spMk id="2" creationId="{E7747DF4-4375-4FEA-AD33-D3E0A18DB5F5}"/>
          </ac:spMkLst>
        </pc:spChg>
        <pc:spChg chg="mod">
          <ac:chgData name="國峰 黃" userId="07d7d89e1f669cb9" providerId="LiveId" clId="{2317824F-B36D-4B63-B144-CA71A6898041}" dt="2018-09-18T06:25:30.765" v="616" actId="20577"/>
          <ac:spMkLst>
            <pc:docMk/>
            <pc:sldMk cId="3466925056" sldId="345"/>
            <ac:spMk id="4" creationId="{0627CD87-F003-4658-806F-C0DB9B7E1520}"/>
          </ac:spMkLst>
        </pc:spChg>
        <pc:picChg chg="add mod">
          <ac:chgData name="國峰 黃" userId="07d7d89e1f669cb9" providerId="LiveId" clId="{2317824F-B36D-4B63-B144-CA71A6898041}" dt="2018-09-18T06:14:41.244" v="593" actId="1076"/>
          <ac:picMkLst>
            <pc:docMk/>
            <pc:sldMk cId="3466925056" sldId="345"/>
            <ac:picMk id="5" creationId="{28202393-B885-45C2-A753-614F8B35A798}"/>
          </ac:picMkLst>
        </pc:picChg>
        <pc:picChg chg="add mod">
          <ac:chgData name="國峰 黃" userId="07d7d89e1f669cb9" providerId="LiveId" clId="{2317824F-B36D-4B63-B144-CA71A6898041}" dt="2018-09-18T06:25:32.301" v="617" actId="1076"/>
          <ac:picMkLst>
            <pc:docMk/>
            <pc:sldMk cId="3466925056" sldId="345"/>
            <ac:picMk id="7" creationId="{B67CAC1D-2FB1-4E76-B548-824BED8C015B}"/>
          </ac:picMkLst>
        </pc:picChg>
        <pc:picChg chg="del">
          <ac:chgData name="國峰 黃" userId="07d7d89e1f669cb9" providerId="LiveId" clId="{2317824F-B36D-4B63-B144-CA71A6898041}" dt="2018-09-18T06:12:18.042" v="571" actId="478"/>
          <ac:picMkLst>
            <pc:docMk/>
            <pc:sldMk cId="3466925056" sldId="345"/>
            <ac:picMk id="13" creationId="{53680BE6-D780-4D45-804B-D7776E5BF019}"/>
          </ac:picMkLst>
        </pc:picChg>
        <pc:cxnChg chg="del">
          <ac:chgData name="國峰 黃" userId="07d7d89e1f669cb9" providerId="LiveId" clId="{2317824F-B36D-4B63-B144-CA71A6898041}" dt="2018-09-18T06:12:20.808" v="573" actId="478"/>
          <ac:cxnSpMkLst>
            <pc:docMk/>
            <pc:sldMk cId="3466925056" sldId="345"/>
            <ac:cxnSpMk id="17" creationId="{2F3D7E13-A008-405A-B17B-76B3C897A3B1}"/>
          </ac:cxnSpMkLst>
        </pc:cxnChg>
      </pc:sldChg>
      <pc:sldChg chg="addSp delSp modSp add ord">
        <pc:chgData name="國峰 黃" userId="07d7d89e1f669cb9" providerId="LiveId" clId="{2317824F-B36D-4B63-B144-CA71A6898041}" dt="2018-09-18T10:08:46.512" v="902"/>
        <pc:sldMkLst>
          <pc:docMk/>
          <pc:sldMk cId="1559617487" sldId="346"/>
        </pc:sldMkLst>
        <pc:spChg chg="mod">
          <ac:chgData name="國峰 黃" userId="07d7d89e1f669cb9" providerId="LiveId" clId="{2317824F-B36D-4B63-B144-CA71A6898041}" dt="2018-09-18T06:43:32.903" v="677" actId="20577"/>
          <ac:spMkLst>
            <pc:docMk/>
            <pc:sldMk cId="1559617487" sldId="346"/>
            <ac:spMk id="4" creationId="{0627CD87-F003-4658-806F-C0DB9B7E1520}"/>
          </ac:spMkLst>
        </pc:spChg>
        <pc:picChg chg="del">
          <ac:chgData name="國峰 黃" userId="07d7d89e1f669cb9" providerId="LiveId" clId="{2317824F-B36D-4B63-B144-CA71A6898041}" dt="2018-09-18T06:28:33.905" v="630" actId="478"/>
          <ac:picMkLst>
            <pc:docMk/>
            <pc:sldMk cId="1559617487" sldId="346"/>
            <ac:picMk id="5" creationId="{28202393-B885-45C2-A753-614F8B35A798}"/>
          </ac:picMkLst>
        </pc:picChg>
        <pc:picChg chg="add del mod">
          <ac:chgData name="國峰 黃" userId="07d7d89e1f669cb9" providerId="LiveId" clId="{2317824F-B36D-4B63-B144-CA71A6898041}" dt="2018-09-18T06:39:10.858" v="646" actId="478"/>
          <ac:picMkLst>
            <pc:docMk/>
            <pc:sldMk cId="1559617487" sldId="346"/>
            <ac:picMk id="6" creationId="{50698303-2EB6-4249-A334-544D8F980C38}"/>
          </ac:picMkLst>
        </pc:picChg>
        <pc:picChg chg="del">
          <ac:chgData name="國峰 黃" userId="07d7d89e1f669cb9" providerId="LiveId" clId="{2317824F-B36D-4B63-B144-CA71A6898041}" dt="2018-09-18T06:28:34.875" v="631" actId="478"/>
          <ac:picMkLst>
            <pc:docMk/>
            <pc:sldMk cId="1559617487" sldId="346"/>
            <ac:picMk id="7" creationId="{B67CAC1D-2FB1-4E76-B548-824BED8C015B}"/>
          </ac:picMkLst>
        </pc:picChg>
        <pc:picChg chg="add del mod">
          <ac:chgData name="國峰 黃" userId="07d7d89e1f669cb9" providerId="LiveId" clId="{2317824F-B36D-4B63-B144-CA71A6898041}" dt="2018-09-18T06:39:24.416" v="648" actId="478"/>
          <ac:picMkLst>
            <pc:docMk/>
            <pc:sldMk cId="1559617487" sldId="346"/>
            <ac:picMk id="9" creationId="{88883C1D-2FAA-4BE8-840C-88EABE11F4EE}"/>
          </ac:picMkLst>
        </pc:picChg>
        <pc:picChg chg="add mod">
          <ac:chgData name="國峰 黃" userId="07d7d89e1f669cb9" providerId="LiveId" clId="{2317824F-B36D-4B63-B144-CA71A6898041}" dt="2018-09-18T06:43:17.062" v="671" actId="1076"/>
          <ac:picMkLst>
            <pc:docMk/>
            <pc:sldMk cId="1559617487" sldId="346"/>
            <ac:picMk id="11" creationId="{8B60C95A-F964-433F-93C8-9384E02AC4CE}"/>
          </ac:picMkLst>
        </pc:picChg>
        <pc:picChg chg="add mod">
          <ac:chgData name="國峰 黃" userId="07d7d89e1f669cb9" providerId="LiveId" clId="{2317824F-B36D-4B63-B144-CA71A6898041}" dt="2018-09-18T06:43:18.477" v="672" actId="1076"/>
          <ac:picMkLst>
            <pc:docMk/>
            <pc:sldMk cId="1559617487" sldId="346"/>
            <ac:picMk id="13" creationId="{27F7F5B9-F14C-4B47-9CDB-708B0C1369F5}"/>
          </ac:picMkLst>
        </pc:picChg>
      </pc:sldChg>
      <pc:sldChg chg="addSp delSp modSp add">
        <pc:chgData name="國峰 黃" userId="07d7d89e1f669cb9" providerId="LiveId" clId="{2317824F-B36D-4B63-B144-CA71A6898041}" dt="2018-09-18T06:55:08.246" v="685" actId="1076"/>
        <pc:sldMkLst>
          <pc:docMk/>
          <pc:sldMk cId="876241306" sldId="347"/>
        </pc:sldMkLst>
        <pc:spChg chg="mod">
          <ac:chgData name="國峰 黃" userId="07d7d89e1f669cb9" providerId="LiveId" clId="{2317824F-B36D-4B63-B144-CA71A6898041}" dt="2018-09-18T06:53:50.042" v="679"/>
          <ac:spMkLst>
            <pc:docMk/>
            <pc:sldMk cId="876241306" sldId="347"/>
            <ac:spMk id="2" creationId="{E7747DF4-4375-4FEA-AD33-D3E0A18DB5F5}"/>
          </ac:spMkLst>
        </pc:spChg>
        <pc:spChg chg="mod">
          <ac:chgData name="國峰 黃" userId="07d7d89e1f669cb9" providerId="LiveId" clId="{2317824F-B36D-4B63-B144-CA71A6898041}" dt="2018-09-18T06:54:50.578" v="681" actId="6549"/>
          <ac:spMkLst>
            <pc:docMk/>
            <pc:sldMk cId="876241306" sldId="347"/>
            <ac:spMk id="4" creationId="{0627CD87-F003-4658-806F-C0DB9B7E1520}"/>
          </ac:spMkLst>
        </pc:spChg>
        <pc:picChg chg="add mod">
          <ac:chgData name="國峰 黃" userId="07d7d89e1f669cb9" providerId="LiveId" clId="{2317824F-B36D-4B63-B144-CA71A6898041}" dt="2018-09-18T06:55:08.246" v="685" actId="1076"/>
          <ac:picMkLst>
            <pc:docMk/>
            <pc:sldMk cId="876241306" sldId="347"/>
            <ac:picMk id="5" creationId="{93B877F2-0831-4E2A-98D7-077749330E8B}"/>
          </ac:picMkLst>
        </pc:picChg>
        <pc:picChg chg="del">
          <ac:chgData name="國峰 黃" userId="07d7d89e1f669cb9" providerId="LiveId" clId="{2317824F-B36D-4B63-B144-CA71A6898041}" dt="2018-09-18T06:54:51.415" v="682" actId="478"/>
          <ac:picMkLst>
            <pc:docMk/>
            <pc:sldMk cId="876241306" sldId="347"/>
            <ac:picMk id="11" creationId="{8B60C95A-F964-433F-93C8-9384E02AC4CE}"/>
          </ac:picMkLst>
        </pc:picChg>
        <pc:picChg chg="del">
          <ac:chgData name="國峰 黃" userId="07d7d89e1f669cb9" providerId="LiveId" clId="{2317824F-B36D-4B63-B144-CA71A6898041}" dt="2018-09-18T06:54:47.851" v="680" actId="478"/>
          <ac:picMkLst>
            <pc:docMk/>
            <pc:sldMk cId="876241306" sldId="347"/>
            <ac:picMk id="13" creationId="{27F7F5B9-F14C-4B47-9CDB-708B0C1369F5}"/>
          </ac:picMkLst>
        </pc:picChg>
      </pc:sldChg>
      <pc:sldChg chg="addSp delSp modSp add">
        <pc:chgData name="國峰 黃" userId="07d7d89e1f669cb9" providerId="LiveId" clId="{2317824F-B36D-4B63-B144-CA71A6898041}" dt="2018-09-18T07:07:45.191" v="701" actId="1076"/>
        <pc:sldMkLst>
          <pc:docMk/>
          <pc:sldMk cId="717601469" sldId="348"/>
        </pc:sldMkLst>
        <pc:picChg chg="del">
          <ac:chgData name="國峰 黃" userId="07d7d89e1f669cb9" providerId="LiveId" clId="{2317824F-B36D-4B63-B144-CA71A6898041}" dt="2018-09-18T07:06:47.911" v="687" actId="478"/>
          <ac:picMkLst>
            <pc:docMk/>
            <pc:sldMk cId="717601469" sldId="348"/>
            <ac:picMk id="5" creationId="{93B877F2-0831-4E2A-98D7-077749330E8B}"/>
          </ac:picMkLst>
        </pc:picChg>
        <pc:picChg chg="add mod">
          <ac:chgData name="國峰 黃" userId="07d7d89e1f669cb9" providerId="LiveId" clId="{2317824F-B36D-4B63-B144-CA71A6898041}" dt="2018-09-18T07:07:45.191" v="701" actId="1076"/>
          <ac:picMkLst>
            <pc:docMk/>
            <pc:sldMk cId="717601469" sldId="348"/>
            <ac:picMk id="6" creationId="{F1E24137-EA6A-4B07-90A5-5B38CF558D22}"/>
          </ac:picMkLst>
        </pc:picChg>
      </pc:sldChg>
      <pc:sldChg chg="addSp delSp modSp add del">
        <pc:chgData name="國峰 黃" userId="07d7d89e1f669cb9" providerId="LiveId" clId="{2317824F-B36D-4B63-B144-CA71A6898041}" dt="2018-09-18T07:14:14.346" v="720" actId="2696"/>
        <pc:sldMkLst>
          <pc:docMk/>
          <pc:sldMk cId="4010208547" sldId="349"/>
        </pc:sldMkLst>
        <pc:spChg chg="add mod">
          <ac:chgData name="國峰 黃" userId="07d7d89e1f669cb9" providerId="LiveId" clId="{2317824F-B36D-4B63-B144-CA71A6898041}" dt="2018-09-18T07:13:12.716" v="716" actId="58"/>
          <ac:spMkLst>
            <pc:docMk/>
            <pc:sldMk cId="4010208547" sldId="349"/>
            <ac:spMk id="3" creationId="{8781D360-4970-4F94-B42A-1B4B10AD245B}"/>
          </ac:spMkLst>
        </pc:spChg>
        <pc:picChg chg="del">
          <ac:chgData name="國峰 黃" userId="07d7d89e1f669cb9" providerId="LiveId" clId="{2317824F-B36D-4B63-B144-CA71A6898041}" dt="2018-09-18T07:09:28.926" v="703" actId="478"/>
          <ac:picMkLst>
            <pc:docMk/>
            <pc:sldMk cId="4010208547" sldId="349"/>
            <ac:picMk id="6" creationId="{F1E24137-EA6A-4B07-90A5-5B38CF558D22}"/>
          </ac:picMkLst>
        </pc:picChg>
        <pc:picChg chg="add mod">
          <ac:chgData name="國峰 黃" userId="07d7d89e1f669cb9" providerId="LiveId" clId="{2317824F-B36D-4B63-B144-CA71A6898041}" dt="2018-09-18T07:14:01.397" v="718" actId="1076"/>
          <ac:picMkLst>
            <pc:docMk/>
            <pc:sldMk cId="4010208547" sldId="349"/>
            <ac:picMk id="7" creationId="{D0BB446F-9E91-488F-A26A-55081787B207}"/>
          </ac:picMkLst>
        </pc:picChg>
      </pc:sldChg>
      <pc:sldChg chg="delSp modSp add">
        <pc:chgData name="國峰 黃" userId="07d7d89e1f669cb9" providerId="LiveId" clId="{2317824F-B36D-4B63-B144-CA71A6898041}" dt="2018-09-18T07:20:39.968" v="774"/>
        <pc:sldMkLst>
          <pc:docMk/>
          <pc:sldMk cId="1507165385" sldId="350"/>
        </pc:sldMkLst>
        <pc:spChg chg="mod">
          <ac:chgData name="國峰 黃" userId="07d7d89e1f669cb9" providerId="LiveId" clId="{2317824F-B36D-4B63-B144-CA71A6898041}" dt="2018-09-18T07:20:39.968" v="774"/>
          <ac:spMkLst>
            <pc:docMk/>
            <pc:sldMk cId="1507165385" sldId="350"/>
            <ac:spMk id="2" creationId="{E7747DF4-4375-4FEA-AD33-D3E0A18DB5F5}"/>
          </ac:spMkLst>
        </pc:spChg>
        <pc:spChg chg="mod">
          <ac:chgData name="國峰 黃" userId="07d7d89e1f669cb9" providerId="LiveId" clId="{2317824F-B36D-4B63-B144-CA71A6898041}" dt="2018-09-18T07:19:44.630" v="768"/>
          <ac:spMkLst>
            <pc:docMk/>
            <pc:sldMk cId="1507165385" sldId="350"/>
            <ac:spMk id="3" creationId="{8781D360-4970-4F94-B42A-1B4B10AD245B}"/>
          </ac:spMkLst>
        </pc:spChg>
        <pc:picChg chg="del">
          <ac:chgData name="國峰 黃" userId="07d7d89e1f669cb9" providerId="LiveId" clId="{2317824F-B36D-4B63-B144-CA71A6898041}" dt="2018-09-18T07:17:53.003" v="729" actId="478"/>
          <ac:picMkLst>
            <pc:docMk/>
            <pc:sldMk cId="1507165385" sldId="350"/>
            <ac:picMk id="7" creationId="{D0BB446F-9E91-488F-A26A-55081787B207}"/>
          </ac:picMkLst>
        </pc:picChg>
      </pc:sldChg>
      <pc:sldChg chg="modSp add">
        <pc:chgData name="國峰 黃" userId="07d7d89e1f669cb9" providerId="LiveId" clId="{2317824F-B36D-4B63-B144-CA71A6898041}" dt="2018-09-18T07:23:18.554" v="820" actId="20577"/>
        <pc:sldMkLst>
          <pc:docMk/>
          <pc:sldMk cId="3441349344" sldId="351"/>
        </pc:sldMkLst>
        <pc:spChg chg="mod">
          <ac:chgData name="國峰 黃" userId="07d7d89e1f669cb9" providerId="LiveId" clId="{2317824F-B36D-4B63-B144-CA71A6898041}" dt="2018-09-18T07:21:11.565" v="787" actId="20577"/>
          <ac:spMkLst>
            <pc:docMk/>
            <pc:sldMk cId="3441349344" sldId="351"/>
            <ac:spMk id="2" creationId="{E7747DF4-4375-4FEA-AD33-D3E0A18DB5F5}"/>
          </ac:spMkLst>
        </pc:spChg>
        <pc:spChg chg="mod">
          <ac:chgData name="國峰 黃" userId="07d7d89e1f669cb9" providerId="LiveId" clId="{2317824F-B36D-4B63-B144-CA71A6898041}" dt="2018-09-18T07:23:18.554" v="820" actId="20577"/>
          <ac:spMkLst>
            <pc:docMk/>
            <pc:sldMk cId="3441349344" sldId="351"/>
            <ac:spMk id="3" creationId="{8781D360-4970-4F94-B42A-1B4B10AD245B}"/>
          </ac:spMkLst>
        </pc:spChg>
      </pc:sldChg>
      <pc:sldChg chg="addSp modSp add">
        <pc:chgData name="國峰 黃" userId="07d7d89e1f669cb9" providerId="LiveId" clId="{2317824F-B36D-4B63-B144-CA71A6898041}" dt="2018-09-18T07:26:18.575" v="831" actId="1076"/>
        <pc:sldMkLst>
          <pc:docMk/>
          <pc:sldMk cId="2574434222" sldId="352"/>
        </pc:sldMkLst>
        <pc:spChg chg="mod">
          <ac:chgData name="國峰 黃" userId="07d7d89e1f669cb9" providerId="LiveId" clId="{2317824F-B36D-4B63-B144-CA71A6898041}" dt="2018-09-18T07:24:46.785" v="829" actId="20577"/>
          <ac:spMkLst>
            <pc:docMk/>
            <pc:sldMk cId="2574434222" sldId="352"/>
            <ac:spMk id="3" creationId="{8781D360-4970-4F94-B42A-1B4B10AD245B}"/>
          </ac:spMkLst>
        </pc:spChg>
        <pc:picChg chg="add mod">
          <ac:chgData name="國峰 黃" userId="07d7d89e1f669cb9" providerId="LiveId" clId="{2317824F-B36D-4B63-B144-CA71A6898041}" dt="2018-09-18T07:26:18.575" v="831" actId="1076"/>
          <ac:picMkLst>
            <pc:docMk/>
            <pc:sldMk cId="2574434222" sldId="352"/>
            <ac:picMk id="6" creationId="{6AC798A8-BA08-4925-944C-3E6DAA58ED4F}"/>
          </ac:picMkLst>
        </pc:picChg>
      </pc:sldChg>
      <pc:sldChg chg="addSp delSp modSp add">
        <pc:chgData name="國峰 黃" userId="07d7d89e1f669cb9" providerId="LiveId" clId="{2317824F-B36D-4B63-B144-CA71A6898041}" dt="2018-09-18T07:48:10.120" v="874" actId="14100"/>
        <pc:sldMkLst>
          <pc:docMk/>
          <pc:sldMk cId="3631355085" sldId="353"/>
        </pc:sldMkLst>
        <pc:spChg chg="mod">
          <ac:chgData name="國峰 黃" userId="07d7d89e1f669cb9" providerId="LiveId" clId="{2317824F-B36D-4B63-B144-CA71A6898041}" dt="2018-09-18T07:45:44.139" v="862" actId="20577"/>
          <ac:spMkLst>
            <pc:docMk/>
            <pc:sldMk cId="3631355085" sldId="353"/>
            <ac:spMk id="2" creationId="{E7747DF4-4375-4FEA-AD33-D3E0A18DB5F5}"/>
          </ac:spMkLst>
        </pc:spChg>
        <pc:spChg chg="mod">
          <ac:chgData name="國峰 黃" userId="07d7d89e1f669cb9" providerId="LiveId" clId="{2317824F-B36D-4B63-B144-CA71A6898041}" dt="2018-09-18T07:40:43.463" v="835" actId="20577"/>
          <ac:spMkLst>
            <pc:docMk/>
            <pc:sldMk cId="3631355085" sldId="353"/>
            <ac:spMk id="3" creationId="{8781D360-4970-4F94-B42A-1B4B10AD245B}"/>
          </ac:spMkLst>
        </pc:spChg>
        <pc:picChg chg="del">
          <ac:chgData name="國峰 黃" userId="07d7d89e1f669cb9" providerId="LiveId" clId="{2317824F-B36D-4B63-B144-CA71A6898041}" dt="2018-09-18T07:40:41.881" v="834" actId="478"/>
          <ac:picMkLst>
            <pc:docMk/>
            <pc:sldMk cId="3631355085" sldId="353"/>
            <ac:picMk id="6" creationId="{6AC798A8-BA08-4925-944C-3E6DAA58ED4F}"/>
          </ac:picMkLst>
        </pc:picChg>
        <pc:picChg chg="add del mod">
          <ac:chgData name="國峰 黃" userId="07d7d89e1f669cb9" providerId="LiveId" clId="{2317824F-B36D-4B63-B144-CA71A6898041}" dt="2018-09-18T07:43:29.707" v="843" actId="478"/>
          <ac:picMkLst>
            <pc:docMk/>
            <pc:sldMk cId="3631355085" sldId="353"/>
            <ac:picMk id="7" creationId="{6BB8AA20-AD10-4114-A06A-DD3E054301D0}"/>
          </ac:picMkLst>
        </pc:picChg>
        <pc:picChg chg="add del mod">
          <ac:chgData name="國峰 黃" userId="07d7d89e1f669cb9" providerId="LiveId" clId="{2317824F-B36D-4B63-B144-CA71A6898041}" dt="2018-09-18T07:48:01.050" v="872" actId="478"/>
          <ac:picMkLst>
            <pc:docMk/>
            <pc:sldMk cId="3631355085" sldId="353"/>
            <ac:picMk id="9" creationId="{D832329A-5A89-401B-A090-ED36CA7B990D}"/>
          </ac:picMkLst>
        </pc:picChg>
        <pc:picChg chg="add mod">
          <ac:chgData name="國峰 黃" userId="07d7d89e1f669cb9" providerId="LiveId" clId="{2317824F-B36D-4B63-B144-CA71A6898041}" dt="2018-09-18T07:48:10.120" v="874" actId="14100"/>
          <ac:picMkLst>
            <pc:docMk/>
            <pc:sldMk cId="3631355085" sldId="353"/>
            <ac:picMk id="11" creationId="{B2662DE8-73CC-49D3-9995-41F0AFEA7C41}"/>
          </ac:picMkLst>
        </pc:picChg>
      </pc:sldChg>
      <pc:sldChg chg="addSp delSp modSp add">
        <pc:chgData name="國峰 黃" userId="07d7d89e1f669cb9" providerId="LiveId" clId="{2317824F-B36D-4B63-B144-CA71A6898041}" dt="2018-09-18T07:48:18.888" v="877" actId="14100"/>
        <pc:sldMkLst>
          <pc:docMk/>
          <pc:sldMk cId="1432552150" sldId="354"/>
        </pc:sldMkLst>
        <pc:spChg chg="mod">
          <ac:chgData name="國峰 黃" userId="07d7d89e1f669cb9" providerId="LiveId" clId="{2317824F-B36D-4B63-B144-CA71A6898041}" dt="2018-09-18T07:45:50.040" v="865"/>
          <ac:spMkLst>
            <pc:docMk/>
            <pc:sldMk cId="1432552150" sldId="354"/>
            <ac:spMk id="2" creationId="{E7747DF4-4375-4FEA-AD33-D3E0A18DB5F5}"/>
          </ac:spMkLst>
        </pc:spChg>
        <pc:picChg chg="add del mod">
          <ac:chgData name="國峰 黃" userId="07d7d89e1f669cb9" providerId="LiveId" clId="{2317824F-B36D-4B63-B144-CA71A6898041}" dt="2018-09-18T07:48:12.565" v="875" actId="478"/>
          <ac:picMkLst>
            <pc:docMk/>
            <pc:sldMk cId="1432552150" sldId="354"/>
            <ac:picMk id="6" creationId="{5C2DAB72-75A7-4BF3-8BD9-5B7D55A94DB5}"/>
          </ac:picMkLst>
        </pc:picChg>
        <pc:picChg chg="add mod">
          <ac:chgData name="國峰 黃" userId="07d7d89e1f669cb9" providerId="LiveId" clId="{2317824F-B36D-4B63-B144-CA71A6898041}" dt="2018-09-18T07:48:18.888" v="877" actId="14100"/>
          <ac:picMkLst>
            <pc:docMk/>
            <pc:sldMk cId="1432552150" sldId="354"/>
            <ac:picMk id="8" creationId="{7416580F-4F3A-4620-BB61-22F1EF545619}"/>
          </ac:picMkLst>
        </pc:picChg>
        <pc:picChg chg="del">
          <ac:chgData name="國峰 黃" userId="07d7d89e1f669cb9" providerId="LiveId" clId="{2317824F-B36D-4B63-B144-CA71A6898041}" dt="2018-09-18T07:43:48.447" v="847" actId="478"/>
          <ac:picMkLst>
            <pc:docMk/>
            <pc:sldMk cId="1432552150" sldId="354"/>
            <ac:picMk id="9" creationId="{D832329A-5A89-401B-A090-ED36CA7B990D}"/>
          </ac:picMkLst>
        </pc:picChg>
      </pc:sldChg>
      <pc:sldChg chg="addSp delSp modSp add">
        <pc:chgData name="國峰 黃" userId="07d7d89e1f669cb9" providerId="LiveId" clId="{2317824F-B36D-4B63-B144-CA71A6898041}" dt="2018-09-18T07:50:51.696" v="887" actId="14100"/>
        <pc:sldMkLst>
          <pc:docMk/>
          <pc:sldMk cId="1028909978" sldId="355"/>
        </pc:sldMkLst>
        <pc:spChg chg="mod">
          <ac:chgData name="國峰 黃" userId="07d7d89e1f669cb9" providerId="LiveId" clId="{2317824F-B36D-4B63-B144-CA71A6898041}" dt="2018-09-18T07:49:34.684" v="881" actId="20577"/>
          <ac:spMkLst>
            <pc:docMk/>
            <pc:sldMk cId="1028909978" sldId="355"/>
            <ac:spMk id="2" creationId="{E7747DF4-4375-4FEA-AD33-D3E0A18DB5F5}"/>
          </ac:spMkLst>
        </pc:spChg>
        <pc:picChg chg="add del mod">
          <ac:chgData name="國峰 黃" userId="07d7d89e1f669cb9" providerId="LiveId" clId="{2317824F-B36D-4B63-B144-CA71A6898041}" dt="2018-09-18T07:49:36.407" v="882" actId="478"/>
          <ac:picMkLst>
            <pc:docMk/>
            <pc:sldMk cId="1028909978" sldId="355"/>
            <ac:picMk id="6" creationId="{30719104-1DC7-4BE8-87C4-2467C89212DD}"/>
          </ac:picMkLst>
        </pc:picChg>
        <pc:picChg chg="add del">
          <ac:chgData name="國峰 黃" userId="07d7d89e1f669cb9" providerId="LiveId" clId="{2317824F-B36D-4B63-B144-CA71A6898041}" dt="2018-09-18T07:50:15.452" v="885"/>
          <ac:picMkLst>
            <pc:docMk/>
            <pc:sldMk cId="1028909978" sldId="355"/>
            <ac:picMk id="7" creationId="{9C817610-162A-4264-999D-5C1247526209}"/>
          </ac:picMkLst>
        </pc:picChg>
        <pc:picChg chg="del">
          <ac:chgData name="國峰 黃" userId="07d7d89e1f669cb9" providerId="LiveId" clId="{2317824F-B36D-4B63-B144-CA71A6898041}" dt="2018-09-18T07:43:55.032" v="849" actId="478"/>
          <ac:picMkLst>
            <pc:docMk/>
            <pc:sldMk cId="1028909978" sldId="355"/>
            <ac:picMk id="9" creationId="{D832329A-5A89-401B-A090-ED36CA7B990D}"/>
          </ac:picMkLst>
        </pc:picChg>
        <pc:picChg chg="add mod">
          <ac:chgData name="國峰 黃" userId="07d7d89e1f669cb9" providerId="LiveId" clId="{2317824F-B36D-4B63-B144-CA71A6898041}" dt="2018-09-18T07:50:51.696" v="887" actId="14100"/>
          <ac:picMkLst>
            <pc:docMk/>
            <pc:sldMk cId="1028909978" sldId="355"/>
            <ac:picMk id="10" creationId="{3FDC5263-FBCF-4C48-BF58-1735A33DF2CC}"/>
          </ac:picMkLst>
        </pc:picChg>
      </pc:sldChg>
      <pc:sldChg chg="modSp add del">
        <pc:chgData name="國峰 黃" userId="07d7d89e1f669cb9" providerId="LiveId" clId="{2317824F-B36D-4B63-B144-CA71A6898041}" dt="2018-09-18T07:49:37.201" v="883" actId="2696"/>
        <pc:sldMkLst>
          <pc:docMk/>
          <pc:sldMk cId="375026429" sldId="356"/>
        </pc:sldMkLst>
        <pc:spChg chg="mod">
          <ac:chgData name="國峰 黃" userId="07d7d89e1f669cb9" providerId="LiveId" clId="{2317824F-B36D-4B63-B144-CA71A6898041}" dt="2018-09-18T07:46:02.120" v="871" actId="20577"/>
          <ac:spMkLst>
            <pc:docMk/>
            <pc:sldMk cId="375026429" sldId="356"/>
            <ac:spMk id="2" creationId="{E7747DF4-4375-4FEA-AD33-D3E0A18DB5F5}"/>
          </ac:spMkLst>
        </pc:spChg>
      </pc:sldChg>
      <pc:sldChg chg="addSp delSp modSp add">
        <pc:chgData name="國峰 黃" userId="07d7d89e1f669cb9" providerId="LiveId" clId="{2317824F-B36D-4B63-B144-CA71A6898041}" dt="2018-09-18T07:52:43.017" v="893" actId="1076"/>
        <pc:sldMkLst>
          <pc:docMk/>
          <pc:sldMk cId="391714506" sldId="356"/>
        </pc:sldMkLst>
        <pc:spChg chg="mod">
          <ac:chgData name="國峰 黃" userId="07d7d89e1f669cb9" providerId="LiveId" clId="{2317824F-B36D-4B63-B144-CA71A6898041}" dt="2018-09-18T07:51:54.806" v="890" actId="20577"/>
          <ac:spMkLst>
            <pc:docMk/>
            <pc:sldMk cId="391714506" sldId="356"/>
            <ac:spMk id="2" creationId="{E7747DF4-4375-4FEA-AD33-D3E0A18DB5F5}"/>
          </ac:spMkLst>
        </pc:spChg>
        <pc:picChg chg="add mod">
          <ac:chgData name="國峰 黃" userId="07d7d89e1f669cb9" providerId="LiveId" clId="{2317824F-B36D-4B63-B144-CA71A6898041}" dt="2018-09-18T07:52:43.017" v="893" actId="1076"/>
          <ac:picMkLst>
            <pc:docMk/>
            <pc:sldMk cId="391714506" sldId="356"/>
            <ac:picMk id="6" creationId="{3B0C53E2-ABA0-4695-BB66-0F20CED24247}"/>
          </ac:picMkLst>
        </pc:picChg>
        <pc:picChg chg="del">
          <ac:chgData name="國峰 黃" userId="07d7d89e1f669cb9" providerId="LiveId" clId="{2317824F-B36D-4B63-B144-CA71A6898041}" dt="2018-09-18T07:51:57.359" v="891" actId="478"/>
          <ac:picMkLst>
            <pc:docMk/>
            <pc:sldMk cId="391714506" sldId="356"/>
            <ac:picMk id="10" creationId="{3FDC5263-FBCF-4C48-BF58-1735A33DF2CC}"/>
          </ac:picMkLst>
        </pc:picChg>
      </pc:sldChg>
      <pc:sldChg chg="addSp delSp modSp add">
        <pc:chgData name="國峰 黃" userId="07d7d89e1f669cb9" providerId="LiveId" clId="{2317824F-B36D-4B63-B144-CA71A6898041}" dt="2018-09-18T09:05:05.492" v="901" actId="14100"/>
        <pc:sldMkLst>
          <pc:docMk/>
          <pc:sldMk cId="4013239084" sldId="357"/>
        </pc:sldMkLst>
        <pc:spChg chg="mod">
          <ac:chgData name="國峰 黃" userId="07d7d89e1f669cb9" providerId="LiveId" clId="{2317824F-B36D-4B63-B144-CA71A6898041}" dt="2018-09-18T07:53:55.765" v="896" actId="20577"/>
          <ac:spMkLst>
            <pc:docMk/>
            <pc:sldMk cId="4013239084" sldId="357"/>
            <ac:spMk id="2" creationId="{E7747DF4-4375-4FEA-AD33-D3E0A18DB5F5}"/>
          </ac:spMkLst>
        </pc:spChg>
        <pc:picChg chg="del">
          <ac:chgData name="國峰 黃" userId="07d7d89e1f669cb9" providerId="LiveId" clId="{2317824F-B36D-4B63-B144-CA71A6898041}" dt="2018-09-18T08:03:00.720" v="897" actId="478"/>
          <ac:picMkLst>
            <pc:docMk/>
            <pc:sldMk cId="4013239084" sldId="357"/>
            <ac:picMk id="6" creationId="{3B0C53E2-ABA0-4695-BB66-0F20CED24247}"/>
          </ac:picMkLst>
        </pc:picChg>
        <pc:picChg chg="add mod">
          <ac:chgData name="國峰 黃" userId="07d7d89e1f669cb9" providerId="LiveId" clId="{2317824F-B36D-4B63-B144-CA71A6898041}" dt="2018-09-18T09:05:05.492" v="901" actId="14100"/>
          <ac:picMkLst>
            <pc:docMk/>
            <pc:sldMk cId="4013239084" sldId="357"/>
            <ac:picMk id="7" creationId="{597E8817-D0BB-4E4F-BF01-A510177BDAB1}"/>
          </ac:picMkLst>
        </pc:picChg>
      </pc:sldChg>
    </pc:docChg>
  </pc:docChgLst>
  <pc:docChgLst>
    <pc:chgData name="國峰 黃" userId="07d7d89e1f669cb9" providerId="LiveId" clId="{63381159-AF27-4007-98E4-C86A851EF65F}"/>
  </pc:docChgLst>
  <pc:docChgLst>
    <pc:chgData userId="07d7d89e1f669cb9" providerId="LiveId" clId="{30E17E0D-8901-4D2A-98BE-E37AEFA1001D}"/>
  </pc:docChgLst>
  <pc:docChgLst>
    <pc:chgData name="黃國峰" userId="07d7d89e1f669cb9" providerId="LiveId" clId="{9BB67EFE-CA73-4D31-92CA-DFD98D1BF03B}"/>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75517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97101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417644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86076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16664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2773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58612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234302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53100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12781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2018/9/18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507516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12AB2-5A3A-4BEC-B8CF-6ED0EDD219CF}" type="datetimeFigureOut">
              <a:rPr lang="zh-TW" altLang="en-US" smtClean="0"/>
              <a:t>2018/9/18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3719006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822F15-00D1-4FDE-A019-FC933C4E2549}"/>
              </a:ext>
            </a:extLst>
          </p:cNvPr>
          <p:cNvSpPr>
            <a:spLocks noGrp="1"/>
          </p:cNvSpPr>
          <p:nvPr>
            <p:ph type="ctrTitle"/>
          </p:nvPr>
        </p:nvSpPr>
        <p:spPr>
          <a:xfrm>
            <a:off x="0" y="1122363"/>
            <a:ext cx="9144000" cy="2387600"/>
          </a:xfrm>
        </p:spPr>
        <p:txBody>
          <a:bodyPr>
            <a:normAutofit fontScale="90000"/>
          </a:bodyPr>
          <a:lstStyle/>
          <a:p>
            <a:r>
              <a:rPr lang="en-US" altLang="zh-TW" dirty="0"/>
              <a:t>Hybrid techniques based on solving reduced problem instances for a longest common subsequence problem</a:t>
            </a:r>
            <a:endParaRPr lang="zh-TW" altLang="en-US" sz="5400" dirty="0"/>
          </a:p>
        </p:txBody>
      </p:sp>
      <p:sp>
        <p:nvSpPr>
          <p:cNvPr id="3" name="副標題 2">
            <a:extLst>
              <a:ext uri="{FF2B5EF4-FFF2-40B4-BE49-F238E27FC236}">
                <a16:creationId xmlns:a16="http://schemas.microsoft.com/office/drawing/2014/main" id="{7ABD29E4-B887-45D9-9793-DA3B272D07C3}"/>
              </a:ext>
            </a:extLst>
          </p:cNvPr>
          <p:cNvSpPr>
            <a:spLocks noGrp="1"/>
          </p:cNvSpPr>
          <p:nvPr>
            <p:ph type="subTitle" idx="1"/>
          </p:nvPr>
        </p:nvSpPr>
        <p:spPr>
          <a:xfrm>
            <a:off x="67112" y="3602038"/>
            <a:ext cx="9076887" cy="1655762"/>
          </a:xfrm>
        </p:spPr>
        <p:txBody>
          <a:bodyPr>
            <a:normAutofit/>
          </a:bodyPr>
          <a:lstStyle/>
          <a:p>
            <a:endParaRPr lang="en-US" altLang="zh-TW" dirty="0"/>
          </a:p>
          <a:p>
            <a:r>
              <a:rPr lang="en-US" altLang="zh-TW" dirty="0"/>
              <a:t>Christian Blum, Maria J. </a:t>
            </a:r>
            <a:r>
              <a:rPr lang="en-US" altLang="zh-TW" dirty="0" err="1"/>
              <a:t>Blesa</a:t>
            </a:r>
            <a:endParaRPr lang="en-US" altLang="zh-TW" dirty="0"/>
          </a:p>
          <a:p>
            <a:r>
              <a:rPr lang="en-US" altLang="zh-TW" dirty="0"/>
              <a:t>    Applied Soft Computing 62 (2018) pp. 15–28</a:t>
            </a:r>
            <a:endParaRPr lang="zh-TW" altLang="en-US" dirty="0"/>
          </a:p>
        </p:txBody>
      </p:sp>
      <p:sp>
        <p:nvSpPr>
          <p:cNvPr id="4" name="文字方塊 3">
            <a:extLst>
              <a:ext uri="{FF2B5EF4-FFF2-40B4-BE49-F238E27FC236}">
                <a16:creationId xmlns:a16="http://schemas.microsoft.com/office/drawing/2014/main" id="{DBCD3618-401B-49E4-9C85-373848D9AA50}"/>
              </a:ext>
            </a:extLst>
          </p:cNvPr>
          <p:cNvSpPr txBox="1"/>
          <p:nvPr/>
        </p:nvSpPr>
        <p:spPr>
          <a:xfrm>
            <a:off x="6781803" y="5288856"/>
            <a:ext cx="2105256" cy="715581"/>
          </a:xfrm>
          <a:prstGeom prst="rect">
            <a:avLst/>
          </a:prstGeom>
          <a:noFill/>
        </p:spPr>
        <p:txBody>
          <a:bodyPr wrap="none" rtlCol="0">
            <a:spAutoFit/>
          </a:bodyPr>
          <a:lstStyle/>
          <a:p>
            <a:r>
              <a:rPr lang="en-US" altLang="zh-TW" sz="1350" dirty="0"/>
              <a:t>Presenter: Kuo-Feng Huang</a:t>
            </a:r>
          </a:p>
          <a:p>
            <a:r>
              <a:rPr lang="en-US" altLang="zh-TW" sz="1350" dirty="0"/>
              <a:t>Date:</a:t>
            </a:r>
            <a:r>
              <a:rPr lang="zh-TW" altLang="en-US" sz="1350" dirty="0"/>
              <a:t> </a:t>
            </a:r>
            <a:r>
              <a:rPr lang="en-US" altLang="zh-TW" sz="1350" dirty="0"/>
              <a:t>2018/09/18</a:t>
            </a:r>
          </a:p>
          <a:p>
            <a:endParaRPr lang="en-US" altLang="zh-TW" sz="1350" dirty="0"/>
          </a:p>
        </p:txBody>
      </p:sp>
    </p:spTree>
    <p:extLst>
      <p:ext uri="{BB962C8B-B14F-4D97-AF65-F5344CB8AC3E}">
        <p14:creationId xmlns:p14="http://schemas.microsoft.com/office/powerpoint/2010/main" val="367677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1FADCC-098F-42B3-A516-7A8E8C1A4646}"/>
              </a:ext>
            </a:extLst>
          </p:cNvPr>
          <p:cNvSpPr>
            <a:spLocks noGrp="1"/>
          </p:cNvSpPr>
          <p:nvPr>
            <p:ph type="title"/>
          </p:nvPr>
        </p:nvSpPr>
        <p:spPr/>
        <p:txBody>
          <a:bodyPr/>
          <a:lstStyle/>
          <a:p>
            <a:r>
              <a:rPr lang="en-US" altLang="zh-TW" dirty="0"/>
              <a:t>Abstract (1/2)</a:t>
            </a:r>
            <a:endParaRPr lang="zh-TW" altLang="en-US" dirty="0"/>
          </a:p>
        </p:txBody>
      </p:sp>
      <p:sp>
        <p:nvSpPr>
          <p:cNvPr id="3" name="內容版面配置區 2">
            <a:extLst>
              <a:ext uri="{FF2B5EF4-FFF2-40B4-BE49-F238E27FC236}">
                <a16:creationId xmlns:a16="http://schemas.microsoft.com/office/drawing/2014/main" id="{7DB8E5E2-9D37-4095-8A46-00A68D1D282E}"/>
              </a:ext>
            </a:extLst>
          </p:cNvPr>
          <p:cNvSpPr>
            <a:spLocks noGrp="1"/>
          </p:cNvSpPr>
          <p:nvPr>
            <p:ph idx="1"/>
          </p:nvPr>
        </p:nvSpPr>
        <p:spPr>
          <a:xfrm>
            <a:off x="628650" y="1825625"/>
            <a:ext cx="7886700" cy="4351338"/>
          </a:xfrm>
        </p:spPr>
        <p:txBody>
          <a:bodyPr>
            <a:noAutofit/>
          </a:bodyPr>
          <a:lstStyle/>
          <a:p>
            <a:pPr marL="0" indent="0">
              <a:buNone/>
            </a:pPr>
            <a:r>
              <a:rPr lang="en-US" altLang="zh-TW" dirty="0"/>
              <a:t>Finding the longest common subsequence of a given set of input strings is a relevant problem arising in various practical settings. One of these problems is the so-called longest arc-preserving common subsequence problem. This NP-hard combinatorial optimization problem was introduced for the comparison of arc-annotated ribonucleic acid (RNA) sequences. In this work we present an integer linear programming (ILP) formulation of the problem. As even in the context of rather small problem instances the application of a general purpose ILP solver is not viable due to the size of the model, </a:t>
            </a:r>
          </a:p>
        </p:txBody>
      </p:sp>
    </p:spTree>
    <p:extLst>
      <p:ext uri="{BB962C8B-B14F-4D97-AF65-F5344CB8AC3E}">
        <p14:creationId xmlns:p14="http://schemas.microsoft.com/office/powerpoint/2010/main" val="2726883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1FADCC-098F-42B3-A516-7A8E8C1A4646}"/>
              </a:ext>
            </a:extLst>
          </p:cNvPr>
          <p:cNvSpPr>
            <a:spLocks noGrp="1"/>
          </p:cNvSpPr>
          <p:nvPr>
            <p:ph type="title"/>
          </p:nvPr>
        </p:nvSpPr>
        <p:spPr/>
        <p:txBody>
          <a:bodyPr/>
          <a:lstStyle/>
          <a:p>
            <a:r>
              <a:rPr lang="en-US" altLang="zh-TW" dirty="0"/>
              <a:t>Abstract (2/2)</a:t>
            </a:r>
            <a:endParaRPr lang="zh-TW" altLang="en-US" dirty="0"/>
          </a:p>
        </p:txBody>
      </p:sp>
      <p:sp>
        <p:nvSpPr>
          <p:cNvPr id="3" name="內容版面配置區 2">
            <a:extLst>
              <a:ext uri="{FF2B5EF4-FFF2-40B4-BE49-F238E27FC236}">
                <a16:creationId xmlns:a16="http://schemas.microsoft.com/office/drawing/2014/main" id="{7DB8E5E2-9D37-4095-8A46-00A68D1D282E}"/>
              </a:ext>
            </a:extLst>
          </p:cNvPr>
          <p:cNvSpPr>
            <a:spLocks noGrp="1"/>
          </p:cNvSpPr>
          <p:nvPr>
            <p:ph idx="1"/>
          </p:nvPr>
        </p:nvSpPr>
        <p:spPr>
          <a:xfrm>
            <a:off x="628650" y="1825625"/>
            <a:ext cx="7886700" cy="4351338"/>
          </a:xfrm>
        </p:spPr>
        <p:txBody>
          <a:bodyPr>
            <a:noAutofit/>
          </a:bodyPr>
          <a:lstStyle/>
          <a:p>
            <a:pPr marL="0" indent="0">
              <a:buNone/>
            </a:pPr>
            <a:r>
              <a:rPr lang="en-US" altLang="zh-TW" dirty="0"/>
              <a:t>we study alternative ways based on model reduction in order to take profit from this ILP model. First, we present a heuristic way for reducing the model, with the subsequent application of an ILP solver. Second, we propose the application of an iterative hybrid algorithm that makes use of an ILP solver for generating high quality solutions at each iteration. Experimental results concerning artificial and real problem instances show that the proposed techniques outperform an available technique from the literature.</a:t>
            </a:r>
          </a:p>
        </p:txBody>
      </p:sp>
    </p:spTree>
    <p:extLst>
      <p:ext uri="{BB962C8B-B14F-4D97-AF65-F5344CB8AC3E}">
        <p14:creationId xmlns:p14="http://schemas.microsoft.com/office/powerpoint/2010/main" val="1356823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fontScale="90000"/>
          </a:bodyPr>
          <a:lstStyle/>
          <a:p>
            <a:r>
              <a:rPr lang="en-US" altLang="zh-TW" dirty="0"/>
              <a:t>The longest arc-preserving common subsequence (LAPCS) problem</a:t>
            </a:r>
            <a:endParaRPr lang="zh-TW" altLang="en-US" dirty="0"/>
          </a:p>
        </p:txBody>
      </p:sp>
      <p:pic>
        <p:nvPicPr>
          <p:cNvPr id="5" name="內容版面配置區 4">
            <a:extLst>
              <a:ext uri="{FF2B5EF4-FFF2-40B4-BE49-F238E27FC236}">
                <a16:creationId xmlns:a16="http://schemas.microsoft.com/office/drawing/2014/main" id="{9A88F7FA-EE34-4AD8-92B7-F465D22AC4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3149" y="1817994"/>
            <a:ext cx="7886700" cy="2928820"/>
          </a:xfrm>
        </p:spPr>
      </p:pic>
      <p:sp>
        <p:nvSpPr>
          <p:cNvPr id="7" name="矩形 6">
            <a:extLst>
              <a:ext uri="{FF2B5EF4-FFF2-40B4-BE49-F238E27FC236}">
                <a16:creationId xmlns:a16="http://schemas.microsoft.com/office/drawing/2014/main" id="{99086DC2-F8C8-4EA5-B068-5864D10D2125}"/>
              </a:ext>
            </a:extLst>
          </p:cNvPr>
          <p:cNvSpPr/>
          <p:nvPr/>
        </p:nvSpPr>
        <p:spPr>
          <a:xfrm>
            <a:off x="1442906" y="4395831"/>
            <a:ext cx="75501" cy="2852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2926D08C-BA85-41E6-B116-353ACFCCED33}"/>
              </a:ext>
            </a:extLst>
          </p:cNvPr>
          <p:cNvSpPr/>
          <p:nvPr/>
        </p:nvSpPr>
        <p:spPr>
          <a:xfrm>
            <a:off x="3088547" y="4395831"/>
            <a:ext cx="75501" cy="2852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93855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fontScale="90000"/>
          </a:bodyPr>
          <a:lstStyle/>
          <a:p>
            <a:r>
              <a:rPr lang="en-US" altLang="zh-TW" dirty="0"/>
              <a:t>The longest arc-preserving common subsequence (LAPCS) problem</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5"/>
            <a:ext cx="7886700" cy="4351338"/>
          </a:xfrm>
        </p:spPr>
        <p:txBody>
          <a:bodyPr/>
          <a:lstStyle/>
          <a:p>
            <a:r>
              <a:rPr lang="en-US" altLang="zh-TW" dirty="0"/>
              <a:t>X: GCUAAG</a:t>
            </a:r>
          </a:p>
          <a:p>
            <a:r>
              <a:rPr lang="en-US" altLang="zh-TW" dirty="0"/>
              <a:t>Y: CGUAAG</a:t>
            </a:r>
          </a:p>
          <a:p>
            <a:r>
              <a:rPr lang="en-US" altLang="zh-TW" dirty="0"/>
              <a:t>LCS: GUAAG or CUAAG</a:t>
            </a:r>
          </a:p>
          <a:p>
            <a:r>
              <a:rPr lang="en-US" altLang="zh-TW" dirty="0"/>
              <a:t>LAPCS: GUAAG  </a:t>
            </a:r>
          </a:p>
          <a:p>
            <a:r>
              <a:rPr lang="en-US" altLang="zh-TW" dirty="0"/>
              <a:t>a</a:t>
            </a:r>
            <a:r>
              <a:rPr lang="en-US" altLang="zh-TW" baseline="-25000" dirty="0"/>
              <a:t>0,1</a:t>
            </a:r>
            <a:r>
              <a:rPr lang="en-US" altLang="zh-TW" dirty="0"/>
              <a:t> a</a:t>
            </a:r>
            <a:r>
              <a:rPr lang="en-US" altLang="zh-TW" baseline="-25000" dirty="0"/>
              <a:t>2,2</a:t>
            </a:r>
            <a:r>
              <a:rPr lang="en-US" altLang="zh-TW" dirty="0"/>
              <a:t> a</a:t>
            </a:r>
            <a:r>
              <a:rPr lang="en-US" altLang="zh-TW" baseline="-25000" dirty="0"/>
              <a:t>3,3</a:t>
            </a:r>
            <a:r>
              <a:rPr lang="en-US" altLang="zh-TW" dirty="0"/>
              <a:t> a</a:t>
            </a:r>
            <a:r>
              <a:rPr lang="en-US" altLang="zh-TW" baseline="-25000" dirty="0"/>
              <a:t>4,4</a:t>
            </a:r>
            <a:r>
              <a:rPr lang="en-US" altLang="zh-TW" dirty="0"/>
              <a:t> a</a:t>
            </a:r>
            <a:r>
              <a:rPr lang="en-US" altLang="zh-TW" baseline="-25000" dirty="0"/>
              <a:t>5,5</a:t>
            </a:r>
          </a:p>
          <a:p>
            <a:r>
              <a:rPr lang="en-US" altLang="zh-TW" dirty="0"/>
              <a:t>(2,3)</a:t>
            </a:r>
            <a:r>
              <a:rPr lang="zh-TW" altLang="en-US" dirty="0"/>
              <a:t> ∈ </a:t>
            </a:r>
            <a:r>
              <a:rPr lang="en-US" altLang="zh-TW" dirty="0"/>
              <a:t>P</a:t>
            </a:r>
            <a:r>
              <a:rPr lang="en-US" altLang="zh-TW" baseline="-25000" dirty="0"/>
              <a:t>x </a:t>
            </a:r>
            <a:r>
              <a:rPr lang="en-US" altLang="zh-TW" dirty="0"/>
              <a:t>(2,3)</a:t>
            </a:r>
            <a:r>
              <a:rPr lang="zh-TW" altLang="en-US" dirty="0"/>
              <a:t> ∈ </a:t>
            </a:r>
            <a:r>
              <a:rPr lang="en-US" altLang="zh-TW" dirty="0"/>
              <a:t>P</a:t>
            </a:r>
            <a:r>
              <a:rPr lang="en-US" altLang="zh-TW" baseline="-25000" dirty="0"/>
              <a:t>x </a:t>
            </a:r>
          </a:p>
          <a:p>
            <a:endParaRPr lang="en-US" altLang="zh-TW" dirty="0"/>
          </a:p>
          <a:p>
            <a:endParaRPr lang="en-US" altLang="zh-TW" dirty="0"/>
          </a:p>
          <a:p>
            <a:endParaRPr lang="en-US" altLang="zh-TW" dirty="0"/>
          </a:p>
          <a:p>
            <a:endParaRPr lang="zh-TW" altLang="en-US" dirty="0"/>
          </a:p>
        </p:txBody>
      </p:sp>
      <p:sp>
        <p:nvSpPr>
          <p:cNvPr id="8" name="弧形 7">
            <a:extLst>
              <a:ext uri="{FF2B5EF4-FFF2-40B4-BE49-F238E27FC236}">
                <a16:creationId xmlns:a16="http://schemas.microsoft.com/office/drawing/2014/main" id="{F6FB5659-D818-4D67-BFFE-5E5309CB65FB}"/>
              </a:ext>
            </a:extLst>
          </p:cNvPr>
          <p:cNvSpPr/>
          <p:nvPr/>
        </p:nvSpPr>
        <p:spPr>
          <a:xfrm flipV="1">
            <a:off x="1308683" y="2625752"/>
            <a:ext cx="318783" cy="159391"/>
          </a:xfrm>
          <a:prstGeom prst="arc">
            <a:avLst>
              <a:gd name="adj1" fmla="val 10929612"/>
              <a:gd name="adj2" fmla="val 21560949"/>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sp>
        <p:nvSpPr>
          <p:cNvPr id="11" name="弧形 10">
            <a:extLst>
              <a:ext uri="{FF2B5EF4-FFF2-40B4-BE49-F238E27FC236}">
                <a16:creationId xmlns:a16="http://schemas.microsoft.com/office/drawing/2014/main" id="{5168AB9F-F403-4697-9944-3CAE1499F539}"/>
              </a:ext>
            </a:extLst>
          </p:cNvPr>
          <p:cNvSpPr/>
          <p:nvPr/>
        </p:nvSpPr>
        <p:spPr>
          <a:xfrm flipV="1">
            <a:off x="1719742" y="2625753"/>
            <a:ext cx="318783" cy="159392"/>
          </a:xfrm>
          <a:prstGeom prst="arc">
            <a:avLst>
              <a:gd name="adj1" fmla="val 10929612"/>
              <a:gd name="adj2" fmla="val 21560949"/>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sp>
        <p:nvSpPr>
          <p:cNvPr id="12" name="弧形 11">
            <a:extLst>
              <a:ext uri="{FF2B5EF4-FFF2-40B4-BE49-F238E27FC236}">
                <a16:creationId xmlns:a16="http://schemas.microsoft.com/office/drawing/2014/main" id="{81269035-5DAD-4DE5-8E44-871A03901DE5}"/>
              </a:ext>
            </a:extLst>
          </p:cNvPr>
          <p:cNvSpPr/>
          <p:nvPr/>
        </p:nvSpPr>
        <p:spPr>
          <a:xfrm>
            <a:off x="1644242" y="1690689"/>
            <a:ext cx="872455" cy="391332"/>
          </a:xfrm>
          <a:prstGeom prst="arc">
            <a:avLst>
              <a:gd name="adj1" fmla="val 10929612"/>
              <a:gd name="adj2" fmla="val 21560949"/>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sp>
        <p:nvSpPr>
          <p:cNvPr id="14" name="弧形 13">
            <a:extLst>
              <a:ext uri="{FF2B5EF4-FFF2-40B4-BE49-F238E27FC236}">
                <a16:creationId xmlns:a16="http://schemas.microsoft.com/office/drawing/2014/main" id="{EDDD686F-5C03-4BC6-AA6C-7513C0CC6E40}"/>
              </a:ext>
            </a:extLst>
          </p:cNvPr>
          <p:cNvSpPr/>
          <p:nvPr/>
        </p:nvSpPr>
        <p:spPr>
          <a:xfrm>
            <a:off x="1786855" y="1825625"/>
            <a:ext cx="318783" cy="252429"/>
          </a:xfrm>
          <a:prstGeom prst="arc">
            <a:avLst>
              <a:gd name="adj1" fmla="val 10929612"/>
              <a:gd name="adj2" fmla="val 21560949"/>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pic>
        <p:nvPicPr>
          <p:cNvPr id="15" name="圖片 14">
            <a:extLst>
              <a:ext uri="{FF2B5EF4-FFF2-40B4-BE49-F238E27FC236}">
                <a16:creationId xmlns:a16="http://schemas.microsoft.com/office/drawing/2014/main" id="{77C83F64-B1FD-4640-9F88-7815B8B63E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51774"/>
            <a:ext cx="9144000" cy="908228"/>
          </a:xfrm>
          <a:prstGeom prst="rect">
            <a:avLst/>
          </a:prstGeom>
        </p:spPr>
      </p:pic>
    </p:spTree>
    <p:extLst>
      <p:ext uri="{BB962C8B-B14F-4D97-AF65-F5344CB8AC3E}">
        <p14:creationId xmlns:p14="http://schemas.microsoft.com/office/powerpoint/2010/main" val="2294589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Existing heuristic for LAPCS</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fontScale="92500" lnSpcReduction="10000"/>
          </a:bodyPr>
          <a:lstStyle/>
          <a:p>
            <a:r>
              <a:rPr lang="en-US" altLang="zh-TW" dirty="0"/>
              <a:t>First find CS</a:t>
            </a:r>
            <a:r>
              <a:rPr lang="zh-TW" altLang="en-US" dirty="0"/>
              <a:t> </a:t>
            </a:r>
            <a:r>
              <a:rPr lang="en-US" altLang="zh-TW" dirty="0"/>
              <a:t>with the dynamic programming algorithm by Smith and Waterman</a:t>
            </a:r>
          </a:p>
          <a:p>
            <a:endParaRPr lang="en-US" altLang="zh-TW" dirty="0"/>
          </a:p>
          <a:p>
            <a:endParaRPr lang="en-US" altLang="zh-TW" dirty="0"/>
          </a:p>
          <a:p>
            <a:endParaRPr lang="en-US" altLang="zh-TW" dirty="0"/>
          </a:p>
          <a:p>
            <a:r>
              <a:rPr lang="en-US" altLang="zh-TW" dirty="0"/>
              <a:t>LCS: CUAAG</a:t>
            </a:r>
          </a:p>
          <a:p>
            <a:pPr marL="457200" lvl="1" indent="0">
              <a:buNone/>
            </a:pPr>
            <a:r>
              <a:rPr lang="en-US" altLang="zh-TW" dirty="0"/>
              <a:t>C</a:t>
            </a:r>
          </a:p>
          <a:p>
            <a:pPr marL="0" indent="0">
              <a:buNone/>
            </a:pPr>
            <a:r>
              <a:rPr lang="en-US" altLang="zh-TW" dirty="0"/>
              <a:t>U	A</a:t>
            </a:r>
          </a:p>
          <a:p>
            <a:pPr marL="0" indent="0">
              <a:buNone/>
            </a:pPr>
            <a:r>
              <a:rPr lang="en-US" altLang="zh-TW" dirty="0"/>
              <a:t>G	A</a:t>
            </a:r>
          </a:p>
          <a:p>
            <a:pPr marL="0" indent="0">
              <a:buNone/>
            </a:pPr>
            <a:r>
              <a:rPr lang="en-US" altLang="zh-TW" dirty="0"/>
              <a:t>the maximum independent set (MIS) problem is solved in graph.</a:t>
            </a:r>
          </a:p>
          <a:p>
            <a:endParaRPr lang="en-US" altLang="zh-TW" dirty="0"/>
          </a:p>
          <a:p>
            <a:endParaRPr lang="en-US" altLang="zh-TW" dirty="0"/>
          </a:p>
          <a:p>
            <a:endParaRPr lang="en-US" altLang="zh-TW" dirty="0"/>
          </a:p>
          <a:p>
            <a:endParaRPr lang="en-US" altLang="zh-TW" dirty="0"/>
          </a:p>
          <a:p>
            <a:endParaRPr lang="en-US" altLang="zh-TW" dirty="0"/>
          </a:p>
          <a:p>
            <a:endParaRPr lang="zh-TW" altLang="en-US" dirty="0"/>
          </a:p>
        </p:txBody>
      </p:sp>
      <p:pic>
        <p:nvPicPr>
          <p:cNvPr id="13" name="圖片 12">
            <a:extLst>
              <a:ext uri="{FF2B5EF4-FFF2-40B4-BE49-F238E27FC236}">
                <a16:creationId xmlns:a16="http://schemas.microsoft.com/office/drawing/2014/main" id="{53680BE6-D780-4D45-804B-D7776E5BF0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12119"/>
            <a:ext cx="9144000" cy="913645"/>
          </a:xfrm>
          <a:prstGeom prst="rect">
            <a:avLst/>
          </a:prstGeom>
        </p:spPr>
      </p:pic>
      <p:cxnSp>
        <p:nvCxnSpPr>
          <p:cNvPr id="17" name="直線接點 16">
            <a:extLst>
              <a:ext uri="{FF2B5EF4-FFF2-40B4-BE49-F238E27FC236}">
                <a16:creationId xmlns:a16="http://schemas.microsoft.com/office/drawing/2014/main" id="{2F3D7E13-A008-405A-B17B-76B3C897A3B1}"/>
              </a:ext>
            </a:extLst>
          </p:cNvPr>
          <p:cNvCxnSpPr>
            <a:cxnSpLocks/>
          </p:cNvCxnSpPr>
          <p:nvPr/>
        </p:nvCxnSpPr>
        <p:spPr>
          <a:xfrm flipH="1">
            <a:off x="947956" y="4512258"/>
            <a:ext cx="293615" cy="80636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0958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An ILP model for the LAPCS problem</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r>
              <a:rPr lang="en-US" altLang="zh-TW" dirty="0" err="1"/>
              <a:t>lLP</a:t>
            </a:r>
            <a:r>
              <a:rPr lang="en-US" altLang="zh-TW" dirty="0"/>
              <a:t>: integer linear programming</a:t>
            </a:r>
          </a:p>
          <a:p>
            <a:endParaRPr lang="en-US" altLang="zh-TW" dirty="0"/>
          </a:p>
          <a:p>
            <a:endParaRPr lang="en-US" altLang="zh-TW" dirty="0"/>
          </a:p>
          <a:p>
            <a:endParaRPr lang="en-US" altLang="zh-TW" dirty="0"/>
          </a:p>
          <a:p>
            <a:endParaRPr lang="en-US" altLang="zh-TW" dirty="0"/>
          </a:p>
          <a:p>
            <a:endParaRPr lang="en-US" altLang="zh-TW" dirty="0"/>
          </a:p>
          <a:p>
            <a:r>
              <a:rPr lang="en-US" altLang="zh-TW" dirty="0"/>
              <a:t>conflict</a:t>
            </a:r>
          </a:p>
          <a:p>
            <a:endParaRPr lang="en-US" altLang="zh-TW" dirty="0"/>
          </a:p>
          <a:p>
            <a:endParaRPr lang="zh-TW" altLang="en-US" dirty="0"/>
          </a:p>
        </p:txBody>
      </p:sp>
      <p:pic>
        <p:nvPicPr>
          <p:cNvPr id="5" name="圖片 4">
            <a:extLst>
              <a:ext uri="{FF2B5EF4-FFF2-40B4-BE49-F238E27FC236}">
                <a16:creationId xmlns:a16="http://schemas.microsoft.com/office/drawing/2014/main" id="{28202393-B885-45C2-A753-614F8B35A7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2371577"/>
            <a:ext cx="6763694" cy="2114845"/>
          </a:xfrm>
          <a:prstGeom prst="rect">
            <a:avLst/>
          </a:prstGeom>
        </p:spPr>
      </p:pic>
      <p:pic>
        <p:nvPicPr>
          <p:cNvPr id="7" name="圖片 6">
            <a:extLst>
              <a:ext uri="{FF2B5EF4-FFF2-40B4-BE49-F238E27FC236}">
                <a16:creationId xmlns:a16="http://schemas.microsoft.com/office/drawing/2014/main" id="{B67CAC1D-2FB1-4E76-B548-824BED8C01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5376324"/>
            <a:ext cx="7582958" cy="714475"/>
          </a:xfrm>
          <a:prstGeom prst="rect">
            <a:avLst/>
          </a:prstGeom>
        </p:spPr>
      </p:pic>
    </p:spTree>
    <p:extLst>
      <p:ext uri="{BB962C8B-B14F-4D97-AF65-F5344CB8AC3E}">
        <p14:creationId xmlns:p14="http://schemas.microsoft.com/office/powerpoint/2010/main" val="3466925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An ILP model for the LAPCS problem</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r>
              <a:rPr lang="en-US" altLang="zh-TW" dirty="0"/>
              <a:t>0</a:t>
            </a:r>
            <a:r>
              <a:rPr lang="zh-TW" altLang="en-US" dirty="0"/>
              <a:t> </a:t>
            </a:r>
            <a:r>
              <a:rPr lang="en-US" altLang="zh-TW" dirty="0"/>
              <a:t>≤ p ≤ 100</a:t>
            </a:r>
            <a:r>
              <a:rPr lang="zh-TW" altLang="en-US" dirty="0"/>
              <a:t>，</a:t>
            </a:r>
            <a:r>
              <a:rPr lang="en-US" altLang="zh-TW" dirty="0"/>
              <a:t> l:= min{l</a:t>
            </a:r>
            <a:r>
              <a:rPr lang="en-US" altLang="zh-TW" baseline="-25000" dirty="0"/>
              <a:t>x</a:t>
            </a:r>
            <a:r>
              <a:rPr lang="en-US" altLang="zh-TW" dirty="0"/>
              <a:t>, </a:t>
            </a:r>
            <a:r>
              <a:rPr lang="en-US" altLang="zh-TW" dirty="0" err="1"/>
              <a:t>l</a:t>
            </a:r>
            <a:r>
              <a:rPr lang="en-US" altLang="zh-TW" baseline="-25000" dirty="0" err="1"/>
              <a:t>y</a:t>
            </a:r>
            <a:r>
              <a:rPr lang="en-US" altLang="zh-TW" dirty="0"/>
              <a:t>}</a:t>
            </a:r>
          </a:p>
          <a:p>
            <a:endParaRPr lang="en-US" altLang="zh-TW" dirty="0"/>
          </a:p>
          <a:p>
            <a:endParaRPr lang="en-US" altLang="zh-TW" dirty="0"/>
          </a:p>
          <a:p>
            <a:endParaRPr lang="en-US" altLang="zh-TW" dirty="0"/>
          </a:p>
          <a:p>
            <a:endParaRPr lang="en-US" altLang="zh-TW" dirty="0"/>
          </a:p>
          <a:p>
            <a:endParaRPr lang="en-US" altLang="zh-TW" dirty="0"/>
          </a:p>
          <a:p>
            <a:endParaRPr lang="zh-TW" altLang="en-US" dirty="0"/>
          </a:p>
        </p:txBody>
      </p:sp>
      <p:pic>
        <p:nvPicPr>
          <p:cNvPr id="11" name="圖片 10">
            <a:extLst>
              <a:ext uri="{FF2B5EF4-FFF2-40B4-BE49-F238E27FC236}">
                <a16:creationId xmlns:a16="http://schemas.microsoft.com/office/drawing/2014/main" id="{8B60C95A-F964-433F-93C8-9384E02AC4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021" y="2427770"/>
            <a:ext cx="8668960" cy="981212"/>
          </a:xfrm>
          <a:prstGeom prst="rect">
            <a:avLst/>
          </a:prstGeom>
        </p:spPr>
      </p:pic>
      <p:pic>
        <p:nvPicPr>
          <p:cNvPr id="13" name="圖片 12">
            <a:extLst>
              <a:ext uri="{FF2B5EF4-FFF2-40B4-BE49-F238E27FC236}">
                <a16:creationId xmlns:a16="http://schemas.microsoft.com/office/drawing/2014/main" id="{27F7F5B9-F14C-4B47-9CDB-708B0C1369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404" y="3449019"/>
            <a:ext cx="6716062" cy="638264"/>
          </a:xfrm>
          <a:prstGeom prst="rect">
            <a:avLst/>
          </a:prstGeom>
        </p:spPr>
      </p:pic>
    </p:spTree>
    <p:extLst>
      <p:ext uri="{BB962C8B-B14F-4D97-AF65-F5344CB8AC3E}">
        <p14:creationId xmlns:p14="http://schemas.microsoft.com/office/powerpoint/2010/main" val="1559617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A hybrid algorithm based on solution merging</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pic>
        <p:nvPicPr>
          <p:cNvPr id="5" name="圖片 4">
            <a:extLst>
              <a:ext uri="{FF2B5EF4-FFF2-40B4-BE49-F238E27FC236}">
                <a16:creationId xmlns:a16="http://schemas.microsoft.com/office/drawing/2014/main" id="{93B877F2-0831-4E2A-98D7-077749330E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48508"/>
            <a:ext cx="9144000" cy="4752291"/>
          </a:xfrm>
          <a:prstGeom prst="rect">
            <a:avLst/>
          </a:prstGeom>
        </p:spPr>
      </p:pic>
    </p:spTree>
    <p:extLst>
      <p:ext uri="{BB962C8B-B14F-4D97-AF65-F5344CB8AC3E}">
        <p14:creationId xmlns:p14="http://schemas.microsoft.com/office/powerpoint/2010/main" val="876241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A hybrid algorithm based on solution merging</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pic>
        <p:nvPicPr>
          <p:cNvPr id="6" name="圖片 5">
            <a:extLst>
              <a:ext uri="{FF2B5EF4-FFF2-40B4-BE49-F238E27FC236}">
                <a16:creationId xmlns:a16="http://schemas.microsoft.com/office/drawing/2014/main" id="{F1E24137-EA6A-4B07-90A5-5B38CF558D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064" y="1570083"/>
            <a:ext cx="4018327" cy="5287917"/>
          </a:xfrm>
          <a:prstGeom prst="rect">
            <a:avLst/>
          </a:prstGeom>
        </p:spPr>
      </p:pic>
    </p:spTree>
    <p:extLst>
      <p:ext uri="{BB962C8B-B14F-4D97-AF65-F5344CB8AC3E}">
        <p14:creationId xmlns:p14="http://schemas.microsoft.com/office/powerpoint/2010/main" val="717601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A hybrid algorithm based on solution merging</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sp>
        <p:nvSpPr>
          <p:cNvPr id="3" name="文字方塊 2">
            <a:extLst>
              <a:ext uri="{FF2B5EF4-FFF2-40B4-BE49-F238E27FC236}">
                <a16:creationId xmlns:a16="http://schemas.microsoft.com/office/drawing/2014/main" id="{8781D360-4970-4F94-B42A-1B4B10AD245B}"/>
              </a:ext>
            </a:extLst>
          </p:cNvPr>
          <p:cNvSpPr txBox="1"/>
          <p:nvPr/>
        </p:nvSpPr>
        <p:spPr>
          <a:xfrm>
            <a:off x="239047" y="1696059"/>
            <a:ext cx="8691308" cy="3970318"/>
          </a:xfrm>
          <a:prstGeom prst="rect">
            <a:avLst/>
          </a:prstGeom>
          <a:noFill/>
        </p:spPr>
        <p:txBody>
          <a:bodyPr wrap="square" rtlCol="0">
            <a:spAutoFit/>
          </a:bodyPr>
          <a:lstStyle/>
          <a:p>
            <a:r>
              <a:rPr lang="en-US" altLang="zh-TW" sz="2800" dirty="0"/>
              <a:t>At each construction step, exactly one variable is chosen from C and added to S. For doing so, first, a value rand is chosen uniformly at random from [0, 1]. In case rand ≤ </a:t>
            </a:r>
            <a:r>
              <a:rPr lang="en-US" altLang="zh-TW" sz="2800" dirty="0" err="1"/>
              <a:t>d</a:t>
            </a:r>
            <a:r>
              <a:rPr lang="en-US" altLang="zh-TW" sz="2800" baseline="-25000" dirty="0" err="1"/>
              <a:t>rate</a:t>
            </a:r>
            <a:r>
              <a:rPr lang="en-US" altLang="zh-TW" sz="2800" dirty="0"/>
              <a:t>, where </a:t>
            </a:r>
            <a:r>
              <a:rPr lang="en-US" altLang="zh-TW" sz="2800" dirty="0" err="1"/>
              <a:t>d</a:t>
            </a:r>
            <a:r>
              <a:rPr lang="en-US" altLang="zh-TW" sz="2800" baseline="-25000" dirty="0" err="1"/>
              <a:t>rate</a:t>
            </a:r>
            <a:r>
              <a:rPr lang="en-US" altLang="zh-TW" sz="2800" dirty="0"/>
              <a:t> is a parameter of the algorithm, the variable </a:t>
            </a:r>
            <a:r>
              <a:rPr lang="en-US" altLang="zh-TW" sz="2800" dirty="0" err="1"/>
              <a:t>z</a:t>
            </a:r>
            <a:r>
              <a:rPr lang="en-US" altLang="zh-TW" sz="2800" baseline="-25000" dirty="0" err="1"/>
              <a:t>i,j</a:t>
            </a:r>
            <a:r>
              <a:rPr lang="en-US" altLang="zh-TW" sz="2800" dirty="0"/>
              <a:t> ∈ C with the smallest weight value is deterministically chosen. Otherwise, a candidate list L ⊆ C of size min{</a:t>
            </a:r>
            <a:r>
              <a:rPr lang="en-US" altLang="zh-TW" sz="2800" dirty="0" err="1"/>
              <a:t>l</a:t>
            </a:r>
            <a:r>
              <a:rPr lang="en-US" altLang="zh-TW" sz="2800" baseline="-25000" dirty="0" err="1"/>
              <a:t>size</a:t>
            </a:r>
            <a:r>
              <a:rPr lang="en-US" altLang="zh-TW" sz="2800" dirty="0"/>
              <a:t>, |C|} containing the options with the lowest weight values is generated and exactly one variable </a:t>
            </a:r>
            <a:r>
              <a:rPr lang="en-US" altLang="zh-TW" sz="2800" dirty="0" err="1"/>
              <a:t>z</a:t>
            </a:r>
            <a:r>
              <a:rPr lang="en-US" altLang="zh-TW" sz="2800" baseline="-25000" dirty="0" err="1"/>
              <a:t>i,j</a:t>
            </a:r>
            <a:r>
              <a:rPr lang="en-US" altLang="zh-TW" sz="2800" dirty="0"/>
              <a:t> ∈ L is then chosen uniformly at random and added to S.</a:t>
            </a:r>
            <a:endParaRPr lang="zh-TW" altLang="en-US" sz="2800" dirty="0"/>
          </a:p>
        </p:txBody>
      </p:sp>
      <p:pic>
        <p:nvPicPr>
          <p:cNvPr id="7" name="圖片 6">
            <a:extLst>
              <a:ext uri="{FF2B5EF4-FFF2-40B4-BE49-F238E27FC236}">
                <a16:creationId xmlns:a16="http://schemas.microsoft.com/office/drawing/2014/main" id="{D0BB446F-9E91-488F-A26A-55081787B2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310" y="5667272"/>
            <a:ext cx="4229690" cy="733527"/>
          </a:xfrm>
          <a:prstGeom prst="rect">
            <a:avLst/>
          </a:prstGeom>
        </p:spPr>
      </p:pic>
    </p:spTree>
    <p:extLst>
      <p:ext uri="{BB962C8B-B14F-4D97-AF65-F5344CB8AC3E}">
        <p14:creationId xmlns:p14="http://schemas.microsoft.com/office/powerpoint/2010/main" val="4010208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Experiment environment</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sp>
        <p:nvSpPr>
          <p:cNvPr id="3" name="文字方塊 2">
            <a:extLst>
              <a:ext uri="{FF2B5EF4-FFF2-40B4-BE49-F238E27FC236}">
                <a16:creationId xmlns:a16="http://schemas.microsoft.com/office/drawing/2014/main" id="{8781D360-4970-4F94-B42A-1B4B10AD245B}"/>
              </a:ext>
            </a:extLst>
          </p:cNvPr>
          <p:cNvSpPr txBox="1"/>
          <p:nvPr/>
        </p:nvSpPr>
        <p:spPr>
          <a:xfrm>
            <a:off x="239047" y="1696059"/>
            <a:ext cx="8691308" cy="2677656"/>
          </a:xfrm>
          <a:prstGeom prst="rect">
            <a:avLst/>
          </a:prstGeom>
          <a:noFill/>
        </p:spPr>
        <p:txBody>
          <a:bodyPr wrap="square" rtlCol="0">
            <a:spAutoFit/>
          </a:bodyPr>
          <a:lstStyle/>
          <a:p>
            <a:r>
              <a:rPr lang="en-US" altLang="zh-TW" sz="2800" dirty="0"/>
              <a:t>CPU: Intel(R) Xeon(R) CPU 5670 CPUs of 12 nuclei of 2933 MHz</a:t>
            </a:r>
          </a:p>
          <a:p>
            <a:r>
              <a:rPr lang="en-US" altLang="zh-TW" sz="2800" dirty="0"/>
              <a:t>RAM: 40 Gigabytes</a:t>
            </a:r>
          </a:p>
          <a:p>
            <a:r>
              <a:rPr lang="en-US" altLang="zh-TW" sz="2800" dirty="0"/>
              <a:t>ILP models: CPLEX</a:t>
            </a:r>
          </a:p>
          <a:p>
            <a:endParaRPr lang="en-US" altLang="zh-TW" sz="2800" dirty="0"/>
          </a:p>
          <a:p>
            <a:endParaRPr lang="zh-TW" altLang="en-US" sz="2800" dirty="0"/>
          </a:p>
        </p:txBody>
      </p:sp>
    </p:spTree>
    <p:extLst>
      <p:ext uri="{BB962C8B-B14F-4D97-AF65-F5344CB8AC3E}">
        <p14:creationId xmlns:p14="http://schemas.microsoft.com/office/powerpoint/2010/main" val="1507165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Instances</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sp>
        <p:nvSpPr>
          <p:cNvPr id="3" name="文字方塊 2">
            <a:extLst>
              <a:ext uri="{FF2B5EF4-FFF2-40B4-BE49-F238E27FC236}">
                <a16:creationId xmlns:a16="http://schemas.microsoft.com/office/drawing/2014/main" id="{8781D360-4970-4F94-B42A-1B4B10AD245B}"/>
              </a:ext>
            </a:extLst>
          </p:cNvPr>
          <p:cNvSpPr txBox="1"/>
          <p:nvPr/>
        </p:nvSpPr>
        <p:spPr>
          <a:xfrm>
            <a:off x="239047" y="1696059"/>
            <a:ext cx="8691308" cy="4832092"/>
          </a:xfrm>
          <a:prstGeom prst="rect">
            <a:avLst/>
          </a:prstGeom>
          <a:noFill/>
        </p:spPr>
        <p:txBody>
          <a:bodyPr wrap="square" rtlCol="0">
            <a:spAutoFit/>
          </a:bodyPr>
          <a:lstStyle/>
          <a:p>
            <a:r>
              <a:rPr lang="en-US" altLang="zh-TW" sz="2800" dirty="0"/>
              <a:t>SET 1: </a:t>
            </a:r>
          </a:p>
          <a:p>
            <a:r>
              <a:rPr lang="en-US" altLang="zh-TW" sz="2800" dirty="0"/>
              <a:t>artificial problem instances.</a:t>
            </a:r>
          </a:p>
          <a:p>
            <a:r>
              <a:rPr lang="en-US" altLang="zh-TW" sz="2800" dirty="0"/>
              <a:t>length l</a:t>
            </a:r>
            <a:r>
              <a:rPr lang="en-US" altLang="zh-TW" sz="2800" baseline="-25000" dirty="0"/>
              <a:t>x</a:t>
            </a:r>
            <a:r>
              <a:rPr lang="en-US" altLang="zh-TW" sz="2800" dirty="0"/>
              <a:t> = </a:t>
            </a:r>
            <a:r>
              <a:rPr lang="en-US" altLang="zh-TW" sz="2800" dirty="0" err="1"/>
              <a:t>l</a:t>
            </a:r>
            <a:r>
              <a:rPr lang="en-US" altLang="zh-TW" sz="2800" baseline="-25000" dirty="0" err="1"/>
              <a:t>y</a:t>
            </a:r>
            <a:r>
              <a:rPr lang="en-US" altLang="zh-TW" sz="2800" dirty="0"/>
              <a:t> ∈ {100, 200, . . ., 900, 1000}.</a:t>
            </a:r>
          </a:p>
          <a:p>
            <a:r>
              <a:rPr lang="en-US" altLang="zh-TW" sz="2800" dirty="0"/>
              <a:t>n</a:t>
            </a:r>
            <a:r>
              <a:rPr lang="en-US" altLang="zh-TW" sz="2800" baseline="-25000" dirty="0"/>
              <a:t>arcs</a:t>
            </a:r>
            <a:r>
              <a:rPr lang="en-US" altLang="zh-TW" sz="2800" dirty="0"/>
              <a:t> ∈ {lx/10, lx/5, lx/2}</a:t>
            </a:r>
          </a:p>
          <a:p>
            <a:endParaRPr lang="en-US" altLang="zh-TW" sz="2800" dirty="0"/>
          </a:p>
          <a:p>
            <a:r>
              <a:rPr lang="en-US" altLang="zh-TW" sz="2800" dirty="0"/>
              <a:t>For each combination of l</a:t>
            </a:r>
            <a:r>
              <a:rPr lang="en-US" altLang="zh-TW" sz="2800" baseline="-25000" dirty="0"/>
              <a:t>x</a:t>
            </a:r>
            <a:r>
              <a:rPr lang="en-US" altLang="zh-TW" sz="2800" dirty="0"/>
              <a:t> and n</a:t>
            </a:r>
            <a:r>
              <a:rPr lang="en-US" altLang="zh-TW" sz="2800" baseline="-25000" dirty="0"/>
              <a:t>arcs</a:t>
            </a:r>
            <a:r>
              <a:rPr lang="en-US" altLang="zh-TW" sz="2800" dirty="0"/>
              <a:t> we randomly generated 30 problem instances. This makes a total of 900 problem instances.</a:t>
            </a:r>
          </a:p>
          <a:p>
            <a:endParaRPr lang="en-US" altLang="zh-TW" sz="2800" dirty="0"/>
          </a:p>
          <a:p>
            <a:endParaRPr lang="en-US" altLang="zh-TW" sz="2800" dirty="0"/>
          </a:p>
          <a:p>
            <a:endParaRPr lang="zh-TW" altLang="en-US" sz="2800" dirty="0"/>
          </a:p>
        </p:txBody>
      </p:sp>
    </p:spTree>
    <p:extLst>
      <p:ext uri="{BB962C8B-B14F-4D97-AF65-F5344CB8AC3E}">
        <p14:creationId xmlns:p14="http://schemas.microsoft.com/office/powerpoint/2010/main" val="3441349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Instances</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sp>
        <p:nvSpPr>
          <p:cNvPr id="3" name="文字方塊 2">
            <a:extLst>
              <a:ext uri="{FF2B5EF4-FFF2-40B4-BE49-F238E27FC236}">
                <a16:creationId xmlns:a16="http://schemas.microsoft.com/office/drawing/2014/main" id="{8781D360-4970-4F94-B42A-1B4B10AD245B}"/>
              </a:ext>
            </a:extLst>
          </p:cNvPr>
          <p:cNvSpPr txBox="1"/>
          <p:nvPr/>
        </p:nvSpPr>
        <p:spPr>
          <a:xfrm>
            <a:off x="239047" y="1696059"/>
            <a:ext cx="8691308" cy="3539430"/>
          </a:xfrm>
          <a:prstGeom prst="rect">
            <a:avLst/>
          </a:prstGeom>
          <a:noFill/>
        </p:spPr>
        <p:txBody>
          <a:bodyPr wrap="square" rtlCol="0">
            <a:spAutoFit/>
          </a:bodyPr>
          <a:lstStyle/>
          <a:p>
            <a:r>
              <a:rPr lang="en-US" altLang="zh-TW" sz="2800" dirty="0"/>
              <a:t>SET 2: </a:t>
            </a:r>
          </a:p>
          <a:p>
            <a:r>
              <a:rPr lang="en-US" altLang="zh-TW" sz="2800" dirty="0" err="1"/>
              <a:t>arcannotated</a:t>
            </a:r>
            <a:r>
              <a:rPr lang="en-US" altLang="zh-TW" sz="2800" dirty="0"/>
              <a:t> RNA sequences from the RNase P Database.</a:t>
            </a:r>
          </a:p>
          <a:p>
            <a:r>
              <a:rPr lang="en-US" altLang="zh-TW" sz="2800" dirty="0"/>
              <a:t>In total we assembled 10 problem instances, whose characteristics</a:t>
            </a:r>
          </a:p>
          <a:p>
            <a:endParaRPr lang="en-US" altLang="zh-TW" sz="2800" dirty="0"/>
          </a:p>
          <a:p>
            <a:endParaRPr lang="en-US" altLang="zh-TW" sz="2800" dirty="0"/>
          </a:p>
          <a:p>
            <a:endParaRPr lang="en-US" altLang="zh-TW" sz="2800" dirty="0"/>
          </a:p>
          <a:p>
            <a:endParaRPr lang="zh-TW" altLang="en-US" sz="2800" dirty="0"/>
          </a:p>
        </p:txBody>
      </p:sp>
      <p:pic>
        <p:nvPicPr>
          <p:cNvPr id="6" name="圖片 5">
            <a:extLst>
              <a:ext uri="{FF2B5EF4-FFF2-40B4-BE49-F238E27FC236}">
                <a16:creationId xmlns:a16="http://schemas.microsoft.com/office/drawing/2014/main" id="{6AC798A8-BA08-4925-944C-3E6DAA58ED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571750"/>
            <a:ext cx="9144000" cy="2466089"/>
          </a:xfrm>
          <a:prstGeom prst="rect">
            <a:avLst/>
          </a:prstGeom>
        </p:spPr>
      </p:pic>
    </p:spTree>
    <p:extLst>
      <p:ext uri="{BB962C8B-B14F-4D97-AF65-F5344CB8AC3E}">
        <p14:creationId xmlns:p14="http://schemas.microsoft.com/office/powerpoint/2010/main" val="2574434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Experiment: set 1</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sp>
        <p:nvSpPr>
          <p:cNvPr id="3" name="文字方塊 2">
            <a:extLst>
              <a:ext uri="{FF2B5EF4-FFF2-40B4-BE49-F238E27FC236}">
                <a16:creationId xmlns:a16="http://schemas.microsoft.com/office/drawing/2014/main" id="{8781D360-4970-4F94-B42A-1B4B10AD245B}"/>
              </a:ext>
            </a:extLst>
          </p:cNvPr>
          <p:cNvSpPr txBox="1"/>
          <p:nvPr/>
        </p:nvSpPr>
        <p:spPr>
          <a:xfrm>
            <a:off x="239047" y="1696059"/>
            <a:ext cx="8691308" cy="1815882"/>
          </a:xfrm>
          <a:prstGeom prst="rect">
            <a:avLst/>
          </a:prstGeom>
          <a:noFill/>
        </p:spPr>
        <p:txBody>
          <a:bodyPr wrap="square" rtlCol="0">
            <a:spAutoFit/>
          </a:bodyPr>
          <a:lstStyle/>
          <a:p>
            <a:endParaRPr lang="en-US" altLang="zh-TW" sz="2800" dirty="0"/>
          </a:p>
          <a:p>
            <a:endParaRPr lang="en-US" altLang="zh-TW" sz="2800" dirty="0"/>
          </a:p>
          <a:p>
            <a:endParaRPr lang="en-US" altLang="zh-TW" sz="2800" dirty="0"/>
          </a:p>
          <a:p>
            <a:endParaRPr lang="zh-TW" altLang="en-US" sz="2800" dirty="0"/>
          </a:p>
        </p:txBody>
      </p:sp>
      <p:pic>
        <p:nvPicPr>
          <p:cNvPr id="11" name="圖片 10">
            <a:extLst>
              <a:ext uri="{FF2B5EF4-FFF2-40B4-BE49-F238E27FC236}">
                <a16:creationId xmlns:a16="http://schemas.microsoft.com/office/drawing/2014/main" id="{B2662DE8-73CC-49D3-9995-41F0AFEA7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205" y="1300491"/>
            <a:ext cx="6258270" cy="5257907"/>
          </a:xfrm>
          <a:prstGeom prst="rect">
            <a:avLst/>
          </a:prstGeom>
        </p:spPr>
      </p:pic>
    </p:spTree>
    <p:extLst>
      <p:ext uri="{BB962C8B-B14F-4D97-AF65-F5344CB8AC3E}">
        <p14:creationId xmlns:p14="http://schemas.microsoft.com/office/powerpoint/2010/main" val="3631355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Experiment: set 1</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sp>
        <p:nvSpPr>
          <p:cNvPr id="3" name="文字方塊 2">
            <a:extLst>
              <a:ext uri="{FF2B5EF4-FFF2-40B4-BE49-F238E27FC236}">
                <a16:creationId xmlns:a16="http://schemas.microsoft.com/office/drawing/2014/main" id="{8781D360-4970-4F94-B42A-1B4B10AD245B}"/>
              </a:ext>
            </a:extLst>
          </p:cNvPr>
          <p:cNvSpPr txBox="1"/>
          <p:nvPr/>
        </p:nvSpPr>
        <p:spPr>
          <a:xfrm>
            <a:off x="239047" y="1696059"/>
            <a:ext cx="8691308" cy="1815882"/>
          </a:xfrm>
          <a:prstGeom prst="rect">
            <a:avLst/>
          </a:prstGeom>
          <a:noFill/>
        </p:spPr>
        <p:txBody>
          <a:bodyPr wrap="square" rtlCol="0">
            <a:spAutoFit/>
          </a:bodyPr>
          <a:lstStyle/>
          <a:p>
            <a:endParaRPr lang="en-US" altLang="zh-TW" sz="2800" dirty="0"/>
          </a:p>
          <a:p>
            <a:endParaRPr lang="en-US" altLang="zh-TW" sz="2800" dirty="0"/>
          </a:p>
          <a:p>
            <a:endParaRPr lang="en-US" altLang="zh-TW" sz="2800" dirty="0"/>
          </a:p>
          <a:p>
            <a:endParaRPr lang="zh-TW" altLang="en-US" sz="2800" dirty="0"/>
          </a:p>
        </p:txBody>
      </p:sp>
      <p:pic>
        <p:nvPicPr>
          <p:cNvPr id="8" name="圖片 7">
            <a:extLst>
              <a:ext uri="{FF2B5EF4-FFF2-40B4-BE49-F238E27FC236}">
                <a16:creationId xmlns:a16="http://schemas.microsoft.com/office/drawing/2014/main" id="{7416580F-4F3A-4620-BB61-22F1EF545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258" y="1399780"/>
            <a:ext cx="6281162" cy="4949039"/>
          </a:xfrm>
          <a:prstGeom prst="rect">
            <a:avLst/>
          </a:prstGeom>
        </p:spPr>
      </p:pic>
    </p:spTree>
    <p:extLst>
      <p:ext uri="{BB962C8B-B14F-4D97-AF65-F5344CB8AC3E}">
        <p14:creationId xmlns:p14="http://schemas.microsoft.com/office/powerpoint/2010/main" val="1432552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Experiment: set 2</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sp>
        <p:nvSpPr>
          <p:cNvPr id="3" name="文字方塊 2">
            <a:extLst>
              <a:ext uri="{FF2B5EF4-FFF2-40B4-BE49-F238E27FC236}">
                <a16:creationId xmlns:a16="http://schemas.microsoft.com/office/drawing/2014/main" id="{8781D360-4970-4F94-B42A-1B4B10AD245B}"/>
              </a:ext>
            </a:extLst>
          </p:cNvPr>
          <p:cNvSpPr txBox="1"/>
          <p:nvPr/>
        </p:nvSpPr>
        <p:spPr>
          <a:xfrm>
            <a:off x="239047" y="1696059"/>
            <a:ext cx="8691308" cy="1815882"/>
          </a:xfrm>
          <a:prstGeom prst="rect">
            <a:avLst/>
          </a:prstGeom>
          <a:noFill/>
        </p:spPr>
        <p:txBody>
          <a:bodyPr wrap="square" rtlCol="0">
            <a:spAutoFit/>
          </a:bodyPr>
          <a:lstStyle/>
          <a:p>
            <a:endParaRPr lang="en-US" altLang="zh-TW" sz="2800" dirty="0"/>
          </a:p>
          <a:p>
            <a:endParaRPr lang="en-US" altLang="zh-TW" sz="2800" dirty="0"/>
          </a:p>
          <a:p>
            <a:endParaRPr lang="en-US" altLang="zh-TW" sz="2800" dirty="0"/>
          </a:p>
          <a:p>
            <a:endParaRPr lang="zh-TW" altLang="en-US" sz="2800" dirty="0"/>
          </a:p>
        </p:txBody>
      </p:sp>
      <p:pic>
        <p:nvPicPr>
          <p:cNvPr id="10" name="圖片 9">
            <a:extLst>
              <a:ext uri="{FF2B5EF4-FFF2-40B4-BE49-F238E27FC236}">
                <a16:creationId xmlns:a16="http://schemas.microsoft.com/office/drawing/2014/main" id="{3FDC5263-FBCF-4C48-BF58-1735A33DF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562" y="1349830"/>
            <a:ext cx="6956192" cy="5508169"/>
          </a:xfrm>
          <a:prstGeom prst="rect">
            <a:avLst/>
          </a:prstGeom>
        </p:spPr>
      </p:pic>
    </p:spTree>
    <p:extLst>
      <p:ext uri="{BB962C8B-B14F-4D97-AF65-F5344CB8AC3E}">
        <p14:creationId xmlns:p14="http://schemas.microsoft.com/office/powerpoint/2010/main" val="1028909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Experiment: set 1</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sp>
        <p:nvSpPr>
          <p:cNvPr id="3" name="文字方塊 2">
            <a:extLst>
              <a:ext uri="{FF2B5EF4-FFF2-40B4-BE49-F238E27FC236}">
                <a16:creationId xmlns:a16="http://schemas.microsoft.com/office/drawing/2014/main" id="{8781D360-4970-4F94-B42A-1B4B10AD245B}"/>
              </a:ext>
            </a:extLst>
          </p:cNvPr>
          <p:cNvSpPr txBox="1"/>
          <p:nvPr/>
        </p:nvSpPr>
        <p:spPr>
          <a:xfrm>
            <a:off x="239047" y="1696059"/>
            <a:ext cx="8691308" cy="1815882"/>
          </a:xfrm>
          <a:prstGeom prst="rect">
            <a:avLst/>
          </a:prstGeom>
          <a:noFill/>
        </p:spPr>
        <p:txBody>
          <a:bodyPr wrap="square" rtlCol="0">
            <a:spAutoFit/>
          </a:bodyPr>
          <a:lstStyle/>
          <a:p>
            <a:endParaRPr lang="en-US" altLang="zh-TW" sz="2800" dirty="0"/>
          </a:p>
          <a:p>
            <a:endParaRPr lang="en-US" altLang="zh-TW" sz="2800" dirty="0"/>
          </a:p>
          <a:p>
            <a:endParaRPr lang="en-US" altLang="zh-TW" sz="2800" dirty="0"/>
          </a:p>
          <a:p>
            <a:endParaRPr lang="zh-TW" altLang="en-US" sz="2800" dirty="0"/>
          </a:p>
        </p:txBody>
      </p:sp>
      <p:pic>
        <p:nvPicPr>
          <p:cNvPr id="6" name="圖片 5">
            <a:extLst>
              <a:ext uri="{FF2B5EF4-FFF2-40B4-BE49-F238E27FC236}">
                <a16:creationId xmlns:a16="http://schemas.microsoft.com/office/drawing/2014/main" id="{3B0C53E2-ABA0-4695-BB66-0F20CED242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1" y="1235916"/>
            <a:ext cx="9144000" cy="5568574"/>
          </a:xfrm>
          <a:prstGeom prst="rect">
            <a:avLst/>
          </a:prstGeom>
        </p:spPr>
      </p:pic>
    </p:spTree>
    <p:extLst>
      <p:ext uri="{BB962C8B-B14F-4D97-AF65-F5344CB8AC3E}">
        <p14:creationId xmlns:p14="http://schemas.microsoft.com/office/powerpoint/2010/main" val="391714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t>Experiment: set 2</a:t>
            </a:r>
            <a:endParaRPr lang="zh-TW" altLang="en-US" dirty="0"/>
          </a:p>
        </p:txBody>
      </p:sp>
      <p:sp>
        <p:nvSpPr>
          <p:cNvPr id="4" name="內容版面配置區 3">
            <a:extLst>
              <a:ext uri="{FF2B5EF4-FFF2-40B4-BE49-F238E27FC236}">
                <a16:creationId xmlns:a16="http://schemas.microsoft.com/office/drawing/2014/main" id="{0627CD87-F003-4658-806F-C0DB9B7E1520}"/>
              </a:ext>
            </a:extLst>
          </p:cNvPr>
          <p:cNvSpPr>
            <a:spLocks noGrp="1"/>
          </p:cNvSpPr>
          <p:nvPr>
            <p:ph idx="1"/>
          </p:nvPr>
        </p:nvSpPr>
        <p:spPr>
          <a:xfrm>
            <a:off x="628650" y="1825624"/>
            <a:ext cx="7886700" cy="4575175"/>
          </a:xfrm>
        </p:spPr>
        <p:txBody>
          <a:bodyPr>
            <a:normAutofit/>
          </a:bodyPr>
          <a:lstStyle/>
          <a:p>
            <a:endParaRPr lang="en-US" altLang="zh-TW" dirty="0"/>
          </a:p>
          <a:p>
            <a:endParaRPr lang="en-US" altLang="zh-TW" dirty="0"/>
          </a:p>
          <a:p>
            <a:endParaRPr lang="en-US" altLang="zh-TW" dirty="0"/>
          </a:p>
          <a:p>
            <a:endParaRPr lang="zh-TW" altLang="en-US" dirty="0"/>
          </a:p>
        </p:txBody>
      </p:sp>
      <p:sp>
        <p:nvSpPr>
          <p:cNvPr id="3" name="文字方塊 2">
            <a:extLst>
              <a:ext uri="{FF2B5EF4-FFF2-40B4-BE49-F238E27FC236}">
                <a16:creationId xmlns:a16="http://schemas.microsoft.com/office/drawing/2014/main" id="{8781D360-4970-4F94-B42A-1B4B10AD245B}"/>
              </a:ext>
            </a:extLst>
          </p:cNvPr>
          <p:cNvSpPr txBox="1"/>
          <p:nvPr/>
        </p:nvSpPr>
        <p:spPr>
          <a:xfrm>
            <a:off x="239047" y="1696059"/>
            <a:ext cx="8691308" cy="1815882"/>
          </a:xfrm>
          <a:prstGeom prst="rect">
            <a:avLst/>
          </a:prstGeom>
          <a:noFill/>
        </p:spPr>
        <p:txBody>
          <a:bodyPr wrap="square" rtlCol="0">
            <a:spAutoFit/>
          </a:bodyPr>
          <a:lstStyle/>
          <a:p>
            <a:endParaRPr lang="en-US" altLang="zh-TW" sz="2800" dirty="0"/>
          </a:p>
          <a:p>
            <a:endParaRPr lang="en-US" altLang="zh-TW" sz="2800" dirty="0"/>
          </a:p>
          <a:p>
            <a:endParaRPr lang="en-US" altLang="zh-TW" sz="2800" dirty="0"/>
          </a:p>
          <a:p>
            <a:endParaRPr lang="zh-TW" altLang="en-US" sz="2800" dirty="0"/>
          </a:p>
        </p:txBody>
      </p:sp>
      <p:pic>
        <p:nvPicPr>
          <p:cNvPr id="7" name="圖片 6">
            <a:extLst>
              <a:ext uri="{FF2B5EF4-FFF2-40B4-BE49-F238E27FC236}">
                <a16:creationId xmlns:a16="http://schemas.microsoft.com/office/drawing/2014/main" id="{597E8817-D0BB-4E4F-BF01-A510177BDA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290" y="1364051"/>
            <a:ext cx="6356185" cy="3821059"/>
          </a:xfrm>
          <a:prstGeom prst="rect">
            <a:avLst/>
          </a:prstGeom>
        </p:spPr>
      </p:pic>
    </p:spTree>
    <p:extLst>
      <p:ext uri="{BB962C8B-B14F-4D97-AF65-F5344CB8AC3E}">
        <p14:creationId xmlns:p14="http://schemas.microsoft.com/office/powerpoint/2010/main" val="4013239084"/>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4500</TotalTime>
  <Words>597</Words>
  <Application>Microsoft Office PowerPoint</Application>
  <PresentationFormat>如螢幕大小 (4:3)</PresentationFormat>
  <Paragraphs>107</Paragraphs>
  <Slides>19</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19</vt:i4>
      </vt:variant>
    </vt:vector>
  </HeadingPairs>
  <TitlesOfParts>
    <vt:vector size="24" baseType="lpstr">
      <vt:lpstr>新細明體</vt:lpstr>
      <vt:lpstr>Arial</vt:lpstr>
      <vt:lpstr>Calibri</vt:lpstr>
      <vt:lpstr>Calibri Light</vt:lpstr>
      <vt:lpstr>Office 佈景主題</vt:lpstr>
      <vt:lpstr>Hybrid techniques based on solving reduced problem instances for a longest common subsequence problem</vt:lpstr>
      <vt:lpstr>Abstract (1/2)</vt:lpstr>
      <vt:lpstr>Abstract (2/2)</vt:lpstr>
      <vt:lpstr>The longest arc-preserving common subsequence (LAPCS) problem</vt:lpstr>
      <vt:lpstr>The longest arc-preserving common subsequence (LAPCS) problem</vt:lpstr>
      <vt:lpstr>Existing heuristic for LAPCS</vt:lpstr>
      <vt:lpstr>An ILP model for the LAPCS problem</vt:lpstr>
      <vt:lpstr>An ILP model for the LAPCS problem</vt:lpstr>
      <vt:lpstr>A hybrid algorithm based on solution merging</vt:lpstr>
      <vt:lpstr>A hybrid algorithm based on solution merging</vt:lpstr>
      <vt:lpstr>A hybrid algorithm based on solution merging</vt:lpstr>
      <vt:lpstr>Experiment environment</vt:lpstr>
      <vt:lpstr>Instances</vt:lpstr>
      <vt:lpstr>Instances</vt:lpstr>
      <vt:lpstr>Experiment: set 1</vt:lpstr>
      <vt:lpstr>Experiment: set 1</vt:lpstr>
      <vt:lpstr>Experiment: set 2</vt:lpstr>
      <vt:lpstr>Experiment: set 1</vt:lpstr>
      <vt:lpstr>Experiment: set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a longest common increasing subsequence</dc:title>
  <dc:creator>黃國峰</dc:creator>
  <cp:lastModifiedBy>K.HUANG</cp:lastModifiedBy>
  <cp:revision>67</cp:revision>
  <dcterms:created xsi:type="dcterms:W3CDTF">2017-10-02T04:56:24Z</dcterms:created>
  <dcterms:modified xsi:type="dcterms:W3CDTF">2018-09-18T10:08:55Z</dcterms:modified>
</cp:coreProperties>
</file>