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9" r:id="rId9"/>
    <p:sldId id="268" r:id="rId10"/>
    <p:sldId id="270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113" d="100"/>
          <a:sy n="113" d="100"/>
        </p:scale>
        <p:origin x="1224" y="10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36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04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9060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9751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880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104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15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2018/10/15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529" y="189782"/>
            <a:ext cx="8905101" cy="1160546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longest common square subsequences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0379" y="1971921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Takafumi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Inoue,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Shunsuke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Inenaga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*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Heikki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Hyyrö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Hideo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Bannai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Masayuki Takeda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 Informatics, Kyushu University,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Japan</a:t>
            </a:r>
          </a:p>
          <a:p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*Faculty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 Natural Sciences, University of Tampere,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Finland</a:t>
            </a: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Proceedings of 29th 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Annual Symposium on Combinatorial Pattern Matching, CPM </a:t>
            </a:r>
            <a:r>
              <a:rPr lang="fr-FR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2018, </a:t>
            </a:r>
            <a:r>
              <a:rPr lang="fr-FR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Qingdao, </a:t>
            </a:r>
            <a:r>
              <a:rPr lang="en-US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China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Ting-Wei Liang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Date:2018/10/16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square is a non-empty string of form Y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The longest common square subsequence (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LCSqS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problem is to compute a longest square occurring as a subsequence in two given strings A and B. We show that the problem can easily be solved in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ℳ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with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where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length of the strings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set of matching points between A and B. Then, we show that the problem can also be solved in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or in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𝑛𝑙𝑜𝑔𝑙𝑜𝑔𝑛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with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space, where σ is the number of distinct characters occurring in A and B. We also study lower bounds for the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LCSqS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problem for two or more strings.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  <a:blipFill rotWithShape="0">
                <a:blip r:embed="rId3"/>
                <a:stretch>
                  <a:fillRect t="-280" r="-1236" b="-254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common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square subsequence </a:t>
            </a:r>
            <a:b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LCSqS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TW" altLang="en-US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sz="2400" baseline="-25000" dirty="0">
                <a:latin typeface="Times New Roman" pitchFamily="18" charset="0"/>
                <a:cs typeface="Times New Roman" pitchFamily="18" charset="0"/>
              </a:rPr>
              <a:t>n 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BBA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BA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n = 14</a:t>
            </a: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</a:t>
            </a:r>
            <a:r>
              <a:rPr lang="en-US" altLang="zh-TW" sz="2400" baseline="-25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sz="24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400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AA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BB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AA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BB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CC</a:t>
            </a:r>
            <a:r>
              <a:rPr lang="en-US" altLang="zh-TW" sz="2400" dirty="0" smtClean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AA</a:t>
            </a:r>
            <a:r>
              <a:rPr lang="en-US" altLang="zh-TW" sz="24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LCSqS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BBAABBAA     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|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LCSqS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35691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pairs of partitioning of A and B.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Compute 4-string LCS in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time.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-time ,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-space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complexity can be easily improved to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consider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partition points between A and B.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35691"/>
                <a:ext cx="7886700" cy="4351338"/>
              </a:xfrm>
              <a:blipFill rotWithShape="0"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66" y="1553104"/>
            <a:ext cx="9144000" cy="128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5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Diagonally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verlapping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atching rectangles</a:t>
            </a:r>
            <a:b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(DOMRs)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6220" y="1634064"/>
            <a:ext cx="4877980" cy="4218521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6219508" y="2194455"/>
                <a:ext cx="28470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Matching Rectangle : </a:t>
                </a:r>
                <a14:m>
                  <m:oMath xmlns:m="http://schemas.openxmlformats.org/officeDocument/2006/math"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TW" altLang="en-US" sz="1200" dirty="0"/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508" y="2194455"/>
                <a:ext cx="2847061" cy="338554"/>
              </a:xfrm>
              <a:prstGeom prst="rect">
                <a:avLst/>
              </a:prstGeom>
              <a:blipFill rotWithShape="0">
                <a:blip r:embed="rId4"/>
                <a:stretch>
                  <a:fillRect l="-1071" t="-7143" b="-196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/>
              <p:cNvSpPr txBox="1"/>
              <p:nvPr/>
            </p:nvSpPr>
            <p:spPr>
              <a:xfrm>
                <a:off x="1964266" y="4817534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4266" y="4817534"/>
                <a:ext cx="31861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/>
              <p:cNvSpPr txBox="1"/>
              <p:nvPr/>
            </p:nvSpPr>
            <p:spPr>
              <a:xfrm>
                <a:off x="1959965" y="3217639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8" name="文字方塊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965" y="3217639"/>
                <a:ext cx="32489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3158066" y="5852585"/>
                <a:ext cx="3709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066" y="5852585"/>
                <a:ext cx="370934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4753682" y="5852585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682" y="5852585"/>
                <a:ext cx="31701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70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Diagonally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verlapping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atching rectangles</a:t>
            </a:r>
            <a:b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(DOMRs)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6220" y="1634064"/>
            <a:ext cx="4877980" cy="4218521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72000" y="1811867"/>
            <a:ext cx="1778000" cy="1837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 flipH="1">
            <a:off x="4512733" y="3589866"/>
            <a:ext cx="118534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 flipH="1">
            <a:off x="6290733" y="1780645"/>
            <a:ext cx="118534" cy="1185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2929466" y="5029201"/>
                <a:ext cx="75174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466" y="5029201"/>
                <a:ext cx="751744" cy="307777"/>
              </a:xfrm>
              <a:prstGeom prst="rect">
                <a:avLst/>
              </a:prstGeom>
              <a:blipFill rotWithShape="0"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3920066" y="3938321"/>
                <a:ext cx="8536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066" y="3938321"/>
                <a:ext cx="853695" cy="307777"/>
              </a:xfrm>
              <a:prstGeom prst="rect">
                <a:avLst/>
              </a:prstGeom>
              <a:blipFill rotWithShape="0"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4607305" y="3052167"/>
                <a:ext cx="7103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305" y="3052167"/>
                <a:ext cx="710323" cy="307777"/>
              </a:xfrm>
              <a:prstGeom prst="rect">
                <a:avLst/>
              </a:prstGeom>
              <a:blipFill rotWithShape="0">
                <a:blip r:embed="rId6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/>
              <p:cNvSpPr txBox="1"/>
              <p:nvPr/>
            </p:nvSpPr>
            <p:spPr>
              <a:xfrm>
                <a:off x="5555572" y="2021676"/>
                <a:ext cx="8117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TW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TW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9" name="文字方塊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572" y="2021676"/>
                <a:ext cx="811761" cy="307777"/>
              </a:xfrm>
              <a:prstGeom prst="rect">
                <a:avLst/>
              </a:prstGeom>
              <a:blipFill rotWithShape="0">
                <a:blip r:embed="rId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532290" y="2959834"/>
                <a:ext cx="94795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90" y="2959834"/>
                <a:ext cx="947952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/>
              <p:cNvSpPr txBox="1"/>
              <p:nvPr/>
            </p:nvSpPr>
            <p:spPr>
              <a:xfrm>
                <a:off x="532290" y="3616307"/>
                <a:ext cx="100418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90" y="3616307"/>
                <a:ext cx="1004185" cy="400110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45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內容版面配置區 5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Sort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the Matching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Rectangles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Compute longest sequence of DOMs by DP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→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𝐿𝐶𝑆𝑞𝑆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𝑙𝑒𝑛𝑔𝑡h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𝑠𝑡𝑎𝑟𝑡𝑠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𝑤𝑖𝑡h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𝑒𝑛𝑑𝑠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𝑤𝑖𝑡h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any dominant c-extensions(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ends with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lang="en-US" altLang="zh-TW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e>
                    </m:d>
                    <m:r>
                      <a:rPr lang="en-US" altLang="zh-TW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altLang="zh-TW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𝐷𝑃</m:t>
                        </m:r>
                      </m:e>
                      <m:sub>
                        <m:sSub>
                          <m:sSub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1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en-US" altLang="zh-TW" sz="18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+2</m:t>
                    </m:r>
                    <m:r>
                      <a:rPr lang="en-US" altLang="zh-TW" sz="1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zh-TW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1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ℳ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ℳ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c-extentions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zh-TW" alt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altLang="zh-TW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 smtClean="0">
                    <a:cs typeface="Times New Roman" panose="02020603050405020304" pitchFamily="18" charset="0"/>
                  </a:rPr>
                  <a:t>	</a:t>
                </a:r>
                <a:endParaRPr lang="en-US" altLang="zh-TW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內容版面配置區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4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260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cs typeface="Times New Roman" panose="02020603050405020304" pitchFamily="18" charset="0"/>
              </a:rPr>
              <a:t>	</a:t>
            </a:r>
            <a:endParaRPr lang="en-US" altLang="zh-TW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3284"/>
            <a:ext cx="9144000" cy="334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2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TW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</a:t>
                </a:r>
                <a:endPara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cs typeface="Times New Roman" panose="02020603050405020304" pitchFamily="18" charset="0"/>
              </a:rPr>
              <a:t>	</a:t>
            </a:r>
            <a:endParaRPr lang="en-US" altLang="zh-TW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3284"/>
            <a:ext cx="9144000" cy="334169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507067" y="2182680"/>
            <a:ext cx="499533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4761441" y="2690680"/>
            <a:ext cx="499533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758640" y="2143913"/>
            <a:ext cx="499533" cy="508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628650" y="4920501"/>
                <a:ext cx="23860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𝐷𝑂𝑀𝑠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000" b="0" i="0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𝐷𝑂𝑀𝑠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920501"/>
                <a:ext cx="2386064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/>
              <p:cNvSpPr txBox="1"/>
              <p:nvPr/>
            </p:nvSpPr>
            <p:spPr>
              <a:xfrm>
                <a:off x="476038" y="5616382"/>
                <a:ext cx="8333179" cy="433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000" dirty="0" smtClean="0"/>
                  <a:t> </a:t>
                </a: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 consider only right-upper corners</a:t>
                </a:r>
                <a14:m>
                  <m:oMath xmlns:m="http://schemas.openxmlformats.org/officeDocument/2006/math">
                    <m:r>
                      <a:rPr lang="en-US" altLang="zh-TW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zh-TW" sz="20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instead of matching rectangles</a:t>
                </a:r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038" y="5616382"/>
                <a:ext cx="8333179" cy="433517"/>
              </a:xfrm>
              <a:prstGeom prst="rect">
                <a:avLst/>
              </a:prstGeom>
              <a:blipFill rotWithShape="0">
                <a:blip r:embed="rId6"/>
                <a:stretch>
                  <a:fillRect t="-7042" b="-16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402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ℳ</m:t>
                            </m:r>
                          </m:e>
                        </m:d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p>
                        <m:r>
                          <a:rPr lang="en-US" altLang="zh-TW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𝑛𝑙𝑜𝑔𝑙𝑜𝑔𝑛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32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Algorithm</a:t>
                </a:r>
                <a:endParaRPr lang="zh-TW" altLang="en-US" sz="3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內容版面配置區 11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93183" y="1600136"/>
            <a:ext cx="7886700" cy="3176715"/>
          </a:xfrm>
          <a:prstGeom prst="rect">
            <a:avLst/>
          </a:prstGeom>
        </p:spPr>
      </p:pic>
      <p:sp>
        <p:nvSpPr>
          <p:cNvPr id="13" name="文字方塊 12"/>
          <p:cNvSpPr txBox="1"/>
          <p:nvPr/>
        </p:nvSpPr>
        <p:spPr>
          <a:xfrm>
            <a:off x="855134" y="5510432"/>
            <a:ext cx="4148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van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Emde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Boas 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0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36614</TotalTime>
  <Words>183</Words>
  <Application>Microsoft Office PowerPoint</Application>
  <PresentationFormat>如螢幕大小 (4:3)</PresentationFormat>
  <Paragraphs>85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Computing longest common square subsequences</vt:lpstr>
      <vt:lpstr>Abstract</vt:lpstr>
      <vt:lpstr>Longest common square subsequence  (LCSqS)</vt:lpstr>
      <vt:lpstr>Simple Algorithm</vt:lpstr>
      <vt:lpstr>Diagonally overlapping matching rectangles (DOMRs)</vt:lpstr>
      <vt:lpstr>Diagonally overlapping matching rectangles (DOMRs)</vt:lpstr>
      <vt:lpstr>O("σ" |M|^4+n) Algorithm</vt:lpstr>
      <vt:lpstr>O("σ" |M|^3+n) Algorithm</vt:lpstr>
      <vt:lpstr>O("σ" |M|^3+n) Algorithm</vt:lpstr>
      <vt:lpstr>O(|M|^3 〖log〗^2 nloglogn+n) Algorithm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Bebe</cp:lastModifiedBy>
  <cp:revision>411</cp:revision>
  <dcterms:created xsi:type="dcterms:W3CDTF">2016-04-23T07:31:56Z</dcterms:created>
  <dcterms:modified xsi:type="dcterms:W3CDTF">2018-10-15T10:07:14Z</dcterms:modified>
</cp:coreProperties>
</file>