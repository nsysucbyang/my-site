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42" r:id="rId4"/>
    <p:sldId id="306" r:id="rId5"/>
    <p:sldId id="343" r:id="rId6"/>
    <p:sldId id="344" r:id="rId7"/>
    <p:sldId id="345" r:id="rId8"/>
    <p:sldId id="346" r:id="rId9"/>
    <p:sldId id="347" r:id="rId10"/>
    <p:sldId id="348" r:id="rId11"/>
    <p:sldId id="34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42"/>
            <p14:sldId id="306"/>
            <p14:sldId id="343"/>
            <p14:sldId id="344"/>
            <p14:sldId id="345"/>
            <p14:sldId id="346"/>
            <p14:sldId id="347"/>
            <p14:sldId id="348"/>
            <p14:sldId id="3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63DD4-2D91-4F86-BEF2-E532BFF22DA1}" v="66" dt="2018-10-16T09:29:47.966"/>
    <p1510:client id="{A8CF9527-1B01-4678-9D1B-D255770598D2}" v="6" dt="2018-10-16T10:11:40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國峰 黃" userId="07d7d89e1f669cb9" providerId="LiveId" clId="{23763DD4-2D91-4F86-BEF2-E532BFF22DA1}"/>
    <pc:docChg chg="undo custSel addSld delSld modSld modSection">
      <pc:chgData name="國峰 黃" userId="07d7d89e1f669cb9" providerId="LiveId" clId="{23763DD4-2D91-4F86-BEF2-E532BFF22DA1}" dt="2018-10-16T09:29:58.499" v="297" actId="1076"/>
      <pc:docMkLst>
        <pc:docMk/>
      </pc:docMkLst>
      <pc:sldChg chg="modSp">
        <pc:chgData name="國峰 黃" userId="07d7d89e1f669cb9" providerId="LiveId" clId="{23763DD4-2D91-4F86-BEF2-E532BFF22DA1}" dt="2018-10-16T08:25:36.042" v="16" actId="20577"/>
        <pc:sldMkLst>
          <pc:docMk/>
          <pc:sldMk cId="3676774769" sldId="256"/>
        </pc:sldMkLst>
        <pc:spChg chg="mod">
          <ac:chgData name="國峰 黃" userId="07d7d89e1f669cb9" providerId="LiveId" clId="{23763DD4-2D91-4F86-BEF2-E532BFF22DA1}" dt="2018-10-16T08:19:58.736" v="3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23763DD4-2D91-4F86-BEF2-E532BFF22DA1}" dt="2018-10-16T08:25:36.042" v="16" actId="20577"/>
          <ac:spMkLst>
            <pc:docMk/>
            <pc:sldMk cId="3676774769" sldId="256"/>
            <ac:spMk id="3" creationId="{7ABD29E4-B887-45D9-9793-DA3B272D07C3}"/>
          </ac:spMkLst>
        </pc:spChg>
      </pc:sldChg>
      <pc:sldChg chg="modSp">
        <pc:chgData name="國峰 黃" userId="07d7d89e1f669cb9" providerId="LiveId" clId="{23763DD4-2D91-4F86-BEF2-E532BFF22DA1}" dt="2018-10-16T08:52:12.584" v="65" actId="14100"/>
        <pc:sldMkLst>
          <pc:docMk/>
          <pc:sldMk cId="2726883200" sldId="276"/>
        </pc:sldMkLst>
        <pc:spChg chg="mod">
          <ac:chgData name="國峰 黃" userId="07d7d89e1f669cb9" providerId="LiveId" clId="{23763DD4-2D91-4F86-BEF2-E532BFF22DA1}" dt="2018-10-16T08:52:12.584" v="65" actId="14100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國峰 黃" userId="07d7d89e1f669cb9" providerId="LiveId" clId="{23763DD4-2D91-4F86-BEF2-E532BFF22DA1}" dt="2018-10-16T08:54:29.403" v="74" actId="27636"/>
        <pc:sldMkLst>
          <pc:docMk/>
          <pc:sldMk cId="2693855290" sldId="306"/>
        </pc:sldMkLst>
        <pc:spChg chg="mod">
          <ac:chgData name="國峰 黃" userId="07d7d89e1f669cb9" providerId="LiveId" clId="{23763DD4-2D91-4F86-BEF2-E532BFF22DA1}" dt="2018-10-16T08:54:29.403" v="74" actId="27636"/>
          <ac:spMkLst>
            <pc:docMk/>
            <pc:sldMk cId="2693855290" sldId="306"/>
            <ac:spMk id="2" creationId="{E7747DF4-4375-4FEA-AD33-D3E0A18DB5F5}"/>
          </ac:spMkLst>
        </pc:spChg>
        <pc:spChg chg="add del mod">
          <ac:chgData name="國峰 黃" userId="07d7d89e1f669cb9" providerId="LiveId" clId="{23763DD4-2D91-4F86-BEF2-E532BFF22DA1}" dt="2018-10-16T08:54:17.740" v="70" actId="478"/>
          <ac:spMkLst>
            <pc:docMk/>
            <pc:sldMk cId="2693855290" sldId="306"/>
            <ac:spMk id="6" creationId="{BCBA53EC-C32D-4943-A101-4D5279E6BA9F}"/>
          </ac:spMkLst>
        </pc:spChg>
        <pc:spChg chg="del">
          <ac:chgData name="國峰 黃" userId="07d7d89e1f669cb9" providerId="LiveId" clId="{23763DD4-2D91-4F86-BEF2-E532BFF22DA1}" dt="2018-10-16T08:54:21.299" v="72" actId="478"/>
          <ac:spMkLst>
            <pc:docMk/>
            <pc:sldMk cId="2693855290" sldId="306"/>
            <ac:spMk id="7" creationId="{99086DC2-F8C8-4EA5-B068-5864D10D2125}"/>
          </ac:spMkLst>
        </pc:spChg>
        <pc:spChg chg="del">
          <ac:chgData name="國峰 黃" userId="07d7d89e1f669cb9" providerId="LiveId" clId="{23763DD4-2D91-4F86-BEF2-E532BFF22DA1}" dt="2018-10-16T08:54:20.210" v="71" actId="478"/>
          <ac:spMkLst>
            <pc:docMk/>
            <pc:sldMk cId="2693855290" sldId="306"/>
            <ac:spMk id="10" creationId="{2926D08C-BA85-41E6-B116-353ACFCCED33}"/>
          </ac:spMkLst>
        </pc:spChg>
        <pc:picChg chg="add mod">
          <ac:chgData name="國峰 黃" userId="07d7d89e1f669cb9" providerId="LiveId" clId="{23763DD4-2D91-4F86-BEF2-E532BFF22DA1}" dt="2018-10-16T08:54:14.193" v="69" actId="1076"/>
          <ac:picMkLst>
            <pc:docMk/>
            <pc:sldMk cId="2693855290" sldId="306"/>
            <ac:picMk id="3" creationId="{6A4A878E-227F-4EC1-9D49-A5E20E245B08}"/>
          </ac:picMkLst>
        </pc:picChg>
        <pc:picChg chg="del">
          <ac:chgData name="國峰 黃" userId="07d7d89e1f669cb9" providerId="LiveId" clId="{23763DD4-2D91-4F86-BEF2-E532BFF22DA1}" dt="2018-10-16T08:54:10.828" v="68" actId="478"/>
          <ac:picMkLst>
            <pc:docMk/>
            <pc:sldMk cId="2693855290" sldId="306"/>
            <ac:picMk id="5" creationId="{9A88F7FA-EE34-4AD8-92B7-F465D22AC41C}"/>
          </ac:picMkLst>
        </pc:picChg>
      </pc:sldChg>
      <pc:sldChg chg="modSp">
        <pc:chgData name="國峰 黃" userId="07d7d89e1f669cb9" providerId="LiveId" clId="{23763DD4-2D91-4F86-BEF2-E532BFF22DA1}" dt="2018-10-16T08:51:42.634" v="60"/>
        <pc:sldMkLst>
          <pc:docMk/>
          <pc:sldMk cId="1356823141" sldId="342"/>
        </pc:sldMkLst>
        <pc:spChg chg="mod">
          <ac:chgData name="國峰 黃" userId="07d7d89e1f669cb9" providerId="LiveId" clId="{23763DD4-2D91-4F86-BEF2-E532BFF22DA1}" dt="2018-10-16T08:51:42.634" v="60"/>
          <ac:spMkLst>
            <pc:docMk/>
            <pc:sldMk cId="1356823141" sldId="342"/>
            <ac:spMk id="3" creationId="{7DB8E5E2-9D37-4095-8A46-00A68D1D282E}"/>
          </ac:spMkLst>
        </pc:spChg>
      </pc:sldChg>
      <pc:sldChg chg="del">
        <pc:chgData name="國峰 黃" userId="07d7d89e1f669cb9" providerId="LiveId" clId="{23763DD4-2D91-4F86-BEF2-E532BFF22DA1}" dt="2018-10-16T09:08:45.720" v="75" actId="2696"/>
        <pc:sldMkLst>
          <pc:docMk/>
          <pc:sldMk cId="2294589171" sldId="343"/>
        </pc:sldMkLst>
      </pc:sldChg>
      <pc:sldChg chg="addSp delSp modSp add">
        <pc:chgData name="國峰 黃" userId="07d7d89e1f669cb9" providerId="LiveId" clId="{23763DD4-2D91-4F86-BEF2-E532BFF22DA1}" dt="2018-10-16T09:10:00.355" v="109" actId="20577"/>
        <pc:sldMkLst>
          <pc:docMk/>
          <pc:sldMk cId="3119791674" sldId="343"/>
        </pc:sldMkLst>
        <pc:spChg chg="mod">
          <ac:chgData name="國峰 黃" userId="07d7d89e1f669cb9" providerId="LiveId" clId="{23763DD4-2D91-4F86-BEF2-E532BFF22DA1}" dt="2018-10-16T09:10:00.355" v="109" actId="20577"/>
          <ac:spMkLst>
            <pc:docMk/>
            <pc:sldMk cId="3119791674" sldId="343"/>
            <ac:spMk id="2" creationId="{E7747DF4-4375-4FEA-AD33-D3E0A18DB5F5}"/>
          </ac:spMkLst>
        </pc:spChg>
        <pc:picChg chg="del">
          <ac:chgData name="國峰 黃" userId="07d7d89e1f669cb9" providerId="LiveId" clId="{23763DD4-2D91-4F86-BEF2-E532BFF22DA1}" dt="2018-10-16T09:09:04.777" v="91" actId="478"/>
          <ac:picMkLst>
            <pc:docMk/>
            <pc:sldMk cId="3119791674" sldId="343"/>
            <ac:picMk id="3" creationId="{6A4A878E-227F-4EC1-9D49-A5E20E245B08}"/>
          </ac:picMkLst>
        </pc:picChg>
        <pc:picChg chg="add">
          <ac:chgData name="國峰 黃" userId="07d7d89e1f669cb9" providerId="LiveId" clId="{23763DD4-2D91-4F86-BEF2-E532BFF22DA1}" dt="2018-10-16T09:09:05.117" v="92"/>
          <ac:picMkLst>
            <pc:docMk/>
            <pc:sldMk cId="3119791674" sldId="343"/>
            <ac:picMk id="4" creationId="{4773ADE7-02F8-4C25-ABF2-B05C0633A433}"/>
          </ac:picMkLst>
        </pc:picChg>
        <pc:picChg chg="add mod">
          <ac:chgData name="國峰 黃" userId="07d7d89e1f669cb9" providerId="LiveId" clId="{23763DD4-2D91-4F86-BEF2-E532BFF22DA1}" dt="2018-10-16T09:09:10.298" v="94" actId="1076"/>
          <ac:picMkLst>
            <pc:docMk/>
            <pc:sldMk cId="3119791674" sldId="343"/>
            <ac:picMk id="5" creationId="{F228EF6C-0A2A-445C-BD9D-F8D7D7E75948}"/>
          </ac:picMkLst>
        </pc:picChg>
      </pc:sldChg>
      <pc:sldChg chg="del">
        <pc:chgData name="國峰 黃" userId="07d7d89e1f669cb9" providerId="LiveId" clId="{23763DD4-2D91-4F86-BEF2-E532BFF22DA1}" dt="2018-10-16T09:08:45.732" v="76" actId="2696"/>
        <pc:sldMkLst>
          <pc:docMk/>
          <pc:sldMk cId="440958540" sldId="344"/>
        </pc:sldMkLst>
      </pc:sldChg>
      <pc:sldChg chg="addSp delSp modSp add">
        <pc:chgData name="國峰 黃" userId="07d7d89e1f669cb9" providerId="LiveId" clId="{23763DD4-2D91-4F86-BEF2-E532BFF22DA1}" dt="2018-10-16T09:21:29.101" v="244" actId="20577"/>
        <pc:sldMkLst>
          <pc:docMk/>
          <pc:sldMk cId="1947507102" sldId="344"/>
        </pc:sldMkLst>
        <pc:spChg chg="mod">
          <ac:chgData name="國峰 黃" userId="07d7d89e1f669cb9" providerId="LiveId" clId="{23763DD4-2D91-4F86-BEF2-E532BFF22DA1}" dt="2018-10-16T09:16:44.990" v="117" actId="255"/>
          <ac:spMkLst>
            <pc:docMk/>
            <pc:sldMk cId="1947507102" sldId="344"/>
            <ac:spMk id="2" creationId="{E7747DF4-4375-4FEA-AD33-D3E0A18DB5F5}"/>
          </ac:spMkLst>
        </pc:spChg>
        <pc:spChg chg="add mod">
          <ac:chgData name="國峰 黃" userId="07d7d89e1f669cb9" providerId="LiveId" clId="{23763DD4-2D91-4F86-BEF2-E532BFF22DA1}" dt="2018-10-16T09:21:29.101" v="244" actId="20577"/>
          <ac:spMkLst>
            <pc:docMk/>
            <pc:sldMk cId="1947507102" sldId="344"/>
            <ac:spMk id="6" creationId="{0D62279F-19FF-4BCE-BD12-EEC054BD3B36}"/>
          </ac:spMkLst>
        </pc:spChg>
        <pc:picChg chg="add">
          <ac:chgData name="國峰 黃" userId="07d7d89e1f669cb9" providerId="LiveId" clId="{23763DD4-2D91-4F86-BEF2-E532BFF22DA1}" dt="2018-10-16T09:16:08.579" v="113"/>
          <ac:picMkLst>
            <pc:docMk/>
            <pc:sldMk cId="1947507102" sldId="344"/>
            <ac:picMk id="3" creationId="{FA775713-A84A-4D95-A4E5-E3EC05F5FF98}"/>
          </ac:picMkLst>
        </pc:picChg>
        <pc:picChg chg="del">
          <ac:chgData name="國峰 黃" userId="07d7d89e1f669cb9" providerId="LiveId" clId="{23763DD4-2D91-4F86-BEF2-E532BFF22DA1}" dt="2018-10-16T09:16:06.984" v="111" actId="478"/>
          <ac:picMkLst>
            <pc:docMk/>
            <pc:sldMk cId="1947507102" sldId="344"/>
            <ac:picMk id="4" creationId="{4773ADE7-02F8-4C25-ABF2-B05C0633A433}"/>
          </ac:picMkLst>
        </pc:picChg>
        <pc:picChg chg="del">
          <ac:chgData name="國峰 黃" userId="07d7d89e1f669cb9" providerId="LiveId" clId="{23763DD4-2D91-4F86-BEF2-E532BFF22DA1}" dt="2018-10-16T09:16:07.575" v="112" actId="478"/>
          <ac:picMkLst>
            <pc:docMk/>
            <pc:sldMk cId="1947507102" sldId="344"/>
            <ac:picMk id="5" creationId="{F228EF6C-0A2A-445C-BD9D-F8D7D7E75948}"/>
          </ac:picMkLst>
        </pc:picChg>
      </pc:sldChg>
      <pc:sldChg chg="del">
        <pc:chgData name="國峰 黃" userId="07d7d89e1f669cb9" providerId="LiveId" clId="{23763DD4-2D91-4F86-BEF2-E532BFF22DA1}" dt="2018-10-16T09:08:45.744" v="77" actId="2696"/>
        <pc:sldMkLst>
          <pc:docMk/>
          <pc:sldMk cId="3466925056" sldId="345"/>
        </pc:sldMkLst>
      </pc:sldChg>
      <pc:sldChg chg="addSp delSp modSp add">
        <pc:chgData name="國峰 黃" userId="07d7d89e1f669cb9" providerId="LiveId" clId="{23763DD4-2D91-4F86-BEF2-E532BFF22DA1}" dt="2018-10-16T09:22:02.466" v="250" actId="1076"/>
        <pc:sldMkLst>
          <pc:docMk/>
          <pc:sldMk cId="4111964328" sldId="345"/>
        </pc:sldMkLst>
        <pc:spChg chg="mod">
          <ac:chgData name="國峰 黃" userId="07d7d89e1f669cb9" providerId="LiveId" clId="{23763DD4-2D91-4F86-BEF2-E532BFF22DA1}" dt="2018-10-16T09:21:14.469" v="228" actId="255"/>
          <ac:spMkLst>
            <pc:docMk/>
            <pc:sldMk cId="4111964328" sldId="345"/>
            <ac:spMk id="2" creationId="{E7747DF4-4375-4FEA-AD33-D3E0A18DB5F5}"/>
          </ac:spMkLst>
        </pc:spChg>
        <pc:spChg chg="del">
          <ac:chgData name="國峰 黃" userId="07d7d89e1f669cb9" providerId="LiveId" clId="{23763DD4-2D91-4F86-BEF2-E532BFF22DA1}" dt="2018-10-16T09:22:01.044" v="249" actId="478"/>
          <ac:spMkLst>
            <pc:docMk/>
            <pc:sldMk cId="4111964328" sldId="345"/>
            <ac:spMk id="6" creationId="{0D62279F-19FF-4BCE-BD12-EEC054BD3B36}"/>
          </ac:spMkLst>
        </pc:spChg>
        <pc:picChg chg="del">
          <ac:chgData name="國峰 黃" userId="07d7d89e1f669cb9" providerId="LiveId" clId="{23763DD4-2D91-4F86-BEF2-E532BFF22DA1}" dt="2018-10-16T09:21:50.727" v="245" actId="478"/>
          <ac:picMkLst>
            <pc:docMk/>
            <pc:sldMk cId="4111964328" sldId="345"/>
            <ac:picMk id="3" creationId="{FA775713-A84A-4D95-A4E5-E3EC05F5FF98}"/>
          </ac:picMkLst>
        </pc:picChg>
        <pc:picChg chg="add mod">
          <ac:chgData name="國峰 黃" userId="07d7d89e1f669cb9" providerId="LiveId" clId="{23763DD4-2D91-4F86-BEF2-E532BFF22DA1}" dt="2018-10-16T09:22:02.466" v="250" actId="1076"/>
          <ac:picMkLst>
            <pc:docMk/>
            <pc:sldMk cId="4111964328" sldId="345"/>
            <ac:picMk id="4" creationId="{AD11DA32-A245-4AF1-B9F1-E83F85A8F96F}"/>
          </ac:picMkLst>
        </pc:picChg>
      </pc:sldChg>
      <pc:sldChg chg="del">
        <pc:chgData name="國峰 黃" userId="07d7d89e1f669cb9" providerId="LiveId" clId="{23763DD4-2D91-4F86-BEF2-E532BFF22DA1}" dt="2018-10-16T09:08:45.751" v="78" actId="2696"/>
        <pc:sldMkLst>
          <pc:docMk/>
          <pc:sldMk cId="1559617487" sldId="346"/>
        </pc:sldMkLst>
      </pc:sldChg>
      <pc:sldChg chg="addSp delSp modSp add">
        <pc:chgData name="國峰 黃" userId="07d7d89e1f669cb9" providerId="LiveId" clId="{23763DD4-2D91-4F86-BEF2-E532BFF22DA1}" dt="2018-10-16T09:24:37.661" v="258" actId="1076"/>
        <pc:sldMkLst>
          <pc:docMk/>
          <pc:sldMk cId="3400447127" sldId="346"/>
        </pc:sldMkLst>
        <pc:spChg chg="mod">
          <ac:chgData name="國峰 黃" userId="07d7d89e1f669cb9" providerId="LiveId" clId="{23763DD4-2D91-4F86-BEF2-E532BFF22DA1}" dt="2018-10-16T09:24:29.336" v="256"/>
          <ac:spMkLst>
            <pc:docMk/>
            <pc:sldMk cId="3400447127" sldId="346"/>
            <ac:spMk id="2" creationId="{E7747DF4-4375-4FEA-AD33-D3E0A18DB5F5}"/>
          </ac:spMkLst>
        </pc:spChg>
        <pc:picChg chg="add mod">
          <ac:chgData name="國峰 黃" userId="07d7d89e1f669cb9" providerId="LiveId" clId="{23763DD4-2D91-4F86-BEF2-E532BFF22DA1}" dt="2018-10-16T09:24:37.661" v="258" actId="1076"/>
          <ac:picMkLst>
            <pc:docMk/>
            <pc:sldMk cId="3400447127" sldId="346"/>
            <ac:picMk id="3" creationId="{F497ECF0-F28D-472D-B27B-E867DDA872F7}"/>
          </ac:picMkLst>
        </pc:picChg>
        <pc:picChg chg="del">
          <ac:chgData name="國峰 黃" userId="07d7d89e1f669cb9" providerId="LiveId" clId="{23763DD4-2D91-4F86-BEF2-E532BFF22DA1}" dt="2018-10-16T09:24:18.962" v="252" actId="478"/>
          <ac:picMkLst>
            <pc:docMk/>
            <pc:sldMk cId="3400447127" sldId="346"/>
            <ac:picMk id="4" creationId="{AD11DA32-A245-4AF1-B9F1-E83F85A8F96F}"/>
          </ac:picMkLst>
        </pc:picChg>
      </pc:sldChg>
      <pc:sldChg chg="del">
        <pc:chgData name="國峰 黃" userId="07d7d89e1f669cb9" providerId="LiveId" clId="{23763DD4-2D91-4F86-BEF2-E532BFF22DA1}" dt="2018-10-16T09:08:45.767" v="79" actId="2696"/>
        <pc:sldMkLst>
          <pc:docMk/>
          <pc:sldMk cId="876241306" sldId="347"/>
        </pc:sldMkLst>
      </pc:sldChg>
      <pc:sldChg chg="addSp delSp modSp add">
        <pc:chgData name="國峰 黃" userId="07d7d89e1f669cb9" providerId="LiveId" clId="{23763DD4-2D91-4F86-BEF2-E532BFF22DA1}" dt="2018-10-16T09:26:48.621" v="268" actId="20577"/>
        <pc:sldMkLst>
          <pc:docMk/>
          <pc:sldMk cId="2177234217" sldId="347"/>
        </pc:sldMkLst>
        <pc:spChg chg="mod">
          <ac:chgData name="國峰 黃" userId="07d7d89e1f669cb9" providerId="LiveId" clId="{23763DD4-2D91-4F86-BEF2-E532BFF22DA1}" dt="2018-10-16T09:25:27.342" v="260"/>
          <ac:spMkLst>
            <pc:docMk/>
            <pc:sldMk cId="2177234217" sldId="347"/>
            <ac:spMk id="2" creationId="{E7747DF4-4375-4FEA-AD33-D3E0A18DB5F5}"/>
          </ac:spMkLst>
        </pc:spChg>
        <pc:spChg chg="add mod">
          <ac:chgData name="國峰 黃" userId="07d7d89e1f669cb9" providerId="LiveId" clId="{23763DD4-2D91-4F86-BEF2-E532BFF22DA1}" dt="2018-10-16T09:26:48.621" v="268" actId="20577"/>
          <ac:spMkLst>
            <pc:docMk/>
            <pc:sldMk cId="2177234217" sldId="347"/>
            <ac:spMk id="4" creationId="{C7787308-8B34-4782-B712-8FBAA064809A}"/>
          </ac:spMkLst>
        </pc:spChg>
        <pc:picChg chg="del">
          <ac:chgData name="國峰 黃" userId="07d7d89e1f669cb9" providerId="LiveId" clId="{23763DD4-2D91-4F86-BEF2-E532BFF22DA1}" dt="2018-10-16T09:25:57.750" v="261" actId="478"/>
          <ac:picMkLst>
            <pc:docMk/>
            <pc:sldMk cId="2177234217" sldId="347"/>
            <ac:picMk id="3" creationId="{F497ECF0-F28D-472D-B27B-E867DDA872F7}"/>
          </ac:picMkLst>
        </pc:picChg>
      </pc:sldChg>
      <pc:sldChg chg="del">
        <pc:chgData name="國峰 黃" userId="07d7d89e1f669cb9" providerId="LiveId" clId="{23763DD4-2D91-4F86-BEF2-E532BFF22DA1}" dt="2018-10-16T09:08:45.794" v="80" actId="2696"/>
        <pc:sldMkLst>
          <pc:docMk/>
          <pc:sldMk cId="717601469" sldId="348"/>
        </pc:sldMkLst>
      </pc:sldChg>
      <pc:sldChg chg="addSp delSp modSp add">
        <pc:chgData name="國峰 黃" userId="07d7d89e1f669cb9" providerId="LiveId" clId="{23763DD4-2D91-4F86-BEF2-E532BFF22DA1}" dt="2018-10-16T09:28:24.717" v="279" actId="478"/>
        <pc:sldMkLst>
          <pc:docMk/>
          <pc:sldMk cId="3359567419" sldId="348"/>
        </pc:sldMkLst>
        <pc:spChg chg="mod">
          <ac:chgData name="國峰 黃" userId="07d7d89e1f669cb9" providerId="LiveId" clId="{23763DD4-2D91-4F86-BEF2-E532BFF22DA1}" dt="2018-10-16T09:28:18.994" v="278"/>
          <ac:spMkLst>
            <pc:docMk/>
            <pc:sldMk cId="3359567419" sldId="348"/>
            <ac:spMk id="2" creationId="{E7747DF4-4375-4FEA-AD33-D3E0A18DB5F5}"/>
          </ac:spMkLst>
        </pc:spChg>
        <pc:spChg chg="del">
          <ac:chgData name="國峰 黃" userId="07d7d89e1f669cb9" providerId="LiveId" clId="{23763DD4-2D91-4F86-BEF2-E532BFF22DA1}" dt="2018-10-16T09:28:24.717" v="279" actId="478"/>
          <ac:spMkLst>
            <pc:docMk/>
            <pc:sldMk cId="3359567419" sldId="348"/>
            <ac:spMk id="4" creationId="{C7787308-8B34-4782-B712-8FBAA064809A}"/>
          </ac:spMkLst>
        </pc:spChg>
        <pc:picChg chg="add mod">
          <ac:chgData name="國峰 黃" userId="07d7d89e1f669cb9" providerId="LiveId" clId="{23763DD4-2D91-4F86-BEF2-E532BFF22DA1}" dt="2018-10-16T09:28:08.404" v="276" actId="1076"/>
          <ac:picMkLst>
            <pc:docMk/>
            <pc:sldMk cId="3359567419" sldId="348"/>
            <ac:picMk id="3" creationId="{2BAC5286-759F-46B3-8DC8-85E68AC470D9}"/>
          </ac:picMkLst>
        </pc:picChg>
        <pc:picChg chg="add mod">
          <ac:chgData name="國峰 黃" userId="07d7d89e1f669cb9" providerId="LiveId" clId="{23763DD4-2D91-4F86-BEF2-E532BFF22DA1}" dt="2018-10-16T09:28:10.183" v="277" actId="1076"/>
          <ac:picMkLst>
            <pc:docMk/>
            <pc:sldMk cId="3359567419" sldId="348"/>
            <ac:picMk id="5" creationId="{074F0BF9-35B5-4F1A-A88C-C54F26A585ED}"/>
          </ac:picMkLst>
        </pc:picChg>
      </pc:sldChg>
      <pc:sldChg chg="addSp delSp modSp add">
        <pc:chgData name="國峰 黃" userId="07d7d89e1f669cb9" providerId="LiveId" clId="{23763DD4-2D91-4F86-BEF2-E532BFF22DA1}" dt="2018-10-16T09:29:58.499" v="297" actId="1076"/>
        <pc:sldMkLst>
          <pc:docMk/>
          <pc:sldMk cId="3576174705" sldId="349"/>
        </pc:sldMkLst>
        <pc:spChg chg="mod">
          <ac:chgData name="國峰 黃" userId="07d7d89e1f669cb9" providerId="LiveId" clId="{23763DD4-2D91-4F86-BEF2-E532BFF22DA1}" dt="2018-10-16T09:29:24.890" v="287"/>
          <ac:spMkLst>
            <pc:docMk/>
            <pc:sldMk cId="3576174705" sldId="349"/>
            <ac:spMk id="2" creationId="{E7747DF4-4375-4FEA-AD33-D3E0A18DB5F5}"/>
          </ac:spMkLst>
        </pc:spChg>
        <pc:spChg chg="add mod">
          <ac:chgData name="國峰 黃" userId="07d7d89e1f669cb9" providerId="LiveId" clId="{23763DD4-2D91-4F86-BEF2-E532BFF22DA1}" dt="2018-10-16T09:29:53.229" v="292" actId="14100"/>
          <ac:spMkLst>
            <pc:docMk/>
            <pc:sldMk cId="3576174705" sldId="349"/>
            <ac:spMk id="7" creationId="{333AF511-B1B1-41E2-8707-C136F07FB7C1}"/>
          </ac:spMkLst>
        </pc:spChg>
        <pc:spChg chg="add del mod">
          <ac:chgData name="國峰 黃" userId="07d7d89e1f669cb9" providerId="LiveId" clId="{23763DD4-2D91-4F86-BEF2-E532BFF22DA1}" dt="2018-10-16T09:29:53.817" v="294"/>
          <ac:spMkLst>
            <pc:docMk/>
            <pc:sldMk cId="3576174705" sldId="349"/>
            <ac:spMk id="8" creationId="{1A3037B9-65D5-41EE-B4CC-72BD989E2028}"/>
          </ac:spMkLst>
        </pc:spChg>
        <pc:picChg chg="del">
          <ac:chgData name="國峰 黃" userId="07d7d89e1f669cb9" providerId="LiveId" clId="{23763DD4-2D91-4F86-BEF2-E532BFF22DA1}" dt="2018-10-16T09:29:08.125" v="281" actId="478"/>
          <ac:picMkLst>
            <pc:docMk/>
            <pc:sldMk cId="3576174705" sldId="349"/>
            <ac:picMk id="3" creationId="{2BAC5286-759F-46B3-8DC8-85E68AC470D9}"/>
          </ac:picMkLst>
        </pc:picChg>
        <pc:picChg chg="add mod">
          <ac:chgData name="國峰 黃" userId="07d7d89e1f669cb9" providerId="LiveId" clId="{23763DD4-2D91-4F86-BEF2-E532BFF22DA1}" dt="2018-10-16T09:29:58.499" v="297" actId="1076"/>
          <ac:picMkLst>
            <pc:docMk/>
            <pc:sldMk cId="3576174705" sldId="349"/>
            <ac:picMk id="4" creationId="{9208C480-6082-4ACF-825B-9AB2FAEE79AB}"/>
          </ac:picMkLst>
        </pc:picChg>
        <pc:picChg chg="del">
          <ac:chgData name="國峰 黃" userId="07d7d89e1f669cb9" providerId="LiveId" clId="{23763DD4-2D91-4F86-BEF2-E532BFF22DA1}" dt="2018-10-16T09:29:09.949" v="282" actId="478"/>
          <ac:picMkLst>
            <pc:docMk/>
            <pc:sldMk cId="3576174705" sldId="349"/>
            <ac:picMk id="5" creationId="{074F0BF9-35B5-4F1A-A88C-C54F26A585ED}"/>
          </ac:picMkLst>
        </pc:picChg>
        <pc:picChg chg="add mod">
          <ac:chgData name="國峰 黃" userId="07d7d89e1f669cb9" providerId="LiveId" clId="{23763DD4-2D91-4F86-BEF2-E532BFF22DA1}" dt="2018-10-16T09:29:57.625" v="296" actId="1076"/>
          <ac:picMkLst>
            <pc:docMk/>
            <pc:sldMk cId="3576174705" sldId="349"/>
            <ac:picMk id="6" creationId="{2E28173E-7E2F-4EC2-9251-C5178B50FB7F}"/>
          </ac:picMkLst>
        </pc:picChg>
      </pc:sldChg>
      <pc:sldChg chg="del">
        <pc:chgData name="國峰 黃" userId="07d7d89e1f669cb9" providerId="LiveId" clId="{23763DD4-2D91-4F86-BEF2-E532BFF22DA1}" dt="2018-10-16T09:08:45.806" v="81" actId="2696"/>
        <pc:sldMkLst>
          <pc:docMk/>
          <pc:sldMk cId="4010208547" sldId="349"/>
        </pc:sldMkLst>
      </pc:sldChg>
      <pc:sldChg chg="del">
        <pc:chgData name="國峰 黃" userId="07d7d89e1f669cb9" providerId="LiveId" clId="{23763DD4-2D91-4F86-BEF2-E532BFF22DA1}" dt="2018-10-16T09:08:45.822" v="82" actId="2696"/>
        <pc:sldMkLst>
          <pc:docMk/>
          <pc:sldMk cId="1507165385" sldId="350"/>
        </pc:sldMkLst>
      </pc:sldChg>
      <pc:sldChg chg="del">
        <pc:chgData name="國峰 黃" userId="07d7d89e1f669cb9" providerId="LiveId" clId="{23763DD4-2D91-4F86-BEF2-E532BFF22DA1}" dt="2018-10-16T09:08:45.837" v="83" actId="2696"/>
        <pc:sldMkLst>
          <pc:docMk/>
          <pc:sldMk cId="3441349344" sldId="351"/>
        </pc:sldMkLst>
      </pc:sldChg>
      <pc:sldChg chg="del">
        <pc:chgData name="國峰 黃" userId="07d7d89e1f669cb9" providerId="LiveId" clId="{23763DD4-2D91-4F86-BEF2-E532BFF22DA1}" dt="2018-10-16T09:08:45.851" v="84" actId="2696"/>
        <pc:sldMkLst>
          <pc:docMk/>
          <pc:sldMk cId="2574434222" sldId="352"/>
        </pc:sldMkLst>
      </pc:sldChg>
      <pc:sldChg chg="del">
        <pc:chgData name="國峰 黃" userId="07d7d89e1f669cb9" providerId="LiveId" clId="{23763DD4-2D91-4F86-BEF2-E532BFF22DA1}" dt="2018-10-16T09:08:45.871" v="85" actId="2696"/>
        <pc:sldMkLst>
          <pc:docMk/>
          <pc:sldMk cId="3631355085" sldId="353"/>
        </pc:sldMkLst>
      </pc:sldChg>
      <pc:sldChg chg="del">
        <pc:chgData name="國峰 黃" userId="07d7d89e1f669cb9" providerId="LiveId" clId="{23763DD4-2D91-4F86-BEF2-E532BFF22DA1}" dt="2018-10-16T09:08:45.887" v="86" actId="2696"/>
        <pc:sldMkLst>
          <pc:docMk/>
          <pc:sldMk cId="1432552150" sldId="354"/>
        </pc:sldMkLst>
      </pc:sldChg>
      <pc:sldChg chg="del">
        <pc:chgData name="國峰 黃" userId="07d7d89e1f669cb9" providerId="LiveId" clId="{23763DD4-2D91-4F86-BEF2-E532BFF22DA1}" dt="2018-10-16T09:08:45.902" v="87" actId="2696"/>
        <pc:sldMkLst>
          <pc:docMk/>
          <pc:sldMk cId="1028909978" sldId="355"/>
        </pc:sldMkLst>
      </pc:sldChg>
      <pc:sldChg chg="del">
        <pc:chgData name="國峰 黃" userId="07d7d89e1f669cb9" providerId="LiveId" clId="{23763DD4-2D91-4F86-BEF2-E532BFF22DA1}" dt="2018-10-16T09:08:45.918" v="88" actId="2696"/>
        <pc:sldMkLst>
          <pc:docMk/>
          <pc:sldMk cId="391714506" sldId="356"/>
        </pc:sldMkLst>
      </pc:sldChg>
      <pc:sldChg chg="del">
        <pc:chgData name="國峰 黃" userId="07d7d89e1f669cb9" providerId="LiveId" clId="{23763DD4-2D91-4F86-BEF2-E532BFF22DA1}" dt="2018-10-16T09:08:45.932" v="89" actId="2696"/>
        <pc:sldMkLst>
          <pc:docMk/>
          <pc:sldMk cId="4013239084" sldId="357"/>
        </pc:sldMkLst>
      </pc:sldChg>
    </pc:docChg>
  </pc:docChgLst>
  <pc:docChgLst>
    <pc:chgData name="國峰 黃" userId="07d7d89e1f669cb9" providerId="LiveId" clId="{63381159-AF27-4007-98E4-C86A851EF65F}"/>
  </pc:docChgLst>
  <pc:docChgLst>
    <pc:chgData userId="07d7d89e1f669cb9" providerId="LiveId" clId="{A25C8640-2F66-41E6-A9F0-00AB598344A4}"/>
  </pc:docChgLst>
  <pc:docChgLst>
    <pc:chgData name="國峰 黃" userId="07d7d89e1f669cb9" providerId="LiveId" clId="{A8CF9527-1B01-4678-9D1B-D255770598D2}"/>
    <pc:docChg chg="modSld">
      <pc:chgData name="國峰 黃" userId="07d7d89e1f669cb9" providerId="LiveId" clId="{A8CF9527-1B01-4678-9D1B-D255770598D2}" dt="2018-10-16T10:12:17.300" v="16" actId="1076"/>
      <pc:docMkLst>
        <pc:docMk/>
      </pc:docMkLst>
      <pc:sldChg chg="modSp">
        <pc:chgData name="國峰 黃" userId="07d7d89e1f669cb9" providerId="LiveId" clId="{A8CF9527-1B01-4678-9D1B-D255770598D2}" dt="2018-10-16T09:53:22.897" v="8"/>
        <pc:sldMkLst>
          <pc:docMk/>
          <pc:sldMk cId="3676774769" sldId="256"/>
        </pc:sldMkLst>
        <pc:spChg chg="mod">
          <ac:chgData name="國峰 黃" userId="07d7d89e1f669cb9" providerId="LiveId" clId="{A8CF9527-1B01-4678-9D1B-D255770598D2}" dt="2018-10-16T09:53:22.897" v="8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A8CF9527-1B01-4678-9D1B-D255770598D2}" dt="2018-10-16T10:10:08.691" v="10"/>
        <pc:sldMkLst>
          <pc:docMk/>
          <pc:sldMk cId="3119791674" sldId="343"/>
        </pc:sldMkLst>
        <pc:spChg chg="mod">
          <ac:chgData name="國峰 黃" userId="07d7d89e1f669cb9" providerId="LiveId" clId="{A8CF9527-1B01-4678-9D1B-D255770598D2}" dt="2018-10-16T10:10:08.691" v="10"/>
          <ac:spMkLst>
            <pc:docMk/>
            <pc:sldMk cId="3119791674" sldId="343"/>
            <ac:spMk id="2" creationId="{E7747DF4-4375-4FEA-AD33-D3E0A18DB5F5}"/>
          </ac:spMkLst>
        </pc:spChg>
      </pc:sldChg>
      <pc:sldChg chg="modSp">
        <pc:chgData name="國峰 黃" userId="07d7d89e1f669cb9" providerId="LiveId" clId="{A8CF9527-1B01-4678-9D1B-D255770598D2}" dt="2018-10-16T10:09:47.762" v="9"/>
        <pc:sldMkLst>
          <pc:docMk/>
          <pc:sldMk cId="1947507102" sldId="344"/>
        </pc:sldMkLst>
        <pc:spChg chg="mod">
          <ac:chgData name="國峰 黃" userId="07d7d89e1f669cb9" providerId="LiveId" clId="{A8CF9527-1B01-4678-9D1B-D255770598D2}" dt="2018-10-16T10:09:47.762" v="9"/>
          <ac:spMkLst>
            <pc:docMk/>
            <pc:sldMk cId="1947507102" sldId="344"/>
            <ac:spMk id="2" creationId="{E7747DF4-4375-4FEA-AD33-D3E0A18DB5F5}"/>
          </ac:spMkLst>
        </pc:spChg>
      </pc:sldChg>
      <pc:sldChg chg="addSp modSp">
        <pc:chgData name="國峰 黃" userId="07d7d89e1f669cb9" providerId="LiveId" clId="{A8CF9527-1B01-4678-9D1B-D255770598D2}" dt="2018-10-16T10:12:17.300" v="16" actId="1076"/>
        <pc:sldMkLst>
          <pc:docMk/>
          <pc:sldMk cId="4111964328" sldId="345"/>
        </pc:sldMkLst>
        <pc:spChg chg="mod">
          <ac:chgData name="國峰 黃" userId="07d7d89e1f669cb9" providerId="LiveId" clId="{A8CF9527-1B01-4678-9D1B-D255770598D2}" dt="2018-10-16T10:12:10.231" v="14" actId="1076"/>
          <ac:spMkLst>
            <pc:docMk/>
            <pc:sldMk cId="4111964328" sldId="345"/>
            <ac:spMk id="2" creationId="{E7747DF4-4375-4FEA-AD33-D3E0A18DB5F5}"/>
          </ac:spMkLst>
        </pc:spChg>
        <pc:picChg chg="mod">
          <ac:chgData name="國峰 黃" userId="07d7d89e1f669cb9" providerId="LiveId" clId="{A8CF9527-1B01-4678-9D1B-D255770598D2}" dt="2018-10-16T10:12:07.007" v="13" actId="1076"/>
          <ac:picMkLst>
            <pc:docMk/>
            <pc:sldMk cId="4111964328" sldId="345"/>
            <ac:picMk id="4" creationId="{AD11DA32-A245-4AF1-B9F1-E83F85A8F96F}"/>
          </ac:picMkLst>
        </pc:picChg>
        <pc:picChg chg="add mod">
          <ac:chgData name="國峰 黃" userId="07d7d89e1f669cb9" providerId="LiveId" clId="{A8CF9527-1B01-4678-9D1B-D255770598D2}" dt="2018-10-16T10:12:17.300" v="16" actId="1076"/>
          <ac:picMkLst>
            <pc:docMk/>
            <pc:sldMk cId="4111964328" sldId="345"/>
            <ac:picMk id="1026" creationId="{560CCBDF-281C-4E5C-9AF1-01F2F3B08D10}"/>
          </ac:picMkLst>
        </pc:picChg>
      </pc:sldChg>
    </pc:docChg>
  </pc:docChgLst>
  <pc:docChgLst>
    <pc:chgData userId="07d7d89e1f669cb9" providerId="LiveId" clId="{30E17E0D-8901-4D2A-98BE-E37AEFA1001D}"/>
  </pc:docChgLst>
  <pc:docChgLst>
    <pc:chgData name="黃國峰" userId="07d7d89e1f669cb9" providerId="LiveId" clId="{D7E13699-1C50-409E-984A-872A6EE95369}"/>
  </pc:docChgLst>
  <pc:docChgLst>
    <pc:chgData name="黃國峰" userId="07d7d89e1f669cb9" providerId="LiveId" clId="{9BB67EFE-CA73-4D31-92CA-DFD98D1BF03B}"/>
  </pc:docChgLst>
  <pc:docChgLst>
    <pc:chgData name="國峰 黃" userId="07d7d89e1f669cb9" providerId="LiveId" clId="{2317824F-B36D-4B63-B144-CA71A6898041}"/>
    <pc:docChg chg="undo custSel mod addSld delSld modSld sldOrd modSection">
      <pc:chgData name="國峰 黃" userId="07d7d89e1f669cb9" providerId="LiveId" clId="{2317824F-B36D-4B63-B144-CA71A6898041}" dt="2018-09-18T10:08:46.512" v="902"/>
      <pc:docMkLst>
        <pc:docMk/>
      </pc:docMkLst>
      <pc:sldChg chg="modSp">
        <pc:chgData name="國峰 黃" userId="07d7d89e1f669cb9" providerId="LiveId" clId="{2317824F-B36D-4B63-B144-CA71A6898041}" dt="2018-09-18T04:57:57.134" v="27" actId="20577"/>
        <pc:sldMkLst>
          <pc:docMk/>
          <pc:sldMk cId="3676774769" sldId="256"/>
        </pc:sldMkLst>
        <pc:spChg chg="mod">
          <ac:chgData name="國峰 黃" userId="07d7d89e1f669cb9" providerId="LiveId" clId="{2317824F-B36D-4B63-B144-CA71A6898041}" dt="2018-09-18T04:57:09.486" v="10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2317824F-B36D-4B63-B144-CA71A6898041}" dt="2018-09-18T04:57:57.134" v="27" actId="20577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2317824F-B36D-4B63-B144-CA71A6898041}" dt="2018-09-18T04:56:57.783" v="8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2317824F-B36D-4B63-B144-CA71A6898041}" dt="2018-09-18T04:59:37.838" v="39" actId="20577"/>
        <pc:sldMkLst>
          <pc:docMk/>
          <pc:sldMk cId="2726883200" sldId="276"/>
        </pc:sldMkLst>
        <pc:spChg chg="mod">
          <ac:chgData name="國峰 黃" userId="07d7d89e1f669cb9" providerId="LiveId" clId="{2317824F-B36D-4B63-B144-CA71A6898041}" dt="2018-09-18T04:59:37.838" v="39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 mod setBg">
        <pc:chgData name="國峰 黃" userId="07d7d89e1f669cb9" providerId="LiveId" clId="{2317824F-B36D-4B63-B144-CA71A6898041}" dt="2018-09-18T05:47:32.801" v="419" actId="20577"/>
        <pc:sldMkLst>
          <pc:docMk/>
          <pc:sldMk cId="2693855290" sldId="306"/>
        </pc:sldMkLst>
        <pc:spChg chg="mod">
          <ac:chgData name="國峰 黃" userId="07d7d89e1f669cb9" providerId="LiveId" clId="{2317824F-B36D-4B63-B144-CA71A6898041}" dt="2018-09-18T05:47:32.801" v="419" actId="20577"/>
          <ac:spMkLst>
            <pc:docMk/>
            <pc:sldMk cId="2693855290" sldId="306"/>
            <ac:spMk id="2" creationId="{E7747DF4-4375-4FEA-AD33-D3E0A18DB5F5}"/>
          </ac:spMkLst>
        </pc:spChg>
        <pc:spChg chg="del mod">
          <ac:chgData name="國峰 黃" userId="07d7d89e1f669cb9" providerId="LiveId" clId="{2317824F-B36D-4B63-B144-CA71A6898041}" dt="2018-09-18T05:06:08.131" v="44" actId="931"/>
          <ac:spMkLst>
            <pc:docMk/>
            <pc:sldMk cId="2693855290" sldId="306"/>
            <ac:spMk id="3" creationId="{7EA8248B-CF22-4D53-BD43-208C1FD8B188}"/>
          </ac:spMkLst>
        </pc:spChg>
        <pc:spChg chg="add del mod">
          <ac:chgData name="國峰 黃" userId="07d7d89e1f669cb9" providerId="LiveId" clId="{2317824F-B36D-4B63-B144-CA71A6898041}" dt="2018-09-18T05:06:36.541" v="49" actId="11529"/>
          <ac:spMkLst>
            <pc:docMk/>
            <pc:sldMk cId="2693855290" sldId="306"/>
            <ac:spMk id="6" creationId="{F550D620-E62B-4456-A002-B595CC85533A}"/>
          </ac:spMkLst>
        </pc:spChg>
        <pc:spChg chg="add mod">
          <ac:chgData name="國峰 黃" userId="07d7d89e1f669cb9" providerId="LiveId" clId="{2317824F-B36D-4B63-B144-CA71A6898041}" dt="2018-09-18T05:06:52.334" v="50" actId="11529"/>
          <ac:spMkLst>
            <pc:docMk/>
            <pc:sldMk cId="2693855290" sldId="306"/>
            <ac:spMk id="7" creationId="{99086DC2-F8C8-4EA5-B068-5864D10D2125}"/>
          </ac:spMkLst>
        </pc:spChg>
        <pc:spChg chg="add mod">
          <ac:chgData name="國峰 黃" userId="07d7d89e1f669cb9" providerId="LiveId" clId="{2317824F-B36D-4B63-B144-CA71A6898041}" dt="2018-09-18T05:07:16.370" v="54" actId="1076"/>
          <ac:spMkLst>
            <pc:docMk/>
            <pc:sldMk cId="2693855290" sldId="306"/>
            <ac:spMk id="10" creationId="{2926D08C-BA85-41E6-B116-353ACFCCED33}"/>
          </ac:spMkLst>
        </pc:spChg>
        <pc:spChg chg="add del">
          <ac:chgData name="國峰 黃" userId="07d7d89e1f669cb9" providerId="LiveId" clId="{2317824F-B36D-4B63-B144-CA71A6898041}" dt="2018-09-18T05:06:14.765" v="47" actId="26606"/>
          <ac:spMkLst>
            <pc:docMk/>
            <pc:sldMk cId="2693855290" sldId="306"/>
            <ac:spMk id="13" creationId="{73DE2CFE-42F2-48F0-8706-5264E012B10C}"/>
          </ac:spMkLst>
        </pc:spChg>
        <pc:picChg chg="add mod">
          <ac:chgData name="國峰 黃" userId="07d7d89e1f669cb9" providerId="LiveId" clId="{2317824F-B36D-4B63-B144-CA71A6898041}" dt="2018-09-18T05:07:10.733" v="52" actId="1076"/>
          <ac:picMkLst>
            <pc:docMk/>
            <pc:sldMk cId="2693855290" sldId="306"/>
            <ac:picMk id="5" creationId="{9A88F7FA-EE34-4AD8-92B7-F465D22AC41C}"/>
          </ac:picMkLst>
        </pc:picChg>
        <pc:picChg chg="add del">
          <ac:chgData name="國峰 黃" userId="07d7d89e1f669cb9" providerId="LiveId" clId="{2317824F-B36D-4B63-B144-CA71A6898041}" dt="2018-09-18T05:06:14.765" v="47" actId="26606"/>
          <ac:picMkLst>
            <pc:docMk/>
            <pc:sldMk cId="2693855290" sldId="306"/>
            <ac:picMk id="8" creationId="{9A88F7FA-EE34-4AD8-92B7-F465D22AC41C}"/>
          </ac:picMkLst>
        </pc:picChg>
      </pc:sldChg>
      <pc:sldChg chg="modSp add">
        <pc:chgData name="國峰 黃" userId="07d7d89e1f669cb9" providerId="LiveId" clId="{2317824F-B36D-4B63-B144-CA71A6898041}" dt="2018-09-18T04:59:10.414" v="35" actId="20577"/>
        <pc:sldMkLst>
          <pc:docMk/>
          <pc:sldMk cId="1356823141" sldId="342"/>
        </pc:sldMkLst>
        <pc:spChg chg="mod">
          <ac:chgData name="國峰 黃" userId="07d7d89e1f669cb9" providerId="LiveId" clId="{2317824F-B36D-4B63-B144-CA71A6898041}" dt="2018-09-18T04:58:41.476" v="31" actId="20577"/>
          <ac:spMkLst>
            <pc:docMk/>
            <pc:sldMk cId="1356823141" sldId="342"/>
            <ac:spMk id="2" creationId="{A81FADCC-098F-42B3-A516-7A8E8C1A4646}"/>
          </ac:spMkLst>
        </pc:spChg>
        <pc:spChg chg="mod">
          <ac:chgData name="國峰 黃" userId="07d7d89e1f669cb9" providerId="LiveId" clId="{2317824F-B36D-4B63-B144-CA71A6898041}" dt="2018-09-18T04:59:10.414" v="35" actId="20577"/>
          <ac:spMkLst>
            <pc:docMk/>
            <pc:sldMk cId="1356823141" sldId="342"/>
            <ac:spMk id="3" creationId="{7DB8E5E2-9D37-4095-8A46-00A68D1D28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b="1" dirty="0"/>
              <a:t>An LCS-based 2D Fragmented Image Reassembly Algorithm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fontScale="77500" lnSpcReduction="20000"/>
          </a:bodyPr>
          <a:lstStyle/>
          <a:p>
            <a:endParaRPr lang="en-US" altLang="zh-TW" dirty="0"/>
          </a:p>
          <a:p>
            <a:r>
              <a:rPr lang="en-US" altLang="zh-TW" dirty="0" err="1"/>
              <a:t>Houman</a:t>
            </a:r>
            <a:r>
              <a:rPr lang="en-US" altLang="zh-TW" dirty="0"/>
              <a:t> Kamran, Kang Zhang, </a:t>
            </a:r>
            <a:r>
              <a:rPr lang="en-US" altLang="zh-TW" dirty="0" err="1"/>
              <a:t>Maoqing</a:t>
            </a:r>
            <a:r>
              <a:rPr lang="en-US" altLang="zh-TW" dirty="0"/>
              <a:t> Li, and Xin Li</a:t>
            </a:r>
          </a:p>
          <a:p>
            <a:r>
              <a:rPr lang="en-US" altLang="zh-TW" dirty="0"/>
              <a:t>   Proceedings of  13th International Conference on</a:t>
            </a:r>
          </a:p>
          <a:p>
            <a:r>
              <a:rPr lang="en-US" altLang="zh-TW" dirty="0"/>
              <a:t>Computer Science &amp; Education (ICCSE 2018)</a:t>
            </a:r>
          </a:p>
          <a:p>
            <a:r>
              <a:rPr lang="it-IT" altLang="zh-TW" dirty="0"/>
              <a:t>August 8-11, 2018. Colombo, Sri Lanka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2018/10/16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106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We propose an algorithm for 2D image fragment</a:t>
            </a:r>
          </a:p>
          <a:p>
            <a:pPr marL="0" indent="0">
              <a:buNone/>
            </a:pPr>
            <a:r>
              <a:rPr lang="en-US" altLang="zh-TW" dirty="0"/>
              <a:t>reassembly problem based on solving a variation of Longest</a:t>
            </a:r>
            <a:r>
              <a:rPr lang="zh-TW" altLang="en-US" dirty="0"/>
              <a:t> </a:t>
            </a:r>
            <a:r>
              <a:rPr lang="en-US" altLang="zh-TW" dirty="0"/>
              <a:t>Common Subsequence (LCS) problem. Our processing pipeline</a:t>
            </a:r>
            <a:r>
              <a:rPr lang="zh-TW" altLang="en-US" dirty="0"/>
              <a:t> </a:t>
            </a:r>
            <a:r>
              <a:rPr lang="en-US" altLang="zh-TW" dirty="0"/>
              <a:t>has three steps. First, the</a:t>
            </a:r>
            <a:r>
              <a:rPr lang="zh-TW" altLang="en-US" dirty="0"/>
              <a:t> </a:t>
            </a:r>
            <a:r>
              <a:rPr lang="en-US" altLang="zh-TW" dirty="0"/>
              <a:t>boundary of each fragment is extracted</a:t>
            </a:r>
            <a:r>
              <a:rPr lang="zh-TW" altLang="en-US" dirty="0"/>
              <a:t> </a:t>
            </a:r>
            <a:r>
              <a:rPr lang="en-US" altLang="zh-TW" dirty="0"/>
              <a:t>automatically from its scanned image, with paper tissue and</a:t>
            </a:r>
            <a:r>
              <a:rPr lang="zh-TW" altLang="en-US" dirty="0"/>
              <a:t> </a:t>
            </a:r>
            <a:r>
              <a:rPr lang="en-US" altLang="zh-TW" dirty="0"/>
              <a:t>scanning artifacts removed. Second, inter-fragment boundary</a:t>
            </a:r>
            <a:r>
              <a:rPr lang="zh-TW" altLang="en-US" dirty="0"/>
              <a:t> </a:t>
            </a:r>
            <a:r>
              <a:rPr lang="en-US" altLang="zh-TW" dirty="0"/>
              <a:t>matching is computed between each pair of fragments by solving</a:t>
            </a:r>
            <a:r>
              <a:rPr lang="zh-TW" altLang="en-US" dirty="0"/>
              <a:t> </a:t>
            </a:r>
            <a:r>
              <a:rPr lang="en-US" altLang="zh-TW" dirty="0"/>
              <a:t>a Longest Common Subsequence problem. The goal is to identify</a:t>
            </a:r>
            <a:r>
              <a:rPr lang="zh-TW" altLang="en-US" dirty="0"/>
              <a:t> </a:t>
            </a:r>
            <a:r>
              <a:rPr lang="en-US" altLang="zh-TW" dirty="0"/>
              <a:t>the best possible adjacency relationship among image fragment</a:t>
            </a:r>
            <a:r>
              <a:rPr lang="zh-TW" altLang="en-US" dirty="0"/>
              <a:t> </a:t>
            </a:r>
            <a:r>
              <a:rPr lang="en-US" altLang="zh-TW" dirty="0"/>
              <a:t>pairs. 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Finally, a multi-piece alignment is used to prune incorrect</a:t>
            </a:r>
            <a:r>
              <a:rPr lang="zh-TW" altLang="en-US" dirty="0"/>
              <a:t> </a:t>
            </a:r>
            <a:r>
              <a:rPr lang="en-US" altLang="zh-TW" dirty="0"/>
              <a:t>matches and globally compose the final image. We perform</a:t>
            </a:r>
            <a:r>
              <a:rPr lang="zh-TW" altLang="en-US" dirty="0"/>
              <a:t> </a:t>
            </a:r>
            <a:r>
              <a:rPr lang="en-US" altLang="zh-TW" dirty="0"/>
              <a:t>experiments on various image fragment datasets and compare our</a:t>
            </a:r>
            <a:r>
              <a:rPr lang="zh-TW" altLang="en-US" dirty="0"/>
              <a:t> </a:t>
            </a:r>
            <a:r>
              <a:rPr lang="en-US" altLang="zh-TW" dirty="0"/>
              <a:t>results with existing methods to show the improved efficiency and</a:t>
            </a:r>
            <a:r>
              <a:rPr lang="zh-TW" altLang="en-US" dirty="0"/>
              <a:t> </a:t>
            </a:r>
            <a:r>
              <a:rPr lang="en-US" altLang="zh-TW" dirty="0"/>
              <a:t>robustness with respect to images of different resolutions and</a:t>
            </a:r>
            <a:r>
              <a:rPr lang="zh-TW" altLang="en-US" dirty="0"/>
              <a:t> </a:t>
            </a:r>
            <a:r>
              <a:rPr lang="en-US" altLang="zh-TW" dirty="0"/>
              <a:t>different levels of noise on boundary pixels.</a:t>
            </a:r>
          </a:p>
        </p:txBody>
      </p:sp>
    </p:spTree>
    <p:extLst>
      <p:ext uri="{BB962C8B-B14F-4D97-AF65-F5344CB8AC3E}">
        <p14:creationId xmlns:p14="http://schemas.microsoft.com/office/powerpoint/2010/main" val="135682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A demonstration of the 3-step pipeline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6A4A878E-227F-4EC1-9D49-A5E20E245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9645"/>
            <a:ext cx="9144000" cy="261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Removing Artifacts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4773ADE7-02F8-4C25-ABF2-B05C0633A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2438400"/>
            <a:ext cx="7305675" cy="19812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F228EF6C-0A2A-445C-BD9D-F8D7D7E7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1" y="4629325"/>
            <a:ext cx="73056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9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Pairwise Matching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FA775713-A84A-4D95-A4E5-E3EC05F5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425"/>
            <a:ext cx="9144000" cy="29931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0D62279F-19FF-4BCE-BD12-EEC054BD3B36}"/>
              </a:ext>
            </a:extLst>
          </p:cNvPr>
          <p:cNvSpPr txBox="1"/>
          <p:nvPr/>
        </p:nvSpPr>
        <p:spPr>
          <a:xfrm>
            <a:off x="184558" y="5444455"/>
            <a:ext cx="72960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d(</a:t>
            </a:r>
            <a:r>
              <a:rPr lang="en-US" altLang="zh-TW" sz="2800" dirty="0" err="1"/>
              <a:t>S</a:t>
            </a:r>
            <a:r>
              <a:rPr lang="en-US" altLang="zh-TW" sz="2800" baseline="-25000" dirty="0" err="1"/>
              <a:t>i,k</a:t>
            </a:r>
            <a:r>
              <a:rPr lang="en-US" altLang="zh-TW" sz="2800" dirty="0"/>
              <a:t>)=(length, red, blue, green</a:t>
            </a:r>
            <a:r>
              <a:rPr lang="en-US" altLang="zh-TW" sz="2800" dirty="0" smtClean="0"/>
              <a:t>, angle </a:t>
            </a:r>
            <a:r>
              <a:rPr lang="en-US" altLang="zh-TW" sz="2800" dirty="0"/>
              <a:t>with its </a:t>
            </a:r>
            <a:r>
              <a:rPr lang="en-US" altLang="zh-TW" sz="2800" dirty="0" smtClean="0"/>
              <a:t>left</a:t>
            </a:r>
            <a:endParaRPr lang="en-US" altLang="zh-TW" sz="2800" dirty="0"/>
          </a:p>
          <a:p>
            <a:r>
              <a:rPr lang="en-US" altLang="zh-TW" sz="2800" dirty="0"/>
              <a:t>         </a:t>
            </a:r>
            <a:r>
              <a:rPr lang="en-US" altLang="zh-TW" sz="2800" dirty="0" smtClean="0"/>
              <a:t>,angle </a:t>
            </a:r>
            <a:r>
              <a:rPr lang="en-US" altLang="zh-TW" sz="2800" dirty="0"/>
              <a:t>with its right)</a:t>
            </a:r>
          </a:p>
          <a:p>
            <a:r>
              <a:rPr lang="en-US" altLang="zh-TW" sz="2800" dirty="0"/>
              <a:t>Sim(</a:t>
            </a:r>
            <a:r>
              <a:rPr lang="en-US" altLang="zh-TW" sz="2800" dirty="0" err="1"/>
              <a:t>S</a:t>
            </a:r>
            <a:r>
              <a:rPr lang="en-US" altLang="zh-TW" sz="2800" baseline="-25000" dirty="0" err="1"/>
              <a:t>i,k</a:t>
            </a:r>
            <a:r>
              <a:rPr lang="en-US" altLang="zh-TW" sz="2800" dirty="0"/>
              <a:t> , </a:t>
            </a:r>
            <a:r>
              <a:rPr lang="en-US" altLang="zh-TW" sz="2800" dirty="0" err="1"/>
              <a:t>S</a:t>
            </a:r>
            <a:r>
              <a:rPr lang="en-US" altLang="zh-TW" sz="2800" baseline="-25000" dirty="0" err="1"/>
              <a:t>j,l</a:t>
            </a:r>
            <a:r>
              <a:rPr lang="en-US" altLang="zh-TW" sz="2800" dirty="0"/>
              <a:t>): </a:t>
            </a:r>
            <a:r>
              <a:rPr lang="en-US" altLang="zh-TW" sz="2800" dirty="0" smtClean="0"/>
              <a:t>similarity of </a:t>
            </a:r>
            <a:r>
              <a:rPr lang="en-US" altLang="zh-TW" sz="2800" dirty="0"/>
              <a:t>d(</a:t>
            </a:r>
            <a:r>
              <a:rPr lang="en-US" altLang="zh-TW" sz="2800" dirty="0" err="1"/>
              <a:t>S</a:t>
            </a:r>
            <a:r>
              <a:rPr lang="en-US" altLang="zh-TW" sz="2800" baseline="-25000" dirty="0" err="1"/>
              <a:t>i,k</a:t>
            </a:r>
            <a:r>
              <a:rPr lang="en-US" altLang="zh-TW" sz="2800" dirty="0"/>
              <a:t>)and d(</a:t>
            </a:r>
            <a:r>
              <a:rPr lang="en-US" altLang="zh-TW" sz="2800" dirty="0" err="1"/>
              <a:t>S</a:t>
            </a:r>
            <a:r>
              <a:rPr lang="en-US" altLang="zh-TW" sz="2800" baseline="-25000" dirty="0" err="1"/>
              <a:t>j,l</a:t>
            </a:r>
            <a:r>
              <a:rPr lang="en-US" altLang="zh-TW" sz="2800"/>
              <a:t>)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4750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19" y="115577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Algorithm for finding the Longest Common Subsequence between</a:t>
            </a:r>
            <a:br>
              <a:rPr lang="en-US" altLang="zh-TW" sz="3200" dirty="0"/>
            </a:br>
            <a:r>
              <a:rPr lang="en-US" altLang="zh-TW" sz="3200" dirty="0"/>
              <a:t>two strings of length n and m respectively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AD11DA32-A245-4AF1-B9F1-E83F85A8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9" y="1441140"/>
            <a:ext cx="7588801" cy="5051734"/>
          </a:xfrm>
          <a:prstGeom prst="rect">
            <a:avLst/>
          </a:prstGeom>
        </p:spPr>
      </p:pic>
      <p:pic>
        <p:nvPicPr>
          <p:cNvPr id="1026" name="Picture 2" descr="https://upload.wikimedia.org/wikipedia/commons/2/2c/Smith-Waterman-Algorithm-Example-Step1.png">
            <a:extLst>
              <a:ext uri="{FF2B5EF4-FFF2-40B4-BE49-F238E27FC236}">
                <a16:creationId xmlns:a16="http://schemas.microsoft.com/office/drawing/2014/main" xmlns="" id="{560CCBDF-281C-4E5C-9AF1-01F2F3B08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5318275"/>
            <a:ext cx="9048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6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dirty="0"/>
              <a:t>The result of revised LCS for two image fragments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F497ECF0-F28D-472D-B27B-E867DDA8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51" y="1696981"/>
            <a:ext cx="6761527" cy="50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4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i="1" dirty="0"/>
              <a:t>Global Matching</a:t>
            </a:r>
            <a:endParaRPr lang="zh-TW" altLang="en-US" sz="3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C7787308-8B34-4782-B712-8FBAA064809A}"/>
              </a:ext>
            </a:extLst>
          </p:cNvPr>
          <p:cNvSpPr txBox="1"/>
          <p:nvPr/>
        </p:nvSpPr>
        <p:spPr>
          <a:xfrm>
            <a:off x="629174" y="1585519"/>
            <a:ext cx="85453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We adopt a global matching step from our previous</a:t>
            </a:r>
          </a:p>
          <a:p>
            <a:r>
              <a:rPr lang="en-US" altLang="zh-TW" sz="2800" dirty="0"/>
              <a:t>work in [6] to detect and eliminate incorrect </a:t>
            </a:r>
          </a:p>
          <a:p>
            <a:r>
              <a:rPr lang="en-US" altLang="zh-TW" sz="2800" dirty="0"/>
              <a:t>alignments </a:t>
            </a:r>
            <a:r>
              <a:rPr lang="en-US" altLang="zh-TW" sz="2800" dirty="0" err="1"/>
              <a:t>offeredin</a:t>
            </a:r>
            <a:r>
              <a:rPr lang="en-US" altLang="zh-TW" sz="2800" dirty="0"/>
              <a:t> the previous pairwise matching step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77234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dirty="0"/>
              <a:t>Demonstrating the effectiveness of our method on real hand-torn</a:t>
            </a:r>
            <a:br>
              <a:rPr lang="en-US" altLang="zh-TW" dirty="0"/>
            </a:br>
            <a:r>
              <a:rPr lang="en-US" altLang="zh-TW" dirty="0"/>
              <a:t>images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2BAC5286-759F-46B3-8DC8-85E68AC4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61" y="1354240"/>
            <a:ext cx="7746901" cy="289093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074F0BF9-35B5-4F1A-A88C-C54F26A58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24" y="4112560"/>
            <a:ext cx="7825951" cy="278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6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4" y="365126"/>
            <a:ext cx="8288322" cy="1325563"/>
          </a:xfrm>
        </p:spPr>
        <p:txBody>
          <a:bodyPr>
            <a:noAutofit/>
          </a:bodyPr>
          <a:lstStyle/>
          <a:p>
            <a:r>
              <a:rPr lang="en-US" altLang="zh-TW" dirty="0"/>
              <a:t>Comparing our method with the method proposed in [1].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9208C480-6082-4ACF-825B-9AB2FAEE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982"/>
            <a:ext cx="9144000" cy="21583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2E28173E-7E2F-4EC2-9251-C5178B50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84" y="3693632"/>
            <a:ext cx="9144000" cy="237445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333AF511-B1B1-41E2-8707-C136F07FB7C1}"/>
              </a:ext>
            </a:extLst>
          </p:cNvPr>
          <p:cNvSpPr/>
          <p:nvPr/>
        </p:nvSpPr>
        <p:spPr>
          <a:xfrm>
            <a:off x="-12584" y="5940670"/>
            <a:ext cx="89300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10202"/>
                </a:solidFill>
                <a:latin typeface="TimesNewRomanPSMT"/>
              </a:rPr>
              <a:t>[1] E. </a:t>
            </a:r>
            <a:r>
              <a:rPr lang="en-US" altLang="zh-TW" dirty="0" err="1">
                <a:solidFill>
                  <a:srgbClr val="010202"/>
                </a:solidFill>
                <a:latin typeface="TimesNewRomanPSMT"/>
              </a:rPr>
              <a:t>Tsamoura</a:t>
            </a:r>
            <a:r>
              <a:rPr lang="en-US" altLang="zh-TW" dirty="0">
                <a:solidFill>
                  <a:srgbClr val="010202"/>
                </a:solidFill>
                <a:latin typeface="TimesNewRomanPSMT"/>
              </a:rPr>
              <a:t> and I. Pitas, “Automatic color based reassembly of</a:t>
            </a:r>
          </a:p>
          <a:p>
            <a:r>
              <a:rPr lang="en-US" altLang="zh-TW" dirty="0">
                <a:solidFill>
                  <a:srgbClr val="010202"/>
                </a:solidFill>
                <a:latin typeface="TimesNewRomanPSMT"/>
              </a:rPr>
              <a:t>fragmented images and paintings,” IEEE Transactions on Image</a:t>
            </a:r>
          </a:p>
          <a:p>
            <a:r>
              <a:rPr lang="en-US" altLang="zh-TW" dirty="0">
                <a:solidFill>
                  <a:srgbClr val="010202"/>
                </a:solidFill>
                <a:latin typeface="TimesNewRomanPSMT"/>
              </a:rPr>
              <a:t>Processing, vol. 19, No. 3, pp. 680–690, 2010.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617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4605</TotalTime>
  <Words>327</Words>
  <Application>Microsoft Office PowerPoint</Application>
  <PresentationFormat>如螢幕大小 (4:3)</PresentationFormat>
  <Paragraphs>30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TimesNewRomanPSMT</vt:lpstr>
      <vt:lpstr>新細明體</vt:lpstr>
      <vt:lpstr>Arial</vt:lpstr>
      <vt:lpstr>Calibri</vt:lpstr>
      <vt:lpstr>Calibri Light</vt:lpstr>
      <vt:lpstr>Office 佈景主題</vt:lpstr>
      <vt:lpstr>An LCS-based 2D Fragmented Image Reassembly Algorithm</vt:lpstr>
      <vt:lpstr>Abstract (1/2)</vt:lpstr>
      <vt:lpstr>Abstract (2/2)</vt:lpstr>
      <vt:lpstr>A demonstration of the 3-step pipeline</vt:lpstr>
      <vt:lpstr>Removing Artifacts</vt:lpstr>
      <vt:lpstr>Pairwise Matching</vt:lpstr>
      <vt:lpstr>Algorithm for finding the Longest Common Subsequence between two strings of length n and m respectively</vt:lpstr>
      <vt:lpstr>The result of revised LCS for two image fragments</vt:lpstr>
      <vt:lpstr>Global Matching</vt:lpstr>
      <vt:lpstr>Demonstrating the effectiveness of our method on real hand-torn images</vt:lpstr>
      <vt:lpstr>Comparing our method with the method proposed in [1].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71</cp:revision>
  <dcterms:created xsi:type="dcterms:W3CDTF">2017-10-02T04:56:24Z</dcterms:created>
  <dcterms:modified xsi:type="dcterms:W3CDTF">2018-10-16T10:49:12Z</dcterms:modified>
</cp:coreProperties>
</file>