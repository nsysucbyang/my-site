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8" r:id="rId4"/>
    <p:sldId id="279" r:id="rId5"/>
    <p:sldId id="269" r:id="rId6"/>
    <p:sldId id="280" r:id="rId7"/>
    <p:sldId id="270" r:id="rId8"/>
    <p:sldId id="271" r:id="rId9"/>
    <p:sldId id="273" r:id="rId10"/>
    <p:sldId id="274" r:id="rId11"/>
    <p:sldId id="275" r:id="rId12"/>
    <p:sldId id="276" r:id="rId13"/>
    <p:sldId id="277" r:id="rId14"/>
    <p:sldId id="278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132" autoAdjust="0"/>
  </p:normalViewPr>
  <p:slideViewPr>
    <p:cSldViewPr snapToGrid="0">
      <p:cViewPr>
        <p:scale>
          <a:sx n="75" d="100"/>
          <a:sy n="75" d="100"/>
        </p:scale>
        <p:origin x="1920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印度作者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983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42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186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49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97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006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4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255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642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801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835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374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16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2018/3/3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tp://ftp.sanger.ac.uk/pub/resources/theses/js18/chapter3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29" y="1000872"/>
            <a:ext cx="7837715" cy="1666831"/>
          </a:xfrm>
        </p:spPr>
        <p:txBody>
          <a:bodyPr>
            <a:normAutofit fontScale="90000"/>
          </a:bodyPr>
          <a:lstStyle/>
          <a:p>
            <a:br>
              <a:rPr lang="zh-TW" altLang="en-US" dirty="0"/>
            </a:br>
            <a:r>
              <a:rPr lang="en-US" altLang="zh-TW" dirty="0"/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Improvised divide and conquer approach for the LIS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3834"/>
            <a:ext cx="9144000" cy="461664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Seema Rani and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Dharmveer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Singh Rajpoot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02606" y="5326380"/>
            <a:ext cx="3526994" cy="100583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2018.03.06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1362506" y="3974540"/>
            <a:ext cx="668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zh-TW" altLang="en-US" sz="2400" dirty="0"/>
          </a:p>
          <a:p>
            <a:pPr algn="ctr"/>
            <a:r>
              <a:rPr lang="en-US" altLang="zh-TW" sz="2400" dirty="0"/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Journal of Discrete Algorithms  48 (2018) 17–26 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825" y="998092"/>
                <a:ext cx="8421949" cy="5131633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 many optimal (using single and multiple processors) and approximate solutions to the longest increasing subsequence (LIS) problem. Through this paper, we present the enhancement to the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divide-and-conquer approach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presented in paper. An improved D&amp;C algorithmic solution is proposed which outputs optimal solution in all cases. The proposed algorithm takes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in best and average cases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in worst case. The portion of the proposed solution can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 in parallel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multiprocessors.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825" y="998092"/>
                <a:ext cx="8421949" cy="5131633"/>
              </a:xfrm>
              <a:blipFill>
                <a:blip r:embed="rId3"/>
                <a:stretch>
                  <a:fillRect l="-1085" r="-1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48413B-54A1-4BD4-87BB-525CEC895891}"/>
              </a:ext>
            </a:extLst>
          </p:cNvPr>
          <p:cNvSpPr/>
          <p:nvPr/>
        </p:nvSpPr>
        <p:spPr>
          <a:xfrm>
            <a:off x="4126175" y="551994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Divide-and-Conquer (D&amp;C) 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Longest Increasing Subsequence (LIS) 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Principal Row of Young Tableaux (PRYT)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209" y="1054718"/>
            <a:ext cx="2248313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problem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C4D270-1A70-4570-953A-1DDD453F070C}"/>
              </a:ext>
            </a:extLst>
          </p:cNvPr>
          <p:cNvSpPr/>
          <p:nvPr/>
        </p:nvSpPr>
        <p:spPr>
          <a:xfrm>
            <a:off x="4786879" y="1290046"/>
            <a:ext cx="7745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1117CF-025D-458E-A74E-3DA0007AB1C2}"/>
              </a:ext>
            </a:extLst>
          </p:cNvPr>
          <p:cNvSpPr/>
          <p:nvPr/>
        </p:nvSpPr>
        <p:spPr>
          <a:xfrm>
            <a:off x="256424" y="2488216"/>
            <a:ext cx="1021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9AAD4B-0FDC-4C26-875E-672D6FC7FAD9}"/>
              </a:ext>
            </a:extLst>
          </p:cNvPr>
          <p:cNvSpPr/>
          <p:nvPr/>
        </p:nvSpPr>
        <p:spPr>
          <a:xfrm>
            <a:off x="3033174" y="2241281"/>
            <a:ext cx="561372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68A8AE-EA4A-4158-AF03-1674408F5B53}"/>
              </a:ext>
            </a:extLst>
          </p:cNvPr>
          <p:cNvSpPr/>
          <p:nvPr/>
        </p:nvSpPr>
        <p:spPr>
          <a:xfrm>
            <a:off x="4308623" y="1367493"/>
            <a:ext cx="407484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8DA67F-747E-4E52-9C35-897E2A333164}"/>
              </a:ext>
            </a:extLst>
          </p:cNvPr>
          <p:cNvSpPr/>
          <p:nvPr/>
        </p:nvSpPr>
        <p:spPr>
          <a:xfrm>
            <a:off x="5415465" y="2241281"/>
            <a:ext cx="561372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0DCE41-03D7-418E-8C60-7ECCB40CA917}"/>
              </a:ext>
            </a:extLst>
          </p:cNvPr>
          <p:cNvSpPr/>
          <p:nvPr/>
        </p:nvSpPr>
        <p:spPr>
          <a:xfrm>
            <a:off x="5498590" y="1725222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problem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E9A12AA-B4F8-4926-88AB-986BC8E24DE5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512365" y="1947460"/>
            <a:ext cx="1183786" cy="293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FB803BB-FE0A-480A-AFD9-19BCAE6F9C4C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 flipH="1">
            <a:off x="3313860" y="1947460"/>
            <a:ext cx="1198505" cy="293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2D9BAD3-4905-4481-A74A-95895F7213FF}"/>
              </a:ext>
            </a:extLst>
          </p:cNvPr>
          <p:cNvSpPr/>
          <p:nvPr/>
        </p:nvSpPr>
        <p:spPr>
          <a:xfrm>
            <a:off x="2317251" y="3072331"/>
            <a:ext cx="703847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A3D0B33-9600-450E-AECA-78E821E199A6}"/>
                  </a:ext>
                </a:extLst>
              </p:cNvPr>
              <p:cNvSpPr/>
              <p:nvPr/>
            </p:nvSpPr>
            <p:spPr>
              <a:xfrm>
                <a:off x="5975654" y="1993324"/>
                <a:ext cx="2539696" cy="656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dirty="0">
                            <a:solidFill>
                              <a:srgbClr val="0070C0"/>
                            </a:solidFill>
                          </a:rPr>
                        </m:ctrlPr>
                      </m:fPr>
                      <m:num>
                        <m:r>
                          <a:rPr lang="en-US" altLang="zh-TW" sz="2000" dirty="0">
                            <a:solidFill>
                              <a:srgbClr val="0070C0"/>
                            </a:solidFill>
                          </a:rPr>
                          <m:t>𝑛</m:t>
                        </m:r>
                      </m:num>
                      <m:den>
                        <m:r>
                          <a:rPr lang="en-US" altLang="zh-TW" sz="2000" dirty="0">
                            <a:solidFill>
                              <a:srgbClr val="0070C0"/>
                            </a:solidFill>
                          </a:rPr>
                          <m:t>2</m:t>
                        </m:r>
                      </m:den>
                    </m:f>
                    <m:r>
                      <a:rPr lang="en-US" altLang="zh-TW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/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A3D0B33-9600-450E-AECA-78E821E19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654" y="1993324"/>
                <a:ext cx="2539696" cy="656462"/>
              </a:xfrm>
              <a:prstGeom prst="rect">
                <a:avLst/>
              </a:prstGeom>
              <a:blipFill>
                <a:blip r:embed="rId3"/>
                <a:stretch>
                  <a:fillRect l="-2398"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左大括弧 29">
            <a:extLst>
              <a:ext uri="{FF2B5EF4-FFF2-40B4-BE49-F238E27FC236}">
                <a16:creationId xmlns:a16="http://schemas.microsoft.com/office/drawing/2014/main" id="{57ACEDFB-227D-4B80-8AB9-2DA600DF4231}"/>
              </a:ext>
            </a:extLst>
          </p:cNvPr>
          <p:cNvSpPr/>
          <p:nvPr/>
        </p:nvSpPr>
        <p:spPr>
          <a:xfrm>
            <a:off x="1590261" y="1456075"/>
            <a:ext cx="331537" cy="3011150"/>
          </a:xfrm>
          <a:prstGeom prst="leftBrace">
            <a:avLst>
              <a:gd name="adj1" fmla="val 38312"/>
              <a:gd name="adj2" fmla="val 5267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A5D7725-93D5-416D-BBCA-84F7E0F94142}"/>
              </a:ext>
            </a:extLst>
          </p:cNvPr>
          <p:cNvSpPr/>
          <p:nvPr/>
        </p:nvSpPr>
        <p:spPr>
          <a:xfrm>
            <a:off x="3594546" y="3072331"/>
            <a:ext cx="715260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X12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C366-2342-4AA0-9864-B22FEB05257A}"/>
              </a:ext>
            </a:extLst>
          </p:cNvPr>
          <p:cNvSpPr/>
          <p:nvPr/>
        </p:nvSpPr>
        <p:spPr>
          <a:xfrm>
            <a:off x="4716107" y="3072331"/>
            <a:ext cx="715260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EF0575-2B35-4096-B2E8-F954AC6A56D8}"/>
              </a:ext>
            </a:extLst>
          </p:cNvPr>
          <p:cNvSpPr/>
          <p:nvPr/>
        </p:nvSpPr>
        <p:spPr>
          <a:xfrm>
            <a:off x="6053036" y="3072331"/>
            <a:ext cx="715260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X22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98CFB0BC-8803-49EB-8D3A-52482891F248}"/>
              </a:ext>
            </a:extLst>
          </p:cNvPr>
          <p:cNvCxnSpPr>
            <a:cxnSpLocks/>
            <a:stCxn id="16" idx="2"/>
            <a:endCxn id="34" idx="0"/>
          </p:cNvCxnSpPr>
          <p:nvPr/>
        </p:nvCxnSpPr>
        <p:spPr>
          <a:xfrm>
            <a:off x="5696151" y="2821248"/>
            <a:ext cx="714515" cy="251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AFE99161-86DE-4770-B896-1DEFC128AD03}"/>
              </a:ext>
            </a:extLst>
          </p:cNvPr>
          <p:cNvCxnSpPr>
            <a:cxnSpLocks/>
            <a:stCxn id="16" idx="2"/>
            <a:endCxn id="33" idx="0"/>
          </p:cNvCxnSpPr>
          <p:nvPr/>
        </p:nvCxnSpPr>
        <p:spPr>
          <a:xfrm flipH="1">
            <a:off x="5073737" y="2821248"/>
            <a:ext cx="622414" cy="251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E7DB857-04FA-4F00-8A16-FE1CE66B896D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>
            <a:off x="3313860" y="2821248"/>
            <a:ext cx="638316" cy="251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C5A4C6EA-9733-4AE1-9BC1-94415BC5A25C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 flipH="1">
            <a:off x="2669175" y="2821248"/>
            <a:ext cx="644685" cy="251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內容版面配置區 2">
            <a:extLst>
              <a:ext uri="{FF2B5EF4-FFF2-40B4-BE49-F238E27FC236}">
                <a16:creationId xmlns:a16="http://schemas.microsoft.com/office/drawing/2014/main" id="{DC514056-C966-417A-A66B-45E0E9517F4A}"/>
              </a:ext>
            </a:extLst>
          </p:cNvPr>
          <p:cNvSpPr txBox="1">
            <a:spLocks/>
          </p:cNvSpPr>
          <p:nvPr/>
        </p:nvSpPr>
        <p:spPr>
          <a:xfrm>
            <a:off x="3486355" y="3549105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C0FC6154-C032-410F-8120-E50F8A26B6B7}"/>
                  </a:ext>
                </a:extLst>
              </p:cNvPr>
              <p:cNvSpPr/>
              <p:nvPr/>
            </p:nvSpPr>
            <p:spPr>
              <a:xfrm>
                <a:off x="4184711" y="3922201"/>
                <a:ext cx="889026" cy="498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C0FC6154-C032-410F-8120-E50F8A26B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711" y="3922201"/>
                <a:ext cx="889026" cy="498663"/>
              </a:xfrm>
              <a:prstGeom prst="rect">
                <a:avLst/>
              </a:prstGeom>
              <a:blipFill>
                <a:blip r:embed="rId4"/>
                <a:stretch>
                  <a:fillRect l="-6849" b="-207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左大括弧 51">
            <a:extLst>
              <a:ext uri="{FF2B5EF4-FFF2-40B4-BE49-F238E27FC236}">
                <a16:creationId xmlns:a16="http://schemas.microsoft.com/office/drawing/2014/main" id="{BA5E9A17-C084-409B-85EC-9D2A9867AD66}"/>
              </a:ext>
            </a:extLst>
          </p:cNvPr>
          <p:cNvSpPr/>
          <p:nvPr/>
        </p:nvSpPr>
        <p:spPr>
          <a:xfrm>
            <a:off x="1590261" y="4685075"/>
            <a:ext cx="331537" cy="1450664"/>
          </a:xfrm>
          <a:prstGeom prst="leftBrace">
            <a:avLst>
              <a:gd name="adj1" fmla="val 38312"/>
              <a:gd name="adj2" fmla="val 5267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C8E42A5-6E6E-4C6D-81DD-9901652A65BF}"/>
              </a:ext>
            </a:extLst>
          </p:cNvPr>
          <p:cNvSpPr/>
          <p:nvPr/>
        </p:nvSpPr>
        <p:spPr>
          <a:xfrm>
            <a:off x="256424" y="4782905"/>
            <a:ext cx="1311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FFC58F5-6FC0-4E76-9852-51D523D3273E}"/>
              </a:ext>
            </a:extLst>
          </p:cNvPr>
          <p:cNvSpPr/>
          <p:nvPr/>
        </p:nvSpPr>
        <p:spPr>
          <a:xfrm>
            <a:off x="2235439" y="4505906"/>
            <a:ext cx="13591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answer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26652B-1E9B-46B1-8C9D-90A6731414DB}"/>
              </a:ext>
            </a:extLst>
          </p:cNvPr>
          <p:cNvSpPr/>
          <p:nvPr/>
        </p:nvSpPr>
        <p:spPr>
          <a:xfrm>
            <a:off x="4036553" y="4505906"/>
            <a:ext cx="13591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answer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CB26EF-CD21-496B-8CE2-5F7F2EE6A596}"/>
              </a:ext>
            </a:extLst>
          </p:cNvPr>
          <p:cNvSpPr/>
          <p:nvPr/>
        </p:nvSpPr>
        <p:spPr>
          <a:xfrm>
            <a:off x="5990535" y="4505906"/>
            <a:ext cx="13591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answer</a:t>
            </a: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06F7C922-64C7-40FC-91B9-8E9C0F2C8585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5691857" y="5059904"/>
            <a:ext cx="978232" cy="612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2888ED85-A76B-40AB-B357-C4249AE81F7F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4716107" y="5059904"/>
            <a:ext cx="0" cy="612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7578E43A-F96E-4E73-B177-475965D10E63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2914993" y="5059904"/>
            <a:ext cx="809297" cy="6482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74ECB21F-F8CC-4685-AFD1-08BA842ACD66}"/>
              </a:ext>
            </a:extLst>
          </p:cNvPr>
          <p:cNvSpPr/>
          <p:nvPr/>
        </p:nvSpPr>
        <p:spPr>
          <a:xfrm>
            <a:off x="3971758" y="5720210"/>
            <a:ext cx="15268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62044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row of Young tableaux(PRYT)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25" y="1219200"/>
            <a:ext cx="8421949" cy="9767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&lt;2, 9, 6, 8, 3, 4, 7, 10&gt;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Y(PRYT) = &lt;2&gt;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C4D270-1A70-4570-953A-1DDD453F070C}"/>
              </a:ext>
            </a:extLst>
          </p:cNvPr>
          <p:cNvSpPr/>
          <p:nvPr/>
        </p:nvSpPr>
        <p:spPr>
          <a:xfrm>
            <a:off x="1487225" y="2072154"/>
            <a:ext cx="14654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9&gt;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1117CF-025D-458E-A74E-3DA0007AB1C2}"/>
              </a:ext>
            </a:extLst>
          </p:cNvPr>
          <p:cNvSpPr/>
          <p:nvPr/>
        </p:nvSpPr>
        <p:spPr>
          <a:xfrm>
            <a:off x="1487225" y="2594398"/>
            <a:ext cx="14654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6&gt;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F9DF66-AB0F-4838-B912-5682EA336D04}"/>
              </a:ext>
            </a:extLst>
          </p:cNvPr>
          <p:cNvSpPr/>
          <p:nvPr/>
        </p:nvSpPr>
        <p:spPr>
          <a:xfrm>
            <a:off x="1487225" y="3116105"/>
            <a:ext cx="177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6, 8&gt;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9AAD4B-0FDC-4C26-875E-672D6FC7FAD9}"/>
              </a:ext>
            </a:extLst>
          </p:cNvPr>
          <p:cNvSpPr/>
          <p:nvPr/>
        </p:nvSpPr>
        <p:spPr>
          <a:xfrm>
            <a:off x="1487225" y="3637812"/>
            <a:ext cx="177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3, 8&gt;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64AE2B-B1C2-4FD1-881B-7A14823D5290}"/>
              </a:ext>
            </a:extLst>
          </p:cNvPr>
          <p:cNvSpPr/>
          <p:nvPr/>
        </p:nvSpPr>
        <p:spPr>
          <a:xfrm>
            <a:off x="1487225" y="4159519"/>
            <a:ext cx="177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3, 4&gt;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D3ECBC-FF59-4E52-9D54-1CA3A63D3369}"/>
              </a:ext>
            </a:extLst>
          </p:cNvPr>
          <p:cNvSpPr/>
          <p:nvPr/>
        </p:nvSpPr>
        <p:spPr>
          <a:xfrm>
            <a:off x="1487225" y="4681226"/>
            <a:ext cx="20810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3, 4, 7&gt;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7947F5-584F-4925-9476-DD42C3CF26EE}"/>
              </a:ext>
            </a:extLst>
          </p:cNvPr>
          <p:cNvSpPr/>
          <p:nvPr/>
        </p:nvSpPr>
        <p:spPr>
          <a:xfrm>
            <a:off x="1487225" y="5202933"/>
            <a:ext cx="25426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&lt;2, 3, 4, 7, 10&gt;</a:t>
            </a:r>
          </a:p>
        </p:txBody>
      </p:sp>
    </p:spTree>
    <p:extLst>
      <p:ext uri="{BB962C8B-B14F-4D97-AF65-F5344CB8AC3E}">
        <p14:creationId xmlns:p14="http://schemas.microsoft.com/office/powerpoint/2010/main" val="5737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Divide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56" y="1277492"/>
            <a:ext cx="1509244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0D6580A9-C25B-467E-B9D8-72E9902CA1FD}"/>
              </a:ext>
            </a:extLst>
          </p:cNvPr>
          <p:cNvSpPr/>
          <p:nvPr/>
        </p:nvSpPr>
        <p:spPr>
          <a:xfrm>
            <a:off x="695395" y="1860859"/>
            <a:ext cx="50257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Permutation of elements in the range [1 ...</a:t>
            </a:r>
            <a:r>
              <a:rPr lang="en-US" altLang="zh-TW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4EBDD347-6DA7-4D20-9002-75A734540F25}"/>
              </a:ext>
            </a:extLst>
          </p:cNvPr>
          <p:cNvSpPr/>
          <p:nvPr/>
        </p:nvSpPr>
        <p:spPr>
          <a:xfrm>
            <a:off x="695395" y="3130958"/>
            <a:ext cx="22044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Not Permutation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884DD16-1415-4B31-8022-8B631F989764}"/>
              </a:ext>
            </a:extLst>
          </p:cNvPr>
          <p:cNvSpPr/>
          <p:nvPr/>
        </p:nvSpPr>
        <p:spPr>
          <a:xfrm>
            <a:off x="695395" y="4401058"/>
            <a:ext cx="46618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Middle element has multiple occurrences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DE4F6B87-C095-4F9A-8A07-E16AAEE85DD8}"/>
                  </a:ext>
                </a:extLst>
              </p:cNvPr>
              <p:cNvSpPr/>
              <p:nvPr/>
            </p:nvSpPr>
            <p:spPr>
              <a:xfrm>
                <a:off x="6073550" y="1395251"/>
                <a:ext cx="768800" cy="879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1~</m:t>
                      </m:r>
                      <m:f>
                        <m:fPr>
                          <m:ctrlPr>
                            <a:rPr lang="en-US" altLang="zh-TW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000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2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DE4F6B87-C095-4F9A-8A07-E16AAEE85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550" y="1395251"/>
                <a:ext cx="768800" cy="879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0B185C85-7130-4CEC-877A-67D4E411ECBF}"/>
                  </a:ext>
                </a:extLst>
              </p:cNvPr>
              <p:cNvSpPr/>
              <p:nvPr/>
            </p:nvSpPr>
            <p:spPr>
              <a:xfrm>
                <a:off x="7169095" y="1507012"/>
                <a:ext cx="1335366" cy="656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7030A0"/>
                    </a:solidFill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+1)~</m:t>
                    </m:r>
                    <m:r>
                      <a:rPr lang="en-US" altLang="zh-TW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0B185C85-7130-4CEC-877A-67D4E411E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095" y="1507012"/>
                <a:ext cx="1335366" cy="656462"/>
              </a:xfrm>
              <a:prstGeom prst="rect">
                <a:avLst/>
              </a:prstGeom>
              <a:blipFill>
                <a:blip r:embed="rId4"/>
                <a:stretch>
                  <a:fillRect l="-457" b="-6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 148">
            <a:extLst>
              <a:ext uri="{FF2B5EF4-FFF2-40B4-BE49-F238E27FC236}">
                <a16:creationId xmlns:a16="http://schemas.microsoft.com/office/drawing/2014/main" id="{86B61332-F7D1-41C1-BDDB-46B1C5AAAD6C}"/>
              </a:ext>
            </a:extLst>
          </p:cNvPr>
          <p:cNvSpPr/>
          <p:nvPr/>
        </p:nvSpPr>
        <p:spPr>
          <a:xfrm>
            <a:off x="3073144" y="2920284"/>
            <a:ext cx="3802644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sort and get middle value to divide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C83CBD6E-20DF-4B37-B3F5-AA4449A096AA}"/>
                  </a:ext>
                </a:extLst>
              </p:cNvPr>
              <p:cNvSpPr/>
              <p:nvPr/>
            </p:nvSpPr>
            <p:spPr>
              <a:xfrm>
                <a:off x="1212400" y="3474282"/>
                <a:ext cx="2917658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&lt;12, 1000, 315, 5000&gt;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C83CBD6E-20DF-4B37-B3F5-AA4449A0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00" y="3474282"/>
                <a:ext cx="291765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24C5AA8F-F3C8-446A-AD43-C1EC5ABC5CDB}"/>
                  </a:ext>
                </a:extLst>
              </p:cNvPr>
              <p:cNvSpPr/>
              <p:nvPr/>
            </p:nvSpPr>
            <p:spPr>
              <a:xfrm>
                <a:off x="5454855" y="3474282"/>
                <a:ext cx="2735429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&lt;299 302, 301, 300&gt;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24C5AA8F-F3C8-446A-AD43-C1EC5ABC5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55" y="3474282"/>
                <a:ext cx="2735429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71B3FB0-97C5-452A-A8C6-1503EE0E8C7A}"/>
                  </a:ext>
                </a:extLst>
              </p:cNvPr>
              <p:cNvSpPr/>
              <p:nvPr/>
            </p:nvSpPr>
            <p:spPr>
              <a:xfrm>
                <a:off x="1212399" y="2232576"/>
                <a:ext cx="18719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&lt;1, 3, 5, 2, 4&gt;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71B3FB0-97C5-452A-A8C6-1503EE0E8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399" y="2232576"/>
                <a:ext cx="1871987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04CEC57-3F06-46A9-86D7-5B4C83A3FB3B}"/>
                  </a:ext>
                </a:extLst>
              </p:cNvPr>
              <p:cNvSpPr/>
              <p:nvPr/>
            </p:nvSpPr>
            <p:spPr>
              <a:xfrm>
                <a:off x="996500" y="5062089"/>
                <a:ext cx="249132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&lt;1, 2, 2, 2, 2, 6, 10&gt;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04CEC57-3F06-46A9-86D7-5B4C83A3FB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00" y="5062089"/>
                <a:ext cx="2491323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9C230FA2-98CC-4642-812A-6ED225050030}"/>
                  </a:ext>
                </a:extLst>
              </p:cNvPr>
              <p:cNvSpPr/>
              <p:nvPr/>
            </p:nvSpPr>
            <p:spPr>
              <a:xfrm>
                <a:off x="4833392" y="5062089"/>
                <a:ext cx="3115596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&lt;1, 2, 2,&gt;   &lt;2, 2, 6, 10&gt;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9C230FA2-98CC-4642-812A-6ED2250500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392" y="5062089"/>
                <a:ext cx="3115596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863EA518-A0C1-4B55-8644-61F87A6BF149}"/>
                  </a:ext>
                </a:extLst>
              </p:cNvPr>
              <p:cNvSpPr/>
              <p:nvPr/>
            </p:nvSpPr>
            <p:spPr>
              <a:xfrm>
                <a:off x="4415306" y="2223875"/>
                <a:ext cx="115698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&lt;1, 2&gt;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863EA518-A0C1-4B55-8644-61F87A6BF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306" y="2223875"/>
                <a:ext cx="1156983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AD6EFD27-2C94-46A8-A99F-03E0413F8DE6}"/>
                  </a:ext>
                </a:extLst>
              </p:cNvPr>
              <p:cNvSpPr/>
              <p:nvPr/>
            </p:nvSpPr>
            <p:spPr>
              <a:xfrm>
                <a:off x="5588246" y="2232576"/>
                <a:ext cx="1395318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&lt;3, 5, 4&gt;</m:t>
                      </m:r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AD6EFD27-2C94-46A8-A99F-03E0413F8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246" y="2232576"/>
                <a:ext cx="1395318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28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Divide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672" y="998092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D28FD53-1248-46FC-AACD-66EE220F8C3B}"/>
              </a:ext>
            </a:extLst>
          </p:cNvPr>
          <p:cNvSpPr txBox="1">
            <a:spLocks/>
          </p:cNvSpPr>
          <p:nvPr/>
        </p:nvSpPr>
        <p:spPr>
          <a:xfrm>
            <a:off x="1273932" y="203035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FE6757C6-47B9-4EA2-AA55-D5819B61164A}"/>
              </a:ext>
            </a:extLst>
          </p:cNvPr>
          <p:cNvCxnSpPr>
            <a:stCxn id="3" idx="2"/>
            <a:endCxn id="15" idx="0"/>
          </p:cNvCxnSpPr>
          <p:nvPr/>
        </p:nvCxnSpPr>
        <p:spPr>
          <a:xfrm flipH="1">
            <a:off x="2357166" y="1581459"/>
            <a:ext cx="1799005" cy="448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37672E43-EDAD-4C93-8CF7-DFA018DB42C5}"/>
              </a:ext>
            </a:extLst>
          </p:cNvPr>
          <p:cNvSpPr txBox="1">
            <a:spLocks/>
          </p:cNvSpPr>
          <p:nvPr/>
        </p:nvSpPr>
        <p:spPr>
          <a:xfrm>
            <a:off x="4997454" y="203035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7, 10, 6&gt;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C382E4D-E35C-4CD9-8621-C85B8D6E6237}"/>
              </a:ext>
            </a:extLst>
          </p:cNvPr>
          <p:cNvCxnSpPr>
            <a:cxnSpLocks/>
            <a:stCxn id="3" idx="2"/>
            <a:endCxn id="17" idx="0"/>
          </p:cNvCxnSpPr>
          <p:nvPr/>
        </p:nvCxnSpPr>
        <p:spPr>
          <a:xfrm>
            <a:off x="4156171" y="1581459"/>
            <a:ext cx="1924517" cy="4488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1FBEA852-EDF4-4BBA-9524-FA6CF60C69CD}"/>
              </a:ext>
            </a:extLst>
          </p:cNvPr>
          <p:cNvSpPr txBox="1">
            <a:spLocks/>
          </p:cNvSpPr>
          <p:nvPr/>
        </p:nvSpPr>
        <p:spPr>
          <a:xfrm>
            <a:off x="397631" y="302539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687102F4-0894-492C-8066-76FC976326F4}"/>
              </a:ext>
            </a:extLst>
          </p:cNvPr>
          <p:cNvSpPr txBox="1">
            <a:spLocks/>
          </p:cNvSpPr>
          <p:nvPr/>
        </p:nvSpPr>
        <p:spPr>
          <a:xfrm>
            <a:off x="2163486" y="302539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D81E5C1B-0DE0-4B42-BB73-C061B23F24AD}"/>
              </a:ext>
            </a:extLst>
          </p:cNvPr>
          <p:cNvSpPr txBox="1">
            <a:spLocks/>
          </p:cNvSpPr>
          <p:nvPr/>
        </p:nvSpPr>
        <p:spPr>
          <a:xfrm>
            <a:off x="4003119" y="3008824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 6&gt;</a:t>
            </a:r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39B545C2-B239-4620-9F34-7AAF5653BA0B}"/>
              </a:ext>
            </a:extLst>
          </p:cNvPr>
          <p:cNvSpPr txBox="1">
            <a:spLocks/>
          </p:cNvSpPr>
          <p:nvPr/>
        </p:nvSpPr>
        <p:spPr>
          <a:xfrm>
            <a:off x="6021670" y="302539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10&gt;</a:t>
            </a: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04D63D30-7F60-48EF-A37D-32C051A64A85}"/>
              </a:ext>
            </a:extLst>
          </p:cNvPr>
          <p:cNvCxnSpPr>
            <a:cxnSpLocks/>
            <a:stCxn id="17" idx="2"/>
            <a:endCxn id="32" idx="0"/>
          </p:cNvCxnSpPr>
          <p:nvPr/>
        </p:nvCxnSpPr>
        <p:spPr>
          <a:xfrm flipH="1">
            <a:off x="5086353" y="2613720"/>
            <a:ext cx="994335" cy="395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89EEF88B-A7F3-457D-981C-346711440BCE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>
            <a:off x="6080688" y="2613720"/>
            <a:ext cx="1024216" cy="4116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5A67B8C0-0F3F-47DB-BD30-9E244BF46B9D}"/>
              </a:ext>
            </a:extLst>
          </p:cNvPr>
          <p:cNvCxnSpPr>
            <a:cxnSpLocks/>
            <a:stCxn id="15" idx="2"/>
            <a:endCxn id="30" idx="0"/>
          </p:cNvCxnSpPr>
          <p:nvPr/>
        </p:nvCxnSpPr>
        <p:spPr>
          <a:xfrm>
            <a:off x="2357166" y="2613719"/>
            <a:ext cx="889554" cy="411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D88B5206-B8ED-41B8-B058-53FC8B847690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 flipH="1">
            <a:off x="1480865" y="2613719"/>
            <a:ext cx="876301" cy="411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9DAE6EAF-87D4-4864-8D80-3012046D21AA}"/>
              </a:ext>
            </a:extLst>
          </p:cNvPr>
          <p:cNvSpPr txBox="1">
            <a:spLocks/>
          </p:cNvSpPr>
          <p:nvPr/>
        </p:nvSpPr>
        <p:spPr>
          <a:xfrm>
            <a:off x="618562" y="392006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&lt;1&gt;</a:t>
            </a:r>
          </a:p>
        </p:txBody>
      </p:sp>
      <p:sp>
        <p:nvSpPr>
          <p:cNvPr id="55" name="內容版面配置區 2">
            <a:extLst>
              <a:ext uri="{FF2B5EF4-FFF2-40B4-BE49-F238E27FC236}">
                <a16:creationId xmlns:a16="http://schemas.microsoft.com/office/drawing/2014/main" id="{18B92309-85BE-4B47-9F63-BF94E8755ED5}"/>
              </a:ext>
            </a:extLst>
          </p:cNvPr>
          <p:cNvSpPr txBox="1">
            <a:spLocks/>
          </p:cNvSpPr>
          <p:nvPr/>
        </p:nvSpPr>
        <p:spPr>
          <a:xfrm>
            <a:off x="1610732" y="3920062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&lt;2&gt;</a:t>
            </a:r>
          </a:p>
        </p:txBody>
      </p:sp>
      <p:sp>
        <p:nvSpPr>
          <p:cNvPr id="56" name="內容版面配置區 2">
            <a:extLst>
              <a:ext uri="{FF2B5EF4-FFF2-40B4-BE49-F238E27FC236}">
                <a16:creationId xmlns:a16="http://schemas.microsoft.com/office/drawing/2014/main" id="{8837A3CE-0C91-4419-B51F-F0FC76074F44}"/>
              </a:ext>
            </a:extLst>
          </p:cNvPr>
          <p:cNvSpPr txBox="1">
            <a:spLocks/>
          </p:cNvSpPr>
          <p:nvPr/>
        </p:nvSpPr>
        <p:spPr>
          <a:xfrm>
            <a:off x="2429903" y="392006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&lt;3&gt;</a:t>
            </a:r>
          </a:p>
        </p:txBody>
      </p:sp>
      <p:sp>
        <p:nvSpPr>
          <p:cNvPr id="57" name="內容版面配置區 2">
            <a:extLst>
              <a:ext uri="{FF2B5EF4-FFF2-40B4-BE49-F238E27FC236}">
                <a16:creationId xmlns:a16="http://schemas.microsoft.com/office/drawing/2014/main" id="{98D913CC-6C09-41A0-AF6B-0A4E62F9A0B9}"/>
              </a:ext>
            </a:extLst>
          </p:cNvPr>
          <p:cNvSpPr txBox="1">
            <a:spLocks/>
          </p:cNvSpPr>
          <p:nvPr/>
        </p:nvSpPr>
        <p:spPr>
          <a:xfrm>
            <a:off x="3040395" y="392006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04C2E302-C304-4BE1-9DA0-20CD5DCD4294}"/>
              </a:ext>
            </a:extLst>
          </p:cNvPr>
          <p:cNvSpPr txBox="1">
            <a:spLocks/>
          </p:cNvSpPr>
          <p:nvPr/>
        </p:nvSpPr>
        <p:spPr>
          <a:xfrm>
            <a:off x="3860365" y="392006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&lt;6&gt;</a:t>
            </a:r>
          </a:p>
        </p:txBody>
      </p:sp>
      <p:sp>
        <p:nvSpPr>
          <p:cNvPr id="61" name="內容版面配置區 2">
            <a:extLst>
              <a:ext uri="{FF2B5EF4-FFF2-40B4-BE49-F238E27FC236}">
                <a16:creationId xmlns:a16="http://schemas.microsoft.com/office/drawing/2014/main" id="{A60A926A-2D68-40A2-8B06-2C260EC525ED}"/>
              </a:ext>
            </a:extLst>
          </p:cNvPr>
          <p:cNvSpPr txBox="1">
            <a:spLocks/>
          </p:cNvSpPr>
          <p:nvPr/>
        </p:nvSpPr>
        <p:spPr>
          <a:xfrm>
            <a:off x="4865924" y="392006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&lt;7&gt;</a:t>
            </a:r>
          </a:p>
        </p:txBody>
      </p:sp>
      <p:sp>
        <p:nvSpPr>
          <p:cNvPr id="62" name="內容版面配置區 2">
            <a:extLst>
              <a:ext uri="{FF2B5EF4-FFF2-40B4-BE49-F238E27FC236}">
                <a16:creationId xmlns:a16="http://schemas.microsoft.com/office/drawing/2014/main" id="{B27A097E-5E84-4C48-9E11-0D08573B6AE2}"/>
              </a:ext>
            </a:extLst>
          </p:cNvPr>
          <p:cNvSpPr txBox="1">
            <a:spLocks/>
          </p:cNvSpPr>
          <p:nvPr/>
        </p:nvSpPr>
        <p:spPr>
          <a:xfrm>
            <a:off x="5798349" y="392006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</a:t>
            </a:r>
          </a:p>
        </p:txBody>
      </p:sp>
      <p:sp>
        <p:nvSpPr>
          <p:cNvPr id="63" name="內容版面配置區 2">
            <a:extLst>
              <a:ext uri="{FF2B5EF4-FFF2-40B4-BE49-F238E27FC236}">
                <a16:creationId xmlns:a16="http://schemas.microsoft.com/office/drawing/2014/main" id="{9F8F3F2A-3E0D-45CF-B927-30EF96FCCA0C}"/>
              </a:ext>
            </a:extLst>
          </p:cNvPr>
          <p:cNvSpPr txBox="1">
            <a:spLocks/>
          </p:cNvSpPr>
          <p:nvPr/>
        </p:nvSpPr>
        <p:spPr>
          <a:xfrm>
            <a:off x="7002558" y="392006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&lt;9, 10&gt;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77D3BBB3-EDD5-49DD-AF42-F4ED56690ECB}"/>
              </a:ext>
            </a:extLst>
          </p:cNvPr>
          <p:cNvCxnSpPr>
            <a:cxnSpLocks/>
            <a:stCxn id="25" idx="2"/>
            <a:endCxn id="54" idx="0"/>
          </p:cNvCxnSpPr>
          <p:nvPr/>
        </p:nvCxnSpPr>
        <p:spPr>
          <a:xfrm flipH="1">
            <a:off x="1001520" y="3608760"/>
            <a:ext cx="479345" cy="3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24F44FD7-EAC9-4891-956C-10965E6C5674}"/>
              </a:ext>
            </a:extLst>
          </p:cNvPr>
          <p:cNvCxnSpPr>
            <a:cxnSpLocks/>
            <a:stCxn id="25" idx="2"/>
            <a:endCxn id="55" idx="0"/>
          </p:cNvCxnSpPr>
          <p:nvPr/>
        </p:nvCxnSpPr>
        <p:spPr>
          <a:xfrm>
            <a:off x="1480865" y="3608760"/>
            <a:ext cx="512825" cy="311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07358C8E-A57D-40F3-9195-76655A1D34D3}"/>
              </a:ext>
            </a:extLst>
          </p:cNvPr>
          <p:cNvCxnSpPr>
            <a:cxnSpLocks/>
            <a:stCxn id="30" idx="2"/>
            <a:endCxn id="56" idx="0"/>
          </p:cNvCxnSpPr>
          <p:nvPr/>
        </p:nvCxnSpPr>
        <p:spPr>
          <a:xfrm flipH="1">
            <a:off x="2812861" y="3608760"/>
            <a:ext cx="433859" cy="3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27D52942-5A4B-4594-988B-419AEC64B6B6}"/>
              </a:ext>
            </a:extLst>
          </p:cNvPr>
          <p:cNvCxnSpPr>
            <a:cxnSpLocks/>
            <a:stCxn id="30" idx="2"/>
            <a:endCxn id="57" idx="0"/>
          </p:cNvCxnSpPr>
          <p:nvPr/>
        </p:nvCxnSpPr>
        <p:spPr>
          <a:xfrm>
            <a:off x="3246720" y="3608760"/>
            <a:ext cx="517995" cy="3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3018B6D5-4D5E-4D90-969E-259D0834589B}"/>
              </a:ext>
            </a:extLst>
          </p:cNvPr>
          <p:cNvCxnSpPr>
            <a:cxnSpLocks/>
            <a:stCxn id="32" idx="2"/>
            <a:endCxn id="61" idx="0"/>
          </p:cNvCxnSpPr>
          <p:nvPr/>
        </p:nvCxnSpPr>
        <p:spPr>
          <a:xfrm>
            <a:off x="5086353" y="3592191"/>
            <a:ext cx="503891" cy="3278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5C6F4576-1134-4695-9E73-E9A231972692}"/>
              </a:ext>
            </a:extLst>
          </p:cNvPr>
          <p:cNvCxnSpPr>
            <a:cxnSpLocks/>
            <a:stCxn id="33" idx="2"/>
            <a:endCxn id="63" idx="0"/>
          </p:cNvCxnSpPr>
          <p:nvPr/>
        </p:nvCxnSpPr>
        <p:spPr>
          <a:xfrm>
            <a:off x="7104904" y="3608760"/>
            <a:ext cx="621974" cy="3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E5F4695-AD0A-42CB-BC7D-A150C8E6019C}"/>
              </a:ext>
            </a:extLst>
          </p:cNvPr>
          <p:cNvCxnSpPr>
            <a:cxnSpLocks/>
            <a:stCxn id="33" idx="2"/>
            <a:endCxn id="62" idx="0"/>
          </p:cNvCxnSpPr>
          <p:nvPr/>
        </p:nvCxnSpPr>
        <p:spPr>
          <a:xfrm flipH="1">
            <a:off x="6522669" y="3608760"/>
            <a:ext cx="582235" cy="3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46FAABCD-CE83-4B2B-9D83-B0500D792F18}"/>
              </a:ext>
            </a:extLst>
          </p:cNvPr>
          <p:cNvCxnSpPr>
            <a:cxnSpLocks/>
            <a:stCxn id="32" idx="2"/>
            <a:endCxn id="60" idx="0"/>
          </p:cNvCxnSpPr>
          <p:nvPr/>
        </p:nvCxnSpPr>
        <p:spPr>
          <a:xfrm flipH="1">
            <a:off x="4584685" y="3592191"/>
            <a:ext cx="501668" cy="3278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內容版面配置區 2">
            <a:extLst>
              <a:ext uri="{FF2B5EF4-FFF2-40B4-BE49-F238E27FC236}">
                <a16:creationId xmlns:a16="http://schemas.microsoft.com/office/drawing/2014/main" id="{AF40C443-A7BA-401B-8C06-6E27F4960096}"/>
              </a:ext>
            </a:extLst>
          </p:cNvPr>
          <p:cNvSpPr txBox="1">
            <a:spLocks/>
          </p:cNvSpPr>
          <p:nvPr/>
        </p:nvSpPr>
        <p:spPr>
          <a:xfrm>
            <a:off x="2586536" y="4835110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&lt;4&gt;</a:t>
            </a:r>
          </a:p>
        </p:txBody>
      </p:sp>
      <p:sp>
        <p:nvSpPr>
          <p:cNvPr id="104" name="內容版面配置區 2">
            <a:extLst>
              <a:ext uri="{FF2B5EF4-FFF2-40B4-BE49-F238E27FC236}">
                <a16:creationId xmlns:a16="http://schemas.microsoft.com/office/drawing/2014/main" id="{2DC5BBD5-D342-41E0-B819-EC35C29DF9C3}"/>
              </a:ext>
            </a:extLst>
          </p:cNvPr>
          <p:cNvSpPr txBox="1">
            <a:spLocks/>
          </p:cNvSpPr>
          <p:nvPr/>
        </p:nvSpPr>
        <p:spPr>
          <a:xfrm>
            <a:off x="3533561" y="4835110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&lt;5&gt;</a:t>
            </a:r>
          </a:p>
        </p:txBody>
      </p:sp>
      <p:sp>
        <p:nvSpPr>
          <p:cNvPr id="105" name="內容版面配置區 2">
            <a:extLst>
              <a:ext uri="{FF2B5EF4-FFF2-40B4-BE49-F238E27FC236}">
                <a16:creationId xmlns:a16="http://schemas.microsoft.com/office/drawing/2014/main" id="{7E22555C-ED6F-4524-8276-BE41D982DE7A}"/>
              </a:ext>
            </a:extLst>
          </p:cNvPr>
          <p:cNvSpPr txBox="1">
            <a:spLocks/>
          </p:cNvSpPr>
          <p:nvPr/>
        </p:nvSpPr>
        <p:spPr>
          <a:xfrm>
            <a:off x="6583504" y="4835110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&lt;9&gt;</a:t>
            </a:r>
          </a:p>
        </p:txBody>
      </p:sp>
      <p:sp>
        <p:nvSpPr>
          <p:cNvPr id="106" name="內容版面配置區 2">
            <a:extLst>
              <a:ext uri="{FF2B5EF4-FFF2-40B4-BE49-F238E27FC236}">
                <a16:creationId xmlns:a16="http://schemas.microsoft.com/office/drawing/2014/main" id="{D3B92A70-408A-4AA0-9096-FC65F420DF8F}"/>
              </a:ext>
            </a:extLst>
          </p:cNvPr>
          <p:cNvSpPr txBox="1">
            <a:spLocks/>
          </p:cNvSpPr>
          <p:nvPr/>
        </p:nvSpPr>
        <p:spPr>
          <a:xfrm>
            <a:off x="7517606" y="4835110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&lt;10&gt;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93D1C237-08C6-432B-BAF5-E641BC92FD3A}"/>
              </a:ext>
            </a:extLst>
          </p:cNvPr>
          <p:cNvCxnSpPr>
            <a:cxnSpLocks/>
            <a:stCxn id="63" idx="2"/>
            <a:endCxn id="106" idx="0"/>
          </p:cNvCxnSpPr>
          <p:nvPr/>
        </p:nvCxnSpPr>
        <p:spPr>
          <a:xfrm>
            <a:off x="7726878" y="4503430"/>
            <a:ext cx="515048" cy="33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26D3A344-9FF1-46BF-A0CE-107447B0B6F7}"/>
              </a:ext>
            </a:extLst>
          </p:cNvPr>
          <p:cNvCxnSpPr>
            <a:cxnSpLocks/>
            <a:stCxn id="63" idx="2"/>
            <a:endCxn id="105" idx="0"/>
          </p:cNvCxnSpPr>
          <p:nvPr/>
        </p:nvCxnSpPr>
        <p:spPr>
          <a:xfrm flipH="1">
            <a:off x="7307824" y="4503430"/>
            <a:ext cx="419054" cy="33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B3F93198-329D-41C2-BE4B-D33BA7AB04DB}"/>
              </a:ext>
            </a:extLst>
          </p:cNvPr>
          <p:cNvCxnSpPr>
            <a:cxnSpLocks/>
            <a:stCxn id="57" idx="2"/>
            <a:endCxn id="104" idx="0"/>
          </p:cNvCxnSpPr>
          <p:nvPr/>
        </p:nvCxnSpPr>
        <p:spPr>
          <a:xfrm>
            <a:off x="3764715" y="4503430"/>
            <a:ext cx="493166" cy="33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8A3BE86D-5D7F-41F3-B54F-FD32A4346EAC}"/>
              </a:ext>
            </a:extLst>
          </p:cNvPr>
          <p:cNvCxnSpPr>
            <a:cxnSpLocks/>
            <a:stCxn id="57" idx="2"/>
            <a:endCxn id="103" idx="0"/>
          </p:cNvCxnSpPr>
          <p:nvPr/>
        </p:nvCxnSpPr>
        <p:spPr>
          <a:xfrm flipH="1">
            <a:off x="3310856" y="4503430"/>
            <a:ext cx="453859" cy="33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3FEA6C12-ACC3-41FA-95B0-E8D437E4D4CE}"/>
              </a:ext>
            </a:extLst>
          </p:cNvPr>
          <p:cNvSpPr/>
          <p:nvPr/>
        </p:nvSpPr>
        <p:spPr>
          <a:xfrm>
            <a:off x="316771" y="4251848"/>
            <a:ext cx="1019831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[9]=0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98DEB53-D14C-4758-80AD-E25A4DABD269}"/>
              </a:ext>
            </a:extLst>
          </p:cNvPr>
          <p:cNvSpPr/>
          <p:nvPr/>
        </p:nvSpPr>
        <p:spPr>
          <a:xfrm>
            <a:off x="1479896" y="4255126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[4]=0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7ADA6EB-1408-447A-B7AF-BF84A38B4A35}"/>
              </a:ext>
            </a:extLst>
          </p:cNvPr>
          <p:cNvSpPr/>
          <p:nvPr/>
        </p:nvSpPr>
        <p:spPr>
          <a:xfrm>
            <a:off x="2562137" y="4251743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[5]=0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163F32C-15BE-4F97-B650-53299CA28533}"/>
              </a:ext>
            </a:extLst>
          </p:cNvPr>
          <p:cNvSpPr/>
          <p:nvPr/>
        </p:nvSpPr>
        <p:spPr>
          <a:xfrm>
            <a:off x="2748910" y="5166790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[8]=0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9530FFB-C53B-4651-A9D0-A026C846DC2A}"/>
              </a:ext>
            </a:extLst>
          </p:cNvPr>
          <p:cNvSpPr/>
          <p:nvPr/>
        </p:nvSpPr>
        <p:spPr>
          <a:xfrm>
            <a:off x="3883574" y="5166790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[3]=0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AB96FAC-6505-48EB-B604-4F183169F472}"/>
              </a:ext>
            </a:extLst>
          </p:cNvPr>
          <p:cNvSpPr/>
          <p:nvPr/>
        </p:nvSpPr>
        <p:spPr>
          <a:xfrm>
            <a:off x="4023473" y="4254989"/>
            <a:ext cx="11224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[10]=0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7B203F9-900C-4020-8D08-06B7A5F47A27}"/>
              </a:ext>
            </a:extLst>
          </p:cNvPr>
          <p:cNvSpPr/>
          <p:nvPr/>
        </p:nvSpPr>
        <p:spPr>
          <a:xfrm>
            <a:off x="5213355" y="4241542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[6]=0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5CA434E-E883-4780-BBE7-D374184A18DC}"/>
              </a:ext>
            </a:extLst>
          </p:cNvPr>
          <p:cNvSpPr/>
          <p:nvPr/>
        </p:nvSpPr>
        <p:spPr>
          <a:xfrm>
            <a:off x="6273733" y="4241542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[1]=0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3E8DF82E-D694-4155-8E7D-FC18CA7BD2F0}"/>
              </a:ext>
            </a:extLst>
          </p:cNvPr>
          <p:cNvSpPr/>
          <p:nvPr/>
        </p:nvSpPr>
        <p:spPr>
          <a:xfrm>
            <a:off x="6724683" y="5157539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[2]=0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2FA6AED-3B20-47F8-B9FD-086F668B2B89}"/>
              </a:ext>
            </a:extLst>
          </p:cNvPr>
          <p:cNvSpPr/>
          <p:nvPr/>
        </p:nvSpPr>
        <p:spPr>
          <a:xfrm>
            <a:off x="7762211" y="5157539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[7]=0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068FCC6-AD2E-49AE-8F4A-40C2D0E78FBD}"/>
              </a:ext>
            </a:extLst>
          </p:cNvPr>
          <p:cNvSpPr/>
          <p:nvPr/>
        </p:nvSpPr>
        <p:spPr>
          <a:xfrm>
            <a:off x="2843008" y="5750157"/>
            <a:ext cx="2973891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 … , 10] = 0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3BF139F-5A4C-43CC-89A4-94C8AD49A7EF}"/>
              </a:ext>
            </a:extLst>
          </p:cNvPr>
          <p:cNvSpPr/>
          <p:nvPr/>
        </p:nvSpPr>
        <p:spPr>
          <a:xfrm>
            <a:off x="351056" y="2937938"/>
            <a:ext cx="2071648" cy="1765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11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352" y="223113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9DAE6EAF-87D4-4864-8D80-3012046D21AA}"/>
              </a:ext>
            </a:extLst>
          </p:cNvPr>
          <p:cNvSpPr txBox="1">
            <a:spLocks/>
          </p:cNvSpPr>
          <p:nvPr/>
        </p:nvSpPr>
        <p:spPr>
          <a:xfrm>
            <a:off x="2349036" y="2557528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&lt;1&gt;</a:t>
            </a:r>
          </a:p>
        </p:txBody>
      </p:sp>
      <p:sp>
        <p:nvSpPr>
          <p:cNvPr id="55" name="內容版面配置區 2">
            <a:extLst>
              <a:ext uri="{FF2B5EF4-FFF2-40B4-BE49-F238E27FC236}">
                <a16:creationId xmlns:a16="http://schemas.microsoft.com/office/drawing/2014/main" id="{18B92309-85BE-4B47-9F63-BF94E8755ED5}"/>
              </a:ext>
            </a:extLst>
          </p:cNvPr>
          <p:cNvSpPr txBox="1">
            <a:spLocks/>
          </p:cNvSpPr>
          <p:nvPr/>
        </p:nvSpPr>
        <p:spPr>
          <a:xfrm>
            <a:off x="5221545" y="2557528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&lt;2&gt;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77D3BBB3-EDD5-49DD-AF42-F4ED56690ECB}"/>
              </a:ext>
            </a:extLst>
          </p:cNvPr>
          <p:cNvCxnSpPr>
            <a:cxnSpLocks/>
            <a:stCxn id="65" idx="2"/>
            <a:endCxn id="54" idx="0"/>
          </p:cNvCxnSpPr>
          <p:nvPr/>
        </p:nvCxnSpPr>
        <p:spPr>
          <a:xfrm flipH="1">
            <a:off x="2731994" y="1781602"/>
            <a:ext cx="1397141" cy="775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24F44FD7-EAC9-4891-956C-10965E6C5674}"/>
              </a:ext>
            </a:extLst>
          </p:cNvPr>
          <p:cNvCxnSpPr>
            <a:cxnSpLocks/>
            <a:stCxn id="65" idx="2"/>
            <a:endCxn id="55" idx="0"/>
          </p:cNvCxnSpPr>
          <p:nvPr/>
        </p:nvCxnSpPr>
        <p:spPr>
          <a:xfrm>
            <a:off x="4129135" y="1781602"/>
            <a:ext cx="1475368" cy="775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3FEA6C12-ACC3-41FA-95B0-E8D437E4D4CE}"/>
              </a:ext>
            </a:extLst>
          </p:cNvPr>
          <p:cNvSpPr/>
          <p:nvPr/>
        </p:nvSpPr>
        <p:spPr>
          <a:xfrm>
            <a:off x="1579708" y="2140106"/>
            <a:ext cx="1019831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[9]=0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98DEB53-D14C-4758-80AD-E25A4DABD269}"/>
              </a:ext>
            </a:extLst>
          </p:cNvPr>
          <p:cNvSpPr/>
          <p:nvPr/>
        </p:nvSpPr>
        <p:spPr>
          <a:xfrm>
            <a:off x="5667906" y="2117984"/>
            <a:ext cx="101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[4]=0</a:t>
            </a:r>
          </a:p>
        </p:txBody>
      </p:sp>
      <p:sp>
        <p:nvSpPr>
          <p:cNvPr id="65" name="內容版面配置區 2">
            <a:extLst>
              <a:ext uri="{FF2B5EF4-FFF2-40B4-BE49-F238E27FC236}">
                <a16:creationId xmlns:a16="http://schemas.microsoft.com/office/drawing/2014/main" id="{E77714F9-7B49-43F4-803B-43F40659E1A1}"/>
              </a:ext>
            </a:extLst>
          </p:cNvPr>
          <p:cNvSpPr txBox="1">
            <a:spLocks/>
          </p:cNvSpPr>
          <p:nvPr/>
        </p:nvSpPr>
        <p:spPr>
          <a:xfrm>
            <a:off x="3045901" y="1198235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899BD005-C66E-4342-8ACD-486ADAAA27BA}"/>
              </a:ext>
            </a:extLst>
          </p:cNvPr>
          <p:cNvSpPr/>
          <p:nvPr/>
        </p:nvSpPr>
        <p:spPr>
          <a:xfrm>
            <a:off x="4951636" y="1820095"/>
            <a:ext cx="2071648" cy="17652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847271-31F8-4531-85AE-30DD0767C772}"/>
              </a:ext>
            </a:extLst>
          </p:cNvPr>
          <p:cNvSpPr/>
          <p:nvPr/>
        </p:nvSpPr>
        <p:spPr>
          <a:xfrm>
            <a:off x="2142924" y="3999241"/>
            <a:ext cx="26414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&lt;(2, 4)&gt;</a:t>
            </a:r>
            <a:endParaRPr lang="zh-TW" altLang="en-US" sz="28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45F5C9E-32B4-40AC-8FDD-D9DA527E9329}"/>
              </a:ext>
            </a:extLst>
          </p:cNvPr>
          <p:cNvSpPr/>
          <p:nvPr/>
        </p:nvSpPr>
        <p:spPr>
          <a:xfrm>
            <a:off x="2142923" y="4792450"/>
            <a:ext cx="26414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&lt;(1, 9)&gt;</a:t>
            </a:r>
            <a:endParaRPr lang="zh-TW" altLang="en-US" sz="2800" dirty="0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C9339EC4-8221-4624-B4E8-5062FBBB01AA}"/>
              </a:ext>
            </a:extLst>
          </p:cNvPr>
          <p:cNvSpPr/>
          <p:nvPr/>
        </p:nvSpPr>
        <p:spPr>
          <a:xfrm>
            <a:off x="1313212" y="1820095"/>
            <a:ext cx="2071648" cy="17652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0022CED-BA4B-4C68-8C61-579D1AC4FEAE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2142924" y="4260851"/>
            <a:ext cx="26414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543F8452-77B6-4B2B-8FAA-E26C06D9264B}"/>
              </a:ext>
            </a:extLst>
          </p:cNvPr>
          <p:cNvSpPr/>
          <p:nvPr/>
        </p:nvSpPr>
        <p:spPr>
          <a:xfrm>
            <a:off x="1470377" y="3999241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800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CFE04E3-B1C1-429F-B89F-7D7989148EBC}"/>
              </a:ext>
            </a:extLst>
          </p:cNvPr>
          <p:cNvSpPr/>
          <p:nvPr/>
        </p:nvSpPr>
        <p:spPr>
          <a:xfrm>
            <a:off x="1470377" y="4772445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6036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16" grpId="0"/>
      <p:bldP spid="67" grpId="0"/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7D972D1D-C892-4990-B06B-CAE78AD1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672" y="919262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51F1506E-1AEB-44C3-AC37-DBD5876CA2BE}"/>
              </a:ext>
            </a:extLst>
          </p:cNvPr>
          <p:cNvSpPr txBox="1">
            <a:spLocks/>
          </p:cNvSpPr>
          <p:nvPr/>
        </p:nvSpPr>
        <p:spPr>
          <a:xfrm>
            <a:off x="1273932" y="185692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EEA13D-7198-4614-978F-EC1ECD210D71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2357166" y="1502629"/>
            <a:ext cx="1799005" cy="3542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B1E2B06D-00FE-4CCF-A8AF-71BB36D01A92}"/>
              </a:ext>
            </a:extLst>
          </p:cNvPr>
          <p:cNvSpPr txBox="1">
            <a:spLocks/>
          </p:cNvSpPr>
          <p:nvPr/>
        </p:nvSpPr>
        <p:spPr>
          <a:xfrm>
            <a:off x="4997454" y="1856927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7, 10, 6&gt;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13D81DA-35B1-452C-89AF-86445B8F2B62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4156171" y="1502629"/>
            <a:ext cx="1924517" cy="354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E15322BD-8D31-4CB4-A287-3914A99FE6CE}"/>
              </a:ext>
            </a:extLst>
          </p:cNvPr>
          <p:cNvSpPr txBox="1">
            <a:spLocks/>
          </p:cNvSpPr>
          <p:nvPr/>
        </p:nvSpPr>
        <p:spPr>
          <a:xfrm>
            <a:off x="397631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9C2D5794-AA99-4163-93CD-06697BDC8557}"/>
              </a:ext>
            </a:extLst>
          </p:cNvPr>
          <p:cNvSpPr txBox="1">
            <a:spLocks/>
          </p:cNvSpPr>
          <p:nvPr/>
        </p:nvSpPr>
        <p:spPr>
          <a:xfrm>
            <a:off x="2163486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8CA5ADCE-54A5-4F5A-A216-F72EE3BBA2FE}"/>
              </a:ext>
            </a:extLst>
          </p:cNvPr>
          <p:cNvSpPr txBox="1">
            <a:spLocks/>
          </p:cNvSpPr>
          <p:nvPr/>
        </p:nvSpPr>
        <p:spPr>
          <a:xfrm>
            <a:off x="4003119" y="2725047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 6&gt;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50949BCE-8D12-4C34-8ECF-3F511548946B}"/>
              </a:ext>
            </a:extLst>
          </p:cNvPr>
          <p:cNvSpPr txBox="1">
            <a:spLocks/>
          </p:cNvSpPr>
          <p:nvPr/>
        </p:nvSpPr>
        <p:spPr>
          <a:xfrm>
            <a:off x="6021670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10&gt;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A9C2900-DF16-4D65-A197-D7D5318B3C4A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5086353" y="2440294"/>
            <a:ext cx="994335" cy="2847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B901208-7685-4759-8E50-B21E77F05791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6080688" y="2440294"/>
            <a:ext cx="1024216" cy="301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2183B81-18AC-4983-BF62-1E6193AE44A3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2357166" y="2440293"/>
            <a:ext cx="889554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9C20078-E723-41D2-963F-8871E1C1D665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480865" y="2440293"/>
            <a:ext cx="876301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9B9D5813-873B-4557-BC40-9C44BCCCD31E}"/>
              </a:ext>
            </a:extLst>
          </p:cNvPr>
          <p:cNvSpPr txBox="1">
            <a:spLocks/>
          </p:cNvSpPr>
          <p:nvPr/>
        </p:nvSpPr>
        <p:spPr>
          <a:xfrm>
            <a:off x="618562" y="363628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&lt;1&gt;</a:t>
            </a: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0FD3D9E1-6576-468C-87E1-624025F6CF80}"/>
              </a:ext>
            </a:extLst>
          </p:cNvPr>
          <p:cNvSpPr txBox="1">
            <a:spLocks/>
          </p:cNvSpPr>
          <p:nvPr/>
        </p:nvSpPr>
        <p:spPr>
          <a:xfrm>
            <a:off x="1610732" y="3636282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&lt;2&gt;</a:t>
            </a:r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DF0F4E72-EE8B-4911-8202-47DE6A4C5420}"/>
              </a:ext>
            </a:extLst>
          </p:cNvPr>
          <p:cNvSpPr txBox="1">
            <a:spLocks/>
          </p:cNvSpPr>
          <p:nvPr/>
        </p:nvSpPr>
        <p:spPr>
          <a:xfrm>
            <a:off x="2429903" y="363628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&lt;3&gt;</a:t>
            </a:r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5032DCF4-B254-410E-A288-7513D300D8FA}"/>
              </a:ext>
            </a:extLst>
          </p:cNvPr>
          <p:cNvSpPr txBox="1">
            <a:spLocks/>
          </p:cNvSpPr>
          <p:nvPr/>
        </p:nvSpPr>
        <p:spPr>
          <a:xfrm>
            <a:off x="3040395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7363D70C-FEA0-4885-A609-8B0C6C57F0F1}"/>
              </a:ext>
            </a:extLst>
          </p:cNvPr>
          <p:cNvSpPr txBox="1">
            <a:spLocks/>
          </p:cNvSpPr>
          <p:nvPr/>
        </p:nvSpPr>
        <p:spPr>
          <a:xfrm>
            <a:off x="3860365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&lt;6&gt;</a:t>
            </a: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8794C067-DF8A-40BA-B7E7-63F81AA04641}"/>
              </a:ext>
            </a:extLst>
          </p:cNvPr>
          <p:cNvSpPr txBox="1">
            <a:spLocks/>
          </p:cNvSpPr>
          <p:nvPr/>
        </p:nvSpPr>
        <p:spPr>
          <a:xfrm>
            <a:off x="4865924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&lt;7&gt;</a:t>
            </a:r>
          </a:p>
        </p:txBody>
      </p:sp>
      <p:sp>
        <p:nvSpPr>
          <p:cNvPr id="39" name="內容版面配置區 2">
            <a:extLst>
              <a:ext uri="{FF2B5EF4-FFF2-40B4-BE49-F238E27FC236}">
                <a16:creationId xmlns:a16="http://schemas.microsoft.com/office/drawing/2014/main" id="{1913F58F-FF3E-41D3-A704-F9F3ED035F5B}"/>
              </a:ext>
            </a:extLst>
          </p:cNvPr>
          <p:cNvSpPr txBox="1">
            <a:spLocks/>
          </p:cNvSpPr>
          <p:nvPr/>
        </p:nvSpPr>
        <p:spPr>
          <a:xfrm>
            <a:off x="5798349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</a:t>
            </a:r>
          </a:p>
        </p:txBody>
      </p:sp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7E4D320E-E325-4E2B-B3C2-621B7AFDD020}"/>
              </a:ext>
            </a:extLst>
          </p:cNvPr>
          <p:cNvSpPr txBox="1">
            <a:spLocks/>
          </p:cNvSpPr>
          <p:nvPr/>
        </p:nvSpPr>
        <p:spPr>
          <a:xfrm>
            <a:off x="7002558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&lt;9, 10&gt;</a:t>
            </a: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72F2FF6-FC2C-4FF7-BB58-B9E9E7EC2A74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1001520" y="3324983"/>
            <a:ext cx="47934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1442B6E5-9A4F-4210-9694-9F769A889E54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1480865" y="3324983"/>
            <a:ext cx="512825" cy="3112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A7866D3D-6F4C-4CA0-891F-3FBCE3BAAE4B}"/>
              </a:ext>
            </a:extLst>
          </p:cNvPr>
          <p:cNvCxnSpPr>
            <a:cxnSpLocks/>
            <a:stCxn id="26" idx="2"/>
            <a:endCxn id="35" idx="0"/>
          </p:cNvCxnSpPr>
          <p:nvPr/>
        </p:nvCxnSpPr>
        <p:spPr>
          <a:xfrm flipH="1">
            <a:off x="2812861" y="3324983"/>
            <a:ext cx="433859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8AA3925-A840-40F0-91B2-F2981DFD6700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>
            <a:off x="3246720" y="3324983"/>
            <a:ext cx="51799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62107CB-8922-40B7-A93E-D19891696E92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>
            <a:off x="5086353" y="3308414"/>
            <a:ext cx="503891" cy="3278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366B8D6-A7F0-4423-975A-03E6DDA66302}"/>
              </a:ext>
            </a:extLst>
          </p:cNvPr>
          <p:cNvCxnSpPr>
            <a:cxnSpLocks/>
            <a:stCxn id="28" idx="2"/>
            <a:endCxn id="40" idx="0"/>
          </p:cNvCxnSpPr>
          <p:nvPr/>
        </p:nvCxnSpPr>
        <p:spPr>
          <a:xfrm>
            <a:off x="7104904" y="3324983"/>
            <a:ext cx="621974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4D7B926-9728-4F0A-9ACB-00CE9CECF8E5}"/>
              </a:ext>
            </a:extLst>
          </p:cNvPr>
          <p:cNvCxnSpPr>
            <a:cxnSpLocks/>
            <a:stCxn id="28" idx="2"/>
            <a:endCxn id="39" idx="0"/>
          </p:cNvCxnSpPr>
          <p:nvPr/>
        </p:nvCxnSpPr>
        <p:spPr>
          <a:xfrm flipH="1">
            <a:off x="6522669" y="3324983"/>
            <a:ext cx="58223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24986C7D-F252-4CD5-A5EC-FDAB2F1315E7}"/>
              </a:ext>
            </a:extLst>
          </p:cNvPr>
          <p:cNvCxnSpPr>
            <a:cxnSpLocks/>
            <a:stCxn id="27" idx="2"/>
            <a:endCxn id="37" idx="0"/>
          </p:cNvCxnSpPr>
          <p:nvPr/>
        </p:nvCxnSpPr>
        <p:spPr>
          <a:xfrm flipH="1">
            <a:off x="4584685" y="3308414"/>
            <a:ext cx="501668" cy="3278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內容版面配置區 2">
            <a:extLst>
              <a:ext uri="{FF2B5EF4-FFF2-40B4-BE49-F238E27FC236}">
                <a16:creationId xmlns:a16="http://schemas.microsoft.com/office/drawing/2014/main" id="{BF777CC7-EBA5-452F-9E99-C072284DBC95}"/>
              </a:ext>
            </a:extLst>
          </p:cNvPr>
          <p:cNvSpPr txBox="1">
            <a:spLocks/>
          </p:cNvSpPr>
          <p:nvPr/>
        </p:nvSpPr>
        <p:spPr>
          <a:xfrm>
            <a:off x="2586536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&lt;4&gt;</a:t>
            </a:r>
          </a:p>
        </p:txBody>
      </p:sp>
      <p:sp>
        <p:nvSpPr>
          <p:cNvPr id="50" name="內容版面配置區 2">
            <a:extLst>
              <a:ext uri="{FF2B5EF4-FFF2-40B4-BE49-F238E27FC236}">
                <a16:creationId xmlns:a16="http://schemas.microsoft.com/office/drawing/2014/main" id="{229E2B4A-1F7C-416B-9AD9-5BEDF5F33A5F}"/>
              </a:ext>
            </a:extLst>
          </p:cNvPr>
          <p:cNvSpPr txBox="1">
            <a:spLocks/>
          </p:cNvSpPr>
          <p:nvPr/>
        </p:nvSpPr>
        <p:spPr>
          <a:xfrm>
            <a:off x="3533561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&lt;5&gt;</a:t>
            </a:r>
          </a:p>
        </p:txBody>
      </p: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82F82600-6029-467D-BFB2-B5FE2FDCF151}"/>
              </a:ext>
            </a:extLst>
          </p:cNvPr>
          <p:cNvSpPr txBox="1">
            <a:spLocks/>
          </p:cNvSpPr>
          <p:nvPr/>
        </p:nvSpPr>
        <p:spPr>
          <a:xfrm>
            <a:off x="6583504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&lt;9&gt;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1BAA9005-1DA9-4A37-8B99-34BEA5944AD1}"/>
              </a:ext>
            </a:extLst>
          </p:cNvPr>
          <p:cNvSpPr txBox="1">
            <a:spLocks/>
          </p:cNvSpPr>
          <p:nvPr/>
        </p:nvSpPr>
        <p:spPr>
          <a:xfrm>
            <a:off x="7474064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&lt;10&gt;</a:t>
            </a: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29E1B52-43ED-4250-9063-D6AA0A7711DA}"/>
              </a:ext>
            </a:extLst>
          </p:cNvPr>
          <p:cNvCxnSpPr>
            <a:cxnSpLocks/>
            <a:stCxn id="40" idx="2"/>
            <a:endCxn id="52" idx="0"/>
          </p:cNvCxnSpPr>
          <p:nvPr/>
        </p:nvCxnSpPr>
        <p:spPr>
          <a:xfrm>
            <a:off x="7726878" y="4219650"/>
            <a:ext cx="471506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662AD5BB-33FC-4EAB-8A46-6F0A5AD692B9}"/>
              </a:ext>
            </a:extLst>
          </p:cNvPr>
          <p:cNvCxnSpPr>
            <a:cxnSpLocks/>
            <a:stCxn id="40" idx="2"/>
            <a:endCxn id="51" idx="0"/>
          </p:cNvCxnSpPr>
          <p:nvPr/>
        </p:nvCxnSpPr>
        <p:spPr>
          <a:xfrm flipH="1">
            <a:off x="7307824" y="4219650"/>
            <a:ext cx="419054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31C0DAB-0B5A-4217-BFA4-CDF98BF3BCD4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3764715" y="4219650"/>
            <a:ext cx="493166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B8B963BC-550D-4091-AD9A-C2398DE488B7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3310856" y="4219650"/>
            <a:ext cx="453859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DE76A4C5-1AA4-435D-9E8D-07FACB9A7B42}"/>
              </a:ext>
            </a:extLst>
          </p:cNvPr>
          <p:cNvSpPr txBox="1">
            <a:spLocks/>
          </p:cNvSpPr>
          <p:nvPr/>
        </p:nvSpPr>
        <p:spPr>
          <a:xfrm>
            <a:off x="397631" y="455779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7F7AE9D4-BBA6-4AB6-A6AB-7F96EC896622}"/>
              </a:ext>
            </a:extLst>
          </p:cNvPr>
          <p:cNvCxnSpPr>
            <a:cxnSpLocks/>
            <a:stCxn id="33" idx="2"/>
            <a:endCxn id="77" idx="0"/>
          </p:cNvCxnSpPr>
          <p:nvPr/>
        </p:nvCxnSpPr>
        <p:spPr>
          <a:xfrm>
            <a:off x="1001520" y="4219650"/>
            <a:ext cx="479345" cy="338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F2F3A44-6F42-43A0-A521-053066A6EB3A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 flipH="1">
            <a:off x="1480865" y="4219649"/>
            <a:ext cx="512825" cy="33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2FA86A6C-6A74-4CBE-959B-E201112408F0}"/>
              </a:ext>
            </a:extLst>
          </p:cNvPr>
          <p:cNvSpPr/>
          <p:nvPr/>
        </p:nvSpPr>
        <p:spPr>
          <a:xfrm>
            <a:off x="3064641" y="3480632"/>
            <a:ext cx="1340024" cy="1765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17BE76A-03BB-4524-84F4-CD4708C2EE11}"/>
              </a:ext>
            </a:extLst>
          </p:cNvPr>
          <p:cNvSpPr/>
          <p:nvPr/>
        </p:nvSpPr>
        <p:spPr>
          <a:xfrm>
            <a:off x="511465" y="5141159"/>
            <a:ext cx="1938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PRYT = &lt;(1, 9)&gt;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93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6" grpId="0" animBg="1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7D972D1D-C892-4990-B06B-CAE78AD1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672" y="919262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51F1506E-1AEB-44C3-AC37-DBD5876CA2BE}"/>
              </a:ext>
            </a:extLst>
          </p:cNvPr>
          <p:cNvSpPr txBox="1">
            <a:spLocks/>
          </p:cNvSpPr>
          <p:nvPr/>
        </p:nvSpPr>
        <p:spPr>
          <a:xfrm>
            <a:off x="1273932" y="185692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EEA13D-7198-4614-978F-EC1ECD210D71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2357166" y="1502629"/>
            <a:ext cx="1799005" cy="3542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B1E2B06D-00FE-4CCF-A8AF-71BB36D01A92}"/>
              </a:ext>
            </a:extLst>
          </p:cNvPr>
          <p:cNvSpPr txBox="1">
            <a:spLocks/>
          </p:cNvSpPr>
          <p:nvPr/>
        </p:nvSpPr>
        <p:spPr>
          <a:xfrm>
            <a:off x="4997454" y="1856927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7, 10, 6&gt;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13D81DA-35B1-452C-89AF-86445B8F2B62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4156171" y="1502629"/>
            <a:ext cx="1924517" cy="354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E15322BD-8D31-4CB4-A287-3914A99FE6CE}"/>
              </a:ext>
            </a:extLst>
          </p:cNvPr>
          <p:cNvSpPr txBox="1">
            <a:spLocks/>
          </p:cNvSpPr>
          <p:nvPr/>
        </p:nvSpPr>
        <p:spPr>
          <a:xfrm>
            <a:off x="397631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9C2D5794-AA99-4163-93CD-06697BDC8557}"/>
              </a:ext>
            </a:extLst>
          </p:cNvPr>
          <p:cNvSpPr txBox="1">
            <a:spLocks/>
          </p:cNvSpPr>
          <p:nvPr/>
        </p:nvSpPr>
        <p:spPr>
          <a:xfrm>
            <a:off x="2163486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8CA5ADCE-54A5-4F5A-A216-F72EE3BBA2FE}"/>
              </a:ext>
            </a:extLst>
          </p:cNvPr>
          <p:cNvSpPr txBox="1">
            <a:spLocks/>
          </p:cNvSpPr>
          <p:nvPr/>
        </p:nvSpPr>
        <p:spPr>
          <a:xfrm>
            <a:off x="4003119" y="2725047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 6&gt;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50949BCE-8D12-4C34-8ECF-3F511548946B}"/>
              </a:ext>
            </a:extLst>
          </p:cNvPr>
          <p:cNvSpPr txBox="1">
            <a:spLocks/>
          </p:cNvSpPr>
          <p:nvPr/>
        </p:nvSpPr>
        <p:spPr>
          <a:xfrm>
            <a:off x="6021670" y="27416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10&gt;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A9C2900-DF16-4D65-A197-D7D5318B3C4A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5086353" y="2440294"/>
            <a:ext cx="994335" cy="2847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B901208-7685-4759-8E50-B21E77F05791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6080688" y="2440294"/>
            <a:ext cx="1024216" cy="301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2183B81-18AC-4983-BF62-1E6193AE44A3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2357166" y="2440293"/>
            <a:ext cx="889554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9C20078-E723-41D2-963F-8871E1C1D665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1480865" y="2440293"/>
            <a:ext cx="876301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9B9D5813-873B-4557-BC40-9C44BCCCD31E}"/>
              </a:ext>
            </a:extLst>
          </p:cNvPr>
          <p:cNvSpPr txBox="1">
            <a:spLocks/>
          </p:cNvSpPr>
          <p:nvPr/>
        </p:nvSpPr>
        <p:spPr>
          <a:xfrm>
            <a:off x="618562" y="363628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&lt;1&gt;</a:t>
            </a: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0FD3D9E1-6576-468C-87E1-624025F6CF80}"/>
              </a:ext>
            </a:extLst>
          </p:cNvPr>
          <p:cNvSpPr txBox="1">
            <a:spLocks/>
          </p:cNvSpPr>
          <p:nvPr/>
        </p:nvSpPr>
        <p:spPr>
          <a:xfrm>
            <a:off x="1610732" y="3636282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&lt;2&gt;</a:t>
            </a:r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DF0F4E72-EE8B-4911-8202-47DE6A4C5420}"/>
              </a:ext>
            </a:extLst>
          </p:cNvPr>
          <p:cNvSpPr txBox="1">
            <a:spLocks/>
          </p:cNvSpPr>
          <p:nvPr/>
        </p:nvSpPr>
        <p:spPr>
          <a:xfrm>
            <a:off x="2429903" y="3636283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&lt;3&gt;</a:t>
            </a:r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5032DCF4-B254-410E-A288-7513D300D8FA}"/>
              </a:ext>
            </a:extLst>
          </p:cNvPr>
          <p:cNvSpPr txBox="1">
            <a:spLocks/>
          </p:cNvSpPr>
          <p:nvPr/>
        </p:nvSpPr>
        <p:spPr>
          <a:xfrm>
            <a:off x="3040395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7363D70C-FEA0-4885-A609-8B0C6C57F0F1}"/>
              </a:ext>
            </a:extLst>
          </p:cNvPr>
          <p:cNvSpPr txBox="1">
            <a:spLocks/>
          </p:cNvSpPr>
          <p:nvPr/>
        </p:nvSpPr>
        <p:spPr>
          <a:xfrm>
            <a:off x="3860365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&lt;6&gt;</a:t>
            </a: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8794C067-DF8A-40BA-B7E7-63F81AA04641}"/>
              </a:ext>
            </a:extLst>
          </p:cNvPr>
          <p:cNvSpPr txBox="1">
            <a:spLocks/>
          </p:cNvSpPr>
          <p:nvPr/>
        </p:nvSpPr>
        <p:spPr>
          <a:xfrm>
            <a:off x="4865924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&lt;7&gt;</a:t>
            </a:r>
          </a:p>
        </p:txBody>
      </p:sp>
      <p:sp>
        <p:nvSpPr>
          <p:cNvPr id="39" name="內容版面配置區 2">
            <a:extLst>
              <a:ext uri="{FF2B5EF4-FFF2-40B4-BE49-F238E27FC236}">
                <a16:creationId xmlns:a16="http://schemas.microsoft.com/office/drawing/2014/main" id="{1913F58F-FF3E-41D3-A704-F9F3ED035F5B}"/>
              </a:ext>
            </a:extLst>
          </p:cNvPr>
          <p:cNvSpPr txBox="1">
            <a:spLocks/>
          </p:cNvSpPr>
          <p:nvPr/>
        </p:nvSpPr>
        <p:spPr>
          <a:xfrm>
            <a:off x="5798349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</a:t>
            </a:r>
          </a:p>
        </p:txBody>
      </p:sp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7E4D320E-E325-4E2B-B3C2-621B7AFDD020}"/>
              </a:ext>
            </a:extLst>
          </p:cNvPr>
          <p:cNvSpPr txBox="1">
            <a:spLocks/>
          </p:cNvSpPr>
          <p:nvPr/>
        </p:nvSpPr>
        <p:spPr>
          <a:xfrm>
            <a:off x="7002558" y="363628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&lt;9, 10&gt;</a:t>
            </a: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72F2FF6-FC2C-4FF7-BB58-B9E9E7EC2A74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1001520" y="3324983"/>
            <a:ext cx="47934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1442B6E5-9A4F-4210-9694-9F769A889E54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1480865" y="3324983"/>
            <a:ext cx="512825" cy="3112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A7866D3D-6F4C-4CA0-891F-3FBCE3BAAE4B}"/>
              </a:ext>
            </a:extLst>
          </p:cNvPr>
          <p:cNvCxnSpPr>
            <a:cxnSpLocks/>
            <a:stCxn id="26" idx="2"/>
            <a:endCxn id="35" idx="0"/>
          </p:cNvCxnSpPr>
          <p:nvPr/>
        </p:nvCxnSpPr>
        <p:spPr>
          <a:xfrm flipH="1">
            <a:off x="2812861" y="3324983"/>
            <a:ext cx="433859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8AA3925-A840-40F0-91B2-F2981DFD6700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>
            <a:off x="3246720" y="3324983"/>
            <a:ext cx="51799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62107CB-8922-40B7-A93E-D19891696E92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>
            <a:off x="5086353" y="3308414"/>
            <a:ext cx="503891" cy="3278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366B8D6-A7F0-4423-975A-03E6DDA66302}"/>
              </a:ext>
            </a:extLst>
          </p:cNvPr>
          <p:cNvCxnSpPr>
            <a:cxnSpLocks/>
            <a:stCxn id="28" idx="2"/>
            <a:endCxn id="40" idx="0"/>
          </p:cNvCxnSpPr>
          <p:nvPr/>
        </p:nvCxnSpPr>
        <p:spPr>
          <a:xfrm>
            <a:off x="7104904" y="3324983"/>
            <a:ext cx="621974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4D7B926-9728-4F0A-9ACB-00CE9CECF8E5}"/>
              </a:ext>
            </a:extLst>
          </p:cNvPr>
          <p:cNvCxnSpPr>
            <a:cxnSpLocks/>
            <a:stCxn id="28" idx="2"/>
            <a:endCxn id="39" idx="0"/>
          </p:cNvCxnSpPr>
          <p:nvPr/>
        </p:nvCxnSpPr>
        <p:spPr>
          <a:xfrm flipH="1">
            <a:off x="6522669" y="3324983"/>
            <a:ext cx="582235" cy="311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24986C7D-F252-4CD5-A5EC-FDAB2F1315E7}"/>
              </a:ext>
            </a:extLst>
          </p:cNvPr>
          <p:cNvCxnSpPr>
            <a:cxnSpLocks/>
            <a:stCxn id="27" idx="2"/>
            <a:endCxn id="37" idx="0"/>
          </p:cNvCxnSpPr>
          <p:nvPr/>
        </p:nvCxnSpPr>
        <p:spPr>
          <a:xfrm flipH="1">
            <a:off x="4584685" y="3308414"/>
            <a:ext cx="501668" cy="3278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內容版面配置區 2">
            <a:extLst>
              <a:ext uri="{FF2B5EF4-FFF2-40B4-BE49-F238E27FC236}">
                <a16:creationId xmlns:a16="http://schemas.microsoft.com/office/drawing/2014/main" id="{BF777CC7-EBA5-452F-9E99-C072284DBC95}"/>
              </a:ext>
            </a:extLst>
          </p:cNvPr>
          <p:cNvSpPr txBox="1">
            <a:spLocks/>
          </p:cNvSpPr>
          <p:nvPr/>
        </p:nvSpPr>
        <p:spPr>
          <a:xfrm>
            <a:off x="2586536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&lt;4&gt;</a:t>
            </a:r>
          </a:p>
        </p:txBody>
      </p:sp>
      <p:sp>
        <p:nvSpPr>
          <p:cNvPr id="50" name="內容版面配置區 2">
            <a:extLst>
              <a:ext uri="{FF2B5EF4-FFF2-40B4-BE49-F238E27FC236}">
                <a16:creationId xmlns:a16="http://schemas.microsoft.com/office/drawing/2014/main" id="{229E2B4A-1F7C-416B-9AD9-5BEDF5F33A5F}"/>
              </a:ext>
            </a:extLst>
          </p:cNvPr>
          <p:cNvSpPr txBox="1">
            <a:spLocks/>
          </p:cNvSpPr>
          <p:nvPr/>
        </p:nvSpPr>
        <p:spPr>
          <a:xfrm>
            <a:off x="3533561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&lt;5&gt;</a:t>
            </a:r>
          </a:p>
        </p:txBody>
      </p: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82F82600-6029-467D-BFB2-B5FE2FDCF151}"/>
              </a:ext>
            </a:extLst>
          </p:cNvPr>
          <p:cNvSpPr txBox="1">
            <a:spLocks/>
          </p:cNvSpPr>
          <p:nvPr/>
        </p:nvSpPr>
        <p:spPr>
          <a:xfrm>
            <a:off x="6583504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&lt;9&gt;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1BAA9005-1DA9-4A37-8B99-34BEA5944AD1}"/>
              </a:ext>
            </a:extLst>
          </p:cNvPr>
          <p:cNvSpPr txBox="1">
            <a:spLocks/>
          </p:cNvSpPr>
          <p:nvPr/>
        </p:nvSpPr>
        <p:spPr>
          <a:xfrm>
            <a:off x="7474064" y="4598633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&lt;10&gt;</a:t>
            </a: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29E1B52-43ED-4250-9063-D6AA0A7711DA}"/>
              </a:ext>
            </a:extLst>
          </p:cNvPr>
          <p:cNvCxnSpPr>
            <a:cxnSpLocks/>
            <a:stCxn id="40" idx="2"/>
            <a:endCxn id="52" idx="0"/>
          </p:cNvCxnSpPr>
          <p:nvPr/>
        </p:nvCxnSpPr>
        <p:spPr>
          <a:xfrm>
            <a:off x="7726878" y="4219650"/>
            <a:ext cx="471506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662AD5BB-33FC-4EAB-8A46-6F0A5AD692B9}"/>
              </a:ext>
            </a:extLst>
          </p:cNvPr>
          <p:cNvCxnSpPr>
            <a:cxnSpLocks/>
            <a:stCxn id="40" idx="2"/>
            <a:endCxn id="51" idx="0"/>
          </p:cNvCxnSpPr>
          <p:nvPr/>
        </p:nvCxnSpPr>
        <p:spPr>
          <a:xfrm flipH="1">
            <a:off x="7307824" y="4219650"/>
            <a:ext cx="419054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31C0DAB-0B5A-4217-BFA4-CDF98BF3BCD4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3764715" y="4219650"/>
            <a:ext cx="493166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B8B963BC-550D-4091-AD9A-C2398DE488B7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3310856" y="4219650"/>
            <a:ext cx="453859" cy="378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DE76A4C5-1AA4-435D-9E8D-07FACB9A7B42}"/>
              </a:ext>
            </a:extLst>
          </p:cNvPr>
          <p:cNvSpPr txBox="1">
            <a:spLocks/>
          </p:cNvSpPr>
          <p:nvPr/>
        </p:nvSpPr>
        <p:spPr>
          <a:xfrm>
            <a:off x="397631" y="455779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7F7AE9D4-BBA6-4AB6-A6AB-7F96EC896622}"/>
              </a:ext>
            </a:extLst>
          </p:cNvPr>
          <p:cNvCxnSpPr>
            <a:cxnSpLocks/>
            <a:stCxn id="33" idx="2"/>
            <a:endCxn id="77" idx="0"/>
          </p:cNvCxnSpPr>
          <p:nvPr/>
        </p:nvCxnSpPr>
        <p:spPr>
          <a:xfrm>
            <a:off x="1001520" y="4219650"/>
            <a:ext cx="479345" cy="338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F2F3A44-6F42-43A0-A521-053066A6EB3A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 flipH="1">
            <a:off x="1480865" y="4219649"/>
            <a:ext cx="512825" cy="338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175D8840-BF90-4891-8891-CEE727BDF72A}"/>
              </a:ext>
            </a:extLst>
          </p:cNvPr>
          <p:cNvSpPr txBox="1">
            <a:spLocks/>
          </p:cNvSpPr>
          <p:nvPr/>
        </p:nvSpPr>
        <p:spPr>
          <a:xfrm>
            <a:off x="2714175" y="542834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6500FA09-5E2F-4B82-A834-572B5466087D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>
            <a:off x="3310856" y="5182000"/>
            <a:ext cx="486553" cy="246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ED371A18-FA17-45B1-AA76-1CED10787B76}"/>
              </a:ext>
            </a:extLst>
          </p:cNvPr>
          <p:cNvCxnSpPr>
            <a:cxnSpLocks/>
            <a:stCxn id="50" idx="2"/>
            <a:endCxn id="54" idx="0"/>
          </p:cNvCxnSpPr>
          <p:nvPr/>
        </p:nvCxnSpPr>
        <p:spPr>
          <a:xfrm flipH="1">
            <a:off x="3797409" y="5182000"/>
            <a:ext cx="460472" cy="246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6C24637E-549B-4ACC-8109-0448A50ACFF8}"/>
              </a:ext>
            </a:extLst>
          </p:cNvPr>
          <p:cNvSpPr/>
          <p:nvPr/>
        </p:nvSpPr>
        <p:spPr>
          <a:xfrm>
            <a:off x="2795315" y="5938738"/>
            <a:ext cx="19388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PRYT = &lt;(4, 8)&gt;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7F825C7-E305-4457-AD37-092A5C05C0B1}"/>
              </a:ext>
            </a:extLst>
          </p:cNvPr>
          <p:cNvSpPr/>
          <p:nvPr/>
        </p:nvSpPr>
        <p:spPr>
          <a:xfrm>
            <a:off x="2536504" y="3549586"/>
            <a:ext cx="1838399" cy="2389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953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352" y="223113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9DAE6EAF-87D4-4864-8D80-3012046D21AA}"/>
              </a:ext>
            </a:extLst>
          </p:cNvPr>
          <p:cNvSpPr txBox="1">
            <a:spLocks/>
          </p:cNvSpPr>
          <p:nvPr/>
        </p:nvSpPr>
        <p:spPr>
          <a:xfrm>
            <a:off x="2425462" y="2123272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&lt;3&gt;</a:t>
            </a:r>
          </a:p>
        </p:txBody>
      </p:sp>
      <p:sp>
        <p:nvSpPr>
          <p:cNvPr id="55" name="內容版面配置區 2">
            <a:extLst>
              <a:ext uri="{FF2B5EF4-FFF2-40B4-BE49-F238E27FC236}">
                <a16:creationId xmlns:a16="http://schemas.microsoft.com/office/drawing/2014/main" id="{18B92309-85BE-4B47-9F63-BF94E8755ED5}"/>
              </a:ext>
            </a:extLst>
          </p:cNvPr>
          <p:cNvSpPr txBox="1">
            <a:spLocks/>
          </p:cNvSpPr>
          <p:nvPr/>
        </p:nvSpPr>
        <p:spPr>
          <a:xfrm>
            <a:off x="4784352" y="2121833"/>
            <a:ext cx="12897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77D3BBB3-EDD5-49DD-AF42-F4ED56690ECB}"/>
              </a:ext>
            </a:extLst>
          </p:cNvPr>
          <p:cNvCxnSpPr>
            <a:cxnSpLocks/>
            <a:stCxn id="65" idx="2"/>
            <a:endCxn id="54" idx="0"/>
          </p:cNvCxnSpPr>
          <p:nvPr/>
        </p:nvCxnSpPr>
        <p:spPr>
          <a:xfrm flipH="1">
            <a:off x="2808420" y="1781602"/>
            <a:ext cx="1320715" cy="341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24F44FD7-EAC9-4891-956C-10965E6C5674}"/>
              </a:ext>
            </a:extLst>
          </p:cNvPr>
          <p:cNvCxnSpPr>
            <a:cxnSpLocks/>
            <a:stCxn id="65" idx="2"/>
            <a:endCxn id="55" idx="0"/>
          </p:cNvCxnSpPr>
          <p:nvPr/>
        </p:nvCxnSpPr>
        <p:spPr>
          <a:xfrm>
            <a:off x="4129135" y="1781602"/>
            <a:ext cx="1300087" cy="3402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內容版面配置區 2">
            <a:extLst>
              <a:ext uri="{FF2B5EF4-FFF2-40B4-BE49-F238E27FC236}">
                <a16:creationId xmlns:a16="http://schemas.microsoft.com/office/drawing/2014/main" id="{E77714F9-7B49-43F4-803B-43F40659E1A1}"/>
              </a:ext>
            </a:extLst>
          </p:cNvPr>
          <p:cNvSpPr txBox="1">
            <a:spLocks/>
          </p:cNvSpPr>
          <p:nvPr/>
        </p:nvSpPr>
        <p:spPr>
          <a:xfrm>
            <a:off x="3045901" y="1198235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45F5C9E-32B4-40AC-8FDD-D9DA527E9329}"/>
              </a:ext>
            </a:extLst>
          </p:cNvPr>
          <p:cNvSpPr/>
          <p:nvPr/>
        </p:nvSpPr>
        <p:spPr>
          <a:xfrm>
            <a:off x="2137749" y="2892391"/>
            <a:ext cx="26414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&lt;(5, 3)&gt;</a:t>
            </a:r>
            <a:endParaRPr lang="zh-TW" altLang="en-US" sz="28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07A869-4AC1-41AB-96BC-318449C753EA}"/>
              </a:ext>
            </a:extLst>
          </p:cNvPr>
          <p:cNvSpPr/>
          <p:nvPr/>
        </p:nvSpPr>
        <p:spPr>
          <a:xfrm>
            <a:off x="2137749" y="3675901"/>
            <a:ext cx="26414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&lt;(3, 5)&gt;</a:t>
            </a:r>
            <a:endParaRPr lang="zh-TW" altLang="en-US" sz="28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453579-1014-48BD-86B2-5611D250D312}"/>
              </a:ext>
            </a:extLst>
          </p:cNvPr>
          <p:cNvSpPr/>
          <p:nvPr/>
        </p:nvSpPr>
        <p:spPr>
          <a:xfrm>
            <a:off x="2137749" y="4337889"/>
            <a:ext cx="36000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&lt;(3, 5), (4, 8)&gt;</a:t>
            </a:r>
            <a:endParaRPr lang="zh-TW" altLang="en-US" sz="28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4D795E5-0082-46F4-B959-3A13EC2805AD}"/>
              </a:ext>
            </a:extLst>
          </p:cNvPr>
          <p:cNvSpPr/>
          <p:nvPr/>
        </p:nvSpPr>
        <p:spPr>
          <a:xfrm>
            <a:off x="4494865" y="4764477"/>
            <a:ext cx="14350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[8]=5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ACE894-78B2-4106-9459-3628A70B0206}"/>
              </a:ext>
            </a:extLst>
          </p:cNvPr>
          <p:cNvSpPr/>
          <p:nvPr/>
        </p:nvSpPr>
        <p:spPr>
          <a:xfrm>
            <a:off x="1272359" y="2892391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8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04290C4-23C1-44CF-9CD5-83510A46B666}"/>
              </a:ext>
            </a:extLst>
          </p:cNvPr>
          <p:cNvSpPr/>
          <p:nvPr/>
        </p:nvSpPr>
        <p:spPr>
          <a:xfrm>
            <a:off x="1272359" y="3675901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8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D861D8-6F2C-4766-A550-12EA78ABF6A1}"/>
              </a:ext>
            </a:extLst>
          </p:cNvPr>
          <p:cNvSpPr/>
          <p:nvPr/>
        </p:nvSpPr>
        <p:spPr>
          <a:xfrm>
            <a:off x="1272359" y="4327867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936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E15322BD-8D31-4CB4-A287-3914A99FE6CE}"/>
              </a:ext>
            </a:extLst>
          </p:cNvPr>
          <p:cNvSpPr txBox="1">
            <a:spLocks/>
          </p:cNvSpPr>
          <p:nvPr/>
        </p:nvSpPr>
        <p:spPr>
          <a:xfrm>
            <a:off x="471956" y="151528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9C2D5794-AA99-4163-93CD-06697BDC8557}"/>
              </a:ext>
            </a:extLst>
          </p:cNvPr>
          <p:cNvSpPr txBox="1">
            <a:spLocks/>
          </p:cNvSpPr>
          <p:nvPr/>
        </p:nvSpPr>
        <p:spPr>
          <a:xfrm>
            <a:off x="2237811" y="151528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8CA5ADCE-54A5-4F5A-A216-F72EE3BBA2FE}"/>
              </a:ext>
            </a:extLst>
          </p:cNvPr>
          <p:cNvSpPr txBox="1">
            <a:spLocks/>
          </p:cNvSpPr>
          <p:nvPr/>
        </p:nvSpPr>
        <p:spPr>
          <a:xfrm>
            <a:off x="4077444" y="149871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 6&gt;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50949BCE-8D12-4C34-8ECF-3F511548946B}"/>
              </a:ext>
            </a:extLst>
          </p:cNvPr>
          <p:cNvSpPr txBox="1">
            <a:spLocks/>
          </p:cNvSpPr>
          <p:nvPr/>
        </p:nvSpPr>
        <p:spPr>
          <a:xfrm>
            <a:off x="6095995" y="151528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10&gt;</a:t>
            </a:r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9B9D5813-873B-4557-BC40-9C44BCCCD31E}"/>
              </a:ext>
            </a:extLst>
          </p:cNvPr>
          <p:cNvSpPr txBox="1">
            <a:spLocks/>
          </p:cNvSpPr>
          <p:nvPr/>
        </p:nvSpPr>
        <p:spPr>
          <a:xfrm>
            <a:off x="692887" y="2250295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&lt;1&gt;</a:t>
            </a: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0FD3D9E1-6576-468C-87E1-624025F6CF80}"/>
              </a:ext>
            </a:extLst>
          </p:cNvPr>
          <p:cNvSpPr txBox="1">
            <a:spLocks/>
          </p:cNvSpPr>
          <p:nvPr/>
        </p:nvSpPr>
        <p:spPr>
          <a:xfrm>
            <a:off x="1685057" y="2250294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&lt;2&gt;</a:t>
            </a:r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DF0F4E72-EE8B-4911-8202-47DE6A4C5420}"/>
              </a:ext>
            </a:extLst>
          </p:cNvPr>
          <p:cNvSpPr txBox="1">
            <a:spLocks/>
          </p:cNvSpPr>
          <p:nvPr/>
        </p:nvSpPr>
        <p:spPr>
          <a:xfrm>
            <a:off x="2504228" y="2250295"/>
            <a:ext cx="76591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&lt;3&gt;</a:t>
            </a:r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5032DCF4-B254-410E-A288-7513D300D8FA}"/>
              </a:ext>
            </a:extLst>
          </p:cNvPr>
          <p:cNvSpPr txBox="1">
            <a:spLocks/>
          </p:cNvSpPr>
          <p:nvPr/>
        </p:nvSpPr>
        <p:spPr>
          <a:xfrm>
            <a:off x="3114720" y="2250295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7363D70C-FEA0-4885-A609-8B0C6C57F0F1}"/>
              </a:ext>
            </a:extLst>
          </p:cNvPr>
          <p:cNvSpPr txBox="1">
            <a:spLocks/>
          </p:cNvSpPr>
          <p:nvPr/>
        </p:nvSpPr>
        <p:spPr>
          <a:xfrm>
            <a:off x="3934690" y="2250295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&lt;6&gt;</a:t>
            </a: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8794C067-DF8A-40BA-B7E7-63F81AA04641}"/>
              </a:ext>
            </a:extLst>
          </p:cNvPr>
          <p:cNvSpPr txBox="1">
            <a:spLocks/>
          </p:cNvSpPr>
          <p:nvPr/>
        </p:nvSpPr>
        <p:spPr>
          <a:xfrm>
            <a:off x="4940249" y="2250295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&lt;7&gt;</a:t>
            </a:r>
          </a:p>
        </p:txBody>
      </p:sp>
      <p:sp>
        <p:nvSpPr>
          <p:cNvPr id="39" name="內容版面配置區 2">
            <a:extLst>
              <a:ext uri="{FF2B5EF4-FFF2-40B4-BE49-F238E27FC236}">
                <a16:creationId xmlns:a16="http://schemas.microsoft.com/office/drawing/2014/main" id="{1913F58F-FF3E-41D3-A704-F9F3ED035F5B}"/>
              </a:ext>
            </a:extLst>
          </p:cNvPr>
          <p:cNvSpPr txBox="1">
            <a:spLocks/>
          </p:cNvSpPr>
          <p:nvPr/>
        </p:nvSpPr>
        <p:spPr>
          <a:xfrm>
            <a:off x="5872674" y="2250295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&lt;8&gt;</a:t>
            </a:r>
          </a:p>
        </p:txBody>
      </p:sp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7E4D320E-E325-4E2B-B3C2-621B7AFDD020}"/>
              </a:ext>
            </a:extLst>
          </p:cNvPr>
          <p:cNvSpPr txBox="1">
            <a:spLocks/>
          </p:cNvSpPr>
          <p:nvPr/>
        </p:nvSpPr>
        <p:spPr>
          <a:xfrm>
            <a:off x="7076883" y="2250295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&lt;9, 10&gt;</a:t>
            </a: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72F2FF6-FC2C-4FF7-BB58-B9E9E7EC2A74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1075845" y="2098649"/>
            <a:ext cx="479345" cy="151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1442B6E5-9A4F-4210-9694-9F769A889E54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1555190" y="2098649"/>
            <a:ext cx="512825" cy="1516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A7866D3D-6F4C-4CA0-891F-3FBCE3BAAE4B}"/>
              </a:ext>
            </a:extLst>
          </p:cNvPr>
          <p:cNvCxnSpPr>
            <a:cxnSpLocks/>
            <a:stCxn id="26" idx="2"/>
            <a:endCxn id="35" idx="0"/>
          </p:cNvCxnSpPr>
          <p:nvPr/>
        </p:nvCxnSpPr>
        <p:spPr>
          <a:xfrm flipH="1">
            <a:off x="2887186" y="2098649"/>
            <a:ext cx="433859" cy="151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8AA3925-A840-40F0-91B2-F2981DFD6700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>
            <a:off x="3321045" y="2098649"/>
            <a:ext cx="517995" cy="151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62107CB-8922-40B7-A93E-D19891696E92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>
            <a:off x="5160678" y="2082080"/>
            <a:ext cx="503891" cy="168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366B8D6-A7F0-4423-975A-03E6DDA66302}"/>
              </a:ext>
            </a:extLst>
          </p:cNvPr>
          <p:cNvCxnSpPr>
            <a:cxnSpLocks/>
            <a:stCxn id="28" idx="2"/>
            <a:endCxn id="40" idx="0"/>
          </p:cNvCxnSpPr>
          <p:nvPr/>
        </p:nvCxnSpPr>
        <p:spPr>
          <a:xfrm>
            <a:off x="7179229" y="2098649"/>
            <a:ext cx="621974" cy="151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4D7B926-9728-4F0A-9ACB-00CE9CECF8E5}"/>
              </a:ext>
            </a:extLst>
          </p:cNvPr>
          <p:cNvCxnSpPr>
            <a:cxnSpLocks/>
            <a:stCxn id="28" idx="2"/>
            <a:endCxn id="39" idx="0"/>
          </p:cNvCxnSpPr>
          <p:nvPr/>
        </p:nvCxnSpPr>
        <p:spPr>
          <a:xfrm flipH="1">
            <a:off x="6596994" y="2098649"/>
            <a:ext cx="582235" cy="151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24986C7D-F252-4CD5-A5EC-FDAB2F1315E7}"/>
              </a:ext>
            </a:extLst>
          </p:cNvPr>
          <p:cNvCxnSpPr>
            <a:cxnSpLocks/>
            <a:stCxn id="27" idx="2"/>
            <a:endCxn id="37" idx="0"/>
          </p:cNvCxnSpPr>
          <p:nvPr/>
        </p:nvCxnSpPr>
        <p:spPr>
          <a:xfrm flipH="1">
            <a:off x="4659010" y="2082080"/>
            <a:ext cx="501668" cy="168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內容版面配置區 2">
            <a:extLst>
              <a:ext uri="{FF2B5EF4-FFF2-40B4-BE49-F238E27FC236}">
                <a16:creationId xmlns:a16="http://schemas.microsoft.com/office/drawing/2014/main" id="{BF777CC7-EBA5-452F-9E99-C072284DBC95}"/>
              </a:ext>
            </a:extLst>
          </p:cNvPr>
          <p:cNvSpPr txBox="1">
            <a:spLocks/>
          </p:cNvSpPr>
          <p:nvPr/>
        </p:nvSpPr>
        <p:spPr>
          <a:xfrm>
            <a:off x="2660861" y="3140066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&lt;4&gt;</a:t>
            </a:r>
          </a:p>
        </p:txBody>
      </p:sp>
      <p:sp>
        <p:nvSpPr>
          <p:cNvPr id="50" name="內容版面配置區 2">
            <a:extLst>
              <a:ext uri="{FF2B5EF4-FFF2-40B4-BE49-F238E27FC236}">
                <a16:creationId xmlns:a16="http://schemas.microsoft.com/office/drawing/2014/main" id="{229E2B4A-1F7C-416B-9AD9-5BEDF5F33A5F}"/>
              </a:ext>
            </a:extLst>
          </p:cNvPr>
          <p:cNvSpPr txBox="1">
            <a:spLocks/>
          </p:cNvSpPr>
          <p:nvPr/>
        </p:nvSpPr>
        <p:spPr>
          <a:xfrm>
            <a:off x="3607886" y="3140066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&lt;5&gt;</a:t>
            </a:r>
          </a:p>
        </p:txBody>
      </p: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82F82600-6029-467D-BFB2-B5FE2FDCF151}"/>
              </a:ext>
            </a:extLst>
          </p:cNvPr>
          <p:cNvSpPr txBox="1">
            <a:spLocks/>
          </p:cNvSpPr>
          <p:nvPr/>
        </p:nvSpPr>
        <p:spPr>
          <a:xfrm>
            <a:off x="6657829" y="3140066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&lt;9&gt;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1BAA9005-1DA9-4A37-8B99-34BEA5944AD1}"/>
              </a:ext>
            </a:extLst>
          </p:cNvPr>
          <p:cNvSpPr txBox="1">
            <a:spLocks/>
          </p:cNvSpPr>
          <p:nvPr/>
        </p:nvSpPr>
        <p:spPr>
          <a:xfrm>
            <a:off x="7548389" y="3140066"/>
            <a:ext cx="1448640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&lt;10&gt;</a:t>
            </a: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29E1B52-43ED-4250-9063-D6AA0A7711DA}"/>
              </a:ext>
            </a:extLst>
          </p:cNvPr>
          <p:cNvCxnSpPr>
            <a:cxnSpLocks/>
            <a:stCxn id="40" idx="2"/>
            <a:endCxn id="52" idx="0"/>
          </p:cNvCxnSpPr>
          <p:nvPr/>
        </p:nvCxnSpPr>
        <p:spPr>
          <a:xfrm>
            <a:off x="7801203" y="2833662"/>
            <a:ext cx="471506" cy="306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662AD5BB-33FC-4EAB-8A46-6F0A5AD692B9}"/>
              </a:ext>
            </a:extLst>
          </p:cNvPr>
          <p:cNvCxnSpPr>
            <a:cxnSpLocks/>
            <a:stCxn id="40" idx="2"/>
            <a:endCxn id="51" idx="0"/>
          </p:cNvCxnSpPr>
          <p:nvPr/>
        </p:nvCxnSpPr>
        <p:spPr>
          <a:xfrm flipH="1">
            <a:off x="7382149" y="2833662"/>
            <a:ext cx="419054" cy="306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31C0DAB-0B5A-4217-BFA4-CDF98BF3BCD4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3839040" y="2833662"/>
            <a:ext cx="493166" cy="306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B8B963BC-550D-4091-AD9A-C2398DE488B7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3385181" y="2833662"/>
            <a:ext cx="453859" cy="306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DE76A4C5-1AA4-435D-9E8D-07FACB9A7B42}"/>
              </a:ext>
            </a:extLst>
          </p:cNvPr>
          <p:cNvSpPr txBox="1">
            <a:spLocks/>
          </p:cNvSpPr>
          <p:nvPr/>
        </p:nvSpPr>
        <p:spPr>
          <a:xfrm>
            <a:off x="1081497" y="3099226"/>
            <a:ext cx="1041461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7F7AE9D4-BBA6-4AB6-A6AB-7F96EC896622}"/>
              </a:ext>
            </a:extLst>
          </p:cNvPr>
          <p:cNvCxnSpPr>
            <a:cxnSpLocks/>
            <a:stCxn id="33" idx="2"/>
            <a:endCxn id="77" idx="0"/>
          </p:cNvCxnSpPr>
          <p:nvPr/>
        </p:nvCxnSpPr>
        <p:spPr>
          <a:xfrm>
            <a:off x="1075845" y="2833662"/>
            <a:ext cx="526383" cy="2655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F2F3A44-6F42-43A0-A521-053066A6EB3A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 flipH="1">
            <a:off x="1602228" y="2833661"/>
            <a:ext cx="465787" cy="2655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175D8840-BF90-4891-8891-CEE727BDF72A}"/>
              </a:ext>
            </a:extLst>
          </p:cNvPr>
          <p:cNvSpPr txBox="1">
            <a:spLocks/>
          </p:cNvSpPr>
          <p:nvPr/>
        </p:nvSpPr>
        <p:spPr>
          <a:xfrm>
            <a:off x="2773781" y="398009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4&gt;</a:t>
            </a: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ED371A18-FA17-45B1-AA76-1CED10787B76}"/>
              </a:ext>
            </a:extLst>
          </p:cNvPr>
          <p:cNvCxnSpPr>
            <a:cxnSpLocks/>
            <a:stCxn id="50" idx="2"/>
            <a:endCxn id="54" idx="0"/>
          </p:cNvCxnSpPr>
          <p:nvPr/>
        </p:nvCxnSpPr>
        <p:spPr>
          <a:xfrm flipH="1">
            <a:off x="3857015" y="3723433"/>
            <a:ext cx="475191" cy="2566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1F5104B-6E70-4075-85AA-8EB2822C3889}"/>
              </a:ext>
            </a:extLst>
          </p:cNvPr>
          <p:cNvSpPr/>
          <p:nvPr/>
        </p:nvSpPr>
        <p:spPr>
          <a:xfrm>
            <a:off x="3601478" y="5359286"/>
            <a:ext cx="28712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5, 8]=[0, 0, 5]</a:t>
            </a:r>
          </a:p>
        </p:txBody>
      </p:sp>
      <p:sp>
        <p:nvSpPr>
          <p:cNvPr id="73" name="內容版面配置區 2">
            <a:extLst>
              <a:ext uri="{FF2B5EF4-FFF2-40B4-BE49-F238E27FC236}">
                <a16:creationId xmlns:a16="http://schemas.microsoft.com/office/drawing/2014/main" id="{FD922661-EEDA-42BE-9DDA-9E527ED3BBA2}"/>
              </a:ext>
            </a:extLst>
          </p:cNvPr>
          <p:cNvSpPr txBox="1">
            <a:spLocks/>
          </p:cNvSpPr>
          <p:nvPr/>
        </p:nvSpPr>
        <p:spPr>
          <a:xfrm>
            <a:off x="2369416" y="5067603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&lt;3, 5, 4&gt;</a:t>
            </a:r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BD518142-A1DC-4BDD-87F7-D26A3299F11D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>
            <a:off x="3385181" y="3723433"/>
            <a:ext cx="471834" cy="2566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4DE1EC7A-A9EF-41D5-B6C2-0FD0890C43F9}"/>
              </a:ext>
            </a:extLst>
          </p:cNvPr>
          <p:cNvCxnSpPr>
            <a:cxnSpLocks/>
            <a:stCxn id="54" idx="2"/>
            <a:endCxn id="73" idx="0"/>
          </p:cNvCxnSpPr>
          <p:nvPr/>
        </p:nvCxnSpPr>
        <p:spPr>
          <a:xfrm flipH="1">
            <a:off x="3452650" y="4563463"/>
            <a:ext cx="404365" cy="504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77246328-B729-40C1-8ED2-2CD27E0B59BB}"/>
              </a:ext>
            </a:extLst>
          </p:cNvPr>
          <p:cNvCxnSpPr>
            <a:stCxn id="35" idx="2"/>
            <a:endCxn id="73" idx="0"/>
          </p:cNvCxnSpPr>
          <p:nvPr/>
        </p:nvCxnSpPr>
        <p:spPr>
          <a:xfrm rot="16200000" flipH="1">
            <a:off x="2052948" y="3667900"/>
            <a:ext cx="2233941" cy="565464"/>
          </a:xfrm>
          <a:prstGeom prst="bentConnector3">
            <a:avLst>
              <a:gd name="adj1" fmla="val 798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內容版面配置區 2">
            <a:extLst>
              <a:ext uri="{FF2B5EF4-FFF2-40B4-BE49-F238E27FC236}">
                <a16:creationId xmlns:a16="http://schemas.microsoft.com/office/drawing/2014/main" id="{948C2565-CB83-4C0B-A476-C0C31C3C8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352" y="223113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6E6FACE-0635-4A7C-9631-F00E5F54B940}"/>
              </a:ext>
            </a:extLst>
          </p:cNvPr>
          <p:cNvSpPr/>
          <p:nvPr/>
        </p:nvSpPr>
        <p:spPr>
          <a:xfrm>
            <a:off x="768114" y="1289775"/>
            <a:ext cx="3758972" cy="4239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205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352" y="223113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214457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4" name="內容版面配置區 2">
            <a:extLst>
              <a:ext uri="{FF2B5EF4-FFF2-40B4-BE49-F238E27FC236}">
                <a16:creationId xmlns:a16="http://schemas.microsoft.com/office/drawing/2014/main" id="{9DAE6EAF-87D4-4864-8D80-3012046D21AA}"/>
              </a:ext>
            </a:extLst>
          </p:cNvPr>
          <p:cNvSpPr txBox="1">
            <a:spLocks/>
          </p:cNvSpPr>
          <p:nvPr/>
        </p:nvSpPr>
        <p:spPr>
          <a:xfrm>
            <a:off x="2137749" y="1847885"/>
            <a:ext cx="1043452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 1&gt;</a:t>
            </a:r>
          </a:p>
        </p:txBody>
      </p:sp>
      <p:sp>
        <p:nvSpPr>
          <p:cNvPr id="55" name="內容版面配置區 2">
            <a:extLst>
              <a:ext uri="{FF2B5EF4-FFF2-40B4-BE49-F238E27FC236}">
                <a16:creationId xmlns:a16="http://schemas.microsoft.com/office/drawing/2014/main" id="{18B92309-85BE-4B47-9F63-BF94E8755ED5}"/>
              </a:ext>
            </a:extLst>
          </p:cNvPr>
          <p:cNvSpPr txBox="1">
            <a:spLocks/>
          </p:cNvSpPr>
          <p:nvPr/>
        </p:nvSpPr>
        <p:spPr>
          <a:xfrm>
            <a:off x="4835205" y="1847884"/>
            <a:ext cx="1805135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3, 4&gt;</a:t>
            </a:r>
          </a:p>
        </p:txBody>
      </p:sp>
      <p:sp>
        <p:nvSpPr>
          <p:cNvPr id="65" name="內容版面配置區 2">
            <a:extLst>
              <a:ext uri="{FF2B5EF4-FFF2-40B4-BE49-F238E27FC236}">
                <a16:creationId xmlns:a16="http://schemas.microsoft.com/office/drawing/2014/main" id="{E77714F9-7B49-43F4-803B-43F40659E1A1}"/>
              </a:ext>
            </a:extLst>
          </p:cNvPr>
          <p:cNvSpPr txBox="1">
            <a:spLocks/>
          </p:cNvSpPr>
          <p:nvPr/>
        </p:nvSpPr>
        <p:spPr>
          <a:xfrm>
            <a:off x="3045901" y="1198235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45F5C9E-32B4-40AC-8FDD-D9DA527E9329}"/>
              </a:ext>
            </a:extLst>
          </p:cNvPr>
          <p:cNvSpPr/>
          <p:nvPr/>
        </p:nvSpPr>
        <p:spPr>
          <a:xfrm>
            <a:off x="2137749" y="2577071"/>
            <a:ext cx="28209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(5, 3) &gt;</a:t>
            </a:r>
            <a:endParaRPr lang="zh-TW" altLang="en-US" sz="28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07A869-4AC1-41AB-96BC-318449C753EA}"/>
              </a:ext>
            </a:extLst>
          </p:cNvPr>
          <p:cNvSpPr/>
          <p:nvPr/>
        </p:nvSpPr>
        <p:spPr>
          <a:xfrm>
            <a:off x="2137749" y="3728837"/>
            <a:ext cx="3779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(2, 4), </a:t>
            </a:r>
            <a:r>
              <a:rPr lang="en-US" altLang="zh-TW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(3, 5)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8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453579-1014-48BD-86B2-5611D250D312}"/>
              </a:ext>
            </a:extLst>
          </p:cNvPr>
          <p:cNvSpPr/>
          <p:nvPr/>
        </p:nvSpPr>
        <p:spPr>
          <a:xfrm>
            <a:off x="2137749" y="4343527"/>
            <a:ext cx="4738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(2, 4), (3, 5), </a:t>
            </a:r>
            <a:r>
              <a:rPr lang="en-US" altLang="zh-TW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(4, 8)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8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4D795E5-0082-46F4-B959-3A13EC2805AD}"/>
              </a:ext>
            </a:extLst>
          </p:cNvPr>
          <p:cNvSpPr/>
          <p:nvPr/>
        </p:nvSpPr>
        <p:spPr>
          <a:xfrm>
            <a:off x="6051642" y="3486798"/>
            <a:ext cx="1435008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[5]=4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ACE894-78B2-4106-9459-3628A70B0206}"/>
              </a:ext>
            </a:extLst>
          </p:cNvPr>
          <p:cNvSpPr/>
          <p:nvPr/>
        </p:nvSpPr>
        <p:spPr>
          <a:xfrm>
            <a:off x="1272359" y="2577071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8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04290C4-23C1-44CF-9CD5-83510A46B666}"/>
              </a:ext>
            </a:extLst>
          </p:cNvPr>
          <p:cNvSpPr/>
          <p:nvPr/>
        </p:nvSpPr>
        <p:spPr>
          <a:xfrm>
            <a:off x="1272359" y="3776767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8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D861D8-6F2C-4766-A550-12EA78ABF6A1}"/>
              </a:ext>
            </a:extLst>
          </p:cNvPr>
          <p:cNvSpPr/>
          <p:nvPr/>
        </p:nvSpPr>
        <p:spPr>
          <a:xfrm>
            <a:off x="1272359" y="4333505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8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C47B4E-0B46-4F14-AC33-6959F6F1533C}"/>
              </a:ext>
            </a:extLst>
          </p:cNvPr>
          <p:cNvSpPr/>
          <p:nvPr/>
        </p:nvSpPr>
        <p:spPr>
          <a:xfrm>
            <a:off x="1272359" y="3176919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8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9DAE51-37D8-4570-AAFD-3B04DF04E941}"/>
              </a:ext>
            </a:extLst>
          </p:cNvPr>
          <p:cNvSpPr/>
          <p:nvPr/>
        </p:nvSpPr>
        <p:spPr>
          <a:xfrm>
            <a:off x="1272359" y="4951386"/>
            <a:ext cx="309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72CC60-E175-442E-8DCC-50B2DFDE8741}"/>
              </a:ext>
            </a:extLst>
          </p:cNvPr>
          <p:cNvSpPr/>
          <p:nvPr/>
        </p:nvSpPr>
        <p:spPr>
          <a:xfrm>
            <a:off x="2137749" y="3145344"/>
            <a:ext cx="28209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(2, 4) &gt;</a:t>
            </a:r>
            <a:endParaRPr lang="zh-TW" altLang="en-US" sz="28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9D1924-185D-4B1B-8623-2F86BCFB7339}"/>
              </a:ext>
            </a:extLst>
          </p:cNvPr>
          <p:cNvSpPr/>
          <p:nvPr/>
        </p:nvSpPr>
        <p:spPr>
          <a:xfrm>
            <a:off x="2137749" y="4951386"/>
            <a:ext cx="4738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</a:t>
            </a:r>
            <a:r>
              <a:rPr lang="en-US" altLang="zh-TW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(1, 9)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5), (4, 8) &gt;</a:t>
            </a:r>
            <a:endParaRPr lang="zh-TW" altLang="en-US" sz="28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EB3A4D-24E4-43B3-AF97-7A31CFF1E1E3}"/>
              </a:ext>
            </a:extLst>
          </p:cNvPr>
          <p:cNvSpPr/>
          <p:nvPr/>
        </p:nvSpPr>
        <p:spPr>
          <a:xfrm>
            <a:off x="2000988" y="5441333"/>
            <a:ext cx="42562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4, 5, 8, 9]=[0, 0, 4, 5, 0]</a:t>
            </a:r>
          </a:p>
        </p:txBody>
      </p:sp>
    </p:spTree>
    <p:extLst>
      <p:ext uri="{BB962C8B-B14F-4D97-AF65-F5344CB8AC3E}">
        <p14:creationId xmlns:p14="http://schemas.microsoft.com/office/powerpoint/2010/main" val="36813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7D972D1D-C892-4990-B06B-CAE78AD1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8" y="919262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51F1506E-1AEB-44C3-AC37-DBD5876CA2BE}"/>
              </a:ext>
            </a:extLst>
          </p:cNvPr>
          <p:cNvSpPr txBox="1">
            <a:spLocks/>
          </p:cNvSpPr>
          <p:nvPr/>
        </p:nvSpPr>
        <p:spPr>
          <a:xfrm>
            <a:off x="1563268" y="185692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EEA13D-7198-4614-978F-EC1ECD210D71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2646502" y="1502629"/>
            <a:ext cx="1748205" cy="3542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B1E2B06D-00FE-4CCF-A8AF-71BB36D01A92}"/>
              </a:ext>
            </a:extLst>
          </p:cNvPr>
          <p:cNvSpPr txBox="1">
            <a:spLocks/>
          </p:cNvSpPr>
          <p:nvPr/>
        </p:nvSpPr>
        <p:spPr>
          <a:xfrm>
            <a:off x="5235990" y="1856927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7, 10, 6&gt;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13D81DA-35B1-452C-89AF-86445B8F2B62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4394707" y="1502629"/>
            <a:ext cx="1924517" cy="354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A9C2900-DF16-4D65-A197-D7D5318B3C4A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324889" y="2440294"/>
            <a:ext cx="994335" cy="2847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B901208-7685-4759-8E50-B21E77F05791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6319224" y="2440294"/>
            <a:ext cx="1024216" cy="301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2183B81-18AC-4983-BF62-1E6193AE44A3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646502" y="2440293"/>
            <a:ext cx="889554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9C20078-E723-41D2-963F-8871E1C1D665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1770201" y="2440293"/>
            <a:ext cx="876301" cy="30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內容版面配置區 2">
            <a:extLst>
              <a:ext uri="{FF2B5EF4-FFF2-40B4-BE49-F238E27FC236}">
                <a16:creationId xmlns:a16="http://schemas.microsoft.com/office/drawing/2014/main" id="{196EC265-C6D4-48E8-8AB2-881C1D71D42F}"/>
              </a:ext>
            </a:extLst>
          </p:cNvPr>
          <p:cNvSpPr txBox="1">
            <a:spLocks/>
          </p:cNvSpPr>
          <p:nvPr/>
        </p:nvSpPr>
        <p:spPr>
          <a:xfrm>
            <a:off x="3332072" y="3202116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1445ABED-9330-4E10-9B9F-B5E87312361E}"/>
              </a:ext>
            </a:extLst>
          </p:cNvPr>
          <p:cNvSpPr txBox="1">
            <a:spLocks/>
          </p:cNvSpPr>
          <p:nvPr/>
        </p:nvSpPr>
        <p:spPr>
          <a:xfrm>
            <a:off x="1644612" y="4417082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&lt;5, 2, 3, 4, 1&gt;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6EC668E-99C2-4448-8188-EBFA414EBD4E}"/>
              </a:ext>
            </a:extLst>
          </p:cNvPr>
          <p:cNvSpPr/>
          <p:nvPr/>
        </p:nvSpPr>
        <p:spPr>
          <a:xfrm>
            <a:off x="688109" y="4033597"/>
            <a:ext cx="312297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4, 5, 8, 9]=[0, 0, 4, 5, 0]</a:t>
            </a:r>
          </a:p>
        </p:txBody>
      </p:sp>
      <p:sp>
        <p:nvSpPr>
          <p:cNvPr id="67" name="內容版面配置區 2">
            <a:extLst>
              <a:ext uri="{FF2B5EF4-FFF2-40B4-BE49-F238E27FC236}">
                <a16:creationId xmlns:a16="http://schemas.microsoft.com/office/drawing/2014/main" id="{2E22CC9E-D78C-4E3A-AB8C-EBB5B5CEB019}"/>
              </a:ext>
            </a:extLst>
          </p:cNvPr>
          <p:cNvSpPr txBox="1">
            <a:spLocks/>
          </p:cNvSpPr>
          <p:nvPr/>
        </p:nvSpPr>
        <p:spPr>
          <a:xfrm>
            <a:off x="5036705" y="4424828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7, 10, 6&gt;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7D8DC94-0FB6-40DC-AA02-6E5DE097B07D}"/>
              </a:ext>
            </a:extLst>
          </p:cNvPr>
          <p:cNvSpPr/>
          <p:nvPr/>
        </p:nvSpPr>
        <p:spPr>
          <a:xfrm>
            <a:off x="4928207" y="4035078"/>
            <a:ext cx="323838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2, 6, 7, 10]=[0, 1, 0, 2, 0]</a:t>
            </a: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53628A7A-A72E-4F28-811F-A312D862A32C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5562261" y="5008195"/>
            <a:ext cx="557678" cy="3540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4CCF0063-CB8F-4644-B1FB-3AAEB230D48C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2727846" y="5000449"/>
            <a:ext cx="608043" cy="361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內容版面配置區 2">
            <a:extLst>
              <a:ext uri="{FF2B5EF4-FFF2-40B4-BE49-F238E27FC236}">
                <a16:creationId xmlns:a16="http://schemas.microsoft.com/office/drawing/2014/main" id="{146EAB3A-71B4-4630-9133-57FFB937F2D5}"/>
              </a:ext>
            </a:extLst>
          </p:cNvPr>
          <p:cNvSpPr txBox="1">
            <a:spLocks/>
          </p:cNvSpPr>
          <p:nvPr/>
        </p:nvSpPr>
        <p:spPr>
          <a:xfrm>
            <a:off x="3332072" y="5610384"/>
            <a:ext cx="2166468" cy="58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141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D&amp;C - Combine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588" y="414724"/>
            <a:ext cx="3730998" cy="5833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 9, 5, 2, 3, 7, 10, 4, 1, 6&gt;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214457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ACE894-78B2-4106-9459-3628A70B0206}"/>
              </a:ext>
            </a:extLst>
          </p:cNvPr>
          <p:cNvSpPr/>
          <p:nvPr/>
        </p:nvSpPr>
        <p:spPr>
          <a:xfrm>
            <a:off x="1272298" y="998091"/>
            <a:ext cx="500917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lain" startAt="8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(8, 1)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	PRYT = &lt; (8, 1),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(9, 2)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	PRYT = &lt;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(5, 3)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(9, 2) 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	PRYT = &lt;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(2, 4)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(9, 2) &gt;</a:t>
            </a:r>
            <a:endParaRPr lang="zh-TW" altLang="en-US" sz="2000" dirty="0"/>
          </a:p>
          <a:p>
            <a:pPr marL="457200" indent="-457200">
              <a:lnSpc>
                <a:spcPct val="150000"/>
              </a:lnSpc>
              <a:buAutoNum type="arabicPlain" startAt="3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PRYT = &lt; (2, 4),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(3, 5)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	PRYT = &lt; (2, 4), (3, 5),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(7, 6)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	PRYT = &lt; (2, 4), (3, 5), (7, 6),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(10, 7)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	PRYT = &lt; (2, 4), (3, 5),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(4, 8)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7) 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	PRYT = &lt;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(1, 9)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(3, 5), (4, 8), (10, 7) &gt;</a:t>
            </a:r>
            <a:endParaRPr lang="zh-TW" altLang="en-US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	PRYT = &lt; (1, 9), (3, 5), (4, 8),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(6, 10)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TW" altLang="en-US" sz="20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8A6A0EB-876E-48CA-BDD6-56FF367C7F2D}"/>
              </a:ext>
            </a:extLst>
          </p:cNvPr>
          <p:cNvSpPr/>
          <p:nvPr/>
        </p:nvSpPr>
        <p:spPr>
          <a:xfrm>
            <a:off x="1272298" y="5607308"/>
            <a:ext cx="52758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pc="3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pc="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[1~10]=[0, 1, 0, 0, 4, 0, 2, 5, 0, 0]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13B0CD-B1FD-4BC8-96F9-31DE0EE77381}"/>
              </a:ext>
            </a:extLst>
          </p:cNvPr>
          <p:cNvSpPr/>
          <p:nvPr/>
        </p:nvSpPr>
        <p:spPr>
          <a:xfrm>
            <a:off x="5323087" y="3252985"/>
            <a:ext cx="1225015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[6]=5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C24080-A43F-40B9-9F3D-D9F811A27A78}"/>
              </a:ext>
            </a:extLst>
          </p:cNvPr>
          <p:cNvSpPr/>
          <p:nvPr/>
        </p:nvSpPr>
        <p:spPr>
          <a:xfrm>
            <a:off x="4686300" y="5708530"/>
            <a:ext cx="2084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5AB0EBD-FB82-4DF2-A513-09EFDF1B6F9E}"/>
              </a:ext>
            </a:extLst>
          </p:cNvPr>
          <p:cNvSpPr/>
          <p:nvPr/>
        </p:nvSpPr>
        <p:spPr>
          <a:xfrm>
            <a:off x="6095047" y="3751648"/>
            <a:ext cx="1225015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[7]=6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26FA0D2-82E6-47B8-A4AA-AB38B703567B}"/>
              </a:ext>
            </a:extLst>
          </p:cNvPr>
          <p:cNvSpPr/>
          <p:nvPr/>
        </p:nvSpPr>
        <p:spPr>
          <a:xfrm>
            <a:off x="5036820" y="5708530"/>
            <a:ext cx="2084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5F36AD7-5129-4A56-94EC-CF72852E1045}"/>
              </a:ext>
            </a:extLst>
          </p:cNvPr>
          <p:cNvSpPr/>
          <p:nvPr/>
        </p:nvSpPr>
        <p:spPr>
          <a:xfrm>
            <a:off x="6095047" y="5107086"/>
            <a:ext cx="1353256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[10]=8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8C0041-A752-4950-896B-78008795CB99}"/>
              </a:ext>
            </a:extLst>
          </p:cNvPr>
          <p:cNvSpPr/>
          <p:nvPr/>
        </p:nvSpPr>
        <p:spPr>
          <a:xfrm>
            <a:off x="6072989" y="5708530"/>
            <a:ext cx="2084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AF63399-5FBD-4BF7-A987-72AF56392213}"/>
              </a:ext>
            </a:extLst>
          </p:cNvPr>
          <p:cNvSpPr/>
          <p:nvPr/>
        </p:nvSpPr>
        <p:spPr>
          <a:xfrm>
            <a:off x="2719052" y="5219700"/>
            <a:ext cx="3195973" cy="3860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8ACDA63-06B3-4D15-AEC7-05E3030D9AD5}"/>
              </a:ext>
            </a:extLst>
          </p:cNvPr>
          <p:cNvSpPr/>
          <p:nvPr/>
        </p:nvSpPr>
        <p:spPr>
          <a:xfrm>
            <a:off x="5290179" y="1332677"/>
            <a:ext cx="841897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 = </a:t>
            </a:r>
          </a:p>
        </p:txBody>
      </p:sp>
    </p:spTree>
    <p:extLst>
      <p:ext uri="{BB962C8B-B14F-4D97-AF65-F5344CB8AC3E}">
        <p14:creationId xmlns:p14="http://schemas.microsoft.com/office/powerpoint/2010/main" val="31588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2" grpId="0" animBg="1"/>
      <p:bldP spid="56" grpId="0" animBg="1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3079EE-88ED-4719-8FC2-30EB669B900D}"/>
              </a:ext>
            </a:extLst>
          </p:cNvPr>
          <p:cNvSpPr/>
          <p:nvPr/>
        </p:nvSpPr>
        <p:spPr>
          <a:xfrm>
            <a:off x="471956" y="1110172"/>
            <a:ext cx="820008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Young tableaus(</a:t>
            </a:r>
            <a:r>
              <a:rPr lang="zh-TW" altLang="en-US" b="1" dirty="0">
                <a:solidFill>
                  <a:srgbClr val="002060"/>
                </a:solidFill>
              </a:rPr>
              <a:t>杨氏矩阵</a:t>
            </a:r>
            <a:r>
              <a:rPr lang="en-US" altLang="zh-TW" b="1" dirty="0">
                <a:solidFill>
                  <a:srgbClr val="002060"/>
                </a:solidFill>
              </a:rPr>
              <a:t>)</a:t>
            </a:r>
            <a:r>
              <a:rPr lang="zh-TW" altLang="en-US" b="1" dirty="0">
                <a:solidFill>
                  <a:srgbClr val="002060"/>
                </a:solidFill>
              </a:rPr>
              <a:t>的分析</a:t>
            </a: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B4EA4D-79CA-49E6-A0CF-575DAD434141}"/>
              </a:ext>
            </a:extLst>
          </p:cNvPr>
          <p:cNvSpPr/>
          <p:nvPr/>
        </p:nvSpPr>
        <p:spPr>
          <a:xfrm>
            <a:off x="471956" y="1110172"/>
            <a:ext cx="7071844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3"/>
              </a:rPr>
              <a:t>http://shmilyaw-hotmail-com.iteye.com/blog/1721524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3C142-BE95-4B92-8357-C65D5B6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4F6B907-8E89-4AA8-AAC4-854A4A340A52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7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33448</TotalTime>
  <Words>1481</Words>
  <Application>Microsoft Office PowerPoint</Application>
  <PresentationFormat>如螢幕大小 (4:3)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  Improvised divide and conquer approach for the LIS problem</vt:lpstr>
      <vt:lpstr>Abstract</vt:lpstr>
      <vt:lpstr>D&amp;C Approach</vt:lpstr>
      <vt:lpstr>Principal row of Young tableaux(PRYT)</vt:lpstr>
      <vt:lpstr>D&amp;C - Divide</vt:lpstr>
      <vt:lpstr>D&amp;C - Divide</vt:lpstr>
      <vt:lpstr>D&amp;C - Combine</vt:lpstr>
      <vt:lpstr>D&amp;C - Combine</vt:lpstr>
      <vt:lpstr>D&amp;C - Combine</vt:lpstr>
      <vt:lpstr>D&amp;C - Combine</vt:lpstr>
      <vt:lpstr>D&amp;C - Combine</vt:lpstr>
      <vt:lpstr>D&amp;C - Combine</vt:lpstr>
      <vt:lpstr>D&amp;C - Combine</vt:lpstr>
      <vt:lpstr>D&amp;C - Combine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274</cp:revision>
  <dcterms:created xsi:type="dcterms:W3CDTF">2017-09-25T08:45:50Z</dcterms:created>
  <dcterms:modified xsi:type="dcterms:W3CDTF">2018-03-06T05:32:08Z</dcterms:modified>
</cp:coreProperties>
</file>