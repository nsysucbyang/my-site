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307" r:id="rId4"/>
    <p:sldId id="310" r:id="rId5"/>
    <p:sldId id="317" r:id="rId6"/>
    <p:sldId id="309" r:id="rId7"/>
    <p:sldId id="319" r:id="rId8"/>
    <p:sldId id="312" r:id="rId9"/>
    <p:sldId id="313" r:id="rId10"/>
    <p:sldId id="318" r:id="rId11"/>
    <p:sldId id="311" r:id="rId12"/>
    <p:sldId id="314" r:id="rId13"/>
    <p:sldId id="320" r:id="rId14"/>
    <p:sldId id="316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06" autoAdjust="0"/>
    <p:restoredTop sz="95048" autoAdjust="0"/>
  </p:normalViewPr>
  <p:slideViewPr>
    <p:cSldViewPr snapToGrid="0">
      <p:cViewPr varScale="1">
        <p:scale>
          <a:sx n="85" d="100"/>
          <a:sy n="85" d="100"/>
        </p:scale>
        <p:origin x="9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2D822E-287D-49A6-BB7D-CFD94BDB4C78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6E11E-5ACF-409F-8557-659632981D4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7977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C6E11E-5ACF-409F-8557-659632981D4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2379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210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0957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0611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6913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473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976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1091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27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8141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938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C1F2B-1D51-40D0-A135-9C9D0A35B8E2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3407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C1F2B-1D51-40D0-A135-9C9D0A35B8E2}" type="datetimeFigureOut">
              <a:rPr lang="zh-TW" altLang="en-US" smtClean="0"/>
              <a:t>2018/10/23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88090-0EBF-4484-8627-106C6913469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110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12780" y="339422"/>
            <a:ext cx="11166437" cy="2902356"/>
          </a:xfrm>
        </p:spPr>
        <p:txBody>
          <a:bodyPr>
            <a:noAutofit/>
          </a:bodyPr>
          <a:lstStyle/>
          <a:p>
            <a:r>
              <a:rPr lang="en-US" altLang="zh-TW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dynamic threshold decision system for stock trading signal detection</a:t>
            </a:r>
            <a:endParaRPr lang="zh-TW" alt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67248" y="3852626"/>
            <a:ext cx="10457502" cy="2719740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Pei-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Chang(</a:t>
            </a:r>
            <a:r>
              <a:rPr lang="zh-TW" altLang="en-US" dirty="0"/>
              <a:t>張百棧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T. Warren Liao,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Jyun-Jie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Lin, Chin-Yuan Fan(</a:t>
            </a:r>
            <a:r>
              <a:rPr lang="zh-TW" altLang="en-US" dirty="0"/>
              <a:t>樊晉源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Soft Computing 11 (2011) 3998–4010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Cheng-Han Wu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Date:2018/10/23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684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5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Trading signal detection has become a very popular research topic in financial investment area. This paper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develops a model using the Piecewise Linear Representations (PLR) and Artificial Neural Networks (ANNs)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the nonlinear relationships between the stock closed price and various technical indexes, and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uncovering the knowledge of trading signals hidden in historical data. Piecewise Linear Representation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are applied to find the best stock turning points (trading signals) based on the historical data. These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turning points represent short-term trading signals for selling or buying stocks from the market.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666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50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further applies an Artificial Neural Network model to learn the connection weights from these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turning points, and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afterwards an exponential smoothing based dynamic threshold model is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forecast the future trading signals. The stock trading signal is predicted using the neural network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daily basis. The dynamic threshold bounds generated provide a guide for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triggering a buy or sell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when the ANN-predicted trading signal goes above or under the threshold bounds. Through 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 of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experiments, this research shows superior results than our previous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(Chang et al., 2009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[1]) and other benchmark researches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74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FE78DCE4-9B74-4B17-BC24-A758D1D73B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04" y="1941689"/>
            <a:ext cx="11594991" cy="3580629"/>
          </a:xfrm>
        </p:spPr>
      </p:pic>
    </p:spTree>
    <p:extLst>
      <p:ext uri="{BB962C8B-B14F-4D97-AF65-F5344CB8AC3E}">
        <p14:creationId xmlns:p14="http://schemas.microsoft.com/office/powerpoint/2010/main" val="2194105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code of the PLR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387" y="1690688"/>
            <a:ext cx="8065225" cy="4425474"/>
          </a:xfrm>
        </p:spPr>
      </p:pic>
    </p:spTree>
    <p:extLst>
      <p:ext uri="{BB962C8B-B14F-4D97-AF65-F5344CB8AC3E}">
        <p14:creationId xmlns:p14="http://schemas.microsoft.com/office/powerpoint/2010/main" val="483300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Piecewise Linear Representations (PLR)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1DAAA78-F153-45F8-8D5D-8105CD462A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835" y="1989633"/>
            <a:ext cx="9526329" cy="4267796"/>
          </a:xfrm>
        </p:spPr>
      </p:pic>
    </p:spTree>
    <p:extLst>
      <p:ext uri="{BB962C8B-B14F-4D97-AF65-F5344CB8AC3E}">
        <p14:creationId xmlns:p14="http://schemas.microsoft.com/office/powerpoint/2010/main" val="2546962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 code for trading signals generations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7B882F0-F9BD-4EAD-B28B-01060BA36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048" y="1825625"/>
            <a:ext cx="7627903" cy="4351338"/>
          </a:xfrm>
        </p:spPr>
      </p:pic>
    </p:spTree>
    <p:extLst>
      <p:ext uri="{BB962C8B-B14F-4D97-AF65-F5344CB8AC3E}">
        <p14:creationId xmlns:p14="http://schemas.microsoft.com/office/powerpoint/2010/main" val="778084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Piecewise Linear Representations (PLR)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502F430B-2203-4A43-A1E8-A0229D007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172" y="2156177"/>
            <a:ext cx="8685656" cy="3557715"/>
          </a:xfrm>
        </p:spPr>
      </p:pic>
    </p:spTree>
    <p:extLst>
      <p:ext uri="{BB962C8B-B14F-4D97-AF65-F5344CB8AC3E}">
        <p14:creationId xmlns:p14="http://schemas.microsoft.com/office/powerpoint/2010/main" val="2591006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Trading signal from PLR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D89952AD-FE3B-4D69-8CF9-04DAF3DFCF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216" y="1838253"/>
            <a:ext cx="7987567" cy="4242403"/>
          </a:xfrm>
        </p:spPr>
      </p:pic>
    </p:spTree>
    <p:extLst>
      <p:ext uri="{BB962C8B-B14F-4D97-AF65-F5344CB8AC3E}">
        <p14:creationId xmlns:p14="http://schemas.microsoft.com/office/powerpoint/2010/main" val="760938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Stepwise regression analysis (SRA)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correlation coefficient (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make correlation matrix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Choose the largest number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derive regression model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</a:t>
                </a:r>
                <a14:m>
                  <m:oMath xmlns:m="http://schemas.openxmlformats.org/officeDocument/2006/math"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𝑆𝑆𝑅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b="0" i="1" dirty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b="0" i="1" dirty="0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TW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zh-TW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</m:e>
                    </m:nary>
                    <m:r>
                      <a:rPr lang="en-US" altLang="zh-TW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𝑆𝑆𝐸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zh-TW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TW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TW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partial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𝑀𝑆𝑅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𝑀𝑆𝐸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𝑆𝑆𝑅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/1(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𝑆𝑆𝐸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/(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−2)(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the value is smaller than the critical value associated with a significance level, alpha, remove it from the model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Repeat step 3 and step 5 until every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𝐹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value is greater than the critical value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112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681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865F9EA1-EE03-46E5-A4C4-2FC2A5E3AE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459" y="1690688"/>
            <a:ext cx="9901082" cy="4486275"/>
          </a:xfrm>
        </p:spPr>
      </p:pic>
    </p:spTree>
    <p:extLst>
      <p:ext uri="{BB962C8B-B14F-4D97-AF65-F5344CB8AC3E}">
        <p14:creationId xmlns:p14="http://schemas.microsoft.com/office/powerpoint/2010/main" val="4252521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smoothing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內容版面配置區 2">
                <a:extLst>
                  <a:ext uri="{FF2B5EF4-FFF2-40B4-BE49-F238E27FC236}">
                    <a16:creationId xmlns:a16="http://schemas.microsoft.com/office/drawing/2014/main" id="{35A7A9E2-2399-45F5-AE25-7939580674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97821"/>
                <a:ext cx="10515600" cy="459505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zh-TW" alt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=0.1  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=86.7+0.1</m:t>
                      </m:r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110−86.7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=89.03</m:t>
                      </m:r>
                    </m:oMath>
                  </m:oMathPara>
                </a14:m>
                <a:endParaRPr lang="en-US" altLang="zh-TW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zh-TW" alt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=8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+0.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110−8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8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9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7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=0.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9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1+0.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110−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9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96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.0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7</m:t>
                      </m:r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𝛼</m:t>
                      </m:r>
                      <m:r>
                        <a:rPr lang="en-US" altLang="zh-TW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A</m:t>
                          </m:r>
                          <m:r>
                            <m:rPr>
                              <m:sty m:val="p"/>
                            </m:rP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P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內容版面配置區 2">
                <a:extLst>
                  <a:ext uri="{FF2B5EF4-FFF2-40B4-BE49-F238E27FC236}">
                    <a16:creationId xmlns:a16="http://schemas.microsoft.com/office/drawing/2014/main" id="{35A7A9E2-2399-45F5-AE25-7939580674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97821"/>
                <a:ext cx="10515600" cy="459505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299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 smoothing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73AB809D-E661-448E-806C-3947EE0CF5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863" y="1966899"/>
            <a:ext cx="7516274" cy="398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61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4F00EE7-1C90-435F-8943-D1A8ADB04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33" y="2816166"/>
            <a:ext cx="11523133" cy="1814280"/>
          </a:xfrm>
        </p:spPr>
      </p:pic>
    </p:spTree>
    <p:extLst>
      <p:ext uri="{BB962C8B-B14F-4D97-AF65-F5344CB8AC3E}">
        <p14:creationId xmlns:p14="http://schemas.microsoft.com/office/powerpoint/2010/main" val="2419178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27104</TotalTime>
  <Words>423</Words>
  <Application>Microsoft Office PowerPoint</Application>
  <PresentationFormat>寬螢幕</PresentationFormat>
  <Paragraphs>36</Paragraphs>
  <Slides>14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1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A dynamic threshold decision system for stock trading signal detection</vt:lpstr>
      <vt:lpstr>Abstract(1/2)</vt:lpstr>
      <vt:lpstr>Abstract(2/2)</vt:lpstr>
      <vt:lpstr>Training</vt:lpstr>
      <vt:lpstr>Pseudo code of the PLR</vt:lpstr>
      <vt:lpstr>Piecewise Linear Representations (PLR) </vt:lpstr>
      <vt:lpstr>Pseudo code for trading signals generations</vt:lpstr>
      <vt:lpstr>Piecewise Linear Representations (PLR) </vt:lpstr>
      <vt:lpstr>Trading signal from PLR</vt:lpstr>
      <vt:lpstr>Stepwise regression analysis (SRA)</vt:lpstr>
      <vt:lpstr>Testing</vt:lpstr>
      <vt:lpstr>Exponential smoothing</vt:lpstr>
      <vt:lpstr>Exponential smoothing</vt:lpstr>
      <vt:lpstr>Result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Efficient Selectivity and Backup Operators in Monte-Carlo Tree Search</dc:title>
  <dc:creator>Trixie</dc:creator>
  <cp:lastModifiedBy>pplab</cp:lastModifiedBy>
  <cp:revision>735</cp:revision>
  <dcterms:created xsi:type="dcterms:W3CDTF">2017-09-07T05:36:32Z</dcterms:created>
  <dcterms:modified xsi:type="dcterms:W3CDTF">2018-10-23T10:20:00Z</dcterms:modified>
</cp:coreProperties>
</file>