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8" r:id="rId3"/>
    <p:sldId id="259" r:id="rId4"/>
    <p:sldId id="262" r:id="rId5"/>
    <p:sldId id="261" r:id="rId6"/>
    <p:sldId id="260" r:id="rId7"/>
    <p:sldId id="263" r:id="rId8"/>
    <p:sldId id="265" r:id="rId9"/>
    <p:sldId id="264" r:id="rId1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64" autoAdjust="0"/>
    <p:restoredTop sz="88876" autoAdjust="0"/>
  </p:normalViewPr>
  <p:slideViewPr>
    <p:cSldViewPr snapToGrid="0">
      <p:cViewPr varScale="1">
        <p:scale>
          <a:sx n="83" d="100"/>
          <a:sy n="83" d="100"/>
        </p:scale>
        <p:origin x="408" y="90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19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CB409-2DA1-4BCA-B435-C6D650D60C53}" type="datetimeFigureOut">
              <a:rPr lang="zh-TW" altLang="en-US" smtClean="0"/>
              <a:t>2018/3/13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F0565-5FB6-414C-A160-5E7695D65A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4234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DEB75-3589-4D32-B44A-E0772C0D15C5}" type="datetimeFigureOut">
              <a:rPr lang="zh-TW" altLang="en-US" smtClean="0"/>
              <a:t>2018/3/13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0D5DF-B2A2-41B1-A94F-55B40B4E12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7097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95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9558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D7AD2-AD46-4F9C-9DB9-311BC9C511FB}" type="datetime1">
              <a:rPr lang="zh-TW" altLang="en-US" smtClean="0"/>
              <a:t>2018/3/13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00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F8EA7-3B33-4CFB-BDA8-CB4ED22BDFA6}" type="datetime1">
              <a:rPr lang="zh-TW" altLang="en-US" smtClean="0"/>
              <a:t>2018/3/13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23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9E7C-A5F4-4E44-A0D0-D8D823ED55EC}" type="datetime1">
              <a:rPr lang="zh-TW" altLang="en-US" smtClean="0"/>
              <a:t>2018/3/13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13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09CB-B913-4CE8-9656-48ED378732FA}" type="datetime1">
              <a:rPr lang="zh-TW" altLang="en-US" smtClean="0"/>
              <a:t>2018/3/13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12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74B2C-81A9-40B9-8191-4AFF6A362158}" type="datetime1">
              <a:rPr lang="zh-TW" altLang="en-US" smtClean="0"/>
              <a:t>2018/3/13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32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92B90-13AF-4EA9-8E1C-B6AB9BFE2FEA}" type="datetime1">
              <a:rPr lang="zh-TW" altLang="en-US" smtClean="0"/>
              <a:t>2018/3/13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3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651D-9550-4C8E-A2AF-E9628836D6AE}" type="datetime1">
              <a:rPr lang="zh-TW" altLang="en-US" smtClean="0"/>
              <a:t>2018/3/13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12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1AE1-4A31-4B16-8CF5-B0A0C6DC12AA}" type="datetime1">
              <a:rPr lang="zh-TW" altLang="en-US" smtClean="0"/>
              <a:t>2018/3/13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9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96643-C3C1-4791-B485-3954350756FB}" type="datetime1">
              <a:rPr lang="zh-TW" altLang="en-US" smtClean="0"/>
              <a:t>2018/3/13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64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A2DB6-053F-4534-9F02-C898C0154A73}" type="datetime1">
              <a:rPr lang="zh-TW" altLang="en-US" smtClean="0"/>
              <a:t>2018/3/13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41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D7D-FFB8-45BA-8DA5-BBC396FFB252}" type="datetime1">
              <a:rPr lang="zh-TW" altLang="en-US" smtClean="0"/>
              <a:t>2018/3/13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CBB84-2B8D-4741-B97A-9F882A8CC49B}" type="datetime1">
              <a:rPr lang="zh-TW" altLang="en-US" smtClean="0"/>
              <a:t>2018/3/13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55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903" y="224732"/>
            <a:ext cx="8905101" cy="1496976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finding a longest common palindromic subsequence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95299" y="2129361"/>
            <a:ext cx="8353402" cy="3573055"/>
          </a:xfrm>
        </p:spPr>
        <p:txBody>
          <a:bodyPr>
            <a:no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Sang </a:t>
            </a:r>
            <a:r>
              <a:rPr lang="en-US" altLang="zh-TW" sz="28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Won Bae </a:t>
            </a: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and</a:t>
            </a: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800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Inbok</a:t>
            </a:r>
            <a:r>
              <a:rPr lang="en-US" altLang="zh-TW" sz="28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Lee</a:t>
            </a: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Department of Computer Science, </a:t>
            </a:r>
            <a:r>
              <a:rPr lang="en-US" altLang="zh-TW" sz="18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Kyonggi</a:t>
            </a:r>
            <a:r>
              <a:rPr lang="en-US" altLang="zh-TW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University, Suwon, 443-760, Republic of Korea</a:t>
            </a:r>
          </a:p>
          <a:p>
            <a:r>
              <a:rPr lang="en-US" altLang="zh-TW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Department of Software and Computer Engineering, Korea Aerospace University, </a:t>
            </a:r>
            <a:r>
              <a:rPr lang="en-US" altLang="zh-TW" sz="18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Goyang</a:t>
            </a:r>
            <a:r>
              <a:rPr lang="en-US" altLang="zh-TW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412-791, Republic of Korea</a:t>
            </a:r>
          </a:p>
          <a:p>
            <a:endParaRPr lang="en-US" altLang="zh-TW" sz="1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fr-FR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Theoretical Computer Science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Volume 710, 1 February 2018, Pages 29-34</a:t>
            </a:r>
          </a:p>
          <a:p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Presenter: Ting-Wei Liang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Date:2018/03/13</a:t>
            </a:r>
            <a:endParaRPr lang="zh-TW" alt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00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65566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  <a:buNone/>
                </a:pPr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Recently, Chowdhury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et al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proposed the longest common palindromic subsequence problem. It is a variant of the well-known LCS problem, which refers to finding a palindromic LCS between two strings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In this paper, we present a new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-time algorithm where     n = |</a:t>
                </a:r>
                <a:r>
                  <a:rPr lang="en-US" altLang="zh-TW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| = |</a:t>
                </a:r>
                <a:r>
                  <a:rPr lang="en-US" altLang="zh-TW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| and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number of matches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 We also show that the average running time of our algorithm is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l-GR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Σ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Σ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alphabet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 This improves the previously best algorithms whose running times are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𝑙𝑜𝑔</m:t>
                        </m:r>
                      </m:e>
                      <m:sup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𝑙𝑜𝑔𝑛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𝑙𝑜𝑔𝑛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65566"/>
                <a:ext cx="7886700" cy="4351338"/>
              </a:xfrm>
              <a:blipFill rotWithShape="0">
                <a:blip r:embed="rId3"/>
                <a:stretch>
                  <a:fillRect t="-280" r="-1236" b="-53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506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7E40FF6F-D5BE-4BB7-94BE-FAA21B30B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Palindromic Subsequence(LCPS)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="" xmlns:a16="http://schemas.microsoft.com/office/drawing/2014/main" id="{48FC33BD-AB45-4C7A-A0FB-9FC2289D76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50792"/>
                <a:ext cx="78867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dba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bd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LCPS(T1,T2) =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dbabd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(or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dbcbd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8FC33BD-AB45-4C7A-A0FB-9FC2289D76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50792"/>
                <a:ext cx="7886700" cy="4351338"/>
              </a:xfrm>
              <a:blipFill>
                <a:blip r:embed="rId2"/>
                <a:stretch>
                  <a:fillRect l="-1546" t="-25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D0CE57CE-E3E8-4BEE-8B4A-8C6655509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7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7E40FF6F-D5BE-4BB7-94BE-FAA21B30B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 method by Chowdhury et al.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D0CE57CE-E3E8-4BEE-8B4A-8C6655509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4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6">
                <a:extLst>
                  <a:ext uri="{FF2B5EF4-FFF2-40B4-BE49-F238E27FC236}">
                    <a16:creationId xmlns="" xmlns:a16="http://schemas.microsoft.com/office/drawing/2014/main" id="{F3B432A5-36CD-4A15-9144-80456F34F1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 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7" name="內容版面配置區 6">
                <a:extLst>
                  <a:ext uri="{FF2B5EF4-FFF2-40B4-BE49-F238E27FC236}">
                    <a16:creationId xmlns:a16="http://schemas.microsoft.com/office/drawing/2014/main" id="{F3B432A5-36CD-4A15-9144-80456F34F1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圖片 7">
            <a:extLst>
              <a:ext uri="{FF2B5EF4-FFF2-40B4-BE49-F238E27FC236}">
                <a16:creationId xmlns="" xmlns:a16="http://schemas.microsoft.com/office/drawing/2014/main" id="{A22520F7-6194-4544-89D1-7E5F4753C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0" y="1825625"/>
            <a:ext cx="9113810" cy="297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810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7E40FF6F-D5BE-4BB7-94BE-FAA21B30B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subproblems to solve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="" xmlns:a16="http://schemas.microsoft.com/office/drawing/2014/main" id="{48FC33BD-AB45-4C7A-A0FB-9FC2289D76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50792"/>
                <a:ext cx="78867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xxxa</a:t>
                </a:r>
                <a:r>
                  <a:rPr lang="en-US" altLang="zh-TW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dba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axxx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yyyc</a:t>
                </a:r>
                <a:r>
                  <a:rPr lang="en-US" altLang="zh-TW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bd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byyy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LCPS(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</a:t>
                </a:r>
                <a:r>
                  <a:rPr lang="en-US" altLang="zh-TW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LCPS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[4…12]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[4…12]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    =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dbabd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(or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dbcbd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8FC33BD-AB45-4C7A-A0FB-9FC2289D76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50792"/>
                <a:ext cx="7886700" cy="4351338"/>
              </a:xfrm>
              <a:blipFill rotWithShape="0">
                <a:blip r:embed="rId2"/>
                <a:stretch>
                  <a:fillRect l="-1546" t="-25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D0CE57CE-E3E8-4BEE-8B4A-8C6655509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3048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7E40FF6F-D5BE-4BB7-94BE-FAA21B30B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Matches and Partition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="" xmlns:a16="http://schemas.microsoft.com/office/drawing/2014/main" id="{A0A29830-5C04-40FA-860B-34D4F2C39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1626" y="1690689"/>
            <a:ext cx="3652539" cy="3378355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D0CE57CE-E3E8-4BEE-8B4A-8C6655509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="" xmlns:a16="http://schemas.microsoft.com/office/drawing/2014/main" id="{0B3AEFB3-8957-485C-84EA-1F7C95C93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437" y="1690688"/>
            <a:ext cx="3568206" cy="33783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513666" y="5501901"/>
                <a:ext cx="4572000" cy="70788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zh-TW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000" dirty="0" err="1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dba</a:t>
                </a:r>
                <a:r>
                  <a:rPr lang="en-US" altLang="zh-TW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000" dirty="0" err="1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000" dirty="0" err="1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altLang="zh-TW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</a:t>
                </a:r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bd</a:t>
                </a:r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3666" y="5501901"/>
                <a:ext cx="4572000" cy="707886"/>
              </a:xfrm>
              <a:prstGeom prst="rect">
                <a:avLst/>
              </a:prstGeom>
              <a:blipFill rotWithShape="0">
                <a:blip r:embed="rId4"/>
                <a:stretch>
                  <a:fillRect t="-5172" b="-146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7E40FF6F-D5BE-4BB7-94BE-FAA21B30B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4422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 method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D0CE57CE-E3E8-4BEE-8B4A-8C6655509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7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6">
                <a:extLst>
                  <a:ext uri="{FF2B5EF4-FFF2-40B4-BE49-F238E27FC236}">
                    <a16:creationId xmlns="" xmlns:a16="http://schemas.microsoft.com/office/drawing/2014/main" id="{8B7ECEF9-726E-421A-9D61-C01440779F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977953"/>
              </a:xfrm>
            </p:spPr>
            <p:txBody>
              <a:bodyPr>
                <a:normAutofit fontScale="92500" lnSpcReduction="10000"/>
              </a:bodyPr>
              <a:lstStyle/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sz="1600" dirty="0"/>
              </a:p>
              <a:p>
                <a:endParaRPr lang="en-US" altLang="zh-TW" sz="1600" dirty="0"/>
              </a:p>
              <a:p>
                <a:endParaRPr lang="en-US" altLang="zh-TW" sz="1600" dirty="0"/>
              </a:p>
              <a:p>
                <a:endParaRPr lang="en-US" altLang="zh-TW" sz="1600" dirty="0"/>
              </a:p>
              <a:p>
                <a:pPr marL="0" indent="0">
                  <a:buNone/>
                </a:pP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altLang="zh-TW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problem can be solved via dynamic programming by running four indices:</a:t>
                </a:r>
              </a:p>
              <a:p>
                <a:pPr marL="0" indent="0"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</a:t>
                </a:r>
                <a:r>
                  <a:rPr lang="en-US" altLang="zh-TW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down to 1,  j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down to 1,</a:t>
                </a:r>
              </a:p>
              <a:p>
                <a:pPr marL="0" indent="0"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l from 1 to         , and r from 1 to         .</a:t>
                </a:r>
              </a:p>
              <a:p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solves exactly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subproblems.            </a:t>
                </a:r>
              </a:p>
              <a:p>
                <a:pPr marL="0" indent="0">
                  <a:buNone/>
                </a:pPr>
                <a:endParaRPr lang="en-US" altLang="zh-TW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6">
                <a:extLst>
                  <a:ext uri="{FF2B5EF4-FFF2-40B4-BE49-F238E27FC236}">
                    <a16:creationId xmlns:a16="http://schemas.microsoft.com/office/drawing/2014/main" id="{8B7ECEF9-726E-421A-9D61-C01440779F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977953"/>
              </a:xfrm>
              <a:blipFill>
                <a:blip r:embed="rId2"/>
                <a:stretch>
                  <a:fillRect l="-3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圖片 7">
            <a:extLst>
              <a:ext uri="{FF2B5EF4-FFF2-40B4-BE49-F238E27FC236}">
                <a16:creationId xmlns="" xmlns:a16="http://schemas.microsoft.com/office/drawing/2014/main" id="{4FCF574D-E25D-4204-88F2-DA20A35F7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9592"/>
            <a:ext cx="9076888" cy="3750365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="" xmlns:a16="http://schemas.microsoft.com/office/drawing/2014/main" id="{9AD12DCB-EB9D-4273-8156-8C2F8975D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9511" y="5991226"/>
            <a:ext cx="449062" cy="36512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="" xmlns:a16="http://schemas.microsoft.com/office/drawing/2014/main" id="{055E3ECB-77D7-4489-8C24-C63E707DE2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3629" y="6013333"/>
            <a:ext cx="449062" cy="29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970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7E40FF6F-D5BE-4BB7-94BE-FAA21B30B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Matches and Partition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="" xmlns:a16="http://schemas.microsoft.com/office/drawing/2014/main" id="{A0A29830-5C04-40FA-860B-34D4F2C39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1626" y="1690689"/>
            <a:ext cx="3652539" cy="3378355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D0CE57CE-E3E8-4BEE-8B4A-8C6655509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="" xmlns:a16="http://schemas.microsoft.com/office/drawing/2014/main" id="{0B3AEFB3-8957-485C-84EA-1F7C95C93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437" y="1690688"/>
            <a:ext cx="3568206" cy="33783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513666" y="5501901"/>
                <a:ext cx="4572000" cy="70788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zh-TW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000" dirty="0" err="1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dba</a:t>
                </a:r>
                <a:r>
                  <a:rPr lang="en-US" altLang="zh-TW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000" dirty="0" err="1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000" dirty="0" err="1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altLang="zh-TW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</a:t>
                </a:r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bd</a:t>
                </a:r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3666" y="5501901"/>
                <a:ext cx="4572000" cy="707886"/>
              </a:xfrm>
              <a:prstGeom prst="rect">
                <a:avLst/>
              </a:prstGeom>
              <a:blipFill rotWithShape="0">
                <a:blip r:embed="rId4"/>
                <a:stretch>
                  <a:fillRect t="-5172" b="-146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0588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7E40FF6F-D5BE-4BB7-94BE-FAA21B30B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D0CE57CE-E3E8-4BEE-8B4A-8C6655509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9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6">
                <a:extLst>
                  <a:ext uri="{FF2B5EF4-FFF2-40B4-BE49-F238E27FC236}">
                    <a16:creationId xmlns="" xmlns:a16="http://schemas.microsoft.com/office/drawing/2014/main" id="{5F0816B3-D6C8-4763-8733-EB35F524FF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1 : specify all the matches M between two given strings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</m:d>
                  </m:oMath>
                </a14:m>
                <a:endParaRPr lang="en-US" altLang="zh-TW" b="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2 : compute the partitions                        and 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of M 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(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3 : compute the values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bSup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(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𝐿𝐶𝑃𝑆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be computed in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time.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average time complexity 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l-GR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Σ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6">
                <a:extLst>
                  <a:ext uri="{FF2B5EF4-FFF2-40B4-BE49-F238E27FC236}">
                    <a16:creationId xmlns:a16="http://schemas.microsoft.com/office/drawing/2014/main" id="{5F0816B3-D6C8-4763-8733-EB35F524FF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圖片 7">
            <a:extLst>
              <a:ext uri="{FF2B5EF4-FFF2-40B4-BE49-F238E27FC236}">
                <a16:creationId xmlns="" xmlns:a16="http://schemas.microsoft.com/office/drawing/2014/main" id="{69F88F62-72BC-44FD-9544-2B1C3EC7F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347" y="2761301"/>
            <a:ext cx="2054392" cy="43280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="" xmlns:a16="http://schemas.microsoft.com/office/drawing/2014/main" id="{313C8E60-01F9-4E7E-A9DA-5480D941A5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704" y="3282948"/>
            <a:ext cx="2163887" cy="40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531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35659</TotalTime>
  <Words>172</Words>
  <Application>Microsoft Office PowerPoint</Application>
  <PresentationFormat>如螢幕大小 (4:3)</PresentationFormat>
  <Paragraphs>73</Paragraphs>
  <Slides>9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7" baseType="lpstr">
      <vt:lpstr>新細明體</vt:lpstr>
      <vt:lpstr>Arial</vt:lpstr>
      <vt:lpstr>Calibri</vt:lpstr>
      <vt:lpstr>Calibri Light</vt:lpstr>
      <vt:lpstr>Cambria Math</vt:lpstr>
      <vt:lpstr>Times New Roman</vt:lpstr>
      <vt:lpstr>Wingdings</vt:lpstr>
      <vt:lpstr>Office 佈景主題</vt:lpstr>
      <vt:lpstr>On finding a longest common palindromic subsequence</vt:lpstr>
      <vt:lpstr>Abstract</vt:lpstr>
      <vt:lpstr>Longest Common Palindromic Subsequence(LCPS)</vt:lpstr>
      <vt:lpstr>DP method by Chowdhury et al.</vt:lpstr>
      <vt:lpstr>Reducing subproblems to solve </vt:lpstr>
      <vt:lpstr>Matches and Partition</vt:lpstr>
      <vt:lpstr>DP method</vt:lpstr>
      <vt:lpstr>Matches and Partition</vt:lpstr>
      <vt:lpstr>Time Complexity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Association Rules in Big Data for E-healthcare Information System</dc:title>
  <dc:creator>muchmuch</dc:creator>
  <cp:lastModifiedBy>pplab-class</cp:lastModifiedBy>
  <cp:revision>423</cp:revision>
  <dcterms:created xsi:type="dcterms:W3CDTF">2016-04-23T07:31:56Z</dcterms:created>
  <dcterms:modified xsi:type="dcterms:W3CDTF">2018-03-13T11:12:12Z</dcterms:modified>
</cp:coreProperties>
</file>