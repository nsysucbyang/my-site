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305" r:id="rId4"/>
    <p:sldId id="297" r:id="rId5"/>
    <p:sldId id="298" r:id="rId6"/>
    <p:sldId id="300" r:id="rId7"/>
    <p:sldId id="301" r:id="rId8"/>
    <p:sldId id="302" r:id="rId9"/>
    <p:sldId id="303" r:id="rId10"/>
    <p:sldId id="30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276"/>
            <p14:sldId id="305"/>
            <p14:sldId id="297"/>
            <p14:sldId id="298"/>
            <p14:sldId id="30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7d7d89e1f669cb9" providerId="LiveId" clId="{30E17E0D-8901-4D2A-98BE-E37AEFA1001D}"/>
    <pc:docChg chg="addSld delSld modSld">
      <pc:chgData name="" userId="07d7d89e1f669cb9" providerId="LiveId" clId="{30E17E0D-8901-4D2A-98BE-E37AEFA1001D}" dt="2018-02-27T09:46:47.382" v="98" actId="20577"/>
      <pc:docMkLst>
        <pc:docMk/>
      </pc:docMkLst>
      <pc:sldChg chg="modSp">
        <pc:chgData name="" userId="07d7d89e1f669cb9" providerId="LiveId" clId="{30E17E0D-8901-4D2A-98BE-E37AEFA1001D}" dt="2018-02-27T04:31:24.035" v="5" actId="20577"/>
        <pc:sldMkLst>
          <pc:docMk/>
          <pc:sldMk cId="3676774769" sldId="256"/>
        </pc:sldMkLst>
        <pc:spChg chg="mod">
          <ac:chgData name="" userId="07d7d89e1f669cb9" providerId="LiveId" clId="{30E17E0D-8901-4D2A-98BE-E37AEFA1001D}" dt="2018-02-27T04:31:24.035" v="5" actId="20577"/>
          <ac:spMkLst>
            <pc:docMk/>
            <pc:sldMk cId="3676774769" sldId="256"/>
            <ac:spMk id="3" creationId="{7ABD29E4-B887-45D9-9793-DA3B272D07C3}"/>
          </ac:spMkLst>
        </pc:spChg>
      </pc:sldChg>
      <pc:sldChg chg="modSp">
        <pc:chgData name="" userId="07d7d89e1f669cb9" providerId="LiveId" clId="{30E17E0D-8901-4D2A-98BE-E37AEFA1001D}" dt="2018-02-27T04:40:01.317" v="6" actId="20577"/>
        <pc:sldMkLst>
          <pc:docMk/>
          <pc:sldMk cId="2726883200" sldId="276"/>
        </pc:sldMkLst>
        <pc:spChg chg="mod">
          <ac:chgData name="" userId="07d7d89e1f669cb9" providerId="LiveId" clId="{30E17E0D-8901-4D2A-98BE-E37AEFA1001D}" dt="2018-02-27T04:40:01.317" v="6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addSp delSp modSp">
        <pc:chgData name="" userId="07d7d89e1f669cb9" providerId="LiveId" clId="{30E17E0D-8901-4D2A-98BE-E37AEFA1001D}" dt="2018-02-27T04:46:40.323" v="9" actId="931"/>
        <pc:sldMkLst>
          <pc:docMk/>
          <pc:sldMk cId="2034910230" sldId="297"/>
        </pc:sldMkLst>
        <pc:spChg chg="del">
          <ac:chgData name="" userId="07d7d89e1f669cb9" providerId="LiveId" clId="{30E17E0D-8901-4D2A-98BE-E37AEFA1001D}" dt="2018-02-27T04:46:17.236" v="8" actId="931"/>
          <ac:spMkLst>
            <pc:docMk/>
            <pc:sldMk cId="2034910230" sldId="297"/>
            <ac:spMk id="3" creationId="{42E14AD2-998F-4D36-A74B-319B88967904}"/>
          </ac:spMkLst>
        </pc:spChg>
        <pc:picChg chg="add mod">
          <ac:chgData name="" userId="07d7d89e1f669cb9" providerId="LiveId" clId="{30E17E0D-8901-4D2A-98BE-E37AEFA1001D}" dt="2018-02-27T04:46:17.236" v="8" actId="931"/>
          <ac:picMkLst>
            <pc:docMk/>
            <pc:sldMk cId="2034910230" sldId="297"/>
            <ac:picMk id="5" creationId="{6D7D24C0-4AA6-4EB9-A966-6E281542AA47}"/>
          </ac:picMkLst>
        </pc:picChg>
        <pc:picChg chg="add mod">
          <ac:chgData name="" userId="07d7d89e1f669cb9" providerId="LiveId" clId="{30E17E0D-8901-4D2A-98BE-E37AEFA1001D}" dt="2018-02-27T04:46:40.323" v="9" actId="931"/>
          <ac:picMkLst>
            <pc:docMk/>
            <pc:sldMk cId="2034910230" sldId="297"/>
            <ac:picMk id="7" creationId="{2720561C-5A10-44AC-900D-E859B50957B9}"/>
          </ac:picMkLst>
        </pc:picChg>
      </pc:sldChg>
      <pc:sldChg chg="addSp modSp add">
        <pc:chgData name="" userId="07d7d89e1f669cb9" providerId="LiveId" clId="{30E17E0D-8901-4D2A-98BE-E37AEFA1001D}" dt="2018-02-27T05:24:00.597" v="13" actId="931"/>
        <pc:sldMkLst>
          <pc:docMk/>
          <pc:sldMk cId="721611241" sldId="298"/>
        </pc:sldMkLst>
        <pc:spChg chg="mod">
          <ac:chgData name="" userId="07d7d89e1f669cb9" providerId="LiveId" clId="{30E17E0D-8901-4D2A-98BE-E37AEFA1001D}" dt="2018-02-27T04:49:50.407" v="11" actId="931"/>
          <ac:spMkLst>
            <pc:docMk/>
            <pc:sldMk cId="721611241" sldId="298"/>
            <ac:spMk id="2" creationId="{57BCEB30-271C-461F-8D4A-934B2BBE8132}"/>
          </ac:spMkLst>
        </pc:spChg>
        <pc:spChg chg="mod">
          <ac:chgData name="" userId="07d7d89e1f669cb9" providerId="LiveId" clId="{30E17E0D-8901-4D2A-98BE-E37AEFA1001D}" dt="2018-02-27T04:50:32.558" v="12" actId="931"/>
          <ac:spMkLst>
            <pc:docMk/>
            <pc:sldMk cId="721611241" sldId="298"/>
            <ac:spMk id="3" creationId="{42E14AD2-998F-4D36-A74B-319B88967904}"/>
          </ac:spMkLst>
        </pc:spChg>
        <pc:picChg chg="add mod">
          <ac:chgData name="" userId="07d7d89e1f669cb9" providerId="LiveId" clId="{30E17E0D-8901-4D2A-98BE-E37AEFA1001D}" dt="2018-02-27T05:24:00.597" v="13" actId="931"/>
          <ac:picMkLst>
            <pc:docMk/>
            <pc:sldMk cId="721611241" sldId="298"/>
            <ac:picMk id="5" creationId="{ED92C93C-E6B4-4398-99BA-E4A91FFF3932}"/>
          </ac:picMkLst>
        </pc:picChg>
      </pc:sldChg>
      <pc:sldChg chg="add">
        <pc:chgData name="" userId="07d7d89e1f669cb9" providerId="LiveId" clId="{30E17E0D-8901-4D2A-98BE-E37AEFA1001D}" dt="2018-02-27T04:47:34.895" v="10" actId="20577"/>
        <pc:sldMkLst>
          <pc:docMk/>
          <pc:sldMk cId="3188308100" sldId="299"/>
        </pc:sldMkLst>
      </pc:sldChg>
      <pc:sldChg chg="modSp add">
        <pc:chgData name="" userId="07d7d89e1f669cb9" providerId="LiveId" clId="{30E17E0D-8901-4D2A-98BE-E37AEFA1001D}" dt="2018-02-27T05:51:41.051" v="40" actId="20577"/>
        <pc:sldMkLst>
          <pc:docMk/>
          <pc:sldMk cId="2175351591" sldId="300"/>
        </pc:sldMkLst>
        <pc:spChg chg="mod">
          <ac:chgData name="" userId="07d7d89e1f669cb9" providerId="LiveId" clId="{30E17E0D-8901-4D2A-98BE-E37AEFA1001D}" dt="2018-02-27T05:51:41.051" v="40" actId="20577"/>
          <ac:spMkLst>
            <pc:docMk/>
            <pc:sldMk cId="2175351591" sldId="300"/>
            <ac:spMk id="2" creationId="{57BCEB30-271C-461F-8D4A-934B2BBE8132}"/>
          </ac:spMkLst>
        </pc:spChg>
        <pc:spChg chg="mod">
          <ac:chgData name="" userId="07d7d89e1f669cb9" providerId="LiveId" clId="{30E17E0D-8901-4D2A-98BE-E37AEFA1001D}" dt="2018-02-27T05:50:50.618" v="38" actId="20577"/>
          <ac:spMkLst>
            <pc:docMk/>
            <pc:sldMk cId="2175351591" sldId="300"/>
            <ac:spMk id="3" creationId="{42E14AD2-998F-4D36-A74B-319B88967904}"/>
          </ac:spMkLst>
        </pc:spChg>
      </pc:sldChg>
      <pc:sldChg chg="modSp add">
        <pc:chgData name="" userId="07d7d89e1f669cb9" providerId="LiveId" clId="{30E17E0D-8901-4D2A-98BE-E37AEFA1001D}" dt="2018-02-27T05:53:37.129" v="42" actId="20577"/>
        <pc:sldMkLst>
          <pc:docMk/>
          <pc:sldMk cId="3839788164" sldId="301"/>
        </pc:sldMkLst>
        <pc:spChg chg="mod">
          <ac:chgData name="" userId="07d7d89e1f669cb9" providerId="LiveId" clId="{30E17E0D-8901-4D2A-98BE-E37AEFA1001D}" dt="2018-02-27T05:53:37.129" v="42" actId="20577"/>
          <ac:spMkLst>
            <pc:docMk/>
            <pc:sldMk cId="3839788164" sldId="301"/>
            <ac:spMk id="3" creationId="{42E14AD2-998F-4D36-A74B-319B88967904}"/>
          </ac:spMkLst>
        </pc:spChg>
      </pc:sldChg>
      <pc:sldChg chg="add del">
        <pc:chgData name="" userId="07d7d89e1f669cb9" providerId="LiveId" clId="{30E17E0D-8901-4D2A-98BE-E37AEFA1001D}" dt="2018-02-27T05:54:35.326" v="44" actId="20577"/>
        <pc:sldMkLst>
          <pc:docMk/>
          <pc:sldMk cId="701561190" sldId="302"/>
        </pc:sldMkLst>
      </pc:sldChg>
      <pc:sldChg chg="addSp delSp modSp add">
        <pc:chgData name="" userId="07d7d89e1f669cb9" providerId="LiveId" clId="{30E17E0D-8901-4D2A-98BE-E37AEFA1001D}" dt="2018-02-27T05:55:48.795" v="47" actId="931"/>
        <pc:sldMkLst>
          <pc:docMk/>
          <pc:sldMk cId="3348817381" sldId="302"/>
        </pc:sldMkLst>
        <pc:spChg chg="mod">
          <ac:chgData name="" userId="07d7d89e1f669cb9" providerId="LiveId" clId="{30E17E0D-8901-4D2A-98BE-E37AEFA1001D}" dt="2018-02-27T05:54:50.751" v="46" actId="931"/>
          <ac:spMkLst>
            <pc:docMk/>
            <pc:sldMk cId="3348817381" sldId="302"/>
            <ac:spMk id="2" creationId="{57BCEB30-271C-461F-8D4A-934B2BBE8132}"/>
          </ac:spMkLst>
        </pc:spChg>
        <pc:spChg chg="del">
          <ac:chgData name="" userId="07d7d89e1f669cb9" providerId="LiveId" clId="{30E17E0D-8901-4D2A-98BE-E37AEFA1001D}" dt="2018-02-27T05:55:48.795" v="47" actId="931"/>
          <ac:spMkLst>
            <pc:docMk/>
            <pc:sldMk cId="3348817381" sldId="302"/>
            <ac:spMk id="3" creationId="{42E14AD2-998F-4D36-A74B-319B88967904}"/>
          </ac:spMkLst>
        </pc:spChg>
        <pc:picChg chg="add mod">
          <ac:chgData name="" userId="07d7d89e1f669cb9" providerId="LiveId" clId="{30E17E0D-8901-4D2A-98BE-E37AEFA1001D}" dt="2018-02-27T05:55:48.795" v="47" actId="931"/>
          <ac:picMkLst>
            <pc:docMk/>
            <pc:sldMk cId="3348817381" sldId="302"/>
            <ac:picMk id="5" creationId="{F84FB695-1270-4849-A5F6-526B63945DA4}"/>
          </ac:picMkLst>
        </pc:picChg>
      </pc:sldChg>
      <pc:sldChg chg="addSp delSp modSp add">
        <pc:chgData name="" userId="07d7d89e1f669cb9" providerId="LiveId" clId="{30E17E0D-8901-4D2A-98BE-E37AEFA1001D}" dt="2018-02-27T08:45:21.611" v="55" actId="931"/>
        <pc:sldMkLst>
          <pc:docMk/>
          <pc:sldMk cId="1179313174" sldId="303"/>
        </pc:sldMkLst>
        <pc:spChg chg="mod">
          <ac:chgData name="" userId="07d7d89e1f669cb9" providerId="LiveId" clId="{30E17E0D-8901-4D2A-98BE-E37AEFA1001D}" dt="2018-02-27T05:56:40.022" v="49" actId="931"/>
          <ac:spMkLst>
            <pc:docMk/>
            <pc:sldMk cId="1179313174" sldId="303"/>
            <ac:spMk id="2" creationId="{57BCEB30-271C-461F-8D4A-934B2BBE8132}"/>
          </ac:spMkLst>
        </pc:spChg>
        <pc:spChg chg="add del mod">
          <ac:chgData name="" userId="07d7d89e1f669cb9" providerId="LiveId" clId="{30E17E0D-8901-4D2A-98BE-E37AEFA1001D}" dt="2018-02-27T08:43:45.587" v="54" actId="931"/>
          <ac:spMkLst>
            <pc:docMk/>
            <pc:sldMk cId="1179313174" sldId="303"/>
            <ac:spMk id="4" creationId="{ACC0366D-7134-438B-9690-D19DDFCC11A1}"/>
          </ac:spMkLst>
        </pc:spChg>
        <pc:picChg chg="add del mod">
          <ac:chgData name="" userId="07d7d89e1f669cb9" providerId="LiveId" clId="{30E17E0D-8901-4D2A-98BE-E37AEFA1001D}" dt="2018-02-27T05:59:55.975" v="51" actId="931"/>
          <ac:picMkLst>
            <pc:docMk/>
            <pc:sldMk cId="1179313174" sldId="303"/>
            <ac:picMk id="6" creationId="{775F6AAB-15D5-4143-A4B3-29B21A019978}"/>
          </ac:picMkLst>
        </pc:picChg>
        <pc:picChg chg="add mod">
          <ac:chgData name="" userId="07d7d89e1f669cb9" providerId="LiveId" clId="{30E17E0D-8901-4D2A-98BE-E37AEFA1001D}" dt="2018-02-27T08:45:21.611" v="55" actId="931"/>
          <ac:picMkLst>
            <pc:docMk/>
            <pc:sldMk cId="1179313174" sldId="303"/>
            <ac:picMk id="8" creationId="{3BA31C47-B450-4A70-8DBF-CAFD7DBEAA84}"/>
          </ac:picMkLst>
        </pc:picChg>
      </pc:sldChg>
      <pc:sldChg chg="modSp add">
        <pc:chgData name="" userId="07d7d89e1f669cb9" providerId="LiveId" clId="{30E17E0D-8901-4D2A-98BE-E37AEFA1001D}" dt="2018-02-27T09:46:47.382" v="98" actId="20577"/>
        <pc:sldMkLst>
          <pc:docMk/>
          <pc:sldMk cId="2457962457" sldId="304"/>
        </pc:sldMkLst>
        <pc:spChg chg="mod">
          <ac:chgData name="" userId="07d7d89e1f669cb9" providerId="LiveId" clId="{30E17E0D-8901-4D2A-98BE-E37AEFA1001D}" dt="2018-02-27T09:46:47.382" v="98" actId="20577"/>
          <ac:spMkLst>
            <pc:docMk/>
            <pc:sldMk cId="2457962457" sldId="304"/>
            <ac:spMk id="4" creationId="{ACC0366D-7134-438B-9690-D19DDFCC11A1}"/>
          </ac:spMkLst>
        </pc:spChg>
      </pc:sldChg>
    </pc:docChg>
  </pc:docChgLst>
  <pc:docChgLst>
    <pc:chgData name="黃國峰" userId="07d7d89e1f669cb9" providerId="LiveId" clId="{D7E13699-1C50-409E-984A-872A6EE95369}"/>
  </pc:docChgLst>
  <pc:docChgLst>
    <pc:chgData name="黃國峰" userId="07d7d89e1f669cb9" providerId="LiveId" clId="{9BB67EFE-CA73-4D31-92CA-DFD98D1BF03B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TW" sz="5400" b="1" dirty="0"/>
              <a:t>The Longest Filled Common Subsequence</a:t>
            </a:r>
            <a:r>
              <a:rPr lang="zh-TW" altLang="en-US" sz="5400" b="1" dirty="0"/>
              <a:t> </a:t>
            </a:r>
            <a:r>
              <a:rPr lang="en-US" altLang="zh-TW" sz="5400" b="1" dirty="0"/>
              <a:t>Problem</a:t>
            </a:r>
            <a:endParaRPr lang="zh-TW" altLang="en-US" sz="5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2" y="3602038"/>
            <a:ext cx="9076887" cy="1655762"/>
          </a:xfrm>
        </p:spPr>
        <p:txBody>
          <a:bodyPr>
            <a:normAutofit lnSpcReduction="10000"/>
          </a:bodyPr>
          <a:lstStyle/>
          <a:p>
            <a:endParaRPr lang="en-US" altLang="zh-TW" dirty="0"/>
          </a:p>
          <a:p>
            <a:r>
              <a:rPr lang="it-IT" altLang="zh-TW" dirty="0"/>
              <a:t>Mauro Castelli, Riccardo Dondi, Giancarlo Mauri, and</a:t>
            </a:r>
            <a:r>
              <a:rPr lang="zh-TW" altLang="en-US" dirty="0"/>
              <a:t> </a:t>
            </a:r>
            <a:r>
              <a:rPr lang="en-US" altLang="zh-TW" dirty="0"/>
              <a:t>Italo </a:t>
            </a:r>
            <a:r>
              <a:rPr lang="en-US" altLang="zh-TW" dirty="0" err="1"/>
              <a:t>Zoppis</a:t>
            </a:r>
            <a:endParaRPr lang="en-US" altLang="zh-TW" dirty="0"/>
          </a:p>
          <a:p>
            <a:r>
              <a:rPr lang="en-US" altLang="zh-TW" dirty="0"/>
              <a:t>  28th Annual Symposium on Combinatorial Pattern Matching, pp. 14:1–14:13, July, 2017, Warsaw, Poland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BCD3618-401B-49E4-9C85-373848D9AA50}"/>
              </a:ext>
            </a:extLst>
          </p:cNvPr>
          <p:cNvSpPr txBox="1"/>
          <p:nvPr/>
        </p:nvSpPr>
        <p:spPr>
          <a:xfrm>
            <a:off x="6781803" y="5288856"/>
            <a:ext cx="21052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Presenter: Kuo-Feng Huang</a:t>
            </a:r>
          </a:p>
          <a:p>
            <a:r>
              <a:rPr lang="en-US" altLang="zh-TW" sz="1350" dirty="0"/>
              <a:t>Date:</a:t>
            </a:r>
            <a:r>
              <a:rPr lang="zh-TW" altLang="en-US" sz="1350" dirty="0"/>
              <a:t> </a:t>
            </a:r>
            <a:r>
              <a:rPr lang="en-US" altLang="zh-TW" sz="1350" dirty="0"/>
              <a:t>2018/02/27</a:t>
            </a:r>
          </a:p>
          <a:p>
            <a:endParaRPr lang="en-US" altLang="zh-TW" sz="1350" dirty="0"/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/>
              <a:t>Inspired by a recent approach for genome reconstruction from incomplete data, we consider </a:t>
            </a:r>
            <a:r>
              <a:rPr lang="en-US" altLang="zh-TW" sz="2400" dirty="0" smtClean="0"/>
              <a:t>a variant </a:t>
            </a:r>
            <a:r>
              <a:rPr lang="en-US" altLang="zh-TW" sz="2400" dirty="0"/>
              <a:t>of the longest common subsequence problem for the comparison of two sequences, one </a:t>
            </a:r>
            <a:r>
              <a:rPr lang="en-US" altLang="zh-TW" sz="2400" dirty="0" smtClean="0"/>
              <a:t>of which </a:t>
            </a:r>
            <a:r>
              <a:rPr lang="en-US" altLang="zh-TW" sz="2400" dirty="0"/>
              <a:t>is incomplete, i.e. it has some missing elements. The new combinatorial problem, </a:t>
            </a:r>
            <a:r>
              <a:rPr lang="en-US" altLang="zh-TW" sz="2400" dirty="0" smtClean="0"/>
              <a:t>called Longest </a:t>
            </a:r>
            <a:r>
              <a:rPr lang="en-US" altLang="zh-TW" sz="2400" dirty="0"/>
              <a:t>Filled Common Subsequence, given two sequences </a:t>
            </a:r>
            <a:r>
              <a:rPr lang="en-US" altLang="zh-TW" sz="2400" i="1" dirty="0"/>
              <a:t>A </a:t>
            </a:r>
            <a:r>
              <a:rPr lang="en-US" altLang="zh-TW" sz="2400" dirty="0"/>
              <a:t>and </a:t>
            </a:r>
            <a:r>
              <a:rPr lang="en-US" altLang="zh-TW" sz="2400" i="1" dirty="0"/>
              <a:t>B</a:t>
            </a:r>
            <a:r>
              <a:rPr lang="en-US" altLang="zh-TW" sz="2400" dirty="0"/>
              <a:t>, and a multiset M of </a:t>
            </a:r>
            <a:r>
              <a:rPr lang="en-US" altLang="zh-TW" sz="2400" dirty="0" smtClean="0"/>
              <a:t>symbols missing </a:t>
            </a:r>
            <a:r>
              <a:rPr lang="en-US" altLang="zh-TW" sz="2400" dirty="0"/>
              <a:t>in </a:t>
            </a:r>
            <a:r>
              <a:rPr lang="en-US" altLang="zh-TW" sz="2400" i="1" dirty="0"/>
              <a:t>B</a:t>
            </a:r>
            <a:r>
              <a:rPr lang="en-US" altLang="zh-TW" sz="2400" dirty="0"/>
              <a:t>, asks for a sequence </a:t>
            </a:r>
            <a:r>
              <a:rPr lang="en-US" altLang="zh-TW" sz="2400" i="1" dirty="0"/>
              <a:t>B</a:t>
            </a:r>
            <a:r>
              <a:rPr lang="zh-TW" altLang="en-US" sz="2400" i="1" dirty="0"/>
              <a:t>*</a:t>
            </a:r>
            <a:r>
              <a:rPr lang="en-US" altLang="zh-TW" sz="2400" dirty="0"/>
              <a:t> obtained by inserting the symbols of M into </a:t>
            </a:r>
            <a:r>
              <a:rPr lang="en-US" altLang="zh-TW" sz="2400" i="1" dirty="0"/>
              <a:t>B </a:t>
            </a:r>
            <a:r>
              <a:rPr lang="en-US" altLang="zh-TW" sz="2400" dirty="0"/>
              <a:t>so that </a:t>
            </a:r>
            <a:r>
              <a:rPr lang="en-US" altLang="zh-TW" sz="2400" i="1" dirty="0"/>
              <a:t>B</a:t>
            </a:r>
            <a:r>
              <a:rPr lang="zh-TW" altLang="en-US" sz="2400" i="1" dirty="0" smtClean="0"/>
              <a:t>*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induces </a:t>
            </a:r>
            <a:r>
              <a:rPr lang="en-US" altLang="zh-TW" sz="2400" dirty="0"/>
              <a:t>a common subsequence with </a:t>
            </a:r>
            <a:r>
              <a:rPr lang="en-US" altLang="zh-TW" sz="2400" i="1" dirty="0"/>
              <a:t>A </a:t>
            </a:r>
            <a:r>
              <a:rPr lang="en-US" altLang="zh-TW" sz="2400" dirty="0"/>
              <a:t>of maximum length</a:t>
            </a:r>
            <a:r>
              <a:rPr lang="en-US" altLang="zh-TW" sz="2400" dirty="0" smtClean="0"/>
              <a:t>.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/>
              <a:t>First</a:t>
            </a:r>
            <a:r>
              <a:rPr lang="en-US" altLang="zh-TW" sz="2400" dirty="0"/>
              <a:t>, we investigate the computational and approximation complexity of the problem </a:t>
            </a:r>
            <a:r>
              <a:rPr lang="en-US" altLang="zh-TW" sz="2400" dirty="0" smtClean="0"/>
              <a:t>and we </a:t>
            </a:r>
            <a:r>
              <a:rPr lang="en-US" altLang="zh-TW" sz="2400" dirty="0"/>
              <a:t>show that it is NP-hard and APX-hard when </a:t>
            </a:r>
            <a:r>
              <a:rPr lang="en-US" altLang="zh-TW" sz="2400" i="1" dirty="0"/>
              <a:t>A </a:t>
            </a:r>
            <a:r>
              <a:rPr lang="en-US" altLang="zh-TW" sz="2400" dirty="0"/>
              <a:t>contains at most two occurrences of </a:t>
            </a:r>
            <a:r>
              <a:rPr lang="en-US" altLang="zh-TW" sz="2400" dirty="0" smtClean="0"/>
              <a:t>each symbol</a:t>
            </a:r>
            <a:r>
              <a:rPr lang="en-US" altLang="zh-TW" sz="2400" dirty="0"/>
              <a:t>. Then, we give a 3/5−approximation algorithm for the problem. Finally, we present </a:t>
            </a:r>
            <a:r>
              <a:rPr lang="en-US" altLang="zh-TW" sz="2400" dirty="0" smtClean="0"/>
              <a:t>a fixed-parameter </a:t>
            </a:r>
            <a:r>
              <a:rPr lang="en-US" altLang="zh-TW" sz="2400" dirty="0"/>
              <a:t>algorithm, when the problem is parameterized by the number of symbols </a:t>
            </a:r>
            <a:r>
              <a:rPr lang="en-US" altLang="zh-TW" sz="2400" dirty="0" smtClean="0"/>
              <a:t>inserted in </a:t>
            </a:r>
            <a:r>
              <a:rPr lang="en-US" altLang="zh-TW" sz="2400" i="1" dirty="0"/>
              <a:t>B </a:t>
            </a:r>
            <a:r>
              <a:rPr lang="en-US" altLang="zh-TW" sz="2400" dirty="0"/>
              <a:t>that “match” symbols of </a:t>
            </a:r>
            <a:r>
              <a:rPr lang="en-US" altLang="zh-TW" sz="2400" i="1" dirty="0"/>
              <a:t>A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7961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7BCEB30-271C-461F-8D4A-934B2BBE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LFCS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6D7D24C0-4AA6-4EB9-A966-6E281542A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74" y="4103516"/>
            <a:ext cx="7886700" cy="2754484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2720561C-5A10-44AC-900D-E859B5095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1468353"/>
            <a:ext cx="88868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1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7BCEB30-271C-461F-8D4A-934B2BBE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Complexity of LFCS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2E14AD2-998F-4D36-A74B-319B88967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/>
              <a:t>We prove the result by an L-reduction from the Maximum Independent Set problem on Cubic Graphs (Max-ISC), which is known to be APX-hard [2](see [5] for details on L-reduction). Max-ISC, given a cubic graph G = (V,E), asks for a maximum cardinality subset V 0  V such that given v</a:t>
            </a:r>
            <a:r>
              <a:rPr lang="en-US" altLang="zh-TW" sz="2000" baseline="-25000" dirty="0"/>
              <a:t>i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v</a:t>
            </a:r>
            <a:r>
              <a:rPr lang="en-US" altLang="zh-TW" sz="2000" baseline="-25000" dirty="0" err="1"/>
              <a:t>j</a:t>
            </a:r>
            <a:r>
              <a:rPr lang="en-US" altLang="zh-TW" sz="2000" dirty="0"/>
              <a:t> 2 V 0 it holds {v</a:t>
            </a:r>
            <a:r>
              <a:rPr lang="en-US" altLang="zh-TW" sz="2000" baseline="-25000" dirty="0"/>
              <a:t>i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v</a:t>
            </a:r>
            <a:r>
              <a:rPr lang="en-US" altLang="zh-TW" sz="2000" baseline="-25000" dirty="0" err="1"/>
              <a:t>j</a:t>
            </a:r>
            <a:r>
              <a:rPr lang="en-US" altLang="zh-TW" sz="2000" dirty="0"/>
              <a:t>} /2 E.</a:t>
            </a:r>
            <a:endParaRPr lang="zh-TW" altLang="en-US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D92C93C-E6B4-4398-99BA-E4A91FFF3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07" y="3591424"/>
            <a:ext cx="3802093" cy="247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1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7BCEB30-271C-461F-8D4A-934B2BBE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Approximating LFCS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2E14AD2-998F-4D36-A74B-319B88967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/>
              <a:t>A= </a:t>
            </a:r>
            <a:r>
              <a:rPr lang="en-US" altLang="zh-TW" sz="2000" dirty="0" err="1"/>
              <a:t>dbcacbda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B= </a:t>
            </a:r>
            <a:r>
              <a:rPr lang="en-US" altLang="zh-TW" sz="2000" dirty="0" err="1"/>
              <a:t>dabccdbd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M={b , c}</a:t>
            </a:r>
          </a:p>
          <a:p>
            <a:pPr marL="0" indent="0">
              <a:buNone/>
            </a:pPr>
            <a:r>
              <a:rPr lang="en-US" altLang="zh-TW" sz="2000" dirty="0" err="1"/>
              <a:t>Approx</a:t>
            </a:r>
            <a:r>
              <a:rPr lang="en-US" altLang="zh-TW" sz="2000" dirty="0"/>
              <a:t>-Algorithm 1:</a:t>
            </a:r>
          </a:p>
          <a:p>
            <a:pPr marL="0" indent="0">
              <a:buNone/>
            </a:pPr>
            <a:r>
              <a:rPr lang="en-US" altLang="zh-TW" sz="2000" dirty="0"/>
              <a:t>	(1)</a:t>
            </a:r>
            <a:r>
              <a:rPr lang="zh-TW" altLang="en-US" sz="2000" dirty="0"/>
              <a:t> </a:t>
            </a:r>
            <a:r>
              <a:rPr lang="en-US" altLang="zh-TW" sz="2000" dirty="0"/>
              <a:t>R</a:t>
            </a:r>
            <a:r>
              <a:rPr lang="en-US" altLang="zh-TW" sz="2000" baseline="-25000" dirty="0"/>
              <a:t>1,a</a:t>
            </a:r>
            <a:r>
              <a:rPr lang="en-US" altLang="zh-TW" sz="2000" dirty="0"/>
              <a:t>: </a:t>
            </a:r>
            <a:r>
              <a:rPr lang="en-US" altLang="zh-TW" sz="2000" dirty="0" err="1"/>
              <a:t>dbccbd</a:t>
            </a:r>
            <a:r>
              <a:rPr lang="en-US" altLang="zh-TW" sz="2000" dirty="0"/>
              <a:t> (LCS</a:t>
            </a:r>
            <a:r>
              <a:rPr lang="zh-TW" altLang="en-US" sz="2000" dirty="0"/>
              <a:t> </a:t>
            </a:r>
            <a:r>
              <a:rPr lang="en-US" altLang="zh-TW" sz="2000" dirty="0"/>
              <a:t>of A and B)</a:t>
            </a:r>
          </a:p>
          <a:p>
            <a:pPr marL="0" indent="0">
              <a:buNone/>
            </a:pPr>
            <a:r>
              <a:rPr lang="en-US" altLang="zh-TW" sz="2000" baseline="-25000" dirty="0"/>
              <a:t>	</a:t>
            </a:r>
            <a:r>
              <a:rPr lang="en-US" altLang="zh-TW" sz="2000" dirty="0"/>
              <a:t>(2)</a:t>
            </a:r>
            <a:r>
              <a:rPr lang="zh-TW" altLang="en-US" sz="2000" dirty="0"/>
              <a:t> </a:t>
            </a:r>
            <a:r>
              <a:rPr lang="en-US" altLang="zh-TW" sz="2000" dirty="0"/>
              <a:t>A‘: aa (A- R</a:t>
            </a:r>
            <a:r>
              <a:rPr lang="en-US" altLang="zh-TW" sz="2000" baseline="-25000" dirty="0"/>
              <a:t>1,a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r>
              <a:rPr lang="en-US" altLang="zh-TW" sz="2000" dirty="0"/>
              <a:t>	(3) R</a:t>
            </a:r>
            <a:r>
              <a:rPr lang="en-US" altLang="zh-TW" sz="2000" baseline="-25000" dirty="0"/>
              <a:t>1,i</a:t>
            </a:r>
            <a:r>
              <a:rPr lang="en-US" altLang="zh-TW" sz="2000" dirty="0"/>
              <a:t>: </a:t>
            </a:r>
            <a:r>
              <a:rPr lang="zh-TW" altLang="en-US" sz="2000" dirty="0"/>
              <a:t>∅ </a:t>
            </a:r>
            <a:r>
              <a:rPr lang="en-US" altLang="zh-TW" sz="2000" dirty="0"/>
              <a:t>(Algorithm1(A’ , M))</a:t>
            </a:r>
          </a:p>
          <a:p>
            <a:pPr marL="0" indent="0">
              <a:buNone/>
            </a:pPr>
            <a:r>
              <a:rPr lang="en-US" altLang="zh-TW" sz="2000" dirty="0"/>
              <a:t>	(4) R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: </a:t>
            </a:r>
            <a:r>
              <a:rPr lang="en-US" altLang="zh-TW" sz="2000" dirty="0" err="1"/>
              <a:t>dbccbd</a:t>
            </a:r>
            <a:r>
              <a:rPr lang="en-US" altLang="zh-TW" sz="2000" dirty="0"/>
              <a:t> (R</a:t>
            </a:r>
            <a:r>
              <a:rPr lang="en-US" altLang="zh-TW" sz="2000" baseline="-25000" dirty="0"/>
              <a:t>1,a </a:t>
            </a:r>
            <a:r>
              <a:rPr lang="zh-TW" altLang="en-US" sz="2000" dirty="0"/>
              <a:t>∪</a:t>
            </a:r>
            <a:r>
              <a:rPr lang="en-US" altLang="zh-TW" sz="2000" dirty="0"/>
              <a:t> R</a:t>
            </a:r>
            <a:r>
              <a:rPr lang="en-US" altLang="zh-TW" sz="2000" baseline="-25000" dirty="0"/>
              <a:t>1,i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r>
              <a:rPr lang="en-US" altLang="zh-TW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7535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7BCEB30-271C-461F-8D4A-934B2BBE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Approximating LFCS 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2E14AD2-998F-4D36-A74B-319B88967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/>
              <a:t>A= </a:t>
            </a:r>
            <a:r>
              <a:rPr lang="en-US" altLang="zh-TW" sz="2000" dirty="0" err="1"/>
              <a:t>dbcacbda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B= </a:t>
            </a:r>
            <a:r>
              <a:rPr lang="en-US" altLang="zh-TW" sz="2000" dirty="0" err="1"/>
              <a:t>dabccdbd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M={b , c}</a:t>
            </a:r>
          </a:p>
          <a:p>
            <a:pPr marL="0" indent="0">
              <a:buNone/>
            </a:pPr>
            <a:r>
              <a:rPr lang="en-US" altLang="zh-TW" sz="2000" dirty="0" err="1"/>
              <a:t>Approx</a:t>
            </a:r>
            <a:r>
              <a:rPr lang="en-US" altLang="zh-TW" sz="2000" dirty="0"/>
              <a:t>-Algorithm 2:</a:t>
            </a:r>
          </a:p>
          <a:p>
            <a:pPr marL="0" indent="0">
              <a:buNone/>
            </a:pPr>
            <a:r>
              <a:rPr lang="en-US" altLang="zh-TW" sz="2000" dirty="0"/>
              <a:t>	(1)</a:t>
            </a:r>
            <a:r>
              <a:rPr lang="zh-TW" altLang="en-US" sz="2000" dirty="0"/>
              <a:t> </a:t>
            </a:r>
            <a:r>
              <a:rPr lang="en-US" altLang="zh-TW" sz="2000" dirty="0"/>
              <a:t>R</a:t>
            </a:r>
            <a:r>
              <a:rPr lang="en-US" altLang="zh-TW" sz="2000" baseline="-25000" dirty="0"/>
              <a:t>2,i</a:t>
            </a:r>
            <a:r>
              <a:rPr lang="en-US" altLang="zh-TW" sz="2000" dirty="0"/>
              <a:t>: </a:t>
            </a:r>
            <a:r>
              <a:rPr lang="en-US" altLang="zh-TW" sz="2000" dirty="0" err="1"/>
              <a:t>bc</a:t>
            </a:r>
            <a:r>
              <a:rPr lang="en-US" altLang="zh-TW" sz="2000" dirty="0"/>
              <a:t> (Algorithm1(A , M)) </a:t>
            </a:r>
          </a:p>
          <a:p>
            <a:pPr marL="0" indent="0">
              <a:buNone/>
            </a:pPr>
            <a:r>
              <a:rPr lang="en-US" altLang="zh-TW" sz="2000" baseline="-25000" dirty="0"/>
              <a:t>	</a:t>
            </a:r>
            <a:r>
              <a:rPr lang="en-US" altLang="zh-TW" sz="2000" dirty="0"/>
              <a:t>(2)</a:t>
            </a:r>
            <a:r>
              <a:rPr lang="zh-TW" altLang="en-US" sz="2000" dirty="0"/>
              <a:t> </a:t>
            </a:r>
            <a:r>
              <a:rPr lang="en-US" altLang="zh-TW" sz="2000" dirty="0"/>
              <a:t>A‘’: </a:t>
            </a:r>
            <a:r>
              <a:rPr lang="en-US" altLang="zh-TW" sz="2000" dirty="0" err="1"/>
              <a:t>dacbda</a:t>
            </a:r>
            <a:r>
              <a:rPr lang="en-US" altLang="zh-TW" sz="2000" dirty="0"/>
              <a:t> (A- R</a:t>
            </a:r>
            <a:r>
              <a:rPr lang="en-US" altLang="zh-TW" sz="2000" baseline="-25000" dirty="0"/>
              <a:t>2,i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r>
              <a:rPr lang="en-US" altLang="zh-TW" sz="2000" dirty="0"/>
              <a:t>	(3) R</a:t>
            </a:r>
            <a:r>
              <a:rPr lang="en-US" altLang="zh-TW" sz="2000" baseline="-25000" dirty="0"/>
              <a:t>2,a</a:t>
            </a:r>
            <a:r>
              <a:rPr lang="en-US" altLang="zh-TW" sz="2000" dirty="0"/>
              <a:t>: </a:t>
            </a:r>
            <a:r>
              <a:rPr lang="zh-TW" altLang="en-US" sz="2000" dirty="0"/>
              <a:t>∅ </a:t>
            </a:r>
            <a:r>
              <a:rPr lang="en-US" altLang="zh-TW" sz="2000" dirty="0"/>
              <a:t>(LCS</a:t>
            </a:r>
            <a:r>
              <a:rPr lang="zh-TW" altLang="en-US" sz="2000" dirty="0"/>
              <a:t> </a:t>
            </a:r>
            <a:r>
              <a:rPr lang="en-US" altLang="zh-TW" sz="2000" dirty="0"/>
              <a:t>of A’’ and B)</a:t>
            </a:r>
          </a:p>
          <a:p>
            <a:pPr marL="0" indent="0">
              <a:buNone/>
            </a:pPr>
            <a:r>
              <a:rPr lang="en-US" altLang="zh-TW" sz="2000" dirty="0"/>
              <a:t>	(4) R</a:t>
            </a:r>
            <a:r>
              <a:rPr lang="en-US" altLang="zh-TW" sz="2000" baseline="-25000" dirty="0"/>
              <a:t>2</a:t>
            </a:r>
            <a:r>
              <a:rPr lang="en-US" altLang="zh-TW" sz="2000" dirty="0"/>
              <a:t>: </a:t>
            </a:r>
            <a:r>
              <a:rPr lang="en-US" altLang="zh-TW" sz="2000" dirty="0" err="1"/>
              <a:t>dbcacbd</a:t>
            </a:r>
            <a:r>
              <a:rPr lang="en-US" altLang="zh-TW" sz="2000" dirty="0"/>
              <a:t> (R</a:t>
            </a:r>
            <a:r>
              <a:rPr lang="en-US" altLang="zh-TW" sz="2000" baseline="-25000" dirty="0"/>
              <a:t>2,i </a:t>
            </a:r>
            <a:r>
              <a:rPr lang="zh-TW" altLang="en-US" sz="2000" dirty="0"/>
              <a:t>∪</a:t>
            </a:r>
            <a:r>
              <a:rPr lang="en-US" altLang="zh-TW" sz="2000" dirty="0"/>
              <a:t> R</a:t>
            </a:r>
            <a:r>
              <a:rPr lang="en-US" altLang="zh-TW" sz="2000" baseline="-25000" dirty="0"/>
              <a:t>2,a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r>
              <a:rPr lang="en-US" altLang="zh-TW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39788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7BCEB30-271C-461F-8D4A-934B2BBE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1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F84FB695-1270-4849-A5F6-526B63945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477727"/>
            <a:ext cx="7886700" cy="3047134"/>
          </a:xfrm>
        </p:spPr>
      </p:pic>
    </p:spTree>
    <p:extLst>
      <p:ext uri="{BB962C8B-B14F-4D97-AF65-F5344CB8AC3E}">
        <p14:creationId xmlns:p14="http://schemas.microsoft.com/office/powerpoint/2010/main" val="334881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7BCEB30-271C-461F-8D4A-934B2BBE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FPT Algorithm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CC0366D-7134-438B-9690-D19DDFCC1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based on the color-coding technique.</a:t>
            </a:r>
          </a:p>
          <a:p>
            <a:r>
              <a:rPr lang="en-US" altLang="zh-TW" dirty="0"/>
              <a:t>Let M be a multiset of positions and let </a:t>
            </a:r>
            <a:r>
              <a:rPr lang="en-US" altLang="zh-TW" i="1" dirty="0"/>
              <a:t>F </a:t>
            </a:r>
            <a:r>
              <a:rPr lang="en-US" altLang="zh-TW" dirty="0"/>
              <a:t>be a family of hash functions from M to a set {</a:t>
            </a:r>
            <a:r>
              <a:rPr lang="en-US" altLang="zh-TW" i="1" dirty="0"/>
              <a:t>c</a:t>
            </a:r>
            <a:r>
              <a:rPr lang="en-US" altLang="zh-TW" baseline="-25000" dirty="0"/>
              <a:t>1</a:t>
            </a:r>
            <a:r>
              <a:rPr lang="en-US" altLang="zh-TW" i="1" dirty="0"/>
              <a:t>, . . . , </a:t>
            </a:r>
            <a:r>
              <a:rPr lang="en-US" altLang="zh-TW" i="1" dirty="0" err="1"/>
              <a:t>c</a:t>
            </a:r>
            <a:r>
              <a:rPr lang="en-US" altLang="zh-TW" i="1" baseline="-25000" dirty="0" err="1"/>
              <a:t>k</a:t>
            </a:r>
            <a:r>
              <a:rPr lang="en-US" altLang="zh-TW" dirty="0"/>
              <a:t>} of colors.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3BA31C47-B450-4A70-8DBF-CAFD7DBEA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3922334"/>
            <a:ext cx="713422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13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7BCEB30-271C-461F-8D4A-934B2BBE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FPT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xmlns="" id="{ACC0366D-7134-438B-9690-D19DDFCC1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A= </a:t>
                </a:r>
                <a:r>
                  <a:rPr lang="en-US" altLang="zh-TW" dirty="0" err="1"/>
                  <a:t>dbcac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B= </a:t>
                </a:r>
                <a:r>
                  <a:rPr lang="en-US" altLang="zh-TW" dirty="0" err="1"/>
                  <a:t>dabcc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M={b , c , e , f }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{c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, c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} c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={b , e} c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={c , f}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L[5,5,{c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,c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},4]=max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altLang="zh-TW" dirty="0"/>
                              <m:t>L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[4,5,{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altLang="zh-TW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 ,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altLang="zh-TW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},4]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zh-TW" dirty="0"/>
                              <m:t>L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[4,5,{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altLang="zh-TW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 ,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altLang="zh-TW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},4]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zh-TW" dirty="0"/>
                              <m:t>L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[4,4,{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altLang="zh-TW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 ,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altLang="zh-TW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},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]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zh-TW" dirty="0"/>
                              <m:t>L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[4,5,{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altLang="zh-TW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},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]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/>
                  <a:t>Time: 2</a:t>
                </a:r>
                <a:r>
                  <a:rPr lang="en-US" altLang="zh-TW" i="1" baseline="30000"/>
                  <a:t>O</a:t>
                </a:r>
                <a:r>
                  <a:rPr lang="en-US" altLang="zh-TW" baseline="30000" dirty="0"/>
                  <a:t>(</a:t>
                </a:r>
                <a:r>
                  <a:rPr lang="en-US" altLang="zh-TW" i="1" baseline="30000" dirty="0"/>
                  <a:t>k</a:t>
                </a:r>
                <a:r>
                  <a:rPr lang="en-US" altLang="zh-TW" baseline="30000" dirty="0"/>
                  <a:t>)</a:t>
                </a:r>
                <a:r>
                  <a:rPr lang="en-US" altLang="zh-TW" i="1" dirty="0"/>
                  <a:t>poly</a:t>
                </a:r>
                <a:r>
                  <a:rPr lang="en-US" altLang="zh-TW" dirty="0"/>
                  <a:t>(|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| + |</a:t>
                </a:r>
                <a:r>
                  <a:rPr lang="en-US" altLang="zh-TW" i="1" dirty="0"/>
                  <a:t>B</a:t>
                </a:r>
                <a:r>
                  <a:rPr lang="en-US" altLang="zh-TW" dirty="0"/>
                  <a:t>| + |M|)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ACC0366D-7134-438B-9690-D19DDFCC1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962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2203</TotalTime>
  <Words>410</Words>
  <Application>Microsoft Office PowerPoint</Application>
  <PresentationFormat>如螢幕大小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Cambria Math</vt:lpstr>
      <vt:lpstr>Office 佈景主題</vt:lpstr>
      <vt:lpstr>The Longest Filled Common Subsequence Problem</vt:lpstr>
      <vt:lpstr>Abstract</vt:lpstr>
      <vt:lpstr>Abstract</vt:lpstr>
      <vt:lpstr>LFCS</vt:lpstr>
      <vt:lpstr>Complexity of LFCS</vt:lpstr>
      <vt:lpstr>Approximating LFCS (1/2)</vt:lpstr>
      <vt:lpstr>Approximating LFCS (2/2)</vt:lpstr>
      <vt:lpstr>Algorithm 1</vt:lpstr>
      <vt:lpstr>FPT Algorithm</vt:lpstr>
      <vt:lpstr>FPT Algorithm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pplab-class</cp:lastModifiedBy>
  <cp:revision>71</cp:revision>
  <dcterms:created xsi:type="dcterms:W3CDTF">2017-10-02T04:56:24Z</dcterms:created>
  <dcterms:modified xsi:type="dcterms:W3CDTF">2018-02-27T11:47:10Z</dcterms:modified>
</cp:coreProperties>
</file>