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6" r:id="rId3"/>
    <p:sldId id="286" r:id="rId4"/>
    <p:sldId id="287" r:id="rId5"/>
    <p:sldId id="288" r:id="rId6"/>
    <p:sldId id="289" r:id="rId7"/>
    <p:sldId id="290" r:id="rId8"/>
    <p:sldId id="292" r:id="rId9"/>
    <p:sldId id="293" r:id="rId10"/>
    <p:sldId id="294" r:id="rId11"/>
    <p:sldId id="295" r:id="rId12"/>
    <p:sldId id="297" r:id="rId13"/>
    <p:sldId id="298" r:id="rId14"/>
    <p:sldId id="29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AD7078E-7038-4986-B0ED-CBFCB84320F6}">
          <p14:sldIdLst>
            <p14:sldId id="256"/>
            <p14:sldId id="276"/>
            <p14:sldId id="286"/>
            <p14:sldId id="287"/>
            <p14:sldId id="288"/>
            <p14:sldId id="289"/>
            <p14:sldId id="290"/>
            <p14:sldId id="292"/>
            <p14:sldId id="293"/>
            <p14:sldId id="294"/>
            <p14:sldId id="295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A16AF0-D9ED-4338-A60C-54369BEF91AD}" v="1129" dt="2018-07-24T09:20:30.4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96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國峰 黃" userId="07d7d89e1f669cb9" providerId="LiveId" clId="{FAA16AF0-D9ED-4338-A60C-54369BEF91AD}"/>
    <pc:docChg chg="undo custSel addSld delSld modSld sldOrd modSection">
      <pc:chgData name="國峰 黃" userId="07d7d89e1f669cb9" providerId="LiveId" clId="{FAA16AF0-D9ED-4338-A60C-54369BEF91AD}" dt="2018-07-24T09:20:30.463" v="1123" actId="931"/>
      <pc:docMkLst>
        <pc:docMk/>
      </pc:docMkLst>
      <pc:sldChg chg="modSp">
        <pc:chgData name="國峰 黃" userId="07d7d89e1f669cb9" providerId="LiveId" clId="{FAA16AF0-D9ED-4338-A60C-54369BEF91AD}" dt="2018-07-24T07:06:48.169" v="16"/>
        <pc:sldMkLst>
          <pc:docMk/>
          <pc:sldMk cId="3676774769" sldId="256"/>
        </pc:sldMkLst>
        <pc:spChg chg="mod">
          <ac:chgData name="國峰 黃" userId="07d7d89e1f669cb9" providerId="LiveId" clId="{FAA16AF0-D9ED-4338-A60C-54369BEF91AD}" dt="2018-07-24T07:05:06.245" v="5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FAA16AF0-D9ED-4338-A60C-54369BEF91AD}" dt="2018-07-24T07:06:32.500" v="10" actId="108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FAA16AF0-D9ED-4338-A60C-54369BEF91AD}" dt="2018-07-24T07:06:48.169" v="16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FAA16AF0-D9ED-4338-A60C-54369BEF91AD}" dt="2018-07-24T07:08:28.033" v="35" actId="57"/>
        <pc:sldMkLst>
          <pc:docMk/>
          <pc:sldMk cId="2726883200" sldId="276"/>
        </pc:sldMkLst>
        <pc:spChg chg="mod">
          <ac:chgData name="國峰 黃" userId="07d7d89e1f669cb9" providerId="LiveId" clId="{FAA16AF0-D9ED-4338-A60C-54369BEF91AD}" dt="2018-07-24T07:08:28.033" v="35" actId="57"/>
          <ac:spMkLst>
            <pc:docMk/>
            <pc:sldMk cId="2726883200" sldId="276"/>
            <ac:spMk id="3" creationId="{7DB8E5E2-9D37-4095-8A46-00A68D1D282E}"/>
          </ac:spMkLst>
        </pc:spChg>
      </pc:sldChg>
      <pc:sldChg chg="delSp modSp">
        <pc:chgData name="國峰 黃" userId="07d7d89e1f669cb9" providerId="LiveId" clId="{FAA16AF0-D9ED-4338-A60C-54369BEF91AD}" dt="2018-07-24T07:19:40.411" v="250" actId="20577"/>
        <pc:sldMkLst>
          <pc:docMk/>
          <pc:sldMk cId="333944553" sldId="286"/>
        </pc:sldMkLst>
        <pc:spChg chg="mod">
          <ac:chgData name="國峰 黃" userId="07d7d89e1f669cb9" providerId="LiveId" clId="{FAA16AF0-D9ED-4338-A60C-54369BEF91AD}" dt="2018-07-24T07:08:48.919" v="36" actId="20577"/>
          <ac:spMkLst>
            <pc:docMk/>
            <pc:sldMk cId="333944553" sldId="286"/>
            <ac:spMk id="2" creationId="{FCA3B093-AFA3-48FB-8101-11F8ACA668E7}"/>
          </ac:spMkLst>
        </pc:spChg>
        <pc:spChg chg="mod">
          <ac:chgData name="國峰 黃" userId="07d7d89e1f669cb9" providerId="LiveId" clId="{FAA16AF0-D9ED-4338-A60C-54369BEF91AD}" dt="2018-07-24T07:19:40.411" v="250" actId="20577"/>
          <ac:spMkLst>
            <pc:docMk/>
            <pc:sldMk cId="333944553" sldId="286"/>
            <ac:spMk id="3" creationId="{0B662F05-00A5-41B8-92FD-C27A6F471347}"/>
          </ac:spMkLst>
        </pc:spChg>
        <pc:cxnChg chg="del">
          <ac:chgData name="國峰 黃" userId="07d7d89e1f669cb9" providerId="LiveId" clId="{FAA16AF0-D9ED-4338-A60C-54369BEF91AD}" dt="2018-07-24T07:11:04.857" v="70" actId="478"/>
          <ac:cxnSpMkLst>
            <pc:docMk/>
            <pc:sldMk cId="333944553" sldId="286"/>
            <ac:cxnSpMk id="5" creationId="{6C718B64-D65D-4002-90C0-B1BB05952DA7}"/>
          </ac:cxnSpMkLst>
        </pc:cxnChg>
      </pc:sldChg>
      <pc:sldChg chg="modSp add">
        <pc:chgData name="國峰 黃" userId="07d7d89e1f669cb9" providerId="LiveId" clId="{FAA16AF0-D9ED-4338-A60C-54369BEF91AD}" dt="2018-07-24T07:54:52.467" v="582" actId="20577"/>
        <pc:sldMkLst>
          <pc:docMk/>
          <pc:sldMk cId="31429929" sldId="287"/>
        </pc:sldMkLst>
        <pc:spChg chg="mod">
          <ac:chgData name="國峰 黃" userId="07d7d89e1f669cb9" providerId="LiveId" clId="{FAA16AF0-D9ED-4338-A60C-54369BEF91AD}" dt="2018-07-24T07:12:07.126" v="114" actId="20577"/>
          <ac:spMkLst>
            <pc:docMk/>
            <pc:sldMk cId="31429929" sldId="287"/>
            <ac:spMk id="2" creationId="{FCA3B093-AFA3-48FB-8101-11F8ACA668E7}"/>
          </ac:spMkLst>
        </pc:spChg>
        <pc:spChg chg="mod">
          <ac:chgData name="國峰 黃" userId="07d7d89e1f669cb9" providerId="LiveId" clId="{FAA16AF0-D9ED-4338-A60C-54369BEF91AD}" dt="2018-07-24T07:54:52.467" v="582" actId="20577"/>
          <ac:spMkLst>
            <pc:docMk/>
            <pc:sldMk cId="31429929" sldId="287"/>
            <ac:spMk id="3" creationId="{0B662F05-00A5-41B8-92FD-C27A6F471347}"/>
          </ac:spMkLst>
        </pc:spChg>
      </pc:sldChg>
      <pc:sldChg chg="del">
        <pc:chgData name="國峰 黃" userId="07d7d89e1f669cb9" providerId="LiveId" clId="{FAA16AF0-D9ED-4338-A60C-54369BEF91AD}" dt="2018-07-24T07:11:36.950" v="87" actId="2696"/>
        <pc:sldMkLst>
          <pc:docMk/>
          <pc:sldMk cId="1754001415" sldId="287"/>
        </pc:sldMkLst>
      </pc:sldChg>
      <pc:sldChg chg="del">
        <pc:chgData name="國峰 黃" userId="07d7d89e1f669cb9" providerId="LiveId" clId="{FAA16AF0-D9ED-4338-A60C-54369BEF91AD}" dt="2018-07-24T07:11:36.997" v="88" actId="2696"/>
        <pc:sldMkLst>
          <pc:docMk/>
          <pc:sldMk cId="48292252" sldId="288"/>
        </pc:sldMkLst>
      </pc:sldChg>
      <pc:sldChg chg="modSp add">
        <pc:chgData name="國峰 黃" userId="07d7d89e1f669cb9" providerId="LiveId" clId="{FAA16AF0-D9ED-4338-A60C-54369BEF91AD}" dt="2018-07-24T07:54:39.591" v="575" actId="20577"/>
        <pc:sldMkLst>
          <pc:docMk/>
          <pc:sldMk cId="2387242333" sldId="288"/>
        </pc:sldMkLst>
        <pc:spChg chg="mod">
          <ac:chgData name="國峰 黃" userId="07d7d89e1f669cb9" providerId="LiveId" clId="{FAA16AF0-D9ED-4338-A60C-54369BEF91AD}" dt="2018-07-24T07:54:09.178" v="566" actId="58"/>
          <ac:spMkLst>
            <pc:docMk/>
            <pc:sldMk cId="2387242333" sldId="288"/>
            <ac:spMk id="2" creationId="{FCA3B093-AFA3-48FB-8101-11F8ACA668E7}"/>
          </ac:spMkLst>
        </pc:spChg>
        <pc:spChg chg="mod">
          <ac:chgData name="國峰 黃" userId="07d7d89e1f669cb9" providerId="LiveId" clId="{FAA16AF0-D9ED-4338-A60C-54369BEF91AD}" dt="2018-07-24T07:54:39.591" v="575" actId="20577"/>
          <ac:spMkLst>
            <pc:docMk/>
            <pc:sldMk cId="2387242333" sldId="288"/>
            <ac:spMk id="3" creationId="{0B662F05-00A5-41B8-92FD-C27A6F471347}"/>
          </ac:spMkLst>
        </pc:spChg>
      </pc:sldChg>
      <pc:sldChg chg="addSp delSp modSp add">
        <pc:chgData name="國峰 黃" userId="07d7d89e1f669cb9" providerId="LiveId" clId="{FAA16AF0-D9ED-4338-A60C-54369BEF91AD}" dt="2018-07-24T07:32:39.317" v="451" actId="1076"/>
        <pc:sldMkLst>
          <pc:docMk/>
          <pc:sldMk cId="1770823034" sldId="289"/>
        </pc:sldMkLst>
        <pc:spChg chg="mod">
          <ac:chgData name="國峰 黃" userId="07d7d89e1f669cb9" providerId="LiveId" clId="{FAA16AF0-D9ED-4338-A60C-54369BEF91AD}" dt="2018-07-24T07:23:08.873" v="347" actId="20577"/>
          <ac:spMkLst>
            <pc:docMk/>
            <pc:sldMk cId="1770823034" sldId="289"/>
            <ac:spMk id="2" creationId="{FCA3B093-AFA3-48FB-8101-11F8ACA668E7}"/>
          </ac:spMkLst>
        </pc:spChg>
        <pc:spChg chg="mod">
          <ac:chgData name="國峰 黃" userId="07d7d89e1f669cb9" providerId="LiveId" clId="{FAA16AF0-D9ED-4338-A60C-54369BEF91AD}" dt="2018-07-24T07:23:10.688" v="348" actId="20577"/>
          <ac:spMkLst>
            <pc:docMk/>
            <pc:sldMk cId="1770823034" sldId="289"/>
            <ac:spMk id="3" creationId="{0B662F05-00A5-41B8-92FD-C27A6F471347}"/>
          </ac:spMkLst>
        </pc:spChg>
        <pc:spChg chg="add mod">
          <ac:chgData name="國峰 黃" userId="07d7d89e1f669cb9" providerId="LiveId" clId="{FAA16AF0-D9ED-4338-A60C-54369BEF91AD}" dt="2018-07-24T07:32:39.317" v="451" actId="1076"/>
          <ac:spMkLst>
            <pc:docMk/>
            <pc:sldMk cId="1770823034" sldId="289"/>
            <ac:spMk id="22" creationId="{CE96E642-5CF4-4C56-B98C-A6A86E770106}"/>
          </ac:spMkLst>
        </pc:spChg>
        <pc:graphicFrameChg chg="add mod modGraphic">
          <ac:chgData name="國峰 黃" userId="07d7d89e1f669cb9" providerId="LiveId" clId="{FAA16AF0-D9ED-4338-A60C-54369BEF91AD}" dt="2018-07-24T07:32:23.495" v="450" actId="20577"/>
          <ac:graphicFrameMkLst>
            <pc:docMk/>
            <pc:sldMk cId="1770823034" sldId="289"/>
            <ac:graphicFrameMk id="4" creationId="{E062B5DB-0437-40D6-9E37-AEAFFCB79907}"/>
          </ac:graphicFrameMkLst>
        </pc:graphicFrameChg>
        <pc:cxnChg chg="add del mod">
          <ac:chgData name="國峰 黃" userId="07d7d89e1f669cb9" providerId="LiveId" clId="{FAA16AF0-D9ED-4338-A60C-54369BEF91AD}" dt="2018-07-24T07:25:42.852" v="397" actId="11529"/>
          <ac:cxnSpMkLst>
            <pc:docMk/>
            <pc:sldMk cId="1770823034" sldId="289"/>
            <ac:cxnSpMk id="6" creationId="{38164EB0-7074-469D-B075-C3F3A5CD7B78}"/>
          </ac:cxnSpMkLst>
        </pc:cxnChg>
        <pc:cxnChg chg="add del mod">
          <ac:chgData name="國峰 黃" userId="07d7d89e1f669cb9" providerId="LiveId" clId="{FAA16AF0-D9ED-4338-A60C-54369BEF91AD}" dt="2018-07-24T07:26:05.660" v="405" actId="11529"/>
          <ac:cxnSpMkLst>
            <pc:docMk/>
            <pc:sldMk cId="1770823034" sldId="289"/>
            <ac:cxnSpMk id="8" creationId="{865FA8CB-3A89-4ADB-AF9A-23F52F621597}"/>
          </ac:cxnSpMkLst>
        </pc:cxnChg>
        <pc:cxnChg chg="add del mod">
          <ac:chgData name="國峰 黃" userId="07d7d89e1f669cb9" providerId="LiveId" clId="{FAA16AF0-D9ED-4338-A60C-54369BEF91AD}" dt="2018-07-24T07:26:15.549" v="407" actId="11529"/>
          <ac:cxnSpMkLst>
            <pc:docMk/>
            <pc:sldMk cId="1770823034" sldId="289"/>
            <ac:cxnSpMk id="12" creationId="{50D38CF3-98B2-41DA-B4EA-14FC6EBCDA96}"/>
          </ac:cxnSpMkLst>
        </pc:cxnChg>
        <pc:cxnChg chg="add mod">
          <ac:chgData name="國峰 黃" userId="07d7d89e1f669cb9" providerId="LiveId" clId="{FAA16AF0-D9ED-4338-A60C-54369BEF91AD}" dt="2018-07-24T07:27:07.244" v="419" actId="1076"/>
          <ac:cxnSpMkLst>
            <pc:docMk/>
            <pc:sldMk cId="1770823034" sldId="289"/>
            <ac:cxnSpMk id="14" creationId="{411ECF27-3E86-4762-A548-38344A80E19A}"/>
          </ac:cxnSpMkLst>
        </pc:cxnChg>
        <pc:cxnChg chg="add mod">
          <ac:chgData name="國峰 黃" userId="07d7d89e1f669cb9" providerId="LiveId" clId="{FAA16AF0-D9ED-4338-A60C-54369BEF91AD}" dt="2018-07-24T07:26:56.021" v="415" actId="1076"/>
          <ac:cxnSpMkLst>
            <pc:docMk/>
            <pc:sldMk cId="1770823034" sldId="289"/>
            <ac:cxnSpMk id="16" creationId="{70A4B2D1-F3EA-475F-9EE6-20773E81A902}"/>
          </ac:cxnSpMkLst>
        </pc:cxnChg>
        <pc:cxnChg chg="add mod">
          <ac:chgData name="國峰 黃" userId="07d7d89e1f669cb9" providerId="LiveId" clId="{FAA16AF0-D9ED-4338-A60C-54369BEF91AD}" dt="2018-07-24T07:27:04.756" v="418" actId="1076"/>
          <ac:cxnSpMkLst>
            <pc:docMk/>
            <pc:sldMk cId="1770823034" sldId="289"/>
            <ac:cxnSpMk id="17" creationId="{4077A724-D024-4CF7-B661-1A3AE322CA3E}"/>
          </ac:cxnSpMkLst>
        </pc:cxnChg>
      </pc:sldChg>
      <pc:sldChg chg="del">
        <pc:chgData name="國峰 黃" userId="07d7d89e1f669cb9" providerId="LiveId" clId="{FAA16AF0-D9ED-4338-A60C-54369BEF91AD}" dt="2018-07-24T07:11:37.008" v="89" actId="2696"/>
        <pc:sldMkLst>
          <pc:docMk/>
          <pc:sldMk cId="4148820136" sldId="289"/>
        </pc:sldMkLst>
      </pc:sldChg>
      <pc:sldChg chg="del">
        <pc:chgData name="國峰 黃" userId="07d7d89e1f669cb9" providerId="LiveId" clId="{FAA16AF0-D9ED-4338-A60C-54369BEF91AD}" dt="2018-07-24T07:11:37.019" v="90" actId="2696"/>
        <pc:sldMkLst>
          <pc:docMk/>
          <pc:sldMk cId="1211584583" sldId="290"/>
        </pc:sldMkLst>
      </pc:sldChg>
      <pc:sldChg chg="addSp delSp modSp add">
        <pc:chgData name="國峰 黃" userId="07d7d89e1f669cb9" providerId="LiveId" clId="{FAA16AF0-D9ED-4338-A60C-54369BEF91AD}" dt="2018-07-24T07:36:19.550" v="512" actId="1076"/>
        <pc:sldMkLst>
          <pc:docMk/>
          <pc:sldMk cId="2030109062" sldId="290"/>
        </pc:sldMkLst>
        <pc:spChg chg="mod">
          <ac:chgData name="國峰 黃" userId="07d7d89e1f669cb9" providerId="LiveId" clId="{FAA16AF0-D9ED-4338-A60C-54369BEF91AD}" dt="2018-07-24T07:27:56.141" v="426" actId="20577"/>
          <ac:spMkLst>
            <pc:docMk/>
            <pc:sldMk cId="2030109062" sldId="290"/>
            <ac:spMk id="2" creationId="{FCA3B093-AFA3-48FB-8101-11F8ACA668E7}"/>
          </ac:spMkLst>
        </pc:spChg>
        <pc:spChg chg="add mod">
          <ac:chgData name="國峰 黃" userId="07d7d89e1f669cb9" providerId="LiveId" clId="{FAA16AF0-D9ED-4338-A60C-54369BEF91AD}" dt="2018-07-24T07:35:50.701" v="507" actId="1076"/>
          <ac:spMkLst>
            <pc:docMk/>
            <pc:sldMk cId="2030109062" sldId="290"/>
            <ac:spMk id="11" creationId="{CD659CBB-EE61-4994-BD2D-175DF31DFABE}"/>
          </ac:spMkLst>
        </pc:spChg>
        <pc:spChg chg="add del">
          <ac:chgData name="國峰 黃" userId="07d7d89e1f669cb9" providerId="LiveId" clId="{FAA16AF0-D9ED-4338-A60C-54369BEF91AD}" dt="2018-07-24T07:35:56.775" v="509"/>
          <ac:spMkLst>
            <pc:docMk/>
            <pc:sldMk cId="2030109062" sldId="290"/>
            <ac:spMk id="12" creationId="{12FD3941-1B84-4CCE-BB00-D3665639D4BF}"/>
          </ac:spMkLst>
        </pc:spChg>
        <pc:spChg chg="add mod">
          <ac:chgData name="國峰 黃" userId="07d7d89e1f669cb9" providerId="LiveId" clId="{FAA16AF0-D9ED-4338-A60C-54369BEF91AD}" dt="2018-07-24T07:36:19.550" v="512" actId="1076"/>
          <ac:spMkLst>
            <pc:docMk/>
            <pc:sldMk cId="2030109062" sldId="290"/>
            <ac:spMk id="13" creationId="{B667DC74-6213-4D5A-BA8F-464F5A321699}"/>
          </ac:spMkLst>
        </pc:spChg>
        <pc:spChg chg="del mod">
          <ac:chgData name="國峰 黃" userId="07d7d89e1f669cb9" providerId="LiveId" clId="{FAA16AF0-D9ED-4338-A60C-54369BEF91AD}" dt="2018-07-24T07:35:58.059" v="510" actId="478"/>
          <ac:spMkLst>
            <pc:docMk/>
            <pc:sldMk cId="2030109062" sldId="290"/>
            <ac:spMk id="22" creationId="{CE96E642-5CF4-4C56-B98C-A6A86E770106}"/>
          </ac:spMkLst>
        </pc:spChg>
        <pc:graphicFrameChg chg="modGraphic">
          <ac:chgData name="國峰 黃" userId="07d7d89e1f669cb9" providerId="LiveId" clId="{FAA16AF0-D9ED-4338-A60C-54369BEF91AD}" dt="2018-07-24T07:34:58.095" v="496" actId="20577"/>
          <ac:graphicFrameMkLst>
            <pc:docMk/>
            <pc:sldMk cId="2030109062" sldId="290"/>
            <ac:graphicFrameMk id="4" creationId="{E062B5DB-0437-40D6-9E37-AEAFFCB79907}"/>
          </ac:graphicFrameMkLst>
        </pc:graphicFrameChg>
        <pc:picChg chg="add mod">
          <ac:chgData name="國峰 黃" userId="07d7d89e1f669cb9" providerId="LiveId" clId="{FAA16AF0-D9ED-4338-A60C-54369BEF91AD}" dt="2018-07-24T07:30:03.533" v="428" actId="1076"/>
          <ac:picMkLst>
            <pc:docMk/>
            <pc:sldMk cId="2030109062" sldId="290"/>
            <ac:picMk id="6" creationId="{2D60D45E-242C-4425-9814-977F4D824328}"/>
          </ac:picMkLst>
        </pc:picChg>
      </pc:sldChg>
      <pc:sldChg chg="del">
        <pc:chgData name="國峰 黃" userId="07d7d89e1f669cb9" providerId="LiveId" clId="{FAA16AF0-D9ED-4338-A60C-54369BEF91AD}" dt="2018-07-24T07:11:37.034" v="91" actId="2696"/>
        <pc:sldMkLst>
          <pc:docMk/>
          <pc:sldMk cId="588729940" sldId="291"/>
        </pc:sldMkLst>
      </pc:sldChg>
      <pc:sldChg chg="add del">
        <pc:chgData name="國峰 黃" userId="07d7d89e1f669cb9" providerId="LiveId" clId="{FAA16AF0-D9ED-4338-A60C-54369BEF91AD}" dt="2018-07-24T07:55:23.099" v="583" actId="2696"/>
        <pc:sldMkLst>
          <pc:docMk/>
          <pc:sldMk cId="1767695590" sldId="291"/>
        </pc:sldMkLst>
      </pc:sldChg>
      <pc:sldChg chg="addSp delSp modSp add">
        <pc:chgData name="國峰 黃" userId="07d7d89e1f669cb9" providerId="LiveId" clId="{FAA16AF0-D9ED-4338-A60C-54369BEF91AD}" dt="2018-07-24T07:38:22.054" v="530" actId="1076"/>
        <pc:sldMkLst>
          <pc:docMk/>
          <pc:sldMk cId="414538676" sldId="292"/>
        </pc:sldMkLst>
        <pc:spChg chg="mod">
          <ac:chgData name="國峰 黃" userId="07d7d89e1f669cb9" providerId="LiveId" clId="{FAA16AF0-D9ED-4338-A60C-54369BEF91AD}" dt="2018-07-24T07:37:36.008" v="516" actId="1076"/>
          <ac:spMkLst>
            <pc:docMk/>
            <pc:sldMk cId="414538676" sldId="292"/>
            <ac:spMk id="2" creationId="{FCA3B093-AFA3-48FB-8101-11F8ACA668E7}"/>
          </ac:spMkLst>
        </pc:spChg>
        <pc:spChg chg="add mod">
          <ac:chgData name="國峰 黃" userId="07d7d89e1f669cb9" providerId="LiveId" clId="{FAA16AF0-D9ED-4338-A60C-54369BEF91AD}" dt="2018-07-24T07:37:47.389" v="520" actId="1076"/>
          <ac:spMkLst>
            <pc:docMk/>
            <pc:sldMk cId="414538676" sldId="292"/>
            <ac:spMk id="5" creationId="{5E53D599-6584-4778-B4C7-FD83C1EDC82D}"/>
          </ac:spMkLst>
        </pc:spChg>
        <pc:spChg chg="add del">
          <ac:chgData name="國峰 黃" userId="07d7d89e1f669cb9" providerId="LiveId" clId="{FAA16AF0-D9ED-4338-A60C-54369BEF91AD}" dt="2018-07-24T07:38:11.065" v="526"/>
          <ac:spMkLst>
            <pc:docMk/>
            <pc:sldMk cId="414538676" sldId="292"/>
            <ac:spMk id="7" creationId="{9D50F70A-6F4E-4768-A120-A16AD54CC64C}"/>
          </ac:spMkLst>
        </pc:spChg>
        <pc:spChg chg="add del mod">
          <ac:chgData name="國峰 黃" userId="07d7d89e1f669cb9" providerId="LiveId" clId="{FAA16AF0-D9ED-4338-A60C-54369BEF91AD}" dt="2018-07-24T07:38:10.623" v="525" actId="767"/>
          <ac:spMkLst>
            <pc:docMk/>
            <pc:sldMk cId="414538676" sldId="292"/>
            <ac:spMk id="8" creationId="{DA0EED67-D3DA-4322-B8A9-861D96FC2AB8}"/>
          </ac:spMkLst>
        </pc:spChg>
        <pc:spChg chg="add mod">
          <ac:chgData name="國峰 黃" userId="07d7d89e1f669cb9" providerId="LiveId" clId="{FAA16AF0-D9ED-4338-A60C-54369BEF91AD}" dt="2018-07-24T07:38:22.054" v="530" actId="1076"/>
          <ac:spMkLst>
            <pc:docMk/>
            <pc:sldMk cId="414538676" sldId="292"/>
            <ac:spMk id="9" creationId="{91C62708-E627-4F4C-A2B5-3E3DA07A974C}"/>
          </ac:spMkLst>
        </pc:spChg>
      </pc:sldChg>
      <pc:sldChg chg="del">
        <pc:chgData name="國峰 黃" userId="07d7d89e1f669cb9" providerId="LiveId" clId="{FAA16AF0-D9ED-4338-A60C-54369BEF91AD}" dt="2018-07-24T07:11:37.043" v="92" actId="2696"/>
        <pc:sldMkLst>
          <pc:docMk/>
          <pc:sldMk cId="1247911626" sldId="292"/>
        </pc:sldMkLst>
      </pc:sldChg>
      <pc:sldChg chg="addSp delSp modSp add">
        <pc:chgData name="國峰 黃" userId="07d7d89e1f669cb9" providerId="LiveId" clId="{FAA16AF0-D9ED-4338-A60C-54369BEF91AD}" dt="2018-07-24T08:03:09.806" v="659" actId="207"/>
        <pc:sldMkLst>
          <pc:docMk/>
          <pc:sldMk cId="1812190050" sldId="293"/>
        </pc:sldMkLst>
        <pc:spChg chg="mod">
          <ac:chgData name="國峰 黃" userId="07d7d89e1f669cb9" providerId="LiveId" clId="{FAA16AF0-D9ED-4338-A60C-54369BEF91AD}" dt="2018-07-24T07:52:25.815" v="542" actId="1076"/>
          <ac:spMkLst>
            <pc:docMk/>
            <pc:sldMk cId="1812190050" sldId="293"/>
            <ac:spMk id="5" creationId="{5E53D599-6584-4778-B4C7-FD83C1EDC82D}"/>
          </ac:spMkLst>
        </pc:spChg>
        <pc:spChg chg="add mod">
          <ac:chgData name="國峰 黃" userId="07d7d89e1f669cb9" providerId="LiveId" clId="{FAA16AF0-D9ED-4338-A60C-54369BEF91AD}" dt="2018-07-24T07:53:04.039" v="554" actId="1076"/>
          <ac:spMkLst>
            <pc:docMk/>
            <pc:sldMk cId="1812190050" sldId="293"/>
            <ac:spMk id="7" creationId="{5BF53A1E-2407-4E5A-AAC7-3E3D4A19CB02}"/>
          </ac:spMkLst>
        </pc:spChg>
        <pc:spChg chg="add mod">
          <ac:chgData name="國峰 黃" userId="07d7d89e1f669cb9" providerId="LiveId" clId="{FAA16AF0-D9ED-4338-A60C-54369BEF91AD}" dt="2018-07-24T07:56:51.683" v="584" actId="11529"/>
          <ac:spMkLst>
            <pc:docMk/>
            <pc:sldMk cId="1812190050" sldId="293"/>
            <ac:spMk id="8" creationId="{A37C21A4-5BB1-406E-BB8A-13098F57442F}"/>
          </ac:spMkLst>
        </pc:spChg>
        <pc:spChg chg="del mod">
          <ac:chgData name="國峰 黃" userId="07d7d89e1f669cb9" providerId="LiveId" clId="{FAA16AF0-D9ED-4338-A60C-54369BEF91AD}" dt="2018-07-24T07:52:19.281" v="537" actId="478"/>
          <ac:spMkLst>
            <pc:docMk/>
            <pc:sldMk cId="1812190050" sldId="293"/>
            <ac:spMk id="9" creationId="{91C62708-E627-4F4C-A2B5-3E3DA07A974C}"/>
          </ac:spMkLst>
        </pc:spChg>
        <pc:spChg chg="del">
          <ac:chgData name="國峰 黃" userId="07d7d89e1f669cb9" providerId="LiveId" clId="{FAA16AF0-D9ED-4338-A60C-54369BEF91AD}" dt="2018-07-24T07:52:15.178" v="535" actId="478"/>
          <ac:spMkLst>
            <pc:docMk/>
            <pc:sldMk cId="1812190050" sldId="293"/>
            <ac:spMk id="11" creationId="{CD659CBB-EE61-4994-BD2D-175DF31DFABE}"/>
          </ac:spMkLst>
        </pc:spChg>
        <pc:spChg chg="del">
          <ac:chgData name="國峰 黃" userId="07d7d89e1f669cb9" providerId="LiveId" clId="{FAA16AF0-D9ED-4338-A60C-54369BEF91AD}" dt="2018-07-24T07:52:14.495" v="534" actId="478"/>
          <ac:spMkLst>
            <pc:docMk/>
            <pc:sldMk cId="1812190050" sldId="293"/>
            <ac:spMk id="13" creationId="{B667DC74-6213-4D5A-BA8F-464F5A321699}"/>
          </ac:spMkLst>
        </pc:spChg>
        <pc:spChg chg="add mod">
          <ac:chgData name="國峰 黃" userId="07d7d89e1f669cb9" providerId="LiveId" clId="{FAA16AF0-D9ED-4338-A60C-54369BEF91AD}" dt="2018-07-24T07:52:33.687" v="544" actId="1076"/>
          <ac:spMkLst>
            <pc:docMk/>
            <pc:sldMk cId="1812190050" sldId="293"/>
            <ac:spMk id="15" creationId="{A042D2DF-1519-4DD3-9456-53AD750B5EF8}"/>
          </ac:spMkLst>
        </pc:spChg>
        <pc:spChg chg="add mod">
          <ac:chgData name="國峰 黃" userId="07d7d89e1f669cb9" providerId="LiveId" clId="{FAA16AF0-D9ED-4338-A60C-54369BEF91AD}" dt="2018-07-24T07:53:15.375" v="559" actId="1076"/>
          <ac:spMkLst>
            <pc:docMk/>
            <pc:sldMk cId="1812190050" sldId="293"/>
            <ac:spMk id="18" creationId="{A55C0B25-26D5-4328-9F2A-FC19DE5E2507}"/>
          </ac:spMkLst>
        </pc:spChg>
        <pc:spChg chg="add mod">
          <ac:chgData name="國峰 黃" userId="07d7d89e1f669cb9" providerId="LiveId" clId="{FAA16AF0-D9ED-4338-A60C-54369BEF91AD}" dt="2018-07-24T08:03:09.806" v="659" actId="207"/>
          <ac:spMkLst>
            <pc:docMk/>
            <pc:sldMk cId="1812190050" sldId="293"/>
            <ac:spMk id="19" creationId="{2E16B1B7-F9B4-4B78-96E1-3A8CE3A3EE30}"/>
          </ac:spMkLst>
        </pc:spChg>
        <pc:spChg chg="add mod">
          <ac:chgData name="國峰 黃" userId="07d7d89e1f669cb9" providerId="LiveId" clId="{FAA16AF0-D9ED-4338-A60C-54369BEF91AD}" dt="2018-07-24T08:03:06.126" v="658" actId="207"/>
          <ac:spMkLst>
            <pc:docMk/>
            <pc:sldMk cId="1812190050" sldId="293"/>
            <ac:spMk id="20" creationId="{F465E107-0798-4B15-A0E4-A8342C6DC145}"/>
          </ac:spMkLst>
        </pc:spChg>
        <pc:spChg chg="add mod">
          <ac:chgData name="國峰 黃" userId="07d7d89e1f669cb9" providerId="LiveId" clId="{FAA16AF0-D9ED-4338-A60C-54369BEF91AD}" dt="2018-07-24T07:57:12.031" v="592" actId="1076"/>
          <ac:spMkLst>
            <pc:docMk/>
            <pc:sldMk cId="1812190050" sldId="293"/>
            <ac:spMk id="21" creationId="{CA219253-90EA-437C-B16A-89C11A30471A}"/>
          </ac:spMkLst>
        </pc:spChg>
        <pc:spChg chg="add mod">
          <ac:chgData name="國峰 黃" userId="07d7d89e1f669cb9" providerId="LiveId" clId="{FAA16AF0-D9ED-4338-A60C-54369BEF91AD}" dt="2018-07-24T07:57:15.783" v="594" actId="1076"/>
          <ac:spMkLst>
            <pc:docMk/>
            <pc:sldMk cId="1812190050" sldId="293"/>
            <ac:spMk id="22" creationId="{916F4C84-BFA0-461A-8462-2129FF487261}"/>
          </ac:spMkLst>
        </pc:spChg>
        <pc:spChg chg="add mod">
          <ac:chgData name="國峰 黃" userId="07d7d89e1f669cb9" providerId="LiveId" clId="{FAA16AF0-D9ED-4338-A60C-54369BEF91AD}" dt="2018-07-24T07:57:42.825" v="599" actId="1076"/>
          <ac:spMkLst>
            <pc:docMk/>
            <pc:sldMk cId="1812190050" sldId="293"/>
            <ac:spMk id="23" creationId="{91A2EAF1-A2C2-4067-B262-0067BEB8169C}"/>
          </ac:spMkLst>
        </pc:spChg>
        <pc:spChg chg="add mod">
          <ac:chgData name="國峰 黃" userId="07d7d89e1f669cb9" providerId="LiveId" clId="{FAA16AF0-D9ED-4338-A60C-54369BEF91AD}" dt="2018-07-24T07:57:47.136" v="601" actId="1076"/>
          <ac:spMkLst>
            <pc:docMk/>
            <pc:sldMk cId="1812190050" sldId="293"/>
            <ac:spMk id="24" creationId="{45F3FE00-4245-4078-9410-2372E207CDE3}"/>
          </ac:spMkLst>
        </pc:spChg>
        <pc:graphicFrameChg chg="del">
          <ac:chgData name="國峰 黃" userId="07d7d89e1f669cb9" providerId="LiveId" clId="{FAA16AF0-D9ED-4338-A60C-54369BEF91AD}" dt="2018-07-24T07:52:13.199" v="533" actId="478"/>
          <ac:graphicFrameMkLst>
            <pc:docMk/>
            <pc:sldMk cId="1812190050" sldId="293"/>
            <ac:graphicFrameMk id="4" creationId="{E062B5DB-0437-40D6-9E37-AEAFFCB79907}"/>
          </ac:graphicFrameMkLst>
        </pc:graphicFrameChg>
        <pc:picChg chg="del">
          <ac:chgData name="國峰 黃" userId="07d7d89e1f669cb9" providerId="LiveId" clId="{FAA16AF0-D9ED-4338-A60C-54369BEF91AD}" dt="2018-07-24T07:52:22.887" v="541" actId="478"/>
          <ac:picMkLst>
            <pc:docMk/>
            <pc:sldMk cId="1812190050" sldId="293"/>
            <ac:picMk id="6" creationId="{2D60D45E-242C-4425-9814-977F4D824328}"/>
          </ac:picMkLst>
        </pc:picChg>
        <pc:cxnChg chg="del">
          <ac:chgData name="國峰 黃" userId="07d7d89e1f669cb9" providerId="LiveId" clId="{FAA16AF0-D9ED-4338-A60C-54369BEF91AD}" dt="2018-07-24T07:52:19.853" v="538" actId="478"/>
          <ac:cxnSpMkLst>
            <pc:docMk/>
            <pc:sldMk cId="1812190050" sldId="293"/>
            <ac:cxnSpMk id="14" creationId="{411ECF27-3E86-4762-A548-38344A80E19A}"/>
          </ac:cxnSpMkLst>
        </pc:cxnChg>
        <pc:cxnChg chg="del">
          <ac:chgData name="國峰 黃" userId="07d7d89e1f669cb9" providerId="LiveId" clId="{FAA16AF0-D9ED-4338-A60C-54369BEF91AD}" dt="2018-07-24T07:52:22.162" v="540" actId="478"/>
          <ac:cxnSpMkLst>
            <pc:docMk/>
            <pc:sldMk cId="1812190050" sldId="293"/>
            <ac:cxnSpMk id="16" creationId="{70A4B2D1-F3EA-475F-9EE6-20773E81A902}"/>
          </ac:cxnSpMkLst>
        </pc:cxnChg>
        <pc:cxnChg chg="del">
          <ac:chgData name="國峰 黃" userId="07d7d89e1f669cb9" providerId="LiveId" clId="{FAA16AF0-D9ED-4338-A60C-54369BEF91AD}" dt="2018-07-24T07:52:21.497" v="539" actId="478"/>
          <ac:cxnSpMkLst>
            <pc:docMk/>
            <pc:sldMk cId="1812190050" sldId="293"/>
            <ac:cxnSpMk id="17" creationId="{4077A724-D024-4CF7-B661-1A3AE322CA3E}"/>
          </ac:cxnSpMkLst>
        </pc:cxnChg>
      </pc:sldChg>
      <pc:sldChg chg="del">
        <pc:chgData name="國峰 黃" userId="07d7d89e1f669cb9" providerId="LiveId" clId="{FAA16AF0-D9ED-4338-A60C-54369BEF91AD}" dt="2018-07-24T07:11:37.054" v="93" actId="2696"/>
        <pc:sldMkLst>
          <pc:docMk/>
          <pc:sldMk cId="4148011723" sldId="293"/>
        </pc:sldMkLst>
      </pc:sldChg>
      <pc:sldChg chg="del">
        <pc:chgData name="國峰 黃" userId="07d7d89e1f669cb9" providerId="LiveId" clId="{FAA16AF0-D9ED-4338-A60C-54369BEF91AD}" dt="2018-07-24T07:11:37.067" v="94" actId="2696"/>
        <pc:sldMkLst>
          <pc:docMk/>
          <pc:sldMk cId="1153136299" sldId="294"/>
        </pc:sldMkLst>
      </pc:sldChg>
      <pc:sldChg chg="addSp delSp modSp add">
        <pc:chgData name="國峰 黃" userId="07d7d89e1f669cb9" providerId="LiveId" clId="{FAA16AF0-D9ED-4338-A60C-54369BEF91AD}" dt="2018-07-24T08:54:58.945" v="1099"/>
        <pc:sldMkLst>
          <pc:docMk/>
          <pc:sldMk cId="1792639904" sldId="294"/>
        </pc:sldMkLst>
        <pc:spChg chg="mod">
          <ac:chgData name="國峰 黃" userId="07d7d89e1f669cb9" providerId="LiveId" clId="{FAA16AF0-D9ED-4338-A60C-54369BEF91AD}" dt="2018-07-24T08:02:41.768" v="657" actId="1076"/>
          <ac:spMkLst>
            <pc:docMk/>
            <pc:sldMk cId="1792639904" sldId="294"/>
            <ac:spMk id="8" creationId="{A37C21A4-5BB1-406E-BB8A-13098F57442F}"/>
          </ac:spMkLst>
        </pc:spChg>
        <pc:spChg chg="add mod">
          <ac:chgData name="國峰 黃" userId="07d7d89e1f669cb9" providerId="LiveId" clId="{FAA16AF0-D9ED-4338-A60C-54369BEF91AD}" dt="2018-07-24T08:02:11.151" v="650" actId="14100"/>
          <ac:spMkLst>
            <pc:docMk/>
            <pc:sldMk cId="1792639904" sldId="294"/>
            <ac:spMk id="9" creationId="{EAA866DD-840C-4A5E-B526-F10EB9C92598}"/>
          </ac:spMkLst>
        </pc:spChg>
        <pc:spChg chg="add mod">
          <ac:chgData name="國峰 黃" userId="07d7d89e1f669cb9" providerId="LiveId" clId="{FAA16AF0-D9ED-4338-A60C-54369BEF91AD}" dt="2018-07-24T08:03:56.152" v="664" actId="1076"/>
          <ac:spMkLst>
            <pc:docMk/>
            <pc:sldMk cId="1792639904" sldId="294"/>
            <ac:spMk id="12" creationId="{B91070F8-15E8-4531-9285-AF461AB38A3F}"/>
          </ac:spMkLst>
        </pc:spChg>
        <pc:spChg chg="add mod">
          <ac:chgData name="國峰 黃" userId="07d7d89e1f669cb9" providerId="LiveId" clId="{FAA16AF0-D9ED-4338-A60C-54369BEF91AD}" dt="2018-07-24T08:54:58.945" v="1099"/>
          <ac:spMkLst>
            <pc:docMk/>
            <pc:sldMk cId="1792639904" sldId="294"/>
            <ac:spMk id="13" creationId="{52C85524-A494-456C-80B5-AEE476CF2F93}"/>
          </ac:spMkLst>
        </pc:spChg>
        <pc:spChg chg="add mod">
          <ac:chgData name="國峰 黃" userId="07d7d89e1f669cb9" providerId="LiveId" clId="{FAA16AF0-D9ED-4338-A60C-54369BEF91AD}" dt="2018-07-24T08:05:21.328" v="667" actId="1076"/>
          <ac:spMkLst>
            <pc:docMk/>
            <pc:sldMk cId="1792639904" sldId="294"/>
            <ac:spMk id="16" creationId="{53B2C57A-4BED-409B-807A-1267BA299D83}"/>
          </ac:spMkLst>
        </pc:spChg>
        <pc:spChg chg="add mod">
          <ac:chgData name="國峰 黃" userId="07d7d89e1f669cb9" providerId="LiveId" clId="{FAA16AF0-D9ED-4338-A60C-54369BEF91AD}" dt="2018-07-24T07:58:54.319" v="607" actId="1076"/>
          <ac:spMkLst>
            <pc:docMk/>
            <pc:sldMk cId="1792639904" sldId="294"/>
            <ac:spMk id="17" creationId="{58609F2F-2180-4AF1-94E9-C04079F828C1}"/>
          </ac:spMkLst>
        </pc:spChg>
        <pc:spChg chg="mod">
          <ac:chgData name="國峰 黃" userId="07d7d89e1f669cb9" providerId="LiveId" clId="{FAA16AF0-D9ED-4338-A60C-54369BEF91AD}" dt="2018-07-24T08:00:12.386" v="618" actId="1076"/>
          <ac:spMkLst>
            <pc:docMk/>
            <pc:sldMk cId="1792639904" sldId="294"/>
            <ac:spMk id="19" creationId="{2E16B1B7-F9B4-4B78-96E1-3A8CE3A3EE30}"/>
          </ac:spMkLst>
        </pc:spChg>
        <pc:spChg chg="mod">
          <ac:chgData name="國峰 黃" userId="07d7d89e1f669cb9" providerId="LiveId" clId="{FAA16AF0-D9ED-4338-A60C-54369BEF91AD}" dt="2018-07-24T07:58:23.096" v="603" actId="1076"/>
          <ac:spMkLst>
            <pc:docMk/>
            <pc:sldMk cId="1792639904" sldId="294"/>
            <ac:spMk id="20" creationId="{F465E107-0798-4B15-A0E4-A8342C6DC145}"/>
          </ac:spMkLst>
        </pc:spChg>
        <pc:spChg chg="del">
          <ac:chgData name="國峰 黃" userId="07d7d89e1f669cb9" providerId="LiveId" clId="{FAA16AF0-D9ED-4338-A60C-54369BEF91AD}" dt="2018-07-24T07:58:46.243" v="605" actId="478"/>
          <ac:spMkLst>
            <pc:docMk/>
            <pc:sldMk cId="1792639904" sldId="294"/>
            <ac:spMk id="21" creationId="{CA219253-90EA-437C-B16A-89C11A30471A}"/>
          </ac:spMkLst>
        </pc:spChg>
        <pc:spChg chg="del">
          <ac:chgData name="國峰 黃" userId="07d7d89e1f669cb9" providerId="LiveId" clId="{FAA16AF0-D9ED-4338-A60C-54369BEF91AD}" dt="2018-07-24T07:58:46.243" v="605" actId="478"/>
          <ac:spMkLst>
            <pc:docMk/>
            <pc:sldMk cId="1792639904" sldId="294"/>
            <ac:spMk id="22" creationId="{916F4C84-BFA0-461A-8462-2129FF487261}"/>
          </ac:spMkLst>
        </pc:spChg>
        <pc:spChg chg="del">
          <ac:chgData name="國峰 黃" userId="07d7d89e1f669cb9" providerId="LiveId" clId="{FAA16AF0-D9ED-4338-A60C-54369BEF91AD}" dt="2018-07-24T07:58:46.243" v="605" actId="478"/>
          <ac:spMkLst>
            <pc:docMk/>
            <pc:sldMk cId="1792639904" sldId="294"/>
            <ac:spMk id="23" creationId="{91A2EAF1-A2C2-4067-B262-0067BEB8169C}"/>
          </ac:spMkLst>
        </pc:spChg>
        <pc:spChg chg="del">
          <ac:chgData name="國峰 黃" userId="07d7d89e1f669cb9" providerId="LiveId" clId="{FAA16AF0-D9ED-4338-A60C-54369BEF91AD}" dt="2018-07-24T07:58:46.243" v="605" actId="478"/>
          <ac:spMkLst>
            <pc:docMk/>
            <pc:sldMk cId="1792639904" sldId="294"/>
            <ac:spMk id="24" creationId="{45F3FE00-4245-4078-9410-2372E207CDE3}"/>
          </ac:spMkLst>
        </pc:spChg>
        <pc:spChg chg="add mod">
          <ac:chgData name="國峰 黃" userId="07d7d89e1f669cb9" providerId="LiveId" clId="{FAA16AF0-D9ED-4338-A60C-54369BEF91AD}" dt="2018-07-24T07:58:54.319" v="607" actId="1076"/>
          <ac:spMkLst>
            <pc:docMk/>
            <pc:sldMk cId="1792639904" sldId="294"/>
            <ac:spMk id="25" creationId="{CB06A7B7-28D3-4671-8C94-802A3DAE6D6C}"/>
          </ac:spMkLst>
        </pc:spChg>
        <pc:spChg chg="add mod">
          <ac:chgData name="國峰 黃" userId="07d7d89e1f669cb9" providerId="LiveId" clId="{FAA16AF0-D9ED-4338-A60C-54369BEF91AD}" dt="2018-07-24T07:58:54.319" v="607" actId="1076"/>
          <ac:spMkLst>
            <pc:docMk/>
            <pc:sldMk cId="1792639904" sldId="294"/>
            <ac:spMk id="26" creationId="{B349B521-109B-4E7E-BBD3-92027C7E4BC7}"/>
          </ac:spMkLst>
        </pc:spChg>
        <pc:spChg chg="add mod">
          <ac:chgData name="國峰 黃" userId="07d7d89e1f669cb9" providerId="LiveId" clId="{FAA16AF0-D9ED-4338-A60C-54369BEF91AD}" dt="2018-07-24T08:00:10.423" v="616" actId="1076"/>
          <ac:spMkLst>
            <pc:docMk/>
            <pc:sldMk cId="1792639904" sldId="294"/>
            <ac:spMk id="27" creationId="{60C48D26-C676-4D9E-93B9-0FC1F18EF287}"/>
          </ac:spMkLst>
        </pc:spChg>
        <pc:spChg chg="add mod">
          <ac:chgData name="國峰 黃" userId="07d7d89e1f669cb9" providerId="LiveId" clId="{FAA16AF0-D9ED-4338-A60C-54369BEF91AD}" dt="2018-07-24T07:58:54.319" v="607" actId="1076"/>
          <ac:spMkLst>
            <pc:docMk/>
            <pc:sldMk cId="1792639904" sldId="294"/>
            <ac:spMk id="28" creationId="{2BCACCB9-7C30-4231-B6E2-9BAA30406806}"/>
          </ac:spMkLst>
        </pc:spChg>
        <pc:spChg chg="add mod">
          <ac:chgData name="國峰 黃" userId="07d7d89e1f669cb9" providerId="LiveId" clId="{FAA16AF0-D9ED-4338-A60C-54369BEF91AD}" dt="2018-07-24T08:01:59.848" v="647" actId="1076"/>
          <ac:spMkLst>
            <pc:docMk/>
            <pc:sldMk cId="1792639904" sldId="294"/>
            <ac:spMk id="29" creationId="{0C1EE368-78BF-487F-A915-97E883B93D09}"/>
          </ac:spMkLst>
        </pc:spChg>
        <pc:spChg chg="add mod">
          <ac:chgData name="國峰 黃" userId="07d7d89e1f669cb9" providerId="LiveId" clId="{FAA16AF0-D9ED-4338-A60C-54369BEF91AD}" dt="2018-07-24T08:00:16.735" v="620" actId="1076"/>
          <ac:spMkLst>
            <pc:docMk/>
            <pc:sldMk cId="1792639904" sldId="294"/>
            <ac:spMk id="30" creationId="{4C4F9C42-5453-4569-9399-F37900C2B019}"/>
          </ac:spMkLst>
        </pc:spChg>
        <pc:spChg chg="add mod">
          <ac:chgData name="國峰 黃" userId="07d7d89e1f669cb9" providerId="LiveId" clId="{FAA16AF0-D9ED-4338-A60C-54369BEF91AD}" dt="2018-07-24T08:02:28.687" v="656" actId="1076"/>
          <ac:spMkLst>
            <pc:docMk/>
            <pc:sldMk cId="1792639904" sldId="294"/>
            <ac:spMk id="31" creationId="{5F933688-0034-43C4-9D59-F72A8A99881A}"/>
          </ac:spMkLst>
        </pc:spChg>
        <pc:spChg chg="add mod">
          <ac:chgData name="國峰 黃" userId="07d7d89e1f669cb9" providerId="LiveId" clId="{FAA16AF0-D9ED-4338-A60C-54369BEF91AD}" dt="2018-07-24T08:01:25.387" v="637" actId="571"/>
          <ac:spMkLst>
            <pc:docMk/>
            <pc:sldMk cId="1792639904" sldId="294"/>
            <ac:spMk id="32" creationId="{1CA0A107-23C4-46F4-90E9-7343D727AD1E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3" creationId="{D347DA2B-1F03-43F2-9E84-34DC2689E9E6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4" creationId="{1A10F7BA-A3A1-40D7-8AB7-7E0572E13D93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5" creationId="{8FF05793-B381-4337-8820-A4B89016D2BD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6" creationId="{4810757A-9E8F-4712-A8DA-51700B39155A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7" creationId="{C4C71C57-9C51-4C95-8243-DBD516B313E5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8" creationId="{DCD2E9AB-13F0-4358-9698-B2AF21800BBA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39" creationId="{408A2619-01A2-4F7E-84D5-A2CC08388FEE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40" creationId="{74D92372-292A-4C46-A69E-07C7420120EB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41" creationId="{DD8116D7-196B-4F7D-9F27-2DD19F02CD15}"/>
          </ac:spMkLst>
        </pc:spChg>
        <pc:spChg chg="add del">
          <ac:chgData name="國峰 黃" userId="07d7d89e1f669cb9" providerId="LiveId" clId="{FAA16AF0-D9ED-4338-A60C-54369BEF91AD}" dt="2018-07-24T08:05:22.128" v="668"/>
          <ac:spMkLst>
            <pc:docMk/>
            <pc:sldMk cId="1792639904" sldId="294"/>
            <ac:spMk id="42" creationId="{03BD868F-41FB-4DBE-A4EB-D10EF741C7E9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4" creationId="{BA66911A-A3EB-40DC-8CB6-1061B02E4099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5" creationId="{6737DA16-E18A-4467-9621-7FB1D0C2DE96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6" creationId="{9B193434-6808-4D3B-9F30-3A63E42FE915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7" creationId="{754F3F5A-E7E3-4BCE-BB60-A44B862188CF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8" creationId="{4E404EB9-09B6-43A2-97E3-5060FA1C7286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49" creationId="{2EEF9E9C-6AF7-4879-839E-181054016A6A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50" creationId="{334DF3FB-0D00-41C8-B553-1851241B39E8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51" creationId="{9171C04D-F4D8-4A8E-95B0-741CA1AB4E9B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52" creationId="{612D0F98-86F0-44FB-833C-D97970FB6907}"/>
          </ac:spMkLst>
        </pc:spChg>
        <pc:spChg chg="add del mod">
          <ac:chgData name="國峰 黃" userId="07d7d89e1f669cb9" providerId="LiveId" clId="{FAA16AF0-D9ED-4338-A60C-54369BEF91AD}" dt="2018-07-24T08:05:36.064" v="672"/>
          <ac:spMkLst>
            <pc:docMk/>
            <pc:sldMk cId="1792639904" sldId="294"/>
            <ac:spMk id="53" creationId="{4AE709F7-C9BF-4507-90F4-8A7C90420DDC}"/>
          </ac:spMkLst>
        </pc:spChg>
        <pc:cxnChg chg="add del mod">
          <ac:chgData name="國峰 黃" userId="07d7d89e1f669cb9" providerId="LiveId" clId="{FAA16AF0-D9ED-4338-A60C-54369BEF91AD}" dt="2018-07-24T08:00:32.942" v="622" actId="11529"/>
          <ac:cxnSpMkLst>
            <pc:docMk/>
            <pc:sldMk cId="1792639904" sldId="294"/>
            <ac:cxnSpMk id="6" creationId="{B6FAC89E-8AAC-48DB-ACEB-851DED865846}"/>
          </ac:cxnSpMkLst>
        </pc:cxnChg>
        <pc:cxnChg chg="add mod">
          <ac:chgData name="國峰 黃" userId="07d7d89e1f669cb9" providerId="LiveId" clId="{FAA16AF0-D9ED-4338-A60C-54369BEF91AD}" dt="2018-07-24T08:03:45.767" v="661" actId="1076"/>
          <ac:cxnSpMkLst>
            <pc:docMk/>
            <pc:sldMk cId="1792639904" sldId="294"/>
            <ac:cxnSpMk id="11" creationId="{360BDA80-91A4-4E41-9065-F301F9915053}"/>
          </ac:cxnSpMkLst>
        </pc:cxnChg>
        <pc:cxnChg chg="add del">
          <ac:chgData name="國峰 黃" userId="07d7d89e1f669cb9" providerId="LiveId" clId="{FAA16AF0-D9ED-4338-A60C-54369BEF91AD}" dt="2018-07-24T08:05:22.128" v="668"/>
          <ac:cxnSpMkLst>
            <pc:docMk/>
            <pc:sldMk cId="1792639904" sldId="294"/>
            <ac:cxnSpMk id="43" creationId="{71949903-BA46-4138-A8D5-BC8620A2B90F}"/>
          </ac:cxnSpMkLst>
        </pc:cxnChg>
        <pc:cxnChg chg="add del mod">
          <ac:chgData name="國峰 黃" userId="07d7d89e1f669cb9" providerId="LiveId" clId="{FAA16AF0-D9ED-4338-A60C-54369BEF91AD}" dt="2018-07-24T08:05:36.064" v="672"/>
          <ac:cxnSpMkLst>
            <pc:docMk/>
            <pc:sldMk cId="1792639904" sldId="294"/>
            <ac:cxnSpMk id="54" creationId="{E5FA3DE3-189C-4D93-AAB9-BBE0ADCBB56F}"/>
          </ac:cxnSpMkLst>
        </pc:cxnChg>
      </pc:sldChg>
      <pc:sldChg chg="addSp delSp modSp add">
        <pc:chgData name="國峰 黃" userId="07d7d89e1f669cb9" providerId="LiveId" clId="{FAA16AF0-D9ED-4338-A60C-54369BEF91AD}" dt="2018-07-24T08:14:44.482" v="1011" actId="20577"/>
        <pc:sldMkLst>
          <pc:docMk/>
          <pc:sldMk cId="1948224380" sldId="295"/>
        </pc:sldMkLst>
        <pc:spChg chg="add mod">
          <ac:chgData name="國峰 黃" userId="07d7d89e1f669cb9" providerId="LiveId" clId="{FAA16AF0-D9ED-4338-A60C-54369BEF91AD}" dt="2018-07-24T08:11:34.368" v="967" actId="1076"/>
          <ac:spMkLst>
            <pc:docMk/>
            <pc:sldMk cId="1948224380" sldId="295"/>
            <ac:spMk id="4" creationId="{9E0AA45A-D4BD-43ED-AF1F-25BF426C25C1}"/>
          </ac:spMkLst>
        </pc:spChg>
        <pc:spChg chg="add mod">
          <ac:chgData name="國峰 黃" userId="07d7d89e1f669cb9" providerId="LiveId" clId="{FAA16AF0-D9ED-4338-A60C-54369BEF91AD}" dt="2018-07-24T08:12:29.009" v="977" actId="1076"/>
          <ac:spMkLst>
            <pc:docMk/>
            <pc:sldMk cId="1948224380" sldId="295"/>
            <ac:spMk id="6" creationId="{CCA9BF19-317E-431C-A4CD-95DE6DB7D6D8}"/>
          </ac:spMkLst>
        </pc:spChg>
        <pc:spChg chg="del">
          <ac:chgData name="國峰 黃" userId="07d7d89e1f669cb9" providerId="LiveId" clId="{FAA16AF0-D9ED-4338-A60C-54369BEF91AD}" dt="2018-07-24T08:11:16.607" v="959" actId="478"/>
          <ac:spMkLst>
            <pc:docMk/>
            <pc:sldMk cId="1948224380" sldId="295"/>
            <ac:spMk id="8" creationId="{A37C21A4-5BB1-406E-BB8A-13098F57442F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9" creationId="{EAA866DD-840C-4A5E-B526-F10EB9C92598}"/>
          </ac:spMkLst>
        </pc:spChg>
        <pc:spChg chg="del">
          <ac:chgData name="國峰 黃" userId="07d7d89e1f669cb9" providerId="LiveId" clId="{FAA16AF0-D9ED-4338-A60C-54369BEF91AD}" dt="2018-07-24T08:11:18.743" v="960" actId="478"/>
          <ac:spMkLst>
            <pc:docMk/>
            <pc:sldMk cId="1948224380" sldId="295"/>
            <ac:spMk id="12" creationId="{B91070F8-15E8-4531-9285-AF461AB38A3F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13" creationId="{52C85524-A494-456C-80B5-AEE476CF2F93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16" creationId="{53B2C57A-4BED-409B-807A-1267BA299D83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17" creationId="{58609F2F-2180-4AF1-94E9-C04079F828C1}"/>
          </ac:spMkLst>
        </pc:spChg>
        <pc:spChg chg="del">
          <ac:chgData name="國峰 黃" userId="07d7d89e1f669cb9" providerId="LiveId" clId="{FAA16AF0-D9ED-4338-A60C-54369BEF91AD}" dt="2018-07-24T08:11:21.740" v="963" actId="478"/>
          <ac:spMkLst>
            <pc:docMk/>
            <pc:sldMk cId="1948224380" sldId="295"/>
            <ac:spMk id="19" creationId="{2E16B1B7-F9B4-4B78-96E1-3A8CE3A3EE30}"/>
          </ac:spMkLst>
        </pc:spChg>
        <pc:spChg chg="del">
          <ac:chgData name="國峰 黃" userId="07d7d89e1f669cb9" providerId="LiveId" clId="{FAA16AF0-D9ED-4338-A60C-54369BEF91AD}" dt="2018-07-24T08:11:21.261" v="962" actId="478"/>
          <ac:spMkLst>
            <pc:docMk/>
            <pc:sldMk cId="1948224380" sldId="295"/>
            <ac:spMk id="20" creationId="{F465E107-0798-4B15-A0E4-A8342C6DC145}"/>
          </ac:spMkLst>
        </pc:spChg>
        <pc:spChg chg="del">
          <ac:chgData name="國峰 黃" userId="07d7d89e1f669cb9" providerId="LiveId" clId="{FAA16AF0-D9ED-4338-A60C-54369BEF91AD}" dt="2018-07-24T08:11:19.823" v="961" actId="478"/>
          <ac:spMkLst>
            <pc:docMk/>
            <pc:sldMk cId="1948224380" sldId="295"/>
            <ac:spMk id="25" creationId="{CB06A7B7-28D3-4671-8C94-802A3DAE6D6C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26" creationId="{B349B521-109B-4E7E-BBD3-92027C7E4BC7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27" creationId="{60C48D26-C676-4D9E-93B9-0FC1F18EF287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28" creationId="{2BCACCB9-7C30-4231-B6E2-9BAA30406806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29" creationId="{0C1EE368-78BF-487F-A915-97E883B93D09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30" creationId="{4C4F9C42-5453-4569-9399-F37900C2B019}"/>
          </ac:spMkLst>
        </pc:spChg>
        <pc:spChg chg="del">
          <ac:chgData name="國峰 黃" userId="07d7d89e1f669cb9" providerId="LiveId" clId="{FAA16AF0-D9ED-4338-A60C-54369BEF91AD}" dt="2018-07-24T08:11:15.238" v="958" actId="478"/>
          <ac:spMkLst>
            <pc:docMk/>
            <pc:sldMk cId="1948224380" sldId="295"/>
            <ac:spMk id="31" creationId="{5F933688-0034-43C4-9D59-F72A8A99881A}"/>
          </ac:spMkLst>
        </pc:spChg>
        <pc:spChg chg="add mod">
          <ac:chgData name="國峰 黃" userId="07d7d89e1f669cb9" providerId="LiveId" clId="{FAA16AF0-D9ED-4338-A60C-54369BEF91AD}" dt="2018-07-24T08:12:39.119" v="981" actId="20577"/>
          <ac:spMkLst>
            <pc:docMk/>
            <pc:sldMk cId="1948224380" sldId="295"/>
            <ac:spMk id="32" creationId="{04ED5959-11AB-4029-BC3D-36C08BB687DE}"/>
          </ac:spMkLst>
        </pc:spChg>
        <pc:spChg chg="add mod">
          <ac:chgData name="國峰 黃" userId="07d7d89e1f669cb9" providerId="LiveId" clId="{FAA16AF0-D9ED-4338-A60C-54369BEF91AD}" dt="2018-07-24T08:12:47.063" v="985" actId="20577"/>
          <ac:spMkLst>
            <pc:docMk/>
            <pc:sldMk cId="1948224380" sldId="295"/>
            <ac:spMk id="33" creationId="{F9397A4F-A533-4A08-9DA2-A687CB3D3FA5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4" creationId="{7ACE01E9-7ACA-4CC5-BC7D-14CEDAC84261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5" creationId="{AD154306-DE10-4009-975D-6FD1A53C0857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6" creationId="{83DAD310-FFA6-4653-AA2D-2FBFDDC9FD74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7" creationId="{99469FBF-36AE-4179-9ACE-777D2AD568A0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8" creationId="{F03ECA6C-E75A-47C5-94E7-1A0B76A8EEB3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39" creationId="{A894BA95-D3DF-4B27-AD07-9370B89DC7DC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40" creationId="{70D03D3B-0D17-469A-934C-820AB026FC4B}"/>
          </ac:spMkLst>
        </pc:spChg>
        <pc:spChg chg="add mod">
          <ac:chgData name="國峰 黃" userId="07d7d89e1f669cb9" providerId="LiveId" clId="{FAA16AF0-D9ED-4338-A60C-54369BEF91AD}" dt="2018-07-24T08:13:19.345" v="987" actId="1076"/>
          <ac:spMkLst>
            <pc:docMk/>
            <pc:sldMk cId="1948224380" sldId="295"/>
            <ac:spMk id="41" creationId="{E294ECAA-349A-46DC-A8B1-17849748D9EF}"/>
          </ac:spMkLst>
        </pc:spChg>
        <pc:spChg chg="add mod">
          <ac:chgData name="國峰 黃" userId="07d7d89e1f669cb9" providerId="LiveId" clId="{FAA16AF0-D9ED-4338-A60C-54369BEF91AD}" dt="2018-07-24T08:13:33.544" v="992" actId="1076"/>
          <ac:spMkLst>
            <pc:docMk/>
            <pc:sldMk cId="1948224380" sldId="295"/>
            <ac:spMk id="42" creationId="{017EE4CC-F8CD-4E01-863C-4663556479F9}"/>
          </ac:spMkLst>
        </pc:spChg>
        <pc:spChg chg="add del">
          <ac:chgData name="國峰 黃" userId="07d7d89e1f669cb9" providerId="LiveId" clId="{FAA16AF0-D9ED-4338-A60C-54369BEF91AD}" dt="2018-07-24T08:13:44.093" v="994"/>
          <ac:spMkLst>
            <pc:docMk/>
            <pc:sldMk cId="1948224380" sldId="295"/>
            <ac:spMk id="43" creationId="{4942610B-B0DD-45C2-B20C-2A54C601FD44}"/>
          </ac:spMkLst>
        </pc:spChg>
        <pc:spChg chg="add mod">
          <ac:chgData name="國峰 黃" userId="07d7d89e1f669cb9" providerId="LiveId" clId="{FAA16AF0-D9ED-4338-A60C-54369BEF91AD}" dt="2018-07-24T08:13:55.720" v="999" actId="14100"/>
          <ac:spMkLst>
            <pc:docMk/>
            <pc:sldMk cId="1948224380" sldId="295"/>
            <ac:spMk id="44" creationId="{99ECAE2D-FF7A-49AD-983E-493ACD9017F9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45" creationId="{247EE2FE-A398-415C-B587-A16E25C26AB9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46" creationId="{71B42A78-460A-43C5-B083-9D22B42A1A9B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47" creationId="{808F55D2-EF69-4AC5-AC58-A28CBA9202D8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48" creationId="{E682F9BC-D59D-4111-B5A6-07220A2E0927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49" creationId="{F66D95CA-32B1-47E5-983B-91519172C8C8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50" creationId="{E348586A-0C3F-4EC6-86A5-671A71C65FFC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51" creationId="{DE488965-04B5-4255-ADD3-30E7FE869E98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52" creationId="{3D4D8214-5DFA-4C71-B455-3F13058A99EA}"/>
          </ac:spMkLst>
        </pc:spChg>
        <pc:spChg chg="add mod">
          <ac:chgData name="國峰 黃" userId="07d7d89e1f669cb9" providerId="LiveId" clId="{FAA16AF0-D9ED-4338-A60C-54369BEF91AD}" dt="2018-07-24T08:14:14.110" v="1003" actId="1076"/>
          <ac:spMkLst>
            <pc:docMk/>
            <pc:sldMk cId="1948224380" sldId="295"/>
            <ac:spMk id="53" creationId="{3C67F181-D6FF-425E-9546-CDF0B41BE3F6}"/>
          </ac:spMkLst>
        </pc:spChg>
        <pc:spChg chg="add mod">
          <ac:chgData name="國峰 黃" userId="07d7d89e1f669cb9" providerId="LiveId" clId="{FAA16AF0-D9ED-4338-A60C-54369BEF91AD}" dt="2018-07-24T08:14:19.424" v="1005" actId="14100"/>
          <ac:spMkLst>
            <pc:docMk/>
            <pc:sldMk cId="1948224380" sldId="295"/>
            <ac:spMk id="54" creationId="{2346083B-2801-4257-9A1F-A031D25DD0C0}"/>
          </ac:spMkLst>
        </pc:spChg>
        <pc:spChg chg="add mod">
          <ac:chgData name="國峰 黃" userId="07d7d89e1f669cb9" providerId="LiveId" clId="{FAA16AF0-D9ED-4338-A60C-54369BEF91AD}" dt="2018-07-24T08:14:44.482" v="1011" actId="20577"/>
          <ac:spMkLst>
            <pc:docMk/>
            <pc:sldMk cId="1948224380" sldId="295"/>
            <ac:spMk id="55" creationId="{63D2B563-B04E-4B64-BC96-8C1BED7F9EDB}"/>
          </ac:spMkLst>
        </pc:spChg>
        <pc:cxnChg chg="del">
          <ac:chgData name="國峰 黃" userId="07d7d89e1f669cb9" providerId="LiveId" clId="{FAA16AF0-D9ED-4338-A60C-54369BEF91AD}" dt="2018-07-24T08:11:15.238" v="958" actId="478"/>
          <ac:cxnSpMkLst>
            <pc:docMk/>
            <pc:sldMk cId="1948224380" sldId="295"/>
            <ac:cxnSpMk id="11" creationId="{360BDA80-91A4-4E41-9065-F301F9915053}"/>
          </ac:cxnSpMkLst>
        </pc:cxnChg>
        <pc:cxnChg chg="add mod">
          <ac:chgData name="國峰 黃" userId="07d7d89e1f669cb9" providerId="LiveId" clId="{FAA16AF0-D9ED-4338-A60C-54369BEF91AD}" dt="2018-07-24T08:14:33.736" v="1006" actId="11529"/>
          <ac:cxnSpMkLst>
            <pc:docMk/>
            <pc:sldMk cId="1948224380" sldId="295"/>
            <ac:cxnSpMk id="14" creationId="{7145CA84-2B17-4775-A3EA-F5524B3FF80F}"/>
          </ac:cxnSpMkLst>
        </pc:cxnChg>
      </pc:sldChg>
      <pc:sldChg chg="del">
        <pc:chgData name="國峰 黃" userId="07d7d89e1f669cb9" providerId="LiveId" clId="{FAA16AF0-D9ED-4338-A60C-54369BEF91AD}" dt="2018-07-24T07:11:37.078" v="95" actId="2696"/>
        <pc:sldMkLst>
          <pc:docMk/>
          <pc:sldMk cId="2285021340" sldId="295"/>
        </pc:sldMkLst>
      </pc:sldChg>
      <pc:sldChg chg="add del">
        <pc:chgData name="國峰 黃" userId="07d7d89e1f669cb9" providerId="LiveId" clId="{FAA16AF0-D9ED-4338-A60C-54369BEF91AD}" dt="2018-07-24T08:23:34.538" v="1014" actId="2696"/>
        <pc:sldMkLst>
          <pc:docMk/>
          <pc:sldMk cId="3122929163" sldId="296"/>
        </pc:sldMkLst>
      </pc:sldChg>
      <pc:sldChg chg="del">
        <pc:chgData name="國峰 黃" userId="07d7d89e1f669cb9" providerId="LiveId" clId="{FAA16AF0-D9ED-4338-A60C-54369BEF91AD}" dt="2018-07-24T07:11:37.088" v="96" actId="2696"/>
        <pc:sldMkLst>
          <pc:docMk/>
          <pc:sldMk cId="4210982265" sldId="296"/>
        </pc:sldMkLst>
      </pc:sldChg>
      <pc:sldChg chg="del">
        <pc:chgData name="國峰 黃" userId="07d7d89e1f669cb9" providerId="LiveId" clId="{FAA16AF0-D9ED-4338-A60C-54369BEF91AD}" dt="2018-07-24T07:11:37.102" v="97" actId="2696"/>
        <pc:sldMkLst>
          <pc:docMk/>
          <pc:sldMk cId="3093184386" sldId="297"/>
        </pc:sldMkLst>
      </pc:sldChg>
      <pc:sldChg chg="addSp delSp modSp add ord">
        <pc:chgData name="國峰 黃" userId="07d7d89e1f669cb9" providerId="LiveId" clId="{FAA16AF0-D9ED-4338-A60C-54369BEF91AD}" dt="2018-07-24T08:25:28.872" v="1086" actId="20577"/>
        <pc:sldMkLst>
          <pc:docMk/>
          <pc:sldMk cId="3249664089" sldId="297"/>
        </pc:sldMkLst>
        <pc:spChg chg="mod">
          <ac:chgData name="國峰 黃" userId="07d7d89e1f669cb9" providerId="LiveId" clId="{FAA16AF0-D9ED-4338-A60C-54369BEF91AD}" dt="2018-07-24T08:23:43.911" v="1019" actId="1076"/>
          <ac:spMkLst>
            <pc:docMk/>
            <pc:sldMk cId="3249664089" sldId="297"/>
            <ac:spMk id="3" creationId="{0B662F05-00A5-41B8-92FD-C27A6F471347}"/>
          </ac:spMkLst>
        </pc:spChg>
        <pc:spChg chg="add mod">
          <ac:chgData name="國峰 黃" userId="07d7d89e1f669cb9" providerId="LiveId" clId="{FAA16AF0-D9ED-4338-A60C-54369BEF91AD}" dt="2018-07-24T08:25:28.872" v="1086" actId="20577"/>
          <ac:spMkLst>
            <pc:docMk/>
            <pc:sldMk cId="3249664089" sldId="297"/>
            <ac:spMk id="4" creationId="{4E682A64-317A-4565-92A8-44D8A3365773}"/>
          </ac:spMkLst>
        </pc:spChg>
        <pc:spChg chg="mod">
          <ac:chgData name="國峰 黃" userId="07d7d89e1f669cb9" providerId="LiveId" clId="{FAA16AF0-D9ED-4338-A60C-54369BEF91AD}" dt="2018-07-24T08:23:40.369" v="1017" actId="14100"/>
          <ac:spMkLst>
            <pc:docMk/>
            <pc:sldMk cId="3249664089" sldId="297"/>
            <ac:spMk id="8" creationId="{A37C21A4-5BB1-406E-BB8A-13098F57442F}"/>
          </ac:spMkLst>
        </pc:spChg>
        <pc:spChg chg="add del">
          <ac:chgData name="國峰 黃" userId="07d7d89e1f669cb9" providerId="LiveId" clId="{FAA16AF0-D9ED-4338-A60C-54369BEF91AD}" dt="2018-07-24T08:23:56.102" v="1022"/>
          <ac:spMkLst>
            <pc:docMk/>
            <pc:sldMk cId="3249664089" sldId="297"/>
            <ac:spMk id="16" creationId="{7F8B6181-4E77-42CF-991C-99F13A2D3F03}"/>
          </ac:spMkLst>
        </pc:spChg>
        <pc:spChg chg="add mod">
          <ac:chgData name="國峰 黃" userId="07d7d89e1f669cb9" providerId="LiveId" clId="{FAA16AF0-D9ED-4338-A60C-54369BEF91AD}" dt="2018-07-24T08:23:59.833" v="1024" actId="1076"/>
          <ac:spMkLst>
            <pc:docMk/>
            <pc:sldMk cId="3249664089" sldId="297"/>
            <ac:spMk id="17" creationId="{25AD7561-3ED0-4FA5-B6F5-35B3A68D33FF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19" creationId="{2E16B1B7-F9B4-4B78-96E1-3A8CE3A3EE30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20" creationId="{F465E107-0798-4B15-A0E4-A8342C6DC145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21" creationId="{CA219253-90EA-437C-B16A-89C11A30471A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22" creationId="{916F4C84-BFA0-461A-8462-2129FF487261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23" creationId="{91A2EAF1-A2C2-4067-B262-0067BEB8169C}"/>
          </ac:spMkLst>
        </pc:spChg>
        <pc:spChg chg="mod">
          <ac:chgData name="國峰 黃" userId="07d7d89e1f669cb9" providerId="LiveId" clId="{FAA16AF0-D9ED-4338-A60C-54369BEF91AD}" dt="2018-07-24T08:23:47.890" v="1020" actId="1076"/>
          <ac:spMkLst>
            <pc:docMk/>
            <pc:sldMk cId="3249664089" sldId="297"/>
            <ac:spMk id="24" creationId="{45F3FE00-4245-4078-9410-2372E207CDE3}"/>
          </ac:spMkLst>
        </pc:spChg>
        <pc:spChg chg="add mod">
          <ac:chgData name="國峰 黃" userId="07d7d89e1f669cb9" providerId="LiveId" clId="{FAA16AF0-D9ED-4338-A60C-54369BEF91AD}" dt="2018-07-24T08:24:23.849" v="1028" actId="14100"/>
          <ac:spMkLst>
            <pc:docMk/>
            <pc:sldMk cId="3249664089" sldId="297"/>
            <ac:spMk id="25" creationId="{F86E426B-53AE-46E8-B965-D5BD0F057463}"/>
          </ac:spMkLst>
        </pc:spChg>
        <pc:spChg chg="add mod">
          <ac:chgData name="國峰 黃" userId="07d7d89e1f669cb9" providerId="LiveId" clId="{FAA16AF0-D9ED-4338-A60C-54369BEF91AD}" dt="2018-07-24T08:24:21.865" v="1027" actId="14100"/>
          <ac:spMkLst>
            <pc:docMk/>
            <pc:sldMk cId="3249664089" sldId="297"/>
            <ac:spMk id="26" creationId="{0BB4C1C3-504B-49CC-B6E6-80C2CA39F23E}"/>
          </ac:spMkLst>
        </pc:spChg>
        <pc:spChg chg="add mod">
          <ac:chgData name="國峰 黃" userId="07d7d89e1f669cb9" providerId="LiveId" clId="{FAA16AF0-D9ED-4338-A60C-54369BEF91AD}" dt="2018-07-24T08:24:36.985" v="1033" actId="14100"/>
          <ac:spMkLst>
            <pc:docMk/>
            <pc:sldMk cId="3249664089" sldId="297"/>
            <ac:spMk id="27" creationId="{33330087-52AB-4F1A-8407-579303228399}"/>
          </ac:spMkLst>
        </pc:spChg>
        <pc:spChg chg="add mod">
          <ac:chgData name="國峰 黃" userId="07d7d89e1f669cb9" providerId="LiveId" clId="{FAA16AF0-D9ED-4338-A60C-54369BEF91AD}" dt="2018-07-24T08:24:39.193" v="1034" actId="14100"/>
          <ac:spMkLst>
            <pc:docMk/>
            <pc:sldMk cId="3249664089" sldId="297"/>
            <ac:spMk id="28" creationId="{BF1BF564-2B5E-4A0B-A8BF-0A48258B5157}"/>
          </ac:spMkLst>
        </pc:spChg>
        <pc:spChg chg="add mod">
          <ac:chgData name="國峰 黃" userId="07d7d89e1f669cb9" providerId="LiveId" clId="{FAA16AF0-D9ED-4338-A60C-54369BEF91AD}" dt="2018-07-24T08:24:11.538" v="1026" actId="1076"/>
          <ac:spMkLst>
            <pc:docMk/>
            <pc:sldMk cId="3249664089" sldId="297"/>
            <ac:spMk id="29" creationId="{F2DA1147-0E08-41BC-B598-A299AE7B9953}"/>
          </ac:spMkLst>
        </pc:spChg>
        <pc:spChg chg="add mod">
          <ac:chgData name="國峰 黃" userId="07d7d89e1f669cb9" providerId="LiveId" clId="{FAA16AF0-D9ED-4338-A60C-54369BEF91AD}" dt="2018-07-24T08:24:11.538" v="1026" actId="1076"/>
          <ac:spMkLst>
            <pc:docMk/>
            <pc:sldMk cId="3249664089" sldId="297"/>
            <ac:spMk id="30" creationId="{BF2C50A6-CEF2-4CCC-A31F-8919FC18E27D}"/>
          </ac:spMkLst>
        </pc:spChg>
        <pc:spChg chg="add mod">
          <ac:chgData name="國峰 黃" userId="07d7d89e1f669cb9" providerId="LiveId" clId="{FAA16AF0-D9ED-4338-A60C-54369BEF91AD}" dt="2018-07-24T08:24:27.689" v="1030" actId="1076"/>
          <ac:spMkLst>
            <pc:docMk/>
            <pc:sldMk cId="3249664089" sldId="297"/>
            <ac:spMk id="31" creationId="{166B13DD-EA0C-4F69-A250-776DC676BFBC}"/>
          </ac:spMkLst>
        </pc:spChg>
        <pc:spChg chg="add mod">
          <ac:chgData name="國峰 黃" userId="07d7d89e1f669cb9" providerId="LiveId" clId="{FAA16AF0-D9ED-4338-A60C-54369BEF91AD}" dt="2018-07-24T08:24:30.129" v="1032" actId="1076"/>
          <ac:spMkLst>
            <pc:docMk/>
            <pc:sldMk cId="3249664089" sldId="297"/>
            <ac:spMk id="32" creationId="{9D57FDB8-05A4-4FF8-A800-65E0DF4C2D9B}"/>
          </ac:spMkLst>
        </pc:spChg>
        <pc:spChg chg="add del">
          <ac:chgData name="國峰 黃" userId="07d7d89e1f669cb9" providerId="LiveId" clId="{FAA16AF0-D9ED-4338-A60C-54369BEF91AD}" dt="2018-07-24T08:24:40.439" v="1036"/>
          <ac:spMkLst>
            <pc:docMk/>
            <pc:sldMk cId="3249664089" sldId="297"/>
            <ac:spMk id="33" creationId="{9FBEABA0-419B-4EA4-A91D-2630D05FACE2}"/>
          </ac:spMkLst>
        </pc:spChg>
        <pc:spChg chg="add mod">
          <ac:chgData name="國峰 黃" userId="07d7d89e1f669cb9" providerId="LiveId" clId="{FAA16AF0-D9ED-4338-A60C-54369BEF91AD}" dt="2018-07-24T08:24:44.176" v="1038" actId="1076"/>
          <ac:spMkLst>
            <pc:docMk/>
            <pc:sldMk cId="3249664089" sldId="297"/>
            <ac:spMk id="34" creationId="{41D122FC-B57E-4C07-B6AB-C5B0AD56667E}"/>
          </ac:spMkLst>
        </pc:spChg>
        <pc:spChg chg="add mod">
          <ac:chgData name="國峰 黃" userId="07d7d89e1f669cb9" providerId="LiveId" clId="{FAA16AF0-D9ED-4338-A60C-54369BEF91AD}" dt="2018-07-24T08:24:47.656" v="1040" actId="1076"/>
          <ac:spMkLst>
            <pc:docMk/>
            <pc:sldMk cId="3249664089" sldId="297"/>
            <ac:spMk id="35" creationId="{B2E23EEE-0E43-4E29-8B6D-2C9E588CEB3B}"/>
          </ac:spMkLst>
        </pc:spChg>
        <pc:spChg chg="add mod">
          <ac:chgData name="國峰 黃" userId="07d7d89e1f669cb9" providerId="LiveId" clId="{FAA16AF0-D9ED-4338-A60C-54369BEF91AD}" dt="2018-07-24T08:24:51.825" v="1042" actId="1076"/>
          <ac:spMkLst>
            <pc:docMk/>
            <pc:sldMk cId="3249664089" sldId="297"/>
            <ac:spMk id="36" creationId="{0AA4D485-FEE8-4160-A529-2CA8CFC6A63B}"/>
          </ac:spMkLst>
        </pc:spChg>
      </pc:sldChg>
      <pc:sldChg chg="addSp delSp modSp add">
        <pc:chgData name="國峰 黃" userId="07d7d89e1f669cb9" providerId="LiveId" clId="{FAA16AF0-D9ED-4338-A60C-54369BEF91AD}" dt="2018-07-24T09:18:44.934" v="1120" actId="1076"/>
        <pc:sldMkLst>
          <pc:docMk/>
          <pc:sldMk cId="978458813" sldId="298"/>
        </pc:sldMkLst>
        <pc:spChg chg="del">
          <ac:chgData name="國峰 黃" userId="07d7d89e1f669cb9" providerId="LiveId" clId="{FAA16AF0-D9ED-4338-A60C-54369BEF91AD}" dt="2018-07-24T09:15:38.159" v="1102" actId="478"/>
          <ac:spMkLst>
            <pc:docMk/>
            <pc:sldMk cId="978458813" sldId="298"/>
            <ac:spMk id="4" creationId="{4E682A64-317A-4565-92A8-44D8A3365773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5" creationId="{5E53D599-6584-4778-B4C7-FD83C1EDC82D}"/>
          </ac:spMkLst>
        </pc:spChg>
        <pc:spChg chg="del">
          <ac:chgData name="國峰 黃" userId="07d7d89e1f669cb9" providerId="LiveId" clId="{FAA16AF0-D9ED-4338-A60C-54369BEF91AD}" dt="2018-07-24T09:17:01.319" v="1103" actId="478"/>
          <ac:spMkLst>
            <pc:docMk/>
            <pc:sldMk cId="978458813" sldId="298"/>
            <ac:spMk id="7" creationId="{5BF53A1E-2407-4E5A-AAC7-3E3D4A19CB02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8" creationId="{A37C21A4-5BB1-406E-BB8A-13098F57442F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15" creationId="{A042D2DF-1519-4DD3-9456-53AD750B5EF8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17" creationId="{25AD7561-3ED0-4FA5-B6F5-35B3A68D33FF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18" creationId="{A55C0B25-26D5-4328-9F2A-FC19DE5E2507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19" creationId="{2E16B1B7-F9B4-4B78-96E1-3A8CE3A3EE30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0" creationId="{F465E107-0798-4B15-A0E4-A8342C6DC145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1" creationId="{CA219253-90EA-437C-B16A-89C11A30471A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2" creationId="{916F4C84-BFA0-461A-8462-2129FF487261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3" creationId="{91A2EAF1-A2C2-4067-B262-0067BEB8169C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4" creationId="{45F3FE00-4245-4078-9410-2372E207CDE3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5" creationId="{F86E426B-53AE-46E8-B965-D5BD0F057463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6" creationId="{0BB4C1C3-504B-49CC-B6E6-80C2CA39F23E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7" creationId="{33330087-52AB-4F1A-8407-579303228399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8" creationId="{BF1BF564-2B5E-4A0B-A8BF-0A48258B5157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29" creationId="{F2DA1147-0E08-41BC-B598-A299AE7B9953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0" creationId="{BF2C50A6-CEF2-4CCC-A31F-8919FC18E27D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1" creationId="{166B13DD-EA0C-4F69-A250-776DC676BFBC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2" creationId="{9D57FDB8-05A4-4FF8-A800-65E0DF4C2D9B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4" creationId="{41D122FC-B57E-4C07-B6AB-C5B0AD56667E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5" creationId="{B2E23EEE-0E43-4E29-8B6D-2C9E588CEB3B}"/>
          </ac:spMkLst>
        </pc:spChg>
        <pc:spChg chg="del">
          <ac:chgData name="國峰 黃" userId="07d7d89e1f669cb9" providerId="LiveId" clId="{FAA16AF0-D9ED-4338-A60C-54369BEF91AD}" dt="2018-07-24T09:15:36.401" v="1101" actId="478"/>
          <ac:spMkLst>
            <pc:docMk/>
            <pc:sldMk cId="978458813" sldId="298"/>
            <ac:spMk id="36" creationId="{0AA4D485-FEE8-4160-A529-2CA8CFC6A63B}"/>
          </ac:spMkLst>
        </pc:spChg>
        <pc:picChg chg="add del mod">
          <ac:chgData name="國峰 黃" userId="07d7d89e1f669cb9" providerId="LiveId" clId="{FAA16AF0-D9ED-4338-A60C-54369BEF91AD}" dt="2018-07-24T09:17:38.824" v="1110" actId="478"/>
          <ac:picMkLst>
            <pc:docMk/>
            <pc:sldMk cId="978458813" sldId="298"/>
            <ac:picMk id="9" creationId="{725267AD-9679-4F8C-869A-38FBCF3CFE30}"/>
          </ac:picMkLst>
        </pc:picChg>
        <pc:picChg chg="add del mod">
          <ac:chgData name="國峰 黃" userId="07d7d89e1f669cb9" providerId="LiveId" clId="{FAA16AF0-D9ED-4338-A60C-54369BEF91AD}" dt="2018-07-24T09:17:52.198" v="1112" actId="478"/>
          <ac:picMkLst>
            <pc:docMk/>
            <pc:sldMk cId="978458813" sldId="298"/>
            <ac:picMk id="11" creationId="{A068A043-9423-4E6B-9284-B6EF7032F401}"/>
          </ac:picMkLst>
        </pc:picChg>
        <pc:picChg chg="add del mod">
          <ac:chgData name="國峰 黃" userId="07d7d89e1f669cb9" providerId="LiveId" clId="{FAA16AF0-D9ED-4338-A60C-54369BEF91AD}" dt="2018-07-24T09:18:10.888" v="1117" actId="478"/>
          <ac:picMkLst>
            <pc:docMk/>
            <pc:sldMk cId="978458813" sldId="298"/>
            <ac:picMk id="13" creationId="{FF389013-4B85-49A7-A21D-FD5D99CDB33C}"/>
          </ac:picMkLst>
        </pc:picChg>
        <pc:picChg chg="add mod">
          <ac:chgData name="國峰 黃" userId="07d7d89e1f669cb9" providerId="LiveId" clId="{FAA16AF0-D9ED-4338-A60C-54369BEF91AD}" dt="2018-07-24T09:18:44.934" v="1120" actId="1076"/>
          <ac:picMkLst>
            <pc:docMk/>
            <pc:sldMk cId="978458813" sldId="298"/>
            <ac:picMk id="16" creationId="{5E50B4F4-36BC-4EF1-9730-6CEA44087EDD}"/>
          </ac:picMkLst>
        </pc:picChg>
      </pc:sldChg>
      <pc:sldChg chg="del">
        <pc:chgData name="國峰 黃" userId="07d7d89e1f669cb9" providerId="LiveId" clId="{FAA16AF0-D9ED-4338-A60C-54369BEF91AD}" dt="2018-07-24T07:11:37.112" v="98" actId="2696"/>
        <pc:sldMkLst>
          <pc:docMk/>
          <pc:sldMk cId="3465421438" sldId="298"/>
        </pc:sldMkLst>
      </pc:sldChg>
      <pc:sldChg chg="addSp delSp modSp add">
        <pc:chgData name="國峰 黃" userId="07d7d89e1f669cb9" providerId="LiveId" clId="{FAA16AF0-D9ED-4338-A60C-54369BEF91AD}" dt="2018-07-24T09:20:30.463" v="1123" actId="931"/>
        <pc:sldMkLst>
          <pc:docMk/>
          <pc:sldMk cId="939004703" sldId="299"/>
        </pc:sldMkLst>
        <pc:picChg chg="add mod">
          <ac:chgData name="國峰 黃" userId="07d7d89e1f669cb9" providerId="LiveId" clId="{FAA16AF0-D9ED-4338-A60C-54369BEF91AD}" dt="2018-07-24T09:20:30.463" v="1123" actId="931"/>
          <ac:picMkLst>
            <pc:docMk/>
            <pc:sldMk cId="939004703" sldId="299"/>
            <ac:picMk id="5" creationId="{63E812E2-FBC4-4183-B3C6-24921F78C795}"/>
          </ac:picMkLst>
        </pc:picChg>
        <pc:picChg chg="del">
          <ac:chgData name="國峰 黃" userId="07d7d89e1f669cb9" providerId="LiveId" clId="{FAA16AF0-D9ED-4338-A60C-54369BEF91AD}" dt="2018-07-24T09:20:25.735" v="1122" actId="478"/>
          <ac:picMkLst>
            <pc:docMk/>
            <pc:sldMk cId="939004703" sldId="299"/>
            <ac:picMk id="16" creationId="{5E50B4F4-36BC-4EF1-9730-6CEA44087EDD}"/>
          </ac:picMkLst>
        </pc:picChg>
      </pc:sldChg>
      <pc:sldChg chg="del">
        <pc:chgData name="國峰 黃" userId="07d7d89e1f669cb9" providerId="LiveId" clId="{FAA16AF0-D9ED-4338-A60C-54369BEF91AD}" dt="2018-07-24T07:11:37.122" v="99" actId="2696"/>
        <pc:sldMkLst>
          <pc:docMk/>
          <pc:sldMk cId="3142711546" sldId="299"/>
        </pc:sldMkLst>
      </pc:sldChg>
    </pc:docChg>
  </pc:docChgLst>
  <pc:docChgLst>
    <pc:chgData name="國峰 黃" userId="07d7d89e1f669cb9" providerId="LiveId" clId="{96A960E6-A8EF-48CE-8FC1-11B0A90E16DB}"/>
    <pc:docChg chg="custSel addSld delSld modSld sldOrd modSection">
      <pc:chgData name="國峰 黃" userId="07d7d89e1f669cb9" providerId="LiveId" clId="{96A960E6-A8EF-48CE-8FC1-11B0A90E16DB}" dt="2018-05-23T09:28:56.618" v="607"/>
      <pc:docMkLst>
        <pc:docMk/>
      </pc:docMkLst>
      <pc:sldChg chg="modSp">
        <pc:chgData name="國峰 黃" userId="07d7d89e1f669cb9" providerId="LiveId" clId="{96A960E6-A8EF-48CE-8FC1-11B0A90E16DB}" dt="2018-05-23T06:14:45.896" v="581" actId="20577"/>
        <pc:sldMkLst>
          <pc:docMk/>
          <pc:sldMk cId="3676774769" sldId="256"/>
        </pc:sldMkLst>
        <pc:spChg chg="mod">
          <ac:chgData name="國峰 黃" userId="07d7d89e1f669cb9" providerId="LiveId" clId="{96A960E6-A8EF-48CE-8FC1-11B0A90E16DB}" dt="2018-05-23T04:48:34.806" v="1" actId="27636"/>
          <ac:spMkLst>
            <pc:docMk/>
            <pc:sldMk cId="3676774769" sldId="256"/>
            <ac:spMk id="2" creationId="{55822F15-00D1-4FDE-A019-FC933C4E2549}"/>
          </ac:spMkLst>
        </pc:spChg>
        <pc:spChg chg="mod">
          <ac:chgData name="國峰 黃" userId="07d7d89e1f669cb9" providerId="LiveId" clId="{96A960E6-A8EF-48CE-8FC1-11B0A90E16DB}" dt="2018-05-23T06:14:45.896" v="581" actId="20577"/>
          <ac:spMkLst>
            <pc:docMk/>
            <pc:sldMk cId="3676774769" sldId="256"/>
            <ac:spMk id="3" creationId="{7ABD29E4-B887-45D9-9793-DA3B272D07C3}"/>
          </ac:spMkLst>
        </pc:spChg>
        <pc:spChg chg="mod">
          <ac:chgData name="國峰 黃" userId="07d7d89e1f669cb9" providerId="LiveId" clId="{96A960E6-A8EF-48CE-8FC1-11B0A90E16DB}" dt="2018-05-23T04:50:08.848" v="16" actId="20577"/>
          <ac:spMkLst>
            <pc:docMk/>
            <pc:sldMk cId="3676774769" sldId="256"/>
            <ac:spMk id="4" creationId="{DBCD3618-401B-49E4-9C85-373848D9AA50}"/>
          </ac:spMkLst>
        </pc:spChg>
      </pc:sldChg>
      <pc:sldChg chg="modSp">
        <pc:chgData name="國峰 黃" userId="07d7d89e1f669cb9" providerId="LiveId" clId="{96A960E6-A8EF-48CE-8FC1-11B0A90E16DB}" dt="2018-05-23T04:50:29.319" v="29" actId="20577"/>
        <pc:sldMkLst>
          <pc:docMk/>
          <pc:sldMk cId="2726883200" sldId="276"/>
        </pc:sldMkLst>
        <pc:spChg chg="mod">
          <ac:chgData name="國峰 黃" userId="07d7d89e1f669cb9" providerId="LiveId" clId="{96A960E6-A8EF-48CE-8FC1-11B0A90E16DB}" dt="2018-05-23T04:50:29.319" v="29" actId="20577"/>
          <ac:spMkLst>
            <pc:docMk/>
            <pc:sldMk cId="2726883200" sldId="276"/>
            <ac:spMk id="3" creationId="{7DB8E5E2-9D37-4095-8A46-00A68D1D282E}"/>
          </ac:spMkLst>
        </pc:spChg>
      </pc:sldChg>
      <pc:sldChg chg="addSp modSp">
        <pc:chgData name="國峰 黃" userId="07d7d89e1f669cb9" providerId="LiveId" clId="{96A960E6-A8EF-48CE-8FC1-11B0A90E16DB}" dt="2018-05-23T09:27:37.451" v="593" actId="20577"/>
        <pc:sldMkLst>
          <pc:docMk/>
          <pc:sldMk cId="333944553" sldId="286"/>
        </pc:sldMkLst>
        <pc:spChg chg="mod">
          <ac:chgData name="國峰 黃" userId="07d7d89e1f669cb9" providerId="LiveId" clId="{96A960E6-A8EF-48CE-8FC1-11B0A90E16DB}" dt="2018-05-23T09:27:37.451" v="593" actId="20577"/>
          <ac:spMkLst>
            <pc:docMk/>
            <pc:sldMk cId="333944553" sldId="286"/>
            <ac:spMk id="2" creationId="{FCA3B093-AFA3-48FB-8101-11F8ACA668E7}"/>
          </ac:spMkLst>
        </pc:spChg>
        <pc:spChg chg="mod">
          <ac:chgData name="國峰 黃" userId="07d7d89e1f669cb9" providerId="LiveId" clId="{96A960E6-A8EF-48CE-8FC1-11B0A90E16DB}" dt="2018-05-23T05:22:03.943" v="259" actId="20577"/>
          <ac:spMkLst>
            <pc:docMk/>
            <pc:sldMk cId="333944553" sldId="286"/>
            <ac:spMk id="3" creationId="{0B662F05-00A5-41B8-92FD-C27A6F471347}"/>
          </ac:spMkLst>
        </pc:spChg>
        <pc:cxnChg chg="add mod">
          <ac:chgData name="國峰 黃" userId="07d7d89e1f669cb9" providerId="LiveId" clId="{96A960E6-A8EF-48CE-8FC1-11B0A90E16DB}" dt="2018-05-23T05:22:17.219" v="260" actId="11529"/>
          <ac:cxnSpMkLst>
            <pc:docMk/>
            <pc:sldMk cId="333944553" sldId="286"/>
            <ac:cxnSpMk id="5" creationId="{6C718B64-D65D-4002-90C0-B1BB05952DA7}"/>
          </ac:cxnSpMkLst>
        </pc:cxnChg>
      </pc:sldChg>
    </pc:docChg>
  </pc:docChgLst>
  <pc:docChgLst>
    <pc:chgData name="黃國峰" userId="07d7d89e1f669cb9" providerId="LiveId" clId="{9BB67EFE-CA73-4D31-92CA-DFD98D1BF03B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5175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1012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6447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076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64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738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612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430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00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781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7516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12AB2-5A3A-4BEC-B8CF-6ED0EDD219CF}" type="datetimeFigureOut">
              <a:rPr lang="zh-TW" altLang="en-US" smtClean="0"/>
              <a:t>2018/7/24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DEFC1-EE0A-4915-8354-4451E678A0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90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822F15-00D1-4FDE-A019-FC933C4E2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A space efficient algorithm for the longest common subsequence in k-length substrings</a:t>
            </a:r>
            <a:endParaRPr lang="zh-TW" altLang="en-US" sz="48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ABD29E4-B887-45D9-9793-DA3B272D07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602038"/>
            <a:ext cx="8001000" cy="1655762"/>
          </a:xfrm>
        </p:spPr>
        <p:txBody>
          <a:bodyPr>
            <a:normAutofit lnSpcReduction="10000"/>
          </a:bodyPr>
          <a:lstStyle/>
          <a:p>
            <a:endParaRPr lang="en-US" altLang="zh-TW" dirty="0"/>
          </a:p>
          <a:p>
            <a:r>
              <a:rPr lang="en-US" altLang="zh-TW" dirty="0" err="1"/>
              <a:t>Daxin</a:t>
            </a:r>
            <a:r>
              <a:rPr lang="en-US" altLang="zh-TW" dirty="0"/>
              <a:t> Zhu, Lei Wang, </a:t>
            </a:r>
            <a:r>
              <a:rPr lang="en-US" altLang="zh-TW" dirty="0" err="1"/>
              <a:t>Tinran</a:t>
            </a:r>
            <a:r>
              <a:rPr lang="en-US" altLang="zh-TW" dirty="0"/>
              <a:t> Wang, </a:t>
            </a:r>
            <a:r>
              <a:rPr lang="en-US" altLang="zh-TW" dirty="0" err="1"/>
              <a:t>Xiaodong</a:t>
            </a:r>
            <a:r>
              <a:rPr lang="en-US" altLang="zh-TW" dirty="0"/>
              <a:t> Wang</a:t>
            </a:r>
          </a:p>
          <a:p>
            <a:r>
              <a:rPr lang="en-US" altLang="zh-TW" dirty="0"/>
              <a:t>Theoretical Computer Science</a:t>
            </a:r>
          </a:p>
          <a:p>
            <a:r>
              <a:rPr lang="en-US" altLang="zh-TW" dirty="0"/>
              <a:t>Volume 687, 29 July 2017, Pages 79-92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BCD3618-401B-49E4-9C85-373848D9AA50}"/>
              </a:ext>
            </a:extLst>
          </p:cNvPr>
          <p:cNvSpPr txBox="1"/>
          <p:nvPr/>
        </p:nvSpPr>
        <p:spPr>
          <a:xfrm>
            <a:off x="6781803" y="5288856"/>
            <a:ext cx="210525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Presenter: Kuo-Feng Huang</a:t>
            </a:r>
          </a:p>
          <a:p>
            <a:r>
              <a:rPr lang="en-US" altLang="zh-TW" sz="1350" dirty="0"/>
              <a:t>Date:</a:t>
            </a:r>
            <a:r>
              <a:rPr lang="zh-TW" altLang="en-US" sz="1350" dirty="0"/>
              <a:t> </a:t>
            </a:r>
            <a:r>
              <a:rPr lang="en-US" altLang="zh-TW" sz="1350" dirty="0"/>
              <a:t>2018/07/24</a:t>
            </a:r>
          </a:p>
          <a:p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67677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1FADCC-098F-42B3-A516-7A8E8C1A4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B8E5E2-9D37-4095-8A46-00A68D1D2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34353"/>
            <a:ext cx="7886700" cy="47426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	Two space efficient algorithms to solve the LC </a:t>
            </a:r>
            <a:r>
              <a:rPr lang="en-US" altLang="zh-TW" dirty="0" err="1"/>
              <a:t>Sk</a:t>
            </a:r>
            <a:r>
              <a:rPr lang="en-US" altLang="zh-TW" dirty="0"/>
              <a:t> problem and </a:t>
            </a:r>
            <a:r>
              <a:rPr lang="en-US" altLang="zh-TW" dirty="0" err="1"/>
              <a:t>LCS≥k</a:t>
            </a:r>
            <a:r>
              <a:rPr lang="en-US" altLang="zh-TW" dirty="0"/>
              <a:t> problem are presented in this paper. The algorithms improve the time and space complexities of the algorithms of Benson et al. [4]. The space cost of the first algorithm to solve the </a:t>
            </a:r>
            <a:r>
              <a:rPr lang="en-US" altLang="zh-TW" dirty="0" err="1"/>
              <a:t>LCSk</a:t>
            </a:r>
            <a:r>
              <a:rPr lang="en-US" altLang="zh-TW" dirty="0"/>
              <a:t> problem is reduced from O(n</a:t>
            </a:r>
            <a:r>
              <a:rPr lang="en-US" altLang="zh-TW" baseline="30000" dirty="0"/>
              <a:t>2</a:t>
            </a:r>
            <a:r>
              <a:rPr lang="en-US" altLang="zh-TW" dirty="0"/>
              <a:t>) to O(</a:t>
            </a:r>
            <a:r>
              <a:rPr lang="en-US" altLang="zh-TW" dirty="0" err="1"/>
              <a:t>kn</a:t>
            </a:r>
            <a:r>
              <a:rPr lang="en-US" altLang="zh-TW" dirty="0"/>
              <a:t>), if the size of the two input sequences are both n. The time and space costs of the second algorithm to solve the </a:t>
            </a:r>
            <a:r>
              <a:rPr lang="en-US" altLang="zh-TW" dirty="0" err="1"/>
              <a:t>LCS≥k</a:t>
            </a:r>
            <a:r>
              <a:rPr lang="en-US" altLang="zh-TW" dirty="0"/>
              <a:t> problem are both improved. The time cost is reduced from O(kn</a:t>
            </a:r>
            <a:r>
              <a:rPr lang="en-US" altLang="zh-TW" baseline="30000" dirty="0"/>
              <a:t>2</a:t>
            </a:r>
            <a:r>
              <a:rPr lang="en-US" altLang="zh-TW" dirty="0"/>
              <a:t>) to O(n2), and the space cost is reduced from O(n</a:t>
            </a:r>
            <a:r>
              <a:rPr lang="en-US" altLang="zh-TW" baseline="30000" dirty="0"/>
              <a:t>2</a:t>
            </a:r>
            <a:r>
              <a:rPr lang="en-US" altLang="zh-TW" dirty="0"/>
              <a:t>) to O(</a:t>
            </a:r>
            <a:r>
              <a:rPr lang="en-US" altLang="zh-TW" dirty="0" err="1"/>
              <a:t>kn</a:t>
            </a:r>
            <a:r>
              <a:rPr lang="en-US" altLang="zh-TW" dirty="0"/>
              <a:t>). In the case of k = O(1), the two algorithms are both linear space algorithms.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6883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X : 3, 5, 6, 1, 2, 7, 5, 7		</a:t>
            </a:r>
          </a:p>
          <a:p>
            <a:pPr marL="0" indent="0">
              <a:buNone/>
            </a:pPr>
            <a:r>
              <a:rPr lang="en-US" altLang="zh-TW" dirty="0"/>
              <a:t>Y : 3, 5, 6, 2, 1, 5, 7, 4		</a:t>
            </a:r>
          </a:p>
          <a:p>
            <a:pPr marL="0" indent="0">
              <a:buNone/>
            </a:pPr>
            <a:r>
              <a:rPr lang="en-US" altLang="zh-TW" dirty="0"/>
              <a:t>LCS: 3, 5, 6, 2, 5, 7 </a:t>
            </a:r>
            <a:r>
              <a:rPr lang="zh-TW" altLang="en-US" dirty="0"/>
              <a:t>或 </a:t>
            </a:r>
            <a:r>
              <a:rPr lang="en-US" altLang="zh-TW" dirty="0"/>
              <a:t>3, 5, 6, 1, 5, 7</a:t>
            </a:r>
            <a:r>
              <a:rPr lang="zh-TW" altLang="en-US" dirty="0"/>
              <a:t> 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944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X : </a:t>
            </a:r>
            <a:r>
              <a:rPr lang="en-US" altLang="zh-TW" dirty="0">
                <a:solidFill>
                  <a:srgbClr val="FF0000"/>
                </a:solidFill>
              </a:rPr>
              <a:t>3, 5</a:t>
            </a:r>
            <a:r>
              <a:rPr lang="en-US" altLang="zh-TW" dirty="0"/>
              <a:t>, 6, 1, 2, 7, </a:t>
            </a:r>
            <a:r>
              <a:rPr lang="en-US" altLang="zh-TW" dirty="0">
                <a:solidFill>
                  <a:schemeClr val="accent6"/>
                </a:solidFill>
              </a:rPr>
              <a:t>5, 7	</a:t>
            </a:r>
            <a:r>
              <a:rPr lang="en-US" altLang="zh-TW" dirty="0"/>
              <a:t>	</a:t>
            </a:r>
          </a:p>
          <a:p>
            <a:pPr marL="0" indent="0">
              <a:buNone/>
            </a:pPr>
            <a:r>
              <a:rPr lang="en-US" altLang="zh-TW" dirty="0"/>
              <a:t>Y : </a:t>
            </a:r>
            <a:r>
              <a:rPr lang="en-US" altLang="zh-TW" dirty="0">
                <a:solidFill>
                  <a:srgbClr val="FF0000"/>
                </a:solidFill>
              </a:rPr>
              <a:t>3, 5</a:t>
            </a:r>
            <a:r>
              <a:rPr lang="en-US" altLang="zh-TW" dirty="0"/>
              <a:t>, 6, 2, 1, </a:t>
            </a:r>
            <a:r>
              <a:rPr lang="en-US" altLang="zh-TW" dirty="0">
                <a:solidFill>
                  <a:schemeClr val="accent6"/>
                </a:solidFill>
              </a:rPr>
              <a:t>5, 7</a:t>
            </a:r>
            <a:r>
              <a:rPr lang="en-US" altLang="zh-TW" dirty="0"/>
              <a:t>, 4		</a:t>
            </a:r>
          </a:p>
          <a:p>
            <a:pPr marL="0" indent="0">
              <a:buNone/>
            </a:pPr>
            <a:r>
              <a:rPr lang="en-US" altLang="zh-TW" dirty="0"/>
              <a:t>LCS2: </a:t>
            </a:r>
            <a:r>
              <a:rPr lang="en-US" altLang="zh-TW" dirty="0">
                <a:solidFill>
                  <a:srgbClr val="FF0000"/>
                </a:solidFill>
              </a:rPr>
              <a:t>3, 5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chemeClr val="accent6"/>
                </a:solidFill>
              </a:rPr>
              <a:t>5, 7 </a:t>
            </a:r>
            <a:r>
              <a:rPr lang="en-US" altLang="zh-TW" dirty="0"/>
              <a:t>(k=2</a:t>
            </a:r>
            <a:r>
              <a:rPr lang="zh-TW" altLang="en-US" dirty="0"/>
              <a:t>，</a:t>
            </a:r>
            <a:r>
              <a:rPr lang="en-US" altLang="zh-TW" dirty="0"/>
              <a:t>{3, 5}</a:t>
            </a:r>
            <a:r>
              <a:rPr lang="zh-TW" altLang="en-US" dirty="0"/>
              <a:t>跟</a:t>
            </a:r>
            <a:r>
              <a:rPr lang="en-US" altLang="zh-TW" dirty="0"/>
              <a:t>{5, 7}</a:t>
            </a:r>
            <a:r>
              <a:rPr lang="zh-TW" altLang="en-US" dirty="0"/>
              <a:t>無</a:t>
            </a:r>
            <a:r>
              <a:rPr lang="en-US" altLang="zh-TW" dirty="0"/>
              <a:t>overlap</a:t>
            </a:r>
            <a:r>
              <a:rPr lang="zh-TW" altLang="en-US" dirty="0"/>
              <a:t>，</a:t>
            </a:r>
            <a:r>
              <a:rPr lang="en-US" altLang="zh-TW" dirty="0"/>
              <a:t> LCS2=2)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5, 6, 5, 7</a:t>
            </a:r>
            <a:r>
              <a:rPr lang="zh-TW" altLang="en-US" dirty="0"/>
              <a:t>也是答案之一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2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LCS</a:t>
            </a:r>
            <a:r>
              <a:rPr lang="en-US" altLang="zh-TW" baseline="-25000" dirty="0" err="1"/>
              <a:t>≥</a:t>
            </a:r>
            <a:r>
              <a:rPr lang="en-US" altLang="zh-TW" dirty="0" err="1"/>
              <a:t>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/>
              <a:t>X : </a:t>
            </a:r>
            <a:r>
              <a:rPr lang="en-US" altLang="zh-TW" dirty="0">
                <a:solidFill>
                  <a:srgbClr val="FF0000"/>
                </a:solidFill>
              </a:rPr>
              <a:t>3, 5, 6</a:t>
            </a:r>
            <a:r>
              <a:rPr lang="en-US" altLang="zh-TW" dirty="0"/>
              <a:t>, 1, 2, 7, </a:t>
            </a:r>
            <a:r>
              <a:rPr lang="en-US" altLang="zh-TW" dirty="0">
                <a:solidFill>
                  <a:schemeClr val="accent6"/>
                </a:solidFill>
              </a:rPr>
              <a:t>5, 7	</a:t>
            </a:r>
            <a:r>
              <a:rPr lang="en-US" altLang="zh-TW" dirty="0"/>
              <a:t>	</a:t>
            </a:r>
          </a:p>
          <a:p>
            <a:pPr marL="0" indent="0">
              <a:buNone/>
            </a:pPr>
            <a:r>
              <a:rPr lang="en-US" altLang="zh-TW" dirty="0"/>
              <a:t>Y : </a:t>
            </a:r>
            <a:r>
              <a:rPr lang="en-US" altLang="zh-TW" dirty="0">
                <a:solidFill>
                  <a:srgbClr val="FF0000"/>
                </a:solidFill>
              </a:rPr>
              <a:t>3, 5, 6</a:t>
            </a:r>
            <a:r>
              <a:rPr lang="en-US" altLang="zh-TW" dirty="0"/>
              <a:t>, 2, 1, </a:t>
            </a:r>
            <a:r>
              <a:rPr lang="en-US" altLang="zh-TW" dirty="0">
                <a:solidFill>
                  <a:schemeClr val="accent6"/>
                </a:solidFill>
              </a:rPr>
              <a:t>5, 7</a:t>
            </a:r>
            <a:r>
              <a:rPr lang="en-US" altLang="zh-TW" dirty="0"/>
              <a:t>, 4		</a:t>
            </a:r>
          </a:p>
          <a:p>
            <a:pPr marL="0" indent="0">
              <a:buNone/>
            </a:pPr>
            <a:r>
              <a:rPr lang="en-US" altLang="zh-TW" dirty="0"/>
              <a:t>LCS</a:t>
            </a:r>
            <a:r>
              <a:rPr lang="en-US" altLang="zh-TW" baseline="-25000" dirty="0"/>
              <a:t> ≥ </a:t>
            </a:r>
            <a:r>
              <a:rPr lang="en-US" altLang="zh-TW" dirty="0"/>
              <a:t>2: </a:t>
            </a:r>
            <a:r>
              <a:rPr lang="en-US" altLang="zh-TW" dirty="0">
                <a:solidFill>
                  <a:srgbClr val="FF0000"/>
                </a:solidFill>
              </a:rPr>
              <a:t>3, 5, 6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chemeClr val="accent6"/>
                </a:solidFill>
              </a:rPr>
              <a:t>5, 7 </a:t>
            </a:r>
            <a:r>
              <a:rPr lang="en-US" altLang="zh-TW" dirty="0"/>
              <a:t>(k=2</a:t>
            </a:r>
            <a:r>
              <a:rPr lang="zh-TW" altLang="en-US" dirty="0"/>
              <a:t>，</a:t>
            </a:r>
            <a:r>
              <a:rPr lang="en-US" altLang="zh-TW" dirty="0"/>
              <a:t>LCS</a:t>
            </a:r>
            <a:r>
              <a:rPr lang="en-US" altLang="zh-TW" baseline="-25000" dirty="0"/>
              <a:t>2</a:t>
            </a:r>
            <a:r>
              <a:rPr lang="en-US" altLang="zh-TW" dirty="0"/>
              <a:t>=5)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724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LCS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62B5DB-0437-40D6-9E37-AEAFFCB79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295074"/>
              </p:ext>
            </p:extLst>
          </p:nvPr>
        </p:nvGraphicFramePr>
        <p:xfrm>
          <a:off x="806823" y="140596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010177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031704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17688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086064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221493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970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3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3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724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2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927663"/>
                  </a:ext>
                </a:extLst>
              </a:tr>
            </a:tbl>
          </a:graphicData>
        </a:graphic>
      </p:graphicFrame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11ECF27-3E86-4762-A548-38344A80E19A}"/>
              </a:ext>
            </a:extLst>
          </p:cNvPr>
          <p:cNvCxnSpPr>
            <a:cxnSpLocks/>
          </p:cNvCxnSpPr>
          <p:nvPr/>
        </p:nvCxnSpPr>
        <p:spPr>
          <a:xfrm flipV="1">
            <a:off x="1972235" y="3931558"/>
            <a:ext cx="3944470" cy="4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0A4B2D1-F3EA-475F-9EE6-20773E81A902}"/>
              </a:ext>
            </a:extLst>
          </p:cNvPr>
          <p:cNvCxnSpPr/>
          <p:nvPr/>
        </p:nvCxnSpPr>
        <p:spPr>
          <a:xfrm flipH="1">
            <a:off x="1972235" y="4048315"/>
            <a:ext cx="3944470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077A724-D024-4CF7-B661-1A3AE322CA3E}"/>
              </a:ext>
            </a:extLst>
          </p:cNvPr>
          <p:cNvCxnSpPr>
            <a:cxnSpLocks/>
          </p:cNvCxnSpPr>
          <p:nvPr/>
        </p:nvCxnSpPr>
        <p:spPr>
          <a:xfrm>
            <a:off x="1954306" y="4616525"/>
            <a:ext cx="3944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箭號: 向右 21">
            <a:extLst>
              <a:ext uri="{FF2B5EF4-FFF2-40B4-BE49-F238E27FC236}">
                <a16:creationId xmlns:a16="http://schemas.microsoft.com/office/drawing/2014/main" id="{CE96E642-5CF4-4C56-B98C-A6A86E770106}"/>
              </a:ext>
            </a:extLst>
          </p:cNvPr>
          <p:cNvSpPr/>
          <p:nvPr/>
        </p:nvSpPr>
        <p:spPr>
          <a:xfrm rot="2059831">
            <a:off x="4671217" y="2740350"/>
            <a:ext cx="321524" cy="2124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0823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62B5DB-0437-40D6-9E37-AEAFFCB79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437567"/>
              </p:ext>
            </p:extLst>
          </p:nvPr>
        </p:nvGraphicFramePr>
        <p:xfrm>
          <a:off x="806823" y="140596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010177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031704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17688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086064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221493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970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3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3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724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2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927663"/>
                  </a:ext>
                </a:extLst>
              </a:tr>
            </a:tbl>
          </a:graphicData>
        </a:graphic>
      </p:graphicFrame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11ECF27-3E86-4762-A548-38344A80E19A}"/>
              </a:ext>
            </a:extLst>
          </p:cNvPr>
          <p:cNvCxnSpPr>
            <a:cxnSpLocks/>
          </p:cNvCxnSpPr>
          <p:nvPr/>
        </p:nvCxnSpPr>
        <p:spPr>
          <a:xfrm flipV="1">
            <a:off x="1972235" y="3931558"/>
            <a:ext cx="3944470" cy="4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0A4B2D1-F3EA-475F-9EE6-20773E81A902}"/>
              </a:ext>
            </a:extLst>
          </p:cNvPr>
          <p:cNvCxnSpPr/>
          <p:nvPr/>
        </p:nvCxnSpPr>
        <p:spPr>
          <a:xfrm flipH="1">
            <a:off x="1972235" y="4048315"/>
            <a:ext cx="3944470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077A724-D024-4CF7-B661-1A3AE322CA3E}"/>
              </a:ext>
            </a:extLst>
          </p:cNvPr>
          <p:cNvCxnSpPr>
            <a:cxnSpLocks/>
          </p:cNvCxnSpPr>
          <p:nvPr/>
        </p:nvCxnSpPr>
        <p:spPr>
          <a:xfrm>
            <a:off x="1954306" y="4616525"/>
            <a:ext cx="3944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2D60D45E-242C-4425-9814-977F4D824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82" y="4816233"/>
            <a:ext cx="6430272" cy="1943371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CD659CBB-EE61-4994-BD2D-175DF31DFABE}"/>
              </a:ext>
            </a:extLst>
          </p:cNvPr>
          <p:cNvSpPr/>
          <p:nvPr/>
        </p:nvSpPr>
        <p:spPr>
          <a:xfrm rot="1483960">
            <a:off x="4386687" y="3022705"/>
            <a:ext cx="1557940" cy="122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667DC74-6213-4D5A-BA8F-464F5A321699}"/>
              </a:ext>
            </a:extLst>
          </p:cNvPr>
          <p:cNvSpPr/>
          <p:nvPr/>
        </p:nvSpPr>
        <p:spPr>
          <a:xfrm rot="1483960">
            <a:off x="1462207" y="2139347"/>
            <a:ext cx="1557940" cy="122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10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062B5DB-0437-40D6-9E37-AEAFFCB79907}"/>
              </a:ext>
            </a:extLst>
          </p:cNvPr>
          <p:cNvGraphicFramePr>
            <a:graphicFrameLocks noGrp="1"/>
          </p:cNvGraphicFramePr>
          <p:nvPr/>
        </p:nvGraphicFramePr>
        <p:xfrm>
          <a:off x="806823" y="1405965"/>
          <a:ext cx="6096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80101777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90317048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6317688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086064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2214934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1797031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224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83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3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724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526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927663"/>
                  </a:ext>
                </a:extLst>
              </a:tr>
            </a:tbl>
          </a:graphicData>
        </a:graphic>
      </p:graphicFrame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411ECF27-3E86-4762-A548-38344A80E19A}"/>
              </a:ext>
            </a:extLst>
          </p:cNvPr>
          <p:cNvCxnSpPr>
            <a:cxnSpLocks/>
          </p:cNvCxnSpPr>
          <p:nvPr/>
        </p:nvCxnSpPr>
        <p:spPr>
          <a:xfrm flipV="1">
            <a:off x="1972235" y="3931558"/>
            <a:ext cx="3944470" cy="48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0A4B2D1-F3EA-475F-9EE6-20773E81A902}"/>
              </a:ext>
            </a:extLst>
          </p:cNvPr>
          <p:cNvCxnSpPr/>
          <p:nvPr/>
        </p:nvCxnSpPr>
        <p:spPr>
          <a:xfrm flipH="1">
            <a:off x="1972235" y="4048315"/>
            <a:ext cx="3944470" cy="493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4077A724-D024-4CF7-B661-1A3AE322CA3E}"/>
              </a:ext>
            </a:extLst>
          </p:cNvPr>
          <p:cNvCxnSpPr>
            <a:cxnSpLocks/>
          </p:cNvCxnSpPr>
          <p:nvPr/>
        </p:nvCxnSpPr>
        <p:spPr>
          <a:xfrm>
            <a:off x="1954306" y="4616525"/>
            <a:ext cx="39444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>
            <a:extLst>
              <a:ext uri="{FF2B5EF4-FFF2-40B4-BE49-F238E27FC236}">
                <a16:creationId xmlns:a16="http://schemas.microsoft.com/office/drawing/2014/main" id="{2D60D45E-242C-4425-9814-977F4D824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382" y="4816233"/>
            <a:ext cx="6430272" cy="1943371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CD659CBB-EE61-4994-BD2D-175DF31DFABE}"/>
              </a:ext>
            </a:extLst>
          </p:cNvPr>
          <p:cNvSpPr/>
          <p:nvPr/>
        </p:nvSpPr>
        <p:spPr>
          <a:xfrm rot="1483960">
            <a:off x="4386687" y="3022705"/>
            <a:ext cx="1557940" cy="122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箭號: 向右 12">
            <a:extLst>
              <a:ext uri="{FF2B5EF4-FFF2-40B4-BE49-F238E27FC236}">
                <a16:creationId xmlns:a16="http://schemas.microsoft.com/office/drawing/2014/main" id="{B667DC74-6213-4D5A-BA8F-464F5A321699}"/>
              </a:ext>
            </a:extLst>
          </p:cNvPr>
          <p:cNvSpPr/>
          <p:nvPr/>
        </p:nvSpPr>
        <p:spPr>
          <a:xfrm rot="1483960">
            <a:off x="1462207" y="2139347"/>
            <a:ext cx="1557940" cy="12239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3D599-6584-4778-B4C7-FD83C1EDC82D}"/>
              </a:ext>
            </a:extLst>
          </p:cNvPr>
          <p:cNvSpPr/>
          <p:nvPr/>
        </p:nvSpPr>
        <p:spPr>
          <a:xfrm>
            <a:off x="748044" y="1386326"/>
            <a:ext cx="6154779" cy="1150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1C62708-E627-4F4C-A2B5-3E3DA07A974C}"/>
              </a:ext>
            </a:extLst>
          </p:cNvPr>
          <p:cNvSpPr txBox="1"/>
          <p:nvPr/>
        </p:nvSpPr>
        <p:spPr>
          <a:xfrm>
            <a:off x="628650" y="3601470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altLang="zh-TW" dirty="0"/>
              <a:t>λ(i) = (i − 1) mod k + 1.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453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3D599-6584-4778-B4C7-FD83C1EDC82D}"/>
              </a:ext>
            </a:extLst>
          </p:cNvPr>
          <p:cNvSpPr/>
          <p:nvPr/>
        </p:nvSpPr>
        <p:spPr>
          <a:xfrm>
            <a:off x="1205244" y="1690689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42D2DF-1519-4DD3-9456-53AD750B5EF8}"/>
              </a:ext>
            </a:extLst>
          </p:cNvPr>
          <p:cNvSpPr/>
          <p:nvPr/>
        </p:nvSpPr>
        <p:spPr>
          <a:xfrm>
            <a:off x="1205243" y="2226470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F53A1E-2407-4E5A-AAC7-3E3D4A19CB02}"/>
              </a:ext>
            </a:extLst>
          </p:cNvPr>
          <p:cNvSpPr txBox="1"/>
          <p:nvPr/>
        </p:nvSpPr>
        <p:spPr>
          <a:xfrm>
            <a:off x="733243" y="169068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55C0B25-26D5-4328-9F2A-FC19DE5E2507}"/>
              </a:ext>
            </a:extLst>
          </p:cNvPr>
          <p:cNvSpPr txBox="1"/>
          <p:nvPr/>
        </p:nvSpPr>
        <p:spPr>
          <a:xfrm>
            <a:off x="745938" y="2161501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A37C21A4-5BB1-406E-BB8A-13098F57442F}"/>
              </a:ext>
            </a:extLst>
          </p:cNvPr>
          <p:cNvSpPr/>
          <p:nvPr/>
        </p:nvSpPr>
        <p:spPr>
          <a:xfrm>
            <a:off x="3980329" y="289560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6B1B7-F9B4-4B78-96E1-3A8CE3A3EE30}"/>
              </a:ext>
            </a:extLst>
          </p:cNvPr>
          <p:cNvSpPr/>
          <p:nvPr/>
        </p:nvSpPr>
        <p:spPr>
          <a:xfrm>
            <a:off x="1205243" y="4900494"/>
            <a:ext cx="2963345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5E107-0798-4B15-A0E4-A8342C6DC145}"/>
              </a:ext>
            </a:extLst>
          </p:cNvPr>
          <p:cNvSpPr/>
          <p:nvPr/>
        </p:nvSpPr>
        <p:spPr>
          <a:xfrm>
            <a:off x="1205243" y="4233033"/>
            <a:ext cx="2963345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219253-90EA-437C-B16A-89C11A30471A}"/>
              </a:ext>
            </a:extLst>
          </p:cNvPr>
          <p:cNvSpPr/>
          <p:nvPr/>
        </p:nvSpPr>
        <p:spPr>
          <a:xfrm>
            <a:off x="4282632" y="4233033"/>
            <a:ext cx="2963345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6F4C84-BFA0-461A-8462-2129FF487261}"/>
              </a:ext>
            </a:extLst>
          </p:cNvPr>
          <p:cNvSpPr/>
          <p:nvPr/>
        </p:nvSpPr>
        <p:spPr>
          <a:xfrm>
            <a:off x="4291596" y="4920995"/>
            <a:ext cx="2963345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1A2EAF1-A2C2-4067-B262-0067BEB8169C}"/>
              </a:ext>
            </a:extLst>
          </p:cNvPr>
          <p:cNvSpPr txBox="1"/>
          <p:nvPr/>
        </p:nvSpPr>
        <p:spPr>
          <a:xfrm>
            <a:off x="837835" y="4200548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5F3FE00-4245-4078-9410-2372E207CDE3}"/>
              </a:ext>
            </a:extLst>
          </p:cNvPr>
          <p:cNvSpPr txBox="1"/>
          <p:nvPr/>
        </p:nvSpPr>
        <p:spPr>
          <a:xfrm>
            <a:off x="834324" y="4840964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2190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3D599-6584-4778-B4C7-FD83C1EDC82D}"/>
              </a:ext>
            </a:extLst>
          </p:cNvPr>
          <p:cNvSpPr/>
          <p:nvPr/>
        </p:nvSpPr>
        <p:spPr>
          <a:xfrm>
            <a:off x="1205244" y="1690689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42D2DF-1519-4DD3-9456-53AD750B5EF8}"/>
              </a:ext>
            </a:extLst>
          </p:cNvPr>
          <p:cNvSpPr/>
          <p:nvPr/>
        </p:nvSpPr>
        <p:spPr>
          <a:xfrm>
            <a:off x="1205243" y="2226470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F53A1E-2407-4E5A-AAC7-3E3D4A19CB02}"/>
              </a:ext>
            </a:extLst>
          </p:cNvPr>
          <p:cNvSpPr txBox="1"/>
          <p:nvPr/>
        </p:nvSpPr>
        <p:spPr>
          <a:xfrm>
            <a:off x="733243" y="169068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55C0B25-26D5-4328-9F2A-FC19DE5E2507}"/>
              </a:ext>
            </a:extLst>
          </p:cNvPr>
          <p:cNvSpPr txBox="1"/>
          <p:nvPr/>
        </p:nvSpPr>
        <p:spPr>
          <a:xfrm>
            <a:off x="745938" y="2161501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A37C21A4-5BB1-406E-BB8A-13098F57442F}"/>
              </a:ext>
            </a:extLst>
          </p:cNvPr>
          <p:cNvSpPr/>
          <p:nvPr/>
        </p:nvSpPr>
        <p:spPr>
          <a:xfrm>
            <a:off x="3953702" y="2708670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6B1B7-F9B4-4B78-96E1-3A8CE3A3EE30}"/>
              </a:ext>
            </a:extLst>
          </p:cNvPr>
          <p:cNvSpPr/>
          <p:nvPr/>
        </p:nvSpPr>
        <p:spPr>
          <a:xfrm>
            <a:off x="1838307" y="2228202"/>
            <a:ext cx="2963345" cy="30436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5E107-0798-4B15-A0E4-A8342C6DC145}"/>
              </a:ext>
            </a:extLst>
          </p:cNvPr>
          <p:cNvSpPr/>
          <p:nvPr/>
        </p:nvSpPr>
        <p:spPr>
          <a:xfrm>
            <a:off x="2498656" y="1704956"/>
            <a:ext cx="2963345" cy="30436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2C57A-4BED-409B-807A-1267BA299D83}"/>
              </a:ext>
            </a:extLst>
          </p:cNvPr>
          <p:cNvSpPr/>
          <p:nvPr/>
        </p:nvSpPr>
        <p:spPr>
          <a:xfrm>
            <a:off x="1303856" y="4213590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609F2F-2180-4AF1-94E9-C04079F828C1}"/>
              </a:ext>
            </a:extLst>
          </p:cNvPr>
          <p:cNvSpPr/>
          <p:nvPr/>
        </p:nvSpPr>
        <p:spPr>
          <a:xfrm>
            <a:off x="1303855" y="4749371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CB06A7B7-28D3-4671-8C94-802A3DAE6D6C}"/>
              </a:ext>
            </a:extLst>
          </p:cNvPr>
          <p:cNvSpPr txBox="1"/>
          <p:nvPr/>
        </p:nvSpPr>
        <p:spPr>
          <a:xfrm>
            <a:off x="831855" y="4213590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349B521-109B-4E7E-BBD3-92027C7E4BC7}"/>
              </a:ext>
            </a:extLst>
          </p:cNvPr>
          <p:cNvSpPr txBox="1"/>
          <p:nvPr/>
        </p:nvSpPr>
        <p:spPr>
          <a:xfrm>
            <a:off x="844550" y="4684402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0C48D26-C676-4D9E-93B9-0FC1F18EF287}"/>
              </a:ext>
            </a:extLst>
          </p:cNvPr>
          <p:cNvSpPr/>
          <p:nvPr/>
        </p:nvSpPr>
        <p:spPr>
          <a:xfrm>
            <a:off x="1303855" y="5053734"/>
            <a:ext cx="6154779" cy="304363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BCACCB9-7C30-4231-B6E2-9BAA30406806}"/>
              </a:ext>
            </a:extLst>
          </p:cNvPr>
          <p:cNvSpPr/>
          <p:nvPr/>
        </p:nvSpPr>
        <p:spPr>
          <a:xfrm>
            <a:off x="2597268" y="4227857"/>
            <a:ext cx="2963345" cy="30436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C1EE368-78BF-487F-A915-97E883B93D09}"/>
              </a:ext>
            </a:extLst>
          </p:cNvPr>
          <p:cNvSpPr/>
          <p:nvPr/>
        </p:nvSpPr>
        <p:spPr>
          <a:xfrm>
            <a:off x="2373150" y="3904229"/>
            <a:ext cx="2963345" cy="304363"/>
          </a:xfrm>
          <a:prstGeom prst="rect">
            <a:avLst/>
          </a:prstGeom>
          <a:solidFill>
            <a:srgbClr val="92D05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4F9C42-5453-4569-9399-F37900C2B019}"/>
              </a:ext>
            </a:extLst>
          </p:cNvPr>
          <p:cNvSpPr/>
          <p:nvPr/>
        </p:nvSpPr>
        <p:spPr>
          <a:xfrm>
            <a:off x="1981742" y="4751540"/>
            <a:ext cx="2963345" cy="30436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A866DD-840C-4A5E-B526-F10EB9C92598}"/>
              </a:ext>
            </a:extLst>
          </p:cNvPr>
          <p:cNvSpPr/>
          <p:nvPr/>
        </p:nvSpPr>
        <p:spPr>
          <a:xfrm rot="8342188">
            <a:off x="1142310" y="4290713"/>
            <a:ext cx="1388109" cy="4571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F933688-0034-43C4-9D59-F72A8A99881A}"/>
              </a:ext>
            </a:extLst>
          </p:cNvPr>
          <p:cNvSpPr/>
          <p:nvPr/>
        </p:nvSpPr>
        <p:spPr>
          <a:xfrm rot="1366501">
            <a:off x="5223429" y="4288004"/>
            <a:ext cx="2398052" cy="51138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60BDA80-91A4-4E41-9065-F301F9915053}"/>
              </a:ext>
            </a:extLst>
          </p:cNvPr>
          <p:cNvCxnSpPr/>
          <p:nvPr/>
        </p:nvCxnSpPr>
        <p:spPr>
          <a:xfrm>
            <a:off x="2402629" y="3796852"/>
            <a:ext cx="293386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91070F8-15E8-4531-9285-AF461AB38A3F}"/>
              </a:ext>
            </a:extLst>
          </p:cNvPr>
          <p:cNvSpPr txBox="1"/>
          <p:nvPr/>
        </p:nvSpPr>
        <p:spPr>
          <a:xfrm>
            <a:off x="3648810" y="343890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K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C85524-A494-456C-80B5-AEE476CF2F93}"/>
              </a:ext>
            </a:extLst>
          </p:cNvPr>
          <p:cNvSpPr txBox="1"/>
          <p:nvPr/>
        </p:nvSpPr>
        <p:spPr>
          <a:xfrm>
            <a:off x="1613647" y="5907741"/>
            <a:ext cx="76922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從</a:t>
            </a:r>
            <a:r>
              <a:rPr lang="en-US" altLang="zh-TW" dirty="0"/>
              <a:t>K*N</a:t>
            </a:r>
            <a:r>
              <a:rPr lang="zh-TW" altLang="en-US" dirty="0"/>
              <a:t>種切線找出切完之後，選左右兩邊</a:t>
            </a:r>
            <a:r>
              <a:rPr lang="en-US" altLang="zh-TW" dirty="0" err="1"/>
              <a:t>LCSk</a:t>
            </a:r>
            <a:r>
              <a:rPr lang="zh-TW" altLang="en-US" dirty="0"/>
              <a:t>和為最大的切線分成左右兩塊</a:t>
            </a:r>
            <a:endParaRPr lang="en-US" altLang="zh-TW" dirty="0"/>
          </a:p>
          <a:p>
            <a:r>
              <a:rPr lang="zh-TW" altLang="en-US" dirty="0"/>
              <a:t>繼續</a:t>
            </a:r>
            <a:r>
              <a:rPr lang="en-US" altLang="zh-TW" dirty="0" err="1"/>
              <a:t>divde</a:t>
            </a:r>
            <a:r>
              <a:rPr lang="zh-TW" altLang="en-US" dirty="0"/>
              <a:t> </a:t>
            </a:r>
            <a:r>
              <a:rPr lang="en-US" altLang="zh-TW" dirty="0"/>
              <a:t>and</a:t>
            </a:r>
            <a:r>
              <a:rPr lang="zh-TW" altLang="en-US" dirty="0"/>
              <a:t> </a:t>
            </a:r>
            <a:r>
              <a:rPr lang="en-US" altLang="zh-TW" dirty="0"/>
              <a:t>conquer</a:t>
            </a:r>
            <a:r>
              <a:rPr lang="zh-TW" altLang="en-US" dirty="0"/>
              <a:t>，直到左右其中一邊長度為</a:t>
            </a:r>
            <a:r>
              <a:rPr lang="en-US" altLang="zh-TW" dirty="0"/>
              <a:t>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2639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3D599-6584-4778-B4C7-FD83C1EDC82D}"/>
              </a:ext>
            </a:extLst>
          </p:cNvPr>
          <p:cNvSpPr/>
          <p:nvPr/>
        </p:nvSpPr>
        <p:spPr>
          <a:xfrm>
            <a:off x="1205244" y="1690689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42D2DF-1519-4DD3-9456-53AD750B5EF8}"/>
              </a:ext>
            </a:extLst>
          </p:cNvPr>
          <p:cNvSpPr/>
          <p:nvPr/>
        </p:nvSpPr>
        <p:spPr>
          <a:xfrm>
            <a:off x="1205243" y="2226470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F53A1E-2407-4E5A-AAC7-3E3D4A19CB02}"/>
              </a:ext>
            </a:extLst>
          </p:cNvPr>
          <p:cNvSpPr txBox="1"/>
          <p:nvPr/>
        </p:nvSpPr>
        <p:spPr>
          <a:xfrm>
            <a:off x="733243" y="169068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55C0B25-26D5-4328-9F2A-FC19DE5E2507}"/>
              </a:ext>
            </a:extLst>
          </p:cNvPr>
          <p:cNvSpPr txBox="1"/>
          <p:nvPr/>
        </p:nvSpPr>
        <p:spPr>
          <a:xfrm>
            <a:off x="745938" y="2161501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4" name="箭號: 向下 3">
            <a:extLst>
              <a:ext uri="{FF2B5EF4-FFF2-40B4-BE49-F238E27FC236}">
                <a16:creationId xmlns:a16="http://schemas.microsoft.com/office/drawing/2014/main" id="{9E0AA45A-D4BD-43ED-AF1F-25BF426C25C1}"/>
              </a:ext>
            </a:extLst>
          </p:cNvPr>
          <p:cNvSpPr/>
          <p:nvPr/>
        </p:nvSpPr>
        <p:spPr>
          <a:xfrm>
            <a:off x="4069977" y="1346214"/>
            <a:ext cx="53788" cy="304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CA9BF19-317E-431C-A4CD-95DE6DB7D6D8}"/>
              </a:ext>
            </a:extLst>
          </p:cNvPr>
          <p:cNvSpPr txBox="1"/>
          <p:nvPr/>
        </p:nvSpPr>
        <p:spPr>
          <a:xfrm>
            <a:off x="4123765" y="134621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=</a:t>
            </a:r>
            <a:r>
              <a:rPr lang="nn-NO" altLang="zh-TW" dirty="0"/>
              <a:t> (i1 − i0 + 1 + k)/2 </a:t>
            </a:r>
            <a:endParaRPr lang="en-US" altLang="zh-TW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4ED5959-11AB-4029-BC3D-36C08BB687DE}"/>
              </a:ext>
            </a:extLst>
          </p:cNvPr>
          <p:cNvSpPr txBox="1"/>
          <p:nvPr/>
        </p:nvSpPr>
        <p:spPr>
          <a:xfrm>
            <a:off x="1168705" y="1321357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i0</a:t>
            </a:r>
            <a:endParaRPr lang="en-US" altLang="zh-TW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F9397A4F-A533-4A08-9DA2-A687CB3D3FA5}"/>
              </a:ext>
            </a:extLst>
          </p:cNvPr>
          <p:cNvSpPr txBox="1"/>
          <p:nvPr/>
        </p:nvSpPr>
        <p:spPr>
          <a:xfrm>
            <a:off x="7182730" y="1361469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i1</a:t>
            </a:r>
            <a:endParaRPr lang="en-US" altLang="zh-TW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ACE01E9-7ACA-4CC5-BC7D-14CEDAC84261}"/>
              </a:ext>
            </a:extLst>
          </p:cNvPr>
          <p:cNvSpPr/>
          <p:nvPr/>
        </p:nvSpPr>
        <p:spPr>
          <a:xfrm>
            <a:off x="1168705" y="3119351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D154306-DE10-4009-975D-6FD1A53C0857}"/>
              </a:ext>
            </a:extLst>
          </p:cNvPr>
          <p:cNvSpPr/>
          <p:nvPr/>
        </p:nvSpPr>
        <p:spPr>
          <a:xfrm>
            <a:off x="1168704" y="3655132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3DAD310-FFA6-4653-AA2D-2FBFDDC9FD74}"/>
              </a:ext>
            </a:extLst>
          </p:cNvPr>
          <p:cNvSpPr txBox="1"/>
          <p:nvPr/>
        </p:nvSpPr>
        <p:spPr>
          <a:xfrm>
            <a:off x="696704" y="311935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99469FBF-36AE-4179-9ACE-777D2AD568A0}"/>
              </a:ext>
            </a:extLst>
          </p:cNvPr>
          <p:cNvSpPr txBox="1"/>
          <p:nvPr/>
        </p:nvSpPr>
        <p:spPr>
          <a:xfrm>
            <a:off x="709399" y="3590163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38" name="箭號: 向下 37">
            <a:extLst>
              <a:ext uri="{FF2B5EF4-FFF2-40B4-BE49-F238E27FC236}">
                <a16:creationId xmlns:a16="http://schemas.microsoft.com/office/drawing/2014/main" id="{F03ECA6C-E75A-47C5-94E7-1A0B76A8EEB3}"/>
              </a:ext>
            </a:extLst>
          </p:cNvPr>
          <p:cNvSpPr/>
          <p:nvPr/>
        </p:nvSpPr>
        <p:spPr>
          <a:xfrm>
            <a:off x="4033438" y="2774876"/>
            <a:ext cx="53788" cy="304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A894BA95-D3DF-4B27-AD07-9370B89DC7DC}"/>
              </a:ext>
            </a:extLst>
          </p:cNvPr>
          <p:cNvSpPr txBox="1"/>
          <p:nvPr/>
        </p:nvSpPr>
        <p:spPr>
          <a:xfrm>
            <a:off x="4087226" y="277487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=</a:t>
            </a:r>
            <a:r>
              <a:rPr lang="nn-NO" altLang="zh-TW" dirty="0"/>
              <a:t> (i1 − i0 + 1 + k)/2 </a:t>
            </a:r>
            <a:endParaRPr lang="en-US" altLang="zh-TW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70D03D3B-0D17-469A-934C-820AB026FC4B}"/>
              </a:ext>
            </a:extLst>
          </p:cNvPr>
          <p:cNvSpPr txBox="1"/>
          <p:nvPr/>
        </p:nvSpPr>
        <p:spPr>
          <a:xfrm>
            <a:off x="1132166" y="2750019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i0</a:t>
            </a:r>
            <a:endParaRPr lang="en-US" altLang="zh-TW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E294ECAA-349A-46DC-A8B1-17849748D9EF}"/>
              </a:ext>
            </a:extLst>
          </p:cNvPr>
          <p:cNvSpPr txBox="1"/>
          <p:nvPr/>
        </p:nvSpPr>
        <p:spPr>
          <a:xfrm>
            <a:off x="7146191" y="2790131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i1</a:t>
            </a:r>
            <a:endParaRPr lang="en-US" altLang="zh-TW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17EE4CC-F8CD-4E01-863C-4663556479F9}"/>
              </a:ext>
            </a:extLst>
          </p:cNvPr>
          <p:cNvSpPr/>
          <p:nvPr/>
        </p:nvSpPr>
        <p:spPr>
          <a:xfrm>
            <a:off x="1168703" y="3655132"/>
            <a:ext cx="6154779" cy="30436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99ECAE2D-FF7A-49AD-983E-493ACD9017F9}"/>
              </a:ext>
            </a:extLst>
          </p:cNvPr>
          <p:cNvSpPr/>
          <p:nvPr/>
        </p:nvSpPr>
        <p:spPr>
          <a:xfrm>
            <a:off x="1168703" y="3112406"/>
            <a:ext cx="2918523" cy="30436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47EE2FE-A398-415C-B587-A16E25C26AB9}"/>
              </a:ext>
            </a:extLst>
          </p:cNvPr>
          <p:cNvSpPr/>
          <p:nvPr/>
        </p:nvSpPr>
        <p:spPr>
          <a:xfrm>
            <a:off x="1151456" y="4607283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B42A78-460A-43C5-B083-9D22B42A1A9B}"/>
              </a:ext>
            </a:extLst>
          </p:cNvPr>
          <p:cNvSpPr/>
          <p:nvPr/>
        </p:nvSpPr>
        <p:spPr>
          <a:xfrm>
            <a:off x="1151455" y="5143064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808F55D2-EF69-4AC5-AC58-A28CBA9202D8}"/>
              </a:ext>
            </a:extLst>
          </p:cNvPr>
          <p:cNvSpPr txBox="1"/>
          <p:nvPr/>
        </p:nvSpPr>
        <p:spPr>
          <a:xfrm>
            <a:off x="679455" y="4607283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E682F9BC-D59D-4111-B5A6-07220A2E0927}"/>
              </a:ext>
            </a:extLst>
          </p:cNvPr>
          <p:cNvSpPr txBox="1"/>
          <p:nvPr/>
        </p:nvSpPr>
        <p:spPr>
          <a:xfrm>
            <a:off x="692150" y="5078095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49" name="箭號: 向下 48">
            <a:extLst>
              <a:ext uri="{FF2B5EF4-FFF2-40B4-BE49-F238E27FC236}">
                <a16:creationId xmlns:a16="http://schemas.microsoft.com/office/drawing/2014/main" id="{F66D95CA-32B1-47E5-983B-91519172C8C8}"/>
              </a:ext>
            </a:extLst>
          </p:cNvPr>
          <p:cNvSpPr/>
          <p:nvPr/>
        </p:nvSpPr>
        <p:spPr>
          <a:xfrm>
            <a:off x="4016189" y="4262808"/>
            <a:ext cx="53788" cy="3043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E348586A-0C3F-4EC6-86A5-671A71C65FFC}"/>
              </a:ext>
            </a:extLst>
          </p:cNvPr>
          <p:cNvSpPr txBox="1"/>
          <p:nvPr/>
        </p:nvSpPr>
        <p:spPr>
          <a:xfrm>
            <a:off x="4069977" y="426280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i</a:t>
            </a:r>
            <a:r>
              <a:rPr lang="en-US" altLang="zh-TW" dirty="0"/>
              <a:t>=</a:t>
            </a:r>
            <a:r>
              <a:rPr lang="nn-NO" altLang="zh-TW" dirty="0"/>
              <a:t> (i1 − i0 + 1 + k)/2 </a:t>
            </a:r>
            <a:endParaRPr lang="en-US" altLang="zh-TW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DE488965-04B5-4255-ADD3-30E7FE869E98}"/>
              </a:ext>
            </a:extLst>
          </p:cNvPr>
          <p:cNvSpPr txBox="1"/>
          <p:nvPr/>
        </p:nvSpPr>
        <p:spPr>
          <a:xfrm>
            <a:off x="1114917" y="4237951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i0</a:t>
            </a:r>
            <a:endParaRPr lang="en-US" altLang="zh-TW" dirty="0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3D4D8214-5DFA-4C71-B455-3F13058A99EA}"/>
              </a:ext>
            </a:extLst>
          </p:cNvPr>
          <p:cNvSpPr txBox="1"/>
          <p:nvPr/>
        </p:nvSpPr>
        <p:spPr>
          <a:xfrm>
            <a:off x="7128942" y="4278063"/>
            <a:ext cx="354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i1</a:t>
            </a:r>
            <a:endParaRPr lang="en-US" altLang="zh-TW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C67F181-D6FF-425E-9546-CDF0B41BE3F6}"/>
              </a:ext>
            </a:extLst>
          </p:cNvPr>
          <p:cNvSpPr/>
          <p:nvPr/>
        </p:nvSpPr>
        <p:spPr>
          <a:xfrm>
            <a:off x="1151454" y="5143064"/>
            <a:ext cx="6154779" cy="304363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346083B-2801-4257-9A1F-A031D25DD0C0}"/>
              </a:ext>
            </a:extLst>
          </p:cNvPr>
          <p:cNvSpPr/>
          <p:nvPr/>
        </p:nvSpPr>
        <p:spPr>
          <a:xfrm>
            <a:off x="3505200" y="4619712"/>
            <a:ext cx="3801033" cy="30436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145CA84-2B17-4775-A3EA-F5524B3FF80F}"/>
              </a:ext>
            </a:extLst>
          </p:cNvPr>
          <p:cNvCxnSpPr/>
          <p:nvPr/>
        </p:nvCxnSpPr>
        <p:spPr>
          <a:xfrm>
            <a:off x="3505200" y="4392706"/>
            <a:ext cx="51098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63D2B563-B04E-4B64-BC96-8C1BED7F9EDB}"/>
              </a:ext>
            </a:extLst>
          </p:cNvPr>
          <p:cNvSpPr txBox="1"/>
          <p:nvPr/>
        </p:nvSpPr>
        <p:spPr>
          <a:xfrm>
            <a:off x="3610297" y="407150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n-NO" altLang="zh-TW" dirty="0"/>
              <a:t>k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8224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53D599-6584-4778-B4C7-FD83C1EDC82D}"/>
              </a:ext>
            </a:extLst>
          </p:cNvPr>
          <p:cNvSpPr/>
          <p:nvPr/>
        </p:nvSpPr>
        <p:spPr>
          <a:xfrm>
            <a:off x="1205244" y="1690689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42D2DF-1519-4DD3-9456-53AD750B5EF8}"/>
              </a:ext>
            </a:extLst>
          </p:cNvPr>
          <p:cNvSpPr/>
          <p:nvPr/>
        </p:nvSpPr>
        <p:spPr>
          <a:xfrm>
            <a:off x="1205243" y="2226470"/>
            <a:ext cx="6154779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F53A1E-2407-4E5A-AAC7-3E3D4A19CB02}"/>
              </a:ext>
            </a:extLst>
          </p:cNvPr>
          <p:cNvSpPr txBox="1"/>
          <p:nvPr/>
        </p:nvSpPr>
        <p:spPr>
          <a:xfrm>
            <a:off x="733243" y="1690689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55C0B25-26D5-4328-9F2A-FC19DE5E2507}"/>
              </a:ext>
            </a:extLst>
          </p:cNvPr>
          <p:cNvSpPr txBox="1"/>
          <p:nvPr/>
        </p:nvSpPr>
        <p:spPr>
          <a:xfrm>
            <a:off x="745938" y="2161501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8" name="箭號: 向下 7">
            <a:extLst>
              <a:ext uri="{FF2B5EF4-FFF2-40B4-BE49-F238E27FC236}">
                <a16:creationId xmlns:a16="http://schemas.microsoft.com/office/drawing/2014/main" id="{A37C21A4-5BB1-406E-BB8A-13098F57442F}"/>
              </a:ext>
            </a:extLst>
          </p:cNvPr>
          <p:cNvSpPr/>
          <p:nvPr/>
        </p:nvSpPr>
        <p:spPr>
          <a:xfrm>
            <a:off x="4040316" y="2624967"/>
            <a:ext cx="484632" cy="3912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6B1B7-F9B4-4B78-96E1-3A8CE3A3EE30}"/>
              </a:ext>
            </a:extLst>
          </p:cNvPr>
          <p:cNvSpPr/>
          <p:nvPr/>
        </p:nvSpPr>
        <p:spPr>
          <a:xfrm>
            <a:off x="1287865" y="3781167"/>
            <a:ext cx="2963345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465E107-0798-4B15-A0E4-A8342C6DC145}"/>
              </a:ext>
            </a:extLst>
          </p:cNvPr>
          <p:cNvSpPr/>
          <p:nvPr/>
        </p:nvSpPr>
        <p:spPr>
          <a:xfrm>
            <a:off x="1287865" y="3113706"/>
            <a:ext cx="2963345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A219253-90EA-437C-B16A-89C11A30471A}"/>
              </a:ext>
            </a:extLst>
          </p:cNvPr>
          <p:cNvSpPr/>
          <p:nvPr/>
        </p:nvSpPr>
        <p:spPr>
          <a:xfrm>
            <a:off x="4365254" y="3113706"/>
            <a:ext cx="2963345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6F4C84-BFA0-461A-8462-2129FF487261}"/>
              </a:ext>
            </a:extLst>
          </p:cNvPr>
          <p:cNvSpPr/>
          <p:nvPr/>
        </p:nvSpPr>
        <p:spPr>
          <a:xfrm>
            <a:off x="4374218" y="3801668"/>
            <a:ext cx="2963345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1A2EAF1-A2C2-4067-B262-0067BEB8169C}"/>
              </a:ext>
            </a:extLst>
          </p:cNvPr>
          <p:cNvSpPr txBox="1"/>
          <p:nvPr/>
        </p:nvSpPr>
        <p:spPr>
          <a:xfrm>
            <a:off x="920457" y="308122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5F3FE00-4245-4078-9410-2372E207CDE3}"/>
              </a:ext>
            </a:extLst>
          </p:cNvPr>
          <p:cNvSpPr txBox="1"/>
          <p:nvPr/>
        </p:nvSpPr>
        <p:spPr>
          <a:xfrm>
            <a:off x="916946" y="3721637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17" name="箭號: 向下 16">
            <a:extLst>
              <a:ext uri="{FF2B5EF4-FFF2-40B4-BE49-F238E27FC236}">
                <a16:creationId xmlns:a16="http://schemas.microsoft.com/office/drawing/2014/main" id="{25AD7561-3ED0-4FA5-B6F5-35B3A68D33FF}"/>
              </a:ext>
            </a:extLst>
          </p:cNvPr>
          <p:cNvSpPr/>
          <p:nvPr/>
        </p:nvSpPr>
        <p:spPr>
          <a:xfrm>
            <a:off x="4040316" y="4293987"/>
            <a:ext cx="484632" cy="3912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86E426B-53AE-46E8-B965-D5BD0F057463}"/>
              </a:ext>
            </a:extLst>
          </p:cNvPr>
          <p:cNvSpPr/>
          <p:nvPr/>
        </p:nvSpPr>
        <p:spPr>
          <a:xfrm>
            <a:off x="1258964" y="5430750"/>
            <a:ext cx="1448378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B4C1C3-504B-49CC-B6E6-80C2CA39F23E}"/>
              </a:ext>
            </a:extLst>
          </p:cNvPr>
          <p:cNvSpPr/>
          <p:nvPr/>
        </p:nvSpPr>
        <p:spPr>
          <a:xfrm>
            <a:off x="1258964" y="4763289"/>
            <a:ext cx="1448378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330087-52AB-4F1A-8407-579303228399}"/>
              </a:ext>
            </a:extLst>
          </p:cNvPr>
          <p:cNvSpPr/>
          <p:nvPr/>
        </p:nvSpPr>
        <p:spPr>
          <a:xfrm>
            <a:off x="5851319" y="4763289"/>
            <a:ext cx="1448378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F1BF564-2B5E-4A0B-A8BF-0A48258B5157}"/>
              </a:ext>
            </a:extLst>
          </p:cNvPr>
          <p:cNvSpPr/>
          <p:nvPr/>
        </p:nvSpPr>
        <p:spPr>
          <a:xfrm>
            <a:off x="5860283" y="5451251"/>
            <a:ext cx="1448378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F2DA1147-0E08-41BC-B598-A299AE7B9953}"/>
              </a:ext>
            </a:extLst>
          </p:cNvPr>
          <p:cNvSpPr txBox="1"/>
          <p:nvPr/>
        </p:nvSpPr>
        <p:spPr>
          <a:xfrm>
            <a:off x="891555" y="473080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X:</a:t>
            </a:r>
            <a:endParaRPr lang="zh-TW" altLang="en-US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F2C50A6-CEF2-4CCC-A31F-8919FC18E27D}"/>
              </a:ext>
            </a:extLst>
          </p:cNvPr>
          <p:cNvSpPr txBox="1"/>
          <p:nvPr/>
        </p:nvSpPr>
        <p:spPr>
          <a:xfrm>
            <a:off x="888044" y="5371220"/>
            <a:ext cx="3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Y:</a:t>
            </a:r>
            <a:endParaRPr lang="zh-TW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66B13DD-EA0C-4F69-A250-776DC676BFBC}"/>
              </a:ext>
            </a:extLst>
          </p:cNvPr>
          <p:cNvSpPr/>
          <p:nvPr/>
        </p:nvSpPr>
        <p:spPr>
          <a:xfrm>
            <a:off x="2769537" y="4750241"/>
            <a:ext cx="1448378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57FDB8-05A4-4FF8-A800-65E0DF4C2D9B}"/>
              </a:ext>
            </a:extLst>
          </p:cNvPr>
          <p:cNvSpPr/>
          <p:nvPr/>
        </p:nvSpPr>
        <p:spPr>
          <a:xfrm>
            <a:off x="2769537" y="5438203"/>
            <a:ext cx="1448378" cy="3043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1D122FC-B57E-4C07-B6AB-C5B0AD56667E}"/>
              </a:ext>
            </a:extLst>
          </p:cNvPr>
          <p:cNvSpPr/>
          <p:nvPr/>
        </p:nvSpPr>
        <p:spPr>
          <a:xfrm>
            <a:off x="4340746" y="4779728"/>
            <a:ext cx="1448378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2E23EEE-0E43-4E29-8B6D-2C9E588CEB3B}"/>
              </a:ext>
            </a:extLst>
          </p:cNvPr>
          <p:cNvSpPr/>
          <p:nvPr/>
        </p:nvSpPr>
        <p:spPr>
          <a:xfrm>
            <a:off x="4374218" y="5438101"/>
            <a:ext cx="1448378" cy="3043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箭號: 向下 35">
            <a:extLst>
              <a:ext uri="{FF2B5EF4-FFF2-40B4-BE49-F238E27FC236}">
                <a16:creationId xmlns:a16="http://schemas.microsoft.com/office/drawing/2014/main" id="{0AA4D485-FEE8-4160-A529-2CA8CFC6A63B}"/>
              </a:ext>
            </a:extLst>
          </p:cNvPr>
          <p:cNvSpPr/>
          <p:nvPr/>
        </p:nvSpPr>
        <p:spPr>
          <a:xfrm>
            <a:off x="1740837" y="5906213"/>
            <a:ext cx="484632" cy="3912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E682A64-317A-4565-92A8-44D8A3365773}"/>
              </a:ext>
            </a:extLst>
          </p:cNvPr>
          <p:cNvSpPr txBox="1"/>
          <p:nvPr/>
        </p:nvSpPr>
        <p:spPr>
          <a:xfrm>
            <a:off x="1370645" y="6442766"/>
            <a:ext cx="2316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長度</a:t>
            </a:r>
            <a:r>
              <a:rPr lang="en-US" altLang="zh-TW" dirty="0"/>
              <a:t>1</a:t>
            </a:r>
            <a:r>
              <a:rPr lang="zh-TW" altLang="en-US" dirty="0"/>
              <a:t>時輸出</a:t>
            </a:r>
            <a:r>
              <a:rPr lang="en-US" altLang="zh-TW" dirty="0"/>
              <a:t>substring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9664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5E50B4F4-36BC-4EF1-9730-6CEA44087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600427"/>
            <a:ext cx="6400800" cy="392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58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A3B093-AFA3-48FB-8101-11F8ACA6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err="1"/>
              <a:t>LCSk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662F05-00A5-41B8-92FD-C27A6F471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70"/>
            <a:ext cx="7886700" cy="3950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3E812E2-FBC4-4183-B3C6-24921F78C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0896"/>
            <a:ext cx="9144000" cy="401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004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1786</TotalTime>
  <Words>347</Words>
  <Application>Microsoft Office PowerPoint</Application>
  <PresentationFormat>如螢幕大小 (4:3)</PresentationFormat>
  <Paragraphs>184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9" baseType="lpstr">
      <vt:lpstr>新細明體</vt:lpstr>
      <vt:lpstr>Arial</vt:lpstr>
      <vt:lpstr>Calibri</vt:lpstr>
      <vt:lpstr>Calibri Light</vt:lpstr>
      <vt:lpstr>Office 佈景主題</vt:lpstr>
      <vt:lpstr>A space efficient algorithm for the longest common subsequence in k-length substrings</vt:lpstr>
      <vt:lpstr>Abstract</vt:lpstr>
      <vt:lpstr>LCS</vt:lpstr>
      <vt:lpstr>LCSk</vt:lpstr>
      <vt:lpstr>LCS≥k</vt:lpstr>
      <vt:lpstr>LCS</vt:lpstr>
      <vt:lpstr>LCSk</vt:lpstr>
      <vt:lpstr>LCSk</vt:lpstr>
      <vt:lpstr>LCSk</vt:lpstr>
      <vt:lpstr>LCSk</vt:lpstr>
      <vt:lpstr>LCSk</vt:lpstr>
      <vt:lpstr>LCSk</vt:lpstr>
      <vt:lpstr>LCSk</vt:lpstr>
      <vt:lpstr>LCSk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linear space algorithm for computing a longest common increasing subsequence</dc:title>
  <dc:creator>黃國峰</dc:creator>
  <cp:lastModifiedBy>K.HUANG</cp:lastModifiedBy>
  <cp:revision>63</cp:revision>
  <dcterms:created xsi:type="dcterms:W3CDTF">2017-10-02T04:56:24Z</dcterms:created>
  <dcterms:modified xsi:type="dcterms:W3CDTF">2018-07-24T09:20:32Z</dcterms:modified>
</cp:coreProperties>
</file>