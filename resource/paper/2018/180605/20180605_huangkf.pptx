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6" r:id="rId3"/>
    <p:sldId id="306" r:id="rId4"/>
    <p:sldId id="307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41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37" r:id="rId28"/>
    <p:sldId id="338" r:id="rId29"/>
    <p:sldId id="339" r:id="rId30"/>
    <p:sldId id="34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EAD7078E-7038-4986-B0ED-CBFCB84320F6}">
          <p14:sldIdLst>
            <p14:sldId id="256"/>
            <p14:sldId id="276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41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381159-AF27-4007-98E4-C86A851EF65F}" v="842" dt="2018-06-05T10:17:40.0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5" d="100"/>
          <a:sy n="75" d="100"/>
        </p:scale>
        <p:origin x="10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黃國峰" userId="07d7d89e1f669cb9" providerId="LiveId" clId="{D7E13699-1C50-409E-984A-872A6EE95369}"/>
  </pc:docChgLst>
  <pc:docChgLst>
    <pc:chgData userId="07d7d89e1f669cb9" providerId="LiveId" clId="{A25C8640-2F66-41E6-A9F0-00AB598344A4}"/>
    <pc:docChg chg="undo custSel addSld delSld modSld sldOrd modSection">
      <pc:chgData name="" userId="07d7d89e1f669cb9" providerId="LiveId" clId="{A25C8640-2F66-41E6-A9F0-00AB598344A4}" dt="2018-04-03T10:26:01.311" v="1208" actId="108"/>
      <pc:docMkLst>
        <pc:docMk/>
      </pc:docMkLst>
      <pc:sldChg chg="modSp">
        <pc:chgData name="" userId="07d7d89e1f669cb9" providerId="LiveId" clId="{A25C8640-2F66-41E6-A9F0-00AB598344A4}" dt="2018-04-03T10:26:01.311" v="1208" actId="108"/>
        <pc:sldMkLst>
          <pc:docMk/>
          <pc:sldMk cId="3676774769" sldId="256"/>
        </pc:sldMkLst>
        <pc:spChg chg="mod">
          <ac:chgData name="" userId="07d7d89e1f669cb9" providerId="LiveId" clId="{A25C8640-2F66-41E6-A9F0-00AB598344A4}" dt="2018-04-03T05:14:08.872" v="1" actId="27636"/>
          <ac:spMkLst>
            <pc:docMk/>
            <pc:sldMk cId="3676774769" sldId="256"/>
            <ac:spMk id="2" creationId="{55822F15-00D1-4FDE-A019-FC933C4E2549}"/>
          </ac:spMkLst>
        </pc:spChg>
        <pc:spChg chg="mod">
          <ac:chgData name="" userId="07d7d89e1f669cb9" providerId="LiveId" clId="{A25C8640-2F66-41E6-A9F0-00AB598344A4}" dt="2018-04-03T10:26:01.311" v="1208" actId="108"/>
          <ac:spMkLst>
            <pc:docMk/>
            <pc:sldMk cId="3676774769" sldId="256"/>
            <ac:spMk id="3" creationId="{7ABD29E4-B887-45D9-9793-DA3B272D07C3}"/>
          </ac:spMkLst>
        </pc:spChg>
        <pc:spChg chg="mod">
          <ac:chgData name="" userId="07d7d89e1f669cb9" providerId="LiveId" clId="{A25C8640-2F66-41E6-A9F0-00AB598344A4}" dt="2018-04-03T05:19:14.861" v="19" actId="20577"/>
          <ac:spMkLst>
            <pc:docMk/>
            <pc:sldMk cId="3676774769" sldId="256"/>
            <ac:spMk id="4" creationId="{DBCD3618-401B-49E4-9C85-373848D9AA50}"/>
          </ac:spMkLst>
        </pc:spChg>
      </pc:sldChg>
      <pc:sldChg chg="modSp">
        <pc:chgData name="" userId="07d7d89e1f669cb9" providerId="LiveId" clId="{A25C8640-2F66-41E6-A9F0-00AB598344A4}" dt="2018-04-03T05:41:25.770" v="400" actId="20577"/>
        <pc:sldMkLst>
          <pc:docMk/>
          <pc:sldMk cId="2726883200" sldId="276"/>
        </pc:sldMkLst>
        <pc:spChg chg="mod">
          <ac:chgData name="" userId="07d7d89e1f669cb9" providerId="LiveId" clId="{A25C8640-2F66-41E6-A9F0-00AB598344A4}" dt="2018-04-03T05:24:22.567" v="76" actId="20577"/>
          <ac:spMkLst>
            <pc:docMk/>
            <pc:sldMk cId="2726883200" sldId="276"/>
            <ac:spMk id="2" creationId="{A81FADCC-098F-42B3-A516-7A8E8C1A4646}"/>
          </ac:spMkLst>
        </pc:spChg>
        <pc:spChg chg="mod">
          <ac:chgData name="" userId="07d7d89e1f669cb9" providerId="LiveId" clId="{A25C8640-2F66-41E6-A9F0-00AB598344A4}" dt="2018-04-03T05:41:25.770" v="400" actId="20577"/>
          <ac:spMkLst>
            <pc:docMk/>
            <pc:sldMk cId="2726883200" sldId="276"/>
            <ac:spMk id="3" creationId="{7DB8E5E2-9D37-4095-8A46-00A68D1D282E}"/>
          </ac:spMkLst>
        </pc:spChg>
      </pc:sldChg>
      <pc:sldChg chg="addSp modSp add ord">
        <pc:chgData name="" userId="07d7d89e1f669cb9" providerId="LiveId" clId="{A25C8640-2F66-41E6-A9F0-00AB598344A4}" dt="2018-04-03T09:55:52.504" v="1130" actId="2164"/>
        <pc:sldMkLst>
          <pc:docMk/>
          <pc:sldMk cId="2693855290" sldId="306"/>
        </pc:sldMkLst>
        <pc:spChg chg="mod">
          <ac:chgData name="" userId="07d7d89e1f669cb9" providerId="LiveId" clId="{A25C8640-2F66-41E6-A9F0-00AB598344A4}" dt="2018-04-03T05:26:41.095" v="124" actId="20577"/>
          <ac:spMkLst>
            <pc:docMk/>
            <pc:sldMk cId="2693855290" sldId="306"/>
            <ac:spMk id="2" creationId="{E7747DF4-4375-4FEA-AD33-D3E0A18DB5F5}"/>
          </ac:spMkLst>
        </pc:spChg>
        <pc:spChg chg="mod">
          <ac:chgData name="" userId="07d7d89e1f669cb9" providerId="LiveId" clId="{A25C8640-2F66-41E6-A9F0-00AB598344A4}" dt="2018-04-03T05:45:19.478" v="481" actId="20577"/>
          <ac:spMkLst>
            <pc:docMk/>
            <pc:sldMk cId="2693855290" sldId="306"/>
            <ac:spMk id="3" creationId="{7EA8248B-CF22-4D53-BD43-208C1FD8B188}"/>
          </ac:spMkLst>
        </pc:spChg>
        <pc:picChg chg="add mod">
          <ac:chgData name="" userId="07d7d89e1f669cb9" providerId="LiveId" clId="{A25C8640-2F66-41E6-A9F0-00AB598344A4}" dt="2018-04-03T05:33:56.594" v="333" actId="1076"/>
          <ac:picMkLst>
            <pc:docMk/>
            <pc:sldMk cId="2693855290" sldId="306"/>
            <ac:picMk id="5" creationId="{A1C69B85-8F09-44C2-93BD-C9F7901AEA4E}"/>
          </ac:picMkLst>
        </pc:picChg>
      </pc:sldChg>
    </pc:docChg>
  </pc:docChgLst>
  <pc:docChgLst>
    <pc:chgData name="國峰 黃" userId="07d7d89e1f669cb9" providerId="LiveId" clId="{63381159-AF27-4007-98E4-C86A851EF65F}"/>
    <pc:docChg chg="undo custSel addSld delSld modSld modSection">
      <pc:chgData name="國峰 黃" userId="07d7d89e1f669cb9" providerId="LiveId" clId="{63381159-AF27-4007-98E4-C86A851EF65F}" dt="2018-06-05T10:17:40.038" v="842" actId="20577"/>
      <pc:docMkLst>
        <pc:docMk/>
      </pc:docMkLst>
      <pc:sldChg chg="modSp">
        <pc:chgData name="國峰 黃" userId="07d7d89e1f669cb9" providerId="LiveId" clId="{63381159-AF27-4007-98E4-C86A851EF65F}" dt="2018-06-05T05:52:19.413" v="36" actId="20577"/>
        <pc:sldMkLst>
          <pc:docMk/>
          <pc:sldMk cId="3676774769" sldId="256"/>
        </pc:sldMkLst>
        <pc:spChg chg="mod">
          <ac:chgData name="國峰 黃" userId="07d7d89e1f669cb9" providerId="LiveId" clId="{63381159-AF27-4007-98E4-C86A851EF65F}" dt="2018-06-05T05:42:21.145" v="1" actId="27636"/>
          <ac:spMkLst>
            <pc:docMk/>
            <pc:sldMk cId="3676774769" sldId="256"/>
            <ac:spMk id="2" creationId="{55822F15-00D1-4FDE-A019-FC933C4E2549}"/>
          </ac:spMkLst>
        </pc:spChg>
        <pc:spChg chg="mod">
          <ac:chgData name="國峰 黃" userId="07d7d89e1f669cb9" providerId="LiveId" clId="{63381159-AF27-4007-98E4-C86A851EF65F}" dt="2018-06-05T05:49:36.382" v="10"/>
          <ac:spMkLst>
            <pc:docMk/>
            <pc:sldMk cId="3676774769" sldId="256"/>
            <ac:spMk id="3" creationId="{7ABD29E4-B887-45D9-9793-DA3B272D07C3}"/>
          </ac:spMkLst>
        </pc:spChg>
        <pc:spChg chg="mod">
          <ac:chgData name="國峰 黃" userId="07d7d89e1f669cb9" providerId="LiveId" clId="{63381159-AF27-4007-98E4-C86A851EF65F}" dt="2018-06-05T05:52:19.413" v="36" actId="20577"/>
          <ac:spMkLst>
            <pc:docMk/>
            <pc:sldMk cId="3676774769" sldId="256"/>
            <ac:spMk id="4" creationId="{DBCD3618-401B-49E4-9C85-373848D9AA50}"/>
          </ac:spMkLst>
        </pc:spChg>
      </pc:sldChg>
      <pc:sldChg chg="modSp">
        <pc:chgData name="國峰 黃" userId="07d7d89e1f669cb9" providerId="LiveId" clId="{63381159-AF27-4007-98E4-C86A851EF65F}" dt="2018-06-05T05:52:07.002" v="30" actId="255"/>
        <pc:sldMkLst>
          <pc:docMk/>
          <pc:sldMk cId="2726883200" sldId="276"/>
        </pc:sldMkLst>
        <pc:spChg chg="mod">
          <ac:chgData name="國峰 黃" userId="07d7d89e1f669cb9" providerId="LiveId" clId="{63381159-AF27-4007-98E4-C86A851EF65F}" dt="2018-06-05T05:52:07.002" v="30" actId="255"/>
          <ac:spMkLst>
            <pc:docMk/>
            <pc:sldMk cId="2726883200" sldId="276"/>
            <ac:spMk id="3" creationId="{7DB8E5E2-9D37-4095-8A46-00A68D1D282E}"/>
          </ac:spMkLst>
        </pc:spChg>
      </pc:sldChg>
      <pc:sldChg chg="del">
        <pc:chgData name="國峰 黃" userId="07d7d89e1f669cb9" providerId="LiveId" clId="{63381159-AF27-4007-98E4-C86A851EF65F}" dt="2018-06-05T05:51:14.623" v="12" actId="2696"/>
        <pc:sldMkLst>
          <pc:docMk/>
          <pc:sldMk cId="2090802497" sldId="305"/>
        </pc:sldMkLst>
      </pc:sldChg>
      <pc:sldChg chg="delSp modSp">
        <pc:chgData name="國峰 黃" userId="07d7d89e1f669cb9" providerId="LiveId" clId="{63381159-AF27-4007-98E4-C86A851EF65F}" dt="2018-06-05T05:53:28.975" v="112" actId="20577"/>
        <pc:sldMkLst>
          <pc:docMk/>
          <pc:sldMk cId="2693855290" sldId="306"/>
        </pc:sldMkLst>
        <pc:spChg chg="mod">
          <ac:chgData name="國峰 黃" userId="07d7d89e1f669cb9" providerId="LiveId" clId="{63381159-AF27-4007-98E4-C86A851EF65F}" dt="2018-06-05T05:51:27.631" v="26" actId="20577"/>
          <ac:spMkLst>
            <pc:docMk/>
            <pc:sldMk cId="2693855290" sldId="306"/>
            <ac:spMk id="2" creationId="{E7747DF4-4375-4FEA-AD33-D3E0A18DB5F5}"/>
          </ac:spMkLst>
        </pc:spChg>
        <pc:spChg chg="mod">
          <ac:chgData name="國峰 黃" userId="07d7d89e1f669cb9" providerId="LiveId" clId="{63381159-AF27-4007-98E4-C86A851EF65F}" dt="2018-06-05T05:53:28.975" v="112" actId="20577"/>
          <ac:spMkLst>
            <pc:docMk/>
            <pc:sldMk cId="2693855290" sldId="306"/>
            <ac:spMk id="3" creationId="{7EA8248B-CF22-4D53-BD43-208C1FD8B188}"/>
          </ac:spMkLst>
        </pc:spChg>
        <pc:picChg chg="del">
          <ac:chgData name="國峰 黃" userId="07d7d89e1f669cb9" providerId="LiveId" clId="{63381159-AF27-4007-98E4-C86A851EF65F}" dt="2018-06-05T05:51:32.804" v="27" actId="478"/>
          <ac:picMkLst>
            <pc:docMk/>
            <pc:sldMk cId="2693855290" sldId="306"/>
            <ac:picMk id="5" creationId="{A1C69B85-8F09-44C2-93BD-C9F7901AEA4E}"/>
          </ac:picMkLst>
        </pc:picChg>
      </pc:sldChg>
      <pc:sldChg chg="del">
        <pc:chgData name="國峰 黃" userId="07d7d89e1f669cb9" providerId="LiveId" clId="{63381159-AF27-4007-98E4-C86A851EF65F}" dt="2018-06-05T05:51:21.203" v="14" actId="2696"/>
        <pc:sldMkLst>
          <pc:docMk/>
          <pc:sldMk cId="2919586018" sldId="307"/>
        </pc:sldMkLst>
      </pc:sldChg>
      <pc:sldChg chg="addSp modSp add">
        <pc:chgData name="國峰 黃" userId="07d7d89e1f669cb9" providerId="LiveId" clId="{63381159-AF27-4007-98E4-C86A851EF65F}" dt="2018-06-05T05:56:20.528" v="116" actId="1076"/>
        <pc:sldMkLst>
          <pc:docMk/>
          <pc:sldMk cId="4204789167" sldId="307"/>
        </pc:sldMkLst>
        <pc:picChg chg="add mod">
          <ac:chgData name="國峰 黃" userId="07d7d89e1f669cb9" providerId="LiveId" clId="{63381159-AF27-4007-98E4-C86A851EF65F}" dt="2018-06-05T05:56:20.528" v="116" actId="1076"/>
          <ac:picMkLst>
            <pc:docMk/>
            <pc:sldMk cId="4204789167" sldId="307"/>
            <ac:picMk id="5" creationId="{E879DE7A-7C35-4E55-B296-4B08BC904239}"/>
          </ac:picMkLst>
        </pc:picChg>
      </pc:sldChg>
      <pc:sldChg chg="del">
        <pc:chgData name="國峰 黃" userId="07d7d89e1f669cb9" providerId="LiveId" clId="{63381159-AF27-4007-98E4-C86A851EF65F}" dt="2018-06-05T05:51:19.553" v="13" actId="2696"/>
        <pc:sldMkLst>
          <pc:docMk/>
          <pc:sldMk cId="1533879536" sldId="308"/>
        </pc:sldMkLst>
      </pc:sldChg>
      <pc:sldChg chg="addSp delSp modSp add">
        <pc:chgData name="國峰 黃" userId="07d7d89e1f669cb9" providerId="LiveId" clId="{63381159-AF27-4007-98E4-C86A851EF65F}" dt="2018-06-05T09:06:44.397" v="277" actId="20577"/>
        <pc:sldMkLst>
          <pc:docMk/>
          <pc:sldMk cId="2567095144" sldId="308"/>
        </pc:sldMkLst>
        <pc:spChg chg="mod">
          <ac:chgData name="國峰 黃" userId="07d7d89e1f669cb9" providerId="LiveId" clId="{63381159-AF27-4007-98E4-C86A851EF65F}" dt="2018-06-05T06:00:54.819" v="227" actId="5793"/>
          <ac:spMkLst>
            <pc:docMk/>
            <pc:sldMk cId="2567095144" sldId="308"/>
            <ac:spMk id="3" creationId="{7EA8248B-CF22-4D53-BD43-208C1FD8B188}"/>
          </ac:spMkLst>
        </pc:spChg>
        <pc:spChg chg="add mod">
          <ac:chgData name="國峰 黃" userId="07d7d89e1f669cb9" providerId="LiveId" clId="{63381159-AF27-4007-98E4-C86A851EF65F}" dt="2018-06-05T09:06:44.397" v="277" actId="20577"/>
          <ac:spMkLst>
            <pc:docMk/>
            <pc:sldMk cId="2567095144" sldId="308"/>
            <ac:spMk id="7" creationId="{DFCF7D05-CFE6-46F6-91F0-566761326F2A}"/>
          </ac:spMkLst>
        </pc:spChg>
        <pc:spChg chg="add del mod">
          <ac:chgData name="國峰 黃" userId="07d7d89e1f669cb9" providerId="LiveId" clId="{63381159-AF27-4007-98E4-C86A851EF65F}" dt="2018-06-05T09:02:52.772" v="268"/>
          <ac:spMkLst>
            <pc:docMk/>
            <pc:sldMk cId="2567095144" sldId="308"/>
            <ac:spMk id="8" creationId="{DF9ECF34-55A0-4FC5-9570-3EE5D19EAFA5}"/>
          </ac:spMkLst>
        </pc:spChg>
        <pc:picChg chg="mod">
          <ac:chgData name="國峰 黃" userId="07d7d89e1f669cb9" providerId="LiveId" clId="{63381159-AF27-4007-98E4-C86A851EF65F}" dt="2018-06-05T05:57:27.522" v="118" actId="1076"/>
          <ac:picMkLst>
            <pc:docMk/>
            <pc:sldMk cId="2567095144" sldId="308"/>
            <ac:picMk id="5" creationId="{E879DE7A-7C35-4E55-B296-4B08BC904239}"/>
          </ac:picMkLst>
        </pc:picChg>
        <pc:cxnChg chg="add mod">
          <ac:chgData name="國峰 黃" userId="07d7d89e1f669cb9" providerId="LiveId" clId="{63381159-AF27-4007-98E4-C86A851EF65F}" dt="2018-06-05T06:01:14.885" v="228" actId="11529"/>
          <ac:cxnSpMkLst>
            <pc:docMk/>
            <pc:sldMk cId="2567095144" sldId="308"/>
            <ac:cxnSpMk id="6" creationId="{8507DB6F-3E63-48C0-B8B4-BAF056B557B9}"/>
          </ac:cxnSpMkLst>
        </pc:cxnChg>
      </pc:sldChg>
      <pc:sldChg chg="addSp modSp add">
        <pc:chgData name="國峰 黃" userId="07d7d89e1f669cb9" providerId="LiveId" clId="{63381159-AF27-4007-98E4-C86A851EF65F}" dt="2018-06-05T09:10:16.053" v="314" actId="14100"/>
        <pc:sldMkLst>
          <pc:docMk/>
          <pc:sldMk cId="3641686533" sldId="309"/>
        </pc:sldMkLst>
        <pc:spChg chg="mod">
          <ac:chgData name="國峰 黃" userId="07d7d89e1f669cb9" providerId="LiveId" clId="{63381159-AF27-4007-98E4-C86A851EF65F}" dt="2018-06-05T09:02:58.318" v="271" actId="1076"/>
          <ac:spMkLst>
            <pc:docMk/>
            <pc:sldMk cId="3641686533" sldId="309"/>
            <ac:spMk id="3" creationId="{7EA8248B-CF22-4D53-BD43-208C1FD8B188}"/>
          </ac:spMkLst>
        </pc:spChg>
        <pc:spChg chg="add mod">
          <ac:chgData name="國峰 黃" userId="07d7d89e1f669cb9" providerId="LiveId" clId="{63381159-AF27-4007-98E4-C86A851EF65F}" dt="2018-06-05T09:09:30.166" v="305" actId="20577"/>
          <ac:spMkLst>
            <pc:docMk/>
            <pc:sldMk cId="3641686533" sldId="309"/>
            <ac:spMk id="8" creationId="{43667D7B-7DE2-47CF-8F69-A57ED98BFE1C}"/>
          </ac:spMkLst>
        </pc:spChg>
        <pc:picChg chg="mod">
          <ac:chgData name="國峰 黃" userId="07d7d89e1f669cb9" providerId="LiveId" clId="{63381159-AF27-4007-98E4-C86A851EF65F}" dt="2018-06-05T09:08:12.636" v="291" actId="14100"/>
          <ac:picMkLst>
            <pc:docMk/>
            <pc:sldMk cId="3641686533" sldId="309"/>
            <ac:picMk id="5" creationId="{E879DE7A-7C35-4E55-B296-4B08BC904239}"/>
          </ac:picMkLst>
        </pc:picChg>
        <pc:cxnChg chg="mod">
          <ac:chgData name="國峰 黃" userId="07d7d89e1f669cb9" providerId="LiveId" clId="{63381159-AF27-4007-98E4-C86A851EF65F}" dt="2018-06-05T06:01:29.230" v="230" actId="1076"/>
          <ac:cxnSpMkLst>
            <pc:docMk/>
            <pc:sldMk cId="3641686533" sldId="309"/>
            <ac:cxnSpMk id="6" creationId="{8507DB6F-3E63-48C0-B8B4-BAF056B557B9}"/>
          </ac:cxnSpMkLst>
        </pc:cxnChg>
        <pc:cxnChg chg="add mod">
          <ac:chgData name="國峰 黃" userId="07d7d89e1f669cb9" providerId="LiveId" clId="{63381159-AF27-4007-98E4-C86A851EF65F}" dt="2018-06-05T06:02:20.004" v="232" actId="13822"/>
          <ac:cxnSpMkLst>
            <pc:docMk/>
            <pc:sldMk cId="3641686533" sldId="309"/>
            <ac:cxnSpMk id="7" creationId="{B4788ED2-40E1-4927-B8C7-3AB18E4F7F47}"/>
          </ac:cxnSpMkLst>
        </pc:cxnChg>
        <pc:cxnChg chg="add mod">
          <ac:chgData name="國峰 黃" userId="07d7d89e1f669cb9" providerId="LiveId" clId="{63381159-AF27-4007-98E4-C86A851EF65F}" dt="2018-06-05T09:10:16.053" v="314" actId="14100"/>
          <ac:cxnSpMkLst>
            <pc:docMk/>
            <pc:sldMk cId="3641686533" sldId="309"/>
            <ac:cxnSpMk id="9" creationId="{3340010D-17D4-4D82-9DC4-D4153F271FD3}"/>
          </ac:cxnSpMkLst>
        </pc:cxnChg>
      </pc:sldChg>
      <pc:sldChg chg="addSp modSp add">
        <pc:chgData name="國峰 黃" userId="07d7d89e1f669cb9" providerId="LiveId" clId="{63381159-AF27-4007-98E4-C86A851EF65F}" dt="2018-06-05T09:48:34.830" v="560" actId="14100"/>
        <pc:sldMkLst>
          <pc:docMk/>
          <pc:sldMk cId="1057479836" sldId="310"/>
        </pc:sldMkLst>
        <pc:spChg chg="mod">
          <ac:chgData name="國峰 黃" userId="07d7d89e1f669cb9" providerId="LiveId" clId="{63381159-AF27-4007-98E4-C86A851EF65F}" dt="2018-06-05T09:14:51.728" v="339" actId="20577"/>
          <ac:spMkLst>
            <pc:docMk/>
            <pc:sldMk cId="1057479836" sldId="310"/>
            <ac:spMk id="8" creationId="{43667D7B-7DE2-47CF-8F69-A57ED98BFE1C}"/>
          </ac:spMkLst>
        </pc:spChg>
        <pc:cxnChg chg="mod">
          <ac:chgData name="國峰 黃" userId="07d7d89e1f669cb9" providerId="LiveId" clId="{63381159-AF27-4007-98E4-C86A851EF65F}" dt="2018-06-05T09:09:48.258" v="308" actId="1076"/>
          <ac:cxnSpMkLst>
            <pc:docMk/>
            <pc:sldMk cId="1057479836" sldId="310"/>
            <ac:cxnSpMk id="6" creationId="{8507DB6F-3E63-48C0-B8B4-BAF056B557B9}"/>
          </ac:cxnSpMkLst>
        </pc:cxnChg>
        <pc:cxnChg chg="add mod">
          <ac:chgData name="國峰 黃" userId="07d7d89e1f669cb9" providerId="LiveId" clId="{63381159-AF27-4007-98E4-C86A851EF65F}" dt="2018-06-05T09:48:34.830" v="560" actId="14100"/>
          <ac:cxnSpMkLst>
            <pc:docMk/>
            <pc:sldMk cId="1057479836" sldId="310"/>
            <ac:cxnSpMk id="9" creationId="{76BBAED6-7E9B-4B12-986E-5AE389C4E145}"/>
          </ac:cxnSpMkLst>
        </pc:cxnChg>
        <pc:cxnChg chg="add mod">
          <ac:chgData name="國峰 黃" userId="07d7d89e1f669cb9" providerId="LiveId" clId="{63381159-AF27-4007-98E4-C86A851EF65F}" dt="2018-06-05T09:10:57.198" v="322" actId="14100"/>
          <ac:cxnSpMkLst>
            <pc:docMk/>
            <pc:sldMk cId="1057479836" sldId="310"/>
            <ac:cxnSpMk id="10" creationId="{DC2CB12A-8E54-4C34-B3AF-5782061D950A}"/>
          </ac:cxnSpMkLst>
        </pc:cxnChg>
        <pc:cxnChg chg="add mod">
          <ac:chgData name="國峰 黃" userId="07d7d89e1f669cb9" providerId="LiveId" clId="{63381159-AF27-4007-98E4-C86A851EF65F}" dt="2018-06-05T09:11:32.740" v="326" actId="14100"/>
          <ac:cxnSpMkLst>
            <pc:docMk/>
            <pc:sldMk cId="1057479836" sldId="310"/>
            <ac:cxnSpMk id="12" creationId="{51516FFF-2AF6-4752-9AFB-AE5D6F335873}"/>
          </ac:cxnSpMkLst>
        </pc:cxnChg>
      </pc:sldChg>
      <pc:sldChg chg="modSp add">
        <pc:chgData name="國峰 黃" userId="07d7d89e1f669cb9" providerId="LiveId" clId="{63381159-AF27-4007-98E4-C86A851EF65F}" dt="2018-06-05T09:48:32.275" v="559" actId="14100"/>
        <pc:sldMkLst>
          <pc:docMk/>
          <pc:sldMk cId="707892836" sldId="311"/>
        </pc:sldMkLst>
        <pc:spChg chg="mod">
          <ac:chgData name="國峰 黃" userId="07d7d89e1f669cb9" providerId="LiveId" clId="{63381159-AF27-4007-98E4-C86A851EF65F}" dt="2018-06-05T09:16:06.368" v="355" actId="20577"/>
          <ac:spMkLst>
            <pc:docMk/>
            <pc:sldMk cId="707892836" sldId="311"/>
            <ac:spMk id="8" creationId="{43667D7B-7DE2-47CF-8F69-A57ED98BFE1C}"/>
          </ac:spMkLst>
        </pc:spChg>
        <pc:cxnChg chg="mod">
          <ac:chgData name="國峰 黃" userId="07d7d89e1f669cb9" providerId="LiveId" clId="{63381159-AF27-4007-98E4-C86A851EF65F}" dt="2018-06-05T09:48:32.275" v="559" actId="14100"/>
          <ac:cxnSpMkLst>
            <pc:docMk/>
            <pc:sldMk cId="707892836" sldId="311"/>
            <ac:cxnSpMk id="9" creationId="{76BBAED6-7E9B-4B12-986E-5AE389C4E145}"/>
          </ac:cxnSpMkLst>
        </pc:cxnChg>
        <pc:cxnChg chg="mod">
          <ac:chgData name="國峰 黃" userId="07d7d89e1f669cb9" providerId="LiveId" clId="{63381159-AF27-4007-98E4-C86A851EF65F}" dt="2018-06-05T09:14:34.521" v="337" actId="1076"/>
          <ac:cxnSpMkLst>
            <pc:docMk/>
            <pc:sldMk cId="707892836" sldId="311"/>
            <ac:cxnSpMk id="12" creationId="{51516FFF-2AF6-4752-9AFB-AE5D6F335873}"/>
          </ac:cxnSpMkLst>
        </pc:cxnChg>
      </pc:sldChg>
      <pc:sldChg chg="modSp add">
        <pc:chgData name="國峰 黃" userId="07d7d89e1f669cb9" providerId="LiveId" clId="{63381159-AF27-4007-98E4-C86A851EF65F}" dt="2018-06-05T09:48:29.697" v="558" actId="14100"/>
        <pc:sldMkLst>
          <pc:docMk/>
          <pc:sldMk cId="2291637731" sldId="312"/>
        </pc:sldMkLst>
        <pc:spChg chg="mod">
          <ac:chgData name="國峰 黃" userId="07d7d89e1f669cb9" providerId="LiveId" clId="{63381159-AF27-4007-98E4-C86A851EF65F}" dt="2018-06-05T09:16:11.258" v="360" actId="20577"/>
          <ac:spMkLst>
            <pc:docMk/>
            <pc:sldMk cId="2291637731" sldId="312"/>
            <ac:spMk id="8" creationId="{43667D7B-7DE2-47CF-8F69-A57ED98BFE1C}"/>
          </ac:spMkLst>
        </pc:spChg>
        <pc:cxnChg chg="mod">
          <ac:chgData name="國峰 黃" userId="07d7d89e1f669cb9" providerId="LiveId" clId="{63381159-AF27-4007-98E4-C86A851EF65F}" dt="2018-06-05T09:48:29.697" v="558" actId="14100"/>
          <ac:cxnSpMkLst>
            <pc:docMk/>
            <pc:sldMk cId="2291637731" sldId="312"/>
            <ac:cxnSpMk id="9" creationId="{76BBAED6-7E9B-4B12-986E-5AE389C4E145}"/>
          </ac:cxnSpMkLst>
        </pc:cxnChg>
        <pc:cxnChg chg="mod">
          <ac:chgData name="國峰 黃" userId="07d7d89e1f669cb9" providerId="LiveId" clId="{63381159-AF27-4007-98E4-C86A851EF65F}" dt="2018-06-05T09:15:10.525" v="343" actId="1076"/>
          <ac:cxnSpMkLst>
            <pc:docMk/>
            <pc:sldMk cId="2291637731" sldId="312"/>
            <ac:cxnSpMk id="12" creationId="{51516FFF-2AF6-4752-9AFB-AE5D6F335873}"/>
          </ac:cxnSpMkLst>
        </pc:cxnChg>
      </pc:sldChg>
      <pc:sldChg chg="modSp add">
        <pc:chgData name="國峰 黃" userId="07d7d89e1f669cb9" providerId="LiveId" clId="{63381159-AF27-4007-98E4-C86A851EF65F}" dt="2018-06-05T09:48:26.642" v="557" actId="14100"/>
        <pc:sldMkLst>
          <pc:docMk/>
          <pc:sldMk cId="368784331" sldId="313"/>
        </pc:sldMkLst>
        <pc:spChg chg="mod">
          <ac:chgData name="國峰 黃" userId="07d7d89e1f669cb9" providerId="LiveId" clId="{63381159-AF27-4007-98E4-C86A851EF65F}" dt="2018-06-05T09:16:16.782" v="365" actId="20577"/>
          <ac:spMkLst>
            <pc:docMk/>
            <pc:sldMk cId="368784331" sldId="313"/>
            <ac:spMk id="8" creationId="{43667D7B-7DE2-47CF-8F69-A57ED98BFE1C}"/>
          </ac:spMkLst>
        </pc:spChg>
        <pc:cxnChg chg="mod">
          <ac:chgData name="國峰 黃" userId="07d7d89e1f669cb9" providerId="LiveId" clId="{63381159-AF27-4007-98E4-C86A851EF65F}" dt="2018-06-05T09:48:26.642" v="557" actId="14100"/>
          <ac:cxnSpMkLst>
            <pc:docMk/>
            <pc:sldMk cId="368784331" sldId="313"/>
            <ac:cxnSpMk id="9" creationId="{76BBAED6-7E9B-4B12-986E-5AE389C4E145}"/>
          </ac:cxnSpMkLst>
        </pc:cxnChg>
        <pc:cxnChg chg="mod">
          <ac:chgData name="國峰 黃" userId="07d7d89e1f669cb9" providerId="LiveId" clId="{63381159-AF27-4007-98E4-C86A851EF65F}" dt="2018-06-05T09:15:31.520" v="345" actId="1076"/>
          <ac:cxnSpMkLst>
            <pc:docMk/>
            <pc:sldMk cId="368784331" sldId="313"/>
            <ac:cxnSpMk id="12" creationId="{51516FFF-2AF6-4752-9AFB-AE5D6F335873}"/>
          </ac:cxnSpMkLst>
        </pc:cxnChg>
      </pc:sldChg>
      <pc:sldChg chg="addSp modSp add">
        <pc:chgData name="國峰 黃" userId="07d7d89e1f669cb9" providerId="LiveId" clId="{63381159-AF27-4007-98E4-C86A851EF65F}" dt="2018-06-05T09:48:21.900" v="556" actId="14100"/>
        <pc:sldMkLst>
          <pc:docMk/>
          <pc:sldMk cId="4134884123" sldId="314"/>
        </pc:sldMkLst>
        <pc:spChg chg="mod">
          <ac:chgData name="國峰 黃" userId="07d7d89e1f669cb9" providerId="LiveId" clId="{63381159-AF27-4007-98E4-C86A851EF65F}" dt="2018-06-05T09:17:34.467" v="387" actId="20577"/>
          <ac:spMkLst>
            <pc:docMk/>
            <pc:sldMk cId="4134884123" sldId="314"/>
            <ac:spMk id="8" creationId="{43667D7B-7DE2-47CF-8F69-A57ED98BFE1C}"/>
          </ac:spMkLst>
        </pc:spChg>
        <pc:cxnChg chg="mod">
          <ac:chgData name="國峰 黃" userId="07d7d89e1f669cb9" providerId="LiveId" clId="{63381159-AF27-4007-98E4-C86A851EF65F}" dt="2018-06-05T09:48:21.900" v="556" actId="14100"/>
          <ac:cxnSpMkLst>
            <pc:docMk/>
            <pc:sldMk cId="4134884123" sldId="314"/>
            <ac:cxnSpMk id="9" creationId="{76BBAED6-7E9B-4B12-986E-5AE389C4E145}"/>
          </ac:cxnSpMkLst>
        </pc:cxnChg>
        <pc:cxnChg chg="add mod">
          <ac:chgData name="國峰 黃" userId="07d7d89e1f669cb9" providerId="LiveId" clId="{63381159-AF27-4007-98E4-C86A851EF65F}" dt="2018-06-05T09:17:29.947" v="385" actId="1076"/>
          <ac:cxnSpMkLst>
            <pc:docMk/>
            <pc:sldMk cId="4134884123" sldId="314"/>
            <ac:cxnSpMk id="11" creationId="{FB7C3A0C-86F9-4E2A-9D9C-CF3B3D07ABA3}"/>
          </ac:cxnSpMkLst>
        </pc:cxnChg>
        <pc:cxnChg chg="mod">
          <ac:chgData name="國峰 黃" userId="07d7d89e1f669cb9" providerId="LiveId" clId="{63381159-AF27-4007-98E4-C86A851EF65F}" dt="2018-06-05T09:15:39.726" v="347" actId="1076"/>
          <ac:cxnSpMkLst>
            <pc:docMk/>
            <pc:sldMk cId="4134884123" sldId="314"/>
            <ac:cxnSpMk id="12" creationId="{51516FFF-2AF6-4752-9AFB-AE5D6F335873}"/>
          </ac:cxnSpMkLst>
        </pc:cxnChg>
        <pc:cxnChg chg="add mod">
          <ac:chgData name="國峰 黃" userId="07d7d89e1f669cb9" providerId="LiveId" clId="{63381159-AF27-4007-98E4-C86A851EF65F}" dt="2018-06-05T09:17:27.273" v="384" actId="14100"/>
          <ac:cxnSpMkLst>
            <pc:docMk/>
            <pc:sldMk cId="4134884123" sldId="314"/>
            <ac:cxnSpMk id="14" creationId="{FE892698-E690-435E-973A-7FA97B59C52F}"/>
          </ac:cxnSpMkLst>
        </pc:cxnChg>
      </pc:sldChg>
      <pc:sldChg chg="addSp modSp add">
        <pc:chgData name="國峰 黃" userId="07d7d89e1f669cb9" providerId="LiveId" clId="{63381159-AF27-4007-98E4-C86A851EF65F}" dt="2018-06-05T09:23:57.196" v="408" actId="20577"/>
        <pc:sldMkLst>
          <pc:docMk/>
          <pc:sldMk cId="988860146" sldId="315"/>
        </pc:sldMkLst>
        <pc:spChg chg="mod">
          <ac:chgData name="國峰 黃" userId="07d7d89e1f669cb9" providerId="LiveId" clId="{63381159-AF27-4007-98E4-C86A851EF65F}" dt="2018-06-05T09:23:57.196" v="408" actId="20577"/>
          <ac:spMkLst>
            <pc:docMk/>
            <pc:sldMk cId="988860146" sldId="315"/>
            <ac:spMk id="8" creationId="{43667D7B-7DE2-47CF-8F69-A57ED98BFE1C}"/>
          </ac:spMkLst>
        </pc:spChg>
        <pc:cxnChg chg="add mod">
          <ac:chgData name="國峰 黃" userId="07d7d89e1f669cb9" providerId="LiveId" clId="{63381159-AF27-4007-98E4-C86A851EF65F}" dt="2018-06-05T09:22:31.563" v="393" actId="14100"/>
          <ac:cxnSpMkLst>
            <pc:docMk/>
            <pc:sldMk cId="988860146" sldId="315"/>
            <ac:cxnSpMk id="13" creationId="{ABC81240-9D4E-49F1-9DD1-B1BE76029468}"/>
          </ac:cxnSpMkLst>
        </pc:cxnChg>
        <pc:cxnChg chg="mod">
          <ac:chgData name="國峰 黃" userId="07d7d89e1f669cb9" providerId="LiveId" clId="{63381159-AF27-4007-98E4-C86A851EF65F}" dt="2018-06-05T09:22:23.149" v="389" actId="1076"/>
          <ac:cxnSpMkLst>
            <pc:docMk/>
            <pc:sldMk cId="988860146" sldId="315"/>
            <ac:cxnSpMk id="14" creationId="{FE892698-E690-435E-973A-7FA97B59C52F}"/>
          </ac:cxnSpMkLst>
        </pc:cxnChg>
        <pc:cxnChg chg="add mod">
          <ac:chgData name="國峰 黃" userId="07d7d89e1f669cb9" providerId="LiveId" clId="{63381159-AF27-4007-98E4-C86A851EF65F}" dt="2018-06-05T09:23:10.814" v="399" actId="14100"/>
          <ac:cxnSpMkLst>
            <pc:docMk/>
            <pc:sldMk cId="988860146" sldId="315"/>
            <ac:cxnSpMk id="16" creationId="{17A9F9F6-BE30-4CD8-A269-9C3A0C9B0225}"/>
          </ac:cxnSpMkLst>
        </pc:cxnChg>
      </pc:sldChg>
      <pc:sldChg chg="addSp delSp modSp add">
        <pc:chgData name="國峰 黃" userId="07d7d89e1f669cb9" providerId="LiveId" clId="{63381159-AF27-4007-98E4-C86A851EF65F}" dt="2018-06-05T09:57:05.645" v="614" actId="478"/>
        <pc:sldMkLst>
          <pc:docMk/>
          <pc:sldMk cId="3558162537" sldId="316"/>
        </pc:sldMkLst>
        <pc:spChg chg="mod">
          <ac:chgData name="國峰 黃" userId="07d7d89e1f669cb9" providerId="LiveId" clId="{63381159-AF27-4007-98E4-C86A851EF65F}" dt="2018-06-05T09:25:47.242" v="410" actId="20577"/>
          <ac:spMkLst>
            <pc:docMk/>
            <pc:sldMk cId="3558162537" sldId="316"/>
            <ac:spMk id="8" creationId="{43667D7B-7DE2-47CF-8F69-A57ED98BFE1C}"/>
          </ac:spMkLst>
        </pc:spChg>
        <pc:cxnChg chg="del">
          <ac:chgData name="國峰 黃" userId="07d7d89e1f669cb9" providerId="LiveId" clId="{63381159-AF27-4007-98E4-C86A851EF65F}" dt="2018-06-05T09:57:05.645" v="614" actId="478"/>
          <ac:cxnSpMkLst>
            <pc:docMk/>
            <pc:sldMk cId="3558162537" sldId="316"/>
            <ac:cxnSpMk id="13" creationId="{ABC81240-9D4E-49F1-9DD1-B1BE76029468}"/>
          </ac:cxnSpMkLst>
        </pc:cxnChg>
        <pc:cxnChg chg="add mod">
          <ac:chgData name="國峰 黃" userId="07d7d89e1f669cb9" providerId="LiveId" clId="{63381159-AF27-4007-98E4-C86A851EF65F}" dt="2018-06-05T09:27:33.664" v="415" actId="14100"/>
          <ac:cxnSpMkLst>
            <pc:docMk/>
            <pc:sldMk cId="3558162537" sldId="316"/>
            <ac:cxnSpMk id="15" creationId="{1583A55C-D2C6-4CAB-93CB-BD9537E56710}"/>
          </ac:cxnSpMkLst>
        </pc:cxnChg>
        <pc:cxnChg chg="del">
          <ac:chgData name="國峰 黃" userId="07d7d89e1f669cb9" providerId="LiveId" clId="{63381159-AF27-4007-98E4-C86A851EF65F}" dt="2018-06-05T09:55:27.944" v="605" actId="478"/>
          <ac:cxnSpMkLst>
            <pc:docMk/>
            <pc:sldMk cId="3558162537" sldId="316"/>
            <ac:cxnSpMk id="16" creationId="{17A9F9F6-BE30-4CD8-A269-9C3A0C9B0225}"/>
          </ac:cxnSpMkLst>
        </pc:cxnChg>
      </pc:sldChg>
      <pc:sldChg chg="addSp modSp add del">
        <pc:chgData name="國峰 黃" userId="07d7d89e1f669cb9" providerId="LiveId" clId="{63381159-AF27-4007-98E4-C86A851EF65F}" dt="2018-06-05T09:54:39.869" v="602" actId="2696"/>
        <pc:sldMkLst>
          <pc:docMk/>
          <pc:sldMk cId="1808538296" sldId="317"/>
        </pc:sldMkLst>
        <pc:spChg chg="mod">
          <ac:chgData name="國峰 黃" userId="07d7d89e1f669cb9" providerId="LiveId" clId="{63381159-AF27-4007-98E4-C86A851EF65F}" dt="2018-06-05T09:52:17.320" v="592" actId="20577"/>
          <ac:spMkLst>
            <pc:docMk/>
            <pc:sldMk cId="1808538296" sldId="317"/>
            <ac:spMk id="8" creationId="{43667D7B-7DE2-47CF-8F69-A57ED98BFE1C}"/>
          </ac:spMkLst>
        </pc:spChg>
        <pc:cxnChg chg="add mod">
          <ac:chgData name="國峰 黃" userId="07d7d89e1f669cb9" providerId="LiveId" clId="{63381159-AF27-4007-98E4-C86A851EF65F}" dt="2018-06-05T09:29:36.615" v="419" actId="14100"/>
          <ac:cxnSpMkLst>
            <pc:docMk/>
            <pc:sldMk cId="1808538296" sldId="317"/>
            <ac:cxnSpMk id="17" creationId="{2EF51000-EBCE-41A2-AC58-0946C11B45D0}"/>
          </ac:cxnSpMkLst>
        </pc:cxnChg>
        <pc:cxnChg chg="add mod">
          <ac:chgData name="國峰 黃" userId="07d7d89e1f669cb9" providerId="LiveId" clId="{63381159-AF27-4007-98E4-C86A851EF65F}" dt="2018-06-05T09:30:18.042" v="424" actId="14100"/>
          <ac:cxnSpMkLst>
            <pc:docMk/>
            <pc:sldMk cId="1808538296" sldId="317"/>
            <ac:cxnSpMk id="18" creationId="{4A7D43FA-90B1-4DC6-A6FD-DF25892B7320}"/>
          </ac:cxnSpMkLst>
        </pc:cxnChg>
      </pc:sldChg>
      <pc:sldChg chg="delSp modSp add del">
        <pc:chgData name="國峰 黃" userId="07d7d89e1f669cb9" providerId="LiveId" clId="{63381159-AF27-4007-98E4-C86A851EF65F}" dt="2018-06-05T10:00:27.459" v="648" actId="2696"/>
        <pc:sldMkLst>
          <pc:docMk/>
          <pc:sldMk cId="2742769245" sldId="318"/>
        </pc:sldMkLst>
        <pc:spChg chg="mod">
          <ac:chgData name="國峰 黃" userId="07d7d89e1f669cb9" providerId="LiveId" clId="{63381159-AF27-4007-98E4-C86A851EF65F}" dt="2018-06-05T09:31:55.175" v="436" actId="20577"/>
          <ac:spMkLst>
            <pc:docMk/>
            <pc:sldMk cId="2742769245" sldId="318"/>
            <ac:spMk id="8" creationId="{43667D7B-7DE2-47CF-8F69-A57ED98BFE1C}"/>
          </ac:spMkLst>
        </pc:spChg>
        <pc:cxnChg chg="del">
          <ac:chgData name="國峰 黃" userId="07d7d89e1f669cb9" providerId="LiveId" clId="{63381159-AF27-4007-98E4-C86A851EF65F}" dt="2018-06-05T09:58:38.961" v="624" actId="478"/>
          <ac:cxnSpMkLst>
            <pc:docMk/>
            <pc:sldMk cId="2742769245" sldId="318"/>
            <ac:cxnSpMk id="11" creationId="{FB7C3A0C-86F9-4E2A-9D9C-CF3B3D07ABA3}"/>
          </ac:cxnSpMkLst>
        </pc:cxnChg>
        <pc:cxnChg chg="mod">
          <ac:chgData name="國峰 黃" userId="07d7d89e1f669cb9" providerId="LiveId" clId="{63381159-AF27-4007-98E4-C86A851EF65F}" dt="2018-06-05T09:55:04.962" v="604" actId="1076"/>
          <ac:cxnSpMkLst>
            <pc:docMk/>
            <pc:sldMk cId="2742769245" sldId="318"/>
            <ac:cxnSpMk id="12" creationId="{51516FFF-2AF6-4752-9AFB-AE5D6F335873}"/>
          </ac:cxnSpMkLst>
        </pc:cxnChg>
        <pc:cxnChg chg="del">
          <ac:chgData name="國峰 黃" userId="07d7d89e1f669cb9" providerId="LiveId" clId="{63381159-AF27-4007-98E4-C86A851EF65F}" dt="2018-06-05T09:56:58.354" v="612" actId="478"/>
          <ac:cxnSpMkLst>
            <pc:docMk/>
            <pc:sldMk cId="2742769245" sldId="318"/>
            <ac:cxnSpMk id="13" creationId="{ABC81240-9D4E-49F1-9DD1-B1BE76029468}"/>
          </ac:cxnSpMkLst>
        </pc:cxnChg>
        <pc:cxnChg chg="del">
          <ac:chgData name="國峰 黃" userId="07d7d89e1f669cb9" providerId="LiveId" clId="{63381159-AF27-4007-98E4-C86A851EF65F}" dt="2018-06-05T09:56:31.709" v="611" actId="478"/>
          <ac:cxnSpMkLst>
            <pc:docMk/>
            <pc:sldMk cId="2742769245" sldId="318"/>
            <ac:cxnSpMk id="14" creationId="{FE892698-E690-435E-973A-7FA97B59C52F}"/>
          </ac:cxnSpMkLst>
        </pc:cxnChg>
        <pc:cxnChg chg="del">
          <ac:chgData name="國峰 黃" userId="07d7d89e1f669cb9" providerId="LiveId" clId="{63381159-AF27-4007-98E4-C86A851EF65F}" dt="2018-06-05T09:56:31.256" v="610" actId="478"/>
          <ac:cxnSpMkLst>
            <pc:docMk/>
            <pc:sldMk cId="2742769245" sldId="318"/>
            <ac:cxnSpMk id="16" creationId="{17A9F9F6-BE30-4CD8-A269-9C3A0C9B0225}"/>
          </ac:cxnSpMkLst>
        </pc:cxnChg>
      </pc:sldChg>
      <pc:sldChg chg="addSp delSp modSp add del">
        <pc:chgData name="國峰 黃" userId="07d7d89e1f669cb9" providerId="LiveId" clId="{63381159-AF27-4007-98E4-C86A851EF65F}" dt="2018-06-05T10:00:27.084" v="647" actId="2696"/>
        <pc:sldMkLst>
          <pc:docMk/>
          <pc:sldMk cId="2689667967" sldId="319"/>
        </pc:sldMkLst>
        <pc:spChg chg="mod">
          <ac:chgData name="國峰 黃" userId="07d7d89e1f669cb9" providerId="LiveId" clId="{63381159-AF27-4007-98E4-C86A851EF65F}" dt="2018-06-05T09:33:07.491" v="443" actId="20577"/>
          <ac:spMkLst>
            <pc:docMk/>
            <pc:sldMk cId="2689667967" sldId="319"/>
            <ac:spMk id="8" creationId="{43667D7B-7DE2-47CF-8F69-A57ED98BFE1C}"/>
          </ac:spMkLst>
        </pc:spChg>
        <pc:cxnChg chg="add mod">
          <ac:chgData name="國峰 黃" userId="07d7d89e1f669cb9" providerId="LiveId" clId="{63381159-AF27-4007-98E4-C86A851EF65F}" dt="2018-06-05T09:32:32.637" v="440" actId="14100"/>
          <ac:cxnSpMkLst>
            <pc:docMk/>
            <pc:sldMk cId="2689667967" sldId="319"/>
            <ac:cxnSpMk id="19" creationId="{D59E8BD4-C0A1-48D1-91C7-08BEC70A3135}"/>
          </ac:cxnSpMkLst>
        </pc:cxnChg>
        <pc:cxnChg chg="add del mod">
          <ac:chgData name="國峰 黃" userId="07d7d89e1f669cb9" providerId="LiveId" clId="{63381159-AF27-4007-98E4-C86A851EF65F}" dt="2018-06-05T09:46:48.176" v="548" actId="478"/>
          <ac:cxnSpMkLst>
            <pc:docMk/>
            <pc:sldMk cId="2689667967" sldId="319"/>
            <ac:cxnSpMk id="20" creationId="{435799C3-6734-4B20-9D65-BE9ED561E2FD}"/>
          </ac:cxnSpMkLst>
        </pc:cxnChg>
      </pc:sldChg>
      <pc:sldChg chg="addSp delSp modSp add del">
        <pc:chgData name="國峰 黃" userId="07d7d89e1f669cb9" providerId="LiveId" clId="{63381159-AF27-4007-98E4-C86A851EF65F}" dt="2018-06-05T10:00:26.756" v="646" actId="2696"/>
        <pc:sldMkLst>
          <pc:docMk/>
          <pc:sldMk cId="2462876769" sldId="320"/>
        </pc:sldMkLst>
        <pc:spChg chg="mod">
          <ac:chgData name="國峰 黃" userId="07d7d89e1f669cb9" providerId="LiveId" clId="{63381159-AF27-4007-98E4-C86A851EF65F}" dt="2018-06-05T09:35:59.306" v="465" actId="20577"/>
          <ac:spMkLst>
            <pc:docMk/>
            <pc:sldMk cId="2462876769" sldId="320"/>
            <ac:spMk id="8" creationId="{43667D7B-7DE2-47CF-8F69-A57ED98BFE1C}"/>
          </ac:spMkLst>
        </pc:spChg>
        <pc:cxnChg chg="mod">
          <ac:chgData name="國峰 黃" userId="07d7d89e1f669cb9" providerId="LiveId" clId="{63381159-AF27-4007-98E4-C86A851EF65F}" dt="2018-06-05T09:34:53.683" v="454" actId="1076"/>
          <ac:cxnSpMkLst>
            <pc:docMk/>
            <pc:sldMk cId="2462876769" sldId="320"/>
            <ac:cxnSpMk id="9" creationId="{76BBAED6-7E9B-4B12-986E-5AE389C4E145}"/>
          </ac:cxnSpMkLst>
        </pc:cxnChg>
        <pc:cxnChg chg="add del mod">
          <ac:chgData name="國峰 黃" userId="07d7d89e1f669cb9" providerId="LiveId" clId="{63381159-AF27-4007-98E4-C86A851EF65F}" dt="2018-06-05T09:34:04.806" v="447" actId="478"/>
          <ac:cxnSpMkLst>
            <pc:docMk/>
            <pc:sldMk cId="2462876769" sldId="320"/>
            <ac:cxnSpMk id="20" creationId="{E2FA682C-A3CA-4AF6-95D9-DC7E823074F8}"/>
          </ac:cxnSpMkLst>
        </pc:cxnChg>
        <pc:cxnChg chg="add del mod">
          <ac:chgData name="國峰 黃" userId="07d7d89e1f669cb9" providerId="LiveId" clId="{63381159-AF27-4007-98E4-C86A851EF65F}" dt="2018-06-05T09:34:45.196" v="453" actId="478"/>
          <ac:cxnSpMkLst>
            <pc:docMk/>
            <pc:sldMk cId="2462876769" sldId="320"/>
            <ac:cxnSpMk id="21" creationId="{2ADA7E98-2053-49B4-8242-4C782B784371}"/>
          </ac:cxnSpMkLst>
        </pc:cxnChg>
        <pc:cxnChg chg="add mod">
          <ac:chgData name="國峰 黃" userId="07d7d89e1f669cb9" providerId="LiveId" clId="{63381159-AF27-4007-98E4-C86A851EF65F}" dt="2018-06-05T09:34:59.713" v="457" actId="14100"/>
          <ac:cxnSpMkLst>
            <pc:docMk/>
            <pc:sldMk cId="2462876769" sldId="320"/>
            <ac:cxnSpMk id="22" creationId="{408A6E97-FEAA-4886-97B9-3808D17F9BC4}"/>
          </ac:cxnSpMkLst>
        </pc:cxnChg>
        <pc:cxnChg chg="add del mod">
          <ac:chgData name="國峰 黃" userId="07d7d89e1f669cb9" providerId="LiveId" clId="{63381159-AF27-4007-98E4-C86A851EF65F}" dt="2018-06-05T09:35:46.416" v="463" actId="478"/>
          <ac:cxnSpMkLst>
            <pc:docMk/>
            <pc:sldMk cId="2462876769" sldId="320"/>
            <ac:cxnSpMk id="24" creationId="{4FC207C7-9B64-4D34-86C8-7E7D1EA64CE1}"/>
          </ac:cxnSpMkLst>
        </pc:cxnChg>
        <pc:cxnChg chg="add del mod">
          <ac:chgData name="國峰 黃" userId="07d7d89e1f669cb9" providerId="LiveId" clId="{63381159-AF27-4007-98E4-C86A851EF65F}" dt="2018-06-05T09:46:52.784" v="551" actId="478"/>
          <ac:cxnSpMkLst>
            <pc:docMk/>
            <pc:sldMk cId="2462876769" sldId="320"/>
            <ac:cxnSpMk id="25" creationId="{E85EA426-016B-456C-A90C-4CF999ECE45B}"/>
          </ac:cxnSpMkLst>
        </pc:cxnChg>
      </pc:sldChg>
      <pc:sldChg chg="addSp delSp modSp add del">
        <pc:chgData name="國峰 黃" userId="07d7d89e1f669cb9" providerId="LiveId" clId="{63381159-AF27-4007-98E4-C86A851EF65F}" dt="2018-06-05T10:00:25.886" v="644" actId="2696"/>
        <pc:sldMkLst>
          <pc:docMk/>
          <pc:sldMk cId="2565806196" sldId="321"/>
        </pc:sldMkLst>
        <pc:spChg chg="mod">
          <ac:chgData name="國峰 黃" userId="07d7d89e1f669cb9" providerId="LiveId" clId="{63381159-AF27-4007-98E4-C86A851EF65F}" dt="2018-06-05T09:40:25.498" v="501" actId="20577"/>
          <ac:spMkLst>
            <pc:docMk/>
            <pc:sldMk cId="2565806196" sldId="321"/>
            <ac:spMk id="8" creationId="{43667D7B-7DE2-47CF-8F69-A57ED98BFE1C}"/>
          </ac:spMkLst>
        </pc:spChg>
        <pc:cxnChg chg="add mod">
          <ac:chgData name="國峰 黃" userId="07d7d89e1f669cb9" providerId="LiveId" clId="{63381159-AF27-4007-98E4-C86A851EF65F}" dt="2018-06-05T09:37:20.931" v="470" actId="14100"/>
          <ac:cxnSpMkLst>
            <pc:docMk/>
            <pc:sldMk cId="2565806196" sldId="321"/>
            <ac:cxnSpMk id="20" creationId="{66D0FA36-A02F-4E34-887E-F3C1E9B4F54B}"/>
          </ac:cxnSpMkLst>
        </pc:cxnChg>
        <pc:cxnChg chg="add del mod">
          <ac:chgData name="國峰 黃" userId="07d7d89e1f669cb9" providerId="LiveId" clId="{63381159-AF27-4007-98E4-C86A851EF65F}" dt="2018-06-05T09:46:56.225" v="553" actId="478"/>
          <ac:cxnSpMkLst>
            <pc:docMk/>
            <pc:sldMk cId="2565806196" sldId="321"/>
            <ac:cxnSpMk id="23" creationId="{7E9B809C-F2E7-42B4-AF76-0D0618E4DE06}"/>
          </ac:cxnSpMkLst>
        </pc:cxnChg>
      </pc:sldChg>
      <pc:sldChg chg="addSp delSp modSp add del">
        <pc:chgData name="國峰 黃" userId="07d7d89e1f669cb9" providerId="LiveId" clId="{63381159-AF27-4007-98E4-C86A851EF65F}" dt="2018-06-05T10:00:26.318" v="645" actId="2696"/>
        <pc:sldMkLst>
          <pc:docMk/>
          <pc:sldMk cId="936905878" sldId="322"/>
        </pc:sldMkLst>
        <pc:spChg chg="mod">
          <ac:chgData name="國峰 黃" userId="07d7d89e1f669cb9" providerId="LiveId" clId="{63381159-AF27-4007-98E4-C86A851EF65F}" dt="2018-06-05T09:39:30.522" v="484" actId="20577"/>
          <ac:spMkLst>
            <pc:docMk/>
            <pc:sldMk cId="936905878" sldId="322"/>
            <ac:spMk id="8" creationId="{43667D7B-7DE2-47CF-8F69-A57ED98BFE1C}"/>
          </ac:spMkLst>
        </pc:spChg>
        <pc:cxnChg chg="add mod">
          <ac:chgData name="國峰 黃" userId="07d7d89e1f669cb9" providerId="LiveId" clId="{63381159-AF27-4007-98E4-C86A851EF65F}" dt="2018-06-05T09:38:57.478" v="474" actId="14100"/>
          <ac:cxnSpMkLst>
            <pc:docMk/>
            <pc:sldMk cId="936905878" sldId="322"/>
            <ac:cxnSpMk id="20" creationId="{96E55D81-F570-4883-A1D1-FB41BAAC306A}"/>
          </ac:cxnSpMkLst>
        </pc:cxnChg>
        <pc:cxnChg chg="add del mod">
          <ac:chgData name="國峰 黃" userId="07d7d89e1f669cb9" providerId="LiveId" clId="{63381159-AF27-4007-98E4-C86A851EF65F}" dt="2018-06-05T09:46:54.470" v="552" actId="478"/>
          <ac:cxnSpMkLst>
            <pc:docMk/>
            <pc:sldMk cId="936905878" sldId="322"/>
            <ac:cxnSpMk id="23" creationId="{ED79FED3-849C-4D43-818B-0C27B56AD068}"/>
          </ac:cxnSpMkLst>
        </pc:cxnChg>
      </pc:sldChg>
      <pc:sldChg chg="addSp delSp modSp add del">
        <pc:chgData name="國峰 黃" userId="07d7d89e1f669cb9" providerId="LiveId" clId="{63381159-AF27-4007-98E4-C86A851EF65F}" dt="2018-06-05T10:00:25.447" v="643" actId="2696"/>
        <pc:sldMkLst>
          <pc:docMk/>
          <pc:sldMk cId="1097697577" sldId="323"/>
        </pc:sldMkLst>
        <pc:spChg chg="mod">
          <ac:chgData name="國峰 黃" userId="07d7d89e1f669cb9" providerId="LiveId" clId="{63381159-AF27-4007-98E4-C86A851EF65F}" dt="2018-06-05T09:41:25.061" v="509" actId="20577"/>
          <ac:spMkLst>
            <pc:docMk/>
            <pc:sldMk cId="1097697577" sldId="323"/>
            <ac:spMk id="8" creationId="{43667D7B-7DE2-47CF-8F69-A57ED98BFE1C}"/>
          </ac:spMkLst>
        </pc:spChg>
        <pc:cxnChg chg="add mod">
          <ac:chgData name="國峰 黃" userId="07d7d89e1f669cb9" providerId="LiveId" clId="{63381159-AF27-4007-98E4-C86A851EF65F}" dt="2018-06-05T09:40:57.045" v="506" actId="1076"/>
          <ac:cxnSpMkLst>
            <pc:docMk/>
            <pc:sldMk cId="1097697577" sldId="323"/>
            <ac:cxnSpMk id="21" creationId="{6AABF980-8448-43B0-827F-B009BC7648C2}"/>
          </ac:cxnSpMkLst>
        </pc:cxnChg>
        <pc:cxnChg chg="add del mod">
          <ac:chgData name="國峰 黃" userId="07d7d89e1f669cb9" providerId="LiveId" clId="{63381159-AF27-4007-98E4-C86A851EF65F}" dt="2018-06-05T09:46:58.337" v="554" actId="478"/>
          <ac:cxnSpMkLst>
            <pc:docMk/>
            <pc:sldMk cId="1097697577" sldId="323"/>
            <ac:cxnSpMk id="23" creationId="{B0C20ABA-BDD1-4C61-862D-A3A1DB6AFC1B}"/>
          </ac:cxnSpMkLst>
        </pc:cxnChg>
      </pc:sldChg>
      <pc:sldChg chg="addSp delSp modSp add del">
        <pc:chgData name="國峰 黃" userId="07d7d89e1f669cb9" providerId="LiveId" clId="{63381159-AF27-4007-98E4-C86A851EF65F}" dt="2018-06-05T10:00:24.696" v="642" actId="2696"/>
        <pc:sldMkLst>
          <pc:docMk/>
          <pc:sldMk cId="2524713130" sldId="324"/>
        </pc:sldMkLst>
        <pc:spChg chg="mod">
          <ac:chgData name="國峰 黃" userId="07d7d89e1f669cb9" providerId="LiveId" clId="{63381159-AF27-4007-98E4-C86A851EF65F}" dt="2018-06-05T09:42:59.655" v="532" actId="20577"/>
          <ac:spMkLst>
            <pc:docMk/>
            <pc:sldMk cId="2524713130" sldId="324"/>
            <ac:spMk id="8" creationId="{43667D7B-7DE2-47CF-8F69-A57ED98BFE1C}"/>
          </ac:spMkLst>
        </pc:spChg>
        <pc:cxnChg chg="add mod">
          <ac:chgData name="國峰 黃" userId="07d7d89e1f669cb9" providerId="LiveId" clId="{63381159-AF27-4007-98E4-C86A851EF65F}" dt="2018-06-05T09:41:40.715" v="512" actId="1076"/>
          <ac:cxnSpMkLst>
            <pc:docMk/>
            <pc:sldMk cId="2524713130" sldId="324"/>
            <ac:cxnSpMk id="23" creationId="{8C92AC6F-82A8-4FE4-AA93-4BA5780D5005}"/>
          </ac:cxnSpMkLst>
        </pc:cxnChg>
        <pc:cxnChg chg="add mod">
          <ac:chgData name="國峰 黃" userId="07d7d89e1f669cb9" providerId="LiveId" clId="{63381159-AF27-4007-98E4-C86A851EF65F}" dt="2018-06-05T09:41:45.705" v="515" actId="14100"/>
          <ac:cxnSpMkLst>
            <pc:docMk/>
            <pc:sldMk cId="2524713130" sldId="324"/>
            <ac:cxnSpMk id="24" creationId="{53F3D15B-2AF4-40A0-8B2F-D5489EF59BDB}"/>
          </ac:cxnSpMkLst>
        </pc:cxnChg>
        <pc:cxnChg chg="add mod">
          <ac:chgData name="國峰 黃" userId="07d7d89e1f669cb9" providerId="LiveId" clId="{63381159-AF27-4007-98E4-C86A851EF65F}" dt="2018-06-05T09:43:33.969" v="535" actId="14100"/>
          <ac:cxnSpMkLst>
            <pc:docMk/>
            <pc:sldMk cId="2524713130" sldId="324"/>
            <ac:cxnSpMk id="26" creationId="{D68DC395-EE70-445A-883D-4E55CCF3EAEA}"/>
          </ac:cxnSpMkLst>
        </pc:cxnChg>
        <pc:cxnChg chg="add del mod">
          <ac:chgData name="國峰 黃" userId="07d7d89e1f669cb9" providerId="LiveId" clId="{63381159-AF27-4007-98E4-C86A851EF65F}" dt="2018-06-05T09:47:00.125" v="555" actId="478"/>
          <ac:cxnSpMkLst>
            <pc:docMk/>
            <pc:sldMk cId="2524713130" sldId="324"/>
            <ac:cxnSpMk id="28" creationId="{3632CFF4-E89B-4225-924B-3FDE5285F570}"/>
          </ac:cxnSpMkLst>
        </pc:cxnChg>
      </pc:sldChg>
      <pc:sldChg chg="addSp delSp modSp add">
        <pc:chgData name="國峰 黃" userId="07d7d89e1f669cb9" providerId="LiveId" clId="{63381159-AF27-4007-98E4-C86A851EF65F}" dt="2018-06-05T09:58:28.103" v="622" actId="478"/>
        <pc:sldMkLst>
          <pc:docMk/>
          <pc:sldMk cId="3553391544" sldId="325"/>
        </pc:sldMkLst>
        <pc:spChg chg="mod">
          <ac:chgData name="國峰 黃" userId="07d7d89e1f669cb9" providerId="LiveId" clId="{63381159-AF27-4007-98E4-C86A851EF65F}" dt="2018-06-05T09:49:57.697" v="567" actId="20577"/>
          <ac:spMkLst>
            <pc:docMk/>
            <pc:sldMk cId="3553391544" sldId="325"/>
            <ac:spMk id="8" creationId="{43667D7B-7DE2-47CF-8F69-A57ED98BFE1C}"/>
          </ac:spMkLst>
        </pc:spChg>
        <pc:cxnChg chg="del">
          <ac:chgData name="國峰 黃" userId="07d7d89e1f669cb9" providerId="LiveId" clId="{63381159-AF27-4007-98E4-C86A851EF65F}" dt="2018-06-05T09:58:28.103" v="622" actId="478"/>
          <ac:cxnSpMkLst>
            <pc:docMk/>
            <pc:sldMk cId="3553391544" sldId="325"/>
            <ac:cxnSpMk id="11" creationId="{FB7C3A0C-86F9-4E2A-9D9C-CF3B3D07ABA3}"/>
          </ac:cxnSpMkLst>
        </pc:cxnChg>
        <pc:cxnChg chg="del">
          <ac:chgData name="國峰 黃" userId="07d7d89e1f669cb9" providerId="LiveId" clId="{63381159-AF27-4007-98E4-C86A851EF65F}" dt="2018-06-05T09:57:04.269" v="613" actId="478"/>
          <ac:cxnSpMkLst>
            <pc:docMk/>
            <pc:sldMk cId="3553391544" sldId="325"/>
            <ac:cxnSpMk id="13" creationId="{ABC81240-9D4E-49F1-9DD1-B1BE76029468}"/>
          </ac:cxnSpMkLst>
        </pc:cxnChg>
        <pc:cxnChg chg="del">
          <ac:chgData name="國峰 黃" userId="07d7d89e1f669cb9" providerId="LiveId" clId="{63381159-AF27-4007-98E4-C86A851EF65F}" dt="2018-06-05T09:55:38.349" v="607" actId="478"/>
          <ac:cxnSpMkLst>
            <pc:docMk/>
            <pc:sldMk cId="3553391544" sldId="325"/>
            <ac:cxnSpMk id="14" creationId="{FE892698-E690-435E-973A-7FA97B59C52F}"/>
          </ac:cxnSpMkLst>
        </pc:cxnChg>
        <pc:cxnChg chg="del">
          <ac:chgData name="國峰 黃" userId="07d7d89e1f669cb9" providerId="LiveId" clId="{63381159-AF27-4007-98E4-C86A851EF65F}" dt="2018-06-05T09:55:37.803" v="606" actId="478"/>
          <ac:cxnSpMkLst>
            <pc:docMk/>
            <pc:sldMk cId="3553391544" sldId="325"/>
            <ac:cxnSpMk id="16" creationId="{17A9F9F6-BE30-4CD8-A269-9C3A0C9B0225}"/>
          </ac:cxnSpMkLst>
        </pc:cxnChg>
        <pc:cxnChg chg="add mod">
          <ac:chgData name="國峰 黃" userId="07d7d89e1f669cb9" providerId="LiveId" clId="{63381159-AF27-4007-98E4-C86A851EF65F}" dt="2018-06-05T09:50:35.780" v="570" actId="14100"/>
          <ac:cxnSpMkLst>
            <pc:docMk/>
            <pc:sldMk cId="3553391544" sldId="325"/>
            <ac:cxnSpMk id="17" creationId="{3E69A8BD-1881-4882-AC7E-0C487D8DC24E}"/>
          </ac:cxnSpMkLst>
        </pc:cxnChg>
      </pc:sldChg>
      <pc:sldChg chg="addSp delSp modSp add del">
        <pc:chgData name="國峰 黃" userId="07d7d89e1f669cb9" providerId="LiveId" clId="{63381159-AF27-4007-98E4-C86A851EF65F}" dt="2018-06-05T10:00:42.694" v="651" actId="2696"/>
        <pc:sldMkLst>
          <pc:docMk/>
          <pc:sldMk cId="2128577786" sldId="326"/>
        </pc:sldMkLst>
        <pc:spChg chg="mod">
          <ac:chgData name="國峰 黃" userId="07d7d89e1f669cb9" providerId="LiveId" clId="{63381159-AF27-4007-98E4-C86A851EF65F}" dt="2018-06-05T10:00:12.163" v="640" actId="6549"/>
          <ac:spMkLst>
            <pc:docMk/>
            <pc:sldMk cId="2128577786" sldId="326"/>
            <ac:spMk id="3" creationId="{7EA8248B-CF22-4D53-BD43-208C1FD8B188}"/>
          </ac:spMkLst>
        </pc:spChg>
        <pc:spChg chg="mod">
          <ac:chgData name="國峰 黃" userId="07d7d89e1f669cb9" providerId="LiveId" clId="{63381159-AF27-4007-98E4-C86A851EF65F}" dt="2018-06-05T09:53:23.256" v="601" actId="20577"/>
          <ac:spMkLst>
            <pc:docMk/>
            <pc:sldMk cId="2128577786" sldId="326"/>
            <ac:spMk id="8" creationId="{43667D7B-7DE2-47CF-8F69-A57ED98BFE1C}"/>
          </ac:spMkLst>
        </pc:spChg>
        <pc:cxnChg chg="del mod">
          <ac:chgData name="國峰 黃" userId="07d7d89e1f669cb9" providerId="LiveId" clId="{63381159-AF27-4007-98E4-C86A851EF65F}" dt="2018-06-05T09:58:34.869" v="623" actId="478"/>
          <ac:cxnSpMkLst>
            <pc:docMk/>
            <pc:sldMk cId="2128577786" sldId="326"/>
            <ac:cxnSpMk id="11" creationId="{FB7C3A0C-86F9-4E2A-9D9C-CF3B3D07ABA3}"/>
          </ac:cxnSpMkLst>
        </pc:cxnChg>
        <pc:cxnChg chg="del mod">
          <ac:chgData name="國峰 黃" userId="07d7d89e1f669cb9" providerId="LiveId" clId="{63381159-AF27-4007-98E4-C86A851EF65F}" dt="2018-06-05T10:00:13.089" v="641" actId="478"/>
          <ac:cxnSpMkLst>
            <pc:docMk/>
            <pc:sldMk cId="2128577786" sldId="326"/>
            <ac:cxnSpMk id="12" creationId="{51516FFF-2AF6-4752-9AFB-AE5D6F335873}"/>
          </ac:cxnSpMkLst>
        </pc:cxnChg>
        <pc:cxnChg chg="del">
          <ac:chgData name="國峰 黃" userId="07d7d89e1f669cb9" providerId="LiveId" clId="{63381159-AF27-4007-98E4-C86A851EF65F}" dt="2018-06-05T09:57:12.412" v="615" actId="478"/>
          <ac:cxnSpMkLst>
            <pc:docMk/>
            <pc:sldMk cId="2128577786" sldId="326"/>
            <ac:cxnSpMk id="13" creationId="{ABC81240-9D4E-49F1-9DD1-B1BE76029468}"/>
          </ac:cxnSpMkLst>
        </pc:cxnChg>
        <pc:cxnChg chg="del">
          <ac:chgData name="國峰 黃" userId="07d7d89e1f669cb9" providerId="LiveId" clId="{63381159-AF27-4007-98E4-C86A851EF65F}" dt="2018-06-05T09:55:48.756" v="609" actId="478"/>
          <ac:cxnSpMkLst>
            <pc:docMk/>
            <pc:sldMk cId="2128577786" sldId="326"/>
            <ac:cxnSpMk id="14" creationId="{FE892698-E690-435E-973A-7FA97B59C52F}"/>
          </ac:cxnSpMkLst>
        </pc:cxnChg>
        <pc:cxnChg chg="del">
          <ac:chgData name="國峰 黃" userId="07d7d89e1f669cb9" providerId="LiveId" clId="{63381159-AF27-4007-98E4-C86A851EF65F}" dt="2018-06-05T09:55:47.834" v="608" actId="478"/>
          <ac:cxnSpMkLst>
            <pc:docMk/>
            <pc:sldMk cId="2128577786" sldId="326"/>
            <ac:cxnSpMk id="16" creationId="{17A9F9F6-BE30-4CD8-A269-9C3A0C9B0225}"/>
          </ac:cxnSpMkLst>
        </pc:cxnChg>
        <pc:cxnChg chg="add del mod">
          <ac:chgData name="國峰 黃" userId="07d7d89e1f669cb9" providerId="LiveId" clId="{63381159-AF27-4007-98E4-C86A851EF65F}" dt="2018-06-05T09:50:50.319" v="575"/>
          <ac:cxnSpMkLst>
            <pc:docMk/>
            <pc:sldMk cId="2128577786" sldId="326"/>
            <ac:cxnSpMk id="18" creationId="{020FEAA0-FD4B-46FF-8CB1-119FFDCF7B87}"/>
          </ac:cxnSpMkLst>
        </pc:cxnChg>
        <pc:cxnChg chg="add mod">
          <ac:chgData name="國峰 黃" userId="07d7d89e1f669cb9" providerId="LiveId" clId="{63381159-AF27-4007-98E4-C86A851EF65F}" dt="2018-06-05T09:53:04.900" v="594" actId="14100"/>
          <ac:cxnSpMkLst>
            <pc:docMk/>
            <pc:sldMk cId="2128577786" sldId="326"/>
            <ac:cxnSpMk id="19" creationId="{AE23B8C8-881D-4B08-8D59-4E7EECB0DED8}"/>
          </ac:cxnSpMkLst>
        </pc:cxnChg>
        <pc:cxnChg chg="add mod">
          <ac:chgData name="國峰 黃" userId="07d7d89e1f669cb9" providerId="LiveId" clId="{63381159-AF27-4007-98E4-C86A851EF65F}" dt="2018-06-05T09:51:33.479" v="587" actId="14100"/>
          <ac:cxnSpMkLst>
            <pc:docMk/>
            <pc:sldMk cId="2128577786" sldId="326"/>
            <ac:cxnSpMk id="21" creationId="{8AFFF6D8-77DC-4A30-9011-97A05F9EE064}"/>
          </ac:cxnSpMkLst>
        </pc:cxnChg>
      </pc:sldChg>
      <pc:sldChg chg="addSp modSp add">
        <pc:chgData name="國峰 黃" userId="07d7d89e1f669cb9" providerId="LiveId" clId="{63381159-AF27-4007-98E4-C86A851EF65F}" dt="2018-06-05T10:02:41.212" v="681" actId="20577"/>
        <pc:sldMkLst>
          <pc:docMk/>
          <pc:sldMk cId="2650279340" sldId="326"/>
        </pc:sldMkLst>
        <pc:spChg chg="mod">
          <ac:chgData name="國峰 黃" userId="07d7d89e1f669cb9" providerId="LiveId" clId="{63381159-AF27-4007-98E4-C86A851EF65F}" dt="2018-06-05T10:02:41.212" v="681" actId="20577"/>
          <ac:spMkLst>
            <pc:docMk/>
            <pc:sldMk cId="2650279340" sldId="326"/>
            <ac:spMk id="8" creationId="{43667D7B-7DE2-47CF-8F69-A57ED98BFE1C}"/>
          </ac:spMkLst>
        </pc:spChg>
        <pc:cxnChg chg="mod">
          <ac:chgData name="國峰 黃" userId="07d7d89e1f669cb9" providerId="LiveId" clId="{63381159-AF27-4007-98E4-C86A851EF65F}" dt="2018-06-05T10:00:54.694" v="653" actId="1076"/>
          <ac:cxnSpMkLst>
            <pc:docMk/>
            <pc:sldMk cId="2650279340" sldId="326"/>
            <ac:cxnSpMk id="12" creationId="{51516FFF-2AF6-4752-9AFB-AE5D6F335873}"/>
          </ac:cxnSpMkLst>
        </pc:cxnChg>
        <pc:cxnChg chg="add mod">
          <ac:chgData name="國峰 黃" userId="07d7d89e1f669cb9" providerId="LiveId" clId="{63381159-AF27-4007-98E4-C86A851EF65F}" dt="2018-06-05T10:01:39.759" v="663" actId="14100"/>
          <ac:cxnSpMkLst>
            <pc:docMk/>
            <pc:sldMk cId="2650279340" sldId="326"/>
            <ac:cxnSpMk id="13" creationId="{9CB89F75-7809-4D95-BE4E-B9D75E894227}"/>
          </ac:cxnSpMkLst>
        </pc:cxnChg>
        <pc:cxnChg chg="add mod">
          <ac:chgData name="國峰 黃" userId="07d7d89e1f669cb9" providerId="LiveId" clId="{63381159-AF27-4007-98E4-C86A851EF65F}" dt="2018-06-05T10:01:49.913" v="666" actId="14100"/>
          <ac:cxnSpMkLst>
            <pc:docMk/>
            <pc:sldMk cId="2650279340" sldId="326"/>
            <ac:cxnSpMk id="16" creationId="{92934D5D-D869-434B-AC3F-CD0F277080F2}"/>
          </ac:cxnSpMkLst>
        </pc:cxnChg>
      </pc:sldChg>
      <pc:sldChg chg="addSp delSp modSp add del">
        <pc:chgData name="國峰 黃" userId="07d7d89e1f669cb9" providerId="LiveId" clId="{63381159-AF27-4007-98E4-C86A851EF65F}" dt="2018-06-05T10:02:26.475" v="678" actId="2696"/>
        <pc:sldMkLst>
          <pc:docMk/>
          <pc:sldMk cId="1932840810" sldId="327"/>
        </pc:sldMkLst>
        <pc:cxnChg chg="add del mod">
          <ac:chgData name="國峰 黃" userId="07d7d89e1f669cb9" providerId="LiveId" clId="{63381159-AF27-4007-98E4-C86A851EF65F}" dt="2018-06-05T10:01:19.274" v="660"/>
          <ac:cxnSpMkLst>
            <pc:docMk/>
            <pc:sldMk cId="1932840810" sldId="327"/>
            <ac:cxnSpMk id="13" creationId="{E8FF7498-3625-47DB-A97E-E43EABA4BCC2}"/>
          </ac:cxnSpMkLst>
        </pc:cxnChg>
      </pc:sldChg>
      <pc:sldChg chg="addSp delSp modSp add">
        <pc:chgData name="國峰 黃" userId="07d7d89e1f669cb9" providerId="LiveId" clId="{63381159-AF27-4007-98E4-C86A851EF65F}" dt="2018-06-05T10:04:45.478" v="720" actId="20577"/>
        <pc:sldMkLst>
          <pc:docMk/>
          <pc:sldMk cId="2323250931" sldId="327"/>
        </pc:sldMkLst>
        <pc:spChg chg="mod">
          <ac:chgData name="國峰 黃" userId="07d7d89e1f669cb9" providerId="LiveId" clId="{63381159-AF27-4007-98E4-C86A851EF65F}" dt="2018-06-05T10:04:45.478" v="720" actId="20577"/>
          <ac:spMkLst>
            <pc:docMk/>
            <pc:sldMk cId="2323250931" sldId="327"/>
            <ac:spMk id="8" creationId="{43667D7B-7DE2-47CF-8F69-A57ED98BFE1C}"/>
          </ac:spMkLst>
        </pc:spChg>
        <pc:cxnChg chg="del">
          <ac:chgData name="國峰 黃" userId="07d7d89e1f669cb9" providerId="LiveId" clId="{63381159-AF27-4007-98E4-C86A851EF65F}" dt="2018-06-05T10:03:02.850" v="688" actId="478"/>
          <ac:cxnSpMkLst>
            <pc:docMk/>
            <pc:sldMk cId="2323250931" sldId="327"/>
            <ac:cxnSpMk id="13" creationId="{9CB89F75-7809-4D95-BE4E-B9D75E894227}"/>
          </ac:cxnSpMkLst>
        </pc:cxnChg>
        <pc:cxnChg chg="del">
          <ac:chgData name="國峰 黃" userId="07d7d89e1f669cb9" providerId="LiveId" clId="{63381159-AF27-4007-98E4-C86A851EF65F}" dt="2018-06-05T10:03:03.757" v="689" actId="478"/>
          <ac:cxnSpMkLst>
            <pc:docMk/>
            <pc:sldMk cId="2323250931" sldId="327"/>
            <ac:cxnSpMk id="16" creationId="{92934D5D-D869-434B-AC3F-CD0F277080F2}"/>
          </ac:cxnSpMkLst>
        </pc:cxnChg>
        <pc:cxnChg chg="add mod">
          <ac:chgData name="國峰 黃" userId="07d7d89e1f669cb9" providerId="LiveId" clId="{63381159-AF27-4007-98E4-C86A851EF65F}" dt="2018-06-05T10:02:51.588" v="685" actId="14100"/>
          <ac:cxnSpMkLst>
            <pc:docMk/>
            <pc:sldMk cId="2323250931" sldId="327"/>
            <ac:cxnSpMk id="18" creationId="{73F25CFD-875F-43E7-93B5-CE613593CFC0}"/>
          </ac:cxnSpMkLst>
        </pc:cxnChg>
      </pc:sldChg>
      <pc:sldChg chg="addSp delSp modSp add del">
        <pc:chgData name="國峰 黃" userId="07d7d89e1f669cb9" providerId="LiveId" clId="{63381159-AF27-4007-98E4-C86A851EF65F}" dt="2018-06-05T10:00:27.763" v="649" actId="2696"/>
        <pc:sldMkLst>
          <pc:docMk/>
          <pc:sldMk cId="2819823363" sldId="327"/>
        </pc:sldMkLst>
        <pc:spChg chg="mod">
          <ac:chgData name="國峰 黃" userId="07d7d89e1f669cb9" providerId="LiveId" clId="{63381159-AF27-4007-98E4-C86A851EF65F}" dt="2018-06-05T09:59:41.700" v="631" actId="20577"/>
          <ac:spMkLst>
            <pc:docMk/>
            <pc:sldMk cId="2819823363" sldId="327"/>
            <ac:spMk id="8" creationId="{43667D7B-7DE2-47CF-8F69-A57ED98BFE1C}"/>
          </ac:spMkLst>
        </pc:spChg>
        <pc:cxnChg chg="del">
          <ac:chgData name="國峰 黃" userId="07d7d89e1f669cb9" providerId="LiveId" clId="{63381159-AF27-4007-98E4-C86A851EF65F}" dt="2018-06-05T09:59:31.381" v="630" actId="478"/>
          <ac:cxnSpMkLst>
            <pc:docMk/>
            <pc:sldMk cId="2819823363" sldId="327"/>
            <ac:cxnSpMk id="10" creationId="{DC2CB12A-8E54-4C34-B3AF-5782061D950A}"/>
          </ac:cxnSpMkLst>
        </pc:cxnChg>
        <pc:cxnChg chg="del">
          <ac:chgData name="國峰 黃" userId="07d7d89e1f669cb9" providerId="LiveId" clId="{63381159-AF27-4007-98E4-C86A851EF65F}" dt="2018-06-05T09:59:03.928" v="625" actId="478"/>
          <ac:cxnSpMkLst>
            <pc:docMk/>
            <pc:sldMk cId="2819823363" sldId="327"/>
            <ac:cxnSpMk id="11" creationId="{FB7C3A0C-86F9-4E2A-9D9C-CF3B3D07ABA3}"/>
          </ac:cxnSpMkLst>
        </pc:cxnChg>
        <pc:cxnChg chg="del">
          <ac:chgData name="國峰 黃" userId="07d7d89e1f669cb9" providerId="LiveId" clId="{63381159-AF27-4007-98E4-C86A851EF65F}" dt="2018-06-05T09:59:30.486" v="629" actId="478"/>
          <ac:cxnSpMkLst>
            <pc:docMk/>
            <pc:sldMk cId="2819823363" sldId="327"/>
            <ac:cxnSpMk id="12" creationId="{51516FFF-2AF6-4752-9AFB-AE5D6F335873}"/>
          </ac:cxnSpMkLst>
        </pc:cxnChg>
        <pc:cxnChg chg="add mod">
          <ac:chgData name="國峰 黃" userId="07d7d89e1f669cb9" providerId="LiveId" clId="{63381159-AF27-4007-98E4-C86A851EF65F}" dt="2018-06-05T09:58:02.007" v="619" actId="14100"/>
          <ac:cxnSpMkLst>
            <pc:docMk/>
            <pc:sldMk cId="2819823363" sldId="327"/>
            <ac:cxnSpMk id="16" creationId="{32743016-B280-403F-851E-F653FDB56522}"/>
          </ac:cxnSpMkLst>
        </pc:cxnChg>
        <pc:cxnChg chg="add mod">
          <ac:chgData name="國峰 黃" userId="07d7d89e1f669cb9" providerId="LiveId" clId="{63381159-AF27-4007-98E4-C86A851EF65F}" dt="2018-06-05T09:59:27.712" v="628" actId="14100"/>
          <ac:cxnSpMkLst>
            <pc:docMk/>
            <pc:sldMk cId="2819823363" sldId="327"/>
            <ac:cxnSpMk id="18" creationId="{0EDD5FE9-FCBD-4DE4-A487-3FDF4A8ABCD0}"/>
          </ac:cxnSpMkLst>
        </pc:cxnChg>
        <pc:cxnChg chg="del">
          <ac:chgData name="國峰 黃" userId="07d7d89e1f669cb9" providerId="LiveId" clId="{63381159-AF27-4007-98E4-C86A851EF65F}" dt="2018-06-05T09:58:10.943" v="621" actId="478"/>
          <ac:cxnSpMkLst>
            <pc:docMk/>
            <pc:sldMk cId="2819823363" sldId="327"/>
            <ac:cxnSpMk id="19" creationId="{AE23B8C8-881D-4B08-8D59-4E7EECB0DED8}"/>
          </ac:cxnSpMkLst>
        </pc:cxnChg>
        <pc:cxnChg chg="del">
          <ac:chgData name="國峰 黃" userId="07d7d89e1f669cb9" providerId="LiveId" clId="{63381159-AF27-4007-98E4-C86A851EF65F}" dt="2018-06-05T09:58:07.131" v="620" actId="478"/>
          <ac:cxnSpMkLst>
            <pc:docMk/>
            <pc:sldMk cId="2819823363" sldId="327"/>
            <ac:cxnSpMk id="21" creationId="{8AFFF6D8-77DC-4A30-9011-97A05F9EE064}"/>
          </ac:cxnSpMkLst>
        </pc:cxnChg>
      </pc:sldChg>
      <pc:sldChg chg="addSp delSp modSp add del">
        <pc:chgData name="國峰 黃" userId="07d7d89e1f669cb9" providerId="LiveId" clId="{63381159-AF27-4007-98E4-C86A851EF65F}" dt="2018-06-05T10:00:28.162" v="650" actId="2696"/>
        <pc:sldMkLst>
          <pc:docMk/>
          <pc:sldMk cId="711013465" sldId="328"/>
        </pc:sldMkLst>
        <pc:cxnChg chg="del">
          <ac:chgData name="國峰 黃" userId="07d7d89e1f669cb9" providerId="LiveId" clId="{63381159-AF27-4007-98E4-C86A851EF65F}" dt="2018-06-05T10:00:07.431" v="638" actId="478"/>
          <ac:cxnSpMkLst>
            <pc:docMk/>
            <pc:sldMk cId="711013465" sldId="328"/>
            <ac:cxnSpMk id="12" creationId="{51516FFF-2AF6-4752-9AFB-AE5D6F335873}"/>
          </ac:cxnSpMkLst>
        </pc:cxnChg>
        <pc:cxnChg chg="add mod">
          <ac:chgData name="國峰 黃" userId="07d7d89e1f669cb9" providerId="LiveId" clId="{63381159-AF27-4007-98E4-C86A851EF65F}" dt="2018-06-05T10:00:03.884" v="635" actId="14100"/>
          <ac:cxnSpMkLst>
            <pc:docMk/>
            <pc:sldMk cId="711013465" sldId="328"/>
            <ac:cxnSpMk id="16" creationId="{AA0955B7-FDAC-4490-B503-A86DB392197D}"/>
          </ac:cxnSpMkLst>
        </pc:cxnChg>
        <pc:cxnChg chg="del">
          <ac:chgData name="國峰 黃" userId="07d7d89e1f669cb9" providerId="LiveId" clId="{63381159-AF27-4007-98E4-C86A851EF65F}" dt="2018-06-05T10:00:05.478" v="637" actId="478"/>
          <ac:cxnSpMkLst>
            <pc:docMk/>
            <pc:sldMk cId="711013465" sldId="328"/>
            <ac:cxnSpMk id="19" creationId="{AE23B8C8-881D-4B08-8D59-4E7EECB0DED8}"/>
          </ac:cxnSpMkLst>
        </pc:cxnChg>
        <pc:cxnChg chg="del">
          <ac:chgData name="國峰 黃" userId="07d7d89e1f669cb9" providerId="LiveId" clId="{63381159-AF27-4007-98E4-C86A851EF65F}" dt="2018-06-05T10:00:04.947" v="636" actId="478"/>
          <ac:cxnSpMkLst>
            <pc:docMk/>
            <pc:sldMk cId="711013465" sldId="328"/>
            <ac:cxnSpMk id="21" creationId="{8AFFF6D8-77DC-4A30-9011-97A05F9EE064}"/>
          </ac:cxnSpMkLst>
        </pc:cxnChg>
      </pc:sldChg>
      <pc:sldChg chg="addSp delSp modSp add">
        <pc:chgData name="國峰 黃" userId="07d7d89e1f669cb9" providerId="LiveId" clId="{63381159-AF27-4007-98E4-C86A851EF65F}" dt="2018-06-05T10:05:45.679" v="729" actId="20577"/>
        <pc:sldMkLst>
          <pc:docMk/>
          <pc:sldMk cId="1240605290" sldId="328"/>
        </pc:sldMkLst>
        <pc:spChg chg="mod">
          <ac:chgData name="國峰 黃" userId="07d7d89e1f669cb9" providerId="LiveId" clId="{63381159-AF27-4007-98E4-C86A851EF65F}" dt="2018-06-05T10:05:45.679" v="729" actId="20577"/>
          <ac:spMkLst>
            <pc:docMk/>
            <pc:sldMk cId="1240605290" sldId="328"/>
            <ac:spMk id="8" creationId="{43667D7B-7DE2-47CF-8F69-A57ED98BFE1C}"/>
          </ac:spMkLst>
        </pc:spChg>
        <pc:cxnChg chg="del">
          <ac:chgData name="國峰 黃" userId="07d7d89e1f669cb9" providerId="LiveId" clId="{63381159-AF27-4007-98E4-C86A851EF65F}" dt="2018-06-05T10:03:29.534" v="695" actId="478"/>
          <ac:cxnSpMkLst>
            <pc:docMk/>
            <pc:sldMk cId="1240605290" sldId="328"/>
            <ac:cxnSpMk id="10" creationId="{DC2CB12A-8E54-4C34-B3AF-5782061D950A}"/>
          </ac:cxnSpMkLst>
        </pc:cxnChg>
        <pc:cxnChg chg="del">
          <ac:chgData name="國峰 黃" userId="07d7d89e1f669cb9" providerId="LiveId" clId="{63381159-AF27-4007-98E4-C86A851EF65F}" dt="2018-06-05T10:03:15.760" v="691" actId="478"/>
          <ac:cxnSpMkLst>
            <pc:docMk/>
            <pc:sldMk cId="1240605290" sldId="328"/>
            <ac:cxnSpMk id="12" creationId="{51516FFF-2AF6-4752-9AFB-AE5D6F335873}"/>
          </ac:cxnSpMkLst>
        </pc:cxnChg>
        <pc:cxnChg chg="add mod">
          <ac:chgData name="國峰 黃" userId="07d7d89e1f669cb9" providerId="LiveId" clId="{63381159-AF27-4007-98E4-C86A851EF65F}" dt="2018-06-05T10:03:20.900" v="694" actId="14100"/>
          <ac:cxnSpMkLst>
            <pc:docMk/>
            <pc:sldMk cId="1240605290" sldId="328"/>
            <ac:cxnSpMk id="14" creationId="{A680DAA8-811A-43A9-8380-FFB9BB2FA232}"/>
          </ac:cxnSpMkLst>
        </pc:cxnChg>
      </pc:sldChg>
      <pc:sldChg chg="modSp add">
        <pc:chgData name="國峰 黃" userId="07d7d89e1f669cb9" providerId="LiveId" clId="{63381159-AF27-4007-98E4-C86A851EF65F}" dt="2018-06-05T10:05:51.792" v="733" actId="20577"/>
        <pc:sldMkLst>
          <pc:docMk/>
          <pc:sldMk cId="2228032836" sldId="329"/>
        </pc:sldMkLst>
        <pc:spChg chg="mod">
          <ac:chgData name="國峰 黃" userId="07d7d89e1f669cb9" providerId="LiveId" clId="{63381159-AF27-4007-98E4-C86A851EF65F}" dt="2018-06-05T10:05:51.792" v="733" actId="20577"/>
          <ac:spMkLst>
            <pc:docMk/>
            <pc:sldMk cId="2228032836" sldId="329"/>
            <ac:spMk id="8" creationId="{43667D7B-7DE2-47CF-8F69-A57ED98BFE1C}"/>
          </ac:spMkLst>
        </pc:spChg>
        <pc:cxnChg chg="mod">
          <ac:chgData name="國峰 黃" userId="07d7d89e1f669cb9" providerId="LiveId" clId="{63381159-AF27-4007-98E4-C86A851EF65F}" dt="2018-06-05T10:03:51.412" v="697" actId="1076"/>
          <ac:cxnSpMkLst>
            <pc:docMk/>
            <pc:sldMk cId="2228032836" sldId="329"/>
            <ac:cxnSpMk id="9" creationId="{76BBAED6-7E9B-4B12-986E-5AE389C4E145}"/>
          </ac:cxnSpMkLst>
        </pc:cxnChg>
      </pc:sldChg>
      <pc:sldChg chg="addSp modSp add">
        <pc:chgData name="國峰 黃" userId="07d7d89e1f669cb9" providerId="LiveId" clId="{63381159-AF27-4007-98E4-C86A851EF65F}" dt="2018-06-05T10:06:52.962" v="751" actId="20577"/>
        <pc:sldMkLst>
          <pc:docMk/>
          <pc:sldMk cId="1614394585" sldId="330"/>
        </pc:sldMkLst>
        <pc:spChg chg="mod">
          <ac:chgData name="國峰 黃" userId="07d7d89e1f669cb9" providerId="LiveId" clId="{63381159-AF27-4007-98E4-C86A851EF65F}" dt="2018-06-05T10:06:52.962" v="751" actId="20577"/>
          <ac:spMkLst>
            <pc:docMk/>
            <pc:sldMk cId="1614394585" sldId="330"/>
            <ac:spMk id="8" creationId="{43667D7B-7DE2-47CF-8F69-A57ED98BFE1C}"/>
          </ac:spMkLst>
        </pc:spChg>
        <pc:cxnChg chg="mod">
          <ac:chgData name="國峰 黃" userId="07d7d89e1f669cb9" providerId="LiveId" clId="{63381159-AF27-4007-98E4-C86A851EF65F}" dt="2018-06-05T10:06:06.678" v="736" actId="14100"/>
          <ac:cxnSpMkLst>
            <pc:docMk/>
            <pc:sldMk cId="1614394585" sldId="330"/>
            <ac:cxnSpMk id="7" creationId="{B4788ED2-40E1-4927-B8C7-3AB18E4F7F47}"/>
          </ac:cxnSpMkLst>
        </pc:cxnChg>
        <pc:cxnChg chg="mod">
          <ac:chgData name="國峰 黃" userId="07d7d89e1f669cb9" providerId="LiveId" clId="{63381159-AF27-4007-98E4-C86A851EF65F}" dt="2018-06-05T10:06:03.948" v="734" actId="14100"/>
          <ac:cxnSpMkLst>
            <pc:docMk/>
            <pc:sldMk cId="1614394585" sldId="330"/>
            <ac:cxnSpMk id="9" creationId="{76BBAED6-7E9B-4B12-986E-5AE389C4E145}"/>
          </ac:cxnSpMkLst>
        </pc:cxnChg>
        <pc:cxnChg chg="add mod">
          <ac:chgData name="國峰 黃" userId="07d7d89e1f669cb9" providerId="LiveId" clId="{63381159-AF27-4007-98E4-C86A851EF65F}" dt="2018-06-05T10:04:15.385" v="709" actId="14100"/>
          <ac:cxnSpMkLst>
            <pc:docMk/>
            <pc:sldMk cId="1614394585" sldId="330"/>
            <ac:cxnSpMk id="16" creationId="{BDE46094-C8A8-4815-9BEF-31A116D700A9}"/>
          </ac:cxnSpMkLst>
        </pc:cxnChg>
        <pc:cxnChg chg="add">
          <ac:chgData name="國峰 黃" userId="07d7d89e1f669cb9" providerId="LiveId" clId="{63381159-AF27-4007-98E4-C86A851EF65F}" dt="2018-06-05T10:04:29.207" v="712"/>
          <ac:cxnSpMkLst>
            <pc:docMk/>
            <pc:sldMk cId="1614394585" sldId="330"/>
            <ac:cxnSpMk id="19" creationId="{6B5A6483-E535-464C-882E-3039493B8F96}"/>
          </ac:cxnSpMkLst>
        </pc:cxnChg>
      </pc:sldChg>
      <pc:sldChg chg="modSp add">
        <pc:chgData name="國峰 黃" userId="07d7d89e1f669cb9" providerId="LiveId" clId="{63381159-AF27-4007-98E4-C86A851EF65F}" dt="2018-06-05T10:07:07.057" v="755" actId="20577"/>
        <pc:sldMkLst>
          <pc:docMk/>
          <pc:sldMk cId="1709756330" sldId="331"/>
        </pc:sldMkLst>
        <pc:spChg chg="mod">
          <ac:chgData name="國峰 黃" userId="07d7d89e1f669cb9" providerId="LiveId" clId="{63381159-AF27-4007-98E4-C86A851EF65F}" dt="2018-06-05T10:07:07.057" v="755" actId="20577"/>
          <ac:spMkLst>
            <pc:docMk/>
            <pc:sldMk cId="1709756330" sldId="331"/>
            <ac:spMk id="8" creationId="{43667D7B-7DE2-47CF-8F69-A57ED98BFE1C}"/>
          </ac:spMkLst>
        </pc:spChg>
        <pc:cxnChg chg="mod">
          <ac:chgData name="國峰 黃" userId="07d7d89e1f669cb9" providerId="LiveId" clId="{63381159-AF27-4007-98E4-C86A851EF65F}" dt="2018-06-05T10:07:03.963" v="753" actId="1076"/>
          <ac:cxnSpMkLst>
            <pc:docMk/>
            <pc:sldMk cId="1709756330" sldId="331"/>
            <ac:cxnSpMk id="16" creationId="{BDE46094-C8A8-4815-9BEF-31A116D700A9}"/>
          </ac:cxnSpMkLst>
        </pc:cxnChg>
      </pc:sldChg>
      <pc:sldChg chg="addSp delSp modSp add">
        <pc:chgData name="國峰 黃" userId="07d7d89e1f669cb9" providerId="LiveId" clId="{63381159-AF27-4007-98E4-C86A851EF65F}" dt="2018-06-05T10:07:33.744" v="765" actId="20577"/>
        <pc:sldMkLst>
          <pc:docMk/>
          <pc:sldMk cId="3261222491" sldId="332"/>
        </pc:sldMkLst>
        <pc:spChg chg="mod">
          <ac:chgData name="國峰 黃" userId="07d7d89e1f669cb9" providerId="LiveId" clId="{63381159-AF27-4007-98E4-C86A851EF65F}" dt="2018-06-05T10:07:33.744" v="765" actId="20577"/>
          <ac:spMkLst>
            <pc:docMk/>
            <pc:sldMk cId="3261222491" sldId="332"/>
            <ac:spMk id="8" creationId="{43667D7B-7DE2-47CF-8F69-A57ED98BFE1C}"/>
          </ac:spMkLst>
        </pc:spChg>
        <pc:cxnChg chg="del">
          <ac:chgData name="國峰 黃" userId="07d7d89e1f669cb9" providerId="LiveId" clId="{63381159-AF27-4007-98E4-C86A851EF65F}" dt="2018-06-05T10:07:16.600" v="758" actId="478"/>
          <ac:cxnSpMkLst>
            <pc:docMk/>
            <pc:sldMk cId="3261222491" sldId="332"/>
            <ac:cxnSpMk id="7" creationId="{B4788ED2-40E1-4927-B8C7-3AB18E4F7F47}"/>
          </ac:cxnSpMkLst>
        </pc:cxnChg>
        <pc:cxnChg chg="del">
          <ac:chgData name="國峰 黃" userId="07d7d89e1f669cb9" providerId="LiveId" clId="{63381159-AF27-4007-98E4-C86A851EF65F}" dt="2018-06-05T10:07:16.256" v="757" actId="478"/>
          <ac:cxnSpMkLst>
            <pc:docMk/>
            <pc:sldMk cId="3261222491" sldId="332"/>
            <ac:cxnSpMk id="16" creationId="{BDE46094-C8A8-4815-9BEF-31A116D700A9}"/>
          </ac:cxnSpMkLst>
        </pc:cxnChg>
        <pc:cxnChg chg="add mod">
          <ac:chgData name="國峰 黃" userId="07d7d89e1f669cb9" providerId="LiveId" clId="{63381159-AF27-4007-98E4-C86A851EF65F}" dt="2018-06-05T10:07:21.881" v="761" actId="14100"/>
          <ac:cxnSpMkLst>
            <pc:docMk/>
            <pc:sldMk cId="3261222491" sldId="332"/>
            <ac:cxnSpMk id="20" creationId="{18957A70-2C58-4669-B9EE-5381D90D4B9F}"/>
          </ac:cxnSpMkLst>
        </pc:cxnChg>
      </pc:sldChg>
      <pc:sldChg chg="modSp add">
        <pc:chgData name="國峰 黃" userId="07d7d89e1f669cb9" providerId="LiveId" clId="{63381159-AF27-4007-98E4-C86A851EF65F}" dt="2018-06-05T10:08:04.026" v="771" actId="20577"/>
        <pc:sldMkLst>
          <pc:docMk/>
          <pc:sldMk cId="1776689362" sldId="333"/>
        </pc:sldMkLst>
        <pc:spChg chg="mod">
          <ac:chgData name="國峰 黃" userId="07d7d89e1f669cb9" providerId="LiveId" clId="{63381159-AF27-4007-98E4-C86A851EF65F}" dt="2018-06-05T10:08:04.026" v="771" actId="20577"/>
          <ac:spMkLst>
            <pc:docMk/>
            <pc:sldMk cId="1776689362" sldId="333"/>
            <ac:spMk id="8" creationId="{43667D7B-7DE2-47CF-8F69-A57ED98BFE1C}"/>
          </ac:spMkLst>
        </pc:spChg>
        <pc:cxnChg chg="mod">
          <ac:chgData name="國峰 黃" userId="07d7d89e1f669cb9" providerId="LiveId" clId="{63381159-AF27-4007-98E4-C86A851EF65F}" dt="2018-06-05T10:08:00.850" v="767" actId="1076"/>
          <ac:cxnSpMkLst>
            <pc:docMk/>
            <pc:sldMk cId="1776689362" sldId="333"/>
            <ac:cxnSpMk id="9" creationId="{76BBAED6-7E9B-4B12-986E-5AE389C4E145}"/>
          </ac:cxnSpMkLst>
        </pc:cxnChg>
      </pc:sldChg>
      <pc:sldChg chg="modSp add">
        <pc:chgData name="國峰 黃" userId="07d7d89e1f669cb9" providerId="LiveId" clId="{63381159-AF27-4007-98E4-C86A851EF65F}" dt="2018-06-05T10:08:42.572" v="777" actId="20577"/>
        <pc:sldMkLst>
          <pc:docMk/>
          <pc:sldMk cId="613439087" sldId="334"/>
        </pc:sldMkLst>
        <pc:spChg chg="mod">
          <ac:chgData name="國峰 黃" userId="07d7d89e1f669cb9" providerId="LiveId" clId="{63381159-AF27-4007-98E4-C86A851EF65F}" dt="2018-06-05T10:08:42.572" v="777" actId="20577"/>
          <ac:spMkLst>
            <pc:docMk/>
            <pc:sldMk cId="613439087" sldId="334"/>
            <ac:spMk id="8" creationId="{43667D7B-7DE2-47CF-8F69-A57ED98BFE1C}"/>
          </ac:spMkLst>
        </pc:spChg>
        <pc:cxnChg chg="mod">
          <ac:chgData name="國峰 黃" userId="07d7d89e1f669cb9" providerId="LiveId" clId="{63381159-AF27-4007-98E4-C86A851EF65F}" dt="2018-06-05T10:08:37.835" v="773" actId="1076"/>
          <ac:cxnSpMkLst>
            <pc:docMk/>
            <pc:sldMk cId="613439087" sldId="334"/>
            <ac:cxnSpMk id="9" creationId="{76BBAED6-7E9B-4B12-986E-5AE389C4E145}"/>
          </ac:cxnSpMkLst>
        </pc:cxnChg>
      </pc:sldChg>
      <pc:sldChg chg="modSp add">
        <pc:chgData name="國峰 黃" userId="07d7d89e1f669cb9" providerId="LiveId" clId="{63381159-AF27-4007-98E4-C86A851EF65F}" dt="2018-06-05T10:10:41.384" v="794" actId="1076"/>
        <pc:sldMkLst>
          <pc:docMk/>
          <pc:sldMk cId="3390310178" sldId="335"/>
        </pc:sldMkLst>
        <pc:spChg chg="mod">
          <ac:chgData name="國峰 黃" userId="07d7d89e1f669cb9" providerId="LiveId" clId="{63381159-AF27-4007-98E4-C86A851EF65F}" dt="2018-06-05T10:08:48.806" v="780" actId="20577"/>
          <ac:spMkLst>
            <pc:docMk/>
            <pc:sldMk cId="3390310178" sldId="335"/>
            <ac:spMk id="8" creationId="{43667D7B-7DE2-47CF-8F69-A57ED98BFE1C}"/>
          </ac:spMkLst>
        </pc:spChg>
        <pc:cxnChg chg="mod">
          <ac:chgData name="國峰 黃" userId="07d7d89e1f669cb9" providerId="LiveId" clId="{63381159-AF27-4007-98E4-C86A851EF65F}" dt="2018-06-05T10:10:41.384" v="794" actId="1076"/>
          <ac:cxnSpMkLst>
            <pc:docMk/>
            <pc:sldMk cId="3390310178" sldId="335"/>
            <ac:cxnSpMk id="9" creationId="{76BBAED6-7E9B-4B12-986E-5AE389C4E145}"/>
          </ac:cxnSpMkLst>
        </pc:cxnChg>
      </pc:sldChg>
      <pc:sldChg chg="addSp delSp modSp add">
        <pc:chgData name="國峰 黃" userId="07d7d89e1f669cb9" providerId="LiveId" clId="{63381159-AF27-4007-98E4-C86A851EF65F}" dt="2018-06-05T10:11:35.087" v="798" actId="20577"/>
        <pc:sldMkLst>
          <pc:docMk/>
          <pc:sldMk cId="2355410583" sldId="336"/>
        </pc:sldMkLst>
        <pc:spChg chg="mod">
          <ac:chgData name="國峰 黃" userId="07d7d89e1f669cb9" providerId="LiveId" clId="{63381159-AF27-4007-98E4-C86A851EF65F}" dt="2018-06-05T10:11:35.087" v="798" actId="20577"/>
          <ac:spMkLst>
            <pc:docMk/>
            <pc:sldMk cId="2355410583" sldId="336"/>
            <ac:spMk id="8" creationId="{43667D7B-7DE2-47CF-8F69-A57ED98BFE1C}"/>
          </ac:spMkLst>
        </pc:spChg>
        <pc:cxnChg chg="del">
          <ac:chgData name="國峰 黃" userId="07d7d89e1f669cb9" providerId="LiveId" clId="{63381159-AF27-4007-98E4-C86A851EF65F}" dt="2018-06-05T10:08:56.444" v="782" actId="478"/>
          <ac:cxnSpMkLst>
            <pc:docMk/>
            <pc:sldMk cId="2355410583" sldId="336"/>
            <ac:cxnSpMk id="9" creationId="{76BBAED6-7E9B-4B12-986E-5AE389C4E145}"/>
          </ac:cxnSpMkLst>
        </pc:cxnChg>
        <pc:cxnChg chg="add mod">
          <ac:chgData name="國峰 黃" userId="07d7d89e1f669cb9" providerId="LiveId" clId="{63381159-AF27-4007-98E4-C86A851EF65F}" dt="2018-06-05T10:09:02.537" v="786" actId="14100"/>
          <ac:cxnSpMkLst>
            <pc:docMk/>
            <pc:sldMk cId="2355410583" sldId="336"/>
            <ac:cxnSpMk id="16" creationId="{964CC265-FC66-472D-9FA9-E53FBA655489}"/>
          </ac:cxnSpMkLst>
        </pc:cxnChg>
        <pc:cxnChg chg="del">
          <ac:chgData name="國峰 黃" userId="07d7d89e1f669cb9" providerId="LiveId" clId="{63381159-AF27-4007-98E4-C86A851EF65F}" dt="2018-06-05T10:08:57.051" v="783" actId="478"/>
          <ac:cxnSpMkLst>
            <pc:docMk/>
            <pc:sldMk cId="2355410583" sldId="336"/>
            <ac:cxnSpMk id="19" creationId="{6B5A6483-E535-464C-882E-3039493B8F96}"/>
          </ac:cxnSpMkLst>
        </pc:cxnChg>
      </pc:sldChg>
      <pc:sldChg chg="modSp add">
        <pc:chgData name="國峰 黃" userId="07d7d89e1f669cb9" providerId="LiveId" clId="{63381159-AF27-4007-98E4-C86A851EF65F}" dt="2018-06-05T10:11:49.568" v="803" actId="20577"/>
        <pc:sldMkLst>
          <pc:docMk/>
          <pc:sldMk cId="1505972402" sldId="337"/>
        </pc:sldMkLst>
        <pc:spChg chg="mod">
          <ac:chgData name="國峰 黃" userId="07d7d89e1f669cb9" providerId="LiveId" clId="{63381159-AF27-4007-98E4-C86A851EF65F}" dt="2018-06-05T10:11:49.568" v="803" actId="20577"/>
          <ac:spMkLst>
            <pc:docMk/>
            <pc:sldMk cId="1505972402" sldId="337"/>
            <ac:spMk id="8" creationId="{43667D7B-7DE2-47CF-8F69-A57ED98BFE1C}"/>
          </ac:spMkLst>
        </pc:spChg>
        <pc:cxnChg chg="mod">
          <ac:chgData name="國峰 黃" userId="07d7d89e1f669cb9" providerId="LiveId" clId="{63381159-AF27-4007-98E4-C86A851EF65F}" dt="2018-06-05T10:11:45.447" v="800" actId="1076"/>
          <ac:cxnSpMkLst>
            <pc:docMk/>
            <pc:sldMk cId="1505972402" sldId="337"/>
            <ac:cxnSpMk id="6" creationId="{8507DB6F-3E63-48C0-B8B4-BAF056B557B9}"/>
          </ac:cxnSpMkLst>
        </pc:cxnChg>
      </pc:sldChg>
      <pc:sldChg chg="addSp modSp add">
        <pc:chgData name="國峰 黃" userId="07d7d89e1f669cb9" providerId="LiveId" clId="{63381159-AF27-4007-98E4-C86A851EF65F}" dt="2018-06-05T10:12:38.478" v="824" actId="20577"/>
        <pc:sldMkLst>
          <pc:docMk/>
          <pc:sldMk cId="3229139895" sldId="338"/>
        </pc:sldMkLst>
        <pc:spChg chg="mod">
          <ac:chgData name="國峰 黃" userId="07d7d89e1f669cb9" providerId="LiveId" clId="{63381159-AF27-4007-98E4-C86A851EF65F}" dt="2018-06-05T10:12:38.478" v="824" actId="20577"/>
          <ac:spMkLst>
            <pc:docMk/>
            <pc:sldMk cId="3229139895" sldId="338"/>
            <ac:spMk id="8" creationId="{43667D7B-7DE2-47CF-8F69-A57ED98BFE1C}"/>
          </ac:spMkLst>
        </pc:spChg>
        <pc:cxnChg chg="add mod">
          <ac:chgData name="國峰 黃" userId="07d7d89e1f669cb9" providerId="LiveId" clId="{63381159-AF27-4007-98E4-C86A851EF65F}" dt="2018-06-05T10:12:00.649" v="807" actId="14100"/>
          <ac:cxnSpMkLst>
            <pc:docMk/>
            <pc:sldMk cId="3229139895" sldId="338"/>
            <ac:cxnSpMk id="13" creationId="{91BC33B9-3F4B-4B32-B1A8-85D7922442C5}"/>
          </ac:cxnSpMkLst>
        </pc:cxnChg>
        <pc:cxnChg chg="add mod">
          <ac:chgData name="國峰 黃" userId="07d7d89e1f669cb9" providerId="LiveId" clId="{63381159-AF27-4007-98E4-C86A851EF65F}" dt="2018-06-05T10:12:05.915" v="811" actId="14100"/>
          <ac:cxnSpMkLst>
            <pc:docMk/>
            <pc:sldMk cId="3229139895" sldId="338"/>
            <ac:cxnSpMk id="19" creationId="{0F2B10A9-BBD4-40F6-A279-A122AE96A989}"/>
          </ac:cxnSpMkLst>
        </pc:cxnChg>
      </pc:sldChg>
      <pc:sldChg chg="addSp delSp modSp add">
        <pc:chgData name="國峰 黃" userId="07d7d89e1f669cb9" providerId="LiveId" clId="{63381159-AF27-4007-98E4-C86A851EF65F}" dt="2018-06-05T10:13:52.788" v="834" actId="20577"/>
        <pc:sldMkLst>
          <pc:docMk/>
          <pc:sldMk cId="418349167" sldId="339"/>
        </pc:sldMkLst>
        <pc:spChg chg="mod">
          <ac:chgData name="國峰 黃" userId="07d7d89e1f669cb9" providerId="LiveId" clId="{63381159-AF27-4007-98E4-C86A851EF65F}" dt="2018-06-05T10:13:52.788" v="834" actId="20577"/>
          <ac:spMkLst>
            <pc:docMk/>
            <pc:sldMk cId="418349167" sldId="339"/>
            <ac:spMk id="8" creationId="{43667D7B-7DE2-47CF-8F69-A57ED98BFE1C}"/>
          </ac:spMkLst>
        </pc:spChg>
        <pc:cxnChg chg="del">
          <ac:chgData name="國峰 黃" userId="07d7d89e1f669cb9" providerId="LiveId" clId="{63381159-AF27-4007-98E4-C86A851EF65F}" dt="2018-06-05T10:12:51.959" v="826" actId="478"/>
          <ac:cxnSpMkLst>
            <pc:docMk/>
            <pc:sldMk cId="418349167" sldId="339"/>
            <ac:cxnSpMk id="13" creationId="{91BC33B9-3F4B-4B32-B1A8-85D7922442C5}"/>
          </ac:cxnSpMkLst>
        </pc:cxnChg>
        <pc:cxnChg chg="del">
          <ac:chgData name="國峰 黃" userId="07d7d89e1f669cb9" providerId="LiveId" clId="{63381159-AF27-4007-98E4-C86A851EF65F}" dt="2018-06-05T10:12:52.303" v="827" actId="478"/>
          <ac:cxnSpMkLst>
            <pc:docMk/>
            <pc:sldMk cId="418349167" sldId="339"/>
            <ac:cxnSpMk id="19" creationId="{0F2B10A9-BBD4-40F6-A279-A122AE96A989}"/>
          </ac:cxnSpMkLst>
        </pc:cxnChg>
        <pc:cxnChg chg="add mod">
          <ac:chgData name="國峰 黃" userId="07d7d89e1f669cb9" providerId="LiveId" clId="{63381159-AF27-4007-98E4-C86A851EF65F}" dt="2018-06-05T10:12:55.760" v="830" actId="14100"/>
          <ac:cxnSpMkLst>
            <pc:docMk/>
            <pc:sldMk cId="418349167" sldId="339"/>
            <ac:cxnSpMk id="21" creationId="{33707EAB-1D8F-41EE-B456-B971C042B348}"/>
          </ac:cxnSpMkLst>
        </pc:cxnChg>
      </pc:sldChg>
      <pc:sldChg chg="delSp add">
        <pc:chgData name="國峰 黃" userId="07d7d89e1f669cb9" providerId="LiveId" clId="{63381159-AF27-4007-98E4-C86A851EF65F}" dt="2018-06-05T10:14:06.647" v="836" actId="478"/>
        <pc:sldMkLst>
          <pc:docMk/>
          <pc:sldMk cId="2468493754" sldId="340"/>
        </pc:sldMkLst>
        <pc:cxnChg chg="del">
          <ac:chgData name="國峰 黃" userId="07d7d89e1f669cb9" providerId="LiveId" clId="{63381159-AF27-4007-98E4-C86A851EF65F}" dt="2018-06-05T10:14:06.647" v="836" actId="478"/>
          <ac:cxnSpMkLst>
            <pc:docMk/>
            <pc:sldMk cId="2468493754" sldId="340"/>
            <ac:cxnSpMk id="6" creationId="{8507DB6F-3E63-48C0-B8B4-BAF056B557B9}"/>
          </ac:cxnSpMkLst>
        </pc:cxnChg>
      </pc:sldChg>
      <pc:sldChg chg="modSp add">
        <pc:chgData name="國峰 黃" userId="07d7d89e1f669cb9" providerId="LiveId" clId="{63381159-AF27-4007-98E4-C86A851EF65F}" dt="2018-06-05T10:17:40.038" v="842" actId="20577"/>
        <pc:sldMkLst>
          <pc:docMk/>
          <pc:sldMk cId="2597200247" sldId="341"/>
        </pc:sldMkLst>
        <pc:spChg chg="mod">
          <ac:chgData name="國峰 黃" userId="07d7d89e1f669cb9" providerId="LiveId" clId="{63381159-AF27-4007-98E4-C86A851EF65F}" dt="2018-06-05T10:17:40.038" v="842" actId="20577"/>
          <ac:spMkLst>
            <pc:docMk/>
            <pc:sldMk cId="2597200247" sldId="341"/>
            <ac:spMk id="8" creationId="{43667D7B-7DE2-47CF-8F69-A57ED98BFE1C}"/>
          </ac:spMkLst>
        </pc:spChg>
        <pc:cxnChg chg="mod">
          <ac:chgData name="國峰 黃" userId="07d7d89e1f669cb9" providerId="LiveId" clId="{63381159-AF27-4007-98E4-C86A851EF65F}" dt="2018-06-05T10:17:36.737" v="838" actId="1076"/>
          <ac:cxnSpMkLst>
            <pc:docMk/>
            <pc:sldMk cId="2597200247" sldId="341"/>
            <ac:cxnSpMk id="14" creationId="{FE892698-E690-435E-973A-7FA97B59C52F}"/>
          </ac:cxnSpMkLst>
        </pc:cxnChg>
      </pc:sldChg>
    </pc:docChg>
  </pc:docChgLst>
  <pc:docChgLst>
    <pc:chgData userId="07d7d89e1f669cb9" providerId="LiveId" clId="{30E17E0D-8901-4D2A-98BE-E37AEFA1001D}"/>
  </pc:docChgLst>
  <pc:docChgLst>
    <pc:chgData name="黃國峰" userId="07d7d89e1f669cb9" providerId="LiveId" clId="{9BB67EFE-CA73-4D31-92CA-DFD98D1BF03B}"/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2018/6/5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175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2018/6/5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012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2018/6/5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44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2018/6/5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76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2018/6/5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640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2018/6/5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738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2018/6/5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12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2018/6/5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4302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2018/6/5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004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2018/6/5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81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2018/6/5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751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12AB2-5A3A-4BEC-B8CF-6ED0EDD219CF}" type="datetimeFigureOut">
              <a:rPr lang="zh-TW" altLang="en-US" smtClean="0"/>
              <a:t>2018/6/5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190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5822F15-00D1-4FDE-A019-FC933C4E2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TW" dirty="0"/>
              <a:t>Maximal Common Subsequence Algorithms</a:t>
            </a:r>
            <a:endParaRPr lang="zh-TW" altLang="en-US" sz="54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7ABD29E4-B887-45D9-9793-DA3B272D0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12" y="3602038"/>
            <a:ext cx="9076887" cy="1655762"/>
          </a:xfrm>
        </p:spPr>
        <p:txBody>
          <a:bodyPr>
            <a:normAutofit lnSpcReduction="10000"/>
          </a:bodyPr>
          <a:lstStyle/>
          <a:p>
            <a:endParaRPr lang="en-US" altLang="zh-TW" dirty="0"/>
          </a:p>
          <a:p>
            <a:r>
              <a:rPr lang="en-US" altLang="zh-TW" dirty="0"/>
              <a:t>Yoshifumi Sakai</a:t>
            </a:r>
          </a:p>
          <a:p>
            <a:r>
              <a:rPr lang="en-US" altLang="zh-TW" dirty="0"/>
              <a:t>    29th Annual Symposium on Combinatorial Pattern Matching (CPM 2018) Article No. 1; pp. 1:1–1:10 .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DBCD3618-401B-49E4-9C85-373848D9AA50}"/>
              </a:ext>
            </a:extLst>
          </p:cNvPr>
          <p:cNvSpPr txBox="1"/>
          <p:nvPr/>
        </p:nvSpPr>
        <p:spPr>
          <a:xfrm>
            <a:off x="6781803" y="5288856"/>
            <a:ext cx="210525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Presenter: Kuo-Feng Huang</a:t>
            </a:r>
          </a:p>
          <a:p>
            <a:r>
              <a:rPr lang="en-US" altLang="zh-TW" sz="1350" dirty="0"/>
              <a:t>Date:</a:t>
            </a:r>
            <a:r>
              <a:rPr lang="zh-TW" altLang="en-US" sz="1350" dirty="0"/>
              <a:t> </a:t>
            </a:r>
            <a:r>
              <a:rPr lang="en-US" altLang="zh-TW" sz="1350" dirty="0"/>
              <a:t>2018/06/05</a:t>
            </a:r>
          </a:p>
          <a:p>
            <a:endParaRPr lang="en-US" altLang="zh-TW" sz="1350" dirty="0"/>
          </a:p>
        </p:txBody>
      </p:sp>
    </p:spTree>
    <p:extLst>
      <p:ext uri="{BB962C8B-B14F-4D97-AF65-F5344CB8AC3E}">
        <p14:creationId xmlns:p14="http://schemas.microsoft.com/office/powerpoint/2010/main" val="367677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81FADCC-098F-42B3-A516-7A8E8C1A4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DB8E5E2-9D37-4095-8A46-00A68D1D2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/>
              <a:t>A common subsequence of two strings is maximal, if inserting any character into the subsequence can no longer yield a common subsequence of the two strings. The present article proposes a (sub)</a:t>
            </a:r>
            <a:r>
              <a:rPr lang="en-US" altLang="zh-TW" dirty="0" err="1"/>
              <a:t>linearithmic</a:t>
            </a:r>
            <a:r>
              <a:rPr lang="en-US" altLang="zh-TW" dirty="0"/>
              <a:t>-time, linear-space algorithm for finding a maximal common subsequence of two strings and also proposes a linear-time algorithm for determining if a common subsequence of two strings is maximal.</a:t>
            </a:r>
          </a:p>
        </p:txBody>
      </p:sp>
    </p:spTree>
    <p:extLst>
      <p:ext uri="{BB962C8B-B14F-4D97-AF65-F5344CB8AC3E}">
        <p14:creationId xmlns:p14="http://schemas.microsoft.com/office/powerpoint/2010/main" val="272688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</a:t>
            </a:r>
            <a:r>
              <a:rPr lang="en-US" altLang="zh-TW" dirty="0" err="1"/>
              <a:t>acdef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</a:t>
            </a:r>
            <a:r>
              <a:rPr lang="en-US" altLang="zh-TW" dirty="0" err="1"/>
              <a:t>adecf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93855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</a:t>
            </a:r>
            <a:r>
              <a:rPr lang="en-US" altLang="zh-TW" dirty="0" err="1"/>
              <a:t>acdef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</a:t>
            </a:r>
            <a:r>
              <a:rPr lang="en-US" altLang="zh-TW" dirty="0" err="1"/>
              <a:t>adecf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327" y="1443165"/>
            <a:ext cx="7099435" cy="504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78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204853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6073629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xmlns="" id="{DFCF7D05-CFE6-46F6-91F0-566761326F2A}"/>
              </a:ext>
            </a:extLst>
          </p:cNvPr>
          <p:cNvSpPr txBox="1"/>
          <p:nvPr/>
        </p:nvSpPr>
        <p:spPr>
          <a:xfrm>
            <a:off x="7499758" y="2768367"/>
            <a:ext cx="18309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W: ^ $</a:t>
            </a:r>
          </a:p>
          <a:p>
            <a:r>
              <a:rPr lang="en-US" altLang="zh-TW" dirty="0"/>
              <a:t>W^: (1,1), (20,21)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67095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xmlns="" id="{B4788ED2-40E1-4927-B8C7-3AB18E4F7F47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a $</a:t>
            </a:r>
          </a:p>
          <a:p>
            <a:r>
              <a:rPr lang="en-US" altLang="zh-TW" dirty="0"/>
              <a:t>W^: (1,1), (16,19),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3340010D-17D4-4D82-9DC4-D4153F271FD3}"/>
              </a:ext>
            </a:extLst>
          </p:cNvPr>
          <p:cNvCxnSpPr>
            <a:cxnSpLocks/>
          </p:cNvCxnSpPr>
          <p:nvPr/>
        </p:nvCxnSpPr>
        <p:spPr>
          <a:xfrm>
            <a:off x="5120954" y="2265028"/>
            <a:ext cx="705200" cy="6697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686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xmlns="" id="{B4788ED2-40E1-4927-B8C7-3AB18E4F7F47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b a $</a:t>
            </a:r>
          </a:p>
          <a:p>
            <a:r>
              <a:rPr lang="en-US" altLang="zh-TW" dirty="0"/>
              <a:t>W^: (1,1), (14,10) </a:t>
            </a:r>
          </a:p>
          <a:p>
            <a:r>
              <a:rPr lang="en-US" altLang="zh-TW" dirty="0"/>
              <a:t>, (15,18),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76BBAED6-7E9B-4B12-986E-5AE389C4E145}"/>
              </a:ext>
            </a:extLst>
          </p:cNvPr>
          <p:cNvCxnSpPr>
            <a:cxnSpLocks/>
          </p:cNvCxnSpPr>
          <p:nvPr/>
        </p:nvCxnSpPr>
        <p:spPr>
          <a:xfrm>
            <a:off x="4781200" y="2290195"/>
            <a:ext cx="814256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DC2CB12A-8E54-4C34-B3AF-5782061D950A}"/>
              </a:ext>
            </a:extLst>
          </p:cNvPr>
          <p:cNvCxnSpPr>
            <a:cxnSpLocks/>
          </p:cNvCxnSpPr>
          <p:nvPr/>
        </p:nvCxnSpPr>
        <p:spPr>
          <a:xfrm flipH="1">
            <a:off x="4011248" y="2290195"/>
            <a:ext cx="769952" cy="62078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xmlns="" id="{51516FFF-2AF6-4752-9AFB-AE5D6F335873}"/>
              </a:ext>
            </a:extLst>
          </p:cNvPr>
          <p:cNvCxnSpPr>
            <a:cxnSpLocks/>
          </p:cNvCxnSpPr>
          <p:nvPr/>
        </p:nvCxnSpPr>
        <p:spPr>
          <a:xfrm flipH="1">
            <a:off x="3708326" y="2290195"/>
            <a:ext cx="829331" cy="704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479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xmlns="" id="{B4788ED2-40E1-4927-B8C7-3AB18E4F7F47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b a $</a:t>
            </a:r>
          </a:p>
          <a:p>
            <a:r>
              <a:rPr lang="en-US" altLang="zh-TW" dirty="0"/>
              <a:t>W^: (1,1), (13,9) </a:t>
            </a:r>
          </a:p>
          <a:p>
            <a:r>
              <a:rPr lang="en-US" altLang="zh-TW" dirty="0"/>
              <a:t>, (15,18),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76BBAED6-7E9B-4B12-986E-5AE389C4E145}"/>
              </a:ext>
            </a:extLst>
          </p:cNvPr>
          <p:cNvCxnSpPr>
            <a:cxnSpLocks/>
          </p:cNvCxnSpPr>
          <p:nvPr/>
        </p:nvCxnSpPr>
        <p:spPr>
          <a:xfrm>
            <a:off x="4781200" y="2290195"/>
            <a:ext cx="814256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DC2CB12A-8E54-4C34-B3AF-5782061D950A}"/>
              </a:ext>
            </a:extLst>
          </p:cNvPr>
          <p:cNvCxnSpPr>
            <a:cxnSpLocks/>
          </p:cNvCxnSpPr>
          <p:nvPr/>
        </p:nvCxnSpPr>
        <p:spPr>
          <a:xfrm flipH="1">
            <a:off x="4011248" y="2290195"/>
            <a:ext cx="769952" cy="62078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xmlns="" id="{51516FFF-2AF6-4752-9AFB-AE5D6F335873}"/>
              </a:ext>
            </a:extLst>
          </p:cNvPr>
          <p:cNvCxnSpPr>
            <a:cxnSpLocks/>
          </p:cNvCxnSpPr>
          <p:nvPr/>
        </p:nvCxnSpPr>
        <p:spPr>
          <a:xfrm flipH="1">
            <a:off x="3462885" y="2277136"/>
            <a:ext cx="829331" cy="704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892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xmlns="" id="{B4788ED2-40E1-4927-B8C7-3AB18E4F7F47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b a $</a:t>
            </a:r>
          </a:p>
          <a:p>
            <a:r>
              <a:rPr lang="en-US" altLang="zh-TW" dirty="0"/>
              <a:t>W^: (1,1), (12,8) </a:t>
            </a:r>
          </a:p>
          <a:p>
            <a:r>
              <a:rPr lang="en-US" altLang="zh-TW" dirty="0"/>
              <a:t>, (15,18),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76BBAED6-7E9B-4B12-986E-5AE389C4E145}"/>
              </a:ext>
            </a:extLst>
          </p:cNvPr>
          <p:cNvCxnSpPr>
            <a:cxnSpLocks/>
          </p:cNvCxnSpPr>
          <p:nvPr/>
        </p:nvCxnSpPr>
        <p:spPr>
          <a:xfrm>
            <a:off x="4781200" y="2290195"/>
            <a:ext cx="814256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DC2CB12A-8E54-4C34-B3AF-5782061D950A}"/>
              </a:ext>
            </a:extLst>
          </p:cNvPr>
          <p:cNvCxnSpPr>
            <a:cxnSpLocks/>
          </p:cNvCxnSpPr>
          <p:nvPr/>
        </p:nvCxnSpPr>
        <p:spPr>
          <a:xfrm flipH="1">
            <a:off x="4011248" y="2290195"/>
            <a:ext cx="769952" cy="62078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xmlns="" id="{51516FFF-2AF6-4752-9AFB-AE5D6F335873}"/>
              </a:ext>
            </a:extLst>
          </p:cNvPr>
          <p:cNvCxnSpPr>
            <a:cxnSpLocks/>
          </p:cNvCxnSpPr>
          <p:nvPr/>
        </p:nvCxnSpPr>
        <p:spPr>
          <a:xfrm flipH="1">
            <a:off x="3177132" y="2265028"/>
            <a:ext cx="829331" cy="704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637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xmlns="" id="{B4788ED2-40E1-4927-B8C7-3AB18E4F7F47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b a $</a:t>
            </a:r>
          </a:p>
          <a:p>
            <a:r>
              <a:rPr lang="en-US" altLang="zh-TW" dirty="0"/>
              <a:t>W^: (1,1), (11,7) </a:t>
            </a:r>
          </a:p>
          <a:p>
            <a:r>
              <a:rPr lang="en-US" altLang="zh-TW" dirty="0"/>
              <a:t>, (15,18),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76BBAED6-7E9B-4B12-986E-5AE389C4E145}"/>
              </a:ext>
            </a:extLst>
          </p:cNvPr>
          <p:cNvCxnSpPr>
            <a:cxnSpLocks/>
          </p:cNvCxnSpPr>
          <p:nvPr/>
        </p:nvCxnSpPr>
        <p:spPr>
          <a:xfrm>
            <a:off x="4781200" y="2290195"/>
            <a:ext cx="814256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DC2CB12A-8E54-4C34-B3AF-5782061D950A}"/>
              </a:ext>
            </a:extLst>
          </p:cNvPr>
          <p:cNvCxnSpPr>
            <a:cxnSpLocks/>
          </p:cNvCxnSpPr>
          <p:nvPr/>
        </p:nvCxnSpPr>
        <p:spPr>
          <a:xfrm flipH="1">
            <a:off x="4011248" y="2290195"/>
            <a:ext cx="769952" cy="62078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xmlns="" id="{51516FFF-2AF6-4752-9AFB-AE5D6F335873}"/>
              </a:ext>
            </a:extLst>
          </p:cNvPr>
          <p:cNvCxnSpPr>
            <a:cxnSpLocks/>
          </p:cNvCxnSpPr>
          <p:nvPr/>
        </p:nvCxnSpPr>
        <p:spPr>
          <a:xfrm flipH="1">
            <a:off x="2979272" y="2235667"/>
            <a:ext cx="829331" cy="704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84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xmlns="" id="{B4788ED2-40E1-4927-B8C7-3AB18E4F7F47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c b a $</a:t>
            </a:r>
          </a:p>
          <a:p>
            <a:r>
              <a:rPr lang="en-US" altLang="zh-TW" dirty="0"/>
              <a:t>W^: (1,1), (9,3), (10,6) </a:t>
            </a:r>
          </a:p>
          <a:p>
            <a:r>
              <a:rPr lang="en-US" altLang="zh-TW" dirty="0"/>
              <a:t>, (15,18),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76BBAED6-7E9B-4B12-986E-5AE389C4E145}"/>
              </a:ext>
            </a:extLst>
          </p:cNvPr>
          <p:cNvCxnSpPr>
            <a:cxnSpLocks/>
          </p:cNvCxnSpPr>
          <p:nvPr/>
        </p:nvCxnSpPr>
        <p:spPr>
          <a:xfrm>
            <a:off x="4781200" y="2290195"/>
            <a:ext cx="814256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DC2CB12A-8E54-4C34-B3AF-5782061D950A}"/>
              </a:ext>
            </a:extLst>
          </p:cNvPr>
          <p:cNvCxnSpPr>
            <a:cxnSpLocks/>
          </p:cNvCxnSpPr>
          <p:nvPr/>
        </p:nvCxnSpPr>
        <p:spPr>
          <a:xfrm flipH="1">
            <a:off x="4011248" y="2290195"/>
            <a:ext cx="769952" cy="62078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xmlns="" id="{51516FFF-2AF6-4752-9AFB-AE5D6F335873}"/>
              </a:ext>
            </a:extLst>
          </p:cNvPr>
          <p:cNvCxnSpPr>
            <a:cxnSpLocks/>
          </p:cNvCxnSpPr>
          <p:nvPr/>
        </p:nvCxnSpPr>
        <p:spPr>
          <a:xfrm flipH="1">
            <a:off x="2693848" y="2235667"/>
            <a:ext cx="829331" cy="704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xmlns="" id="{FB7C3A0C-86F9-4E2A-9D9C-CF3B3D07ABA3}"/>
              </a:ext>
            </a:extLst>
          </p:cNvPr>
          <p:cNvCxnSpPr>
            <a:cxnSpLocks/>
          </p:cNvCxnSpPr>
          <p:nvPr/>
        </p:nvCxnSpPr>
        <p:spPr>
          <a:xfrm flipH="1">
            <a:off x="2276563" y="2231688"/>
            <a:ext cx="1287709" cy="7030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xmlns="" id="{FE892698-E690-435E-973A-7FA97B59C52F}"/>
              </a:ext>
            </a:extLst>
          </p:cNvPr>
          <p:cNvCxnSpPr>
            <a:cxnSpLocks/>
          </p:cNvCxnSpPr>
          <p:nvPr/>
        </p:nvCxnSpPr>
        <p:spPr>
          <a:xfrm flipH="1">
            <a:off x="2019124" y="2204846"/>
            <a:ext cx="1415119" cy="7299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884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xmlns="" id="{B4788ED2-40E1-4927-B8C7-3AB18E4F7F47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d c b a $</a:t>
            </a:r>
          </a:p>
          <a:p>
            <a:r>
              <a:rPr lang="en-US" altLang="zh-TW" dirty="0"/>
              <a:t>W^: (1,1), (0,1)</a:t>
            </a:r>
          </a:p>
          <a:p>
            <a:r>
              <a:rPr lang="en-US" altLang="zh-TW" dirty="0"/>
              <a:t>(8,2), (10,6) </a:t>
            </a:r>
          </a:p>
          <a:p>
            <a:r>
              <a:rPr lang="en-US" altLang="zh-TW" dirty="0"/>
              <a:t>, (15,18),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76BBAED6-7E9B-4B12-986E-5AE389C4E145}"/>
              </a:ext>
            </a:extLst>
          </p:cNvPr>
          <p:cNvCxnSpPr>
            <a:cxnSpLocks/>
          </p:cNvCxnSpPr>
          <p:nvPr/>
        </p:nvCxnSpPr>
        <p:spPr>
          <a:xfrm>
            <a:off x="4928007" y="2290195"/>
            <a:ext cx="667449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DC2CB12A-8E54-4C34-B3AF-5782061D950A}"/>
              </a:ext>
            </a:extLst>
          </p:cNvPr>
          <p:cNvCxnSpPr>
            <a:cxnSpLocks/>
          </p:cNvCxnSpPr>
          <p:nvPr/>
        </p:nvCxnSpPr>
        <p:spPr>
          <a:xfrm flipH="1">
            <a:off x="4011248" y="2290195"/>
            <a:ext cx="769952" cy="62078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xmlns="" id="{51516FFF-2AF6-4752-9AFB-AE5D6F335873}"/>
              </a:ext>
            </a:extLst>
          </p:cNvPr>
          <p:cNvCxnSpPr>
            <a:cxnSpLocks/>
          </p:cNvCxnSpPr>
          <p:nvPr/>
        </p:nvCxnSpPr>
        <p:spPr>
          <a:xfrm flipH="1">
            <a:off x="2693848" y="2235667"/>
            <a:ext cx="829331" cy="704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xmlns="" id="{FB7C3A0C-86F9-4E2A-9D9C-CF3B3D07ABA3}"/>
              </a:ext>
            </a:extLst>
          </p:cNvPr>
          <p:cNvCxnSpPr>
            <a:cxnSpLocks/>
          </p:cNvCxnSpPr>
          <p:nvPr/>
        </p:nvCxnSpPr>
        <p:spPr>
          <a:xfrm flipH="1">
            <a:off x="2276563" y="2231688"/>
            <a:ext cx="1287709" cy="7030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xmlns="" id="{FE892698-E690-435E-973A-7FA97B59C52F}"/>
              </a:ext>
            </a:extLst>
          </p:cNvPr>
          <p:cNvCxnSpPr>
            <a:cxnSpLocks/>
          </p:cNvCxnSpPr>
          <p:nvPr/>
        </p:nvCxnSpPr>
        <p:spPr>
          <a:xfrm flipH="1">
            <a:off x="1726230" y="2223040"/>
            <a:ext cx="1415119" cy="7299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xmlns="" id="{ABC81240-9D4E-49F1-9DD1-B1BE76029468}"/>
              </a:ext>
            </a:extLst>
          </p:cNvPr>
          <p:cNvCxnSpPr>
            <a:cxnSpLocks/>
          </p:cNvCxnSpPr>
          <p:nvPr/>
        </p:nvCxnSpPr>
        <p:spPr>
          <a:xfrm>
            <a:off x="1415915" y="2265028"/>
            <a:ext cx="276759" cy="68794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xmlns="" id="{17A9F9F6-BE30-4CD8-A269-9C3A0C9B0225}"/>
              </a:ext>
            </a:extLst>
          </p:cNvPr>
          <p:cNvCxnSpPr>
            <a:cxnSpLocks/>
          </p:cNvCxnSpPr>
          <p:nvPr/>
        </p:nvCxnSpPr>
        <p:spPr>
          <a:xfrm>
            <a:off x="1182848" y="2204846"/>
            <a:ext cx="229663" cy="7061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860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xmlns="" id="{B4788ED2-40E1-4927-B8C7-3AB18E4F7F47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d c b a $</a:t>
            </a:r>
          </a:p>
          <a:p>
            <a:r>
              <a:rPr lang="en-US" altLang="zh-TW" dirty="0"/>
              <a:t>W^: (1,1), (1,1)</a:t>
            </a:r>
          </a:p>
          <a:p>
            <a:r>
              <a:rPr lang="en-US" altLang="zh-TW" dirty="0"/>
              <a:t>(8,2), (10,6) </a:t>
            </a:r>
          </a:p>
          <a:p>
            <a:r>
              <a:rPr lang="en-US" altLang="zh-TW" dirty="0"/>
              <a:t>, (15,18),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76BBAED6-7E9B-4B12-986E-5AE389C4E145}"/>
              </a:ext>
            </a:extLst>
          </p:cNvPr>
          <p:cNvCxnSpPr>
            <a:cxnSpLocks/>
          </p:cNvCxnSpPr>
          <p:nvPr/>
        </p:nvCxnSpPr>
        <p:spPr>
          <a:xfrm>
            <a:off x="4928007" y="2290195"/>
            <a:ext cx="667449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DC2CB12A-8E54-4C34-B3AF-5782061D950A}"/>
              </a:ext>
            </a:extLst>
          </p:cNvPr>
          <p:cNvCxnSpPr>
            <a:cxnSpLocks/>
          </p:cNvCxnSpPr>
          <p:nvPr/>
        </p:nvCxnSpPr>
        <p:spPr>
          <a:xfrm flipH="1">
            <a:off x="4011248" y="2290195"/>
            <a:ext cx="769952" cy="62078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xmlns="" id="{51516FFF-2AF6-4752-9AFB-AE5D6F335873}"/>
              </a:ext>
            </a:extLst>
          </p:cNvPr>
          <p:cNvCxnSpPr>
            <a:cxnSpLocks/>
          </p:cNvCxnSpPr>
          <p:nvPr/>
        </p:nvCxnSpPr>
        <p:spPr>
          <a:xfrm flipH="1">
            <a:off x="2693848" y="2235667"/>
            <a:ext cx="829331" cy="704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xmlns="" id="{FB7C3A0C-86F9-4E2A-9D9C-CF3B3D07ABA3}"/>
              </a:ext>
            </a:extLst>
          </p:cNvPr>
          <p:cNvCxnSpPr>
            <a:cxnSpLocks/>
          </p:cNvCxnSpPr>
          <p:nvPr/>
        </p:nvCxnSpPr>
        <p:spPr>
          <a:xfrm flipH="1">
            <a:off x="2276563" y="2231688"/>
            <a:ext cx="1287709" cy="7030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xmlns="" id="{FE892698-E690-435E-973A-7FA97B59C52F}"/>
              </a:ext>
            </a:extLst>
          </p:cNvPr>
          <p:cNvCxnSpPr>
            <a:cxnSpLocks/>
          </p:cNvCxnSpPr>
          <p:nvPr/>
        </p:nvCxnSpPr>
        <p:spPr>
          <a:xfrm flipH="1">
            <a:off x="1726230" y="2223040"/>
            <a:ext cx="1415119" cy="7299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1583A55C-D2C6-4CAB-93CB-BD9537E56710}"/>
              </a:ext>
            </a:extLst>
          </p:cNvPr>
          <p:cNvCxnSpPr>
            <a:cxnSpLocks/>
          </p:cNvCxnSpPr>
          <p:nvPr/>
        </p:nvCxnSpPr>
        <p:spPr>
          <a:xfrm flipH="1">
            <a:off x="1427676" y="2265028"/>
            <a:ext cx="18391" cy="6879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162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xmlns="" id="{B4788ED2-40E1-4927-B8C7-3AB18E4F7F47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d c b a $</a:t>
            </a:r>
          </a:p>
          <a:p>
            <a:r>
              <a:rPr lang="en-US" altLang="zh-TW" dirty="0"/>
              <a:t>W^: (1,1), (1,1)</a:t>
            </a:r>
          </a:p>
          <a:p>
            <a:r>
              <a:rPr lang="en-US" altLang="zh-TW"/>
              <a:t>(7,1), </a:t>
            </a:r>
            <a:r>
              <a:rPr lang="en-US" altLang="zh-TW" dirty="0"/>
              <a:t>(10,6) </a:t>
            </a:r>
          </a:p>
          <a:p>
            <a:r>
              <a:rPr lang="en-US" altLang="zh-TW" dirty="0"/>
              <a:t>, (15,18),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76BBAED6-7E9B-4B12-986E-5AE389C4E145}"/>
              </a:ext>
            </a:extLst>
          </p:cNvPr>
          <p:cNvCxnSpPr>
            <a:cxnSpLocks/>
          </p:cNvCxnSpPr>
          <p:nvPr/>
        </p:nvCxnSpPr>
        <p:spPr>
          <a:xfrm>
            <a:off x="4928007" y="2290195"/>
            <a:ext cx="667449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DC2CB12A-8E54-4C34-B3AF-5782061D950A}"/>
              </a:ext>
            </a:extLst>
          </p:cNvPr>
          <p:cNvCxnSpPr>
            <a:cxnSpLocks/>
          </p:cNvCxnSpPr>
          <p:nvPr/>
        </p:nvCxnSpPr>
        <p:spPr>
          <a:xfrm flipH="1">
            <a:off x="4011248" y="2290195"/>
            <a:ext cx="769952" cy="62078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xmlns="" id="{51516FFF-2AF6-4752-9AFB-AE5D6F335873}"/>
              </a:ext>
            </a:extLst>
          </p:cNvPr>
          <p:cNvCxnSpPr>
            <a:cxnSpLocks/>
          </p:cNvCxnSpPr>
          <p:nvPr/>
        </p:nvCxnSpPr>
        <p:spPr>
          <a:xfrm flipH="1">
            <a:off x="2693848" y="2235667"/>
            <a:ext cx="829331" cy="704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xmlns="" id="{FB7C3A0C-86F9-4E2A-9D9C-CF3B3D07ABA3}"/>
              </a:ext>
            </a:extLst>
          </p:cNvPr>
          <p:cNvCxnSpPr>
            <a:cxnSpLocks/>
          </p:cNvCxnSpPr>
          <p:nvPr/>
        </p:nvCxnSpPr>
        <p:spPr>
          <a:xfrm flipH="1">
            <a:off x="2276563" y="2231688"/>
            <a:ext cx="1287709" cy="70308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xmlns="" id="{FE892698-E690-435E-973A-7FA97B59C52F}"/>
              </a:ext>
            </a:extLst>
          </p:cNvPr>
          <p:cNvCxnSpPr>
            <a:cxnSpLocks/>
          </p:cNvCxnSpPr>
          <p:nvPr/>
        </p:nvCxnSpPr>
        <p:spPr>
          <a:xfrm flipH="1">
            <a:off x="1436871" y="2214393"/>
            <a:ext cx="1415119" cy="7299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1583A55C-D2C6-4CAB-93CB-BD9537E56710}"/>
              </a:ext>
            </a:extLst>
          </p:cNvPr>
          <p:cNvCxnSpPr>
            <a:cxnSpLocks/>
          </p:cNvCxnSpPr>
          <p:nvPr/>
        </p:nvCxnSpPr>
        <p:spPr>
          <a:xfrm flipH="1">
            <a:off x="1427676" y="2265028"/>
            <a:ext cx="18391" cy="6879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200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xmlns="" id="{B4788ED2-40E1-4927-B8C7-3AB18E4F7F47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d c b a $</a:t>
            </a:r>
          </a:p>
          <a:p>
            <a:r>
              <a:rPr lang="en-US" altLang="zh-TW" dirty="0"/>
              <a:t>W^: (1,1), (1,1)</a:t>
            </a:r>
          </a:p>
          <a:p>
            <a:r>
              <a:rPr lang="en-US" altLang="zh-TW" dirty="0"/>
              <a:t>(2,4), (10,6) </a:t>
            </a:r>
          </a:p>
          <a:p>
            <a:r>
              <a:rPr lang="en-US" altLang="zh-TW" dirty="0"/>
              <a:t>, (15,18),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76BBAED6-7E9B-4B12-986E-5AE389C4E145}"/>
              </a:ext>
            </a:extLst>
          </p:cNvPr>
          <p:cNvCxnSpPr>
            <a:cxnSpLocks/>
          </p:cNvCxnSpPr>
          <p:nvPr/>
        </p:nvCxnSpPr>
        <p:spPr>
          <a:xfrm>
            <a:off x="4928007" y="2290195"/>
            <a:ext cx="667449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DC2CB12A-8E54-4C34-B3AF-5782061D950A}"/>
              </a:ext>
            </a:extLst>
          </p:cNvPr>
          <p:cNvCxnSpPr>
            <a:cxnSpLocks/>
          </p:cNvCxnSpPr>
          <p:nvPr/>
        </p:nvCxnSpPr>
        <p:spPr>
          <a:xfrm flipH="1">
            <a:off x="4011248" y="2290195"/>
            <a:ext cx="769952" cy="62078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xmlns="" id="{51516FFF-2AF6-4752-9AFB-AE5D6F335873}"/>
              </a:ext>
            </a:extLst>
          </p:cNvPr>
          <p:cNvCxnSpPr>
            <a:cxnSpLocks/>
          </p:cNvCxnSpPr>
          <p:nvPr/>
        </p:nvCxnSpPr>
        <p:spPr>
          <a:xfrm flipH="1">
            <a:off x="2693848" y="2235667"/>
            <a:ext cx="829331" cy="704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1583A55C-D2C6-4CAB-93CB-BD9537E56710}"/>
              </a:ext>
            </a:extLst>
          </p:cNvPr>
          <p:cNvCxnSpPr>
            <a:cxnSpLocks/>
          </p:cNvCxnSpPr>
          <p:nvPr/>
        </p:nvCxnSpPr>
        <p:spPr>
          <a:xfrm flipH="1">
            <a:off x="1427676" y="2265028"/>
            <a:ext cx="18391" cy="6879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xmlns="" id="{3E69A8BD-1881-4882-AC7E-0C487D8DC24E}"/>
              </a:ext>
            </a:extLst>
          </p:cNvPr>
          <p:cNvCxnSpPr>
            <a:cxnSpLocks/>
          </p:cNvCxnSpPr>
          <p:nvPr/>
        </p:nvCxnSpPr>
        <p:spPr>
          <a:xfrm>
            <a:off x="1690962" y="2256617"/>
            <a:ext cx="456110" cy="654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391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xmlns="" id="{B4788ED2-40E1-4927-B8C7-3AB18E4F7F47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d c e b a $</a:t>
            </a:r>
          </a:p>
          <a:p>
            <a:r>
              <a:rPr lang="en-US" altLang="zh-TW" dirty="0"/>
              <a:t>W^: (1,1), (1,1)</a:t>
            </a:r>
          </a:p>
          <a:p>
            <a:r>
              <a:rPr lang="en-US" altLang="zh-TW" dirty="0"/>
              <a:t>(2,4), (5,4), (9,5) </a:t>
            </a:r>
          </a:p>
          <a:p>
            <a:r>
              <a:rPr lang="en-US" altLang="zh-TW" dirty="0"/>
              <a:t>, (15,18),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76BBAED6-7E9B-4B12-986E-5AE389C4E145}"/>
              </a:ext>
            </a:extLst>
          </p:cNvPr>
          <p:cNvCxnSpPr>
            <a:cxnSpLocks/>
          </p:cNvCxnSpPr>
          <p:nvPr/>
        </p:nvCxnSpPr>
        <p:spPr>
          <a:xfrm>
            <a:off x="4928007" y="2290195"/>
            <a:ext cx="667449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DC2CB12A-8E54-4C34-B3AF-5782061D950A}"/>
              </a:ext>
            </a:extLst>
          </p:cNvPr>
          <p:cNvCxnSpPr>
            <a:cxnSpLocks/>
          </p:cNvCxnSpPr>
          <p:nvPr/>
        </p:nvCxnSpPr>
        <p:spPr>
          <a:xfrm flipH="1">
            <a:off x="4011248" y="2290195"/>
            <a:ext cx="769952" cy="62078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xmlns="" id="{51516FFF-2AF6-4752-9AFB-AE5D6F335873}"/>
              </a:ext>
            </a:extLst>
          </p:cNvPr>
          <p:cNvCxnSpPr>
            <a:cxnSpLocks/>
          </p:cNvCxnSpPr>
          <p:nvPr/>
        </p:nvCxnSpPr>
        <p:spPr>
          <a:xfrm flipH="1">
            <a:off x="2471752" y="2231460"/>
            <a:ext cx="829331" cy="704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1583A55C-D2C6-4CAB-93CB-BD9537E56710}"/>
              </a:ext>
            </a:extLst>
          </p:cNvPr>
          <p:cNvCxnSpPr>
            <a:cxnSpLocks/>
          </p:cNvCxnSpPr>
          <p:nvPr/>
        </p:nvCxnSpPr>
        <p:spPr>
          <a:xfrm flipH="1">
            <a:off x="1427676" y="2265028"/>
            <a:ext cx="18391" cy="6879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xmlns="" id="{3E69A8BD-1881-4882-AC7E-0C487D8DC24E}"/>
              </a:ext>
            </a:extLst>
          </p:cNvPr>
          <p:cNvCxnSpPr>
            <a:cxnSpLocks/>
          </p:cNvCxnSpPr>
          <p:nvPr/>
        </p:nvCxnSpPr>
        <p:spPr>
          <a:xfrm>
            <a:off x="1690962" y="2256617"/>
            <a:ext cx="456110" cy="654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xmlns="" id="{9CB89F75-7809-4D95-BE4E-B9D75E894227}"/>
              </a:ext>
            </a:extLst>
          </p:cNvPr>
          <p:cNvCxnSpPr>
            <a:cxnSpLocks/>
          </p:cNvCxnSpPr>
          <p:nvPr/>
        </p:nvCxnSpPr>
        <p:spPr>
          <a:xfrm flipH="1">
            <a:off x="2461119" y="2247520"/>
            <a:ext cx="191914" cy="70544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xmlns="" id="{92934D5D-D869-434B-AC3F-CD0F277080F2}"/>
              </a:ext>
            </a:extLst>
          </p:cNvPr>
          <p:cNvCxnSpPr>
            <a:cxnSpLocks/>
          </p:cNvCxnSpPr>
          <p:nvPr/>
        </p:nvCxnSpPr>
        <p:spPr>
          <a:xfrm flipH="1">
            <a:off x="2211693" y="2256617"/>
            <a:ext cx="195438" cy="6795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279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xmlns="" id="{B4788ED2-40E1-4927-B8C7-3AB18E4F7F47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d c e b a $</a:t>
            </a:r>
          </a:p>
          <a:p>
            <a:r>
              <a:rPr lang="en-US" altLang="zh-TW" dirty="0"/>
              <a:t>W^: (1,1), (1,1)</a:t>
            </a:r>
          </a:p>
          <a:p>
            <a:r>
              <a:rPr lang="en-US" altLang="zh-TW" dirty="0"/>
              <a:t>(2,4), (4,5), (9,5) </a:t>
            </a:r>
          </a:p>
          <a:p>
            <a:r>
              <a:rPr lang="en-US" altLang="zh-TW" dirty="0"/>
              <a:t>, (15,18),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76BBAED6-7E9B-4B12-986E-5AE389C4E145}"/>
              </a:ext>
            </a:extLst>
          </p:cNvPr>
          <p:cNvCxnSpPr>
            <a:cxnSpLocks/>
          </p:cNvCxnSpPr>
          <p:nvPr/>
        </p:nvCxnSpPr>
        <p:spPr>
          <a:xfrm>
            <a:off x="4928007" y="2290195"/>
            <a:ext cx="667449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xmlns="" id="{DC2CB12A-8E54-4C34-B3AF-5782061D950A}"/>
              </a:ext>
            </a:extLst>
          </p:cNvPr>
          <p:cNvCxnSpPr>
            <a:cxnSpLocks/>
          </p:cNvCxnSpPr>
          <p:nvPr/>
        </p:nvCxnSpPr>
        <p:spPr>
          <a:xfrm flipH="1">
            <a:off x="4011248" y="2290195"/>
            <a:ext cx="769952" cy="620785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xmlns="" id="{51516FFF-2AF6-4752-9AFB-AE5D6F335873}"/>
              </a:ext>
            </a:extLst>
          </p:cNvPr>
          <p:cNvCxnSpPr>
            <a:cxnSpLocks/>
          </p:cNvCxnSpPr>
          <p:nvPr/>
        </p:nvCxnSpPr>
        <p:spPr>
          <a:xfrm flipH="1">
            <a:off x="2471752" y="2231460"/>
            <a:ext cx="829331" cy="704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1583A55C-D2C6-4CAB-93CB-BD9537E56710}"/>
              </a:ext>
            </a:extLst>
          </p:cNvPr>
          <p:cNvCxnSpPr>
            <a:cxnSpLocks/>
          </p:cNvCxnSpPr>
          <p:nvPr/>
        </p:nvCxnSpPr>
        <p:spPr>
          <a:xfrm flipH="1">
            <a:off x="1427676" y="2265028"/>
            <a:ext cx="18391" cy="6879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xmlns="" id="{3E69A8BD-1881-4882-AC7E-0C487D8DC24E}"/>
              </a:ext>
            </a:extLst>
          </p:cNvPr>
          <p:cNvCxnSpPr>
            <a:cxnSpLocks/>
          </p:cNvCxnSpPr>
          <p:nvPr/>
        </p:nvCxnSpPr>
        <p:spPr>
          <a:xfrm>
            <a:off x="1690962" y="2256617"/>
            <a:ext cx="456110" cy="654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xmlns="" id="{73F25CFD-875F-43E7-93B5-CE613593CFC0}"/>
              </a:ext>
            </a:extLst>
          </p:cNvPr>
          <p:cNvCxnSpPr>
            <a:cxnSpLocks/>
          </p:cNvCxnSpPr>
          <p:nvPr/>
        </p:nvCxnSpPr>
        <p:spPr>
          <a:xfrm>
            <a:off x="2211693" y="2256617"/>
            <a:ext cx="249426" cy="6739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250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xmlns="" id="{B4788ED2-40E1-4927-B8C7-3AB18E4F7F47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d c e b a $</a:t>
            </a:r>
          </a:p>
          <a:p>
            <a:r>
              <a:rPr lang="en-US" altLang="zh-TW" dirty="0"/>
              <a:t>W^: (1,1), (1,1)</a:t>
            </a:r>
          </a:p>
          <a:p>
            <a:r>
              <a:rPr lang="en-US" altLang="zh-TW" dirty="0"/>
              <a:t>(2,4), (4,5), (7,11) </a:t>
            </a:r>
          </a:p>
          <a:p>
            <a:r>
              <a:rPr lang="en-US" altLang="zh-TW" dirty="0"/>
              <a:t>, (15,18),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76BBAED6-7E9B-4B12-986E-5AE389C4E145}"/>
              </a:ext>
            </a:extLst>
          </p:cNvPr>
          <p:cNvCxnSpPr>
            <a:cxnSpLocks/>
          </p:cNvCxnSpPr>
          <p:nvPr/>
        </p:nvCxnSpPr>
        <p:spPr>
          <a:xfrm>
            <a:off x="4928007" y="2290195"/>
            <a:ext cx="667449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1583A55C-D2C6-4CAB-93CB-BD9537E56710}"/>
              </a:ext>
            </a:extLst>
          </p:cNvPr>
          <p:cNvCxnSpPr>
            <a:cxnSpLocks/>
          </p:cNvCxnSpPr>
          <p:nvPr/>
        </p:nvCxnSpPr>
        <p:spPr>
          <a:xfrm flipH="1">
            <a:off x="1427676" y="2265028"/>
            <a:ext cx="18391" cy="6879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xmlns="" id="{3E69A8BD-1881-4882-AC7E-0C487D8DC24E}"/>
              </a:ext>
            </a:extLst>
          </p:cNvPr>
          <p:cNvCxnSpPr>
            <a:cxnSpLocks/>
          </p:cNvCxnSpPr>
          <p:nvPr/>
        </p:nvCxnSpPr>
        <p:spPr>
          <a:xfrm>
            <a:off x="1690962" y="2256617"/>
            <a:ext cx="456110" cy="654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xmlns="" id="{73F25CFD-875F-43E7-93B5-CE613593CFC0}"/>
              </a:ext>
            </a:extLst>
          </p:cNvPr>
          <p:cNvCxnSpPr>
            <a:cxnSpLocks/>
          </p:cNvCxnSpPr>
          <p:nvPr/>
        </p:nvCxnSpPr>
        <p:spPr>
          <a:xfrm>
            <a:off x="2211693" y="2256617"/>
            <a:ext cx="249426" cy="6739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xmlns="" id="{A680DAA8-811A-43A9-8380-FFB9BB2FA232}"/>
              </a:ext>
            </a:extLst>
          </p:cNvPr>
          <p:cNvCxnSpPr>
            <a:cxnSpLocks/>
          </p:cNvCxnSpPr>
          <p:nvPr/>
        </p:nvCxnSpPr>
        <p:spPr>
          <a:xfrm>
            <a:off x="2890604" y="2227898"/>
            <a:ext cx="1052746" cy="7250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0605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xmlns="" id="{B4788ED2-40E1-4927-B8C7-3AB18E4F7F47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d c e b a $</a:t>
            </a:r>
          </a:p>
          <a:p>
            <a:r>
              <a:rPr lang="en-US" altLang="zh-TW" dirty="0"/>
              <a:t>W^: (1,1), (1,1)</a:t>
            </a:r>
          </a:p>
          <a:p>
            <a:r>
              <a:rPr lang="en-US" altLang="zh-TW" dirty="0"/>
              <a:t>(2,4), (4,5), (7,11) </a:t>
            </a:r>
          </a:p>
          <a:p>
            <a:r>
              <a:rPr lang="en-US" altLang="zh-TW" dirty="0"/>
              <a:t>, (14,17),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76BBAED6-7E9B-4B12-986E-5AE389C4E145}"/>
              </a:ext>
            </a:extLst>
          </p:cNvPr>
          <p:cNvCxnSpPr>
            <a:cxnSpLocks/>
          </p:cNvCxnSpPr>
          <p:nvPr/>
        </p:nvCxnSpPr>
        <p:spPr>
          <a:xfrm>
            <a:off x="4686882" y="2290195"/>
            <a:ext cx="667449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1583A55C-D2C6-4CAB-93CB-BD9537E56710}"/>
              </a:ext>
            </a:extLst>
          </p:cNvPr>
          <p:cNvCxnSpPr>
            <a:cxnSpLocks/>
          </p:cNvCxnSpPr>
          <p:nvPr/>
        </p:nvCxnSpPr>
        <p:spPr>
          <a:xfrm flipH="1">
            <a:off x="1427676" y="2265028"/>
            <a:ext cx="18391" cy="6879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xmlns="" id="{3E69A8BD-1881-4882-AC7E-0C487D8DC24E}"/>
              </a:ext>
            </a:extLst>
          </p:cNvPr>
          <p:cNvCxnSpPr>
            <a:cxnSpLocks/>
          </p:cNvCxnSpPr>
          <p:nvPr/>
        </p:nvCxnSpPr>
        <p:spPr>
          <a:xfrm>
            <a:off x="1690962" y="2256617"/>
            <a:ext cx="456110" cy="654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xmlns="" id="{73F25CFD-875F-43E7-93B5-CE613593CFC0}"/>
              </a:ext>
            </a:extLst>
          </p:cNvPr>
          <p:cNvCxnSpPr>
            <a:cxnSpLocks/>
          </p:cNvCxnSpPr>
          <p:nvPr/>
        </p:nvCxnSpPr>
        <p:spPr>
          <a:xfrm>
            <a:off x="2211693" y="2256617"/>
            <a:ext cx="249426" cy="6739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xmlns="" id="{A680DAA8-811A-43A9-8380-FFB9BB2FA232}"/>
              </a:ext>
            </a:extLst>
          </p:cNvPr>
          <p:cNvCxnSpPr>
            <a:cxnSpLocks/>
          </p:cNvCxnSpPr>
          <p:nvPr/>
        </p:nvCxnSpPr>
        <p:spPr>
          <a:xfrm>
            <a:off x="2890604" y="2227898"/>
            <a:ext cx="1052746" cy="7250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032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xmlns="" id="{B4788ED2-40E1-4927-B8C7-3AB18E4F7F47}"/>
              </a:ext>
            </a:extLst>
          </p:cNvPr>
          <p:cNvCxnSpPr>
            <a:cxnSpLocks/>
          </p:cNvCxnSpPr>
          <p:nvPr/>
        </p:nvCxnSpPr>
        <p:spPr>
          <a:xfrm flipH="1">
            <a:off x="4450564" y="2255931"/>
            <a:ext cx="83337" cy="65504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d c e b f a $</a:t>
            </a:r>
          </a:p>
          <a:p>
            <a:r>
              <a:rPr lang="en-US" altLang="zh-TW" dirty="0"/>
              <a:t>W^: (1,1), (1,1)</a:t>
            </a:r>
          </a:p>
          <a:p>
            <a:r>
              <a:rPr lang="en-US" altLang="zh-TW" dirty="0"/>
              <a:t>(2,4), (4,5), (7,11), </a:t>
            </a:r>
          </a:p>
          <a:p>
            <a:r>
              <a:rPr lang="en-US" altLang="zh-TW" dirty="0"/>
              <a:t>(13,12), (14,17),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76BBAED6-7E9B-4B12-986E-5AE389C4E145}"/>
              </a:ext>
            </a:extLst>
          </p:cNvPr>
          <p:cNvCxnSpPr>
            <a:cxnSpLocks/>
          </p:cNvCxnSpPr>
          <p:nvPr/>
        </p:nvCxnSpPr>
        <p:spPr>
          <a:xfrm>
            <a:off x="4572000" y="2255931"/>
            <a:ext cx="782331" cy="6550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1583A55C-D2C6-4CAB-93CB-BD9537E56710}"/>
              </a:ext>
            </a:extLst>
          </p:cNvPr>
          <p:cNvCxnSpPr>
            <a:cxnSpLocks/>
          </p:cNvCxnSpPr>
          <p:nvPr/>
        </p:nvCxnSpPr>
        <p:spPr>
          <a:xfrm flipH="1">
            <a:off x="1427676" y="2265028"/>
            <a:ext cx="18391" cy="6879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xmlns="" id="{3E69A8BD-1881-4882-AC7E-0C487D8DC24E}"/>
              </a:ext>
            </a:extLst>
          </p:cNvPr>
          <p:cNvCxnSpPr>
            <a:cxnSpLocks/>
          </p:cNvCxnSpPr>
          <p:nvPr/>
        </p:nvCxnSpPr>
        <p:spPr>
          <a:xfrm>
            <a:off x="1690962" y="2256617"/>
            <a:ext cx="456110" cy="654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xmlns="" id="{73F25CFD-875F-43E7-93B5-CE613593CFC0}"/>
              </a:ext>
            </a:extLst>
          </p:cNvPr>
          <p:cNvCxnSpPr>
            <a:cxnSpLocks/>
          </p:cNvCxnSpPr>
          <p:nvPr/>
        </p:nvCxnSpPr>
        <p:spPr>
          <a:xfrm>
            <a:off x="2211693" y="2256617"/>
            <a:ext cx="249426" cy="6739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xmlns="" id="{A680DAA8-811A-43A9-8380-FFB9BB2FA232}"/>
              </a:ext>
            </a:extLst>
          </p:cNvPr>
          <p:cNvCxnSpPr>
            <a:cxnSpLocks/>
          </p:cNvCxnSpPr>
          <p:nvPr/>
        </p:nvCxnSpPr>
        <p:spPr>
          <a:xfrm>
            <a:off x="2890604" y="2227898"/>
            <a:ext cx="1052746" cy="7250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xmlns="" id="{BDE46094-C8A8-4815-9BEF-31A116D700A9}"/>
              </a:ext>
            </a:extLst>
          </p:cNvPr>
          <p:cNvCxnSpPr>
            <a:cxnSpLocks/>
          </p:cNvCxnSpPr>
          <p:nvPr/>
        </p:nvCxnSpPr>
        <p:spPr>
          <a:xfrm flipH="1">
            <a:off x="4252184" y="2298605"/>
            <a:ext cx="45441" cy="65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xmlns="" id="{6B5A6483-E535-464C-882E-3039493B8F96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4394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xmlns="" id="{B4788ED2-40E1-4927-B8C7-3AB18E4F7F47}"/>
              </a:ext>
            </a:extLst>
          </p:cNvPr>
          <p:cNvCxnSpPr>
            <a:cxnSpLocks/>
          </p:cNvCxnSpPr>
          <p:nvPr/>
        </p:nvCxnSpPr>
        <p:spPr>
          <a:xfrm flipH="1">
            <a:off x="4450564" y="2255931"/>
            <a:ext cx="83337" cy="65504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d c e b f a $</a:t>
            </a:r>
          </a:p>
          <a:p>
            <a:r>
              <a:rPr lang="en-US" altLang="zh-TW" dirty="0"/>
              <a:t>W^: (1,1), (1,1)</a:t>
            </a:r>
          </a:p>
          <a:p>
            <a:r>
              <a:rPr lang="en-US" altLang="zh-TW" dirty="0"/>
              <a:t>(2,4), (4,5), (7,11), </a:t>
            </a:r>
          </a:p>
          <a:p>
            <a:r>
              <a:rPr lang="en-US" altLang="zh-TW" dirty="0"/>
              <a:t>(12,11), (14,17),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76BBAED6-7E9B-4B12-986E-5AE389C4E145}"/>
              </a:ext>
            </a:extLst>
          </p:cNvPr>
          <p:cNvCxnSpPr>
            <a:cxnSpLocks/>
          </p:cNvCxnSpPr>
          <p:nvPr/>
        </p:nvCxnSpPr>
        <p:spPr>
          <a:xfrm>
            <a:off x="4572000" y="2255931"/>
            <a:ext cx="782331" cy="6550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1583A55C-D2C6-4CAB-93CB-BD9537E56710}"/>
              </a:ext>
            </a:extLst>
          </p:cNvPr>
          <p:cNvCxnSpPr>
            <a:cxnSpLocks/>
          </p:cNvCxnSpPr>
          <p:nvPr/>
        </p:nvCxnSpPr>
        <p:spPr>
          <a:xfrm flipH="1">
            <a:off x="1427676" y="2265028"/>
            <a:ext cx="18391" cy="6879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xmlns="" id="{3E69A8BD-1881-4882-AC7E-0C487D8DC24E}"/>
              </a:ext>
            </a:extLst>
          </p:cNvPr>
          <p:cNvCxnSpPr>
            <a:cxnSpLocks/>
          </p:cNvCxnSpPr>
          <p:nvPr/>
        </p:nvCxnSpPr>
        <p:spPr>
          <a:xfrm>
            <a:off x="1690962" y="2256617"/>
            <a:ext cx="456110" cy="654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xmlns="" id="{73F25CFD-875F-43E7-93B5-CE613593CFC0}"/>
              </a:ext>
            </a:extLst>
          </p:cNvPr>
          <p:cNvCxnSpPr>
            <a:cxnSpLocks/>
          </p:cNvCxnSpPr>
          <p:nvPr/>
        </p:nvCxnSpPr>
        <p:spPr>
          <a:xfrm>
            <a:off x="2211693" y="2256617"/>
            <a:ext cx="249426" cy="6739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xmlns="" id="{A680DAA8-811A-43A9-8380-FFB9BB2FA232}"/>
              </a:ext>
            </a:extLst>
          </p:cNvPr>
          <p:cNvCxnSpPr>
            <a:cxnSpLocks/>
          </p:cNvCxnSpPr>
          <p:nvPr/>
        </p:nvCxnSpPr>
        <p:spPr>
          <a:xfrm>
            <a:off x="2890604" y="2227898"/>
            <a:ext cx="1052746" cy="7250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xmlns="" id="{BDE46094-C8A8-4815-9BEF-31A116D700A9}"/>
              </a:ext>
            </a:extLst>
          </p:cNvPr>
          <p:cNvCxnSpPr>
            <a:cxnSpLocks/>
          </p:cNvCxnSpPr>
          <p:nvPr/>
        </p:nvCxnSpPr>
        <p:spPr>
          <a:xfrm flipH="1">
            <a:off x="4004374" y="2298605"/>
            <a:ext cx="45441" cy="654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xmlns="" id="{6B5A6483-E535-464C-882E-3039493B8F96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756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d c e b f a $</a:t>
            </a:r>
          </a:p>
          <a:p>
            <a:r>
              <a:rPr lang="en-US" altLang="zh-TW" dirty="0"/>
              <a:t>W^: (1,1), (1,1)</a:t>
            </a:r>
          </a:p>
          <a:p>
            <a:r>
              <a:rPr lang="en-US" altLang="zh-TW" dirty="0"/>
              <a:t>(2,4), (4,5), (7,11), </a:t>
            </a:r>
          </a:p>
          <a:p>
            <a:r>
              <a:rPr lang="en-US" altLang="zh-TW" dirty="0"/>
              <a:t>(11,13), (14,17),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76BBAED6-7E9B-4B12-986E-5AE389C4E145}"/>
              </a:ext>
            </a:extLst>
          </p:cNvPr>
          <p:cNvCxnSpPr>
            <a:cxnSpLocks/>
          </p:cNvCxnSpPr>
          <p:nvPr/>
        </p:nvCxnSpPr>
        <p:spPr>
          <a:xfrm>
            <a:off x="4572000" y="2255931"/>
            <a:ext cx="782331" cy="6550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1583A55C-D2C6-4CAB-93CB-BD9537E56710}"/>
              </a:ext>
            </a:extLst>
          </p:cNvPr>
          <p:cNvCxnSpPr>
            <a:cxnSpLocks/>
          </p:cNvCxnSpPr>
          <p:nvPr/>
        </p:nvCxnSpPr>
        <p:spPr>
          <a:xfrm flipH="1">
            <a:off x="1427676" y="2265028"/>
            <a:ext cx="18391" cy="6879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xmlns="" id="{3E69A8BD-1881-4882-AC7E-0C487D8DC24E}"/>
              </a:ext>
            </a:extLst>
          </p:cNvPr>
          <p:cNvCxnSpPr>
            <a:cxnSpLocks/>
          </p:cNvCxnSpPr>
          <p:nvPr/>
        </p:nvCxnSpPr>
        <p:spPr>
          <a:xfrm>
            <a:off x="1690962" y="2256617"/>
            <a:ext cx="456110" cy="654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xmlns="" id="{73F25CFD-875F-43E7-93B5-CE613593CFC0}"/>
              </a:ext>
            </a:extLst>
          </p:cNvPr>
          <p:cNvCxnSpPr>
            <a:cxnSpLocks/>
          </p:cNvCxnSpPr>
          <p:nvPr/>
        </p:nvCxnSpPr>
        <p:spPr>
          <a:xfrm>
            <a:off x="2211693" y="2256617"/>
            <a:ext cx="249426" cy="6739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xmlns="" id="{A680DAA8-811A-43A9-8380-FFB9BB2FA232}"/>
              </a:ext>
            </a:extLst>
          </p:cNvPr>
          <p:cNvCxnSpPr>
            <a:cxnSpLocks/>
          </p:cNvCxnSpPr>
          <p:nvPr/>
        </p:nvCxnSpPr>
        <p:spPr>
          <a:xfrm>
            <a:off x="2890604" y="2227898"/>
            <a:ext cx="1052746" cy="7250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xmlns="" id="{6B5A6483-E535-464C-882E-3039493B8F96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xmlns="" id="{18957A70-2C58-4669-B9EE-5381D90D4B9F}"/>
              </a:ext>
            </a:extLst>
          </p:cNvPr>
          <p:cNvCxnSpPr>
            <a:cxnSpLocks/>
          </p:cNvCxnSpPr>
          <p:nvPr/>
        </p:nvCxnSpPr>
        <p:spPr>
          <a:xfrm>
            <a:off x="3784258" y="2185910"/>
            <a:ext cx="674265" cy="76705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222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d c e b f a $</a:t>
            </a:r>
          </a:p>
          <a:p>
            <a:r>
              <a:rPr lang="en-US" altLang="zh-TW" dirty="0"/>
              <a:t>W^: (1,1), (1,1)</a:t>
            </a:r>
          </a:p>
          <a:p>
            <a:r>
              <a:rPr lang="en-US" altLang="zh-TW" dirty="0"/>
              <a:t>(2,4), (4,5), (7,11), </a:t>
            </a:r>
          </a:p>
          <a:p>
            <a:r>
              <a:rPr lang="en-US" altLang="zh-TW" dirty="0"/>
              <a:t>(11,13), (13,16),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76BBAED6-7E9B-4B12-986E-5AE389C4E145}"/>
              </a:ext>
            </a:extLst>
          </p:cNvPr>
          <p:cNvCxnSpPr>
            <a:cxnSpLocks/>
          </p:cNvCxnSpPr>
          <p:nvPr/>
        </p:nvCxnSpPr>
        <p:spPr>
          <a:xfrm>
            <a:off x="4356683" y="2265028"/>
            <a:ext cx="782331" cy="6550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1583A55C-D2C6-4CAB-93CB-BD9537E56710}"/>
              </a:ext>
            </a:extLst>
          </p:cNvPr>
          <p:cNvCxnSpPr>
            <a:cxnSpLocks/>
          </p:cNvCxnSpPr>
          <p:nvPr/>
        </p:nvCxnSpPr>
        <p:spPr>
          <a:xfrm flipH="1">
            <a:off x="1427676" y="2265028"/>
            <a:ext cx="18391" cy="6879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xmlns="" id="{3E69A8BD-1881-4882-AC7E-0C487D8DC24E}"/>
              </a:ext>
            </a:extLst>
          </p:cNvPr>
          <p:cNvCxnSpPr>
            <a:cxnSpLocks/>
          </p:cNvCxnSpPr>
          <p:nvPr/>
        </p:nvCxnSpPr>
        <p:spPr>
          <a:xfrm>
            <a:off x="1690962" y="2256617"/>
            <a:ext cx="456110" cy="654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xmlns="" id="{73F25CFD-875F-43E7-93B5-CE613593CFC0}"/>
              </a:ext>
            </a:extLst>
          </p:cNvPr>
          <p:cNvCxnSpPr>
            <a:cxnSpLocks/>
          </p:cNvCxnSpPr>
          <p:nvPr/>
        </p:nvCxnSpPr>
        <p:spPr>
          <a:xfrm>
            <a:off x="2211693" y="2256617"/>
            <a:ext cx="249426" cy="6739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xmlns="" id="{A680DAA8-811A-43A9-8380-FFB9BB2FA232}"/>
              </a:ext>
            </a:extLst>
          </p:cNvPr>
          <p:cNvCxnSpPr>
            <a:cxnSpLocks/>
          </p:cNvCxnSpPr>
          <p:nvPr/>
        </p:nvCxnSpPr>
        <p:spPr>
          <a:xfrm>
            <a:off x="2890604" y="2227898"/>
            <a:ext cx="1052746" cy="7250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xmlns="" id="{6B5A6483-E535-464C-882E-3039493B8F96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xmlns="" id="{18957A70-2C58-4669-B9EE-5381D90D4B9F}"/>
              </a:ext>
            </a:extLst>
          </p:cNvPr>
          <p:cNvCxnSpPr>
            <a:cxnSpLocks/>
          </p:cNvCxnSpPr>
          <p:nvPr/>
        </p:nvCxnSpPr>
        <p:spPr>
          <a:xfrm>
            <a:off x="3784258" y="2185910"/>
            <a:ext cx="674265" cy="76705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6893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d c e b f a $</a:t>
            </a:r>
          </a:p>
          <a:p>
            <a:r>
              <a:rPr lang="en-US" altLang="zh-TW" dirty="0"/>
              <a:t>W^: (1,1), (1,1)</a:t>
            </a:r>
          </a:p>
          <a:p>
            <a:r>
              <a:rPr lang="en-US" altLang="zh-TW" dirty="0"/>
              <a:t>(2,4), (4,5), (7,11), </a:t>
            </a:r>
          </a:p>
          <a:p>
            <a:r>
              <a:rPr lang="en-US" altLang="zh-TW" dirty="0"/>
              <a:t>(11,13), (12,15),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76BBAED6-7E9B-4B12-986E-5AE389C4E145}"/>
              </a:ext>
            </a:extLst>
          </p:cNvPr>
          <p:cNvCxnSpPr>
            <a:cxnSpLocks/>
          </p:cNvCxnSpPr>
          <p:nvPr/>
        </p:nvCxnSpPr>
        <p:spPr>
          <a:xfrm>
            <a:off x="4043472" y="2241914"/>
            <a:ext cx="782331" cy="6550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1583A55C-D2C6-4CAB-93CB-BD9537E56710}"/>
              </a:ext>
            </a:extLst>
          </p:cNvPr>
          <p:cNvCxnSpPr>
            <a:cxnSpLocks/>
          </p:cNvCxnSpPr>
          <p:nvPr/>
        </p:nvCxnSpPr>
        <p:spPr>
          <a:xfrm flipH="1">
            <a:off x="1427676" y="2265028"/>
            <a:ext cx="18391" cy="6879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xmlns="" id="{3E69A8BD-1881-4882-AC7E-0C487D8DC24E}"/>
              </a:ext>
            </a:extLst>
          </p:cNvPr>
          <p:cNvCxnSpPr>
            <a:cxnSpLocks/>
          </p:cNvCxnSpPr>
          <p:nvPr/>
        </p:nvCxnSpPr>
        <p:spPr>
          <a:xfrm>
            <a:off x="1690962" y="2256617"/>
            <a:ext cx="456110" cy="654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xmlns="" id="{73F25CFD-875F-43E7-93B5-CE613593CFC0}"/>
              </a:ext>
            </a:extLst>
          </p:cNvPr>
          <p:cNvCxnSpPr>
            <a:cxnSpLocks/>
          </p:cNvCxnSpPr>
          <p:nvPr/>
        </p:nvCxnSpPr>
        <p:spPr>
          <a:xfrm>
            <a:off x="2211693" y="2256617"/>
            <a:ext cx="249426" cy="6739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xmlns="" id="{A680DAA8-811A-43A9-8380-FFB9BB2FA232}"/>
              </a:ext>
            </a:extLst>
          </p:cNvPr>
          <p:cNvCxnSpPr>
            <a:cxnSpLocks/>
          </p:cNvCxnSpPr>
          <p:nvPr/>
        </p:nvCxnSpPr>
        <p:spPr>
          <a:xfrm>
            <a:off x="2890604" y="2227898"/>
            <a:ext cx="1052746" cy="7250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xmlns="" id="{6B5A6483-E535-464C-882E-3039493B8F96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xmlns="" id="{18957A70-2C58-4669-B9EE-5381D90D4B9F}"/>
              </a:ext>
            </a:extLst>
          </p:cNvPr>
          <p:cNvCxnSpPr>
            <a:cxnSpLocks/>
          </p:cNvCxnSpPr>
          <p:nvPr/>
        </p:nvCxnSpPr>
        <p:spPr>
          <a:xfrm>
            <a:off x="3784258" y="2185910"/>
            <a:ext cx="674265" cy="76705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439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d c e b f a $</a:t>
            </a:r>
          </a:p>
          <a:p>
            <a:r>
              <a:rPr lang="en-US" altLang="zh-TW" dirty="0"/>
              <a:t>W^: (1,1), (1,1)</a:t>
            </a:r>
          </a:p>
          <a:p>
            <a:r>
              <a:rPr lang="en-US" altLang="zh-TW" dirty="0"/>
              <a:t>(2,4), (4,5), (7,11), </a:t>
            </a:r>
          </a:p>
          <a:p>
            <a:r>
              <a:rPr lang="en-US" altLang="zh-TW" dirty="0"/>
              <a:t>(11,13), (11,14), (19,20)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xmlns="" id="{76BBAED6-7E9B-4B12-986E-5AE389C4E145}"/>
              </a:ext>
            </a:extLst>
          </p:cNvPr>
          <p:cNvCxnSpPr>
            <a:cxnSpLocks/>
          </p:cNvCxnSpPr>
          <p:nvPr/>
        </p:nvCxnSpPr>
        <p:spPr>
          <a:xfrm>
            <a:off x="3826895" y="2230764"/>
            <a:ext cx="782331" cy="6550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1583A55C-D2C6-4CAB-93CB-BD9537E56710}"/>
              </a:ext>
            </a:extLst>
          </p:cNvPr>
          <p:cNvCxnSpPr>
            <a:cxnSpLocks/>
          </p:cNvCxnSpPr>
          <p:nvPr/>
        </p:nvCxnSpPr>
        <p:spPr>
          <a:xfrm flipH="1">
            <a:off x="1427676" y="2265028"/>
            <a:ext cx="18391" cy="6879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xmlns="" id="{3E69A8BD-1881-4882-AC7E-0C487D8DC24E}"/>
              </a:ext>
            </a:extLst>
          </p:cNvPr>
          <p:cNvCxnSpPr>
            <a:cxnSpLocks/>
          </p:cNvCxnSpPr>
          <p:nvPr/>
        </p:nvCxnSpPr>
        <p:spPr>
          <a:xfrm>
            <a:off x="1690962" y="2256617"/>
            <a:ext cx="456110" cy="654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xmlns="" id="{73F25CFD-875F-43E7-93B5-CE613593CFC0}"/>
              </a:ext>
            </a:extLst>
          </p:cNvPr>
          <p:cNvCxnSpPr>
            <a:cxnSpLocks/>
          </p:cNvCxnSpPr>
          <p:nvPr/>
        </p:nvCxnSpPr>
        <p:spPr>
          <a:xfrm>
            <a:off x="2211693" y="2256617"/>
            <a:ext cx="249426" cy="6739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xmlns="" id="{A680DAA8-811A-43A9-8380-FFB9BB2FA232}"/>
              </a:ext>
            </a:extLst>
          </p:cNvPr>
          <p:cNvCxnSpPr>
            <a:cxnSpLocks/>
          </p:cNvCxnSpPr>
          <p:nvPr/>
        </p:nvCxnSpPr>
        <p:spPr>
          <a:xfrm>
            <a:off x="2890604" y="2227898"/>
            <a:ext cx="1052746" cy="7250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xmlns="" id="{6B5A6483-E535-464C-882E-3039493B8F96}"/>
              </a:ext>
            </a:extLst>
          </p:cNvPr>
          <p:cNvCxnSpPr/>
          <p:nvPr/>
        </p:nvCxnSpPr>
        <p:spPr>
          <a:xfrm>
            <a:off x="5335398" y="2204846"/>
            <a:ext cx="679508" cy="70613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xmlns="" id="{18957A70-2C58-4669-B9EE-5381D90D4B9F}"/>
              </a:ext>
            </a:extLst>
          </p:cNvPr>
          <p:cNvCxnSpPr>
            <a:cxnSpLocks/>
          </p:cNvCxnSpPr>
          <p:nvPr/>
        </p:nvCxnSpPr>
        <p:spPr>
          <a:xfrm>
            <a:off x="3784258" y="2185910"/>
            <a:ext cx="674265" cy="76705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03101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855515" y="2265028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d c e b f a $</a:t>
            </a:r>
          </a:p>
          <a:p>
            <a:r>
              <a:rPr lang="en-US" altLang="zh-TW" dirty="0"/>
              <a:t>W^: (1,1), (1,1)</a:t>
            </a:r>
          </a:p>
          <a:p>
            <a:r>
              <a:rPr lang="en-US" altLang="zh-TW" dirty="0"/>
              <a:t>(2,4), (4,5), (7,11), </a:t>
            </a:r>
          </a:p>
          <a:p>
            <a:r>
              <a:rPr lang="en-US" altLang="zh-TW" dirty="0"/>
              <a:t>(11,13), (17,15), (19,20)</a:t>
            </a:r>
            <a:endParaRPr lang="zh-TW" altLang="en-US" dirty="0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1583A55C-D2C6-4CAB-93CB-BD9537E56710}"/>
              </a:ext>
            </a:extLst>
          </p:cNvPr>
          <p:cNvCxnSpPr>
            <a:cxnSpLocks/>
          </p:cNvCxnSpPr>
          <p:nvPr/>
        </p:nvCxnSpPr>
        <p:spPr>
          <a:xfrm flipH="1">
            <a:off x="1427676" y="2265028"/>
            <a:ext cx="18391" cy="6879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xmlns="" id="{3E69A8BD-1881-4882-AC7E-0C487D8DC24E}"/>
              </a:ext>
            </a:extLst>
          </p:cNvPr>
          <p:cNvCxnSpPr>
            <a:cxnSpLocks/>
          </p:cNvCxnSpPr>
          <p:nvPr/>
        </p:nvCxnSpPr>
        <p:spPr>
          <a:xfrm>
            <a:off x="1690962" y="2256617"/>
            <a:ext cx="456110" cy="654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xmlns="" id="{73F25CFD-875F-43E7-93B5-CE613593CFC0}"/>
              </a:ext>
            </a:extLst>
          </p:cNvPr>
          <p:cNvCxnSpPr>
            <a:cxnSpLocks/>
          </p:cNvCxnSpPr>
          <p:nvPr/>
        </p:nvCxnSpPr>
        <p:spPr>
          <a:xfrm>
            <a:off x="2211693" y="2256617"/>
            <a:ext cx="249426" cy="6739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xmlns="" id="{A680DAA8-811A-43A9-8380-FFB9BB2FA232}"/>
              </a:ext>
            </a:extLst>
          </p:cNvPr>
          <p:cNvCxnSpPr>
            <a:cxnSpLocks/>
          </p:cNvCxnSpPr>
          <p:nvPr/>
        </p:nvCxnSpPr>
        <p:spPr>
          <a:xfrm>
            <a:off x="2890604" y="2227898"/>
            <a:ext cx="1052746" cy="7250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xmlns="" id="{18957A70-2C58-4669-B9EE-5381D90D4B9F}"/>
              </a:ext>
            </a:extLst>
          </p:cNvPr>
          <p:cNvCxnSpPr>
            <a:cxnSpLocks/>
          </p:cNvCxnSpPr>
          <p:nvPr/>
        </p:nvCxnSpPr>
        <p:spPr>
          <a:xfrm>
            <a:off x="3784258" y="2185910"/>
            <a:ext cx="674265" cy="76705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xmlns="" id="{964CC265-FC66-472D-9FA9-E53FBA655489}"/>
              </a:ext>
            </a:extLst>
          </p:cNvPr>
          <p:cNvCxnSpPr>
            <a:cxnSpLocks/>
          </p:cNvCxnSpPr>
          <p:nvPr/>
        </p:nvCxnSpPr>
        <p:spPr>
          <a:xfrm flipH="1">
            <a:off x="5009276" y="2163505"/>
            <a:ext cx="270318" cy="7894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410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633746" y="2273405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d c e b f a $</a:t>
            </a:r>
          </a:p>
          <a:p>
            <a:r>
              <a:rPr lang="en-US" altLang="zh-TW" dirty="0"/>
              <a:t>W^: (1,1), (1,1)</a:t>
            </a:r>
          </a:p>
          <a:p>
            <a:r>
              <a:rPr lang="en-US" altLang="zh-TW" dirty="0"/>
              <a:t>(2,4), (4,5), (7,11), </a:t>
            </a:r>
          </a:p>
          <a:p>
            <a:r>
              <a:rPr lang="en-US" altLang="zh-TW" dirty="0"/>
              <a:t>(11,13), (17,15), (18,19)</a:t>
            </a:r>
            <a:endParaRPr lang="zh-TW" altLang="en-US" dirty="0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1583A55C-D2C6-4CAB-93CB-BD9537E56710}"/>
              </a:ext>
            </a:extLst>
          </p:cNvPr>
          <p:cNvCxnSpPr>
            <a:cxnSpLocks/>
          </p:cNvCxnSpPr>
          <p:nvPr/>
        </p:nvCxnSpPr>
        <p:spPr>
          <a:xfrm flipH="1">
            <a:off x="1427676" y="2265028"/>
            <a:ext cx="18391" cy="6879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xmlns="" id="{3E69A8BD-1881-4882-AC7E-0C487D8DC24E}"/>
              </a:ext>
            </a:extLst>
          </p:cNvPr>
          <p:cNvCxnSpPr>
            <a:cxnSpLocks/>
          </p:cNvCxnSpPr>
          <p:nvPr/>
        </p:nvCxnSpPr>
        <p:spPr>
          <a:xfrm>
            <a:off x="1690962" y="2256617"/>
            <a:ext cx="456110" cy="654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xmlns="" id="{73F25CFD-875F-43E7-93B5-CE613593CFC0}"/>
              </a:ext>
            </a:extLst>
          </p:cNvPr>
          <p:cNvCxnSpPr>
            <a:cxnSpLocks/>
          </p:cNvCxnSpPr>
          <p:nvPr/>
        </p:nvCxnSpPr>
        <p:spPr>
          <a:xfrm>
            <a:off x="2211693" y="2256617"/>
            <a:ext cx="249426" cy="6739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xmlns="" id="{A680DAA8-811A-43A9-8380-FFB9BB2FA232}"/>
              </a:ext>
            </a:extLst>
          </p:cNvPr>
          <p:cNvCxnSpPr>
            <a:cxnSpLocks/>
          </p:cNvCxnSpPr>
          <p:nvPr/>
        </p:nvCxnSpPr>
        <p:spPr>
          <a:xfrm>
            <a:off x="2890604" y="2227898"/>
            <a:ext cx="1052746" cy="7250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xmlns="" id="{18957A70-2C58-4669-B9EE-5381D90D4B9F}"/>
              </a:ext>
            </a:extLst>
          </p:cNvPr>
          <p:cNvCxnSpPr>
            <a:cxnSpLocks/>
          </p:cNvCxnSpPr>
          <p:nvPr/>
        </p:nvCxnSpPr>
        <p:spPr>
          <a:xfrm>
            <a:off x="3784258" y="2185910"/>
            <a:ext cx="674265" cy="76705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xmlns="" id="{964CC265-FC66-472D-9FA9-E53FBA655489}"/>
              </a:ext>
            </a:extLst>
          </p:cNvPr>
          <p:cNvCxnSpPr>
            <a:cxnSpLocks/>
          </p:cNvCxnSpPr>
          <p:nvPr/>
        </p:nvCxnSpPr>
        <p:spPr>
          <a:xfrm flipH="1">
            <a:off x="5009276" y="2163505"/>
            <a:ext cx="270318" cy="7894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9724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633746" y="2273405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d c e b f a g $</a:t>
            </a:r>
          </a:p>
          <a:p>
            <a:r>
              <a:rPr lang="en-US" altLang="zh-TW" dirty="0"/>
              <a:t>W^: (1,1), (1,1)</a:t>
            </a:r>
          </a:p>
          <a:p>
            <a:r>
              <a:rPr lang="en-US" altLang="zh-TW" dirty="0"/>
              <a:t>(2,4), (4,5), (7,11), </a:t>
            </a:r>
          </a:p>
          <a:p>
            <a:r>
              <a:rPr lang="en-US" altLang="zh-TW" dirty="0"/>
              <a:t>(11,13), (17,15), </a:t>
            </a:r>
          </a:p>
          <a:p>
            <a:r>
              <a:rPr lang="en-US" altLang="zh-TW" dirty="0"/>
              <a:t>(17,16),(18,19)</a:t>
            </a:r>
            <a:endParaRPr lang="zh-TW" altLang="en-US" dirty="0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1583A55C-D2C6-4CAB-93CB-BD9537E56710}"/>
              </a:ext>
            </a:extLst>
          </p:cNvPr>
          <p:cNvCxnSpPr>
            <a:cxnSpLocks/>
          </p:cNvCxnSpPr>
          <p:nvPr/>
        </p:nvCxnSpPr>
        <p:spPr>
          <a:xfrm flipH="1">
            <a:off x="1427676" y="2265028"/>
            <a:ext cx="18391" cy="6879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xmlns="" id="{3E69A8BD-1881-4882-AC7E-0C487D8DC24E}"/>
              </a:ext>
            </a:extLst>
          </p:cNvPr>
          <p:cNvCxnSpPr>
            <a:cxnSpLocks/>
          </p:cNvCxnSpPr>
          <p:nvPr/>
        </p:nvCxnSpPr>
        <p:spPr>
          <a:xfrm>
            <a:off x="1690962" y="2256617"/>
            <a:ext cx="456110" cy="654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xmlns="" id="{73F25CFD-875F-43E7-93B5-CE613593CFC0}"/>
              </a:ext>
            </a:extLst>
          </p:cNvPr>
          <p:cNvCxnSpPr>
            <a:cxnSpLocks/>
          </p:cNvCxnSpPr>
          <p:nvPr/>
        </p:nvCxnSpPr>
        <p:spPr>
          <a:xfrm>
            <a:off x="2211693" y="2256617"/>
            <a:ext cx="249426" cy="6739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xmlns="" id="{A680DAA8-811A-43A9-8380-FFB9BB2FA232}"/>
              </a:ext>
            </a:extLst>
          </p:cNvPr>
          <p:cNvCxnSpPr>
            <a:cxnSpLocks/>
          </p:cNvCxnSpPr>
          <p:nvPr/>
        </p:nvCxnSpPr>
        <p:spPr>
          <a:xfrm>
            <a:off x="2890604" y="2227898"/>
            <a:ext cx="1052746" cy="7250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xmlns="" id="{18957A70-2C58-4669-B9EE-5381D90D4B9F}"/>
              </a:ext>
            </a:extLst>
          </p:cNvPr>
          <p:cNvCxnSpPr>
            <a:cxnSpLocks/>
          </p:cNvCxnSpPr>
          <p:nvPr/>
        </p:nvCxnSpPr>
        <p:spPr>
          <a:xfrm>
            <a:off x="3784258" y="2185910"/>
            <a:ext cx="674265" cy="76705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xmlns="" id="{964CC265-FC66-472D-9FA9-E53FBA655489}"/>
              </a:ext>
            </a:extLst>
          </p:cNvPr>
          <p:cNvCxnSpPr>
            <a:cxnSpLocks/>
          </p:cNvCxnSpPr>
          <p:nvPr/>
        </p:nvCxnSpPr>
        <p:spPr>
          <a:xfrm flipH="1">
            <a:off x="5009276" y="2163505"/>
            <a:ext cx="270318" cy="7894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xmlns="" id="{91BC33B9-3F4B-4B32-B1A8-85D7922442C5}"/>
              </a:ext>
            </a:extLst>
          </p:cNvPr>
          <p:cNvCxnSpPr>
            <a:cxnSpLocks/>
          </p:cNvCxnSpPr>
          <p:nvPr/>
        </p:nvCxnSpPr>
        <p:spPr>
          <a:xfrm flipH="1">
            <a:off x="5444455" y="2273405"/>
            <a:ext cx="75501" cy="679563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xmlns="" id="{0F2B10A9-BBD4-40F6-A279-A122AE96A989}"/>
              </a:ext>
            </a:extLst>
          </p:cNvPr>
          <p:cNvCxnSpPr>
            <a:cxnSpLocks/>
          </p:cNvCxnSpPr>
          <p:nvPr/>
        </p:nvCxnSpPr>
        <p:spPr>
          <a:xfrm flipH="1">
            <a:off x="5172861" y="2273405"/>
            <a:ext cx="92691" cy="679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1398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cxnSp>
        <p:nvCxnSpPr>
          <p:cNvPr id="6" name="直線接點 5">
            <a:extLst>
              <a:ext uri="{FF2B5EF4-FFF2-40B4-BE49-F238E27FC236}">
                <a16:creationId xmlns:a16="http://schemas.microsoft.com/office/drawing/2014/main" xmlns="" id="{8507DB6F-3E63-48C0-B8B4-BAF056B557B9}"/>
              </a:ext>
            </a:extLst>
          </p:cNvPr>
          <p:cNvCxnSpPr/>
          <p:nvPr/>
        </p:nvCxnSpPr>
        <p:spPr>
          <a:xfrm>
            <a:off x="5633746" y="2273405"/>
            <a:ext cx="192947" cy="620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d c e b f a g $</a:t>
            </a:r>
          </a:p>
          <a:p>
            <a:r>
              <a:rPr lang="en-US" altLang="zh-TW" dirty="0"/>
              <a:t>W^: (1,1), (1,1)</a:t>
            </a:r>
          </a:p>
          <a:p>
            <a:r>
              <a:rPr lang="en-US" altLang="zh-TW" dirty="0"/>
              <a:t>(2,4), (4,5), (7,11), </a:t>
            </a:r>
          </a:p>
          <a:p>
            <a:r>
              <a:rPr lang="en-US" altLang="zh-TW" dirty="0"/>
              <a:t>(11,13), (17,15), </a:t>
            </a:r>
          </a:p>
          <a:p>
            <a:r>
              <a:rPr lang="en-US" altLang="zh-TW" dirty="0"/>
              <a:t>(18,17),(18,19)</a:t>
            </a:r>
            <a:endParaRPr lang="zh-TW" altLang="en-US" dirty="0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1583A55C-D2C6-4CAB-93CB-BD9537E56710}"/>
              </a:ext>
            </a:extLst>
          </p:cNvPr>
          <p:cNvCxnSpPr>
            <a:cxnSpLocks/>
          </p:cNvCxnSpPr>
          <p:nvPr/>
        </p:nvCxnSpPr>
        <p:spPr>
          <a:xfrm flipH="1">
            <a:off x="1427676" y="2265028"/>
            <a:ext cx="18391" cy="6879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xmlns="" id="{3E69A8BD-1881-4882-AC7E-0C487D8DC24E}"/>
              </a:ext>
            </a:extLst>
          </p:cNvPr>
          <p:cNvCxnSpPr>
            <a:cxnSpLocks/>
          </p:cNvCxnSpPr>
          <p:nvPr/>
        </p:nvCxnSpPr>
        <p:spPr>
          <a:xfrm>
            <a:off x="1690962" y="2256617"/>
            <a:ext cx="456110" cy="654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xmlns="" id="{73F25CFD-875F-43E7-93B5-CE613593CFC0}"/>
              </a:ext>
            </a:extLst>
          </p:cNvPr>
          <p:cNvCxnSpPr>
            <a:cxnSpLocks/>
          </p:cNvCxnSpPr>
          <p:nvPr/>
        </p:nvCxnSpPr>
        <p:spPr>
          <a:xfrm>
            <a:off x="2211693" y="2256617"/>
            <a:ext cx="249426" cy="6739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xmlns="" id="{A680DAA8-811A-43A9-8380-FFB9BB2FA232}"/>
              </a:ext>
            </a:extLst>
          </p:cNvPr>
          <p:cNvCxnSpPr>
            <a:cxnSpLocks/>
          </p:cNvCxnSpPr>
          <p:nvPr/>
        </p:nvCxnSpPr>
        <p:spPr>
          <a:xfrm>
            <a:off x="2890604" y="2227898"/>
            <a:ext cx="1052746" cy="7250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xmlns="" id="{18957A70-2C58-4669-B9EE-5381D90D4B9F}"/>
              </a:ext>
            </a:extLst>
          </p:cNvPr>
          <p:cNvCxnSpPr>
            <a:cxnSpLocks/>
          </p:cNvCxnSpPr>
          <p:nvPr/>
        </p:nvCxnSpPr>
        <p:spPr>
          <a:xfrm>
            <a:off x="3784258" y="2185910"/>
            <a:ext cx="674265" cy="76705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xmlns="" id="{964CC265-FC66-472D-9FA9-E53FBA655489}"/>
              </a:ext>
            </a:extLst>
          </p:cNvPr>
          <p:cNvCxnSpPr>
            <a:cxnSpLocks/>
          </p:cNvCxnSpPr>
          <p:nvPr/>
        </p:nvCxnSpPr>
        <p:spPr>
          <a:xfrm flipH="1">
            <a:off x="5009276" y="2163505"/>
            <a:ext cx="270318" cy="7894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xmlns="" id="{33707EAB-1D8F-41EE-B456-B971C042B348}"/>
              </a:ext>
            </a:extLst>
          </p:cNvPr>
          <p:cNvCxnSpPr>
            <a:cxnSpLocks/>
          </p:cNvCxnSpPr>
          <p:nvPr/>
        </p:nvCxnSpPr>
        <p:spPr>
          <a:xfrm flipH="1">
            <a:off x="5413223" y="2227898"/>
            <a:ext cx="161857" cy="7250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491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EA8248B-CF22-4D53-BD43-208C1FD8B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50791"/>
            <a:ext cx="7886700" cy="49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A: ^ d c </a:t>
            </a:r>
            <a:r>
              <a:rPr lang="en-US" altLang="zh-TW" dirty="0" err="1"/>
              <a:t>c</a:t>
            </a:r>
            <a:r>
              <a:rPr lang="en-US" altLang="zh-TW" dirty="0"/>
              <a:t> e f e b c </a:t>
            </a:r>
            <a:r>
              <a:rPr lang="en-US" altLang="zh-TW" dirty="0" err="1"/>
              <a:t>c</a:t>
            </a:r>
            <a:r>
              <a:rPr lang="en-US" altLang="zh-TW" dirty="0"/>
              <a:t> </a:t>
            </a:r>
            <a:r>
              <a:rPr lang="en-US" altLang="zh-TW" dirty="0" err="1"/>
              <a:t>c</a:t>
            </a:r>
            <a:r>
              <a:rPr lang="en-US" altLang="zh-TW" dirty="0"/>
              <a:t> f b </a:t>
            </a:r>
            <a:r>
              <a:rPr lang="en-US" altLang="zh-TW" dirty="0" err="1"/>
              <a:t>b</a:t>
            </a:r>
            <a:r>
              <a:rPr lang="en-US" altLang="zh-TW" dirty="0"/>
              <a:t> f b h a g b h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B: ^ d </a:t>
            </a:r>
            <a:r>
              <a:rPr lang="en-US" altLang="zh-TW" dirty="0" err="1"/>
              <a:t>d</a:t>
            </a:r>
            <a:r>
              <a:rPr lang="en-US" altLang="zh-TW" dirty="0"/>
              <a:t> a c e g a g a </a:t>
            </a:r>
            <a:r>
              <a:rPr lang="en-US" altLang="zh-TW" dirty="0" err="1"/>
              <a:t>a</a:t>
            </a:r>
            <a:r>
              <a:rPr lang="en-US" altLang="zh-TW" dirty="0"/>
              <a:t> b e f d a c g </a:t>
            </a:r>
            <a:r>
              <a:rPr lang="en-US" altLang="zh-TW" dirty="0" err="1"/>
              <a:t>g</a:t>
            </a:r>
            <a:r>
              <a:rPr lang="en-US" altLang="zh-TW" dirty="0"/>
              <a:t> I a I $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LCS: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MCS: </a:t>
            </a:r>
            <a:r>
              <a:rPr lang="en-US" altLang="zh-TW" dirty="0" err="1"/>
              <a:t>acf</a:t>
            </a:r>
            <a:r>
              <a:rPr lang="en-US" altLang="zh-TW" dirty="0"/>
              <a:t>, </a:t>
            </a:r>
            <a:r>
              <a:rPr lang="en-US" altLang="zh-TW" dirty="0" err="1"/>
              <a:t>adef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E879DE7A-7C35-4E55-B296-4B08BC904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325217"/>
            <a:ext cx="7099435" cy="504970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xmlns="" id="{43667D7B-7DE2-47CF-8F69-A57ED98BFE1C}"/>
              </a:ext>
            </a:extLst>
          </p:cNvPr>
          <p:cNvSpPr/>
          <p:nvPr/>
        </p:nvSpPr>
        <p:spPr>
          <a:xfrm>
            <a:off x="6749467" y="2478471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W: ^ d c e b f a g $</a:t>
            </a:r>
          </a:p>
          <a:p>
            <a:r>
              <a:rPr lang="en-US" altLang="zh-TW" dirty="0"/>
              <a:t>W^: (1,1), (1,1)</a:t>
            </a:r>
          </a:p>
          <a:p>
            <a:r>
              <a:rPr lang="en-US" altLang="zh-TW" dirty="0"/>
              <a:t>(2,4), (4,5), (7,11), </a:t>
            </a:r>
          </a:p>
          <a:p>
            <a:r>
              <a:rPr lang="en-US" altLang="zh-TW" dirty="0"/>
              <a:t>(11,13), (17,15), </a:t>
            </a:r>
          </a:p>
          <a:p>
            <a:r>
              <a:rPr lang="en-US" altLang="zh-TW" dirty="0"/>
              <a:t>(18,17),(18,19)</a:t>
            </a:r>
            <a:endParaRPr lang="zh-TW" altLang="en-US" dirty="0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xmlns="" id="{1583A55C-D2C6-4CAB-93CB-BD9537E56710}"/>
              </a:ext>
            </a:extLst>
          </p:cNvPr>
          <p:cNvCxnSpPr>
            <a:cxnSpLocks/>
          </p:cNvCxnSpPr>
          <p:nvPr/>
        </p:nvCxnSpPr>
        <p:spPr>
          <a:xfrm flipH="1">
            <a:off x="1427676" y="2265028"/>
            <a:ext cx="18391" cy="6879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xmlns="" id="{3E69A8BD-1881-4882-AC7E-0C487D8DC24E}"/>
              </a:ext>
            </a:extLst>
          </p:cNvPr>
          <p:cNvCxnSpPr>
            <a:cxnSpLocks/>
          </p:cNvCxnSpPr>
          <p:nvPr/>
        </p:nvCxnSpPr>
        <p:spPr>
          <a:xfrm>
            <a:off x="1690962" y="2256617"/>
            <a:ext cx="456110" cy="6543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xmlns="" id="{73F25CFD-875F-43E7-93B5-CE613593CFC0}"/>
              </a:ext>
            </a:extLst>
          </p:cNvPr>
          <p:cNvCxnSpPr>
            <a:cxnSpLocks/>
          </p:cNvCxnSpPr>
          <p:nvPr/>
        </p:nvCxnSpPr>
        <p:spPr>
          <a:xfrm>
            <a:off x="2211693" y="2256617"/>
            <a:ext cx="249426" cy="67394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xmlns="" id="{A680DAA8-811A-43A9-8380-FFB9BB2FA232}"/>
              </a:ext>
            </a:extLst>
          </p:cNvPr>
          <p:cNvCxnSpPr>
            <a:cxnSpLocks/>
          </p:cNvCxnSpPr>
          <p:nvPr/>
        </p:nvCxnSpPr>
        <p:spPr>
          <a:xfrm>
            <a:off x="2890604" y="2227898"/>
            <a:ext cx="1052746" cy="7250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xmlns="" id="{18957A70-2C58-4669-B9EE-5381D90D4B9F}"/>
              </a:ext>
            </a:extLst>
          </p:cNvPr>
          <p:cNvCxnSpPr>
            <a:cxnSpLocks/>
          </p:cNvCxnSpPr>
          <p:nvPr/>
        </p:nvCxnSpPr>
        <p:spPr>
          <a:xfrm>
            <a:off x="3784258" y="2185910"/>
            <a:ext cx="674265" cy="76705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xmlns="" id="{964CC265-FC66-472D-9FA9-E53FBA655489}"/>
              </a:ext>
            </a:extLst>
          </p:cNvPr>
          <p:cNvCxnSpPr>
            <a:cxnSpLocks/>
          </p:cNvCxnSpPr>
          <p:nvPr/>
        </p:nvCxnSpPr>
        <p:spPr>
          <a:xfrm flipH="1">
            <a:off x="5009276" y="2163505"/>
            <a:ext cx="270318" cy="78946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xmlns="" id="{33707EAB-1D8F-41EE-B456-B971C042B348}"/>
              </a:ext>
            </a:extLst>
          </p:cNvPr>
          <p:cNvCxnSpPr>
            <a:cxnSpLocks/>
          </p:cNvCxnSpPr>
          <p:nvPr/>
        </p:nvCxnSpPr>
        <p:spPr>
          <a:xfrm flipH="1">
            <a:off x="5413223" y="2227898"/>
            <a:ext cx="161857" cy="7250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493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2756</TotalTime>
  <Words>2408</Words>
  <Application>Microsoft Office PowerPoint</Application>
  <PresentationFormat>如螢幕大小 (4:3)</PresentationFormat>
  <Paragraphs>300</Paragraphs>
  <Slides>30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30</vt:i4>
      </vt:variant>
    </vt:vector>
  </HeadingPairs>
  <TitlesOfParts>
    <vt:vector size="35" baseType="lpstr">
      <vt:lpstr>新細明體</vt:lpstr>
      <vt:lpstr>Arial</vt:lpstr>
      <vt:lpstr>Calibri</vt:lpstr>
      <vt:lpstr>Calibri Light</vt:lpstr>
      <vt:lpstr>Office 佈景主題</vt:lpstr>
      <vt:lpstr>Maximal Common Subsequence Algorithms</vt:lpstr>
      <vt:lpstr>Abstract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  <vt:lpstr>MCS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for computing a longest common increasing subsequence</dc:title>
  <dc:creator>黃國峰</dc:creator>
  <cp:lastModifiedBy>pplab-class</cp:lastModifiedBy>
  <cp:revision>68</cp:revision>
  <dcterms:created xsi:type="dcterms:W3CDTF">2017-10-02T04:56:24Z</dcterms:created>
  <dcterms:modified xsi:type="dcterms:W3CDTF">2018-06-05T12:31:23Z</dcterms:modified>
</cp:coreProperties>
</file>