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6" r:id="rId3"/>
    <p:sldId id="305" r:id="rId4"/>
    <p:sldId id="306" r:id="rId5"/>
    <p:sldId id="307" r:id="rId6"/>
    <p:sldId id="308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EAD7078E-7038-4986-B0ED-CBFCB84320F6}">
          <p14:sldIdLst>
            <p14:sldId id="256"/>
            <p14:sldId id="276"/>
            <p14:sldId id="305"/>
            <p14:sldId id="306"/>
            <p14:sldId id="307"/>
            <p14:sldId id="30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56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黃國峰" userId="07d7d89e1f669cb9" providerId="LiveId" clId="{D7E13699-1C50-409E-984A-872A6EE95369}"/>
  </pc:docChgLst>
  <pc:docChgLst>
    <pc:chgData userId="07d7d89e1f669cb9" providerId="LiveId" clId="{A25C8640-2F66-41E6-A9F0-00AB598344A4}"/>
    <pc:docChg chg="undo custSel addSld delSld modSld sldOrd modSection">
      <pc:chgData name="" userId="07d7d89e1f669cb9" providerId="LiveId" clId="{A25C8640-2F66-41E6-A9F0-00AB598344A4}" dt="2018-04-03T10:26:01.311" v="1208" actId="108"/>
      <pc:docMkLst>
        <pc:docMk/>
      </pc:docMkLst>
      <pc:sldChg chg="modSp">
        <pc:chgData name="" userId="07d7d89e1f669cb9" providerId="LiveId" clId="{A25C8640-2F66-41E6-A9F0-00AB598344A4}" dt="2018-04-03T10:26:01.311" v="1208" actId="108"/>
        <pc:sldMkLst>
          <pc:docMk/>
          <pc:sldMk cId="3676774769" sldId="256"/>
        </pc:sldMkLst>
        <pc:spChg chg="mod">
          <ac:chgData name="" userId="07d7d89e1f669cb9" providerId="LiveId" clId="{A25C8640-2F66-41E6-A9F0-00AB598344A4}" dt="2018-04-03T05:14:08.872" v="1" actId="27636"/>
          <ac:spMkLst>
            <pc:docMk/>
            <pc:sldMk cId="3676774769" sldId="256"/>
            <ac:spMk id="2" creationId="{55822F15-00D1-4FDE-A019-FC933C4E2549}"/>
          </ac:spMkLst>
        </pc:spChg>
        <pc:spChg chg="mod">
          <ac:chgData name="" userId="07d7d89e1f669cb9" providerId="LiveId" clId="{A25C8640-2F66-41E6-A9F0-00AB598344A4}" dt="2018-04-03T10:26:01.311" v="1208" actId="108"/>
          <ac:spMkLst>
            <pc:docMk/>
            <pc:sldMk cId="3676774769" sldId="256"/>
            <ac:spMk id="3" creationId="{7ABD29E4-B887-45D9-9793-DA3B272D07C3}"/>
          </ac:spMkLst>
        </pc:spChg>
        <pc:spChg chg="mod">
          <ac:chgData name="" userId="07d7d89e1f669cb9" providerId="LiveId" clId="{A25C8640-2F66-41E6-A9F0-00AB598344A4}" dt="2018-04-03T05:19:14.861" v="19" actId="20577"/>
          <ac:spMkLst>
            <pc:docMk/>
            <pc:sldMk cId="3676774769" sldId="256"/>
            <ac:spMk id="4" creationId="{DBCD3618-401B-49E4-9C85-373848D9AA50}"/>
          </ac:spMkLst>
        </pc:spChg>
      </pc:sldChg>
      <pc:sldChg chg="modSp">
        <pc:chgData name="" userId="07d7d89e1f669cb9" providerId="LiveId" clId="{A25C8640-2F66-41E6-A9F0-00AB598344A4}" dt="2018-04-03T05:41:25.770" v="400" actId="20577"/>
        <pc:sldMkLst>
          <pc:docMk/>
          <pc:sldMk cId="2726883200" sldId="276"/>
        </pc:sldMkLst>
        <pc:spChg chg="mod">
          <ac:chgData name="" userId="07d7d89e1f669cb9" providerId="LiveId" clId="{A25C8640-2F66-41E6-A9F0-00AB598344A4}" dt="2018-04-03T05:24:22.567" v="76" actId="20577"/>
          <ac:spMkLst>
            <pc:docMk/>
            <pc:sldMk cId="2726883200" sldId="276"/>
            <ac:spMk id="2" creationId="{A81FADCC-098F-42B3-A516-7A8E8C1A4646}"/>
          </ac:spMkLst>
        </pc:spChg>
        <pc:spChg chg="mod">
          <ac:chgData name="" userId="07d7d89e1f669cb9" providerId="LiveId" clId="{A25C8640-2F66-41E6-A9F0-00AB598344A4}" dt="2018-04-03T05:41:25.770" v="400" actId="20577"/>
          <ac:spMkLst>
            <pc:docMk/>
            <pc:sldMk cId="2726883200" sldId="276"/>
            <ac:spMk id="3" creationId="{7DB8E5E2-9D37-4095-8A46-00A68D1D282E}"/>
          </ac:spMkLst>
        </pc:spChg>
      </pc:sldChg>
      <pc:sldChg chg="del">
        <pc:chgData name="" userId="07d7d89e1f669cb9" providerId="LiveId" clId="{A25C8640-2F66-41E6-A9F0-00AB598344A4}" dt="2018-04-03T05:24:00.978" v="59" actId="2696"/>
        <pc:sldMkLst>
          <pc:docMk/>
          <pc:sldMk cId="2034910230" sldId="297"/>
        </pc:sldMkLst>
      </pc:sldChg>
      <pc:sldChg chg="del">
        <pc:chgData name="" userId="07d7d89e1f669cb9" providerId="LiveId" clId="{A25C8640-2F66-41E6-A9F0-00AB598344A4}" dt="2018-04-03T05:24:05.865" v="60" actId="2696"/>
        <pc:sldMkLst>
          <pc:docMk/>
          <pc:sldMk cId="721611241" sldId="298"/>
        </pc:sldMkLst>
      </pc:sldChg>
      <pc:sldChg chg="del">
        <pc:chgData name="" userId="07d7d89e1f669cb9" providerId="LiveId" clId="{A25C8640-2F66-41E6-A9F0-00AB598344A4}" dt="2018-04-03T05:24:05.892" v="61" actId="2696"/>
        <pc:sldMkLst>
          <pc:docMk/>
          <pc:sldMk cId="2175351591" sldId="300"/>
        </pc:sldMkLst>
      </pc:sldChg>
      <pc:sldChg chg="del">
        <pc:chgData name="" userId="07d7d89e1f669cb9" providerId="LiveId" clId="{A25C8640-2F66-41E6-A9F0-00AB598344A4}" dt="2018-04-03T05:24:05.902" v="62" actId="2696"/>
        <pc:sldMkLst>
          <pc:docMk/>
          <pc:sldMk cId="3839788164" sldId="301"/>
        </pc:sldMkLst>
      </pc:sldChg>
      <pc:sldChg chg="del">
        <pc:chgData name="" userId="07d7d89e1f669cb9" providerId="LiveId" clId="{A25C8640-2F66-41E6-A9F0-00AB598344A4}" dt="2018-04-03T05:24:05.916" v="63" actId="2696"/>
        <pc:sldMkLst>
          <pc:docMk/>
          <pc:sldMk cId="3348817381" sldId="302"/>
        </pc:sldMkLst>
      </pc:sldChg>
      <pc:sldChg chg="del">
        <pc:chgData name="" userId="07d7d89e1f669cb9" providerId="LiveId" clId="{A25C8640-2F66-41E6-A9F0-00AB598344A4}" dt="2018-04-03T05:24:05.957" v="64" actId="2696"/>
        <pc:sldMkLst>
          <pc:docMk/>
          <pc:sldMk cId="1179313174" sldId="303"/>
        </pc:sldMkLst>
      </pc:sldChg>
      <pc:sldChg chg="del">
        <pc:chgData name="" userId="07d7d89e1f669cb9" providerId="LiveId" clId="{A25C8640-2F66-41E6-A9F0-00AB598344A4}" dt="2018-04-03T05:24:06.056" v="65" actId="2696"/>
        <pc:sldMkLst>
          <pc:docMk/>
          <pc:sldMk cId="2457962457" sldId="304"/>
        </pc:sldMkLst>
      </pc:sldChg>
      <pc:sldChg chg="modSp add">
        <pc:chgData name="" userId="07d7d89e1f669cb9" providerId="LiveId" clId="{A25C8640-2F66-41E6-A9F0-00AB598344A4}" dt="2018-04-03T05:41:16.508" v="396" actId="20577"/>
        <pc:sldMkLst>
          <pc:docMk/>
          <pc:sldMk cId="2090802497" sldId="305"/>
        </pc:sldMkLst>
        <pc:spChg chg="mod">
          <ac:chgData name="" userId="07d7d89e1f669cb9" providerId="LiveId" clId="{A25C8640-2F66-41E6-A9F0-00AB598344A4}" dt="2018-04-03T05:24:15.710" v="73" actId="20577"/>
          <ac:spMkLst>
            <pc:docMk/>
            <pc:sldMk cId="2090802497" sldId="305"/>
            <ac:spMk id="2" creationId="{464A773C-5412-497E-8684-7E5A8B42B41B}"/>
          </ac:spMkLst>
        </pc:spChg>
        <pc:spChg chg="mod">
          <ac:chgData name="" userId="07d7d89e1f669cb9" providerId="LiveId" clId="{A25C8640-2F66-41E6-A9F0-00AB598344A4}" dt="2018-04-03T05:41:16.508" v="396" actId="20577"/>
          <ac:spMkLst>
            <pc:docMk/>
            <pc:sldMk cId="2090802497" sldId="305"/>
            <ac:spMk id="3" creationId="{4F2A1081-FCB0-4CB4-B4A9-13288112151E}"/>
          </ac:spMkLst>
        </pc:spChg>
      </pc:sldChg>
      <pc:sldChg chg="addSp modSp add ord">
        <pc:chgData name="" userId="07d7d89e1f669cb9" providerId="LiveId" clId="{A25C8640-2F66-41E6-A9F0-00AB598344A4}" dt="2018-04-03T09:55:52.504" v="1130" actId="2164"/>
        <pc:sldMkLst>
          <pc:docMk/>
          <pc:sldMk cId="2693855290" sldId="306"/>
        </pc:sldMkLst>
        <pc:spChg chg="mod">
          <ac:chgData name="" userId="07d7d89e1f669cb9" providerId="LiveId" clId="{A25C8640-2F66-41E6-A9F0-00AB598344A4}" dt="2018-04-03T05:26:41.095" v="124" actId="20577"/>
          <ac:spMkLst>
            <pc:docMk/>
            <pc:sldMk cId="2693855290" sldId="306"/>
            <ac:spMk id="2" creationId="{E7747DF4-4375-4FEA-AD33-D3E0A18DB5F5}"/>
          </ac:spMkLst>
        </pc:spChg>
        <pc:spChg chg="mod">
          <ac:chgData name="" userId="07d7d89e1f669cb9" providerId="LiveId" clId="{A25C8640-2F66-41E6-A9F0-00AB598344A4}" dt="2018-04-03T05:45:19.478" v="481" actId="20577"/>
          <ac:spMkLst>
            <pc:docMk/>
            <pc:sldMk cId="2693855290" sldId="306"/>
            <ac:spMk id="3" creationId="{7EA8248B-CF22-4D53-BD43-208C1FD8B188}"/>
          </ac:spMkLst>
        </pc:spChg>
        <pc:picChg chg="add mod">
          <ac:chgData name="" userId="07d7d89e1f669cb9" providerId="LiveId" clId="{A25C8640-2F66-41E6-A9F0-00AB598344A4}" dt="2018-04-03T05:33:56.594" v="333" actId="1076"/>
          <ac:picMkLst>
            <pc:docMk/>
            <pc:sldMk cId="2693855290" sldId="306"/>
            <ac:picMk id="5" creationId="{A1C69B85-8F09-44C2-93BD-C9F7901AEA4E}"/>
          </ac:picMkLst>
        </pc:picChg>
      </pc:sldChg>
      <pc:sldChg chg="addSp modSp add">
        <pc:chgData name="" userId="07d7d89e1f669cb9" providerId="LiveId" clId="{A25C8640-2F66-41E6-A9F0-00AB598344A4}" dt="2018-04-03T09:40:25.145" v="1127" actId="20577"/>
        <pc:sldMkLst>
          <pc:docMk/>
          <pc:sldMk cId="2919586018" sldId="307"/>
        </pc:sldMkLst>
        <pc:spChg chg="mod">
          <ac:chgData name="" userId="07d7d89e1f669cb9" providerId="LiveId" clId="{A25C8640-2F66-41E6-A9F0-00AB598344A4}" dt="2018-04-03T05:39:32.257" v="393" actId="20577"/>
          <ac:spMkLst>
            <pc:docMk/>
            <pc:sldMk cId="2919586018" sldId="307"/>
            <ac:spMk id="2" creationId="{75F38E7A-8955-48B1-ACF3-F19ECE73E83D}"/>
          </ac:spMkLst>
        </pc:spChg>
        <pc:spChg chg="mod">
          <ac:chgData name="" userId="07d7d89e1f669cb9" providerId="LiveId" clId="{A25C8640-2F66-41E6-A9F0-00AB598344A4}" dt="2018-04-03T09:40:25.145" v="1127" actId="20577"/>
          <ac:spMkLst>
            <pc:docMk/>
            <pc:sldMk cId="2919586018" sldId="307"/>
            <ac:spMk id="3" creationId="{115F6866-B258-49A2-8481-D6CE5A2F6A74}"/>
          </ac:spMkLst>
        </pc:spChg>
        <pc:picChg chg="add mod">
          <ac:chgData name="" userId="07d7d89e1f669cb9" providerId="LiveId" clId="{A25C8640-2F66-41E6-A9F0-00AB598344A4}" dt="2018-04-03T05:54:00.761" v="510" actId="1076"/>
          <ac:picMkLst>
            <pc:docMk/>
            <pc:sldMk cId="2919586018" sldId="307"/>
            <ac:picMk id="5" creationId="{B3E463F6-749E-4C5E-86A5-1DFD4F041972}"/>
          </ac:picMkLst>
        </pc:picChg>
      </pc:sldChg>
      <pc:sldChg chg="addSp modSp add">
        <pc:chgData name="" userId="07d7d89e1f669cb9" providerId="LiveId" clId="{A25C8640-2F66-41E6-A9F0-00AB598344A4}" dt="2018-04-03T10:08:59.668" v="1200" actId="2164"/>
        <pc:sldMkLst>
          <pc:docMk/>
          <pc:sldMk cId="1533879536" sldId="308"/>
        </pc:sldMkLst>
        <pc:spChg chg="mod">
          <ac:chgData name="" userId="07d7d89e1f669cb9" providerId="LiveId" clId="{A25C8640-2F66-41E6-A9F0-00AB598344A4}" dt="2018-04-03T08:39:20.382" v="576" actId="20577"/>
          <ac:spMkLst>
            <pc:docMk/>
            <pc:sldMk cId="1533879536" sldId="308"/>
            <ac:spMk id="2" creationId="{11293884-39C6-484D-A91A-2C6A3196309E}"/>
          </ac:spMkLst>
        </pc:spChg>
        <pc:spChg chg="mod">
          <ac:chgData name="" userId="07d7d89e1f669cb9" providerId="LiveId" clId="{A25C8640-2F66-41E6-A9F0-00AB598344A4}" dt="2018-04-03T09:40:27.641" v="1128" actId="20577"/>
          <ac:spMkLst>
            <pc:docMk/>
            <pc:sldMk cId="1533879536" sldId="308"/>
            <ac:spMk id="3" creationId="{4C09B04A-6BBC-4214-BF18-05D8FC2D6D0D}"/>
          </ac:spMkLst>
        </pc:spChg>
        <pc:graphicFrameChg chg="add mod modGraphic">
          <ac:chgData name="" userId="07d7d89e1f669cb9" providerId="LiveId" clId="{A25C8640-2F66-41E6-A9F0-00AB598344A4}" dt="2018-04-03T10:08:59.668" v="1200" actId="2164"/>
          <ac:graphicFrameMkLst>
            <pc:docMk/>
            <pc:sldMk cId="1533879536" sldId="308"/>
            <ac:graphicFrameMk id="4" creationId="{67F12F63-FBDA-49B7-A6FA-66D19EF5BBD2}"/>
          </ac:graphicFrameMkLst>
        </pc:graphicFrameChg>
      </pc:sldChg>
    </pc:docChg>
  </pc:docChgLst>
  <pc:docChgLst>
    <pc:chgData userId="07d7d89e1f669cb9" providerId="LiveId" clId="{30E17E0D-8901-4D2A-98BE-E37AEFA1001D}"/>
    <pc:docChg chg="addSld delSld modSld">
      <pc:chgData name="" userId="07d7d89e1f669cb9" providerId="LiveId" clId="{30E17E0D-8901-4D2A-98BE-E37AEFA1001D}" dt="2018-02-27T09:46:47.382" v="98" actId="20577"/>
      <pc:docMkLst>
        <pc:docMk/>
      </pc:docMkLst>
      <pc:sldChg chg="modSp">
        <pc:chgData name="" userId="07d7d89e1f669cb9" providerId="LiveId" clId="{30E17E0D-8901-4D2A-98BE-E37AEFA1001D}" dt="2018-02-27T04:31:24.035" v="5" actId="20577"/>
        <pc:sldMkLst>
          <pc:docMk/>
          <pc:sldMk cId="3676774769" sldId="256"/>
        </pc:sldMkLst>
        <pc:spChg chg="mod">
          <ac:chgData name="" userId="07d7d89e1f669cb9" providerId="LiveId" clId="{30E17E0D-8901-4D2A-98BE-E37AEFA1001D}" dt="2018-02-27T04:31:24.035" v="5" actId="20577"/>
          <ac:spMkLst>
            <pc:docMk/>
            <pc:sldMk cId="3676774769" sldId="256"/>
            <ac:spMk id="3" creationId="{7ABD29E4-B887-45D9-9793-DA3B272D07C3}"/>
          </ac:spMkLst>
        </pc:spChg>
      </pc:sldChg>
      <pc:sldChg chg="modSp">
        <pc:chgData name="" userId="07d7d89e1f669cb9" providerId="LiveId" clId="{30E17E0D-8901-4D2A-98BE-E37AEFA1001D}" dt="2018-02-27T04:40:01.317" v="6" actId="20577"/>
        <pc:sldMkLst>
          <pc:docMk/>
          <pc:sldMk cId="2726883200" sldId="276"/>
        </pc:sldMkLst>
        <pc:spChg chg="mod">
          <ac:chgData name="" userId="07d7d89e1f669cb9" providerId="LiveId" clId="{30E17E0D-8901-4D2A-98BE-E37AEFA1001D}" dt="2018-02-27T04:40:01.317" v="6" actId="20577"/>
          <ac:spMkLst>
            <pc:docMk/>
            <pc:sldMk cId="2726883200" sldId="276"/>
            <ac:spMk id="3" creationId="{7DB8E5E2-9D37-4095-8A46-00A68D1D282E}"/>
          </ac:spMkLst>
        </pc:spChg>
      </pc:sldChg>
    </pc:docChg>
  </pc:docChgLst>
  <pc:docChgLst>
    <pc:chgData name="黃國峰" userId="07d7d89e1f669cb9" providerId="LiveId" clId="{9BB67EFE-CA73-4D31-92CA-DFD98D1BF03B}"/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2018/4/3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5175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2018/4/3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1012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2018/4/3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6447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2018/4/3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0766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2018/4/3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6640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2018/4/3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738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2018/4/3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6120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2018/4/3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4302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2018/4/3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1004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2018/4/3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7814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2018/4/3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7516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F12AB2-5A3A-4BEC-B8CF-6ED0EDD219CF}" type="datetimeFigureOut">
              <a:rPr lang="zh-TW" altLang="en-US" smtClean="0"/>
              <a:t>2018/4/3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1900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822F15-00D1-4FDE-A019-FC933C4E25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altLang="zh-TW" b="1" dirty="0"/>
              <a:t>Heaviest Increasing/Common Subsequence</a:t>
            </a:r>
            <a:br>
              <a:rPr lang="en-US" altLang="zh-TW" b="1" dirty="0"/>
            </a:br>
            <a:r>
              <a:rPr lang="en-US" altLang="zh-TW" b="1" dirty="0"/>
              <a:t>Problems</a:t>
            </a:r>
            <a:endParaRPr lang="zh-TW" altLang="en-US" sz="5400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ABD29E4-B887-45D9-9793-DA3B272D07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112" y="3602038"/>
            <a:ext cx="9076887" cy="1655762"/>
          </a:xfrm>
        </p:spPr>
        <p:txBody>
          <a:bodyPr>
            <a:normAutofit lnSpcReduction="10000"/>
          </a:bodyPr>
          <a:lstStyle/>
          <a:p>
            <a:endParaRPr lang="en-US" altLang="zh-TW" dirty="0"/>
          </a:p>
          <a:p>
            <a:r>
              <a:rPr lang="en-US" altLang="zh-TW" dirty="0"/>
              <a:t>Guy Jacobson and </a:t>
            </a:r>
            <a:r>
              <a:rPr lang="en-US" altLang="zh-TW" dirty="0" err="1"/>
              <a:t>Kiem-Phong</a:t>
            </a:r>
            <a:r>
              <a:rPr lang="en-US" altLang="zh-TW" dirty="0"/>
              <a:t> Vo</a:t>
            </a:r>
          </a:p>
          <a:p>
            <a:r>
              <a:rPr lang="en-US" altLang="zh-TW" dirty="0"/>
              <a:t>   Combinatorial Pattern Matching: Third Annual Symposium Tucson, Arizona, USA, April 29–May 1, 1992 Proceedings pp 52-66.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BCD3618-401B-49E4-9C85-373848D9AA50}"/>
              </a:ext>
            </a:extLst>
          </p:cNvPr>
          <p:cNvSpPr txBox="1"/>
          <p:nvPr/>
        </p:nvSpPr>
        <p:spPr>
          <a:xfrm>
            <a:off x="6781803" y="5288856"/>
            <a:ext cx="2105256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Presenter: Kuo-Feng Huang</a:t>
            </a:r>
          </a:p>
          <a:p>
            <a:r>
              <a:rPr lang="en-US" altLang="zh-TW" sz="1350" dirty="0"/>
              <a:t>Date:</a:t>
            </a:r>
            <a:r>
              <a:rPr lang="zh-TW" altLang="en-US" sz="1350" dirty="0"/>
              <a:t> </a:t>
            </a:r>
            <a:r>
              <a:rPr lang="en-US" altLang="zh-TW" sz="1350" dirty="0"/>
              <a:t>2018/04/03</a:t>
            </a:r>
          </a:p>
          <a:p>
            <a:endParaRPr lang="en-US" altLang="zh-TW" sz="1350" dirty="0"/>
          </a:p>
        </p:txBody>
      </p:sp>
    </p:spTree>
    <p:extLst>
      <p:ext uri="{BB962C8B-B14F-4D97-AF65-F5344CB8AC3E}">
        <p14:creationId xmlns:p14="http://schemas.microsoft.com/office/powerpoint/2010/main" val="3676774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1FADCC-098F-42B3-A516-7A8E8C1A4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Abstract (1/2)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DB8E5E2-9D37-4095-8A46-00A68D1D2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2400" dirty="0"/>
              <a:t>In this paper, we define the </a:t>
            </a:r>
            <a:r>
              <a:rPr lang="en-US" altLang="zh-TW" sz="2400" i="1" dirty="0"/>
              <a:t>heaviest increasing subsequence </a:t>
            </a:r>
            <a:r>
              <a:rPr lang="en-US" altLang="zh-TW" sz="2400" dirty="0"/>
              <a:t>(HIS)</a:t>
            </a:r>
            <a:r>
              <a:rPr lang="zh-TW" altLang="en-US" sz="2400" dirty="0"/>
              <a:t> </a:t>
            </a:r>
            <a:r>
              <a:rPr lang="en-US" altLang="zh-TW" sz="2400" dirty="0"/>
              <a:t>and </a:t>
            </a:r>
            <a:r>
              <a:rPr lang="en-US" altLang="zh-TW" sz="2400" i="1" dirty="0"/>
              <a:t>heaviest common subsequence </a:t>
            </a:r>
            <a:r>
              <a:rPr lang="en-US" altLang="zh-TW" sz="2400" dirty="0"/>
              <a:t>(HCS) problems as natural generalizations of the well-studied </a:t>
            </a:r>
            <a:r>
              <a:rPr lang="en-US" altLang="zh-TW" sz="2400" i="1" dirty="0"/>
              <a:t>longest increasing subsequence </a:t>
            </a:r>
            <a:r>
              <a:rPr lang="en-US" altLang="zh-TW" sz="2400" dirty="0"/>
              <a:t>(LIS) and </a:t>
            </a:r>
            <a:r>
              <a:rPr lang="en-US" altLang="zh-TW" sz="2400" i="1" dirty="0"/>
              <a:t>longest common subsequence </a:t>
            </a:r>
            <a:r>
              <a:rPr lang="en-US" altLang="zh-TW" sz="2400" dirty="0"/>
              <a:t>(LCS) problems. We show how the famous Robinson-</a:t>
            </a:r>
            <a:r>
              <a:rPr lang="en-US" altLang="zh-TW" sz="2400" dirty="0" err="1"/>
              <a:t>Schensted</a:t>
            </a:r>
            <a:r>
              <a:rPr lang="en-US" altLang="zh-TW" sz="2400" dirty="0"/>
              <a:t> correspondence between permutations and pairs of Young tableaux can be extended to compute heaviest increasing subsequences. Then, we point out a simple weight-preserving correspondence between the HIS and HCS problems.</a:t>
            </a:r>
          </a:p>
          <a:p>
            <a:pPr marL="0" indent="0">
              <a:buNone/>
            </a:pPr>
            <a:r>
              <a:rPr lang="en-US" altLang="zh-TW" sz="2400" dirty="0"/>
              <a:t>From this duality between the two problems, the Hunt-Szymanski LCS algorithm can be seen as a special case of the Robinson-</a:t>
            </a:r>
            <a:r>
              <a:rPr lang="en-US" altLang="zh-TW" sz="2400" dirty="0" err="1"/>
              <a:t>Schensted</a:t>
            </a:r>
            <a:r>
              <a:rPr lang="en-US" altLang="zh-TW" sz="2400" dirty="0"/>
              <a:t> algorithm.</a:t>
            </a:r>
          </a:p>
        </p:txBody>
      </p:sp>
    </p:spTree>
    <p:extLst>
      <p:ext uri="{BB962C8B-B14F-4D97-AF65-F5344CB8AC3E}">
        <p14:creationId xmlns:p14="http://schemas.microsoft.com/office/powerpoint/2010/main" val="2726883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4A773C-5412-497E-8684-7E5A8B42B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Abstract (2/2)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F2A1081-FCB0-4CB4-B4A9-132881121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400" dirty="0"/>
              <a:t>Our HIS algorithm immediately gives rise to a Hunt-Szymanski type of algorithm for HCS with the same time complexity. When weights are position-independent, we can exploit the structure inherent in the HIS-HCS correspondence to further refine the algorithm. This gives rise to a specialized HCS algorithm of the same type as the </a:t>
            </a:r>
            <a:r>
              <a:rPr lang="en-US" altLang="zh-TW" sz="2400" dirty="0" err="1"/>
              <a:t>Apostolico</a:t>
            </a:r>
            <a:r>
              <a:rPr lang="en-US" altLang="zh-TW" sz="2400" dirty="0"/>
              <a:t>-Guerra LCS algorithm.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090802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747DF4-4375-4FEA-AD33-D3E0A18DB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HIS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EA8248B-CF22-4D53-BD43-208C1FD8B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91073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TW" dirty="0"/>
              <a:t>A: 9 , 2 , 6 , 1 , 1 , 2 , 5</a:t>
            </a:r>
          </a:p>
          <a:p>
            <a:pPr marL="0" indent="0">
              <a:buNone/>
            </a:pPr>
            <a:r>
              <a:rPr lang="en-US" altLang="zh-TW" dirty="0"/>
              <a:t>weights: all elements have their integral values as weight except that first 1 has weight 2.</a:t>
            </a:r>
          </a:p>
          <a:p>
            <a:pPr marL="0" indent="0">
              <a:buNone/>
            </a:pPr>
            <a:r>
              <a:rPr lang="en-US" altLang="zh-TW" dirty="0"/>
              <a:t>HIS: 1 , 2 , 5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Time : O(</a:t>
            </a:r>
            <a:r>
              <a:rPr lang="en-US" altLang="zh-TW" dirty="0" err="1"/>
              <a:t>nlogn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1C69B85-8F09-44C2-93BD-C9F7901AEA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94" y="4001294"/>
            <a:ext cx="641985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855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F38E7A-8955-48B1-ACF3-F19ECE73E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HCS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15F6866-B258-49A2-8481-D6CE5A2F6A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TW" dirty="0"/>
              <a:t>A= </a:t>
            </a:r>
            <a:r>
              <a:rPr lang="en-US" altLang="zh-TW" dirty="0" err="1"/>
              <a:t>abca</a:t>
            </a:r>
            <a:r>
              <a:rPr lang="en-US" altLang="zh-TW" dirty="0"/>
              <a:t> , B= </a:t>
            </a:r>
            <a:r>
              <a:rPr lang="en-US" altLang="zh-TW" dirty="0" err="1"/>
              <a:t>aabd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 err="1"/>
              <a:t>biword</a:t>
            </a:r>
            <a:r>
              <a:rPr lang="en-US" altLang="zh-TW" dirty="0"/>
              <a:t>: </a:t>
            </a:r>
          </a:p>
          <a:p>
            <a:pPr marL="0" indent="0">
              <a:buNone/>
            </a:pPr>
            <a:r>
              <a:rPr lang="en-US" altLang="zh-TW" dirty="0"/>
              <a:t>1 1 2 4 4 </a:t>
            </a:r>
          </a:p>
          <a:p>
            <a:pPr marL="0" indent="0">
              <a:buNone/>
            </a:pPr>
            <a:r>
              <a:rPr lang="en-US" altLang="zh-TW" dirty="0"/>
              <a:t>2 1 3 2 1</a:t>
            </a:r>
          </a:p>
          <a:p>
            <a:pPr marL="0" indent="0">
              <a:buNone/>
            </a:pPr>
            <a:r>
              <a:rPr lang="en-US" altLang="zh-TW" dirty="0"/>
              <a:t>weight: (1, 4 - li - </a:t>
            </a:r>
            <a:r>
              <a:rPr lang="en-US" altLang="zh-TW" dirty="0" err="1"/>
              <a:t>jl</a:t>
            </a:r>
            <a:r>
              <a:rPr lang="en-US" altLang="zh-TW" dirty="0"/>
              <a:t>)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Time: O(</a:t>
            </a:r>
            <a:r>
              <a:rPr lang="en-US" altLang="zh-TW" dirty="0" err="1"/>
              <a:t>rlogn</a:t>
            </a:r>
            <a:r>
              <a:rPr lang="en-US" altLang="zh-TW" dirty="0"/>
              <a:t>), r: the number of matches.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3E463F6-749E-4C5E-86A5-1DFD4F0419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4593540"/>
            <a:ext cx="7658100" cy="136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586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293884-39C6-484D-A91A-2C6A31963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HCS for β-Decreasing Weights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C09B04A-6BBC-4214-BF18-05D8FC2D6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149" y="1460499"/>
            <a:ext cx="8414682" cy="5284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/>
              <a:t>A= </a:t>
            </a:r>
            <a:r>
              <a:rPr lang="en-US" altLang="zh-TW" dirty="0" err="1"/>
              <a:t>abca</a:t>
            </a:r>
            <a:r>
              <a:rPr lang="en-US" altLang="zh-TW" dirty="0"/>
              <a:t> , B= </a:t>
            </a:r>
            <a:r>
              <a:rPr lang="en-US" altLang="zh-TW" dirty="0" err="1"/>
              <a:t>aabda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 err="1"/>
              <a:t>biword</a:t>
            </a:r>
            <a:r>
              <a:rPr lang="en-US" altLang="zh-TW" dirty="0"/>
              <a:t>: </a:t>
            </a:r>
          </a:p>
          <a:p>
            <a:pPr marL="0" indent="0">
              <a:buNone/>
            </a:pPr>
            <a:r>
              <a:rPr lang="en-US" altLang="zh-TW" dirty="0"/>
              <a:t>1 1 1 2 4 4 4</a:t>
            </a:r>
          </a:p>
          <a:p>
            <a:pPr marL="0" indent="0">
              <a:buNone/>
            </a:pPr>
            <a:r>
              <a:rPr lang="en-US" altLang="zh-TW" dirty="0"/>
              <a:t>5 2 1 3 5 2 1</a:t>
            </a:r>
          </a:p>
          <a:p>
            <a:pPr marL="0" indent="0">
              <a:buNone/>
            </a:pPr>
            <a:r>
              <a:rPr lang="en-US" altLang="zh-TW" dirty="0"/>
              <a:t> weight: x</a:t>
            </a:r>
            <a:r>
              <a:rPr lang="en-US" altLang="zh-TW" baseline="-25000" dirty="0"/>
              <a:t>11</a:t>
            </a:r>
            <a:r>
              <a:rPr lang="en-US" altLang="zh-TW" dirty="0"/>
              <a:t>&gt;x</a:t>
            </a:r>
            <a:r>
              <a:rPr lang="en-US" altLang="zh-TW" baseline="-25000" dirty="0"/>
              <a:t>12</a:t>
            </a:r>
            <a:r>
              <a:rPr lang="en-US" altLang="zh-TW" dirty="0"/>
              <a:t>&gt;x</a:t>
            </a:r>
            <a:r>
              <a:rPr lang="en-US" altLang="zh-TW" baseline="-25000" dirty="0"/>
              <a:t>15</a:t>
            </a:r>
            <a:r>
              <a:rPr lang="en-US" altLang="zh-TW" dirty="0"/>
              <a:t> </a:t>
            </a:r>
            <a:r>
              <a:rPr lang="zh-TW" altLang="en-US" dirty="0"/>
              <a:t>，</a:t>
            </a:r>
            <a:r>
              <a:rPr lang="en-US" altLang="zh-TW" dirty="0"/>
              <a:t> x</a:t>
            </a:r>
            <a:r>
              <a:rPr lang="en-US" altLang="zh-TW" baseline="-25000" dirty="0"/>
              <a:t>41</a:t>
            </a:r>
            <a:r>
              <a:rPr lang="en-US" altLang="zh-TW" dirty="0"/>
              <a:t>&gt;x</a:t>
            </a:r>
            <a:r>
              <a:rPr lang="en-US" altLang="zh-TW" baseline="-25000" dirty="0"/>
              <a:t>42</a:t>
            </a:r>
            <a:r>
              <a:rPr lang="en-US" altLang="zh-TW" dirty="0"/>
              <a:t>&gt;x</a:t>
            </a:r>
            <a:r>
              <a:rPr lang="en-US" altLang="zh-TW" baseline="-25000" dirty="0"/>
              <a:t>45</a:t>
            </a:r>
            <a:r>
              <a:rPr lang="en-US" altLang="zh-TW" dirty="0"/>
              <a:t> </a:t>
            </a:r>
            <a:r>
              <a:rPr lang="zh-TW" altLang="en-US" dirty="0"/>
              <a:t>，</a:t>
            </a:r>
            <a:r>
              <a:rPr lang="en-US" altLang="zh-TW" dirty="0"/>
              <a:t> x</a:t>
            </a:r>
            <a:r>
              <a:rPr lang="en-US" altLang="zh-TW" baseline="-25000" dirty="0"/>
              <a:t>41</a:t>
            </a:r>
            <a:r>
              <a:rPr lang="en-US" altLang="zh-TW" dirty="0"/>
              <a:t>&gt; x</a:t>
            </a:r>
            <a:r>
              <a:rPr lang="en-US" altLang="zh-TW" baseline="-25000" dirty="0"/>
              <a:t>11</a:t>
            </a:r>
            <a:r>
              <a:rPr lang="zh-TW" altLang="en-US" baseline="-25000" dirty="0"/>
              <a:t>，</a:t>
            </a:r>
            <a:r>
              <a:rPr lang="en-US" altLang="zh-TW" dirty="0"/>
              <a:t> x</a:t>
            </a:r>
            <a:r>
              <a:rPr lang="en-US" altLang="zh-TW" baseline="-25000" dirty="0"/>
              <a:t>42</a:t>
            </a:r>
            <a:r>
              <a:rPr lang="en-US" altLang="zh-TW" dirty="0"/>
              <a:t>&gt; x</a:t>
            </a:r>
            <a:r>
              <a:rPr lang="en-US" altLang="zh-TW" baseline="-25000" dirty="0"/>
              <a:t>12</a:t>
            </a:r>
            <a:r>
              <a:rPr lang="zh-TW" altLang="en-US" baseline="-25000" dirty="0"/>
              <a:t>，</a:t>
            </a:r>
            <a:r>
              <a:rPr lang="en-US" altLang="zh-TW" dirty="0"/>
              <a:t> x</a:t>
            </a:r>
            <a:r>
              <a:rPr lang="en-US" altLang="zh-TW" baseline="-25000" dirty="0"/>
              <a:t>43</a:t>
            </a:r>
            <a:r>
              <a:rPr lang="en-US" altLang="zh-TW" dirty="0"/>
              <a:t>&gt; x</a:t>
            </a:r>
            <a:r>
              <a:rPr lang="en-US" altLang="zh-TW" baseline="-25000" dirty="0"/>
              <a:t>13</a:t>
            </a:r>
          </a:p>
          <a:p>
            <a:pPr marL="0" indent="0">
              <a:buNone/>
            </a:pPr>
            <a:endParaRPr lang="en-US" altLang="zh-TW" baseline="-25000" dirty="0"/>
          </a:p>
          <a:p>
            <a:pPr marL="0" indent="0">
              <a:buNone/>
            </a:pPr>
            <a:endParaRPr lang="en-US" altLang="zh-TW" baseline="-25000" dirty="0"/>
          </a:p>
          <a:p>
            <a:pPr marL="0" indent="0">
              <a:buNone/>
            </a:pPr>
            <a:endParaRPr lang="en-US" altLang="zh-TW" baseline="-25000" dirty="0"/>
          </a:p>
          <a:p>
            <a:pPr marL="0" indent="0">
              <a:buNone/>
            </a:pPr>
            <a:endParaRPr lang="en-US" altLang="zh-TW" baseline="-25000" dirty="0"/>
          </a:p>
          <a:p>
            <a:pPr marL="0" indent="0">
              <a:buNone/>
            </a:pPr>
            <a:endParaRPr lang="en-US" altLang="zh-TW" baseline="-25000" dirty="0"/>
          </a:p>
          <a:p>
            <a:pPr marL="0" indent="0">
              <a:buNone/>
            </a:pPr>
            <a:r>
              <a:rPr lang="en-US" altLang="zh-TW" baseline="-25000" dirty="0"/>
              <a:t>Time: O(</a:t>
            </a:r>
            <a:r>
              <a:rPr lang="en-US" altLang="zh-TW" baseline="-25000" dirty="0" err="1"/>
              <a:t>dlogn</a:t>
            </a:r>
            <a:r>
              <a:rPr lang="en-US" altLang="zh-TW" baseline="-25000" dirty="0"/>
              <a:t>)</a:t>
            </a:r>
            <a:r>
              <a:rPr lang="zh-TW" altLang="en-US" baseline="-25000" dirty="0"/>
              <a:t>，</a:t>
            </a:r>
            <a:r>
              <a:rPr lang="en-US" altLang="zh-TW" baseline="-25000" dirty="0"/>
              <a:t>d: the number of dominant matches.</a:t>
            </a:r>
          </a:p>
          <a:p>
            <a:pPr marL="0" indent="0">
              <a:buNone/>
            </a:pPr>
            <a:endParaRPr lang="en-US" altLang="zh-TW" baseline="-25000" dirty="0"/>
          </a:p>
          <a:p>
            <a:pPr marL="0" indent="0">
              <a:buNone/>
            </a:pPr>
            <a:endParaRPr lang="en-US" altLang="zh-TW" baseline="-25000" dirty="0"/>
          </a:p>
          <a:p>
            <a:pPr marL="0" indent="0">
              <a:buNone/>
            </a:pPr>
            <a:endParaRPr lang="en-US" altLang="zh-TW" baseline="-25000" dirty="0"/>
          </a:p>
          <a:p>
            <a:pPr marL="0" indent="0">
              <a:buNone/>
            </a:pPr>
            <a:endParaRPr lang="en-US" altLang="zh-TW" baseline="-25000" dirty="0"/>
          </a:p>
          <a:p>
            <a:pPr marL="0" indent="0">
              <a:buNone/>
            </a:pPr>
            <a:endParaRPr lang="en-US" altLang="zh-TW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7F12F63-FBDA-49B7-A6FA-66D19EF5BB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7255994"/>
              </p:ext>
            </p:extLst>
          </p:nvPr>
        </p:nvGraphicFramePr>
        <p:xfrm>
          <a:off x="176169" y="4371158"/>
          <a:ext cx="8791664" cy="193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5952">
                  <a:extLst>
                    <a:ext uri="{9D8B030D-6E8A-4147-A177-3AD203B41FA5}">
                      <a16:colId xmlns:a16="http://schemas.microsoft.com/office/drawing/2014/main" val="2823759801"/>
                    </a:ext>
                  </a:extLst>
                </a:gridCol>
                <a:gridCol w="1255952">
                  <a:extLst>
                    <a:ext uri="{9D8B030D-6E8A-4147-A177-3AD203B41FA5}">
                      <a16:colId xmlns:a16="http://schemas.microsoft.com/office/drawing/2014/main" val="3463839052"/>
                    </a:ext>
                  </a:extLst>
                </a:gridCol>
                <a:gridCol w="1255952">
                  <a:extLst>
                    <a:ext uri="{9D8B030D-6E8A-4147-A177-3AD203B41FA5}">
                      <a16:colId xmlns:a16="http://schemas.microsoft.com/office/drawing/2014/main" val="3180379758"/>
                    </a:ext>
                  </a:extLst>
                </a:gridCol>
                <a:gridCol w="1255952">
                  <a:extLst>
                    <a:ext uri="{9D8B030D-6E8A-4147-A177-3AD203B41FA5}">
                      <a16:colId xmlns:a16="http://schemas.microsoft.com/office/drawing/2014/main" val="3461411233"/>
                    </a:ext>
                  </a:extLst>
                </a:gridCol>
                <a:gridCol w="1255952">
                  <a:extLst>
                    <a:ext uri="{9D8B030D-6E8A-4147-A177-3AD203B41FA5}">
                      <a16:colId xmlns:a16="http://schemas.microsoft.com/office/drawing/2014/main" val="2745527308"/>
                    </a:ext>
                  </a:extLst>
                </a:gridCol>
                <a:gridCol w="1255952">
                  <a:extLst>
                    <a:ext uri="{9D8B030D-6E8A-4147-A177-3AD203B41FA5}">
                      <a16:colId xmlns:a16="http://schemas.microsoft.com/office/drawing/2014/main" val="1661687001"/>
                    </a:ext>
                  </a:extLst>
                </a:gridCol>
                <a:gridCol w="1255952">
                  <a:extLst>
                    <a:ext uri="{9D8B030D-6E8A-4147-A177-3AD203B41FA5}">
                      <a16:colId xmlns:a16="http://schemas.microsoft.com/office/drawing/2014/main" val="28328089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trike="sngStrike" dirty="0"/>
                        <a:t>(1,5)</a:t>
                      </a:r>
                      <a:endParaRPr lang="zh-TW" altLang="en-US" strike="sngStri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trike="sngStrike" dirty="0"/>
                        <a:t>(1,2) </a:t>
                      </a:r>
                      <a:endParaRPr lang="zh-TW" altLang="en-US" strike="sngStri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(1,1)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(2,3)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trike="sngStrike" dirty="0"/>
                        <a:t>(4,5)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(4,2)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(4,1)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3747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1(1, x</a:t>
                      </a:r>
                      <a:r>
                        <a:rPr lang="en-US" altLang="zh-TW" baseline="-25000" dirty="0"/>
                        <a:t>11</a:t>
                      </a:r>
                      <a:r>
                        <a:rPr lang="en-US" altLang="zh-TW" dirty="0"/>
                        <a:t>)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1(1, x</a:t>
                      </a:r>
                      <a:r>
                        <a:rPr lang="en-US" altLang="zh-TW" baseline="-25000" dirty="0"/>
                        <a:t>11</a:t>
                      </a:r>
                      <a:r>
                        <a:rPr lang="en-US" altLang="zh-TW" dirty="0"/>
                        <a:t>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1(1, x</a:t>
                      </a:r>
                      <a:r>
                        <a:rPr lang="en-US" altLang="zh-TW" baseline="-25000" dirty="0"/>
                        <a:t>11</a:t>
                      </a:r>
                      <a:r>
                        <a:rPr lang="en-US" altLang="zh-TW" dirty="0"/>
                        <a:t>)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1(1, x</a:t>
                      </a:r>
                      <a:r>
                        <a:rPr lang="en-US" altLang="zh-TW" baseline="-25000" dirty="0"/>
                        <a:t>41</a:t>
                      </a:r>
                      <a:r>
                        <a:rPr lang="en-US" altLang="zh-TW" dirty="0"/>
                        <a:t>)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3339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3(2, x</a:t>
                      </a:r>
                      <a:r>
                        <a:rPr lang="en-US" altLang="zh-TW" baseline="-25000" dirty="0"/>
                        <a:t>23</a:t>
                      </a:r>
                      <a:r>
                        <a:rPr lang="en-US" altLang="zh-TW" dirty="0"/>
                        <a:t>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(2(2, x</a:t>
                      </a:r>
                      <a:r>
                        <a:rPr lang="en-US" altLang="zh-TW" baseline="-25000" dirty="0"/>
                        <a:t>42</a:t>
                      </a:r>
                      <a:r>
                        <a:rPr lang="en-US" altLang="zh-TW" dirty="0"/>
                        <a:t>), 3(2, x</a:t>
                      </a:r>
                      <a:r>
                        <a:rPr lang="en-US" altLang="zh-TW" baseline="-25000" dirty="0"/>
                        <a:t>23</a:t>
                      </a:r>
                      <a:r>
                        <a:rPr lang="en-US" altLang="zh-TW" dirty="0"/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) or 2(2, x</a:t>
                      </a:r>
                      <a:r>
                        <a:rPr lang="en-US" altLang="zh-TW" baseline="-25000" dirty="0"/>
                        <a:t>42</a:t>
                      </a:r>
                      <a:r>
                        <a:rPr lang="en-US" altLang="zh-TW" dirty="0"/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(2(2, x</a:t>
                      </a:r>
                      <a:r>
                        <a:rPr lang="en-US" altLang="zh-TW" baseline="-25000" dirty="0"/>
                        <a:t>42</a:t>
                      </a:r>
                      <a:r>
                        <a:rPr lang="en-US" altLang="zh-TW" dirty="0"/>
                        <a:t>), 3(2, x</a:t>
                      </a:r>
                      <a:r>
                        <a:rPr lang="en-US" altLang="zh-TW" baseline="-25000" dirty="0"/>
                        <a:t>23</a:t>
                      </a:r>
                      <a:r>
                        <a:rPr lang="en-US" altLang="zh-TW" dirty="0"/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) or 2(2, x</a:t>
                      </a:r>
                      <a:r>
                        <a:rPr lang="en-US" altLang="zh-TW" baseline="-25000" dirty="0"/>
                        <a:t>42</a:t>
                      </a:r>
                      <a:r>
                        <a:rPr lang="en-US" altLang="zh-TW" dirty="0"/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or nothing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68240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3879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2479</TotalTime>
  <Words>422</Words>
  <Application>Microsoft Office PowerPoint</Application>
  <PresentationFormat>如螢幕大小 (4:3)</PresentationFormat>
  <Paragraphs>65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1" baseType="lpstr">
      <vt:lpstr>新細明體</vt:lpstr>
      <vt:lpstr>Arial</vt:lpstr>
      <vt:lpstr>Calibri</vt:lpstr>
      <vt:lpstr>Calibri Light</vt:lpstr>
      <vt:lpstr>Office 佈景主題</vt:lpstr>
      <vt:lpstr>Heaviest Increasing/Common Subsequence Problems</vt:lpstr>
      <vt:lpstr>Abstract (1/2)</vt:lpstr>
      <vt:lpstr>Abstract (2/2)</vt:lpstr>
      <vt:lpstr>HIS</vt:lpstr>
      <vt:lpstr>HCS</vt:lpstr>
      <vt:lpstr>HCS for β-Decreasing Weights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linear space algorithm for computing a longest common increasing subsequence</dc:title>
  <dc:creator>黃國峰</dc:creator>
  <cp:lastModifiedBy>黃國峰</cp:lastModifiedBy>
  <cp:revision>67</cp:revision>
  <dcterms:created xsi:type="dcterms:W3CDTF">2017-10-02T04:56:24Z</dcterms:created>
  <dcterms:modified xsi:type="dcterms:W3CDTF">2018-04-03T10:26:02Z</dcterms:modified>
</cp:coreProperties>
</file>